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62" r:id="rId2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85DA"/>
    <a:srgbClr val="6DD3EE"/>
    <a:srgbClr val="E37832"/>
    <a:srgbClr val="A2C4E2"/>
    <a:srgbClr val="F0B993"/>
    <a:srgbClr val="A7CF8C"/>
    <a:srgbClr val="6DA646"/>
    <a:srgbClr val="5593C9"/>
    <a:srgbClr val="78AB40"/>
    <a:srgbClr val="D855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6133"/>
    <p:restoredTop sz="95728"/>
  </p:normalViewPr>
  <p:slideViewPr>
    <p:cSldViewPr snapToGrid="0">
      <p:cViewPr varScale="1">
        <p:scale>
          <a:sx n="14" d="100"/>
          <a:sy n="14" d="100"/>
        </p:scale>
        <p:origin x="176" y="20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zh-CN" altLang="en-US">
                <a:latin typeface="Arial"/>
                <a:ea typeface="Arial"/>
                <a:cs typeface="Arial"/>
              </a:rPr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zh-CN" altLang="en-US">
                <a:latin typeface="Arial"/>
                <a:ea typeface="Arial"/>
                <a:cs typeface="Arial"/>
              </a:rPr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91B8-51FD-DC4C-9984-34FF9FD13423}" type="datetimeFigureOut">
              <a:rPr kumimoji="1" lang="zh-CN" altLang="en-US" smtClean="0"/>
              <a:t>2026/10/20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8FC9D-C073-2243-9F7D-CCBF7A4AAB7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51230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Arial"/>
                <a:ea typeface="Arial"/>
                <a:cs typeface="Arial"/>
              </a:rPr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>
                <a:latin typeface="Arial"/>
                <a:ea typeface="Arial"/>
                <a:cs typeface="Arial"/>
              </a:rPr>
              <a:t>单击此处编辑母版文本样式</a:t>
            </a:r>
          </a:p>
          <a:p>
            <a:pPr lvl="1"/>
            <a:r>
              <a:rPr lang="zh-CN" altLang="en-US">
                <a:latin typeface="Arial"/>
                <a:ea typeface="Arial"/>
                <a:cs typeface="Arial"/>
              </a:rPr>
              <a:t>二级</a:t>
            </a:r>
          </a:p>
          <a:p>
            <a:pPr lvl="2"/>
            <a:r>
              <a:rPr lang="zh-CN" altLang="en-US">
                <a:latin typeface="Arial"/>
                <a:ea typeface="Arial"/>
                <a:cs typeface="Arial"/>
              </a:rPr>
              <a:t>三级</a:t>
            </a:r>
          </a:p>
          <a:p>
            <a:pPr lvl="3"/>
            <a:r>
              <a:rPr lang="zh-CN" altLang="en-US">
                <a:latin typeface="Arial"/>
                <a:ea typeface="Arial"/>
                <a:cs typeface="Arial"/>
              </a:rPr>
              <a:t>四级</a:t>
            </a:r>
          </a:p>
          <a:p>
            <a:pPr lvl="4"/>
            <a:r>
              <a:rPr lang="zh-CN" altLang="en-US">
                <a:latin typeface="Arial"/>
                <a:ea typeface="Arial"/>
                <a:cs typeface="Arial"/>
              </a:rPr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91B8-51FD-DC4C-9984-34FF9FD13423}" type="datetimeFigureOut">
              <a:rPr kumimoji="1" lang="zh-CN" altLang="en-US" smtClean="0"/>
              <a:t>2026/10/20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8FC9D-C073-2243-9F7D-CCBF7A4AAB7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47413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zh-CN" altLang="en-US">
                <a:latin typeface="Arial"/>
                <a:ea typeface="Arial"/>
                <a:cs typeface="Arial"/>
              </a:rPr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/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75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>
                <a:latin typeface="Arial"/>
                <a:ea typeface="Arial"/>
                <a:cs typeface="Arial"/>
              </a:rPr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91B8-51FD-DC4C-9984-34FF9FD13423}" type="datetimeFigureOut">
              <a:rPr kumimoji="1" lang="zh-CN" altLang="en-US" smtClean="0"/>
              <a:t>2026/10/20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8FC9D-C073-2243-9F7D-CCBF7A4AAB7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10418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Arial"/>
                <a:ea typeface="Arial"/>
                <a:cs typeface="Arial"/>
              </a:rPr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zh-CN" altLang="en-US">
                <a:latin typeface="Arial"/>
                <a:ea typeface="Arial"/>
                <a:cs typeface="Arial"/>
              </a:rPr>
              <a:t>单击此处编辑母版文本样式</a:t>
            </a:r>
          </a:p>
          <a:p>
            <a:pPr lvl="1"/>
            <a:r>
              <a:rPr lang="zh-CN" altLang="en-US">
                <a:latin typeface="Arial"/>
                <a:ea typeface="Arial"/>
                <a:cs typeface="Arial"/>
              </a:rPr>
              <a:t>二级</a:t>
            </a:r>
          </a:p>
          <a:p>
            <a:pPr lvl="2"/>
            <a:r>
              <a:rPr lang="zh-CN" altLang="en-US">
                <a:latin typeface="Arial"/>
                <a:ea typeface="Arial"/>
                <a:cs typeface="Arial"/>
              </a:rPr>
              <a:t>三级</a:t>
            </a:r>
          </a:p>
          <a:p>
            <a:pPr lvl="3"/>
            <a:r>
              <a:rPr lang="zh-CN" altLang="en-US">
                <a:latin typeface="Arial"/>
                <a:ea typeface="Arial"/>
                <a:cs typeface="Arial"/>
              </a:rPr>
              <a:t>四级</a:t>
            </a:r>
          </a:p>
          <a:p>
            <a:pPr lvl="4"/>
            <a:r>
              <a:rPr lang="zh-CN" altLang="en-US">
                <a:latin typeface="Arial"/>
                <a:ea typeface="Arial"/>
                <a:cs typeface="Arial"/>
              </a:rPr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zh-CN" altLang="en-US">
                <a:latin typeface="Arial"/>
                <a:ea typeface="Arial"/>
                <a:cs typeface="Arial"/>
              </a:rPr>
              <a:t>单击此处编辑母版文本样式</a:t>
            </a:r>
          </a:p>
          <a:p>
            <a:pPr lvl="1"/>
            <a:r>
              <a:rPr lang="zh-CN" altLang="en-US">
                <a:latin typeface="Arial"/>
                <a:ea typeface="Arial"/>
                <a:cs typeface="Arial"/>
              </a:rPr>
              <a:t>二级</a:t>
            </a:r>
          </a:p>
          <a:p>
            <a:pPr lvl="2"/>
            <a:r>
              <a:rPr lang="zh-CN" altLang="en-US">
                <a:latin typeface="Arial"/>
                <a:ea typeface="Arial"/>
                <a:cs typeface="Arial"/>
              </a:rPr>
              <a:t>三级</a:t>
            </a:r>
          </a:p>
          <a:p>
            <a:pPr lvl="3"/>
            <a:r>
              <a:rPr lang="zh-CN" altLang="en-US">
                <a:latin typeface="Arial"/>
                <a:ea typeface="Arial"/>
                <a:cs typeface="Arial"/>
              </a:rPr>
              <a:t>四级</a:t>
            </a:r>
          </a:p>
          <a:p>
            <a:pPr lvl="4"/>
            <a:r>
              <a:rPr lang="zh-CN" altLang="en-US">
                <a:latin typeface="Arial"/>
                <a:ea typeface="Arial"/>
                <a:cs typeface="Arial"/>
              </a:rPr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91B8-51FD-DC4C-9984-34FF9FD13423}" type="datetimeFigureOut">
              <a:rPr kumimoji="1" lang="zh-CN" altLang="en-US" smtClean="0"/>
              <a:t>2026/10/20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8FC9D-C073-2243-9F7D-CCBF7A4AAB7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54162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zh-CN" altLang="en-US">
                <a:latin typeface="Arial"/>
                <a:ea typeface="Arial"/>
                <a:cs typeface="Arial"/>
              </a:rPr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zh-CN" altLang="en-US">
                <a:latin typeface="Arial"/>
                <a:ea typeface="Arial"/>
                <a:cs typeface="Arial"/>
              </a:rPr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zh-CN" altLang="en-US">
                <a:latin typeface="Arial"/>
                <a:ea typeface="Arial"/>
                <a:cs typeface="Arial"/>
              </a:rPr>
              <a:t>单击此处编辑母版文本样式</a:t>
            </a:r>
          </a:p>
          <a:p>
            <a:pPr lvl="1"/>
            <a:r>
              <a:rPr lang="zh-CN" altLang="en-US">
                <a:latin typeface="Arial"/>
                <a:ea typeface="Arial"/>
                <a:cs typeface="Arial"/>
              </a:rPr>
              <a:t>二级</a:t>
            </a:r>
          </a:p>
          <a:p>
            <a:pPr lvl="2"/>
            <a:r>
              <a:rPr lang="zh-CN" altLang="en-US">
                <a:latin typeface="Arial"/>
                <a:ea typeface="Arial"/>
                <a:cs typeface="Arial"/>
              </a:rPr>
              <a:t>三级</a:t>
            </a:r>
          </a:p>
          <a:p>
            <a:pPr lvl="3"/>
            <a:r>
              <a:rPr lang="zh-CN" altLang="en-US">
                <a:latin typeface="Arial"/>
                <a:ea typeface="Arial"/>
                <a:cs typeface="Arial"/>
              </a:rPr>
              <a:t>四级</a:t>
            </a:r>
          </a:p>
          <a:p>
            <a:pPr lvl="4"/>
            <a:r>
              <a:rPr lang="zh-CN" altLang="en-US">
                <a:latin typeface="Arial"/>
                <a:ea typeface="Arial"/>
                <a:cs typeface="Arial"/>
              </a:rPr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zh-CN" altLang="en-US">
                <a:latin typeface="Arial"/>
                <a:ea typeface="Arial"/>
                <a:cs typeface="Arial"/>
              </a:rPr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zh-CN" altLang="en-US">
                <a:latin typeface="Arial"/>
                <a:ea typeface="Arial"/>
                <a:cs typeface="Arial"/>
              </a:rPr>
              <a:t>单击此处编辑母版文本样式</a:t>
            </a:r>
          </a:p>
          <a:p>
            <a:pPr lvl="1"/>
            <a:r>
              <a:rPr lang="zh-CN" altLang="en-US">
                <a:latin typeface="Arial"/>
                <a:ea typeface="Arial"/>
                <a:cs typeface="Arial"/>
              </a:rPr>
              <a:t>二级</a:t>
            </a:r>
          </a:p>
          <a:p>
            <a:pPr lvl="2"/>
            <a:r>
              <a:rPr lang="zh-CN" altLang="en-US">
                <a:latin typeface="Arial"/>
                <a:ea typeface="Arial"/>
                <a:cs typeface="Arial"/>
              </a:rPr>
              <a:t>三级</a:t>
            </a:r>
          </a:p>
          <a:p>
            <a:pPr lvl="3"/>
            <a:r>
              <a:rPr lang="zh-CN" altLang="en-US">
                <a:latin typeface="Arial"/>
                <a:ea typeface="Arial"/>
                <a:cs typeface="Arial"/>
              </a:rPr>
              <a:t>四级</a:t>
            </a:r>
          </a:p>
          <a:p>
            <a:pPr lvl="4"/>
            <a:r>
              <a:rPr lang="zh-CN" altLang="en-US">
                <a:latin typeface="Arial"/>
                <a:ea typeface="Arial"/>
                <a:cs typeface="Arial"/>
              </a:rPr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91B8-51FD-DC4C-9984-34FF9FD13423}" type="datetimeFigureOut">
              <a:rPr kumimoji="1" lang="zh-CN" altLang="en-US" smtClean="0"/>
              <a:t>2026/10/20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8FC9D-C073-2243-9F7D-CCBF7A4AAB7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89250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Arial"/>
                <a:ea typeface="Arial"/>
                <a:cs typeface="Arial"/>
              </a:rPr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91B8-51FD-DC4C-9984-34FF9FD13423}" type="datetimeFigureOut">
              <a:rPr kumimoji="1" lang="zh-CN" altLang="en-US" smtClean="0"/>
              <a:t>2026/10/20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8FC9D-C073-2243-9F7D-CCBF7A4AAB7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3665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91B8-51FD-DC4C-9984-34FF9FD13423}" type="datetimeFigureOut">
              <a:rPr kumimoji="1" lang="zh-CN" altLang="en-US" smtClean="0"/>
              <a:t>2026/10/20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8FC9D-C073-2243-9F7D-CCBF7A4AAB7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51909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zh-CN" altLang="en-US">
                <a:latin typeface="Arial"/>
                <a:ea typeface="Arial"/>
                <a:cs typeface="Arial"/>
              </a:rPr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zh-CN" altLang="en-US">
                <a:latin typeface="Arial"/>
                <a:ea typeface="Arial"/>
                <a:cs typeface="Arial"/>
              </a:rPr>
              <a:t>单击此处编辑母版文本样式</a:t>
            </a:r>
          </a:p>
          <a:p>
            <a:pPr lvl="1"/>
            <a:r>
              <a:rPr lang="zh-CN" altLang="en-US">
                <a:latin typeface="Arial"/>
                <a:ea typeface="Arial"/>
                <a:cs typeface="Arial"/>
              </a:rPr>
              <a:t>二级</a:t>
            </a:r>
          </a:p>
          <a:p>
            <a:pPr lvl="2"/>
            <a:r>
              <a:rPr lang="zh-CN" altLang="en-US">
                <a:latin typeface="Arial"/>
                <a:ea typeface="Arial"/>
                <a:cs typeface="Arial"/>
              </a:rPr>
              <a:t>三级</a:t>
            </a:r>
          </a:p>
          <a:p>
            <a:pPr lvl="3"/>
            <a:r>
              <a:rPr lang="zh-CN" altLang="en-US">
                <a:latin typeface="Arial"/>
                <a:ea typeface="Arial"/>
                <a:cs typeface="Arial"/>
              </a:rPr>
              <a:t>四级</a:t>
            </a:r>
          </a:p>
          <a:p>
            <a:pPr lvl="4"/>
            <a:r>
              <a:rPr lang="zh-CN" altLang="en-US">
                <a:latin typeface="Arial"/>
                <a:ea typeface="Arial"/>
                <a:cs typeface="Arial"/>
              </a:rPr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zh-CN" altLang="en-US">
                <a:latin typeface="Arial"/>
                <a:ea typeface="Arial"/>
                <a:cs typeface="Arial"/>
              </a:rPr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91B8-51FD-DC4C-9984-34FF9FD13423}" type="datetimeFigureOut">
              <a:rPr kumimoji="1" lang="zh-CN" altLang="en-US" smtClean="0"/>
              <a:t>2026/10/20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8FC9D-C073-2243-9F7D-CCBF7A4AAB7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12251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zh-CN" altLang="en-US">
                <a:latin typeface="Arial"/>
                <a:ea typeface="Arial"/>
                <a:cs typeface="Arial"/>
              </a:rPr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zh-CN" altLang="en-US">
                <a:latin typeface="Arial"/>
                <a:ea typeface="Arial"/>
                <a:cs typeface="Arial"/>
              </a:rPr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zh-CN" altLang="en-US">
                <a:latin typeface="Arial"/>
                <a:ea typeface="Arial"/>
                <a:cs typeface="Arial"/>
              </a:rPr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91B8-51FD-DC4C-9984-34FF9FD13423}" type="datetimeFigureOut">
              <a:rPr kumimoji="1" lang="zh-CN" altLang="en-US" smtClean="0"/>
              <a:t>2026/10/20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8FC9D-C073-2243-9F7D-CCBF7A4AAB7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16464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Arial"/>
                <a:ea typeface="Arial"/>
                <a:cs typeface="Arial"/>
              </a:rPr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>
                <a:latin typeface="Arial"/>
                <a:ea typeface="Arial"/>
                <a:cs typeface="Arial"/>
              </a:rPr>
              <a:t>单击此处编辑母版文本样式</a:t>
            </a:r>
          </a:p>
          <a:p>
            <a:pPr lvl="1"/>
            <a:r>
              <a:rPr lang="zh-CN" altLang="en-US">
                <a:latin typeface="Arial"/>
                <a:ea typeface="Arial"/>
                <a:cs typeface="Arial"/>
              </a:rPr>
              <a:t>二级</a:t>
            </a:r>
          </a:p>
          <a:p>
            <a:pPr lvl="2"/>
            <a:r>
              <a:rPr lang="zh-CN" altLang="en-US">
                <a:latin typeface="Arial"/>
                <a:ea typeface="Arial"/>
                <a:cs typeface="Arial"/>
              </a:rPr>
              <a:t>三级</a:t>
            </a:r>
          </a:p>
          <a:p>
            <a:pPr lvl="3"/>
            <a:r>
              <a:rPr lang="zh-CN" altLang="en-US">
                <a:latin typeface="Arial"/>
                <a:ea typeface="Arial"/>
                <a:cs typeface="Arial"/>
              </a:rPr>
              <a:t>四级</a:t>
            </a:r>
          </a:p>
          <a:p>
            <a:pPr lvl="4"/>
            <a:r>
              <a:rPr lang="zh-CN" altLang="en-US">
                <a:latin typeface="Arial"/>
                <a:ea typeface="Arial"/>
                <a:cs typeface="Arial"/>
              </a:rPr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91B8-51FD-DC4C-9984-34FF9FD13423}" type="datetimeFigureOut">
              <a:rPr kumimoji="1" lang="zh-CN" altLang="en-US" smtClean="0"/>
              <a:t>2026/10/20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8FC9D-C073-2243-9F7D-CCBF7A4AAB7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5505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zh-CN" altLang="en-US">
                <a:latin typeface="Arial"/>
                <a:ea typeface="Arial"/>
                <a:cs typeface="Arial"/>
              </a:rPr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zh-CN" altLang="en-US">
                <a:latin typeface="Arial"/>
                <a:ea typeface="Arial"/>
                <a:cs typeface="Arial"/>
              </a:rPr>
              <a:t>单击此处编辑母版文本样式</a:t>
            </a:r>
          </a:p>
          <a:p>
            <a:pPr lvl="1"/>
            <a:r>
              <a:rPr lang="zh-CN" altLang="en-US">
                <a:latin typeface="Arial"/>
                <a:ea typeface="Arial"/>
                <a:cs typeface="Arial"/>
              </a:rPr>
              <a:t>二级</a:t>
            </a:r>
          </a:p>
          <a:p>
            <a:pPr lvl="2"/>
            <a:r>
              <a:rPr lang="zh-CN" altLang="en-US">
                <a:latin typeface="Arial"/>
                <a:ea typeface="Arial"/>
                <a:cs typeface="Arial"/>
              </a:rPr>
              <a:t>三级</a:t>
            </a:r>
          </a:p>
          <a:p>
            <a:pPr lvl="3"/>
            <a:r>
              <a:rPr lang="zh-CN" altLang="en-US">
                <a:latin typeface="Arial"/>
                <a:ea typeface="Arial"/>
                <a:cs typeface="Arial"/>
              </a:rPr>
              <a:t>四级</a:t>
            </a:r>
          </a:p>
          <a:p>
            <a:pPr lvl="4"/>
            <a:r>
              <a:rPr lang="zh-CN" altLang="en-US">
                <a:latin typeface="Arial"/>
                <a:ea typeface="Arial"/>
                <a:cs typeface="Arial"/>
              </a:rPr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91B8-51FD-DC4C-9984-34FF9FD13423}" type="datetimeFigureOut">
              <a:rPr kumimoji="1" lang="zh-CN" altLang="en-US" smtClean="0"/>
              <a:t>2026/10/20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8FC9D-C073-2243-9F7D-CCBF7A4AAB7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6826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>
                <a:latin typeface="Arial"/>
                <a:ea typeface="Arial"/>
                <a:cs typeface="Arial"/>
              </a:rPr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>
                <a:latin typeface="Arial"/>
                <a:ea typeface="Arial"/>
                <a:cs typeface="Arial"/>
              </a:rPr>
              <a:t>单击此处编辑母版文本样式</a:t>
            </a:r>
          </a:p>
          <a:p>
            <a:pPr lvl="1"/>
            <a:r>
              <a:rPr lang="zh-CN" altLang="en-US">
                <a:latin typeface="Arial"/>
                <a:ea typeface="Arial"/>
                <a:cs typeface="Arial"/>
              </a:rPr>
              <a:t>二级</a:t>
            </a:r>
          </a:p>
          <a:p>
            <a:pPr lvl="2"/>
            <a:r>
              <a:rPr lang="zh-CN" altLang="en-US">
                <a:latin typeface="Arial"/>
                <a:ea typeface="Arial"/>
                <a:cs typeface="Arial"/>
              </a:rPr>
              <a:t>三级</a:t>
            </a:r>
          </a:p>
          <a:p>
            <a:pPr lvl="3"/>
            <a:r>
              <a:rPr lang="zh-CN" altLang="en-US">
                <a:latin typeface="Arial"/>
                <a:ea typeface="Arial"/>
                <a:cs typeface="Arial"/>
              </a:rPr>
              <a:t>四级</a:t>
            </a:r>
          </a:p>
          <a:p>
            <a:pPr lvl="4"/>
            <a:r>
              <a:rPr lang="zh-CN" altLang="en-US">
                <a:latin typeface="Arial"/>
                <a:ea typeface="Arial"/>
                <a:cs typeface="Arial"/>
              </a:rPr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9591B8-51FD-DC4C-9984-34FF9FD13423}" type="datetimeFigureOut">
              <a:rPr kumimoji="1" lang="zh-CN" altLang="en-US" smtClean="0"/>
              <a:t>2026/10/20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C8FC9D-C073-2243-9F7D-CCBF7A4AAB7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92973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Arial"/>
          <a:ea typeface="Arial"/>
          <a:cs typeface="Arial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Arial"/>
          <a:ea typeface="Arial"/>
          <a:cs typeface="Arial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Arial"/>
          <a:ea typeface="Arial"/>
          <a:cs typeface="Arial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Arial"/>
          <a:ea typeface="Arial"/>
          <a:cs typeface="Arial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Arial"/>
          <a:ea typeface="Arial"/>
          <a:cs typeface="Arial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Arial"/>
          <a:ea typeface="Arial"/>
          <a:cs typeface="Arial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Arial"/>
          <a:ea typeface="Arial"/>
          <a:cs typeface="Arial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Arial"/>
          <a:ea typeface="Arial"/>
          <a:cs typeface="Arial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Arial"/>
          <a:ea typeface="Arial"/>
          <a:cs typeface="Arial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Arial"/>
          <a:ea typeface="Arial"/>
          <a:cs typeface="Arial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Arial"/>
          <a:ea typeface="Arial"/>
          <a:cs typeface="Arial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Arial"/>
          <a:ea typeface="Arial"/>
          <a:cs typeface="Arial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Arial"/>
          <a:ea typeface="Arial"/>
          <a:cs typeface="Arial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Arial"/>
          <a:ea typeface="Arial"/>
          <a:cs typeface="Arial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Arial"/>
          <a:ea typeface="Arial"/>
          <a:cs typeface="Arial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Arial"/>
          <a:ea typeface="Arial"/>
          <a:cs typeface="Arial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图片 68 — editable">
            <a:extLst>
              <a:ext uri="{FF2B5EF4-FFF2-40B4-BE49-F238E27FC236}">
                <a16:creationId xmlns:a16="http://schemas.microsoft.com/office/drawing/2014/main" id="{E3E21358-3234-51CC-E430-F9FB35B0930C}"/>
              </a:ext>
            </a:extLst>
          </p:cNvPr>
          <p:cNvGrpSpPr/>
          <p:nvPr/>
        </p:nvGrpSpPr>
        <p:grpSpPr>
          <a:xfrm>
            <a:off x="155032" y="4797483"/>
            <a:ext cx="2581185" cy="1720790"/>
            <a:chOff x="0" y="0"/>
            <a:chExt cx="2581185" cy="1720790"/>
          </a:xfrm>
        </p:grpSpPr>
        <p:sp>
          <p:nvSpPr>
            <p:cNvPr id="1000" name="Panel background"/>
            <p:cNvSpPr/>
            <p:nvPr/>
          </p:nvSpPr>
          <p:spPr>
            <a:xfrm>
              <a:off x="0" y="0"/>
              <a:ext cx="2581185" cy="172079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01" name="Graph element 1"/>
            <p:cNvSpPr/>
            <p:nvPr/>
          </p:nvSpPr>
          <p:spPr>
            <a:xfrm>
              <a:off x="2518611" y="1579658"/>
              <a:ext cx="2721" cy="3401"/>
            </a:xfrm>
            <a:custGeom>
              <a:avLst/>
              <a:gdLst/>
              <a:ahLst/>
              <a:cxnLst/>
              <a:rect l="0" t="0" r="r" b="b"/>
              <a:pathLst>
                <a:path w="2721" h="3401" stroke="0" extrusionOk="0">
                  <a:moveTo>
                    <a:pt x="0" y="3401"/>
                  </a:moveTo>
                  <a:lnTo>
                    <a:pt x="2721" y="3401"/>
                  </a:lnTo>
                  <a:lnTo>
                    <a:pt x="2721" y="0"/>
                  </a:lnTo>
                  <a:lnTo>
                    <a:pt x="0" y="0"/>
                  </a:lnTo>
                  <a:lnTo>
                    <a:pt x="0" y="3401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1002" name="Graph element 2"/>
            <p:cNvSpPr/>
            <p:nvPr/>
          </p:nvSpPr>
          <p:spPr>
            <a:xfrm>
              <a:off x="1784044" y="1579658"/>
              <a:ext cx="2721" cy="6802"/>
            </a:xfrm>
            <a:custGeom>
              <a:avLst/>
              <a:gdLst/>
              <a:ahLst/>
              <a:cxnLst/>
              <a:rect l="0" t="0" r="r" b="b"/>
              <a:pathLst>
                <a:path w="2721" h="6802" stroke="0" extrusionOk="0">
                  <a:moveTo>
                    <a:pt x="0" y="6802"/>
                  </a:moveTo>
                  <a:lnTo>
                    <a:pt x="2721" y="6802"/>
                  </a:lnTo>
                  <a:lnTo>
                    <a:pt x="2721" y="0"/>
                  </a:lnTo>
                  <a:lnTo>
                    <a:pt x="0" y="0"/>
                  </a:lnTo>
                  <a:lnTo>
                    <a:pt x="0" y="6802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1003" name="Graph element 3"/>
            <p:cNvSpPr/>
            <p:nvPr/>
          </p:nvSpPr>
          <p:spPr>
            <a:xfrm>
              <a:off x="1052879" y="1579658"/>
              <a:ext cx="2721" cy="3401"/>
            </a:xfrm>
            <a:custGeom>
              <a:avLst/>
              <a:gdLst/>
              <a:ahLst/>
              <a:cxnLst/>
              <a:rect l="0" t="0" r="r" b="b"/>
              <a:pathLst>
                <a:path w="2721" h="3401" stroke="0" extrusionOk="0">
                  <a:moveTo>
                    <a:pt x="0" y="3401"/>
                  </a:moveTo>
                  <a:lnTo>
                    <a:pt x="2721" y="3401"/>
                  </a:lnTo>
                  <a:lnTo>
                    <a:pt x="2721" y="0"/>
                  </a:lnTo>
                  <a:lnTo>
                    <a:pt x="0" y="0"/>
                  </a:lnTo>
                  <a:lnTo>
                    <a:pt x="0" y="3401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1004" name="Graph element 4"/>
            <p:cNvSpPr/>
            <p:nvPr/>
          </p:nvSpPr>
          <p:spPr>
            <a:xfrm>
              <a:off x="979422" y="1290933"/>
              <a:ext cx="1700" cy="2721"/>
            </a:xfrm>
            <a:custGeom>
              <a:avLst/>
              <a:gdLst/>
              <a:ahLst/>
              <a:cxnLst/>
              <a:rect l="0" t="0" r="r" b="b"/>
              <a:pathLst>
                <a:path w="1700" h="2721" stroke="0" extrusionOk="0">
                  <a:moveTo>
                    <a:pt x="1700" y="2721"/>
                  </a:moveTo>
                  <a:lnTo>
                    <a:pt x="1700" y="0"/>
                  </a:lnTo>
                  <a:lnTo>
                    <a:pt x="0" y="0"/>
                  </a:lnTo>
                  <a:lnTo>
                    <a:pt x="0" y="2721"/>
                  </a:lnTo>
                  <a:lnTo>
                    <a:pt x="1700" y="2721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1005" name="Graph element 5"/>
            <p:cNvSpPr/>
            <p:nvPr/>
          </p:nvSpPr>
          <p:spPr>
            <a:xfrm>
              <a:off x="979422" y="1180408"/>
              <a:ext cx="1700" cy="2721"/>
            </a:xfrm>
            <a:custGeom>
              <a:avLst/>
              <a:gdLst/>
              <a:ahLst/>
              <a:cxnLst/>
              <a:rect l="0" t="0" r="r" b="b"/>
              <a:pathLst>
                <a:path w="1700" h="2721" stroke="0" extrusionOk="0">
                  <a:moveTo>
                    <a:pt x="1700" y="2721"/>
                  </a:moveTo>
                  <a:lnTo>
                    <a:pt x="1700" y="0"/>
                  </a:lnTo>
                  <a:lnTo>
                    <a:pt x="0" y="0"/>
                  </a:lnTo>
                  <a:lnTo>
                    <a:pt x="0" y="2721"/>
                  </a:lnTo>
                  <a:lnTo>
                    <a:pt x="1700" y="2721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1006" name="Graph element 6"/>
            <p:cNvSpPr/>
            <p:nvPr/>
          </p:nvSpPr>
          <p:spPr>
            <a:xfrm>
              <a:off x="979422" y="955957"/>
              <a:ext cx="1700" cy="2721"/>
            </a:xfrm>
            <a:custGeom>
              <a:avLst/>
              <a:gdLst/>
              <a:ahLst/>
              <a:cxnLst/>
              <a:rect l="0" t="0" r="r" b="b"/>
              <a:pathLst>
                <a:path w="1700" h="2721" stroke="0" extrusionOk="0">
                  <a:moveTo>
                    <a:pt x="1700" y="2721"/>
                  </a:moveTo>
                  <a:lnTo>
                    <a:pt x="1700" y="0"/>
                  </a:lnTo>
                  <a:lnTo>
                    <a:pt x="0" y="0"/>
                  </a:lnTo>
                  <a:lnTo>
                    <a:pt x="0" y="2721"/>
                  </a:lnTo>
                  <a:lnTo>
                    <a:pt x="1700" y="2721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1007" name="Graph element 7"/>
            <p:cNvSpPr/>
            <p:nvPr/>
          </p:nvSpPr>
          <p:spPr>
            <a:xfrm>
              <a:off x="979422" y="845432"/>
              <a:ext cx="1700" cy="2721"/>
            </a:xfrm>
            <a:custGeom>
              <a:avLst/>
              <a:gdLst/>
              <a:ahLst/>
              <a:cxnLst/>
              <a:rect l="0" t="0" r="r" b="b"/>
              <a:pathLst>
                <a:path w="1700" h="2721" stroke="0" extrusionOk="0">
                  <a:moveTo>
                    <a:pt x="1700" y="2721"/>
                  </a:moveTo>
                  <a:lnTo>
                    <a:pt x="1700" y="0"/>
                  </a:lnTo>
                  <a:lnTo>
                    <a:pt x="0" y="0"/>
                  </a:lnTo>
                  <a:lnTo>
                    <a:pt x="0" y="2721"/>
                  </a:lnTo>
                  <a:lnTo>
                    <a:pt x="1700" y="2721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1008" name="Graph element 8"/>
            <p:cNvSpPr/>
            <p:nvPr/>
          </p:nvSpPr>
          <p:spPr>
            <a:xfrm>
              <a:off x="979422" y="408433"/>
              <a:ext cx="1700" cy="2721"/>
            </a:xfrm>
            <a:custGeom>
              <a:avLst/>
              <a:gdLst/>
              <a:ahLst/>
              <a:cxnLst/>
              <a:rect l="0" t="0" r="r" b="b"/>
              <a:pathLst>
                <a:path w="1700" h="2721" stroke="0" extrusionOk="0">
                  <a:moveTo>
                    <a:pt x="1700" y="2721"/>
                  </a:moveTo>
                  <a:lnTo>
                    <a:pt x="1700" y="0"/>
                  </a:lnTo>
                  <a:lnTo>
                    <a:pt x="0" y="0"/>
                  </a:lnTo>
                  <a:lnTo>
                    <a:pt x="0" y="2721"/>
                  </a:lnTo>
                  <a:lnTo>
                    <a:pt x="1700" y="2721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1009" name="Graph element 9"/>
            <p:cNvSpPr/>
            <p:nvPr/>
          </p:nvSpPr>
          <p:spPr>
            <a:xfrm>
              <a:off x="979422" y="297908"/>
              <a:ext cx="1700" cy="2721"/>
            </a:xfrm>
            <a:custGeom>
              <a:avLst/>
              <a:gdLst/>
              <a:ahLst/>
              <a:cxnLst/>
              <a:rect l="0" t="0" r="r" b="b"/>
              <a:pathLst>
                <a:path w="1700" h="2721" stroke="0" extrusionOk="0">
                  <a:moveTo>
                    <a:pt x="1700" y="2721"/>
                  </a:moveTo>
                  <a:lnTo>
                    <a:pt x="1700" y="0"/>
                  </a:lnTo>
                  <a:lnTo>
                    <a:pt x="0" y="0"/>
                  </a:lnTo>
                  <a:lnTo>
                    <a:pt x="0" y="2721"/>
                  </a:lnTo>
                  <a:lnTo>
                    <a:pt x="1700" y="2721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1010" name="Graph element 10"/>
            <p:cNvSpPr/>
            <p:nvPr/>
          </p:nvSpPr>
          <p:spPr>
            <a:xfrm>
              <a:off x="979422" y="73457"/>
              <a:ext cx="1700" cy="2721"/>
            </a:xfrm>
            <a:custGeom>
              <a:avLst/>
              <a:gdLst/>
              <a:ahLst/>
              <a:cxnLst/>
              <a:rect l="0" t="0" r="r" b="b"/>
              <a:pathLst>
                <a:path w="1700" h="2721" stroke="0" extrusionOk="0">
                  <a:moveTo>
                    <a:pt x="1700" y="2721"/>
                  </a:moveTo>
                  <a:lnTo>
                    <a:pt x="1700" y="0"/>
                  </a:lnTo>
                  <a:lnTo>
                    <a:pt x="0" y="0"/>
                  </a:lnTo>
                  <a:lnTo>
                    <a:pt x="0" y="2721"/>
                  </a:lnTo>
                  <a:lnTo>
                    <a:pt x="1700" y="2721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1011" name="Graph element 11"/>
            <p:cNvSpPr/>
            <p:nvPr/>
          </p:nvSpPr>
          <p:spPr>
            <a:xfrm>
              <a:off x="2573023" y="1576257"/>
              <a:ext cx="2721" cy="1700"/>
            </a:xfrm>
            <a:custGeom>
              <a:avLst/>
              <a:gdLst/>
              <a:ahLst/>
              <a:cxnLst/>
              <a:rect l="0" t="0" r="r" b="b"/>
              <a:pathLst>
                <a:path w="2721" h="1700" stroke="0" extrusionOk="0">
                  <a:moveTo>
                    <a:pt x="0" y="1700"/>
                  </a:moveTo>
                  <a:lnTo>
                    <a:pt x="2721" y="1700"/>
                  </a:lnTo>
                  <a:lnTo>
                    <a:pt x="2721" y="0"/>
                  </a:lnTo>
                  <a:lnTo>
                    <a:pt x="0" y="0"/>
                  </a:lnTo>
                  <a:lnTo>
                    <a:pt x="0" y="1700"/>
                  </a:lnTo>
                  <a:close/>
                </a:path>
              </a:pathLst>
            </a:custGeom>
            <a:solidFill>
              <a:srgbClr val="9F9F9F"/>
            </a:solidFill>
            <a:ln>
              <a:noFill/>
            </a:ln>
          </p:spPr>
        </p:sp>
        <p:sp>
          <p:nvSpPr>
            <p:cNvPr id="1012" name="Graph element 12"/>
            <p:cNvSpPr/>
            <p:nvPr/>
          </p:nvSpPr>
          <p:spPr>
            <a:xfrm>
              <a:off x="2515210" y="1579658"/>
              <a:ext cx="2721" cy="3401"/>
            </a:xfrm>
            <a:custGeom>
              <a:avLst/>
              <a:gdLst/>
              <a:ahLst/>
              <a:cxnLst/>
              <a:rect l="0" t="0" r="r" b="b"/>
              <a:pathLst>
                <a:path w="2721" h="3401" stroke="0" extrusionOk="0">
                  <a:moveTo>
                    <a:pt x="0" y="3401"/>
                  </a:moveTo>
                  <a:lnTo>
                    <a:pt x="2721" y="3401"/>
                  </a:lnTo>
                  <a:lnTo>
                    <a:pt x="2721" y="0"/>
                  </a:lnTo>
                  <a:lnTo>
                    <a:pt x="0" y="0"/>
                  </a:lnTo>
                  <a:lnTo>
                    <a:pt x="0" y="340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</p:sp>
        <p:sp>
          <p:nvSpPr>
            <p:cNvPr id="1013" name="Graph element 13"/>
            <p:cNvSpPr/>
            <p:nvPr/>
          </p:nvSpPr>
          <p:spPr>
            <a:xfrm>
              <a:off x="2153028" y="1579658"/>
              <a:ext cx="2721" cy="3401"/>
            </a:xfrm>
            <a:custGeom>
              <a:avLst/>
              <a:gdLst/>
              <a:ahLst/>
              <a:cxnLst/>
              <a:rect l="0" t="0" r="r" b="b"/>
              <a:pathLst>
                <a:path w="2721" h="3401" stroke="0" extrusionOk="0">
                  <a:moveTo>
                    <a:pt x="0" y="3401"/>
                  </a:moveTo>
                  <a:lnTo>
                    <a:pt x="2721" y="3401"/>
                  </a:lnTo>
                  <a:lnTo>
                    <a:pt x="2721" y="0"/>
                  </a:lnTo>
                  <a:lnTo>
                    <a:pt x="0" y="0"/>
                  </a:lnTo>
                  <a:lnTo>
                    <a:pt x="0" y="340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</p:sp>
        <p:sp>
          <p:nvSpPr>
            <p:cNvPr id="1014" name="Graph element 14"/>
            <p:cNvSpPr/>
            <p:nvPr/>
          </p:nvSpPr>
          <p:spPr>
            <a:xfrm>
              <a:off x="2149627" y="1579658"/>
              <a:ext cx="2721" cy="3401"/>
            </a:xfrm>
            <a:custGeom>
              <a:avLst/>
              <a:gdLst/>
              <a:ahLst/>
              <a:cxnLst/>
              <a:rect l="0" t="0" r="r" b="b"/>
              <a:pathLst>
                <a:path w="2721" h="3401" stroke="0" extrusionOk="0">
                  <a:moveTo>
                    <a:pt x="0" y="3401"/>
                  </a:moveTo>
                  <a:lnTo>
                    <a:pt x="2721" y="3401"/>
                  </a:lnTo>
                  <a:lnTo>
                    <a:pt x="2721" y="0"/>
                  </a:lnTo>
                  <a:lnTo>
                    <a:pt x="0" y="0"/>
                  </a:lnTo>
                  <a:lnTo>
                    <a:pt x="0" y="340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</p:sp>
        <p:sp>
          <p:nvSpPr>
            <p:cNvPr id="1015" name="Graph element 15"/>
            <p:cNvSpPr/>
            <p:nvPr/>
          </p:nvSpPr>
          <p:spPr>
            <a:xfrm>
              <a:off x="1787445" y="1579658"/>
              <a:ext cx="2721" cy="6802"/>
            </a:xfrm>
            <a:custGeom>
              <a:avLst/>
              <a:gdLst/>
              <a:ahLst/>
              <a:cxnLst/>
              <a:rect l="0" t="0" r="r" b="b"/>
              <a:pathLst>
                <a:path w="2721" h="6802" stroke="0" extrusionOk="0">
                  <a:moveTo>
                    <a:pt x="0" y="6802"/>
                  </a:moveTo>
                  <a:lnTo>
                    <a:pt x="2721" y="6802"/>
                  </a:lnTo>
                  <a:lnTo>
                    <a:pt x="2721" y="0"/>
                  </a:lnTo>
                  <a:lnTo>
                    <a:pt x="0" y="0"/>
                  </a:lnTo>
                  <a:lnTo>
                    <a:pt x="0" y="6802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</p:sp>
        <p:sp>
          <p:nvSpPr>
            <p:cNvPr id="1016" name="Graph element 16"/>
            <p:cNvSpPr/>
            <p:nvPr/>
          </p:nvSpPr>
          <p:spPr>
            <a:xfrm>
              <a:off x="1056279" y="1579658"/>
              <a:ext cx="2721" cy="3401"/>
            </a:xfrm>
            <a:custGeom>
              <a:avLst/>
              <a:gdLst/>
              <a:ahLst/>
              <a:cxnLst/>
              <a:rect l="0" t="0" r="r" b="b"/>
              <a:pathLst>
                <a:path w="2721" h="3401" stroke="0" extrusionOk="0">
                  <a:moveTo>
                    <a:pt x="0" y="3401"/>
                  </a:moveTo>
                  <a:lnTo>
                    <a:pt x="2721" y="3401"/>
                  </a:lnTo>
                  <a:lnTo>
                    <a:pt x="2721" y="0"/>
                  </a:lnTo>
                  <a:lnTo>
                    <a:pt x="0" y="0"/>
                  </a:lnTo>
                  <a:lnTo>
                    <a:pt x="0" y="340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</p:sp>
        <p:sp>
          <p:nvSpPr>
            <p:cNvPr id="1017" name="Graph element 17"/>
            <p:cNvSpPr/>
            <p:nvPr/>
          </p:nvSpPr>
          <p:spPr>
            <a:xfrm>
              <a:off x="981462" y="1513343"/>
              <a:ext cx="2721" cy="62914"/>
            </a:xfrm>
            <a:custGeom>
              <a:avLst/>
              <a:gdLst/>
              <a:ahLst/>
              <a:cxnLst/>
              <a:rect l="0" t="0" r="r" b="b"/>
              <a:pathLst>
                <a:path w="2721" h="62914" stroke="0" extrusionOk="0">
                  <a:moveTo>
                    <a:pt x="0" y="62914"/>
                  </a:moveTo>
                  <a:lnTo>
                    <a:pt x="2721" y="62914"/>
                  </a:lnTo>
                  <a:lnTo>
                    <a:pt x="2721" y="0"/>
                  </a:lnTo>
                  <a:lnTo>
                    <a:pt x="0" y="0"/>
                  </a:lnTo>
                  <a:lnTo>
                    <a:pt x="0" y="62914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</p:sp>
        <p:sp>
          <p:nvSpPr>
            <p:cNvPr id="1018" name="Graph element 18"/>
            <p:cNvSpPr/>
            <p:nvPr/>
          </p:nvSpPr>
          <p:spPr>
            <a:xfrm>
              <a:off x="981462" y="1402818"/>
              <a:ext cx="2721" cy="105424"/>
            </a:xfrm>
            <a:custGeom>
              <a:avLst/>
              <a:gdLst/>
              <a:ahLst/>
              <a:cxnLst/>
              <a:rect l="0" t="0" r="r" b="b"/>
              <a:pathLst>
                <a:path w="2721" h="105424" stroke="0" extrusionOk="0">
                  <a:moveTo>
                    <a:pt x="0" y="105424"/>
                  </a:moveTo>
                  <a:lnTo>
                    <a:pt x="2721" y="105424"/>
                  </a:lnTo>
                  <a:lnTo>
                    <a:pt x="2721" y="0"/>
                  </a:lnTo>
                  <a:lnTo>
                    <a:pt x="0" y="0"/>
                  </a:lnTo>
                  <a:lnTo>
                    <a:pt x="0" y="105424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</p:sp>
        <p:sp>
          <p:nvSpPr>
            <p:cNvPr id="1019" name="Graph element 19"/>
            <p:cNvSpPr/>
            <p:nvPr/>
          </p:nvSpPr>
          <p:spPr>
            <a:xfrm>
              <a:off x="981462" y="1293993"/>
              <a:ext cx="2721" cy="103724"/>
            </a:xfrm>
            <a:custGeom>
              <a:avLst/>
              <a:gdLst/>
              <a:ahLst/>
              <a:cxnLst/>
              <a:rect l="0" t="0" r="r" b="b"/>
              <a:pathLst>
                <a:path w="2721" h="103724" stroke="0" extrusionOk="0">
                  <a:moveTo>
                    <a:pt x="0" y="103724"/>
                  </a:moveTo>
                  <a:lnTo>
                    <a:pt x="2721" y="103724"/>
                  </a:lnTo>
                  <a:lnTo>
                    <a:pt x="2721" y="0"/>
                  </a:lnTo>
                  <a:lnTo>
                    <a:pt x="0" y="0"/>
                  </a:lnTo>
                  <a:lnTo>
                    <a:pt x="0" y="103724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</p:sp>
        <p:sp>
          <p:nvSpPr>
            <p:cNvPr id="1020" name="Graph element 20"/>
            <p:cNvSpPr/>
            <p:nvPr/>
          </p:nvSpPr>
          <p:spPr>
            <a:xfrm>
              <a:off x="981462" y="1183468"/>
              <a:ext cx="2721" cy="103724"/>
            </a:xfrm>
            <a:custGeom>
              <a:avLst/>
              <a:gdLst/>
              <a:ahLst/>
              <a:cxnLst/>
              <a:rect l="0" t="0" r="r" b="b"/>
              <a:pathLst>
                <a:path w="2721" h="103724" stroke="0" extrusionOk="0">
                  <a:moveTo>
                    <a:pt x="0" y="103724"/>
                  </a:moveTo>
                  <a:lnTo>
                    <a:pt x="2721" y="103724"/>
                  </a:lnTo>
                  <a:lnTo>
                    <a:pt x="2721" y="0"/>
                  </a:lnTo>
                  <a:lnTo>
                    <a:pt x="0" y="0"/>
                  </a:lnTo>
                  <a:lnTo>
                    <a:pt x="0" y="103724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</p:sp>
        <p:sp>
          <p:nvSpPr>
            <p:cNvPr id="1021" name="Graph element 21"/>
            <p:cNvSpPr/>
            <p:nvPr/>
          </p:nvSpPr>
          <p:spPr>
            <a:xfrm>
              <a:off x="979422" y="1069882"/>
              <a:ext cx="4761" cy="109845"/>
            </a:xfrm>
            <a:custGeom>
              <a:avLst/>
              <a:gdLst/>
              <a:ahLst/>
              <a:cxnLst/>
              <a:rect l="0" t="0" r="r" b="b"/>
              <a:pathLst>
                <a:path w="4761" h="109845" stroke="0" extrusionOk="0">
                  <a:moveTo>
                    <a:pt x="0" y="107124"/>
                  </a:moveTo>
                  <a:lnTo>
                    <a:pt x="0" y="109845"/>
                  </a:lnTo>
                  <a:lnTo>
                    <a:pt x="2264" y="109845"/>
                  </a:lnTo>
                  <a:lnTo>
                    <a:pt x="4761" y="107348"/>
                  </a:lnTo>
                  <a:lnTo>
                    <a:pt x="4761" y="2497"/>
                  </a:lnTo>
                  <a:lnTo>
                    <a:pt x="2264" y="0"/>
                  </a:lnTo>
                  <a:lnTo>
                    <a:pt x="0" y="0"/>
                  </a:lnTo>
                  <a:lnTo>
                    <a:pt x="0" y="2721"/>
                  </a:lnTo>
                  <a:lnTo>
                    <a:pt x="1137" y="2721"/>
                  </a:lnTo>
                  <a:lnTo>
                    <a:pt x="2040" y="3624"/>
                  </a:lnTo>
                  <a:lnTo>
                    <a:pt x="2040" y="106221"/>
                  </a:lnTo>
                  <a:lnTo>
                    <a:pt x="1137" y="107124"/>
                  </a:lnTo>
                  <a:lnTo>
                    <a:pt x="0" y="107124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</p:sp>
        <p:sp>
          <p:nvSpPr>
            <p:cNvPr id="1022" name="Graph element 22"/>
            <p:cNvSpPr/>
            <p:nvPr/>
          </p:nvSpPr>
          <p:spPr>
            <a:xfrm>
              <a:off x="979422" y="959357"/>
              <a:ext cx="4761" cy="109845"/>
            </a:xfrm>
            <a:custGeom>
              <a:avLst/>
              <a:gdLst/>
              <a:ahLst/>
              <a:cxnLst/>
              <a:rect l="0" t="0" r="r" b="b"/>
              <a:pathLst>
                <a:path w="4761" h="109845" stroke="0" extrusionOk="0">
                  <a:moveTo>
                    <a:pt x="0" y="107124"/>
                  </a:moveTo>
                  <a:lnTo>
                    <a:pt x="0" y="109845"/>
                  </a:lnTo>
                  <a:lnTo>
                    <a:pt x="2264" y="109845"/>
                  </a:lnTo>
                  <a:lnTo>
                    <a:pt x="4761" y="107348"/>
                  </a:lnTo>
                  <a:lnTo>
                    <a:pt x="4761" y="2497"/>
                  </a:lnTo>
                  <a:lnTo>
                    <a:pt x="2264" y="0"/>
                  </a:lnTo>
                  <a:lnTo>
                    <a:pt x="0" y="0"/>
                  </a:lnTo>
                  <a:lnTo>
                    <a:pt x="0" y="2721"/>
                  </a:lnTo>
                  <a:lnTo>
                    <a:pt x="1137" y="2721"/>
                  </a:lnTo>
                  <a:lnTo>
                    <a:pt x="2040" y="3624"/>
                  </a:lnTo>
                  <a:lnTo>
                    <a:pt x="2040" y="106221"/>
                  </a:lnTo>
                  <a:lnTo>
                    <a:pt x="1137" y="107124"/>
                  </a:lnTo>
                  <a:lnTo>
                    <a:pt x="0" y="107124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</p:sp>
        <p:sp>
          <p:nvSpPr>
            <p:cNvPr id="1023" name="Graph element 23"/>
            <p:cNvSpPr/>
            <p:nvPr/>
          </p:nvSpPr>
          <p:spPr>
            <a:xfrm>
              <a:off x="981462" y="851893"/>
              <a:ext cx="2721" cy="103724"/>
            </a:xfrm>
            <a:custGeom>
              <a:avLst/>
              <a:gdLst/>
              <a:ahLst/>
              <a:cxnLst/>
              <a:rect l="0" t="0" r="r" b="b"/>
              <a:pathLst>
                <a:path w="2721" h="103724" stroke="0" extrusionOk="0">
                  <a:moveTo>
                    <a:pt x="0" y="103724"/>
                  </a:moveTo>
                  <a:lnTo>
                    <a:pt x="2721" y="103724"/>
                  </a:lnTo>
                  <a:lnTo>
                    <a:pt x="2721" y="0"/>
                  </a:lnTo>
                  <a:lnTo>
                    <a:pt x="0" y="0"/>
                  </a:lnTo>
                  <a:lnTo>
                    <a:pt x="0" y="103724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</p:sp>
        <p:sp>
          <p:nvSpPr>
            <p:cNvPr id="1024" name="Graph element 24"/>
            <p:cNvSpPr/>
            <p:nvPr/>
          </p:nvSpPr>
          <p:spPr>
            <a:xfrm>
              <a:off x="981462" y="741368"/>
              <a:ext cx="2721" cy="103724"/>
            </a:xfrm>
            <a:custGeom>
              <a:avLst/>
              <a:gdLst/>
              <a:ahLst/>
              <a:cxnLst/>
              <a:rect l="0" t="0" r="r" b="b"/>
              <a:pathLst>
                <a:path w="2721" h="103724" stroke="0" extrusionOk="0">
                  <a:moveTo>
                    <a:pt x="0" y="103724"/>
                  </a:moveTo>
                  <a:lnTo>
                    <a:pt x="2721" y="103724"/>
                  </a:lnTo>
                  <a:lnTo>
                    <a:pt x="2721" y="0"/>
                  </a:lnTo>
                  <a:lnTo>
                    <a:pt x="0" y="0"/>
                  </a:lnTo>
                  <a:lnTo>
                    <a:pt x="0" y="103724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</p:sp>
        <p:sp>
          <p:nvSpPr>
            <p:cNvPr id="1025" name="Graph element 25"/>
            <p:cNvSpPr/>
            <p:nvPr/>
          </p:nvSpPr>
          <p:spPr>
            <a:xfrm>
              <a:off x="981462" y="630843"/>
              <a:ext cx="2721" cy="105424"/>
            </a:xfrm>
            <a:custGeom>
              <a:avLst/>
              <a:gdLst/>
              <a:ahLst/>
              <a:cxnLst/>
              <a:rect l="0" t="0" r="r" b="b"/>
              <a:pathLst>
                <a:path w="2721" h="105424" stroke="0" extrusionOk="0">
                  <a:moveTo>
                    <a:pt x="0" y="105424"/>
                  </a:moveTo>
                  <a:lnTo>
                    <a:pt x="2721" y="105424"/>
                  </a:lnTo>
                  <a:lnTo>
                    <a:pt x="2721" y="0"/>
                  </a:lnTo>
                  <a:lnTo>
                    <a:pt x="0" y="0"/>
                  </a:lnTo>
                  <a:lnTo>
                    <a:pt x="0" y="105424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</p:sp>
        <p:sp>
          <p:nvSpPr>
            <p:cNvPr id="1026" name="Graph element 26"/>
            <p:cNvSpPr/>
            <p:nvPr/>
          </p:nvSpPr>
          <p:spPr>
            <a:xfrm>
              <a:off x="981462" y="520318"/>
              <a:ext cx="2721" cy="105424"/>
            </a:xfrm>
            <a:custGeom>
              <a:avLst/>
              <a:gdLst/>
              <a:ahLst/>
              <a:cxnLst/>
              <a:rect l="0" t="0" r="r" b="b"/>
              <a:pathLst>
                <a:path w="2721" h="105424" stroke="0" extrusionOk="0">
                  <a:moveTo>
                    <a:pt x="0" y="105424"/>
                  </a:moveTo>
                  <a:lnTo>
                    <a:pt x="2721" y="105424"/>
                  </a:lnTo>
                  <a:lnTo>
                    <a:pt x="2721" y="0"/>
                  </a:lnTo>
                  <a:lnTo>
                    <a:pt x="0" y="0"/>
                  </a:lnTo>
                  <a:lnTo>
                    <a:pt x="0" y="105424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</p:sp>
        <p:sp>
          <p:nvSpPr>
            <p:cNvPr id="1027" name="Graph element 27"/>
            <p:cNvSpPr/>
            <p:nvPr/>
          </p:nvSpPr>
          <p:spPr>
            <a:xfrm>
              <a:off x="981462" y="411493"/>
              <a:ext cx="2721" cy="103724"/>
            </a:xfrm>
            <a:custGeom>
              <a:avLst/>
              <a:gdLst/>
              <a:ahLst/>
              <a:cxnLst/>
              <a:rect l="0" t="0" r="r" b="b"/>
              <a:pathLst>
                <a:path w="2721" h="103724" stroke="0" extrusionOk="0">
                  <a:moveTo>
                    <a:pt x="0" y="103724"/>
                  </a:moveTo>
                  <a:lnTo>
                    <a:pt x="2721" y="103724"/>
                  </a:lnTo>
                  <a:lnTo>
                    <a:pt x="2721" y="0"/>
                  </a:lnTo>
                  <a:lnTo>
                    <a:pt x="0" y="0"/>
                  </a:lnTo>
                  <a:lnTo>
                    <a:pt x="0" y="103724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</p:sp>
        <p:sp>
          <p:nvSpPr>
            <p:cNvPr id="1028" name="Graph element 28"/>
            <p:cNvSpPr/>
            <p:nvPr/>
          </p:nvSpPr>
          <p:spPr>
            <a:xfrm>
              <a:off x="981462" y="300968"/>
              <a:ext cx="2721" cy="103724"/>
            </a:xfrm>
            <a:custGeom>
              <a:avLst/>
              <a:gdLst/>
              <a:ahLst/>
              <a:cxnLst/>
              <a:rect l="0" t="0" r="r" b="b"/>
              <a:pathLst>
                <a:path w="2721" h="103724" stroke="0" extrusionOk="0">
                  <a:moveTo>
                    <a:pt x="0" y="103724"/>
                  </a:moveTo>
                  <a:lnTo>
                    <a:pt x="2721" y="103724"/>
                  </a:lnTo>
                  <a:lnTo>
                    <a:pt x="2721" y="0"/>
                  </a:lnTo>
                  <a:lnTo>
                    <a:pt x="0" y="0"/>
                  </a:lnTo>
                  <a:lnTo>
                    <a:pt x="0" y="103724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</p:sp>
        <p:sp>
          <p:nvSpPr>
            <p:cNvPr id="1029" name="Graph element 29"/>
            <p:cNvSpPr/>
            <p:nvPr/>
          </p:nvSpPr>
          <p:spPr>
            <a:xfrm>
              <a:off x="979422" y="187382"/>
              <a:ext cx="4761" cy="109845"/>
            </a:xfrm>
            <a:custGeom>
              <a:avLst/>
              <a:gdLst/>
              <a:ahLst/>
              <a:cxnLst/>
              <a:rect l="0" t="0" r="r" b="b"/>
              <a:pathLst>
                <a:path w="4761" h="109845" stroke="0" extrusionOk="0">
                  <a:moveTo>
                    <a:pt x="0" y="107124"/>
                  </a:moveTo>
                  <a:lnTo>
                    <a:pt x="0" y="109845"/>
                  </a:lnTo>
                  <a:lnTo>
                    <a:pt x="2264" y="109845"/>
                  </a:lnTo>
                  <a:lnTo>
                    <a:pt x="4761" y="107348"/>
                  </a:lnTo>
                  <a:lnTo>
                    <a:pt x="4761" y="2497"/>
                  </a:lnTo>
                  <a:lnTo>
                    <a:pt x="2264" y="0"/>
                  </a:lnTo>
                  <a:lnTo>
                    <a:pt x="0" y="0"/>
                  </a:lnTo>
                  <a:lnTo>
                    <a:pt x="0" y="2721"/>
                  </a:lnTo>
                  <a:lnTo>
                    <a:pt x="1137" y="2721"/>
                  </a:lnTo>
                  <a:lnTo>
                    <a:pt x="2040" y="3624"/>
                  </a:lnTo>
                  <a:lnTo>
                    <a:pt x="2040" y="106221"/>
                  </a:lnTo>
                  <a:lnTo>
                    <a:pt x="1137" y="107124"/>
                  </a:lnTo>
                  <a:lnTo>
                    <a:pt x="0" y="107124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</p:sp>
        <p:sp>
          <p:nvSpPr>
            <p:cNvPr id="1030" name="Graph element 30"/>
            <p:cNvSpPr/>
            <p:nvPr/>
          </p:nvSpPr>
          <p:spPr>
            <a:xfrm>
              <a:off x="979422" y="76857"/>
              <a:ext cx="4761" cy="109845"/>
            </a:xfrm>
            <a:custGeom>
              <a:avLst/>
              <a:gdLst/>
              <a:ahLst/>
              <a:cxnLst/>
              <a:rect l="0" t="0" r="r" b="b"/>
              <a:pathLst>
                <a:path w="4761" h="109845" stroke="0" extrusionOk="0">
                  <a:moveTo>
                    <a:pt x="0" y="107124"/>
                  </a:moveTo>
                  <a:lnTo>
                    <a:pt x="0" y="109845"/>
                  </a:lnTo>
                  <a:lnTo>
                    <a:pt x="2264" y="109845"/>
                  </a:lnTo>
                  <a:lnTo>
                    <a:pt x="4761" y="107348"/>
                  </a:lnTo>
                  <a:lnTo>
                    <a:pt x="4761" y="2497"/>
                  </a:lnTo>
                  <a:lnTo>
                    <a:pt x="2264" y="0"/>
                  </a:lnTo>
                  <a:lnTo>
                    <a:pt x="0" y="0"/>
                  </a:lnTo>
                  <a:lnTo>
                    <a:pt x="0" y="2721"/>
                  </a:lnTo>
                  <a:lnTo>
                    <a:pt x="1137" y="2721"/>
                  </a:lnTo>
                  <a:lnTo>
                    <a:pt x="2040" y="3624"/>
                  </a:lnTo>
                  <a:lnTo>
                    <a:pt x="2040" y="106221"/>
                  </a:lnTo>
                  <a:lnTo>
                    <a:pt x="1137" y="107124"/>
                  </a:lnTo>
                  <a:lnTo>
                    <a:pt x="0" y="107124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</p:sp>
        <p:sp>
          <p:nvSpPr>
            <p:cNvPr id="1031" name="Graph element 31"/>
            <p:cNvSpPr/>
            <p:nvPr/>
          </p:nvSpPr>
          <p:spPr>
            <a:xfrm>
              <a:off x="981462" y="9240"/>
              <a:ext cx="4023" cy="63876"/>
            </a:xfrm>
            <a:custGeom>
              <a:avLst/>
              <a:gdLst/>
              <a:ahLst/>
              <a:cxnLst/>
              <a:rect l="0" t="0" r="r" b="b"/>
              <a:pathLst>
                <a:path w="4023" h="63876" stroke="0" extrusionOk="0">
                  <a:moveTo>
                    <a:pt x="0" y="2099"/>
                  </a:moveTo>
                  <a:lnTo>
                    <a:pt x="0" y="63876"/>
                  </a:lnTo>
                  <a:lnTo>
                    <a:pt x="2721" y="63876"/>
                  </a:lnTo>
                  <a:lnTo>
                    <a:pt x="2721" y="3226"/>
                  </a:lnTo>
                  <a:lnTo>
                    <a:pt x="4023" y="1924"/>
                  </a:lnTo>
                  <a:lnTo>
                    <a:pt x="2099" y="0"/>
                  </a:lnTo>
                  <a:lnTo>
                    <a:pt x="0" y="2099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</p:sp>
        <p:sp>
          <p:nvSpPr>
            <p:cNvPr id="1032" name="Graph element 32"/>
            <p:cNvSpPr/>
            <p:nvPr/>
          </p:nvSpPr>
          <p:spPr>
            <a:xfrm>
              <a:off x="1054579" y="1459271"/>
              <a:ext cx="244175" cy="101343"/>
            </a:xfrm>
            <a:custGeom>
              <a:avLst/>
              <a:gdLst/>
              <a:ahLst/>
              <a:cxnLst/>
              <a:rect l="0" t="0" r="r" b="b"/>
              <a:pathLst>
                <a:path w="244175" h="101343" stroke="0" extrusionOk="0">
                  <a:moveTo>
                    <a:pt x="0" y="0"/>
                  </a:moveTo>
                  <a:lnTo>
                    <a:pt x="0" y="101343"/>
                  </a:lnTo>
                  <a:lnTo>
                    <a:pt x="244175" y="101343"/>
                  </a:lnTo>
                  <a:lnTo>
                    <a:pt x="24417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55B9C"/>
            </a:solidFill>
            <a:ln>
              <a:noFill/>
            </a:ln>
          </p:spPr>
        </p:sp>
        <p:sp>
          <p:nvSpPr>
            <p:cNvPr id="1033" name="Graph element 33"/>
            <p:cNvSpPr/>
            <p:nvPr/>
          </p:nvSpPr>
          <p:spPr>
            <a:xfrm>
              <a:off x="1054579" y="1348746"/>
              <a:ext cx="250977" cy="101343"/>
            </a:xfrm>
            <a:custGeom>
              <a:avLst/>
              <a:gdLst/>
              <a:ahLst/>
              <a:cxnLst/>
              <a:rect l="0" t="0" r="r" b="b"/>
              <a:pathLst>
                <a:path w="250977" h="101343" stroke="0" extrusionOk="0">
                  <a:moveTo>
                    <a:pt x="0" y="0"/>
                  </a:moveTo>
                  <a:lnTo>
                    <a:pt x="0" y="101343"/>
                  </a:lnTo>
                  <a:lnTo>
                    <a:pt x="250977" y="101343"/>
                  </a:lnTo>
                  <a:lnTo>
                    <a:pt x="25097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55B9C"/>
            </a:solidFill>
            <a:ln>
              <a:noFill/>
            </a:ln>
          </p:spPr>
        </p:sp>
        <p:sp>
          <p:nvSpPr>
            <p:cNvPr id="1034" name="Graph element 34"/>
            <p:cNvSpPr/>
            <p:nvPr/>
          </p:nvSpPr>
          <p:spPr>
            <a:xfrm>
              <a:off x="1054579" y="1239921"/>
              <a:ext cx="261179" cy="101343"/>
            </a:xfrm>
            <a:custGeom>
              <a:avLst/>
              <a:gdLst/>
              <a:ahLst/>
              <a:cxnLst/>
              <a:rect l="0" t="0" r="r" b="b"/>
              <a:pathLst>
                <a:path w="261179" h="101343" stroke="0" extrusionOk="0">
                  <a:moveTo>
                    <a:pt x="0" y="0"/>
                  </a:moveTo>
                  <a:lnTo>
                    <a:pt x="0" y="101343"/>
                  </a:lnTo>
                  <a:lnTo>
                    <a:pt x="261179" y="101343"/>
                  </a:lnTo>
                  <a:lnTo>
                    <a:pt x="26117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55B9C"/>
            </a:solidFill>
            <a:ln>
              <a:noFill/>
            </a:ln>
          </p:spPr>
        </p:sp>
        <p:sp>
          <p:nvSpPr>
            <p:cNvPr id="1035" name="Graph element 35"/>
            <p:cNvSpPr/>
            <p:nvPr/>
          </p:nvSpPr>
          <p:spPr>
            <a:xfrm>
              <a:off x="1054579" y="1129396"/>
              <a:ext cx="301988" cy="101343"/>
            </a:xfrm>
            <a:custGeom>
              <a:avLst/>
              <a:gdLst/>
              <a:ahLst/>
              <a:cxnLst/>
              <a:rect l="0" t="0" r="r" b="b"/>
              <a:pathLst>
                <a:path w="301988" h="101343" stroke="0" extrusionOk="0">
                  <a:moveTo>
                    <a:pt x="0" y="0"/>
                  </a:moveTo>
                  <a:lnTo>
                    <a:pt x="0" y="101343"/>
                  </a:lnTo>
                  <a:lnTo>
                    <a:pt x="301988" y="101343"/>
                  </a:lnTo>
                  <a:lnTo>
                    <a:pt x="30198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55B9C"/>
            </a:solidFill>
            <a:ln>
              <a:noFill/>
            </a:ln>
          </p:spPr>
        </p:sp>
        <p:sp>
          <p:nvSpPr>
            <p:cNvPr id="1036" name="Graph element 36"/>
            <p:cNvSpPr/>
            <p:nvPr/>
          </p:nvSpPr>
          <p:spPr>
            <a:xfrm>
              <a:off x="1054579" y="1018871"/>
              <a:ext cx="308790" cy="101343"/>
            </a:xfrm>
            <a:custGeom>
              <a:avLst/>
              <a:gdLst/>
              <a:ahLst/>
              <a:cxnLst/>
              <a:rect l="0" t="0" r="r" b="b"/>
              <a:pathLst>
                <a:path w="308790" h="101343" stroke="0" extrusionOk="0">
                  <a:moveTo>
                    <a:pt x="0" y="0"/>
                  </a:moveTo>
                  <a:lnTo>
                    <a:pt x="0" y="101343"/>
                  </a:lnTo>
                  <a:lnTo>
                    <a:pt x="308790" y="101343"/>
                  </a:lnTo>
                  <a:lnTo>
                    <a:pt x="30879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55B9C"/>
            </a:solidFill>
            <a:ln>
              <a:noFill/>
            </a:ln>
          </p:spPr>
        </p:sp>
        <p:sp>
          <p:nvSpPr>
            <p:cNvPr id="1037" name="Graph element 37"/>
            <p:cNvSpPr/>
            <p:nvPr/>
          </p:nvSpPr>
          <p:spPr>
            <a:xfrm>
              <a:off x="1054579" y="908346"/>
              <a:ext cx="308790" cy="101343"/>
            </a:xfrm>
            <a:custGeom>
              <a:avLst/>
              <a:gdLst/>
              <a:ahLst/>
              <a:cxnLst/>
              <a:rect l="0" t="0" r="r" b="b"/>
              <a:pathLst>
                <a:path w="308790" h="101343" stroke="0" extrusionOk="0">
                  <a:moveTo>
                    <a:pt x="0" y="0"/>
                  </a:moveTo>
                  <a:lnTo>
                    <a:pt x="0" y="101343"/>
                  </a:lnTo>
                  <a:lnTo>
                    <a:pt x="308790" y="101343"/>
                  </a:lnTo>
                  <a:lnTo>
                    <a:pt x="30879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55B9C"/>
            </a:solidFill>
            <a:ln>
              <a:noFill/>
            </a:ln>
          </p:spPr>
        </p:sp>
        <p:sp>
          <p:nvSpPr>
            <p:cNvPr id="1038" name="Graph element 38"/>
            <p:cNvSpPr/>
            <p:nvPr/>
          </p:nvSpPr>
          <p:spPr>
            <a:xfrm>
              <a:off x="1054579" y="797821"/>
              <a:ext cx="385307" cy="101343"/>
            </a:xfrm>
            <a:custGeom>
              <a:avLst/>
              <a:gdLst/>
              <a:ahLst/>
              <a:cxnLst/>
              <a:rect l="0" t="0" r="r" b="b"/>
              <a:pathLst>
                <a:path w="385307" h="101343" stroke="0" extrusionOk="0">
                  <a:moveTo>
                    <a:pt x="0" y="0"/>
                  </a:moveTo>
                  <a:lnTo>
                    <a:pt x="0" y="101343"/>
                  </a:lnTo>
                  <a:lnTo>
                    <a:pt x="385307" y="101343"/>
                  </a:lnTo>
                  <a:lnTo>
                    <a:pt x="38530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55B9C"/>
            </a:solidFill>
            <a:ln>
              <a:noFill/>
            </a:ln>
          </p:spPr>
        </p:sp>
        <p:sp>
          <p:nvSpPr>
            <p:cNvPr id="1039" name="Graph element 39"/>
            <p:cNvSpPr/>
            <p:nvPr/>
          </p:nvSpPr>
          <p:spPr>
            <a:xfrm>
              <a:off x="1054579" y="687296"/>
              <a:ext cx="409113" cy="101343"/>
            </a:xfrm>
            <a:custGeom>
              <a:avLst/>
              <a:gdLst/>
              <a:ahLst/>
              <a:cxnLst/>
              <a:rect l="0" t="0" r="r" b="b"/>
              <a:pathLst>
                <a:path w="409113" h="101343" stroke="0" extrusionOk="0">
                  <a:moveTo>
                    <a:pt x="0" y="0"/>
                  </a:moveTo>
                  <a:lnTo>
                    <a:pt x="0" y="101343"/>
                  </a:lnTo>
                  <a:lnTo>
                    <a:pt x="409113" y="101343"/>
                  </a:lnTo>
                  <a:lnTo>
                    <a:pt x="409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55B9C"/>
            </a:solidFill>
            <a:ln>
              <a:noFill/>
            </a:ln>
          </p:spPr>
        </p:sp>
        <p:sp>
          <p:nvSpPr>
            <p:cNvPr id="1040" name="Graph element 40"/>
            <p:cNvSpPr/>
            <p:nvPr/>
          </p:nvSpPr>
          <p:spPr>
            <a:xfrm>
              <a:off x="1054579" y="576771"/>
              <a:ext cx="449922" cy="101343"/>
            </a:xfrm>
            <a:custGeom>
              <a:avLst/>
              <a:gdLst/>
              <a:ahLst/>
              <a:cxnLst/>
              <a:rect l="0" t="0" r="r" b="b"/>
              <a:pathLst>
                <a:path w="449922" h="101343" stroke="0" extrusionOk="0">
                  <a:moveTo>
                    <a:pt x="0" y="0"/>
                  </a:moveTo>
                  <a:lnTo>
                    <a:pt x="0" y="101343"/>
                  </a:lnTo>
                  <a:lnTo>
                    <a:pt x="449922" y="101343"/>
                  </a:lnTo>
                  <a:lnTo>
                    <a:pt x="44992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55B9C"/>
            </a:solidFill>
            <a:ln>
              <a:noFill/>
            </a:ln>
          </p:spPr>
        </p:sp>
        <p:sp>
          <p:nvSpPr>
            <p:cNvPr id="1041" name="Graph element 41"/>
            <p:cNvSpPr/>
            <p:nvPr/>
          </p:nvSpPr>
          <p:spPr>
            <a:xfrm>
              <a:off x="1054579" y="466246"/>
              <a:ext cx="490731" cy="101343"/>
            </a:xfrm>
            <a:custGeom>
              <a:avLst/>
              <a:gdLst/>
              <a:ahLst/>
              <a:cxnLst/>
              <a:rect l="0" t="0" r="r" b="b"/>
              <a:pathLst>
                <a:path w="490731" h="101343" stroke="0" extrusionOk="0">
                  <a:moveTo>
                    <a:pt x="0" y="0"/>
                  </a:moveTo>
                  <a:lnTo>
                    <a:pt x="0" y="101343"/>
                  </a:lnTo>
                  <a:lnTo>
                    <a:pt x="490731" y="101343"/>
                  </a:lnTo>
                  <a:lnTo>
                    <a:pt x="49073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55B9C"/>
            </a:solidFill>
            <a:ln>
              <a:noFill/>
            </a:ln>
          </p:spPr>
        </p:sp>
        <p:sp>
          <p:nvSpPr>
            <p:cNvPr id="1042" name="Graph element 42"/>
            <p:cNvSpPr/>
            <p:nvPr/>
          </p:nvSpPr>
          <p:spPr>
            <a:xfrm>
              <a:off x="1054579" y="357421"/>
              <a:ext cx="497533" cy="101343"/>
            </a:xfrm>
            <a:custGeom>
              <a:avLst/>
              <a:gdLst/>
              <a:ahLst/>
              <a:cxnLst/>
              <a:rect l="0" t="0" r="r" b="b"/>
              <a:pathLst>
                <a:path w="497533" h="101343" stroke="0" extrusionOk="0">
                  <a:moveTo>
                    <a:pt x="0" y="0"/>
                  </a:moveTo>
                  <a:lnTo>
                    <a:pt x="0" y="101343"/>
                  </a:lnTo>
                  <a:lnTo>
                    <a:pt x="497533" y="101343"/>
                  </a:lnTo>
                  <a:lnTo>
                    <a:pt x="4975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55B9C"/>
            </a:solidFill>
            <a:ln>
              <a:noFill/>
            </a:ln>
          </p:spPr>
        </p:sp>
        <p:sp>
          <p:nvSpPr>
            <p:cNvPr id="1043" name="Graph element 43"/>
            <p:cNvSpPr/>
            <p:nvPr/>
          </p:nvSpPr>
          <p:spPr>
            <a:xfrm>
              <a:off x="1054579" y="246896"/>
              <a:ext cx="565548" cy="101343"/>
            </a:xfrm>
            <a:custGeom>
              <a:avLst/>
              <a:gdLst/>
              <a:ahLst/>
              <a:cxnLst/>
              <a:rect l="0" t="0" r="r" b="b"/>
              <a:pathLst>
                <a:path w="565548" h="101343" stroke="0" extrusionOk="0">
                  <a:moveTo>
                    <a:pt x="0" y="0"/>
                  </a:moveTo>
                  <a:lnTo>
                    <a:pt x="0" y="101343"/>
                  </a:lnTo>
                  <a:lnTo>
                    <a:pt x="565548" y="101343"/>
                  </a:lnTo>
                  <a:lnTo>
                    <a:pt x="56554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55B9C"/>
            </a:solidFill>
            <a:ln>
              <a:noFill/>
            </a:ln>
          </p:spPr>
        </p:sp>
        <p:sp>
          <p:nvSpPr>
            <p:cNvPr id="1044" name="Graph element 44"/>
            <p:cNvSpPr/>
            <p:nvPr/>
          </p:nvSpPr>
          <p:spPr>
            <a:xfrm>
              <a:off x="1054579" y="136371"/>
              <a:ext cx="698178" cy="101343"/>
            </a:xfrm>
            <a:custGeom>
              <a:avLst/>
              <a:gdLst/>
              <a:ahLst/>
              <a:cxnLst/>
              <a:rect l="0" t="0" r="r" b="b"/>
              <a:pathLst>
                <a:path w="698178" h="101343" stroke="0" extrusionOk="0">
                  <a:moveTo>
                    <a:pt x="0" y="0"/>
                  </a:moveTo>
                  <a:lnTo>
                    <a:pt x="0" y="101343"/>
                  </a:lnTo>
                  <a:lnTo>
                    <a:pt x="698178" y="101343"/>
                  </a:lnTo>
                  <a:lnTo>
                    <a:pt x="6981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55B9C"/>
            </a:solidFill>
            <a:ln>
              <a:noFill/>
            </a:ln>
          </p:spPr>
        </p:sp>
        <p:sp>
          <p:nvSpPr>
            <p:cNvPr id="1045" name="Graph element 45"/>
            <p:cNvSpPr/>
            <p:nvPr/>
          </p:nvSpPr>
          <p:spPr>
            <a:xfrm>
              <a:off x="1054579" y="25846"/>
              <a:ext cx="1448048" cy="101343"/>
            </a:xfrm>
            <a:custGeom>
              <a:avLst/>
              <a:gdLst/>
              <a:ahLst/>
              <a:cxnLst/>
              <a:rect l="0" t="0" r="r" b="b"/>
              <a:pathLst>
                <a:path w="1448048" h="101343" stroke="0" extrusionOk="0">
                  <a:moveTo>
                    <a:pt x="0" y="0"/>
                  </a:moveTo>
                  <a:lnTo>
                    <a:pt x="0" y="101343"/>
                  </a:lnTo>
                  <a:lnTo>
                    <a:pt x="1448048" y="101343"/>
                  </a:lnTo>
                  <a:lnTo>
                    <a:pt x="144804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55B9C"/>
            </a:solidFill>
            <a:ln>
              <a:noFill/>
            </a:ln>
          </p:spPr>
        </p:sp>
        <p:sp>
          <p:nvSpPr>
            <p:cNvPr id="1046" name="Graph element 46"/>
            <p:cNvSpPr/>
            <p:nvPr/>
          </p:nvSpPr>
          <p:spPr>
            <a:xfrm>
              <a:off x="2520311" y="1574897"/>
              <a:ext cx="53732" cy="4421"/>
            </a:xfrm>
            <a:custGeom>
              <a:avLst/>
              <a:gdLst/>
              <a:ahLst/>
              <a:cxnLst/>
              <a:rect l="0" t="0" r="r" b="b"/>
              <a:pathLst>
                <a:path w="53732" h="4421" stroke="0" extrusionOk="0">
                  <a:moveTo>
                    <a:pt x="0" y="0"/>
                  </a:moveTo>
                  <a:lnTo>
                    <a:pt x="0" y="4421"/>
                  </a:lnTo>
                  <a:lnTo>
                    <a:pt x="53732" y="4421"/>
                  </a:lnTo>
                  <a:lnTo>
                    <a:pt x="537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  <p:sp>
          <p:nvSpPr>
            <p:cNvPr id="1047" name="Graph element 47"/>
            <p:cNvSpPr/>
            <p:nvPr/>
          </p:nvSpPr>
          <p:spPr>
            <a:xfrm>
              <a:off x="2154728" y="1574897"/>
              <a:ext cx="361502" cy="4421"/>
            </a:xfrm>
            <a:custGeom>
              <a:avLst/>
              <a:gdLst/>
              <a:ahLst/>
              <a:cxnLst/>
              <a:rect l="0" t="0" r="r" b="b"/>
              <a:pathLst>
                <a:path w="361502" h="4421" stroke="0" extrusionOk="0">
                  <a:moveTo>
                    <a:pt x="0" y="0"/>
                  </a:moveTo>
                  <a:lnTo>
                    <a:pt x="0" y="4421"/>
                  </a:lnTo>
                  <a:lnTo>
                    <a:pt x="361502" y="4421"/>
                  </a:lnTo>
                  <a:lnTo>
                    <a:pt x="36150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  <p:sp>
          <p:nvSpPr>
            <p:cNvPr id="1048" name="Graph element 48"/>
            <p:cNvSpPr/>
            <p:nvPr/>
          </p:nvSpPr>
          <p:spPr>
            <a:xfrm>
              <a:off x="1789145" y="1574897"/>
              <a:ext cx="361502" cy="4421"/>
            </a:xfrm>
            <a:custGeom>
              <a:avLst/>
              <a:gdLst/>
              <a:ahLst/>
              <a:cxnLst/>
              <a:rect l="0" t="0" r="r" b="b"/>
              <a:pathLst>
                <a:path w="361502" h="4421" stroke="0" extrusionOk="0">
                  <a:moveTo>
                    <a:pt x="0" y="0"/>
                  </a:moveTo>
                  <a:lnTo>
                    <a:pt x="0" y="4421"/>
                  </a:lnTo>
                  <a:lnTo>
                    <a:pt x="361502" y="4421"/>
                  </a:lnTo>
                  <a:lnTo>
                    <a:pt x="36150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  <p:sp>
          <p:nvSpPr>
            <p:cNvPr id="1049" name="Graph element 49"/>
            <p:cNvSpPr/>
            <p:nvPr/>
          </p:nvSpPr>
          <p:spPr>
            <a:xfrm>
              <a:off x="1423563" y="1574897"/>
              <a:ext cx="361502" cy="4421"/>
            </a:xfrm>
            <a:custGeom>
              <a:avLst/>
              <a:gdLst/>
              <a:ahLst/>
              <a:cxnLst/>
              <a:rect l="0" t="0" r="r" b="b"/>
              <a:pathLst>
                <a:path w="361502" h="4421" stroke="0" extrusionOk="0">
                  <a:moveTo>
                    <a:pt x="0" y="0"/>
                  </a:moveTo>
                  <a:lnTo>
                    <a:pt x="0" y="4421"/>
                  </a:lnTo>
                  <a:lnTo>
                    <a:pt x="361502" y="4421"/>
                  </a:lnTo>
                  <a:lnTo>
                    <a:pt x="36150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  <p:sp>
          <p:nvSpPr>
            <p:cNvPr id="1050" name="Graph element 50"/>
            <p:cNvSpPr/>
            <p:nvPr/>
          </p:nvSpPr>
          <p:spPr>
            <a:xfrm>
              <a:off x="1057980" y="1574897"/>
              <a:ext cx="361502" cy="4421"/>
            </a:xfrm>
            <a:custGeom>
              <a:avLst/>
              <a:gdLst/>
              <a:ahLst/>
              <a:cxnLst/>
              <a:rect l="0" t="0" r="r" b="b"/>
              <a:pathLst>
                <a:path w="361502" h="4421" stroke="0" extrusionOk="0">
                  <a:moveTo>
                    <a:pt x="0" y="0"/>
                  </a:moveTo>
                  <a:lnTo>
                    <a:pt x="0" y="4421"/>
                  </a:lnTo>
                  <a:lnTo>
                    <a:pt x="361502" y="4421"/>
                  </a:lnTo>
                  <a:lnTo>
                    <a:pt x="36150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  <p:sp>
          <p:nvSpPr>
            <p:cNvPr id="1051" name="Graph element 51"/>
            <p:cNvSpPr/>
            <p:nvPr/>
          </p:nvSpPr>
          <p:spPr>
            <a:xfrm>
              <a:off x="981239" y="1574897"/>
              <a:ext cx="72660" cy="4421"/>
            </a:xfrm>
            <a:custGeom>
              <a:avLst/>
              <a:gdLst/>
              <a:ahLst/>
              <a:cxnLst/>
              <a:rect l="0" t="0" r="r" b="b"/>
              <a:pathLst>
                <a:path w="72660" h="4421" stroke="0" extrusionOk="0">
                  <a:moveTo>
                    <a:pt x="4421" y="0"/>
                  </a:moveTo>
                  <a:lnTo>
                    <a:pt x="0" y="4421"/>
                  </a:lnTo>
                  <a:lnTo>
                    <a:pt x="72660" y="4421"/>
                  </a:lnTo>
                  <a:lnTo>
                    <a:pt x="72660" y="0"/>
                  </a:lnTo>
                  <a:lnTo>
                    <a:pt x="4421" y="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  <p:sp>
          <p:nvSpPr>
            <p:cNvPr id="1052" name="Graph element 52"/>
            <p:cNvSpPr/>
            <p:nvPr/>
          </p:nvSpPr>
          <p:spPr>
            <a:xfrm>
              <a:off x="976760" y="1508980"/>
              <a:ext cx="4363" cy="4023"/>
            </a:xfrm>
            <a:custGeom>
              <a:avLst/>
              <a:gdLst/>
              <a:ahLst/>
              <a:cxnLst/>
              <a:rect l="0" t="0" r="r" b="b"/>
              <a:pathLst>
                <a:path w="4363" h="4023" stroke="0" extrusionOk="0">
                  <a:moveTo>
                    <a:pt x="2099" y="4023"/>
                  </a:moveTo>
                  <a:lnTo>
                    <a:pt x="4363" y="4023"/>
                  </a:lnTo>
                  <a:lnTo>
                    <a:pt x="4363" y="1302"/>
                  </a:lnTo>
                  <a:lnTo>
                    <a:pt x="3226" y="1302"/>
                  </a:lnTo>
                  <a:lnTo>
                    <a:pt x="1924" y="0"/>
                  </a:lnTo>
                  <a:lnTo>
                    <a:pt x="0" y="1924"/>
                  </a:lnTo>
                  <a:lnTo>
                    <a:pt x="2099" y="4023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  <p:sp>
          <p:nvSpPr>
            <p:cNvPr id="1053" name="Graph element 53"/>
            <p:cNvSpPr/>
            <p:nvPr/>
          </p:nvSpPr>
          <p:spPr>
            <a:xfrm>
              <a:off x="976760" y="1398057"/>
              <a:ext cx="4363" cy="4023"/>
            </a:xfrm>
            <a:custGeom>
              <a:avLst/>
              <a:gdLst/>
              <a:ahLst/>
              <a:cxnLst/>
              <a:rect l="0" t="0" r="r" b="b"/>
              <a:pathLst>
                <a:path w="4363" h="4023" stroke="0" extrusionOk="0">
                  <a:moveTo>
                    <a:pt x="0" y="2099"/>
                  </a:moveTo>
                  <a:lnTo>
                    <a:pt x="1924" y="4023"/>
                  </a:lnTo>
                  <a:lnTo>
                    <a:pt x="3226" y="2721"/>
                  </a:lnTo>
                  <a:lnTo>
                    <a:pt x="4363" y="2721"/>
                  </a:lnTo>
                  <a:lnTo>
                    <a:pt x="4363" y="0"/>
                  </a:lnTo>
                  <a:lnTo>
                    <a:pt x="2099" y="0"/>
                  </a:lnTo>
                  <a:lnTo>
                    <a:pt x="0" y="2099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  <p:sp>
          <p:nvSpPr>
            <p:cNvPr id="1054" name="Graph element 54"/>
            <p:cNvSpPr/>
            <p:nvPr/>
          </p:nvSpPr>
          <p:spPr>
            <a:xfrm>
              <a:off x="976760" y="1287532"/>
              <a:ext cx="4363" cy="4023"/>
            </a:xfrm>
            <a:custGeom>
              <a:avLst/>
              <a:gdLst/>
              <a:ahLst/>
              <a:cxnLst/>
              <a:rect l="0" t="0" r="r" b="b"/>
              <a:pathLst>
                <a:path w="4363" h="4023" stroke="0" extrusionOk="0">
                  <a:moveTo>
                    <a:pt x="0" y="2099"/>
                  </a:moveTo>
                  <a:lnTo>
                    <a:pt x="1924" y="4023"/>
                  </a:lnTo>
                  <a:lnTo>
                    <a:pt x="3226" y="2721"/>
                  </a:lnTo>
                  <a:lnTo>
                    <a:pt x="4363" y="2721"/>
                  </a:lnTo>
                  <a:lnTo>
                    <a:pt x="4363" y="0"/>
                  </a:lnTo>
                  <a:lnTo>
                    <a:pt x="2099" y="0"/>
                  </a:lnTo>
                  <a:lnTo>
                    <a:pt x="0" y="2099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  <p:sp>
          <p:nvSpPr>
            <p:cNvPr id="1055" name="Graph element 55"/>
            <p:cNvSpPr/>
            <p:nvPr/>
          </p:nvSpPr>
          <p:spPr>
            <a:xfrm>
              <a:off x="976760" y="847530"/>
              <a:ext cx="4363" cy="4023"/>
            </a:xfrm>
            <a:custGeom>
              <a:avLst/>
              <a:gdLst/>
              <a:ahLst/>
              <a:cxnLst/>
              <a:rect l="0" t="0" r="r" b="b"/>
              <a:pathLst>
                <a:path w="4363" h="4023" stroke="0" extrusionOk="0">
                  <a:moveTo>
                    <a:pt x="2099" y="4023"/>
                  </a:moveTo>
                  <a:lnTo>
                    <a:pt x="4363" y="4023"/>
                  </a:lnTo>
                  <a:lnTo>
                    <a:pt x="4363" y="1302"/>
                  </a:lnTo>
                  <a:lnTo>
                    <a:pt x="3226" y="1302"/>
                  </a:lnTo>
                  <a:lnTo>
                    <a:pt x="1924" y="0"/>
                  </a:lnTo>
                  <a:lnTo>
                    <a:pt x="0" y="1924"/>
                  </a:lnTo>
                  <a:lnTo>
                    <a:pt x="2099" y="4023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  <p:sp>
          <p:nvSpPr>
            <p:cNvPr id="1056" name="Graph element 56"/>
            <p:cNvSpPr/>
            <p:nvPr/>
          </p:nvSpPr>
          <p:spPr>
            <a:xfrm>
              <a:off x="976760" y="737005"/>
              <a:ext cx="4363" cy="4023"/>
            </a:xfrm>
            <a:custGeom>
              <a:avLst/>
              <a:gdLst/>
              <a:ahLst/>
              <a:cxnLst/>
              <a:rect l="0" t="0" r="r" b="b"/>
              <a:pathLst>
                <a:path w="4363" h="4023" stroke="0" extrusionOk="0">
                  <a:moveTo>
                    <a:pt x="2099" y="4023"/>
                  </a:moveTo>
                  <a:lnTo>
                    <a:pt x="4363" y="4023"/>
                  </a:lnTo>
                  <a:lnTo>
                    <a:pt x="4363" y="1302"/>
                  </a:lnTo>
                  <a:lnTo>
                    <a:pt x="3226" y="1302"/>
                  </a:lnTo>
                  <a:lnTo>
                    <a:pt x="1924" y="0"/>
                  </a:lnTo>
                  <a:lnTo>
                    <a:pt x="0" y="1924"/>
                  </a:lnTo>
                  <a:lnTo>
                    <a:pt x="2099" y="4023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  <p:sp>
          <p:nvSpPr>
            <p:cNvPr id="1057" name="Graph element 57"/>
            <p:cNvSpPr/>
            <p:nvPr/>
          </p:nvSpPr>
          <p:spPr>
            <a:xfrm>
              <a:off x="976361" y="627442"/>
              <a:ext cx="2721" cy="1700"/>
            </a:xfrm>
            <a:custGeom>
              <a:avLst/>
              <a:gdLst/>
              <a:ahLst/>
              <a:cxnLst/>
              <a:rect l="0" t="0" r="r" b="b"/>
              <a:pathLst>
                <a:path w="2721" h="1700" stroke="0" extrusionOk="0">
                  <a:moveTo>
                    <a:pt x="0" y="1700"/>
                  </a:moveTo>
                  <a:lnTo>
                    <a:pt x="2721" y="1700"/>
                  </a:lnTo>
                  <a:lnTo>
                    <a:pt x="2721" y="0"/>
                  </a:lnTo>
                  <a:lnTo>
                    <a:pt x="0" y="0"/>
                  </a:lnTo>
                  <a:lnTo>
                    <a:pt x="0" y="170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  <p:sp>
          <p:nvSpPr>
            <p:cNvPr id="1058" name="Graph element 58"/>
            <p:cNvSpPr/>
            <p:nvPr/>
          </p:nvSpPr>
          <p:spPr>
            <a:xfrm>
              <a:off x="976760" y="515557"/>
              <a:ext cx="4363" cy="4023"/>
            </a:xfrm>
            <a:custGeom>
              <a:avLst/>
              <a:gdLst/>
              <a:ahLst/>
              <a:cxnLst/>
              <a:rect l="0" t="0" r="r" b="b"/>
              <a:pathLst>
                <a:path w="4363" h="4023" stroke="0" extrusionOk="0">
                  <a:moveTo>
                    <a:pt x="0" y="2099"/>
                  </a:moveTo>
                  <a:lnTo>
                    <a:pt x="1924" y="4023"/>
                  </a:lnTo>
                  <a:lnTo>
                    <a:pt x="3226" y="2721"/>
                  </a:lnTo>
                  <a:lnTo>
                    <a:pt x="4363" y="2721"/>
                  </a:lnTo>
                  <a:lnTo>
                    <a:pt x="4363" y="0"/>
                  </a:lnTo>
                  <a:lnTo>
                    <a:pt x="2099" y="0"/>
                  </a:lnTo>
                  <a:lnTo>
                    <a:pt x="0" y="2099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  <p:sp>
          <p:nvSpPr>
            <p:cNvPr id="1059" name="Graph element 59"/>
            <p:cNvSpPr/>
            <p:nvPr/>
          </p:nvSpPr>
          <p:spPr>
            <a:xfrm>
              <a:off x="976760" y="405032"/>
              <a:ext cx="4363" cy="4023"/>
            </a:xfrm>
            <a:custGeom>
              <a:avLst/>
              <a:gdLst/>
              <a:ahLst/>
              <a:cxnLst/>
              <a:rect l="0" t="0" r="r" b="b"/>
              <a:pathLst>
                <a:path w="4363" h="4023" stroke="0" extrusionOk="0">
                  <a:moveTo>
                    <a:pt x="0" y="2099"/>
                  </a:moveTo>
                  <a:lnTo>
                    <a:pt x="1924" y="4023"/>
                  </a:lnTo>
                  <a:lnTo>
                    <a:pt x="3226" y="2721"/>
                  </a:lnTo>
                  <a:lnTo>
                    <a:pt x="4363" y="2721"/>
                  </a:lnTo>
                  <a:lnTo>
                    <a:pt x="4363" y="0"/>
                  </a:lnTo>
                  <a:lnTo>
                    <a:pt x="2099" y="0"/>
                  </a:lnTo>
                  <a:lnTo>
                    <a:pt x="0" y="2099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  <p:sp>
          <p:nvSpPr>
            <p:cNvPr id="1060" name="Graph element 60"/>
            <p:cNvSpPr/>
            <p:nvPr/>
          </p:nvSpPr>
          <p:spPr>
            <a:xfrm>
              <a:off x="2517309" y="1575295"/>
              <a:ext cx="3624" cy="3624"/>
            </a:xfrm>
            <a:custGeom>
              <a:avLst/>
              <a:gdLst/>
              <a:ahLst/>
              <a:cxnLst/>
              <a:rect l="0" t="0" r="r" b="b"/>
              <a:pathLst>
                <a:path w="3624" h="3624" stroke="0" extrusionOk="0">
                  <a:moveTo>
                    <a:pt x="1700" y="3624"/>
                  </a:moveTo>
                  <a:lnTo>
                    <a:pt x="3624" y="1700"/>
                  </a:lnTo>
                  <a:lnTo>
                    <a:pt x="1924" y="0"/>
                  </a:lnTo>
                  <a:lnTo>
                    <a:pt x="0" y="1924"/>
                  </a:lnTo>
                  <a:lnTo>
                    <a:pt x="1700" y="3624"/>
                  </a:lnTo>
                  <a:close/>
                </a:path>
              </a:pathLst>
            </a:custGeom>
            <a:solidFill>
              <a:srgbClr val="2F2F2F"/>
            </a:solidFill>
            <a:ln>
              <a:noFill/>
            </a:ln>
          </p:spPr>
        </p:sp>
        <p:sp>
          <p:nvSpPr>
            <p:cNvPr id="1061" name="Graph element 61"/>
            <p:cNvSpPr/>
            <p:nvPr/>
          </p:nvSpPr>
          <p:spPr>
            <a:xfrm>
              <a:off x="1784443" y="1575295"/>
              <a:ext cx="3624" cy="3624"/>
            </a:xfrm>
            <a:custGeom>
              <a:avLst/>
              <a:gdLst/>
              <a:ahLst/>
              <a:cxnLst/>
              <a:rect l="0" t="0" r="r" b="b"/>
              <a:pathLst>
                <a:path w="3624" h="3624" stroke="0" extrusionOk="0">
                  <a:moveTo>
                    <a:pt x="0" y="1700"/>
                  </a:moveTo>
                  <a:lnTo>
                    <a:pt x="1924" y="3624"/>
                  </a:lnTo>
                  <a:lnTo>
                    <a:pt x="3624" y="1924"/>
                  </a:lnTo>
                  <a:lnTo>
                    <a:pt x="1700" y="0"/>
                  </a:lnTo>
                  <a:lnTo>
                    <a:pt x="0" y="1700"/>
                  </a:lnTo>
                  <a:close/>
                </a:path>
              </a:pathLst>
            </a:custGeom>
            <a:solidFill>
              <a:srgbClr val="2F2F2F"/>
            </a:solidFill>
            <a:ln>
              <a:noFill/>
            </a:ln>
          </p:spPr>
        </p:sp>
        <p:sp>
          <p:nvSpPr>
            <p:cNvPr id="1062" name="Graph element 62"/>
            <p:cNvSpPr/>
            <p:nvPr/>
          </p:nvSpPr>
          <p:spPr>
            <a:xfrm>
              <a:off x="1418860" y="1575295"/>
              <a:ext cx="3624" cy="3624"/>
            </a:xfrm>
            <a:custGeom>
              <a:avLst/>
              <a:gdLst/>
              <a:ahLst/>
              <a:cxnLst/>
              <a:rect l="0" t="0" r="r" b="b"/>
              <a:pathLst>
                <a:path w="3624" h="3624" stroke="0" extrusionOk="0">
                  <a:moveTo>
                    <a:pt x="0" y="1700"/>
                  </a:moveTo>
                  <a:lnTo>
                    <a:pt x="1924" y="3624"/>
                  </a:lnTo>
                  <a:lnTo>
                    <a:pt x="3624" y="1924"/>
                  </a:lnTo>
                  <a:lnTo>
                    <a:pt x="1700" y="0"/>
                  </a:lnTo>
                  <a:lnTo>
                    <a:pt x="0" y="1700"/>
                  </a:lnTo>
                  <a:close/>
                </a:path>
              </a:pathLst>
            </a:custGeom>
            <a:solidFill>
              <a:srgbClr val="2F2F2F"/>
            </a:solidFill>
            <a:ln>
              <a:noFill/>
            </a:ln>
          </p:spPr>
        </p:sp>
        <p:sp>
          <p:nvSpPr>
            <p:cNvPr id="1063" name="Graph element 63"/>
            <p:cNvSpPr/>
            <p:nvPr/>
          </p:nvSpPr>
          <p:spPr>
            <a:xfrm>
              <a:off x="1053277" y="1575295"/>
              <a:ext cx="3624" cy="3624"/>
            </a:xfrm>
            <a:custGeom>
              <a:avLst/>
              <a:gdLst/>
              <a:ahLst/>
              <a:cxnLst/>
              <a:rect l="0" t="0" r="r" b="b"/>
              <a:pathLst>
                <a:path w="3624" h="3624" stroke="0" extrusionOk="0">
                  <a:moveTo>
                    <a:pt x="0" y="1700"/>
                  </a:moveTo>
                  <a:lnTo>
                    <a:pt x="1924" y="3624"/>
                  </a:lnTo>
                  <a:lnTo>
                    <a:pt x="3624" y="1924"/>
                  </a:lnTo>
                  <a:lnTo>
                    <a:pt x="1700" y="0"/>
                  </a:lnTo>
                  <a:lnTo>
                    <a:pt x="0" y="1700"/>
                  </a:lnTo>
                  <a:close/>
                </a:path>
              </a:pathLst>
            </a:custGeom>
            <a:solidFill>
              <a:srgbClr val="2F2F2F"/>
            </a:solidFill>
            <a:ln>
              <a:noFill/>
            </a:ln>
          </p:spPr>
        </p:sp>
        <p:sp>
          <p:nvSpPr>
            <p:cNvPr id="1064" name="Graph element 64"/>
            <p:cNvSpPr/>
            <p:nvPr/>
          </p:nvSpPr>
          <p:spPr>
            <a:xfrm>
              <a:off x="2516910" y="1577958"/>
              <a:ext cx="2721" cy="5101"/>
            </a:xfrm>
            <a:custGeom>
              <a:avLst/>
              <a:gdLst/>
              <a:ahLst/>
              <a:cxnLst/>
              <a:rect l="0" t="0" r="r" b="b"/>
              <a:pathLst>
                <a:path w="2721" h="5101" stroke="0" extrusionOk="0">
                  <a:moveTo>
                    <a:pt x="0" y="5101"/>
                  </a:moveTo>
                  <a:lnTo>
                    <a:pt x="2721" y="5101"/>
                  </a:lnTo>
                  <a:lnTo>
                    <a:pt x="2721" y="0"/>
                  </a:lnTo>
                  <a:lnTo>
                    <a:pt x="0" y="0"/>
                  </a:lnTo>
                  <a:lnTo>
                    <a:pt x="0" y="510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1065" name="Graph element 65"/>
            <p:cNvSpPr/>
            <p:nvPr/>
          </p:nvSpPr>
          <p:spPr>
            <a:xfrm>
              <a:off x="2151328" y="1577958"/>
              <a:ext cx="2721" cy="5101"/>
            </a:xfrm>
            <a:custGeom>
              <a:avLst/>
              <a:gdLst/>
              <a:ahLst/>
              <a:cxnLst/>
              <a:rect l="0" t="0" r="r" b="b"/>
              <a:pathLst>
                <a:path w="2721" h="5101" stroke="0" extrusionOk="0">
                  <a:moveTo>
                    <a:pt x="0" y="5101"/>
                  </a:moveTo>
                  <a:lnTo>
                    <a:pt x="2721" y="5101"/>
                  </a:lnTo>
                  <a:lnTo>
                    <a:pt x="2721" y="0"/>
                  </a:lnTo>
                  <a:lnTo>
                    <a:pt x="0" y="0"/>
                  </a:lnTo>
                  <a:lnTo>
                    <a:pt x="0" y="510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1066" name="Graph element 66"/>
            <p:cNvSpPr/>
            <p:nvPr/>
          </p:nvSpPr>
          <p:spPr>
            <a:xfrm>
              <a:off x="1785745" y="1577958"/>
              <a:ext cx="2721" cy="8502"/>
            </a:xfrm>
            <a:custGeom>
              <a:avLst/>
              <a:gdLst/>
              <a:ahLst/>
              <a:cxnLst/>
              <a:rect l="0" t="0" r="r" b="b"/>
              <a:pathLst>
                <a:path w="2721" h="8502" stroke="0" extrusionOk="0">
                  <a:moveTo>
                    <a:pt x="0" y="8502"/>
                  </a:moveTo>
                  <a:lnTo>
                    <a:pt x="2721" y="8502"/>
                  </a:lnTo>
                  <a:lnTo>
                    <a:pt x="2721" y="0"/>
                  </a:lnTo>
                  <a:lnTo>
                    <a:pt x="0" y="0"/>
                  </a:lnTo>
                  <a:lnTo>
                    <a:pt x="0" y="850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1067" name="Graph element 67"/>
            <p:cNvSpPr/>
            <p:nvPr/>
          </p:nvSpPr>
          <p:spPr>
            <a:xfrm>
              <a:off x="1420162" y="1577958"/>
              <a:ext cx="2721" cy="1700"/>
            </a:xfrm>
            <a:custGeom>
              <a:avLst/>
              <a:gdLst/>
              <a:ahLst/>
              <a:cxnLst/>
              <a:rect l="0" t="0" r="r" b="b"/>
              <a:pathLst>
                <a:path w="2721" h="1700" stroke="0" extrusionOk="0">
                  <a:moveTo>
                    <a:pt x="0" y="1700"/>
                  </a:moveTo>
                  <a:lnTo>
                    <a:pt x="2721" y="1700"/>
                  </a:lnTo>
                  <a:lnTo>
                    <a:pt x="2721" y="0"/>
                  </a:lnTo>
                  <a:lnTo>
                    <a:pt x="0" y="0"/>
                  </a:lnTo>
                  <a:lnTo>
                    <a:pt x="0" y="1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1068" name="Graph element 68"/>
            <p:cNvSpPr/>
            <p:nvPr/>
          </p:nvSpPr>
          <p:spPr>
            <a:xfrm>
              <a:off x="1054579" y="1577958"/>
              <a:ext cx="2721" cy="5101"/>
            </a:xfrm>
            <a:custGeom>
              <a:avLst/>
              <a:gdLst/>
              <a:ahLst/>
              <a:cxnLst/>
              <a:rect l="0" t="0" r="r" b="b"/>
              <a:pathLst>
                <a:path w="2721" h="5101" stroke="0" extrusionOk="0">
                  <a:moveTo>
                    <a:pt x="0" y="5101"/>
                  </a:moveTo>
                  <a:lnTo>
                    <a:pt x="2721" y="5101"/>
                  </a:lnTo>
                  <a:lnTo>
                    <a:pt x="2721" y="0"/>
                  </a:lnTo>
                  <a:lnTo>
                    <a:pt x="0" y="0"/>
                  </a:lnTo>
                  <a:lnTo>
                    <a:pt x="0" y="510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1069" name="Graph element 69"/>
            <p:cNvSpPr/>
            <p:nvPr/>
          </p:nvSpPr>
          <p:spPr>
            <a:xfrm>
              <a:off x="978062" y="11903"/>
              <a:ext cx="7822" cy="1564355"/>
            </a:xfrm>
            <a:custGeom>
              <a:avLst/>
              <a:gdLst/>
              <a:ahLst/>
              <a:cxnLst/>
              <a:rect l="0" t="0" r="r" b="b"/>
              <a:pathLst>
                <a:path w="7822" h="1564355" stroke="0" extrusionOk="0">
                  <a:moveTo>
                    <a:pt x="5101" y="0"/>
                  </a:moveTo>
                  <a:lnTo>
                    <a:pt x="5101" y="62351"/>
                  </a:lnTo>
                  <a:lnTo>
                    <a:pt x="4198" y="63254"/>
                  </a:lnTo>
                  <a:lnTo>
                    <a:pt x="1360" y="63254"/>
                  </a:lnTo>
                  <a:lnTo>
                    <a:pt x="1360" y="65975"/>
                  </a:lnTo>
                  <a:lnTo>
                    <a:pt x="4198" y="65975"/>
                  </a:lnTo>
                  <a:lnTo>
                    <a:pt x="5101" y="66878"/>
                  </a:lnTo>
                  <a:lnTo>
                    <a:pt x="5101" y="172876"/>
                  </a:lnTo>
                  <a:lnTo>
                    <a:pt x="4198" y="173779"/>
                  </a:lnTo>
                  <a:lnTo>
                    <a:pt x="1360" y="173779"/>
                  </a:lnTo>
                  <a:lnTo>
                    <a:pt x="1360" y="176500"/>
                  </a:lnTo>
                  <a:lnTo>
                    <a:pt x="4198" y="176500"/>
                  </a:lnTo>
                  <a:lnTo>
                    <a:pt x="5101" y="177404"/>
                  </a:lnTo>
                  <a:lnTo>
                    <a:pt x="5101" y="283401"/>
                  </a:lnTo>
                  <a:lnTo>
                    <a:pt x="4198" y="284304"/>
                  </a:lnTo>
                  <a:lnTo>
                    <a:pt x="1360" y="284304"/>
                  </a:lnTo>
                  <a:lnTo>
                    <a:pt x="1360" y="287025"/>
                  </a:lnTo>
                  <a:lnTo>
                    <a:pt x="4198" y="287025"/>
                  </a:lnTo>
                  <a:lnTo>
                    <a:pt x="5101" y="287929"/>
                  </a:lnTo>
                  <a:lnTo>
                    <a:pt x="5101" y="393926"/>
                  </a:lnTo>
                  <a:lnTo>
                    <a:pt x="4198" y="394829"/>
                  </a:lnTo>
                  <a:lnTo>
                    <a:pt x="1360" y="394829"/>
                  </a:lnTo>
                  <a:lnTo>
                    <a:pt x="1360" y="397550"/>
                  </a:lnTo>
                  <a:lnTo>
                    <a:pt x="4198" y="397550"/>
                  </a:lnTo>
                  <a:lnTo>
                    <a:pt x="5101" y="398454"/>
                  </a:lnTo>
                  <a:lnTo>
                    <a:pt x="5101" y="504451"/>
                  </a:lnTo>
                  <a:lnTo>
                    <a:pt x="4198" y="505355"/>
                  </a:lnTo>
                  <a:lnTo>
                    <a:pt x="1360" y="505355"/>
                  </a:lnTo>
                  <a:lnTo>
                    <a:pt x="1360" y="508075"/>
                  </a:lnTo>
                  <a:lnTo>
                    <a:pt x="4198" y="508075"/>
                  </a:lnTo>
                  <a:lnTo>
                    <a:pt x="5101" y="508979"/>
                  </a:lnTo>
                  <a:lnTo>
                    <a:pt x="5101" y="613276"/>
                  </a:lnTo>
                  <a:lnTo>
                    <a:pt x="4198" y="614179"/>
                  </a:lnTo>
                  <a:lnTo>
                    <a:pt x="0" y="614179"/>
                  </a:lnTo>
                  <a:lnTo>
                    <a:pt x="0" y="618600"/>
                  </a:lnTo>
                  <a:lnTo>
                    <a:pt x="4198" y="618600"/>
                  </a:lnTo>
                  <a:lnTo>
                    <a:pt x="5101" y="619504"/>
                  </a:lnTo>
                  <a:lnTo>
                    <a:pt x="5101" y="723801"/>
                  </a:lnTo>
                  <a:lnTo>
                    <a:pt x="4198" y="724704"/>
                  </a:lnTo>
                  <a:lnTo>
                    <a:pt x="1360" y="724704"/>
                  </a:lnTo>
                  <a:lnTo>
                    <a:pt x="1360" y="727425"/>
                  </a:lnTo>
                  <a:lnTo>
                    <a:pt x="4198" y="727425"/>
                  </a:lnTo>
                  <a:lnTo>
                    <a:pt x="5101" y="728328"/>
                  </a:lnTo>
                  <a:lnTo>
                    <a:pt x="5101" y="834326"/>
                  </a:lnTo>
                  <a:lnTo>
                    <a:pt x="4198" y="835229"/>
                  </a:lnTo>
                  <a:lnTo>
                    <a:pt x="1360" y="835229"/>
                  </a:lnTo>
                  <a:lnTo>
                    <a:pt x="1360" y="837950"/>
                  </a:lnTo>
                  <a:lnTo>
                    <a:pt x="4198" y="837950"/>
                  </a:lnTo>
                  <a:lnTo>
                    <a:pt x="5101" y="838853"/>
                  </a:lnTo>
                  <a:lnTo>
                    <a:pt x="5101" y="944851"/>
                  </a:lnTo>
                  <a:lnTo>
                    <a:pt x="4198" y="945754"/>
                  </a:lnTo>
                  <a:lnTo>
                    <a:pt x="1360" y="945754"/>
                  </a:lnTo>
                  <a:lnTo>
                    <a:pt x="1360" y="948475"/>
                  </a:lnTo>
                  <a:lnTo>
                    <a:pt x="4198" y="948475"/>
                  </a:lnTo>
                  <a:lnTo>
                    <a:pt x="5101" y="949378"/>
                  </a:lnTo>
                  <a:lnTo>
                    <a:pt x="5101" y="1055376"/>
                  </a:lnTo>
                  <a:lnTo>
                    <a:pt x="4198" y="1056279"/>
                  </a:lnTo>
                  <a:lnTo>
                    <a:pt x="1360" y="1056279"/>
                  </a:lnTo>
                  <a:lnTo>
                    <a:pt x="1360" y="1059000"/>
                  </a:lnTo>
                  <a:lnTo>
                    <a:pt x="4198" y="1059000"/>
                  </a:lnTo>
                  <a:lnTo>
                    <a:pt x="5101" y="1059904"/>
                  </a:lnTo>
                  <a:lnTo>
                    <a:pt x="5101" y="1165901"/>
                  </a:lnTo>
                  <a:lnTo>
                    <a:pt x="4198" y="1166804"/>
                  </a:lnTo>
                  <a:lnTo>
                    <a:pt x="1360" y="1166804"/>
                  </a:lnTo>
                  <a:lnTo>
                    <a:pt x="1360" y="1169525"/>
                  </a:lnTo>
                  <a:lnTo>
                    <a:pt x="4198" y="1169525"/>
                  </a:lnTo>
                  <a:lnTo>
                    <a:pt x="5101" y="1170429"/>
                  </a:lnTo>
                  <a:lnTo>
                    <a:pt x="5101" y="1276426"/>
                  </a:lnTo>
                  <a:lnTo>
                    <a:pt x="4198" y="1277329"/>
                  </a:lnTo>
                  <a:lnTo>
                    <a:pt x="1360" y="1277329"/>
                  </a:lnTo>
                  <a:lnTo>
                    <a:pt x="1360" y="1280050"/>
                  </a:lnTo>
                  <a:lnTo>
                    <a:pt x="4198" y="1280050"/>
                  </a:lnTo>
                  <a:lnTo>
                    <a:pt x="5101" y="1280954"/>
                  </a:lnTo>
                  <a:lnTo>
                    <a:pt x="5101" y="1386951"/>
                  </a:lnTo>
                  <a:lnTo>
                    <a:pt x="4198" y="1387855"/>
                  </a:lnTo>
                  <a:lnTo>
                    <a:pt x="1360" y="1387855"/>
                  </a:lnTo>
                  <a:lnTo>
                    <a:pt x="1360" y="1390575"/>
                  </a:lnTo>
                  <a:lnTo>
                    <a:pt x="4198" y="1390575"/>
                  </a:lnTo>
                  <a:lnTo>
                    <a:pt x="5101" y="1391479"/>
                  </a:lnTo>
                  <a:lnTo>
                    <a:pt x="5101" y="1495776"/>
                  </a:lnTo>
                  <a:lnTo>
                    <a:pt x="4198" y="1496679"/>
                  </a:lnTo>
                  <a:lnTo>
                    <a:pt x="1360" y="1496679"/>
                  </a:lnTo>
                  <a:lnTo>
                    <a:pt x="1360" y="1499400"/>
                  </a:lnTo>
                  <a:lnTo>
                    <a:pt x="4198" y="1499400"/>
                  </a:lnTo>
                  <a:lnTo>
                    <a:pt x="5101" y="1500303"/>
                  </a:lnTo>
                  <a:lnTo>
                    <a:pt x="5101" y="1564355"/>
                  </a:lnTo>
                  <a:lnTo>
                    <a:pt x="7822" y="1564355"/>
                  </a:lnTo>
                  <a:lnTo>
                    <a:pt x="510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1070" name="Text: Bile secretion"/>
            <p:cNvSpPr/>
            <p:nvPr/>
          </p:nvSpPr>
          <p:spPr>
            <a:xfrm>
              <a:off x="681855" y="54108"/>
              <a:ext cx="294353" cy="63457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70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Bile secretion</a:t>
              </a:r>
            </a:p>
          </p:txBody>
        </p:sp>
        <p:sp>
          <p:nvSpPr>
            <p:cNvPr id="1071" name="Text: Cholesterol metabolism"/>
            <p:cNvSpPr/>
            <p:nvPr/>
          </p:nvSpPr>
          <p:spPr>
            <a:xfrm>
              <a:off x="467606" y="165050"/>
              <a:ext cx="506077" cy="64143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74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Cholesterol metabolism</a:t>
              </a:r>
            </a:p>
          </p:txBody>
        </p:sp>
        <p:sp>
          <p:nvSpPr>
            <p:cNvPr id="1072" name="Text: Steroid hormone biosynthesis"/>
            <p:cNvSpPr/>
            <p:nvPr/>
          </p:nvSpPr>
          <p:spPr>
            <a:xfrm>
              <a:off x="336676" y="275563"/>
              <a:ext cx="635944" cy="64292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7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Steroid hormone biosynthesis</a:t>
              </a:r>
            </a:p>
          </p:txBody>
        </p:sp>
        <p:sp>
          <p:nvSpPr>
            <p:cNvPr id="1073" name="Text: Serotonin receptor agonists/antagonists"/>
            <p:cNvSpPr/>
            <p:nvPr/>
          </p:nvSpPr>
          <p:spPr>
            <a:xfrm>
              <a:off x="124128" y="384622"/>
              <a:ext cx="848492" cy="64340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7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Serotonin receptor agonists/antagonists</a:t>
              </a:r>
            </a:p>
          </p:txBody>
        </p:sp>
        <p:sp>
          <p:nvSpPr>
            <p:cNvPr id="1074" name="Text: Secondary bile acid biosynthesis"/>
            <p:cNvSpPr/>
            <p:nvPr/>
          </p:nvSpPr>
          <p:spPr>
            <a:xfrm>
              <a:off x="272062" y="494905"/>
              <a:ext cx="700559" cy="64388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76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Secondary bile acid biosynthesis</a:t>
              </a:r>
            </a:p>
          </p:txBody>
        </p:sp>
        <p:sp>
          <p:nvSpPr>
            <p:cNvPr id="1075" name="Text: Primary bile acid biosynthesis"/>
            <p:cNvSpPr/>
            <p:nvPr/>
          </p:nvSpPr>
          <p:spPr>
            <a:xfrm>
              <a:off x="336676" y="604960"/>
              <a:ext cx="635944" cy="64316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7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Primary bile acid biosynthesis</a:t>
              </a:r>
            </a:p>
          </p:txBody>
        </p:sp>
        <p:sp>
          <p:nvSpPr>
            <p:cNvPr id="1076" name="Text: Pentose and glucuronate interconversions"/>
            <p:cNvSpPr/>
            <p:nvPr/>
          </p:nvSpPr>
          <p:spPr>
            <a:xfrm>
              <a:off x="79918" y="715520"/>
              <a:ext cx="898043" cy="63901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73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Pentose and glucuronate interconversions</a:t>
              </a:r>
            </a:p>
          </p:txBody>
        </p:sp>
        <p:sp>
          <p:nvSpPr>
            <p:cNvPr id="1077" name="Text: Arginine and proline metabolism"/>
            <p:cNvSpPr/>
            <p:nvPr/>
          </p:nvSpPr>
          <p:spPr>
            <a:xfrm>
              <a:off x="284202" y="826015"/>
              <a:ext cx="688815" cy="64255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7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Arginine and proline metabolism</a:t>
              </a:r>
            </a:p>
          </p:txBody>
        </p:sp>
        <p:sp>
          <p:nvSpPr>
            <p:cNvPr id="1078" name="Text: Gap junction"/>
            <p:cNvSpPr/>
            <p:nvPr/>
          </p:nvSpPr>
          <p:spPr>
            <a:xfrm>
              <a:off x="698858" y="937053"/>
              <a:ext cx="275888" cy="63776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72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Gap junction</a:t>
              </a:r>
            </a:p>
          </p:txBody>
        </p:sp>
        <p:sp>
          <p:nvSpPr>
            <p:cNvPr id="1079" name="Text: Choline metabolism in cancer"/>
            <p:cNvSpPr/>
            <p:nvPr/>
          </p:nvSpPr>
          <p:spPr>
            <a:xfrm>
              <a:off x="340077" y="1047536"/>
              <a:ext cx="634244" cy="64313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7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Choline metabolism in cancer</a:t>
              </a:r>
            </a:p>
          </p:txBody>
        </p:sp>
        <p:sp>
          <p:nvSpPr>
            <p:cNvPr id="1080" name="Text: Synaptic vesicle cycle"/>
            <p:cNvSpPr/>
            <p:nvPr/>
          </p:nvSpPr>
          <p:spPr>
            <a:xfrm>
              <a:off x="505014" y="1156406"/>
              <a:ext cx="471618" cy="63732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72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Synaptic vesicle cycle</a:t>
              </a:r>
            </a:p>
          </p:txBody>
        </p:sp>
        <p:sp>
          <p:nvSpPr>
            <p:cNvPr id="1081" name="Text: Folate transport and metabolism"/>
            <p:cNvSpPr/>
            <p:nvPr/>
          </p:nvSpPr>
          <p:spPr>
            <a:xfrm>
              <a:off x="283964" y="1266434"/>
              <a:ext cx="691446" cy="64031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73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Folate transport and metabolism</a:t>
              </a:r>
            </a:p>
          </p:txBody>
        </p:sp>
        <p:sp>
          <p:nvSpPr>
            <p:cNvPr id="1082" name="Text: Thermogenesis"/>
            <p:cNvSpPr/>
            <p:nvPr/>
          </p:nvSpPr>
          <p:spPr>
            <a:xfrm>
              <a:off x="635944" y="1376936"/>
              <a:ext cx="336729" cy="64301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7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Thermogenesis</a:t>
              </a:r>
            </a:p>
          </p:txBody>
        </p:sp>
        <p:sp>
          <p:nvSpPr>
            <p:cNvPr id="1083" name="Text: cAMP signaling pathway"/>
            <p:cNvSpPr/>
            <p:nvPr/>
          </p:nvSpPr>
          <p:spPr>
            <a:xfrm>
              <a:off x="447201" y="1487454"/>
              <a:ext cx="527119" cy="64380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76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cAMP signaling pathway</a:t>
              </a:r>
            </a:p>
          </p:txBody>
        </p:sp>
        <p:sp>
          <p:nvSpPr>
            <p:cNvPr id="1084" name="Text: 2"/>
            <p:cNvSpPr/>
            <p:nvPr/>
          </p:nvSpPr>
          <p:spPr>
            <a:xfrm>
              <a:off x="1413020" y="1597994"/>
              <a:ext cx="34991" cy="64210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7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1085" name="Text: 0"/>
            <p:cNvSpPr/>
            <p:nvPr/>
          </p:nvSpPr>
          <p:spPr>
            <a:xfrm>
              <a:off x="1045737" y="1598069"/>
              <a:ext cx="34991" cy="63325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69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1086" name="Text: 6"/>
            <p:cNvSpPr/>
            <p:nvPr/>
          </p:nvSpPr>
          <p:spPr>
            <a:xfrm>
              <a:off x="2142486" y="1598069"/>
              <a:ext cx="34991" cy="63325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69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6</a:t>
              </a:r>
            </a:p>
          </p:txBody>
        </p:sp>
        <p:sp>
          <p:nvSpPr>
            <p:cNvPr id="1087" name="Text: 8"/>
            <p:cNvSpPr/>
            <p:nvPr/>
          </p:nvSpPr>
          <p:spPr>
            <a:xfrm>
              <a:off x="2508068" y="1598069"/>
              <a:ext cx="34991" cy="63325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69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8</a:t>
              </a:r>
            </a:p>
          </p:txBody>
        </p:sp>
        <p:sp>
          <p:nvSpPr>
            <p:cNvPr id="1088" name="Text: 4"/>
            <p:cNvSpPr/>
            <p:nvPr/>
          </p:nvSpPr>
          <p:spPr>
            <a:xfrm>
              <a:off x="1776903" y="1597994"/>
              <a:ext cx="34991" cy="64210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7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1089" name="Text: −Log10(p-value)"/>
            <p:cNvSpPr/>
            <p:nvPr/>
          </p:nvSpPr>
          <p:spPr>
            <a:xfrm>
              <a:off x="1594961" y="1647215"/>
              <a:ext cx="418773" cy="75052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438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−Log10(p-value)</a:t>
              </a:r>
            </a:p>
          </p:txBody>
        </p:sp>
      </p:grpSp>
      <p:grpSp>
        <p:nvGrpSpPr>
          <p:cNvPr id="76" name="图片 75 — editable">
            <a:extLst>
              <a:ext uri="{FF2B5EF4-FFF2-40B4-BE49-F238E27FC236}">
                <a16:creationId xmlns:a16="http://schemas.microsoft.com/office/drawing/2014/main" id="{A8F19248-9521-D0AB-E19E-CDC837B21685}"/>
              </a:ext>
            </a:extLst>
          </p:cNvPr>
          <p:cNvGrpSpPr/>
          <p:nvPr/>
        </p:nvGrpSpPr>
        <p:grpSpPr>
          <a:xfrm>
            <a:off x="5126863" y="2586294"/>
            <a:ext cx="2017346" cy="1992396"/>
            <a:chOff x="0" y="0"/>
            <a:chExt cx="2017346" cy="1992396"/>
          </a:xfrm>
        </p:grpSpPr>
        <p:sp>
          <p:nvSpPr>
            <p:cNvPr id="1090" name="Panel background"/>
            <p:cNvSpPr/>
            <p:nvPr/>
          </p:nvSpPr>
          <p:spPr>
            <a:xfrm>
              <a:off x="0" y="0"/>
              <a:ext cx="2017346" cy="199239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91" name="Graph element 1"/>
            <p:cNvSpPr/>
            <p:nvPr/>
          </p:nvSpPr>
          <p:spPr>
            <a:xfrm>
              <a:off x="1427825" y="1710823"/>
              <a:ext cx="2851" cy="137222"/>
            </a:xfrm>
            <a:custGeom>
              <a:avLst/>
              <a:gdLst/>
              <a:ahLst/>
              <a:cxnLst/>
              <a:rect l="0" t="0" r="r" b="b"/>
              <a:pathLst>
                <a:path w="2851" h="137222" stroke="0" extrusionOk="0">
                  <a:moveTo>
                    <a:pt x="0" y="137222"/>
                  </a:moveTo>
                  <a:lnTo>
                    <a:pt x="2851" y="137222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37222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</p:sp>
        <p:sp>
          <p:nvSpPr>
            <p:cNvPr id="1092" name="Graph element 2"/>
            <p:cNvSpPr/>
            <p:nvPr/>
          </p:nvSpPr>
          <p:spPr>
            <a:xfrm>
              <a:off x="1253178" y="1709041"/>
              <a:ext cx="2851" cy="139004"/>
            </a:xfrm>
            <a:custGeom>
              <a:avLst/>
              <a:gdLst/>
              <a:ahLst/>
              <a:cxnLst/>
              <a:rect l="0" t="0" r="r" b="b"/>
              <a:pathLst>
                <a:path w="2851" h="139004" stroke="0" extrusionOk="0">
                  <a:moveTo>
                    <a:pt x="0" y="139004"/>
                  </a:moveTo>
                  <a:lnTo>
                    <a:pt x="2851" y="139004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39004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</p:sp>
        <p:sp>
          <p:nvSpPr>
            <p:cNvPr id="1093" name="Graph element 3"/>
            <p:cNvSpPr/>
            <p:nvPr/>
          </p:nvSpPr>
          <p:spPr>
            <a:xfrm>
              <a:off x="1434953" y="1707259"/>
              <a:ext cx="2851" cy="1782"/>
            </a:xfrm>
            <a:custGeom>
              <a:avLst/>
              <a:gdLst/>
              <a:ahLst/>
              <a:cxnLst/>
              <a:rect l="0" t="0" r="r" b="b"/>
              <a:pathLst>
                <a:path w="2851" h="1782" stroke="0" extrusionOk="0">
                  <a:moveTo>
                    <a:pt x="0" y="1782"/>
                  </a:moveTo>
                  <a:lnTo>
                    <a:pt x="2851" y="1782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782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</p:sp>
        <p:sp>
          <p:nvSpPr>
            <p:cNvPr id="1094" name="Graph element 4"/>
            <p:cNvSpPr/>
            <p:nvPr/>
          </p:nvSpPr>
          <p:spPr>
            <a:xfrm>
              <a:off x="1969229" y="1509802"/>
              <a:ext cx="4990" cy="338244"/>
            </a:xfrm>
            <a:custGeom>
              <a:avLst/>
              <a:gdLst/>
              <a:ahLst/>
              <a:cxnLst/>
              <a:rect l="0" t="0" r="r" b="b"/>
              <a:pathLst>
                <a:path w="4990" h="338244" stroke="0" extrusionOk="0">
                  <a:moveTo>
                    <a:pt x="1192" y="2851"/>
                  </a:moveTo>
                  <a:lnTo>
                    <a:pt x="2139" y="3798"/>
                  </a:lnTo>
                  <a:lnTo>
                    <a:pt x="2139" y="338244"/>
                  </a:lnTo>
                  <a:lnTo>
                    <a:pt x="4990" y="338244"/>
                  </a:lnTo>
                  <a:lnTo>
                    <a:pt x="4990" y="2617"/>
                  </a:lnTo>
                  <a:lnTo>
                    <a:pt x="2373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192" y="285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</p:sp>
        <p:sp>
          <p:nvSpPr>
            <p:cNvPr id="1095" name="Graph element 5"/>
            <p:cNvSpPr/>
            <p:nvPr/>
          </p:nvSpPr>
          <p:spPr>
            <a:xfrm>
              <a:off x="1789236" y="1509802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</p:sp>
        <p:sp>
          <p:nvSpPr>
            <p:cNvPr id="1096" name="Graph element 6"/>
            <p:cNvSpPr/>
            <p:nvPr/>
          </p:nvSpPr>
          <p:spPr>
            <a:xfrm>
              <a:off x="1611025" y="1509802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</p:sp>
        <p:sp>
          <p:nvSpPr>
            <p:cNvPr id="1097" name="Graph element 7"/>
            <p:cNvSpPr/>
            <p:nvPr/>
          </p:nvSpPr>
          <p:spPr>
            <a:xfrm>
              <a:off x="1427825" y="1509802"/>
              <a:ext cx="4990" cy="195675"/>
            </a:xfrm>
            <a:custGeom>
              <a:avLst/>
              <a:gdLst/>
              <a:ahLst/>
              <a:cxnLst/>
              <a:rect l="0" t="0" r="r" b="b"/>
              <a:pathLst>
                <a:path w="4990" h="195675" stroke="0" extrusionOk="0">
                  <a:moveTo>
                    <a:pt x="0" y="2617"/>
                  </a:moveTo>
                  <a:lnTo>
                    <a:pt x="0" y="195675"/>
                  </a:lnTo>
                  <a:lnTo>
                    <a:pt x="2851" y="195675"/>
                  </a:lnTo>
                  <a:lnTo>
                    <a:pt x="2851" y="3798"/>
                  </a:lnTo>
                  <a:lnTo>
                    <a:pt x="3798" y="2851"/>
                  </a:lnTo>
                  <a:lnTo>
                    <a:pt x="4990" y="2851"/>
                  </a:lnTo>
                  <a:lnTo>
                    <a:pt x="4990" y="0"/>
                  </a:lnTo>
                  <a:lnTo>
                    <a:pt x="2617" y="0"/>
                  </a:lnTo>
                  <a:lnTo>
                    <a:pt x="0" y="2617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</p:sp>
        <p:sp>
          <p:nvSpPr>
            <p:cNvPr id="1098" name="Graph element 8"/>
            <p:cNvSpPr/>
            <p:nvPr/>
          </p:nvSpPr>
          <p:spPr>
            <a:xfrm>
              <a:off x="1251040" y="1509802"/>
              <a:ext cx="4990" cy="193893"/>
            </a:xfrm>
            <a:custGeom>
              <a:avLst/>
              <a:gdLst/>
              <a:ahLst/>
              <a:cxnLst/>
              <a:rect l="0" t="0" r="r" b="b"/>
              <a:pathLst>
                <a:path w="4990" h="193893" stroke="0" extrusionOk="0">
                  <a:moveTo>
                    <a:pt x="1192" y="2851"/>
                  </a:moveTo>
                  <a:lnTo>
                    <a:pt x="2139" y="3798"/>
                  </a:lnTo>
                  <a:lnTo>
                    <a:pt x="2139" y="193893"/>
                  </a:lnTo>
                  <a:lnTo>
                    <a:pt x="4990" y="193893"/>
                  </a:lnTo>
                  <a:lnTo>
                    <a:pt x="4990" y="2617"/>
                  </a:lnTo>
                  <a:lnTo>
                    <a:pt x="2373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192" y="285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</p:sp>
        <p:sp>
          <p:nvSpPr>
            <p:cNvPr id="1099" name="Graph element 9"/>
            <p:cNvSpPr/>
            <p:nvPr/>
          </p:nvSpPr>
          <p:spPr>
            <a:xfrm>
              <a:off x="1071047" y="1509802"/>
              <a:ext cx="3564" cy="2851"/>
            </a:xfrm>
            <a:custGeom>
              <a:avLst/>
              <a:gdLst/>
              <a:ahLst/>
              <a:cxnLst/>
              <a:rect l="0" t="0" r="r" b="b"/>
              <a:pathLst>
                <a:path w="3564" h="2851" stroke="0" extrusionOk="0">
                  <a:moveTo>
                    <a:pt x="3564" y="2851"/>
                  </a:moveTo>
                  <a:lnTo>
                    <a:pt x="3564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3564" y="285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</p:sp>
        <p:sp>
          <p:nvSpPr>
            <p:cNvPr id="1100" name="Graph element 10"/>
            <p:cNvSpPr/>
            <p:nvPr/>
          </p:nvSpPr>
          <p:spPr>
            <a:xfrm>
              <a:off x="892836" y="1509802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</p:sp>
        <p:sp>
          <p:nvSpPr>
            <p:cNvPr id="1101" name="Graph element 11"/>
            <p:cNvSpPr/>
            <p:nvPr/>
          </p:nvSpPr>
          <p:spPr>
            <a:xfrm>
              <a:off x="709635" y="1509802"/>
              <a:ext cx="8198" cy="338244"/>
            </a:xfrm>
            <a:custGeom>
              <a:avLst/>
              <a:gdLst/>
              <a:ahLst/>
              <a:cxnLst/>
              <a:rect l="0" t="0" r="r" b="b"/>
              <a:pathLst>
                <a:path w="8198" h="338244" stroke="0" extrusionOk="0">
                  <a:moveTo>
                    <a:pt x="0" y="2617"/>
                  </a:moveTo>
                  <a:lnTo>
                    <a:pt x="0" y="338244"/>
                  </a:lnTo>
                  <a:lnTo>
                    <a:pt x="2851" y="338244"/>
                  </a:lnTo>
                  <a:lnTo>
                    <a:pt x="2851" y="3798"/>
                  </a:lnTo>
                  <a:lnTo>
                    <a:pt x="3798" y="2851"/>
                  </a:lnTo>
                  <a:lnTo>
                    <a:pt x="5346" y="3798"/>
                  </a:lnTo>
                  <a:lnTo>
                    <a:pt x="5346" y="338244"/>
                  </a:lnTo>
                  <a:lnTo>
                    <a:pt x="8198" y="338244"/>
                  </a:lnTo>
                  <a:lnTo>
                    <a:pt x="8198" y="2617"/>
                  </a:lnTo>
                  <a:lnTo>
                    <a:pt x="5580" y="0"/>
                  </a:lnTo>
                  <a:lnTo>
                    <a:pt x="2617" y="0"/>
                  </a:lnTo>
                  <a:lnTo>
                    <a:pt x="0" y="2617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</p:sp>
        <p:sp>
          <p:nvSpPr>
            <p:cNvPr id="1102" name="Graph element 12"/>
            <p:cNvSpPr/>
            <p:nvPr/>
          </p:nvSpPr>
          <p:spPr>
            <a:xfrm>
              <a:off x="532850" y="1509802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</p:sp>
        <p:sp>
          <p:nvSpPr>
            <p:cNvPr id="1103" name="Graph element 13"/>
            <p:cNvSpPr/>
            <p:nvPr/>
          </p:nvSpPr>
          <p:spPr>
            <a:xfrm>
              <a:off x="354639" y="1509802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</p:sp>
        <p:sp>
          <p:nvSpPr>
            <p:cNvPr id="1104" name="Graph element 14"/>
            <p:cNvSpPr/>
            <p:nvPr/>
          </p:nvSpPr>
          <p:spPr>
            <a:xfrm>
              <a:off x="1971368" y="1022930"/>
              <a:ext cx="2851" cy="121183"/>
            </a:xfrm>
            <a:custGeom>
              <a:avLst/>
              <a:gdLst/>
              <a:ahLst/>
              <a:cxnLst/>
              <a:rect l="0" t="0" r="r" b="b"/>
              <a:pathLst>
                <a:path w="2851" h="121183" stroke="0" extrusionOk="0">
                  <a:moveTo>
                    <a:pt x="0" y="121183"/>
                  </a:moveTo>
                  <a:lnTo>
                    <a:pt x="2851" y="121183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21183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</p:sp>
        <p:sp>
          <p:nvSpPr>
            <p:cNvPr id="1105" name="Graph element 15"/>
            <p:cNvSpPr/>
            <p:nvPr/>
          </p:nvSpPr>
          <p:spPr>
            <a:xfrm>
              <a:off x="1427825" y="716407"/>
              <a:ext cx="2851" cy="427706"/>
            </a:xfrm>
            <a:custGeom>
              <a:avLst/>
              <a:gdLst/>
              <a:ahLst/>
              <a:cxnLst/>
              <a:rect l="0" t="0" r="r" b="b"/>
              <a:pathLst>
                <a:path w="2851" h="427706" stroke="0" extrusionOk="0">
                  <a:moveTo>
                    <a:pt x="0" y="427706"/>
                  </a:moveTo>
                  <a:lnTo>
                    <a:pt x="2851" y="427706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427706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</p:sp>
        <p:sp>
          <p:nvSpPr>
            <p:cNvPr id="1106" name="Graph element 16"/>
            <p:cNvSpPr/>
            <p:nvPr/>
          </p:nvSpPr>
          <p:spPr>
            <a:xfrm>
              <a:off x="1253178" y="684329"/>
              <a:ext cx="2851" cy="459784"/>
            </a:xfrm>
            <a:custGeom>
              <a:avLst/>
              <a:gdLst/>
              <a:ahLst/>
              <a:cxnLst/>
              <a:rect l="0" t="0" r="r" b="b"/>
              <a:pathLst>
                <a:path w="2851" h="459784" stroke="0" extrusionOk="0">
                  <a:moveTo>
                    <a:pt x="0" y="459784"/>
                  </a:moveTo>
                  <a:lnTo>
                    <a:pt x="2851" y="459784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459784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</p:sp>
        <p:sp>
          <p:nvSpPr>
            <p:cNvPr id="1107" name="Graph element 17"/>
            <p:cNvSpPr/>
            <p:nvPr/>
          </p:nvSpPr>
          <p:spPr>
            <a:xfrm>
              <a:off x="714982" y="384935"/>
              <a:ext cx="2851" cy="759178"/>
            </a:xfrm>
            <a:custGeom>
              <a:avLst/>
              <a:gdLst/>
              <a:ahLst/>
              <a:cxnLst/>
              <a:rect l="0" t="0" r="r" b="b"/>
              <a:pathLst>
                <a:path w="2851" h="759178" stroke="0" extrusionOk="0">
                  <a:moveTo>
                    <a:pt x="0" y="759178"/>
                  </a:moveTo>
                  <a:lnTo>
                    <a:pt x="2851" y="759178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759178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</p:sp>
        <p:sp>
          <p:nvSpPr>
            <p:cNvPr id="1108" name="Graph element 18"/>
            <p:cNvSpPr/>
            <p:nvPr/>
          </p:nvSpPr>
          <p:spPr>
            <a:xfrm>
              <a:off x="709635" y="383153"/>
              <a:ext cx="2851" cy="760960"/>
            </a:xfrm>
            <a:custGeom>
              <a:avLst/>
              <a:gdLst/>
              <a:ahLst/>
              <a:cxnLst/>
              <a:rect l="0" t="0" r="r" b="b"/>
              <a:pathLst>
                <a:path w="2851" h="760960" stroke="0" extrusionOk="0">
                  <a:moveTo>
                    <a:pt x="0" y="760960"/>
                  </a:moveTo>
                  <a:lnTo>
                    <a:pt x="2851" y="760960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76096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</p:sp>
        <p:sp>
          <p:nvSpPr>
            <p:cNvPr id="1109" name="Graph element 19"/>
            <p:cNvSpPr/>
            <p:nvPr/>
          </p:nvSpPr>
          <p:spPr>
            <a:xfrm>
              <a:off x="1971368" y="124748"/>
              <a:ext cx="2851" cy="875015"/>
            </a:xfrm>
            <a:custGeom>
              <a:avLst/>
              <a:gdLst/>
              <a:ahLst/>
              <a:cxnLst/>
              <a:rect l="0" t="0" r="r" b="b"/>
              <a:pathLst>
                <a:path w="2851" h="875015" stroke="0" extrusionOk="0">
                  <a:moveTo>
                    <a:pt x="0" y="875015"/>
                  </a:moveTo>
                  <a:lnTo>
                    <a:pt x="2851" y="875015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875015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</p:sp>
        <p:sp>
          <p:nvSpPr>
            <p:cNvPr id="1110" name="Graph element 20"/>
            <p:cNvSpPr/>
            <p:nvPr/>
          </p:nvSpPr>
          <p:spPr>
            <a:xfrm>
              <a:off x="1427825" y="124748"/>
              <a:ext cx="2851" cy="568492"/>
            </a:xfrm>
            <a:custGeom>
              <a:avLst/>
              <a:gdLst/>
              <a:ahLst/>
              <a:cxnLst/>
              <a:rect l="0" t="0" r="r" b="b"/>
              <a:pathLst>
                <a:path w="2851" h="568492" stroke="0" extrusionOk="0">
                  <a:moveTo>
                    <a:pt x="0" y="568492"/>
                  </a:moveTo>
                  <a:lnTo>
                    <a:pt x="2851" y="568492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568492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</p:sp>
        <p:sp>
          <p:nvSpPr>
            <p:cNvPr id="1111" name="Graph element 21"/>
            <p:cNvSpPr/>
            <p:nvPr/>
          </p:nvSpPr>
          <p:spPr>
            <a:xfrm>
              <a:off x="1253178" y="124748"/>
              <a:ext cx="2851" cy="507901"/>
            </a:xfrm>
            <a:custGeom>
              <a:avLst/>
              <a:gdLst/>
              <a:ahLst/>
              <a:cxnLst/>
              <a:rect l="0" t="0" r="r" b="b"/>
              <a:pathLst>
                <a:path w="2851" h="507901" stroke="0" extrusionOk="0">
                  <a:moveTo>
                    <a:pt x="0" y="507901"/>
                  </a:moveTo>
                  <a:lnTo>
                    <a:pt x="2851" y="507901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50790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</p:sp>
        <p:sp>
          <p:nvSpPr>
            <p:cNvPr id="1112" name="Graph element 22"/>
            <p:cNvSpPr/>
            <p:nvPr/>
          </p:nvSpPr>
          <p:spPr>
            <a:xfrm>
              <a:off x="714982" y="124748"/>
              <a:ext cx="2851" cy="237020"/>
            </a:xfrm>
            <a:custGeom>
              <a:avLst/>
              <a:gdLst/>
              <a:ahLst/>
              <a:cxnLst/>
              <a:rect l="0" t="0" r="r" b="b"/>
              <a:pathLst>
                <a:path w="2851" h="237020" stroke="0" extrusionOk="0">
                  <a:moveTo>
                    <a:pt x="0" y="237020"/>
                  </a:moveTo>
                  <a:lnTo>
                    <a:pt x="2851" y="237020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3702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</p:sp>
        <p:sp>
          <p:nvSpPr>
            <p:cNvPr id="1113" name="Graph element 23"/>
            <p:cNvSpPr/>
            <p:nvPr/>
          </p:nvSpPr>
          <p:spPr>
            <a:xfrm>
              <a:off x="709635" y="124748"/>
              <a:ext cx="2851" cy="233456"/>
            </a:xfrm>
            <a:custGeom>
              <a:avLst/>
              <a:gdLst/>
              <a:ahLst/>
              <a:cxnLst/>
              <a:rect l="0" t="0" r="r" b="b"/>
              <a:pathLst>
                <a:path w="2851" h="233456" stroke="0" extrusionOk="0">
                  <a:moveTo>
                    <a:pt x="0" y="233456"/>
                  </a:moveTo>
                  <a:lnTo>
                    <a:pt x="2851" y="233456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33456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</p:sp>
        <p:sp>
          <p:nvSpPr>
            <p:cNvPr id="1114" name="Graph element 24"/>
            <p:cNvSpPr/>
            <p:nvPr/>
          </p:nvSpPr>
          <p:spPr>
            <a:xfrm>
              <a:off x="1791375" y="1728645"/>
              <a:ext cx="2851" cy="119401"/>
            </a:xfrm>
            <a:custGeom>
              <a:avLst/>
              <a:gdLst/>
              <a:ahLst/>
              <a:cxnLst/>
              <a:rect l="0" t="0" r="r" b="b"/>
              <a:pathLst>
                <a:path w="2851" h="119401" stroke="0" extrusionOk="0">
                  <a:moveTo>
                    <a:pt x="0" y="119401"/>
                  </a:moveTo>
                  <a:lnTo>
                    <a:pt x="2851" y="119401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19401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</p:sp>
        <p:sp>
          <p:nvSpPr>
            <p:cNvPr id="1115" name="Graph element 25"/>
            <p:cNvSpPr/>
            <p:nvPr/>
          </p:nvSpPr>
          <p:spPr>
            <a:xfrm>
              <a:off x="1607818" y="1716170"/>
              <a:ext cx="2851" cy="131876"/>
            </a:xfrm>
            <a:custGeom>
              <a:avLst/>
              <a:gdLst/>
              <a:ahLst/>
              <a:cxnLst/>
              <a:rect l="0" t="0" r="r" b="b"/>
              <a:pathLst>
                <a:path w="2851" h="131876" stroke="0" extrusionOk="0">
                  <a:moveTo>
                    <a:pt x="0" y="131876"/>
                  </a:moveTo>
                  <a:lnTo>
                    <a:pt x="2851" y="131876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31876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</p:sp>
        <p:sp>
          <p:nvSpPr>
            <p:cNvPr id="1116" name="Graph element 26"/>
            <p:cNvSpPr/>
            <p:nvPr/>
          </p:nvSpPr>
          <p:spPr>
            <a:xfrm>
              <a:off x="889628" y="1709041"/>
              <a:ext cx="2851" cy="139004"/>
            </a:xfrm>
            <a:custGeom>
              <a:avLst/>
              <a:gdLst/>
              <a:ahLst/>
              <a:cxnLst/>
              <a:rect l="0" t="0" r="r" b="b"/>
              <a:pathLst>
                <a:path w="2851" h="139004" stroke="0" extrusionOk="0">
                  <a:moveTo>
                    <a:pt x="0" y="139004"/>
                  </a:moveTo>
                  <a:lnTo>
                    <a:pt x="2851" y="139004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39004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</p:sp>
        <p:sp>
          <p:nvSpPr>
            <p:cNvPr id="1117" name="Graph element 27"/>
            <p:cNvSpPr/>
            <p:nvPr/>
          </p:nvSpPr>
          <p:spPr>
            <a:xfrm>
              <a:off x="534989" y="1709041"/>
              <a:ext cx="2851" cy="139004"/>
            </a:xfrm>
            <a:custGeom>
              <a:avLst/>
              <a:gdLst/>
              <a:ahLst/>
              <a:cxnLst/>
              <a:rect l="0" t="0" r="r" b="b"/>
              <a:pathLst>
                <a:path w="2851" h="139004" stroke="0" extrusionOk="0">
                  <a:moveTo>
                    <a:pt x="0" y="139004"/>
                  </a:moveTo>
                  <a:lnTo>
                    <a:pt x="2851" y="139004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39004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</p:sp>
        <p:sp>
          <p:nvSpPr>
            <p:cNvPr id="1118" name="Graph element 28"/>
            <p:cNvSpPr/>
            <p:nvPr/>
          </p:nvSpPr>
          <p:spPr>
            <a:xfrm>
              <a:off x="351432" y="1709041"/>
              <a:ext cx="2851" cy="139004"/>
            </a:xfrm>
            <a:custGeom>
              <a:avLst/>
              <a:gdLst/>
              <a:ahLst/>
              <a:cxnLst/>
              <a:rect l="0" t="0" r="r" b="b"/>
              <a:pathLst>
                <a:path w="2851" h="139004" stroke="0" extrusionOk="0">
                  <a:moveTo>
                    <a:pt x="0" y="139004"/>
                  </a:moveTo>
                  <a:lnTo>
                    <a:pt x="2851" y="139004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39004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</p:sp>
        <p:sp>
          <p:nvSpPr>
            <p:cNvPr id="1119" name="Graph element 29"/>
            <p:cNvSpPr/>
            <p:nvPr/>
          </p:nvSpPr>
          <p:spPr>
            <a:xfrm>
              <a:off x="1791375" y="1513010"/>
              <a:ext cx="2851" cy="192468"/>
            </a:xfrm>
            <a:custGeom>
              <a:avLst/>
              <a:gdLst/>
              <a:ahLst/>
              <a:cxnLst/>
              <a:rect l="0" t="0" r="r" b="b"/>
              <a:pathLst>
                <a:path w="2851" h="192468" stroke="0" extrusionOk="0">
                  <a:moveTo>
                    <a:pt x="0" y="192468"/>
                  </a:moveTo>
                  <a:lnTo>
                    <a:pt x="2851" y="192468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92468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</p:sp>
        <p:sp>
          <p:nvSpPr>
            <p:cNvPr id="1120" name="Graph element 30"/>
            <p:cNvSpPr/>
            <p:nvPr/>
          </p:nvSpPr>
          <p:spPr>
            <a:xfrm>
              <a:off x="1607818" y="1513010"/>
              <a:ext cx="2851" cy="192468"/>
            </a:xfrm>
            <a:custGeom>
              <a:avLst/>
              <a:gdLst/>
              <a:ahLst/>
              <a:cxnLst/>
              <a:rect l="0" t="0" r="r" b="b"/>
              <a:pathLst>
                <a:path w="2851" h="192468" stroke="0" extrusionOk="0">
                  <a:moveTo>
                    <a:pt x="0" y="192468"/>
                  </a:moveTo>
                  <a:lnTo>
                    <a:pt x="2851" y="192468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92468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</p:sp>
        <p:sp>
          <p:nvSpPr>
            <p:cNvPr id="1121" name="Graph element 31"/>
            <p:cNvSpPr/>
            <p:nvPr/>
          </p:nvSpPr>
          <p:spPr>
            <a:xfrm>
              <a:off x="889628" y="1513010"/>
              <a:ext cx="2851" cy="183557"/>
            </a:xfrm>
            <a:custGeom>
              <a:avLst/>
              <a:gdLst/>
              <a:ahLst/>
              <a:cxnLst/>
              <a:rect l="0" t="0" r="r" b="b"/>
              <a:pathLst>
                <a:path w="2851" h="183557" stroke="0" extrusionOk="0">
                  <a:moveTo>
                    <a:pt x="0" y="183557"/>
                  </a:moveTo>
                  <a:lnTo>
                    <a:pt x="2851" y="183557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83557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</p:sp>
        <p:sp>
          <p:nvSpPr>
            <p:cNvPr id="1122" name="Graph element 32"/>
            <p:cNvSpPr/>
            <p:nvPr/>
          </p:nvSpPr>
          <p:spPr>
            <a:xfrm>
              <a:off x="534989" y="1513010"/>
              <a:ext cx="2851" cy="176429"/>
            </a:xfrm>
            <a:custGeom>
              <a:avLst/>
              <a:gdLst/>
              <a:ahLst/>
              <a:cxnLst/>
              <a:rect l="0" t="0" r="r" b="b"/>
              <a:pathLst>
                <a:path w="2851" h="176429" stroke="0" extrusionOk="0">
                  <a:moveTo>
                    <a:pt x="0" y="176429"/>
                  </a:moveTo>
                  <a:lnTo>
                    <a:pt x="2851" y="176429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76429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</p:sp>
        <p:sp>
          <p:nvSpPr>
            <p:cNvPr id="1123" name="Graph element 33"/>
            <p:cNvSpPr/>
            <p:nvPr/>
          </p:nvSpPr>
          <p:spPr>
            <a:xfrm>
              <a:off x="351432" y="1513010"/>
              <a:ext cx="2851" cy="169300"/>
            </a:xfrm>
            <a:custGeom>
              <a:avLst/>
              <a:gdLst/>
              <a:ahLst/>
              <a:cxnLst/>
              <a:rect l="0" t="0" r="r" b="b"/>
              <a:pathLst>
                <a:path w="2851" h="169300" stroke="0" extrusionOk="0">
                  <a:moveTo>
                    <a:pt x="0" y="169300"/>
                  </a:moveTo>
                  <a:lnTo>
                    <a:pt x="2851" y="169300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69300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</p:sp>
        <p:sp>
          <p:nvSpPr>
            <p:cNvPr id="1124" name="Graph element 34"/>
            <p:cNvSpPr/>
            <p:nvPr/>
          </p:nvSpPr>
          <p:spPr>
            <a:xfrm>
              <a:off x="1791375" y="921350"/>
              <a:ext cx="2851" cy="222763"/>
            </a:xfrm>
            <a:custGeom>
              <a:avLst/>
              <a:gdLst/>
              <a:ahLst/>
              <a:cxnLst/>
              <a:rect l="0" t="0" r="r" b="b"/>
              <a:pathLst>
                <a:path w="2851" h="222763" stroke="0" extrusionOk="0">
                  <a:moveTo>
                    <a:pt x="0" y="222763"/>
                  </a:moveTo>
                  <a:lnTo>
                    <a:pt x="2851" y="222763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22763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</p:sp>
        <p:sp>
          <p:nvSpPr>
            <p:cNvPr id="1125" name="Graph element 35"/>
            <p:cNvSpPr/>
            <p:nvPr/>
          </p:nvSpPr>
          <p:spPr>
            <a:xfrm>
              <a:off x="1607818" y="817987"/>
              <a:ext cx="2851" cy="326126"/>
            </a:xfrm>
            <a:custGeom>
              <a:avLst/>
              <a:gdLst/>
              <a:ahLst/>
              <a:cxnLst/>
              <a:rect l="0" t="0" r="r" b="b"/>
              <a:pathLst>
                <a:path w="2851" h="326126" stroke="0" extrusionOk="0">
                  <a:moveTo>
                    <a:pt x="0" y="326126"/>
                  </a:moveTo>
                  <a:lnTo>
                    <a:pt x="2851" y="326126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326126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</p:sp>
        <p:sp>
          <p:nvSpPr>
            <p:cNvPr id="1126" name="Graph element 36"/>
            <p:cNvSpPr/>
            <p:nvPr/>
          </p:nvSpPr>
          <p:spPr>
            <a:xfrm>
              <a:off x="351432" y="629084"/>
              <a:ext cx="2851" cy="515029"/>
            </a:xfrm>
            <a:custGeom>
              <a:avLst/>
              <a:gdLst/>
              <a:ahLst/>
              <a:cxnLst/>
              <a:rect l="0" t="0" r="r" b="b"/>
              <a:pathLst>
                <a:path w="2851" h="515029" stroke="0" extrusionOk="0">
                  <a:moveTo>
                    <a:pt x="0" y="515029"/>
                  </a:moveTo>
                  <a:lnTo>
                    <a:pt x="2851" y="515029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515029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</p:sp>
        <p:sp>
          <p:nvSpPr>
            <p:cNvPr id="1127" name="Graph element 37"/>
            <p:cNvSpPr/>
            <p:nvPr/>
          </p:nvSpPr>
          <p:spPr>
            <a:xfrm>
              <a:off x="889628" y="482951"/>
              <a:ext cx="2851" cy="661162"/>
            </a:xfrm>
            <a:custGeom>
              <a:avLst/>
              <a:gdLst/>
              <a:ahLst/>
              <a:cxnLst/>
              <a:rect l="0" t="0" r="r" b="b"/>
              <a:pathLst>
                <a:path w="2851" h="661162" stroke="0" extrusionOk="0">
                  <a:moveTo>
                    <a:pt x="0" y="661162"/>
                  </a:moveTo>
                  <a:lnTo>
                    <a:pt x="2851" y="661162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661162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</p:sp>
        <p:sp>
          <p:nvSpPr>
            <p:cNvPr id="1128" name="Graph element 38"/>
            <p:cNvSpPr/>
            <p:nvPr/>
          </p:nvSpPr>
          <p:spPr>
            <a:xfrm>
              <a:off x="534989" y="283355"/>
              <a:ext cx="2851" cy="860758"/>
            </a:xfrm>
            <a:custGeom>
              <a:avLst/>
              <a:gdLst/>
              <a:ahLst/>
              <a:cxnLst/>
              <a:rect l="0" t="0" r="r" b="b"/>
              <a:pathLst>
                <a:path w="2851" h="860758" stroke="0" extrusionOk="0">
                  <a:moveTo>
                    <a:pt x="0" y="860758"/>
                  </a:moveTo>
                  <a:lnTo>
                    <a:pt x="2851" y="860758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860758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</p:sp>
        <p:sp>
          <p:nvSpPr>
            <p:cNvPr id="1129" name="Graph element 39"/>
            <p:cNvSpPr/>
            <p:nvPr/>
          </p:nvSpPr>
          <p:spPr>
            <a:xfrm>
              <a:off x="1791375" y="124748"/>
              <a:ext cx="2851" cy="773435"/>
            </a:xfrm>
            <a:custGeom>
              <a:avLst/>
              <a:gdLst/>
              <a:ahLst/>
              <a:cxnLst/>
              <a:rect l="0" t="0" r="r" b="b"/>
              <a:pathLst>
                <a:path w="2851" h="773435" stroke="0" extrusionOk="0">
                  <a:moveTo>
                    <a:pt x="0" y="773435"/>
                  </a:moveTo>
                  <a:lnTo>
                    <a:pt x="2851" y="773435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773435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</p:sp>
        <p:sp>
          <p:nvSpPr>
            <p:cNvPr id="1130" name="Graph element 40"/>
            <p:cNvSpPr/>
            <p:nvPr/>
          </p:nvSpPr>
          <p:spPr>
            <a:xfrm>
              <a:off x="1607818" y="124748"/>
              <a:ext cx="2851" cy="670073"/>
            </a:xfrm>
            <a:custGeom>
              <a:avLst/>
              <a:gdLst/>
              <a:ahLst/>
              <a:cxnLst/>
              <a:rect l="0" t="0" r="r" b="b"/>
              <a:pathLst>
                <a:path w="2851" h="670073" stroke="0" extrusionOk="0">
                  <a:moveTo>
                    <a:pt x="0" y="670073"/>
                  </a:moveTo>
                  <a:lnTo>
                    <a:pt x="2851" y="670073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670073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</p:sp>
        <p:sp>
          <p:nvSpPr>
            <p:cNvPr id="1131" name="Graph element 41"/>
            <p:cNvSpPr/>
            <p:nvPr/>
          </p:nvSpPr>
          <p:spPr>
            <a:xfrm>
              <a:off x="889628" y="124748"/>
              <a:ext cx="2851" cy="335036"/>
            </a:xfrm>
            <a:custGeom>
              <a:avLst/>
              <a:gdLst/>
              <a:ahLst/>
              <a:cxnLst/>
              <a:rect l="0" t="0" r="r" b="b"/>
              <a:pathLst>
                <a:path w="2851" h="335036" stroke="0" extrusionOk="0">
                  <a:moveTo>
                    <a:pt x="0" y="335036"/>
                  </a:moveTo>
                  <a:lnTo>
                    <a:pt x="2851" y="335036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335036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</p:sp>
        <p:sp>
          <p:nvSpPr>
            <p:cNvPr id="1132" name="Graph element 42"/>
            <p:cNvSpPr/>
            <p:nvPr/>
          </p:nvSpPr>
          <p:spPr>
            <a:xfrm>
              <a:off x="534989" y="124748"/>
              <a:ext cx="2851" cy="135440"/>
            </a:xfrm>
            <a:custGeom>
              <a:avLst/>
              <a:gdLst/>
              <a:ahLst/>
              <a:cxnLst/>
              <a:rect l="0" t="0" r="r" b="b"/>
              <a:pathLst>
                <a:path w="2851" h="135440" stroke="0" extrusionOk="0">
                  <a:moveTo>
                    <a:pt x="0" y="135440"/>
                  </a:moveTo>
                  <a:lnTo>
                    <a:pt x="2851" y="135440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35440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</p:sp>
        <p:sp>
          <p:nvSpPr>
            <p:cNvPr id="1133" name="Graph element 43"/>
            <p:cNvSpPr/>
            <p:nvPr/>
          </p:nvSpPr>
          <p:spPr>
            <a:xfrm>
              <a:off x="351432" y="124748"/>
              <a:ext cx="2851" cy="35642"/>
            </a:xfrm>
            <a:custGeom>
              <a:avLst/>
              <a:gdLst/>
              <a:ahLst/>
              <a:cxnLst/>
              <a:rect l="0" t="0" r="r" b="b"/>
              <a:pathLst>
                <a:path w="2851" h="35642" stroke="0" extrusionOk="0">
                  <a:moveTo>
                    <a:pt x="0" y="35642"/>
                  </a:moveTo>
                  <a:lnTo>
                    <a:pt x="2851" y="35642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35642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</p:sp>
        <p:sp>
          <p:nvSpPr>
            <p:cNvPr id="1134" name="Graph element 44"/>
            <p:cNvSpPr/>
            <p:nvPr/>
          </p:nvSpPr>
          <p:spPr>
            <a:xfrm>
              <a:off x="1976358" y="1835927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135" name="Graph element 45"/>
            <p:cNvSpPr/>
            <p:nvPr/>
          </p:nvSpPr>
          <p:spPr>
            <a:xfrm>
              <a:off x="1696567" y="1718308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136" name="Graph element 46"/>
            <p:cNvSpPr/>
            <p:nvPr/>
          </p:nvSpPr>
          <p:spPr>
            <a:xfrm>
              <a:off x="1689438" y="1718308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137" name="Graph element 47"/>
            <p:cNvSpPr/>
            <p:nvPr/>
          </p:nvSpPr>
          <p:spPr>
            <a:xfrm>
              <a:off x="1930379" y="1709041"/>
              <a:ext cx="4990" cy="53107"/>
            </a:xfrm>
            <a:custGeom>
              <a:avLst/>
              <a:gdLst/>
              <a:ahLst/>
              <a:cxnLst/>
              <a:rect l="0" t="0" r="r" b="b"/>
              <a:pathLst>
                <a:path w="4990" h="53107" stroke="0" extrusionOk="0">
                  <a:moveTo>
                    <a:pt x="0" y="50490"/>
                  </a:moveTo>
                  <a:lnTo>
                    <a:pt x="2617" y="53107"/>
                  </a:lnTo>
                  <a:lnTo>
                    <a:pt x="4990" y="53107"/>
                  </a:lnTo>
                  <a:lnTo>
                    <a:pt x="4990" y="50255"/>
                  </a:lnTo>
                  <a:lnTo>
                    <a:pt x="3798" y="50255"/>
                  </a:lnTo>
                  <a:lnTo>
                    <a:pt x="2851" y="49308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5049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138" name="Graph element 48"/>
            <p:cNvSpPr/>
            <p:nvPr/>
          </p:nvSpPr>
          <p:spPr>
            <a:xfrm>
              <a:off x="1923251" y="1709041"/>
              <a:ext cx="2851" cy="49899"/>
            </a:xfrm>
            <a:custGeom>
              <a:avLst/>
              <a:gdLst/>
              <a:ahLst/>
              <a:cxnLst/>
              <a:rect l="0" t="0" r="r" b="b"/>
              <a:pathLst>
                <a:path w="2851" h="49899" stroke="0" extrusionOk="0">
                  <a:moveTo>
                    <a:pt x="0" y="49899"/>
                  </a:moveTo>
                  <a:lnTo>
                    <a:pt x="2851" y="49899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49899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139" name="Graph element 49"/>
            <p:cNvSpPr/>
            <p:nvPr/>
          </p:nvSpPr>
          <p:spPr>
            <a:xfrm>
              <a:off x="1916122" y="1709041"/>
              <a:ext cx="2851" cy="46335"/>
            </a:xfrm>
            <a:custGeom>
              <a:avLst/>
              <a:gdLst/>
              <a:ahLst/>
              <a:cxnLst/>
              <a:rect l="0" t="0" r="r" b="b"/>
              <a:pathLst>
                <a:path w="2851" h="46335" stroke="0" extrusionOk="0">
                  <a:moveTo>
                    <a:pt x="0" y="46335"/>
                  </a:moveTo>
                  <a:lnTo>
                    <a:pt x="2851" y="46335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46335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140" name="Graph element 50"/>
            <p:cNvSpPr/>
            <p:nvPr/>
          </p:nvSpPr>
          <p:spPr>
            <a:xfrm>
              <a:off x="1908994" y="1709041"/>
              <a:ext cx="2851" cy="44553"/>
            </a:xfrm>
            <a:custGeom>
              <a:avLst/>
              <a:gdLst/>
              <a:ahLst/>
              <a:cxnLst/>
              <a:rect l="0" t="0" r="r" b="b"/>
              <a:pathLst>
                <a:path w="2851" h="44553" stroke="0" extrusionOk="0">
                  <a:moveTo>
                    <a:pt x="0" y="44553"/>
                  </a:moveTo>
                  <a:lnTo>
                    <a:pt x="2851" y="44553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44553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141" name="Graph element 51"/>
            <p:cNvSpPr/>
            <p:nvPr/>
          </p:nvSpPr>
          <p:spPr>
            <a:xfrm>
              <a:off x="1901865" y="1709041"/>
              <a:ext cx="2851" cy="42771"/>
            </a:xfrm>
            <a:custGeom>
              <a:avLst/>
              <a:gdLst/>
              <a:ahLst/>
              <a:cxnLst/>
              <a:rect l="0" t="0" r="r" b="b"/>
              <a:pathLst>
                <a:path w="2851" h="42771" stroke="0" extrusionOk="0">
                  <a:moveTo>
                    <a:pt x="0" y="42771"/>
                  </a:moveTo>
                  <a:lnTo>
                    <a:pt x="2851" y="42771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4277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142" name="Graph element 52"/>
            <p:cNvSpPr/>
            <p:nvPr/>
          </p:nvSpPr>
          <p:spPr>
            <a:xfrm>
              <a:off x="1894737" y="1709041"/>
              <a:ext cx="2851" cy="42771"/>
            </a:xfrm>
            <a:custGeom>
              <a:avLst/>
              <a:gdLst/>
              <a:ahLst/>
              <a:cxnLst/>
              <a:rect l="0" t="0" r="r" b="b"/>
              <a:pathLst>
                <a:path w="2851" h="42771" stroke="0" extrusionOk="0">
                  <a:moveTo>
                    <a:pt x="0" y="42771"/>
                  </a:moveTo>
                  <a:lnTo>
                    <a:pt x="2851" y="42771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4277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143" name="Graph element 53"/>
            <p:cNvSpPr/>
            <p:nvPr/>
          </p:nvSpPr>
          <p:spPr>
            <a:xfrm>
              <a:off x="1887609" y="1709041"/>
              <a:ext cx="4216" cy="41997"/>
            </a:xfrm>
            <a:custGeom>
              <a:avLst/>
              <a:gdLst/>
              <a:ahLst/>
              <a:cxnLst/>
              <a:rect l="0" t="0" r="r" b="b"/>
              <a:pathLst>
                <a:path w="4216" h="41997" stroke="0" extrusionOk="0">
                  <a:moveTo>
                    <a:pt x="0" y="39797"/>
                  </a:moveTo>
                  <a:lnTo>
                    <a:pt x="2200" y="41997"/>
                  </a:lnTo>
                  <a:lnTo>
                    <a:pt x="4216" y="39980"/>
                  </a:lnTo>
                  <a:lnTo>
                    <a:pt x="2851" y="38616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39797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144" name="Graph element 54"/>
            <p:cNvSpPr/>
            <p:nvPr/>
          </p:nvSpPr>
          <p:spPr>
            <a:xfrm>
              <a:off x="1880480" y="1709041"/>
              <a:ext cx="2851" cy="37424"/>
            </a:xfrm>
            <a:custGeom>
              <a:avLst/>
              <a:gdLst/>
              <a:ahLst/>
              <a:cxnLst/>
              <a:rect l="0" t="0" r="r" b="b"/>
              <a:pathLst>
                <a:path w="2851" h="37424" stroke="0" extrusionOk="0">
                  <a:moveTo>
                    <a:pt x="0" y="37424"/>
                  </a:moveTo>
                  <a:lnTo>
                    <a:pt x="2851" y="37424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37424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145" name="Graph element 55"/>
            <p:cNvSpPr/>
            <p:nvPr/>
          </p:nvSpPr>
          <p:spPr>
            <a:xfrm>
              <a:off x="1873352" y="1709041"/>
              <a:ext cx="2851" cy="35642"/>
            </a:xfrm>
            <a:custGeom>
              <a:avLst/>
              <a:gdLst/>
              <a:ahLst/>
              <a:cxnLst/>
              <a:rect l="0" t="0" r="r" b="b"/>
              <a:pathLst>
                <a:path w="2851" h="35642" stroke="0" extrusionOk="0">
                  <a:moveTo>
                    <a:pt x="0" y="35642"/>
                  </a:moveTo>
                  <a:lnTo>
                    <a:pt x="2851" y="35642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35642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146" name="Graph element 56"/>
            <p:cNvSpPr/>
            <p:nvPr/>
          </p:nvSpPr>
          <p:spPr>
            <a:xfrm>
              <a:off x="1784246" y="1709041"/>
              <a:ext cx="2851" cy="16039"/>
            </a:xfrm>
            <a:custGeom>
              <a:avLst/>
              <a:gdLst/>
              <a:ahLst/>
              <a:cxnLst/>
              <a:rect l="0" t="0" r="r" b="b"/>
              <a:pathLst>
                <a:path w="2851" h="16039" stroke="0" extrusionOk="0">
                  <a:moveTo>
                    <a:pt x="0" y="16039"/>
                  </a:moveTo>
                  <a:lnTo>
                    <a:pt x="2851" y="16039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6039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147" name="Graph element 57"/>
            <p:cNvSpPr/>
            <p:nvPr/>
          </p:nvSpPr>
          <p:spPr>
            <a:xfrm>
              <a:off x="1775753" y="1709041"/>
              <a:ext cx="4216" cy="17047"/>
            </a:xfrm>
            <a:custGeom>
              <a:avLst/>
              <a:gdLst/>
              <a:ahLst/>
              <a:cxnLst/>
              <a:rect l="0" t="0" r="r" b="b"/>
              <a:pathLst>
                <a:path w="4216" h="17047" stroke="0" extrusionOk="0">
                  <a:moveTo>
                    <a:pt x="0" y="15031"/>
                  </a:moveTo>
                  <a:lnTo>
                    <a:pt x="2016" y="17047"/>
                  </a:lnTo>
                  <a:lnTo>
                    <a:pt x="4216" y="14847"/>
                  </a:lnTo>
                  <a:lnTo>
                    <a:pt x="4216" y="0"/>
                  </a:lnTo>
                  <a:lnTo>
                    <a:pt x="1365" y="0"/>
                  </a:lnTo>
                  <a:lnTo>
                    <a:pt x="1365" y="13666"/>
                  </a:lnTo>
                  <a:lnTo>
                    <a:pt x="0" y="1503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148" name="Graph element 58"/>
            <p:cNvSpPr/>
            <p:nvPr/>
          </p:nvSpPr>
          <p:spPr>
            <a:xfrm>
              <a:off x="1769989" y="1709041"/>
              <a:ext cx="2851" cy="12475"/>
            </a:xfrm>
            <a:custGeom>
              <a:avLst/>
              <a:gdLst/>
              <a:ahLst/>
              <a:cxnLst/>
              <a:rect l="0" t="0" r="r" b="b"/>
              <a:pathLst>
                <a:path w="2851" h="12475" stroke="0" extrusionOk="0">
                  <a:moveTo>
                    <a:pt x="0" y="12475"/>
                  </a:moveTo>
                  <a:lnTo>
                    <a:pt x="2851" y="12475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2475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149" name="Graph element 59"/>
            <p:cNvSpPr/>
            <p:nvPr/>
          </p:nvSpPr>
          <p:spPr>
            <a:xfrm>
              <a:off x="1762861" y="1709041"/>
              <a:ext cx="2851" cy="12475"/>
            </a:xfrm>
            <a:custGeom>
              <a:avLst/>
              <a:gdLst/>
              <a:ahLst/>
              <a:cxnLst/>
              <a:rect l="0" t="0" r="r" b="b"/>
              <a:pathLst>
                <a:path w="2851" h="12475" stroke="0" extrusionOk="0">
                  <a:moveTo>
                    <a:pt x="0" y="12475"/>
                  </a:moveTo>
                  <a:lnTo>
                    <a:pt x="2851" y="12475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2475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150" name="Graph element 60"/>
            <p:cNvSpPr/>
            <p:nvPr/>
          </p:nvSpPr>
          <p:spPr>
            <a:xfrm>
              <a:off x="1755733" y="1709041"/>
              <a:ext cx="2851" cy="12475"/>
            </a:xfrm>
            <a:custGeom>
              <a:avLst/>
              <a:gdLst/>
              <a:ahLst/>
              <a:cxnLst/>
              <a:rect l="0" t="0" r="r" b="b"/>
              <a:pathLst>
                <a:path w="2851" h="12475" stroke="0" extrusionOk="0">
                  <a:moveTo>
                    <a:pt x="0" y="12475"/>
                  </a:moveTo>
                  <a:lnTo>
                    <a:pt x="2851" y="12475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2475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151" name="Graph element 61"/>
            <p:cNvSpPr/>
            <p:nvPr/>
          </p:nvSpPr>
          <p:spPr>
            <a:xfrm>
              <a:off x="1748604" y="1709041"/>
              <a:ext cx="2851" cy="12475"/>
            </a:xfrm>
            <a:custGeom>
              <a:avLst/>
              <a:gdLst/>
              <a:ahLst/>
              <a:cxnLst/>
              <a:rect l="0" t="0" r="r" b="b"/>
              <a:pathLst>
                <a:path w="2851" h="12475" stroke="0" extrusionOk="0">
                  <a:moveTo>
                    <a:pt x="0" y="12475"/>
                  </a:moveTo>
                  <a:lnTo>
                    <a:pt x="2851" y="12475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2475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152" name="Graph element 62"/>
            <p:cNvSpPr/>
            <p:nvPr/>
          </p:nvSpPr>
          <p:spPr>
            <a:xfrm>
              <a:off x="1741476" y="1709041"/>
              <a:ext cx="2851" cy="12475"/>
            </a:xfrm>
            <a:custGeom>
              <a:avLst/>
              <a:gdLst/>
              <a:ahLst/>
              <a:cxnLst/>
              <a:rect l="0" t="0" r="r" b="b"/>
              <a:pathLst>
                <a:path w="2851" h="12475" stroke="0" extrusionOk="0">
                  <a:moveTo>
                    <a:pt x="0" y="12475"/>
                  </a:moveTo>
                  <a:lnTo>
                    <a:pt x="2851" y="12475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2475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153" name="Graph element 63"/>
            <p:cNvSpPr/>
            <p:nvPr/>
          </p:nvSpPr>
          <p:spPr>
            <a:xfrm>
              <a:off x="1734347" y="1709041"/>
              <a:ext cx="2851" cy="10693"/>
            </a:xfrm>
            <a:custGeom>
              <a:avLst/>
              <a:gdLst/>
              <a:ahLst/>
              <a:cxnLst/>
              <a:rect l="0" t="0" r="r" b="b"/>
              <a:pathLst>
                <a:path w="2851" h="10693" stroke="0" extrusionOk="0">
                  <a:moveTo>
                    <a:pt x="0" y="10693"/>
                  </a:moveTo>
                  <a:lnTo>
                    <a:pt x="2851" y="10693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0693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154" name="Graph element 64"/>
            <p:cNvSpPr/>
            <p:nvPr/>
          </p:nvSpPr>
          <p:spPr>
            <a:xfrm>
              <a:off x="1727219" y="1709041"/>
              <a:ext cx="2851" cy="10693"/>
            </a:xfrm>
            <a:custGeom>
              <a:avLst/>
              <a:gdLst/>
              <a:ahLst/>
              <a:cxnLst/>
              <a:rect l="0" t="0" r="r" b="b"/>
              <a:pathLst>
                <a:path w="2851" h="10693" stroke="0" extrusionOk="0">
                  <a:moveTo>
                    <a:pt x="0" y="10693"/>
                  </a:moveTo>
                  <a:lnTo>
                    <a:pt x="2851" y="10693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0693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155" name="Graph element 65"/>
            <p:cNvSpPr/>
            <p:nvPr/>
          </p:nvSpPr>
          <p:spPr>
            <a:xfrm>
              <a:off x="1679102" y="1709041"/>
              <a:ext cx="2851" cy="7128"/>
            </a:xfrm>
            <a:custGeom>
              <a:avLst/>
              <a:gdLst/>
              <a:ahLst/>
              <a:cxnLst/>
              <a:rect l="0" t="0" r="r" b="b"/>
              <a:pathLst>
                <a:path w="2851" h="7128" stroke="0" extrusionOk="0">
                  <a:moveTo>
                    <a:pt x="0" y="7128"/>
                  </a:moveTo>
                  <a:lnTo>
                    <a:pt x="2851" y="7128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7128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156" name="Graph element 66"/>
            <p:cNvSpPr/>
            <p:nvPr/>
          </p:nvSpPr>
          <p:spPr>
            <a:xfrm>
              <a:off x="1671974" y="1709041"/>
              <a:ext cx="2851" cy="7128"/>
            </a:xfrm>
            <a:custGeom>
              <a:avLst/>
              <a:gdLst/>
              <a:ahLst/>
              <a:cxnLst/>
              <a:rect l="0" t="0" r="r" b="b"/>
              <a:pathLst>
                <a:path w="2851" h="7128" stroke="0" extrusionOk="0">
                  <a:moveTo>
                    <a:pt x="0" y="7128"/>
                  </a:moveTo>
                  <a:lnTo>
                    <a:pt x="2851" y="7128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7128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157" name="Graph element 67"/>
            <p:cNvSpPr/>
            <p:nvPr/>
          </p:nvSpPr>
          <p:spPr>
            <a:xfrm>
              <a:off x="1664845" y="1709041"/>
              <a:ext cx="4990" cy="10336"/>
            </a:xfrm>
            <a:custGeom>
              <a:avLst/>
              <a:gdLst/>
              <a:ahLst/>
              <a:cxnLst/>
              <a:rect l="0" t="0" r="r" b="b"/>
              <a:pathLst>
                <a:path w="4990" h="10336" stroke="0" extrusionOk="0">
                  <a:moveTo>
                    <a:pt x="0" y="7719"/>
                  </a:moveTo>
                  <a:lnTo>
                    <a:pt x="2617" y="10336"/>
                  </a:lnTo>
                  <a:lnTo>
                    <a:pt x="4990" y="10336"/>
                  </a:lnTo>
                  <a:lnTo>
                    <a:pt x="4990" y="7485"/>
                  </a:lnTo>
                  <a:lnTo>
                    <a:pt x="3798" y="7485"/>
                  </a:lnTo>
                  <a:lnTo>
                    <a:pt x="2851" y="6538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7719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158" name="Graph element 68"/>
            <p:cNvSpPr/>
            <p:nvPr/>
          </p:nvSpPr>
          <p:spPr>
            <a:xfrm>
              <a:off x="1657717" y="1709041"/>
              <a:ext cx="4216" cy="9919"/>
            </a:xfrm>
            <a:custGeom>
              <a:avLst/>
              <a:gdLst/>
              <a:ahLst/>
              <a:cxnLst/>
              <a:rect l="0" t="0" r="r" b="b"/>
              <a:pathLst>
                <a:path w="4216" h="9919" stroke="0" extrusionOk="0">
                  <a:moveTo>
                    <a:pt x="0" y="7719"/>
                  </a:moveTo>
                  <a:lnTo>
                    <a:pt x="2200" y="9919"/>
                  </a:lnTo>
                  <a:lnTo>
                    <a:pt x="4216" y="7902"/>
                  </a:lnTo>
                  <a:lnTo>
                    <a:pt x="2851" y="6538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7719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159" name="Graph element 69"/>
            <p:cNvSpPr/>
            <p:nvPr/>
          </p:nvSpPr>
          <p:spPr>
            <a:xfrm>
              <a:off x="1650588" y="1709041"/>
              <a:ext cx="4216" cy="9919"/>
            </a:xfrm>
            <a:custGeom>
              <a:avLst/>
              <a:gdLst/>
              <a:ahLst/>
              <a:cxnLst/>
              <a:rect l="0" t="0" r="r" b="b"/>
              <a:pathLst>
                <a:path w="4216" h="9919" stroke="0" extrusionOk="0">
                  <a:moveTo>
                    <a:pt x="0" y="7719"/>
                  </a:moveTo>
                  <a:lnTo>
                    <a:pt x="2200" y="9919"/>
                  </a:lnTo>
                  <a:lnTo>
                    <a:pt x="4216" y="7902"/>
                  </a:lnTo>
                  <a:lnTo>
                    <a:pt x="2851" y="6538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7719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160" name="Graph element 70"/>
            <p:cNvSpPr/>
            <p:nvPr/>
          </p:nvSpPr>
          <p:spPr>
            <a:xfrm>
              <a:off x="1643460" y="1709041"/>
              <a:ext cx="2851" cy="5346"/>
            </a:xfrm>
            <a:custGeom>
              <a:avLst/>
              <a:gdLst/>
              <a:ahLst/>
              <a:cxnLst/>
              <a:rect l="0" t="0" r="r" b="b"/>
              <a:pathLst>
                <a:path w="2851" h="5346" stroke="0" extrusionOk="0">
                  <a:moveTo>
                    <a:pt x="0" y="5346"/>
                  </a:moveTo>
                  <a:lnTo>
                    <a:pt x="2851" y="5346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5346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161" name="Graph element 71"/>
            <p:cNvSpPr/>
            <p:nvPr/>
          </p:nvSpPr>
          <p:spPr>
            <a:xfrm>
              <a:off x="1636331" y="1709041"/>
              <a:ext cx="2851" cy="5346"/>
            </a:xfrm>
            <a:custGeom>
              <a:avLst/>
              <a:gdLst/>
              <a:ahLst/>
              <a:cxnLst/>
              <a:rect l="0" t="0" r="r" b="b"/>
              <a:pathLst>
                <a:path w="2851" h="5346" stroke="0" extrusionOk="0">
                  <a:moveTo>
                    <a:pt x="0" y="5346"/>
                  </a:moveTo>
                  <a:lnTo>
                    <a:pt x="2851" y="5346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5346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162" name="Graph element 72"/>
            <p:cNvSpPr/>
            <p:nvPr/>
          </p:nvSpPr>
          <p:spPr>
            <a:xfrm>
              <a:off x="1629203" y="1709041"/>
              <a:ext cx="2851" cy="3564"/>
            </a:xfrm>
            <a:custGeom>
              <a:avLst/>
              <a:gdLst/>
              <a:ahLst/>
              <a:cxnLst/>
              <a:rect l="0" t="0" r="r" b="b"/>
              <a:pathLst>
                <a:path w="2851" h="3564" stroke="0" extrusionOk="0">
                  <a:moveTo>
                    <a:pt x="0" y="3564"/>
                  </a:moveTo>
                  <a:lnTo>
                    <a:pt x="2851" y="3564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3564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163" name="Graph element 73"/>
            <p:cNvSpPr/>
            <p:nvPr/>
          </p:nvSpPr>
          <p:spPr>
            <a:xfrm>
              <a:off x="1532969" y="1709041"/>
              <a:ext cx="2851" cy="1782"/>
            </a:xfrm>
            <a:custGeom>
              <a:avLst/>
              <a:gdLst/>
              <a:ahLst/>
              <a:cxnLst/>
              <a:rect l="0" t="0" r="r" b="b"/>
              <a:pathLst>
                <a:path w="2851" h="1782" stroke="0" extrusionOk="0">
                  <a:moveTo>
                    <a:pt x="0" y="1782"/>
                  </a:moveTo>
                  <a:lnTo>
                    <a:pt x="2851" y="1782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782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164" name="Graph element 74"/>
            <p:cNvSpPr/>
            <p:nvPr/>
          </p:nvSpPr>
          <p:spPr>
            <a:xfrm>
              <a:off x="1525841" y="1709041"/>
              <a:ext cx="2851" cy="1782"/>
            </a:xfrm>
            <a:custGeom>
              <a:avLst/>
              <a:gdLst/>
              <a:ahLst/>
              <a:cxnLst/>
              <a:rect l="0" t="0" r="r" b="b"/>
              <a:pathLst>
                <a:path w="2851" h="1782" stroke="0" extrusionOk="0">
                  <a:moveTo>
                    <a:pt x="0" y="1782"/>
                  </a:moveTo>
                  <a:lnTo>
                    <a:pt x="2851" y="1782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782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165" name="Graph element 75"/>
            <p:cNvSpPr/>
            <p:nvPr/>
          </p:nvSpPr>
          <p:spPr>
            <a:xfrm>
              <a:off x="1423904" y="1707616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166" name="Graph element 76"/>
            <p:cNvSpPr/>
            <p:nvPr/>
          </p:nvSpPr>
          <p:spPr>
            <a:xfrm>
              <a:off x="1416776" y="1707616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167" name="Graph element 77"/>
            <p:cNvSpPr/>
            <p:nvPr/>
          </p:nvSpPr>
          <p:spPr>
            <a:xfrm>
              <a:off x="1314187" y="1703461"/>
              <a:ext cx="5580" cy="4806"/>
            </a:xfrm>
            <a:custGeom>
              <a:avLst/>
              <a:gdLst/>
              <a:ahLst/>
              <a:cxnLst/>
              <a:rect l="0" t="0" r="r" b="b"/>
              <a:pathLst>
                <a:path w="5580" h="4806" stroke="0" extrusionOk="0">
                  <a:moveTo>
                    <a:pt x="0" y="2790"/>
                  </a:moveTo>
                  <a:lnTo>
                    <a:pt x="2016" y="4806"/>
                  </a:lnTo>
                  <a:lnTo>
                    <a:pt x="2790" y="4032"/>
                  </a:lnTo>
                  <a:lnTo>
                    <a:pt x="3564" y="4806"/>
                  </a:lnTo>
                  <a:lnTo>
                    <a:pt x="5580" y="2790"/>
                  </a:lnTo>
                  <a:lnTo>
                    <a:pt x="2790" y="0"/>
                  </a:lnTo>
                  <a:lnTo>
                    <a:pt x="0" y="279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168" name="Graph element 78"/>
            <p:cNvSpPr/>
            <p:nvPr/>
          </p:nvSpPr>
          <p:spPr>
            <a:xfrm>
              <a:off x="1308841" y="1704469"/>
              <a:ext cx="3798" cy="3798"/>
            </a:xfrm>
            <a:custGeom>
              <a:avLst/>
              <a:gdLst/>
              <a:ahLst/>
              <a:cxnLst/>
              <a:rect l="0" t="0" r="r" b="b"/>
              <a:pathLst>
                <a:path w="3798" h="3798" stroke="0" extrusionOk="0">
                  <a:moveTo>
                    <a:pt x="1782" y="3798"/>
                  </a:moveTo>
                  <a:lnTo>
                    <a:pt x="3798" y="1782"/>
                  </a:lnTo>
                  <a:lnTo>
                    <a:pt x="2016" y="0"/>
                  </a:lnTo>
                  <a:lnTo>
                    <a:pt x="0" y="2016"/>
                  </a:lnTo>
                  <a:lnTo>
                    <a:pt x="1782" y="3798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169" name="Graph element 79"/>
            <p:cNvSpPr/>
            <p:nvPr/>
          </p:nvSpPr>
          <p:spPr>
            <a:xfrm>
              <a:off x="1301713" y="1704469"/>
              <a:ext cx="3798" cy="3798"/>
            </a:xfrm>
            <a:custGeom>
              <a:avLst/>
              <a:gdLst/>
              <a:ahLst/>
              <a:cxnLst/>
              <a:rect l="0" t="0" r="r" b="b"/>
              <a:pathLst>
                <a:path w="3798" h="3798" stroke="0" extrusionOk="0">
                  <a:moveTo>
                    <a:pt x="1782" y="3798"/>
                  </a:moveTo>
                  <a:lnTo>
                    <a:pt x="3798" y="1782"/>
                  </a:lnTo>
                  <a:lnTo>
                    <a:pt x="2016" y="0"/>
                  </a:lnTo>
                  <a:lnTo>
                    <a:pt x="0" y="2016"/>
                  </a:lnTo>
                  <a:lnTo>
                    <a:pt x="1782" y="3798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170" name="Graph element 80"/>
            <p:cNvSpPr/>
            <p:nvPr/>
          </p:nvSpPr>
          <p:spPr>
            <a:xfrm>
              <a:off x="1295949" y="1705477"/>
              <a:ext cx="2851" cy="1782"/>
            </a:xfrm>
            <a:custGeom>
              <a:avLst/>
              <a:gdLst/>
              <a:ahLst/>
              <a:cxnLst/>
              <a:rect l="0" t="0" r="r" b="b"/>
              <a:pathLst>
                <a:path w="2851" h="1782" stroke="0" extrusionOk="0">
                  <a:moveTo>
                    <a:pt x="0" y="1782"/>
                  </a:moveTo>
                  <a:lnTo>
                    <a:pt x="2851" y="1782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782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171" name="Graph element 81"/>
            <p:cNvSpPr/>
            <p:nvPr/>
          </p:nvSpPr>
          <p:spPr>
            <a:xfrm>
              <a:off x="1215398" y="1702269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172" name="Graph element 82"/>
            <p:cNvSpPr/>
            <p:nvPr/>
          </p:nvSpPr>
          <p:spPr>
            <a:xfrm>
              <a:off x="1208269" y="1702269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173" name="Graph element 83"/>
            <p:cNvSpPr/>
            <p:nvPr/>
          </p:nvSpPr>
          <p:spPr>
            <a:xfrm>
              <a:off x="1201141" y="1702269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174" name="Graph element 84"/>
            <p:cNvSpPr/>
            <p:nvPr/>
          </p:nvSpPr>
          <p:spPr>
            <a:xfrm>
              <a:off x="1194012" y="1702269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175" name="Graph element 85"/>
            <p:cNvSpPr/>
            <p:nvPr/>
          </p:nvSpPr>
          <p:spPr>
            <a:xfrm>
              <a:off x="1184094" y="1702269"/>
              <a:ext cx="4572" cy="4216"/>
            </a:xfrm>
            <a:custGeom>
              <a:avLst/>
              <a:gdLst/>
              <a:ahLst/>
              <a:cxnLst/>
              <a:rect l="0" t="0" r="r" b="b"/>
              <a:pathLst>
                <a:path w="4572" h="4216" stroke="0" extrusionOk="0">
                  <a:moveTo>
                    <a:pt x="0" y="2200"/>
                  </a:moveTo>
                  <a:lnTo>
                    <a:pt x="2016" y="4216"/>
                  </a:lnTo>
                  <a:lnTo>
                    <a:pt x="3381" y="2851"/>
                  </a:lnTo>
                  <a:lnTo>
                    <a:pt x="4572" y="2851"/>
                  </a:lnTo>
                  <a:lnTo>
                    <a:pt x="4572" y="0"/>
                  </a:lnTo>
                  <a:lnTo>
                    <a:pt x="2200" y="0"/>
                  </a:lnTo>
                  <a:lnTo>
                    <a:pt x="0" y="220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176" name="Graph element 86"/>
            <p:cNvSpPr/>
            <p:nvPr/>
          </p:nvSpPr>
          <p:spPr>
            <a:xfrm>
              <a:off x="1176965" y="1702269"/>
              <a:ext cx="4572" cy="4216"/>
            </a:xfrm>
            <a:custGeom>
              <a:avLst/>
              <a:gdLst/>
              <a:ahLst/>
              <a:cxnLst/>
              <a:rect l="0" t="0" r="r" b="b"/>
              <a:pathLst>
                <a:path w="4572" h="4216" stroke="0" extrusionOk="0">
                  <a:moveTo>
                    <a:pt x="0" y="2200"/>
                  </a:moveTo>
                  <a:lnTo>
                    <a:pt x="2016" y="4216"/>
                  </a:lnTo>
                  <a:lnTo>
                    <a:pt x="3381" y="2851"/>
                  </a:lnTo>
                  <a:lnTo>
                    <a:pt x="4572" y="2851"/>
                  </a:lnTo>
                  <a:lnTo>
                    <a:pt x="4572" y="0"/>
                  </a:lnTo>
                  <a:lnTo>
                    <a:pt x="2200" y="0"/>
                  </a:lnTo>
                  <a:lnTo>
                    <a:pt x="0" y="220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177" name="Graph element 87"/>
            <p:cNvSpPr/>
            <p:nvPr/>
          </p:nvSpPr>
          <p:spPr>
            <a:xfrm>
              <a:off x="1119520" y="1703695"/>
              <a:ext cx="2851" cy="1782"/>
            </a:xfrm>
            <a:custGeom>
              <a:avLst/>
              <a:gdLst/>
              <a:ahLst/>
              <a:cxnLst/>
              <a:rect l="0" t="0" r="r" b="b"/>
              <a:pathLst>
                <a:path w="2851" h="1782" stroke="0" extrusionOk="0">
                  <a:moveTo>
                    <a:pt x="0" y="1782"/>
                  </a:moveTo>
                  <a:lnTo>
                    <a:pt x="2851" y="1782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782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178" name="Graph element 88"/>
            <p:cNvSpPr/>
            <p:nvPr/>
          </p:nvSpPr>
          <p:spPr>
            <a:xfrm>
              <a:off x="1030415" y="1701913"/>
              <a:ext cx="2851" cy="3564"/>
            </a:xfrm>
            <a:custGeom>
              <a:avLst/>
              <a:gdLst/>
              <a:ahLst/>
              <a:cxnLst/>
              <a:rect l="0" t="0" r="r" b="b"/>
              <a:pathLst>
                <a:path w="2851" h="3564" stroke="0" extrusionOk="0">
                  <a:moveTo>
                    <a:pt x="0" y="3564"/>
                  </a:moveTo>
                  <a:lnTo>
                    <a:pt x="2851" y="3564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3564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179" name="Graph element 89"/>
            <p:cNvSpPr/>
            <p:nvPr/>
          </p:nvSpPr>
          <p:spPr>
            <a:xfrm>
              <a:off x="1001901" y="1701913"/>
              <a:ext cx="2851" cy="3564"/>
            </a:xfrm>
            <a:custGeom>
              <a:avLst/>
              <a:gdLst/>
              <a:ahLst/>
              <a:cxnLst/>
              <a:rect l="0" t="0" r="r" b="b"/>
              <a:pathLst>
                <a:path w="2851" h="3564" stroke="0" extrusionOk="0">
                  <a:moveTo>
                    <a:pt x="0" y="3564"/>
                  </a:moveTo>
                  <a:lnTo>
                    <a:pt x="2851" y="3564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3564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180" name="Graph element 90"/>
            <p:cNvSpPr/>
            <p:nvPr/>
          </p:nvSpPr>
          <p:spPr>
            <a:xfrm>
              <a:off x="994773" y="1701913"/>
              <a:ext cx="2851" cy="3564"/>
            </a:xfrm>
            <a:custGeom>
              <a:avLst/>
              <a:gdLst/>
              <a:ahLst/>
              <a:cxnLst/>
              <a:rect l="0" t="0" r="r" b="b"/>
              <a:pathLst>
                <a:path w="2851" h="3564" stroke="0" extrusionOk="0">
                  <a:moveTo>
                    <a:pt x="0" y="3564"/>
                  </a:moveTo>
                  <a:lnTo>
                    <a:pt x="2851" y="3564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3564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181" name="Graph element 91"/>
            <p:cNvSpPr/>
            <p:nvPr/>
          </p:nvSpPr>
          <p:spPr>
            <a:xfrm>
              <a:off x="987644" y="1701913"/>
              <a:ext cx="2851" cy="3564"/>
            </a:xfrm>
            <a:custGeom>
              <a:avLst/>
              <a:gdLst/>
              <a:ahLst/>
              <a:cxnLst/>
              <a:rect l="0" t="0" r="r" b="b"/>
              <a:pathLst>
                <a:path w="2851" h="3564" stroke="0" extrusionOk="0">
                  <a:moveTo>
                    <a:pt x="0" y="3564"/>
                  </a:moveTo>
                  <a:lnTo>
                    <a:pt x="2851" y="3564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3564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182" name="Graph element 92"/>
            <p:cNvSpPr/>
            <p:nvPr/>
          </p:nvSpPr>
          <p:spPr>
            <a:xfrm>
              <a:off x="980516" y="1701913"/>
              <a:ext cx="2851" cy="3564"/>
            </a:xfrm>
            <a:custGeom>
              <a:avLst/>
              <a:gdLst/>
              <a:ahLst/>
              <a:cxnLst/>
              <a:rect l="0" t="0" r="r" b="b"/>
              <a:pathLst>
                <a:path w="2851" h="3564" stroke="0" extrusionOk="0">
                  <a:moveTo>
                    <a:pt x="0" y="3564"/>
                  </a:moveTo>
                  <a:lnTo>
                    <a:pt x="2851" y="3564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3564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183" name="Graph element 93"/>
            <p:cNvSpPr/>
            <p:nvPr/>
          </p:nvSpPr>
          <p:spPr>
            <a:xfrm>
              <a:off x="1021922" y="1699123"/>
              <a:ext cx="4216" cy="6354"/>
            </a:xfrm>
            <a:custGeom>
              <a:avLst/>
              <a:gdLst/>
              <a:ahLst/>
              <a:cxnLst/>
              <a:rect l="0" t="0" r="r" b="b"/>
              <a:pathLst>
                <a:path w="4216" h="6354" stroke="0" extrusionOk="0">
                  <a:moveTo>
                    <a:pt x="1365" y="3381"/>
                  </a:moveTo>
                  <a:lnTo>
                    <a:pt x="1365" y="6354"/>
                  </a:lnTo>
                  <a:lnTo>
                    <a:pt x="4216" y="6354"/>
                  </a:lnTo>
                  <a:lnTo>
                    <a:pt x="4216" y="2200"/>
                  </a:lnTo>
                  <a:lnTo>
                    <a:pt x="2016" y="0"/>
                  </a:lnTo>
                  <a:lnTo>
                    <a:pt x="0" y="2016"/>
                  </a:lnTo>
                  <a:lnTo>
                    <a:pt x="1365" y="338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184" name="Graph element 94"/>
            <p:cNvSpPr/>
            <p:nvPr/>
          </p:nvSpPr>
          <p:spPr>
            <a:xfrm>
              <a:off x="1014793" y="1699123"/>
              <a:ext cx="4216" cy="6354"/>
            </a:xfrm>
            <a:custGeom>
              <a:avLst/>
              <a:gdLst/>
              <a:ahLst/>
              <a:cxnLst/>
              <a:rect l="0" t="0" r="r" b="b"/>
              <a:pathLst>
                <a:path w="4216" h="6354" stroke="0" extrusionOk="0">
                  <a:moveTo>
                    <a:pt x="1365" y="3381"/>
                  </a:moveTo>
                  <a:lnTo>
                    <a:pt x="1365" y="6354"/>
                  </a:lnTo>
                  <a:lnTo>
                    <a:pt x="4216" y="6354"/>
                  </a:lnTo>
                  <a:lnTo>
                    <a:pt x="4216" y="2200"/>
                  </a:lnTo>
                  <a:lnTo>
                    <a:pt x="2016" y="0"/>
                  </a:lnTo>
                  <a:lnTo>
                    <a:pt x="0" y="2016"/>
                  </a:lnTo>
                  <a:lnTo>
                    <a:pt x="1365" y="338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185" name="Graph element 95"/>
            <p:cNvSpPr/>
            <p:nvPr/>
          </p:nvSpPr>
          <p:spPr>
            <a:xfrm>
              <a:off x="1007665" y="1699123"/>
              <a:ext cx="4216" cy="6354"/>
            </a:xfrm>
            <a:custGeom>
              <a:avLst/>
              <a:gdLst/>
              <a:ahLst/>
              <a:cxnLst/>
              <a:rect l="0" t="0" r="r" b="b"/>
              <a:pathLst>
                <a:path w="4216" h="6354" stroke="0" extrusionOk="0">
                  <a:moveTo>
                    <a:pt x="1365" y="3381"/>
                  </a:moveTo>
                  <a:lnTo>
                    <a:pt x="1365" y="6354"/>
                  </a:lnTo>
                  <a:lnTo>
                    <a:pt x="4216" y="6354"/>
                  </a:lnTo>
                  <a:lnTo>
                    <a:pt x="4216" y="2200"/>
                  </a:lnTo>
                  <a:lnTo>
                    <a:pt x="2016" y="0"/>
                  </a:lnTo>
                  <a:lnTo>
                    <a:pt x="0" y="2016"/>
                  </a:lnTo>
                  <a:lnTo>
                    <a:pt x="1365" y="338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186" name="Graph element 96"/>
            <p:cNvSpPr/>
            <p:nvPr/>
          </p:nvSpPr>
          <p:spPr>
            <a:xfrm>
              <a:off x="925270" y="1700131"/>
              <a:ext cx="2851" cy="5346"/>
            </a:xfrm>
            <a:custGeom>
              <a:avLst/>
              <a:gdLst/>
              <a:ahLst/>
              <a:cxnLst/>
              <a:rect l="0" t="0" r="r" b="b"/>
              <a:pathLst>
                <a:path w="2851" h="5346" stroke="0" extrusionOk="0">
                  <a:moveTo>
                    <a:pt x="0" y="5346"/>
                  </a:moveTo>
                  <a:lnTo>
                    <a:pt x="2851" y="5346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5346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187" name="Graph element 97"/>
            <p:cNvSpPr/>
            <p:nvPr/>
          </p:nvSpPr>
          <p:spPr>
            <a:xfrm>
              <a:off x="918142" y="1700131"/>
              <a:ext cx="2851" cy="5346"/>
            </a:xfrm>
            <a:custGeom>
              <a:avLst/>
              <a:gdLst/>
              <a:ahLst/>
              <a:cxnLst/>
              <a:rect l="0" t="0" r="r" b="b"/>
              <a:pathLst>
                <a:path w="2851" h="5346" stroke="0" extrusionOk="0">
                  <a:moveTo>
                    <a:pt x="0" y="5346"/>
                  </a:moveTo>
                  <a:lnTo>
                    <a:pt x="2851" y="5346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5346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188" name="Graph element 98"/>
            <p:cNvSpPr/>
            <p:nvPr/>
          </p:nvSpPr>
          <p:spPr>
            <a:xfrm>
              <a:off x="896757" y="1700131"/>
              <a:ext cx="2851" cy="5346"/>
            </a:xfrm>
            <a:custGeom>
              <a:avLst/>
              <a:gdLst/>
              <a:ahLst/>
              <a:cxnLst/>
              <a:rect l="0" t="0" r="r" b="b"/>
              <a:pathLst>
                <a:path w="2851" h="5346" stroke="0" extrusionOk="0">
                  <a:moveTo>
                    <a:pt x="0" y="5346"/>
                  </a:moveTo>
                  <a:lnTo>
                    <a:pt x="2851" y="5346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5346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189" name="Graph element 99"/>
            <p:cNvSpPr/>
            <p:nvPr/>
          </p:nvSpPr>
          <p:spPr>
            <a:xfrm>
              <a:off x="882500" y="1700131"/>
              <a:ext cx="2851" cy="5346"/>
            </a:xfrm>
            <a:custGeom>
              <a:avLst/>
              <a:gdLst/>
              <a:ahLst/>
              <a:cxnLst/>
              <a:rect l="0" t="0" r="r" b="b"/>
              <a:pathLst>
                <a:path w="2851" h="5346" stroke="0" extrusionOk="0">
                  <a:moveTo>
                    <a:pt x="0" y="5346"/>
                  </a:moveTo>
                  <a:lnTo>
                    <a:pt x="2851" y="5346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5346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190" name="Graph element 100"/>
            <p:cNvSpPr/>
            <p:nvPr/>
          </p:nvSpPr>
          <p:spPr>
            <a:xfrm>
              <a:off x="875371" y="1700131"/>
              <a:ext cx="2851" cy="5346"/>
            </a:xfrm>
            <a:custGeom>
              <a:avLst/>
              <a:gdLst/>
              <a:ahLst/>
              <a:cxnLst/>
              <a:rect l="0" t="0" r="r" b="b"/>
              <a:pathLst>
                <a:path w="2851" h="5346" stroke="0" extrusionOk="0">
                  <a:moveTo>
                    <a:pt x="0" y="5346"/>
                  </a:moveTo>
                  <a:lnTo>
                    <a:pt x="2851" y="5346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5346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191" name="Graph element 101"/>
            <p:cNvSpPr/>
            <p:nvPr/>
          </p:nvSpPr>
          <p:spPr>
            <a:xfrm>
              <a:off x="911013" y="1696923"/>
              <a:ext cx="4990" cy="8554"/>
            </a:xfrm>
            <a:custGeom>
              <a:avLst/>
              <a:gdLst/>
              <a:ahLst/>
              <a:cxnLst/>
              <a:rect l="0" t="0" r="r" b="b"/>
              <a:pathLst>
                <a:path w="4990" h="8554" stroke="0" extrusionOk="0">
                  <a:moveTo>
                    <a:pt x="0" y="2617"/>
                  </a:moveTo>
                  <a:lnTo>
                    <a:pt x="0" y="8554"/>
                  </a:lnTo>
                  <a:lnTo>
                    <a:pt x="2851" y="8554"/>
                  </a:lnTo>
                  <a:lnTo>
                    <a:pt x="2851" y="3798"/>
                  </a:lnTo>
                  <a:lnTo>
                    <a:pt x="3798" y="2851"/>
                  </a:lnTo>
                  <a:lnTo>
                    <a:pt x="4990" y="2851"/>
                  </a:lnTo>
                  <a:lnTo>
                    <a:pt x="4990" y="0"/>
                  </a:lnTo>
                  <a:lnTo>
                    <a:pt x="2617" y="0"/>
                  </a:lnTo>
                  <a:lnTo>
                    <a:pt x="0" y="2617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192" name="Graph element 102"/>
            <p:cNvSpPr/>
            <p:nvPr/>
          </p:nvSpPr>
          <p:spPr>
            <a:xfrm>
              <a:off x="903885" y="1697341"/>
              <a:ext cx="4216" cy="8137"/>
            </a:xfrm>
            <a:custGeom>
              <a:avLst/>
              <a:gdLst/>
              <a:ahLst/>
              <a:cxnLst/>
              <a:rect l="0" t="0" r="r" b="b"/>
              <a:pathLst>
                <a:path w="4216" h="8137" stroke="0" extrusionOk="0">
                  <a:moveTo>
                    <a:pt x="0" y="2200"/>
                  </a:moveTo>
                  <a:lnTo>
                    <a:pt x="0" y="8137"/>
                  </a:lnTo>
                  <a:lnTo>
                    <a:pt x="2851" y="8137"/>
                  </a:lnTo>
                  <a:lnTo>
                    <a:pt x="2851" y="3381"/>
                  </a:lnTo>
                  <a:lnTo>
                    <a:pt x="4216" y="2016"/>
                  </a:lnTo>
                  <a:lnTo>
                    <a:pt x="2200" y="0"/>
                  </a:lnTo>
                  <a:lnTo>
                    <a:pt x="0" y="220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193" name="Graph element 103"/>
            <p:cNvSpPr/>
            <p:nvPr/>
          </p:nvSpPr>
          <p:spPr>
            <a:xfrm>
              <a:off x="786266" y="1698349"/>
              <a:ext cx="2851" cy="7128"/>
            </a:xfrm>
            <a:custGeom>
              <a:avLst/>
              <a:gdLst/>
              <a:ahLst/>
              <a:cxnLst/>
              <a:rect l="0" t="0" r="r" b="b"/>
              <a:pathLst>
                <a:path w="2851" h="7128" stroke="0" extrusionOk="0">
                  <a:moveTo>
                    <a:pt x="0" y="7128"/>
                  </a:moveTo>
                  <a:lnTo>
                    <a:pt x="2851" y="7128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7128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194" name="Graph element 104"/>
            <p:cNvSpPr/>
            <p:nvPr/>
          </p:nvSpPr>
          <p:spPr>
            <a:xfrm>
              <a:off x="779138" y="1698349"/>
              <a:ext cx="2851" cy="7128"/>
            </a:xfrm>
            <a:custGeom>
              <a:avLst/>
              <a:gdLst/>
              <a:ahLst/>
              <a:cxnLst/>
              <a:rect l="0" t="0" r="r" b="b"/>
              <a:pathLst>
                <a:path w="2851" h="7128" stroke="0" extrusionOk="0">
                  <a:moveTo>
                    <a:pt x="0" y="7128"/>
                  </a:moveTo>
                  <a:lnTo>
                    <a:pt x="2851" y="7128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7128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195" name="Graph element 105"/>
            <p:cNvSpPr/>
            <p:nvPr/>
          </p:nvSpPr>
          <p:spPr>
            <a:xfrm>
              <a:off x="772009" y="1698349"/>
              <a:ext cx="2851" cy="7128"/>
            </a:xfrm>
            <a:custGeom>
              <a:avLst/>
              <a:gdLst/>
              <a:ahLst/>
              <a:cxnLst/>
              <a:rect l="0" t="0" r="r" b="b"/>
              <a:pathLst>
                <a:path w="2851" h="7128" stroke="0" extrusionOk="0">
                  <a:moveTo>
                    <a:pt x="0" y="7128"/>
                  </a:moveTo>
                  <a:lnTo>
                    <a:pt x="2851" y="7128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7128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196" name="Graph element 106"/>
            <p:cNvSpPr/>
            <p:nvPr/>
          </p:nvSpPr>
          <p:spPr>
            <a:xfrm>
              <a:off x="764881" y="1698349"/>
              <a:ext cx="2851" cy="7128"/>
            </a:xfrm>
            <a:custGeom>
              <a:avLst/>
              <a:gdLst/>
              <a:ahLst/>
              <a:cxnLst/>
              <a:rect l="0" t="0" r="r" b="b"/>
              <a:pathLst>
                <a:path w="2851" h="7128" stroke="0" extrusionOk="0">
                  <a:moveTo>
                    <a:pt x="0" y="7128"/>
                  </a:moveTo>
                  <a:lnTo>
                    <a:pt x="2851" y="7128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7128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197" name="Graph element 107"/>
            <p:cNvSpPr/>
            <p:nvPr/>
          </p:nvSpPr>
          <p:spPr>
            <a:xfrm>
              <a:off x="757752" y="1698349"/>
              <a:ext cx="2851" cy="7128"/>
            </a:xfrm>
            <a:custGeom>
              <a:avLst/>
              <a:gdLst/>
              <a:ahLst/>
              <a:cxnLst/>
              <a:rect l="0" t="0" r="r" b="b"/>
              <a:pathLst>
                <a:path w="2851" h="7128" stroke="0" extrusionOk="0">
                  <a:moveTo>
                    <a:pt x="0" y="7128"/>
                  </a:moveTo>
                  <a:lnTo>
                    <a:pt x="2851" y="7128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7128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198" name="Graph element 108"/>
            <p:cNvSpPr/>
            <p:nvPr/>
          </p:nvSpPr>
          <p:spPr>
            <a:xfrm>
              <a:off x="750624" y="1698349"/>
              <a:ext cx="2851" cy="7128"/>
            </a:xfrm>
            <a:custGeom>
              <a:avLst/>
              <a:gdLst/>
              <a:ahLst/>
              <a:cxnLst/>
              <a:rect l="0" t="0" r="r" b="b"/>
              <a:pathLst>
                <a:path w="2851" h="7128" stroke="0" extrusionOk="0">
                  <a:moveTo>
                    <a:pt x="0" y="7128"/>
                  </a:moveTo>
                  <a:lnTo>
                    <a:pt x="2851" y="7128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7128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199" name="Graph element 109"/>
            <p:cNvSpPr/>
            <p:nvPr/>
          </p:nvSpPr>
          <p:spPr>
            <a:xfrm>
              <a:off x="743495" y="1698349"/>
              <a:ext cx="2851" cy="7128"/>
            </a:xfrm>
            <a:custGeom>
              <a:avLst/>
              <a:gdLst/>
              <a:ahLst/>
              <a:cxnLst/>
              <a:rect l="0" t="0" r="r" b="b"/>
              <a:pathLst>
                <a:path w="2851" h="7128" stroke="0" extrusionOk="0">
                  <a:moveTo>
                    <a:pt x="0" y="7128"/>
                  </a:moveTo>
                  <a:lnTo>
                    <a:pt x="2851" y="7128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7128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200" name="Graph element 110"/>
            <p:cNvSpPr/>
            <p:nvPr/>
          </p:nvSpPr>
          <p:spPr>
            <a:xfrm>
              <a:off x="736367" y="1696567"/>
              <a:ext cx="2851" cy="8911"/>
            </a:xfrm>
            <a:custGeom>
              <a:avLst/>
              <a:gdLst/>
              <a:ahLst/>
              <a:cxnLst/>
              <a:rect l="0" t="0" r="r" b="b"/>
              <a:pathLst>
                <a:path w="2851" h="8911" stroke="0" extrusionOk="0">
                  <a:moveTo>
                    <a:pt x="0" y="8911"/>
                  </a:moveTo>
                  <a:lnTo>
                    <a:pt x="2851" y="8911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891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201" name="Graph element 111"/>
            <p:cNvSpPr/>
            <p:nvPr/>
          </p:nvSpPr>
          <p:spPr>
            <a:xfrm>
              <a:off x="681122" y="1696567"/>
              <a:ext cx="2851" cy="8911"/>
            </a:xfrm>
            <a:custGeom>
              <a:avLst/>
              <a:gdLst/>
              <a:ahLst/>
              <a:cxnLst/>
              <a:rect l="0" t="0" r="r" b="b"/>
              <a:pathLst>
                <a:path w="2851" h="8911" stroke="0" extrusionOk="0">
                  <a:moveTo>
                    <a:pt x="0" y="8911"/>
                  </a:moveTo>
                  <a:lnTo>
                    <a:pt x="2851" y="8911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891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202" name="Graph element 112"/>
            <p:cNvSpPr/>
            <p:nvPr/>
          </p:nvSpPr>
          <p:spPr>
            <a:xfrm>
              <a:off x="727100" y="1693359"/>
              <a:ext cx="4990" cy="12118"/>
            </a:xfrm>
            <a:custGeom>
              <a:avLst/>
              <a:gdLst/>
              <a:ahLst/>
              <a:cxnLst/>
              <a:rect l="0" t="0" r="r" b="b"/>
              <a:pathLst>
                <a:path w="4990" h="12118" stroke="0" extrusionOk="0">
                  <a:moveTo>
                    <a:pt x="1192" y="2851"/>
                  </a:moveTo>
                  <a:lnTo>
                    <a:pt x="2139" y="3798"/>
                  </a:lnTo>
                  <a:lnTo>
                    <a:pt x="2139" y="12118"/>
                  </a:lnTo>
                  <a:lnTo>
                    <a:pt x="4990" y="12118"/>
                  </a:lnTo>
                  <a:lnTo>
                    <a:pt x="4990" y="2617"/>
                  </a:lnTo>
                  <a:lnTo>
                    <a:pt x="2373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192" y="285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203" name="Graph element 113"/>
            <p:cNvSpPr/>
            <p:nvPr/>
          </p:nvSpPr>
          <p:spPr>
            <a:xfrm>
              <a:off x="673993" y="1694784"/>
              <a:ext cx="2851" cy="10693"/>
            </a:xfrm>
            <a:custGeom>
              <a:avLst/>
              <a:gdLst/>
              <a:ahLst/>
              <a:cxnLst/>
              <a:rect l="0" t="0" r="r" b="b"/>
              <a:pathLst>
                <a:path w="2851" h="10693" stroke="0" extrusionOk="0">
                  <a:moveTo>
                    <a:pt x="0" y="10693"/>
                  </a:moveTo>
                  <a:lnTo>
                    <a:pt x="2851" y="10693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0693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204" name="Graph element 114"/>
            <p:cNvSpPr/>
            <p:nvPr/>
          </p:nvSpPr>
          <p:spPr>
            <a:xfrm>
              <a:off x="666865" y="1694784"/>
              <a:ext cx="2851" cy="10693"/>
            </a:xfrm>
            <a:custGeom>
              <a:avLst/>
              <a:gdLst/>
              <a:ahLst/>
              <a:cxnLst/>
              <a:rect l="0" t="0" r="r" b="b"/>
              <a:pathLst>
                <a:path w="2851" h="10693" stroke="0" extrusionOk="0">
                  <a:moveTo>
                    <a:pt x="0" y="10693"/>
                  </a:moveTo>
                  <a:lnTo>
                    <a:pt x="2851" y="10693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0693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205" name="Graph element 115"/>
            <p:cNvSpPr/>
            <p:nvPr/>
          </p:nvSpPr>
          <p:spPr>
            <a:xfrm>
              <a:off x="659736" y="1694784"/>
              <a:ext cx="2851" cy="10693"/>
            </a:xfrm>
            <a:custGeom>
              <a:avLst/>
              <a:gdLst/>
              <a:ahLst/>
              <a:cxnLst/>
              <a:rect l="0" t="0" r="r" b="b"/>
              <a:pathLst>
                <a:path w="2851" h="10693" stroke="0" extrusionOk="0">
                  <a:moveTo>
                    <a:pt x="0" y="10693"/>
                  </a:moveTo>
                  <a:lnTo>
                    <a:pt x="2851" y="10693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0693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206" name="Graph element 116"/>
            <p:cNvSpPr/>
            <p:nvPr/>
          </p:nvSpPr>
          <p:spPr>
            <a:xfrm>
              <a:off x="652608" y="1694784"/>
              <a:ext cx="2851" cy="10693"/>
            </a:xfrm>
            <a:custGeom>
              <a:avLst/>
              <a:gdLst/>
              <a:ahLst/>
              <a:cxnLst/>
              <a:rect l="0" t="0" r="r" b="b"/>
              <a:pathLst>
                <a:path w="2851" h="10693" stroke="0" extrusionOk="0">
                  <a:moveTo>
                    <a:pt x="0" y="10693"/>
                  </a:moveTo>
                  <a:lnTo>
                    <a:pt x="2851" y="10693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0693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207" name="Graph element 117"/>
            <p:cNvSpPr/>
            <p:nvPr/>
          </p:nvSpPr>
          <p:spPr>
            <a:xfrm>
              <a:off x="645479" y="1694784"/>
              <a:ext cx="2851" cy="10693"/>
            </a:xfrm>
            <a:custGeom>
              <a:avLst/>
              <a:gdLst/>
              <a:ahLst/>
              <a:cxnLst/>
              <a:rect l="0" t="0" r="r" b="b"/>
              <a:pathLst>
                <a:path w="2851" h="10693" stroke="0" extrusionOk="0">
                  <a:moveTo>
                    <a:pt x="0" y="10693"/>
                  </a:moveTo>
                  <a:lnTo>
                    <a:pt x="2851" y="10693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0693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208" name="Graph element 118"/>
            <p:cNvSpPr/>
            <p:nvPr/>
          </p:nvSpPr>
          <p:spPr>
            <a:xfrm>
              <a:off x="638351" y="1694784"/>
              <a:ext cx="2851" cy="10693"/>
            </a:xfrm>
            <a:custGeom>
              <a:avLst/>
              <a:gdLst/>
              <a:ahLst/>
              <a:cxnLst/>
              <a:rect l="0" t="0" r="r" b="b"/>
              <a:pathLst>
                <a:path w="2851" h="10693" stroke="0" extrusionOk="0">
                  <a:moveTo>
                    <a:pt x="0" y="10693"/>
                  </a:moveTo>
                  <a:lnTo>
                    <a:pt x="2851" y="10693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0693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209" name="Graph element 119"/>
            <p:cNvSpPr/>
            <p:nvPr/>
          </p:nvSpPr>
          <p:spPr>
            <a:xfrm>
              <a:off x="624094" y="1694784"/>
              <a:ext cx="2851" cy="10693"/>
            </a:xfrm>
            <a:custGeom>
              <a:avLst/>
              <a:gdLst/>
              <a:ahLst/>
              <a:cxnLst/>
              <a:rect l="0" t="0" r="r" b="b"/>
              <a:pathLst>
                <a:path w="2851" h="10693" stroke="0" extrusionOk="0">
                  <a:moveTo>
                    <a:pt x="0" y="10693"/>
                  </a:moveTo>
                  <a:lnTo>
                    <a:pt x="2851" y="10693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0693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210" name="Graph element 120"/>
            <p:cNvSpPr/>
            <p:nvPr/>
          </p:nvSpPr>
          <p:spPr>
            <a:xfrm>
              <a:off x="631223" y="1691994"/>
              <a:ext cx="4216" cy="13483"/>
            </a:xfrm>
            <a:custGeom>
              <a:avLst/>
              <a:gdLst/>
              <a:ahLst/>
              <a:cxnLst/>
              <a:rect l="0" t="0" r="r" b="b"/>
              <a:pathLst>
                <a:path w="4216" h="13483" stroke="0" extrusionOk="0">
                  <a:moveTo>
                    <a:pt x="0" y="2200"/>
                  </a:moveTo>
                  <a:lnTo>
                    <a:pt x="0" y="13483"/>
                  </a:lnTo>
                  <a:lnTo>
                    <a:pt x="2851" y="13483"/>
                  </a:lnTo>
                  <a:lnTo>
                    <a:pt x="2851" y="3381"/>
                  </a:lnTo>
                  <a:lnTo>
                    <a:pt x="4216" y="2016"/>
                  </a:lnTo>
                  <a:lnTo>
                    <a:pt x="2200" y="0"/>
                  </a:lnTo>
                  <a:lnTo>
                    <a:pt x="0" y="220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211" name="Graph element 121"/>
            <p:cNvSpPr/>
            <p:nvPr/>
          </p:nvSpPr>
          <p:spPr>
            <a:xfrm>
              <a:off x="527860" y="1693002"/>
              <a:ext cx="2851" cy="12475"/>
            </a:xfrm>
            <a:custGeom>
              <a:avLst/>
              <a:gdLst/>
              <a:ahLst/>
              <a:cxnLst/>
              <a:rect l="0" t="0" r="r" b="b"/>
              <a:pathLst>
                <a:path w="2851" h="12475" stroke="0" extrusionOk="0">
                  <a:moveTo>
                    <a:pt x="0" y="12475"/>
                  </a:moveTo>
                  <a:lnTo>
                    <a:pt x="2851" y="12475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2475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212" name="Graph element 122"/>
            <p:cNvSpPr/>
            <p:nvPr/>
          </p:nvSpPr>
          <p:spPr>
            <a:xfrm>
              <a:off x="520732" y="1693002"/>
              <a:ext cx="2851" cy="12475"/>
            </a:xfrm>
            <a:custGeom>
              <a:avLst/>
              <a:gdLst/>
              <a:ahLst/>
              <a:cxnLst/>
              <a:rect l="0" t="0" r="r" b="b"/>
              <a:pathLst>
                <a:path w="2851" h="12475" stroke="0" extrusionOk="0">
                  <a:moveTo>
                    <a:pt x="0" y="12475"/>
                  </a:moveTo>
                  <a:lnTo>
                    <a:pt x="2851" y="12475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2475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213" name="Graph element 123"/>
            <p:cNvSpPr/>
            <p:nvPr/>
          </p:nvSpPr>
          <p:spPr>
            <a:xfrm>
              <a:off x="513603" y="1693002"/>
              <a:ext cx="2851" cy="12475"/>
            </a:xfrm>
            <a:custGeom>
              <a:avLst/>
              <a:gdLst/>
              <a:ahLst/>
              <a:cxnLst/>
              <a:rect l="0" t="0" r="r" b="b"/>
              <a:pathLst>
                <a:path w="2851" h="12475" stroke="0" extrusionOk="0">
                  <a:moveTo>
                    <a:pt x="0" y="12475"/>
                  </a:moveTo>
                  <a:lnTo>
                    <a:pt x="2851" y="12475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2475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214" name="Graph element 124"/>
            <p:cNvSpPr/>
            <p:nvPr/>
          </p:nvSpPr>
          <p:spPr>
            <a:xfrm>
              <a:off x="506475" y="1691220"/>
              <a:ext cx="2851" cy="14257"/>
            </a:xfrm>
            <a:custGeom>
              <a:avLst/>
              <a:gdLst/>
              <a:ahLst/>
              <a:cxnLst/>
              <a:rect l="0" t="0" r="r" b="b"/>
              <a:pathLst>
                <a:path w="2851" h="14257" stroke="0" extrusionOk="0">
                  <a:moveTo>
                    <a:pt x="0" y="14257"/>
                  </a:moveTo>
                  <a:lnTo>
                    <a:pt x="2851" y="14257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4257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215" name="Graph element 125"/>
            <p:cNvSpPr/>
            <p:nvPr/>
          </p:nvSpPr>
          <p:spPr>
            <a:xfrm>
              <a:off x="499347" y="1691220"/>
              <a:ext cx="2851" cy="14257"/>
            </a:xfrm>
            <a:custGeom>
              <a:avLst/>
              <a:gdLst/>
              <a:ahLst/>
              <a:cxnLst/>
              <a:rect l="0" t="0" r="r" b="b"/>
              <a:pathLst>
                <a:path w="2851" h="14257" stroke="0" extrusionOk="0">
                  <a:moveTo>
                    <a:pt x="0" y="14257"/>
                  </a:moveTo>
                  <a:lnTo>
                    <a:pt x="2851" y="14257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4257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216" name="Graph element 126"/>
            <p:cNvSpPr/>
            <p:nvPr/>
          </p:nvSpPr>
          <p:spPr>
            <a:xfrm>
              <a:off x="492218" y="1691220"/>
              <a:ext cx="2851" cy="14257"/>
            </a:xfrm>
            <a:custGeom>
              <a:avLst/>
              <a:gdLst/>
              <a:ahLst/>
              <a:cxnLst/>
              <a:rect l="0" t="0" r="r" b="b"/>
              <a:pathLst>
                <a:path w="2851" h="14257" stroke="0" extrusionOk="0">
                  <a:moveTo>
                    <a:pt x="0" y="14257"/>
                  </a:moveTo>
                  <a:lnTo>
                    <a:pt x="2851" y="14257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4257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217" name="Graph element 127"/>
            <p:cNvSpPr/>
            <p:nvPr/>
          </p:nvSpPr>
          <p:spPr>
            <a:xfrm>
              <a:off x="482951" y="1688012"/>
              <a:ext cx="4990" cy="17465"/>
            </a:xfrm>
            <a:custGeom>
              <a:avLst/>
              <a:gdLst/>
              <a:ahLst/>
              <a:cxnLst/>
              <a:rect l="0" t="0" r="r" b="b"/>
              <a:pathLst>
                <a:path w="4990" h="17465" stroke="0" extrusionOk="0">
                  <a:moveTo>
                    <a:pt x="1192" y="2851"/>
                  </a:moveTo>
                  <a:lnTo>
                    <a:pt x="2139" y="3798"/>
                  </a:lnTo>
                  <a:lnTo>
                    <a:pt x="2139" y="17465"/>
                  </a:lnTo>
                  <a:lnTo>
                    <a:pt x="4990" y="17465"/>
                  </a:lnTo>
                  <a:lnTo>
                    <a:pt x="4990" y="2617"/>
                  </a:lnTo>
                  <a:lnTo>
                    <a:pt x="2373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192" y="285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218" name="Graph element 128"/>
            <p:cNvSpPr/>
            <p:nvPr/>
          </p:nvSpPr>
          <p:spPr>
            <a:xfrm>
              <a:off x="475823" y="1688012"/>
              <a:ext cx="4990" cy="17465"/>
            </a:xfrm>
            <a:custGeom>
              <a:avLst/>
              <a:gdLst/>
              <a:ahLst/>
              <a:cxnLst/>
              <a:rect l="0" t="0" r="r" b="b"/>
              <a:pathLst>
                <a:path w="4990" h="17465" stroke="0" extrusionOk="0">
                  <a:moveTo>
                    <a:pt x="1192" y="2851"/>
                  </a:moveTo>
                  <a:lnTo>
                    <a:pt x="2139" y="3798"/>
                  </a:lnTo>
                  <a:lnTo>
                    <a:pt x="2139" y="17465"/>
                  </a:lnTo>
                  <a:lnTo>
                    <a:pt x="4990" y="17465"/>
                  </a:lnTo>
                  <a:lnTo>
                    <a:pt x="4990" y="2617"/>
                  </a:lnTo>
                  <a:lnTo>
                    <a:pt x="2373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192" y="285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219" name="Graph element 129"/>
            <p:cNvSpPr/>
            <p:nvPr/>
          </p:nvSpPr>
          <p:spPr>
            <a:xfrm>
              <a:off x="454437" y="1686230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220" name="Graph element 130"/>
            <p:cNvSpPr/>
            <p:nvPr/>
          </p:nvSpPr>
          <p:spPr>
            <a:xfrm>
              <a:off x="429844" y="1687656"/>
              <a:ext cx="2851" cy="17821"/>
            </a:xfrm>
            <a:custGeom>
              <a:avLst/>
              <a:gdLst/>
              <a:ahLst/>
              <a:cxnLst/>
              <a:rect l="0" t="0" r="r" b="b"/>
              <a:pathLst>
                <a:path w="2851" h="17821" stroke="0" extrusionOk="0">
                  <a:moveTo>
                    <a:pt x="0" y="17821"/>
                  </a:moveTo>
                  <a:lnTo>
                    <a:pt x="2851" y="17821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782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221" name="Graph element 131"/>
            <p:cNvSpPr/>
            <p:nvPr/>
          </p:nvSpPr>
          <p:spPr>
            <a:xfrm>
              <a:off x="422716" y="1687656"/>
              <a:ext cx="2851" cy="17821"/>
            </a:xfrm>
            <a:custGeom>
              <a:avLst/>
              <a:gdLst/>
              <a:ahLst/>
              <a:cxnLst/>
              <a:rect l="0" t="0" r="r" b="b"/>
              <a:pathLst>
                <a:path w="2851" h="17821" stroke="0" extrusionOk="0">
                  <a:moveTo>
                    <a:pt x="0" y="17821"/>
                  </a:moveTo>
                  <a:lnTo>
                    <a:pt x="2851" y="17821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782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222" name="Graph element 132"/>
            <p:cNvSpPr/>
            <p:nvPr/>
          </p:nvSpPr>
          <p:spPr>
            <a:xfrm>
              <a:off x="415588" y="1687656"/>
              <a:ext cx="2851" cy="17821"/>
            </a:xfrm>
            <a:custGeom>
              <a:avLst/>
              <a:gdLst/>
              <a:ahLst/>
              <a:cxnLst/>
              <a:rect l="0" t="0" r="r" b="b"/>
              <a:pathLst>
                <a:path w="2851" h="17821" stroke="0" extrusionOk="0">
                  <a:moveTo>
                    <a:pt x="0" y="17821"/>
                  </a:moveTo>
                  <a:lnTo>
                    <a:pt x="2851" y="17821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782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223" name="Graph element 133"/>
            <p:cNvSpPr/>
            <p:nvPr/>
          </p:nvSpPr>
          <p:spPr>
            <a:xfrm>
              <a:off x="408459" y="1687656"/>
              <a:ext cx="2851" cy="17821"/>
            </a:xfrm>
            <a:custGeom>
              <a:avLst/>
              <a:gdLst/>
              <a:ahLst/>
              <a:cxnLst/>
              <a:rect l="0" t="0" r="r" b="b"/>
              <a:pathLst>
                <a:path w="2851" h="17821" stroke="0" extrusionOk="0">
                  <a:moveTo>
                    <a:pt x="0" y="17821"/>
                  </a:moveTo>
                  <a:lnTo>
                    <a:pt x="2851" y="17821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782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224" name="Graph element 134"/>
            <p:cNvSpPr/>
            <p:nvPr/>
          </p:nvSpPr>
          <p:spPr>
            <a:xfrm>
              <a:off x="401331" y="1687656"/>
              <a:ext cx="2851" cy="17821"/>
            </a:xfrm>
            <a:custGeom>
              <a:avLst/>
              <a:gdLst/>
              <a:ahLst/>
              <a:cxnLst/>
              <a:rect l="0" t="0" r="r" b="b"/>
              <a:pathLst>
                <a:path w="2851" h="17821" stroke="0" extrusionOk="0">
                  <a:moveTo>
                    <a:pt x="0" y="17821"/>
                  </a:moveTo>
                  <a:lnTo>
                    <a:pt x="2851" y="17821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782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225" name="Graph element 135"/>
            <p:cNvSpPr/>
            <p:nvPr/>
          </p:nvSpPr>
          <p:spPr>
            <a:xfrm>
              <a:off x="440181" y="1684448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226" name="Graph element 136"/>
            <p:cNvSpPr/>
            <p:nvPr/>
          </p:nvSpPr>
          <p:spPr>
            <a:xfrm>
              <a:off x="394202" y="1685874"/>
              <a:ext cx="2851" cy="19603"/>
            </a:xfrm>
            <a:custGeom>
              <a:avLst/>
              <a:gdLst/>
              <a:ahLst/>
              <a:cxnLst/>
              <a:rect l="0" t="0" r="r" b="b"/>
              <a:pathLst>
                <a:path w="2851" h="19603" stroke="0" extrusionOk="0">
                  <a:moveTo>
                    <a:pt x="0" y="19603"/>
                  </a:moveTo>
                  <a:lnTo>
                    <a:pt x="2851" y="19603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9603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227" name="Graph element 137"/>
            <p:cNvSpPr/>
            <p:nvPr/>
          </p:nvSpPr>
          <p:spPr>
            <a:xfrm>
              <a:off x="387074" y="1685874"/>
              <a:ext cx="2851" cy="19603"/>
            </a:xfrm>
            <a:custGeom>
              <a:avLst/>
              <a:gdLst/>
              <a:ahLst/>
              <a:cxnLst/>
              <a:rect l="0" t="0" r="r" b="b"/>
              <a:pathLst>
                <a:path w="2851" h="19603" stroke="0" extrusionOk="0">
                  <a:moveTo>
                    <a:pt x="0" y="19603"/>
                  </a:moveTo>
                  <a:lnTo>
                    <a:pt x="2851" y="19603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9603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228" name="Graph element 138"/>
            <p:cNvSpPr/>
            <p:nvPr/>
          </p:nvSpPr>
          <p:spPr>
            <a:xfrm>
              <a:off x="379945" y="1683084"/>
              <a:ext cx="4216" cy="22393"/>
            </a:xfrm>
            <a:custGeom>
              <a:avLst/>
              <a:gdLst/>
              <a:ahLst/>
              <a:cxnLst/>
              <a:rect l="0" t="0" r="r" b="b"/>
              <a:pathLst>
                <a:path w="4216" h="22393" stroke="0" extrusionOk="0">
                  <a:moveTo>
                    <a:pt x="0" y="2200"/>
                  </a:moveTo>
                  <a:lnTo>
                    <a:pt x="0" y="22393"/>
                  </a:lnTo>
                  <a:lnTo>
                    <a:pt x="2851" y="22393"/>
                  </a:lnTo>
                  <a:lnTo>
                    <a:pt x="2851" y="3381"/>
                  </a:lnTo>
                  <a:lnTo>
                    <a:pt x="4216" y="2016"/>
                  </a:lnTo>
                  <a:lnTo>
                    <a:pt x="2200" y="0"/>
                  </a:lnTo>
                  <a:lnTo>
                    <a:pt x="0" y="220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229" name="Graph element 139"/>
            <p:cNvSpPr/>
            <p:nvPr/>
          </p:nvSpPr>
          <p:spPr>
            <a:xfrm>
              <a:off x="372817" y="1683084"/>
              <a:ext cx="4216" cy="22393"/>
            </a:xfrm>
            <a:custGeom>
              <a:avLst/>
              <a:gdLst/>
              <a:ahLst/>
              <a:cxnLst/>
              <a:rect l="0" t="0" r="r" b="b"/>
              <a:pathLst>
                <a:path w="4216" h="22393" stroke="0" extrusionOk="0">
                  <a:moveTo>
                    <a:pt x="0" y="2200"/>
                  </a:moveTo>
                  <a:lnTo>
                    <a:pt x="0" y="22393"/>
                  </a:lnTo>
                  <a:lnTo>
                    <a:pt x="2851" y="22393"/>
                  </a:lnTo>
                  <a:lnTo>
                    <a:pt x="2851" y="3381"/>
                  </a:lnTo>
                  <a:lnTo>
                    <a:pt x="4216" y="2016"/>
                  </a:lnTo>
                  <a:lnTo>
                    <a:pt x="2200" y="0"/>
                  </a:lnTo>
                  <a:lnTo>
                    <a:pt x="0" y="220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230" name="Graph element 140"/>
            <p:cNvSpPr/>
            <p:nvPr/>
          </p:nvSpPr>
          <p:spPr>
            <a:xfrm>
              <a:off x="282347" y="1672391"/>
              <a:ext cx="4216" cy="33086"/>
            </a:xfrm>
            <a:custGeom>
              <a:avLst/>
              <a:gdLst/>
              <a:ahLst/>
              <a:cxnLst/>
              <a:rect l="0" t="0" r="r" b="b"/>
              <a:pathLst>
                <a:path w="4216" h="33086" stroke="0" extrusionOk="0">
                  <a:moveTo>
                    <a:pt x="1365" y="3381"/>
                  </a:moveTo>
                  <a:lnTo>
                    <a:pt x="1365" y="33086"/>
                  </a:lnTo>
                  <a:lnTo>
                    <a:pt x="4216" y="33086"/>
                  </a:lnTo>
                  <a:lnTo>
                    <a:pt x="4216" y="2200"/>
                  </a:lnTo>
                  <a:lnTo>
                    <a:pt x="2016" y="0"/>
                  </a:lnTo>
                  <a:lnTo>
                    <a:pt x="0" y="2016"/>
                  </a:lnTo>
                  <a:lnTo>
                    <a:pt x="1365" y="338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231" name="Graph element 141"/>
            <p:cNvSpPr/>
            <p:nvPr/>
          </p:nvSpPr>
          <p:spPr>
            <a:xfrm>
              <a:off x="276583" y="1673399"/>
              <a:ext cx="2851" cy="32078"/>
            </a:xfrm>
            <a:custGeom>
              <a:avLst/>
              <a:gdLst/>
              <a:ahLst/>
              <a:cxnLst/>
              <a:rect l="0" t="0" r="r" b="b"/>
              <a:pathLst>
                <a:path w="2851" h="32078" stroke="0" extrusionOk="0">
                  <a:moveTo>
                    <a:pt x="0" y="32078"/>
                  </a:moveTo>
                  <a:lnTo>
                    <a:pt x="2851" y="32078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32078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232" name="Graph element 142"/>
            <p:cNvSpPr/>
            <p:nvPr/>
          </p:nvSpPr>
          <p:spPr>
            <a:xfrm>
              <a:off x="262326" y="1673399"/>
              <a:ext cx="2851" cy="32078"/>
            </a:xfrm>
            <a:custGeom>
              <a:avLst/>
              <a:gdLst/>
              <a:ahLst/>
              <a:cxnLst/>
              <a:rect l="0" t="0" r="r" b="b"/>
              <a:pathLst>
                <a:path w="2851" h="32078" stroke="0" extrusionOk="0">
                  <a:moveTo>
                    <a:pt x="0" y="32078"/>
                  </a:moveTo>
                  <a:lnTo>
                    <a:pt x="2851" y="32078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32078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233" name="Graph element 143"/>
            <p:cNvSpPr/>
            <p:nvPr/>
          </p:nvSpPr>
          <p:spPr>
            <a:xfrm>
              <a:off x="268090" y="1670609"/>
              <a:ext cx="4216" cy="34868"/>
            </a:xfrm>
            <a:custGeom>
              <a:avLst/>
              <a:gdLst/>
              <a:ahLst/>
              <a:cxnLst/>
              <a:rect l="0" t="0" r="r" b="b"/>
              <a:pathLst>
                <a:path w="4216" h="34868" stroke="0" extrusionOk="0">
                  <a:moveTo>
                    <a:pt x="1365" y="3381"/>
                  </a:moveTo>
                  <a:lnTo>
                    <a:pt x="1365" y="34868"/>
                  </a:lnTo>
                  <a:lnTo>
                    <a:pt x="4216" y="34868"/>
                  </a:lnTo>
                  <a:lnTo>
                    <a:pt x="4216" y="2200"/>
                  </a:lnTo>
                  <a:lnTo>
                    <a:pt x="2016" y="0"/>
                  </a:lnTo>
                  <a:lnTo>
                    <a:pt x="0" y="2016"/>
                  </a:lnTo>
                  <a:lnTo>
                    <a:pt x="1365" y="338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234" name="Graph element 144"/>
            <p:cNvSpPr/>
            <p:nvPr/>
          </p:nvSpPr>
          <p:spPr>
            <a:xfrm>
              <a:off x="255198" y="1669835"/>
              <a:ext cx="2851" cy="35642"/>
            </a:xfrm>
            <a:custGeom>
              <a:avLst/>
              <a:gdLst/>
              <a:ahLst/>
              <a:cxnLst/>
              <a:rect l="0" t="0" r="r" b="b"/>
              <a:pathLst>
                <a:path w="2851" h="35642" stroke="0" extrusionOk="0">
                  <a:moveTo>
                    <a:pt x="0" y="35642"/>
                  </a:moveTo>
                  <a:lnTo>
                    <a:pt x="2851" y="35642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35642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235" name="Graph element 145"/>
            <p:cNvSpPr/>
            <p:nvPr/>
          </p:nvSpPr>
          <p:spPr>
            <a:xfrm>
              <a:off x="226684" y="1664489"/>
              <a:ext cx="2851" cy="40988"/>
            </a:xfrm>
            <a:custGeom>
              <a:avLst/>
              <a:gdLst/>
              <a:ahLst/>
              <a:cxnLst/>
              <a:rect l="0" t="0" r="r" b="b"/>
              <a:pathLst>
                <a:path w="2851" h="40988" stroke="0" extrusionOk="0">
                  <a:moveTo>
                    <a:pt x="0" y="40988"/>
                  </a:moveTo>
                  <a:lnTo>
                    <a:pt x="2851" y="40988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40988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236" name="Graph element 146"/>
            <p:cNvSpPr/>
            <p:nvPr/>
          </p:nvSpPr>
          <p:spPr>
            <a:xfrm>
              <a:off x="245931" y="1661281"/>
              <a:ext cx="4990" cy="44196"/>
            </a:xfrm>
            <a:custGeom>
              <a:avLst/>
              <a:gdLst/>
              <a:ahLst/>
              <a:cxnLst/>
              <a:rect l="0" t="0" r="r" b="b"/>
              <a:pathLst>
                <a:path w="4990" h="44196" stroke="0" extrusionOk="0">
                  <a:moveTo>
                    <a:pt x="1192" y="2851"/>
                  </a:moveTo>
                  <a:lnTo>
                    <a:pt x="2139" y="3798"/>
                  </a:lnTo>
                  <a:lnTo>
                    <a:pt x="2139" y="44196"/>
                  </a:lnTo>
                  <a:lnTo>
                    <a:pt x="4990" y="44196"/>
                  </a:lnTo>
                  <a:lnTo>
                    <a:pt x="4990" y="2617"/>
                  </a:lnTo>
                  <a:lnTo>
                    <a:pt x="2373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192" y="285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237" name="Graph element 147"/>
            <p:cNvSpPr/>
            <p:nvPr/>
          </p:nvSpPr>
          <p:spPr>
            <a:xfrm>
              <a:off x="238802" y="1661281"/>
              <a:ext cx="4990" cy="44196"/>
            </a:xfrm>
            <a:custGeom>
              <a:avLst/>
              <a:gdLst/>
              <a:ahLst/>
              <a:cxnLst/>
              <a:rect l="0" t="0" r="r" b="b"/>
              <a:pathLst>
                <a:path w="4990" h="44196" stroke="0" extrusionOk="0">
                  <a:moveTo>
                    <a:pt x="1192" y="2851"/>
                  </a:moveTo>
                  <a:lnTo>
                    <a:pt x="2139" y="3798"/>
                  </a:lnTo>
                  <a:lnTo>
                    <a:pt x="2139" y="44196"/>
                  </a:lnTo>
                  <a:lnTo>
                    <a:pt x="4990" y="44196"/>
                  </a:lnTo>
                  <a:lnTo>
                    <a:pt x="4990" y="2617"/>
                  </a:lnTo>
                  <a:lnTo>
                    <a:pt x="2373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192" y="285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238" name="Graph element 148"/>
            <p:cNvSpPr/>
            <p:nvPr/>
          </p:nvSpPr>
          <p:spPr>
            <a:xfrm>
              <a:off x="231674" y="1661281"/>
              <a:ext cx="4990" cy="44196"/>
            </a:xfrm>
            <a:custGeom>
              <a:avLst/>
              <a:gdLst/>
              <a:ahLst/>
              <a:cxnLst/>
              <a:rect l="0" t="0" r="r" b="b"/>
              <a:pathLst>
                <a:path w="4990" h="44196" stroke="0" extrusionOk="0">
                  <a:moveTo>
                    <a:pt x="1192" y="2851"/>
                  </a:moveTo>
                  <a:lnTo>
                    <a:pt x="2139" y="3798"/>
                  </a:lnTo>
                  <a:lnTo>
                    <a:pt x="2139" y="44196"/>
                  </a:lnTo>
                  <a:lnTo>
                    <a:pt x="4990" y="44196"/>
                  </a:lnTo>
                  <a:lnTo>
                    <a:pt x="4990" y="2617"/>
                  </a:lnTo>
                  <a:lnTo>
                    <a:pt x="2373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192" y="285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239" name="Graph element 149"/>
            <p:cNvSpPr/>
            <p:nvPr/>
          </p:nvSpPr>
          <p:spPr>
            <a:xfrm>
              <a:off x="1967803" y="1819888"/>
              <a:ext cx="4633" cy="29583"/>
            </a:xfrm>
            <a:custGeom>
              <a:avLst/>
              <a:gdLst/>
              <a:ahLst/>
              <a:cxnLst/>
              <a:rect l="0" t="0" r="r" b="b"/>
              <a:pathLst>
                <a:path w="4633" h="29583" stroke="0" extrusionOk="0">
                  <a:moveTo>
                    <a:pt x="0" y="0"/>
                  </a:moveTo>
                  <a:lnTo>
                    <a:pt x="0" y="29583"/>
                  </a:lnTo>
                  <a:lnTo>
                    <a:pt x="4633" y="29583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1240" name="Graph element 150"/>
            <p:cNvSpPr/>
            <p:nvPr/>
          </p:nvSpPr>
          <p:spPr>
            <a:xfrm>
              <a:off x="1787811" y="1725854"/>
              <a:ext cx="4633" cy="123617"/>
            </a:xfrm>
            <a:custGeom>
              <a:avLst/>
              <a:gdLst/>
              <a:ahLst/>
              <a:cxnLst/>
              <a:rect l="0" t="0" r="r" b="b"/>
              <a:pathLst>
                <a:path w="4633" h="123617" stroke="0" extrusionOk="0">
                  <a:moveTo>
                    <a:pt x="3982" y="0"/>
                  </a:moveTo>
                  <a:lnTo>
                    <a:pt x="2617" y="1365"/>
                  </a:lnTo>
                  <a:lnTo>
                    <a:pt x="0" y="1365"/>
                  </a:lnTo>
                  <a:lnTo>
                    <a:pt x="0" y="123617"/>
                  </a:lnTo>
                  <a:lnTo>
                    <a:pt x="4633" y="123617"/>
                  </a:lnTo>
                  <a:lnTo>
                    <a:pt x="4633" y="3381"/>
                  </a:lnTo>
                  <a:lnTo>
                    <a:pt x="3982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1241" name="Graph element 151"/>
            <p:cNvSpPr/>
            <p:nvPr/>
          </p:nvSpPr>
          <p:spPr>
            <a:xfrm>
              <a:off x="1608235" y="1714744"/>
              <a:ext cx="5998" cy="134727"/>
            </a:xfrm>
            <a:custGeom>
              <a:avLst/>
              <a:gdLst/>
              <a:ahLst/>
              <a:cxnLst/>
              <a:rect l="0" t="0" r="r" b="b"/>
              <a:pathLst>
                <a:path w="5998" h="134727" stroke="0" extrusionOk="0">
                  <a:moveTo>
                    <a:pt x="0" y="652"/>
                  </a:moveTo>
                  <a:lnTo>
                    <a:pt x="1365" y="2016"/>
                  </a:lnTo>
                  <a:lnTo>
                    <a:pt x="1365" y="134727"/>
                  </a:lnTo>
                  <a:lnTo>
                    <a:pt x="5998" y="134727"/>
                  </a:lnTo>
                  <a:lnTo>
                    <a:pt x="5998" y="0"/>
                  </a:lnTo>
                  <a:lnTo>
                    <a:pt x="0" y="652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1242" name="Graph element 152"/>
            <p:cNvSpPr/>
            <p:nvPr/>
          </p:nvSpPr>
          <p:spPr>
            <a:xfrm>
              <a:off x="1429607" y="1709398"/>
              <a:ext cx="4633" cy="140074"/>
            </a:xfrm>
            <a:custGeom>
              <a:avLst/>
              <a:gdLst/>
              <a:ahLst/>
              <a:cxnLst/>
              <a:rect l="0" t="0" r="r" b="b"/>
              <a:pathLst>
                <a:path w="4633" h="140074" stroke="0" extrusionOk="0">
                  <a:moveTo>
                    <a:pt x="0" y="0"/>
                  </a:moveTo>
                  <a:lnTo>
                    <a:pt x="0" y="140074"/>
                  </a:lnTo>
                  <a:lnTo>
                    <a:pt x="4633" y="140074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1243" name="Graph element 153"/>
            <p:cNvSpPr/>
            <p:nvPr/>
          </p:nvSpPr>
          <p:spPr>
            <a:xfrm>
              <a:off x="1249614" y="1707616"/>
              <a:ext cx="4633" cy="141856"/>
            </a:xfrm>
            <a:custGeom>
              <a:avLst/>
              <a:gdLst/>
              <a:ahLst/>
              <a:cxnLst/>
              <a:rect l="0" t="0" r="r" b="b"/>
              <a:pathLst>
                <a:path w="4633" h="141856" stroke="0" extrusionOk="0">
                  <a:moveTo>
                    <a:pt x="0" y="0"/>
                  </a:moveTo>
                  <a:lnTo>
                    <a:pt x="0" y="141856"/>
                  </a:lnTo>
                  <a:lnTo>
                    <a:pt x="4633" y="141856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1244" name="Graph element 154"/>
            <p:cNvSpPr/>
            <p:nvPr/>
          </p:nvSpPr>
          <p:spPr>
            <a:xfrm>
              <a:off x="1069621" y="1707616"/>
              <a:ext cx="6416" cy="141856"/>
            </a:xfrm>
            <a:custGeom>
              <a:avLst/>
              <a:gdLst/>
              <a:ahLst/>
              <a:cxnLst/>
              <a:rect l="0" t="0" r="r" b="b"/>
              <a:pathLst>
                <a:path w="6416" h="141856" stroke="0" extrusionOk="0">
                  <a:moveTo>
                    <a:pt x="0" y="0"/>
                  </a:moveTo>
                  <a:lnTo>
                    <a:pt x="0" y="141856"/>
                  </a:lnTo>
                  <a:lnTo>
                    <a:pt x="6416" y="141856"/>
                  </a:lnTo>
                  <a:lnTo>
                    <a:pt x="641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1245" name="Graph element 155"/>
            <p:cNvSpPr/>
            <p:nvPr/>
          </p:nvSpPr>
          <p:spPr>
            <a:xfrm>
              <a:off x="711417" y="1707616"/>
              <a:ext cx="4633" cy="141856"/>
            </a:xfrm>
            <a:custGeom>
              <a:avLst/>
              <a:gdLst/>
              <a:ahLst/>
              <a:cxnLst/>
              <a:rect l="0" t="0" r="r" b="b"/>
              <a:pathLst>
                <a:path w="4633" h="141856" stroke="0" extrusionOk="0">
                  <a:moveTo>
                    <a:pt x="0" y="0"/>
                  </a:moveTo>
                  <a:lnTo>
                    <a:pt x="0" y="141856"/>
                  </a:lnTo>
                  <a:lnTo>
                    <a:pt x="4633" y="141856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1246" name="Graph element 156"/>
            <p:cNvSpPr/>
            <p:nvPr/>
          </p:nvSpPr>
          <p:spPr>
            <a:xfrm>
              <a:off x="353214" y="1707616"/>
              <a:ext cx="4633" cy="141856"/>
            </a:xfrm>
            <a:custGeom>
              <a:avLst/>
              <a:gdLst/>
              <a:ahLst/>
              <a:cxnLst/>
              <a:rect l="0" t="0" r="r" b="b"/>
              <a:pathLst>
                <a:path w="4633" h="141856" stroke="0" extrusionOk="0">
                  <a:moveTo>
                    <a:pt x="0" y="0"/>
                  </a:moveTo>
                  <a:lnTo>
                    <a:pt x="0" y="141856"/>
                  </a:lnTo>
                  <a:lnTo>
                    <a:pt x="4633" y="141856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1247" name="Graph element 157"/>
            <p:cNvSpPr/>
            <p:nvPr/>
          </p:nvSpPr>
          <p:spPr>
            <a:xfrm>
              <a:off x="890046" y="1707616"/>
              <a:ext cx="5998" cy="141856"/>
            </a:xfrm>
            <a:custGeom>
              <a:avLst/>
              <a:gdLst/>
              <a:ahLst/>
              <a:cxnLst/>
              <a:rect l="0" t="0" r="r" b="b"/>
              <a:pathLst>
                <a:path w="5998" h="141856" stroke="0" extrusionOk="0">
                  <a:moveTo>
                    <a:pt x="0" y="652"/>
                  </a:moveTo>
                  <a:lnTo>
                    <a:pt x="1365" y="2016"/>
                  </a:lnTo>
                  <a:lnTo>
                    <a:pt x="1365" y="141856"/>
                  </a:lnTo>
                  <a:lnTo>
                    <a:pt x="5998" y="141856"/>
                  </a:lnTo>
                  <a:lnTo>
                    <a:pt x="5998" y="0"/>
                  </a:lnTo>
                  <a:lnTo>
                    <a:pt x="0" y="652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1248" name="Graph element 158"/>
            <p:cNvSpPr/>
            <p:nvPr/>
          </p:nvSpPr>
          <p:spPr>
            <a:xfrm>
              <a:off x="531425" y="1706251"/>
              <a:ext cx="4633" cy="143220"/>
            </a:xfrm>
            <a:custGeom>
              <a:avLst/>
              <a:gdLst/>
              <a:ahLst/>
              <a:cxnLst/>
              <a:rect l="0" t="0" r="r" b="b"/>
              <a:pathLst>
                <a:path w="4633" h="143220" stroke="0" extrusionOk="0">
                  <a:moveTo>
                    <a:pt x="3982" y="0"/>
                  </a:moveTo>
                  <a:lnTo>
                    <a:pt x="2617" y="1365"/>
                  </a:lnTo>
                  <a:lnTo>
                    <a:pt x="0" y="1365"/>
                  </a:lnTo>
                  <a:lnTo>
                    <a:pt x="0" y="143220"/>
                  </a:lnTo>
                  <a:lnTo>
                    <a:pt x="4633" y="143220"/>
                  </a:lnTo>
                  <a:lnTo>
                    <a:pt x="4633" y="3381"/>
                  </a:lnTo>
                  <a:lnTo>
                    <a:pt x="3982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1249" name="Graph element 159"/>
            <p:cNvSpPr/>
            <p:nvPr/>
          </p:nvSpPr>
          <p:spPr>
            <a:xfrm>
              <a:off x="1292385" y="1705477"/>
              <a:ext cx="2851" cy="1782"/>
            </a:xfrm>
            <a:custGeom>
              <a:avLst/>
              <a:gdLst/>
              <a:ahLst/>
              <a:cxnLst/>
              <a:rect l="0" t="0" r="r" b="b"/>
              <a:pathLst>
                <a:path w="2851" h="1782" stroke="0" extrusionOk="0">
                  <a:moveTo>
                    <a:pt x="0" y="1782"/>
                  </a:moveTo>
                  <a:lnTo>
                    <a:pt x="2851" y="1782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782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1250" name="Graph element 160"/>
            <p:cNvSpPr/>
            <p:nvPr/>
          </p:nvSpPr>
          <p:spPr>
            <a:xfrm>
              <a:off x="1285256" y="1705477"/>
              <a:ext cx="2851" cy="1782"/>
            </a:xfrm>
            <a:custGeom>
              <a:avLst/>
              <a:gdLst/>
              <a:ahLst/>
              <a:cxnLst/>
              <a:rect l="0" t="0" r="r" b="b"/>
              <a:pathLst>
                <a:path w="2851" h="1782" stroke="0" extrusionOk="0">
                  <a:moveTo>
                    <a:pt x="0" y="1782"/>
                  </a:moveTo>
                  <a:lnTo>
                    <a:pt x="2851" y="1782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782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1251" name="Graph element 161"/>
            <p:cNvSpPr/>
            <p:nvPr/>
          </p:nvSpPr>
          <p:spPr>
            <a:xfrm>
              <a:off x="1278128" y="1705477"/>
              <a:ext cx="2851" cy="1782"/>
            </a:xfrm>
            <a:custGeom>
              <a:avLst/>
              <a:gdLst/>
              <a:ahLst/>
              <a:cxnLst/>
              <a:rect l="0" t="0" r="r" b="b"/>
              <a:pathLst>
                <a:path w="2851" h="1782" stroke="0" extrusionOk="0">
                  <a:moveTo>
                    <a:pt x="0" y="1782"/>
                  </a:moveTo>
                  <a:lnTo>
                    <a:pt x="2851" y="1782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782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1252" name="Graph element 162"/>
            <p:cNvSpPr/>
            <p:nvPr/>
          </p:nvSpPr>
          <p:spPr>
            <a:xfrm>
              <a:off x="1270999" y="1705477"/>
              <a:ext cx="2851" cy="1782"/>
            </a:xfrm>
            <a:custGeom>
              <a:avLst/>
              <a:gdLst/>
              <a:ahLst/>
              <a:cxnLst/>
              <a:rect l="0" t="0" r="r" b="b"/>
              <a:pathLst>
                <a:path w="2851" h="1782" stroke="0" extrusionOk="0">
                  <a:moveTo>
                    <a:pt x="0" y="1782"/>
                  </a:moveTo>
                  <a:lnTo>
                    <a:pt x="2851" y="1782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782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1253" name="Graph element 163"/>
            <p:cNvSpPr/>
            <p:nvPr/>
          </p:nvSpPr>
          <p:spPr>
            <a:xfrm>
              <a:off x="1263871" y="1705477"/>
              <a:ext cx="2851" cy="1782"/>
            </a:xfrm>
            <a:custGeom>
              <a:avLst/>
              <a:gdLst/>
              <a:ahLst/>
              <a:cxnLst/>
              <a:rect l="0" t="0" r="r" b="b"/>
              <a:pathLst>
                <a:path w="2851" h="1782" stroke="0" extrusionOk="0">
                  <a:moveTo>
                    <a:pt x="0" y="1782"/>
                  </a:moveTo>
                  <a:lnTo>
                    <a:pt x="2851" y="1782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782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1254" name="Graph element 164"/>
            <p:cNvSpPr/>
            <p:nvPr/>
          </p:nvSpPr>
          <p:spPr>
            <a:xfrm>
              <a:off x="1256742" y="1705477"/>
              <a:ext cx="2851" cy="1782"/>
            </a:xfrm>
            <a:custGeom>
              <a:avLst/>
              <a:gdLst/>
              <a:ahLst/>
              <a:cxnLst/>
              <a:rect l="0" t="0" r="r" b="b"/>
              <a:pathLst>
                <a:path w="2851" h="1782" stroke="0" extrusionOk="0">
                  <a:moveTo>
                    <a:pt x="0" y="1782"/>
                  </a:moveTo>
                  <a:lnTo>
                    <a:pt x="2851" y="1782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782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1255" name="Graph element 165"/>
            <p:cNvSpPr/>
            <p:nvPr/>
          </p:nvSpPr>
          <p:spPr>
            <a:xfrm>
              <a:off x="1967803" y="1511584"/>
              <a:ext cx="4633" cy="195319"/>
            </a:xfrm>
            <a:custGeom>
              <a:avLst/>
              <a:gdLst/>
              <a:ahLst/>
              <a:cxnLst/>
              <a:rect l="0" t="0" r="r" b="b"/>
              <a:pathLst>
                <a:path w="4633" h="195319" stroke="0" extrusionOk="0">
                  <a:moveTo>
                    <a:pt x="0" y="0"/>
                  </a:moveTo>
                  <a:lnTo>
                    <a:pt x="0" y="195319"/>
                  </a:lnTo>
                  <a:lnTo>
                    <a:pt x="4633" y="195319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1256" name="Graph element 166"/>
            <p:cNvSpPr/>
            <p:nvPr/>
          </p:nvSpPr>
          <p:spPr>
            <a:xfrm>
              <a:off x="1787811" y="1511584"/>
              <a:ext cx="4633" cy="195319"/>
            </a:xfrm>
            <a:custGeom>
              <a:avLst/>
              <a:gdLst/>
              <a:ahLst/>
              <a:cxnLst/>
              <a:rect l="0" t="0" r="r" b="b"/>
              <a:pathLst>
                <a:path w="4633" h="195319" stroke="0" extrusionOk="0">
                  <a:moveTo>
                    <a:pt x="0" y="0"/>
                  </a:moveTo>
                  <a:lnTo>
                    <a:pt x="0" y="195319"/>
                  </a:lnTo>
                  <a:lnTo>
                    <a:pt x="4633" y="195319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1257" name="Graph element 167"/>
            <p:cNvSpPr/>
            <p:nvPr/>
          </p:nvSpPr>
          <p:spPr>
            <a:xfrm>
              <a:off x="1609600" y="1511584"/>
              <a:ext cx="4633" cy="195319"/>
            </a:xfrm>
            <a:custGeom>
              <a:avLst/>
              <a:gdLst/>
              <a:ahLst/>
              <a:cxnLst/>
              <a:rect l="0" t="0" r="r" b="b"/>
              <a:pathLst>
                <a:path w="4633" h="195319" stroke="0" extrusionOk="0">
                  <a:moveTo>
                    <a:pt x="0" y="0"/>
                  </a:moveTo>
                  <a:lnTo>
                    <a:pt x="0" y="195319"/>
                  </a:lnTo>
                  <a:lnTo>
                    <a:pt x="4633" y="195319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1258" name="Graph element 168"/>
            <p:cNvSpPr/>
            <p:nvPr/>
          </p:nvSpPr>
          <p:spPr>
            <a:xfrm>
              <a:off x="1428242" y="1511584"/>
              <a:ext cx="5998" cy="196684"/>
            </a:xfrm>
            <a:custGeom>
              <a:avLst/>
              <a:gdLst/>
              <a:ahLst/>
              <a:cxnLst/>
              <a:rect l="0" t="0" r="r" b="b"/>
              <a:pathLst>
                <a:path w="5998" h="196684" stroke="0" extrusionOk="0">
                  <a:moveTo>
                    <a:pt x="1365" y="0"/>
                  </a:moveTo>
                  <a:lnTo>
                    <a:pt x="1365" y="193303"/>
                  </a:lnTo>
                  <a:lnTo>
                    <a:pt x="0" y="194667"/>
                  </a:lnTo>
                  <a:lnTo>
                    <a:pt x="2016" y="196684"/>
                  </a:lnTo>
                  <a:lnTo>
                    <a:pt x="3381" y="195319"/>
                  </a:lnTo>
                  <a:lnTo>
                    <a:pt x="5998" y="195319"/>
                  </a:lnTo>
                  <a:lnTo>
                    <a:pt x="5998" y="0"/>
                  </a:lnTo>
                  <a:lnTo>
                    <a:pt x="1365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1259" name="Graph element 169"/>
            <p:cNvSpPr/>
            <p:nvPr/>
          </p:nvSpPr>
          <p:spPr>
            <a:xfrm>
              <a:off x="1249614" y="1511584"/>
              <a:ext cx="5998" cy="194901"/>
            </a:xfrm>
            <a:custGeom>
              <a:avLst/>
              <a:gdLst/>
              <a:ahLst/>
              <a:cxnLst/>
              <a:rect l="0" t="0" r="r" b="b"/>
              <a:pathLst>
                <a:path w="5998" h="194901" stroke="0" extrusionOk="0">
                  <a:moveTo>
                    <a:pt x="0" y="0"/>
                  </a:moveTo>
                  <a:lnTo>
                    <a:pt x="0" y="193537"/>
                  </a:lnTo>
                  <a:lnTo>
                    <a:pt x="2617" y="193537"/>
                  </a:lnTo>
                  <a:lnTo>
                    <a:pt x="3982" y="194901"/>
                  </a:lnTo>
                  <a:lnTo>
                    <a:pt x="5998" y="192885"/>
                  </a:lnTo>
                  <a:lnTo>
                    <a:pt x="4633" y="191521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1260" name="Graph element 170"/>
            <p:cNvSpPr/>
            <p:nvPr/>
          </p:nvSpPr>
          <p:spPr>
            <a:xfrm>
              <a:off x="1069621" y="1511584"/>
              <a:ext cx="6416" cy="189973"/>
            </a:xfrm>
            <a:custGeom>
              <a:avLst/>
              <a:gdLst/>
              <a:ahLst/>
              <a:cxnLst/>
              <a:rect l="0" t="0" r="r" b="b"/>
              <a:pathLst>
                <a:path w="6416" h="189973" stroke="0" extrusionOk="0">
                  <a:moveTo>
                    <a:pt x="0" y="0"/>
                  </a:moveTo>
                  <a:lnTo>
                    <a:pt x="0" y="189973"/>
                  </a:lnTo>
                  <a:lnTo>
                    <a:pt x="6416" y="189973"/>
                  </a:lnTo>
                  <a:lnTo>
                    <a:pt x="641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1261" name="Graph element 171"/>
            <p:cNvSpPr/>
            <p:nvPr/>
          </p:nvSpPr>
          <p:spPr>
            <a:xfrm>
              <a:off x="890046" y="1511584"/>
              <a:ext cx="5998" cy="187773"/>
            </a:xfrm>
            <a:custGeom>
              <a:avLst/>
              <a:gdLst/>
              <a:ahLst/>
              <a:cxnLst/>
              <a:rect l="0" t="0" r="r" b="b"/>
              <a:pathLst>
                <a:path w="5998" h="187773" stroke="0" extrusionOk="0">
                  <a:moveTo>
                    <a:pt x="1365" y="0"/>
                  </a:moveTo>
                  <a:lnTo>
                    <a:pt x="1365" y="184392"/>
                  </a:lnTo>
                  <a:lnTo>
                    <a:pt x="0" y="185757"/>
                  </a:lnTo>
                  <a:lnTo>
                    <a:pt x="2016" y="187773"/>
                  </a:lnTo>
                  <a:lnTo>
                    <a:pt x="3381" y="186408"/>
                  </a:lnTo>
                  <a:lnTo>
                    <a:pt x="5998" y="186408"/>
                  </a:lnTo>
                  <a:lnTo>
                    <a:pt x="5998" y="0"/>
                  </a:lnTo>
                  <a:lnTo>
                    <a:pt x="1365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1262" name="Graph element 172"/>
            <p:cNvSpPr/>
            <p:nvPr/>
          </p:nvSpPr>
          <p:spPr>
            <a:xfrm>
              <a:off x="711417" y="1511584"/>
              <a:ext cx="4633" cy="182844"/>
            </a:xfrm>
            <a:custGeom>
              <a:avLst/>
              <a:gdLst/>
              <a:ahLst/>
              <a:cxnLst/>
              <a:rect l="0" t="0" r="r" b="b"/>
              <a:pathLst>
                <a:path w="4633" h="182844" stroke="0" extrusionOk="0">
                  <a:moveTo>
                    <a:pt x="0" y="0"/>
                  </a:moveTo>
                  <a:lnTo>
                    <a:pt x="0" y="182844"/>
                  </a:lnTo>
                  <a:lnTo>
                    <a:pt x="4633" y="182844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1263" name="Graph element 173"/>
            <p:cNvSpPr/>
            <p:nvPr/>
          </p:nvSpPr>
          <p:spPr>
            <a:xfrm>
              <a:off x="531425" y="1511584"/>
              <a:ext cx="4633" cy="179280"/>
            </a:xfrm>
            <a:custGeom>
              <a:avLst/>
              <a:gdLst/>
              <a:ahLst/>
              <a:cxnLst/>
              <a:rect l="0" t="0" r="r" b="b"/>
              <a:pathLst>
                <a:path w="4633" h="179280" stroke="0" extrusionOk="0">
                  <a:moveTo>
                    <a:pt x="0" y="0"/>
                  </a:moveTo>
                  <a:lnTo>
                    <a:pt x="0" y="179280"/>
                  </a:lnTo>
                  <a:lnTo>
                    <a:pt x="4633" y="179280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1264" name="Graph element 174"/>
            <p:cNvSpPr/>
            <p:nvPr/>
          </p:nvSpPr>
          <p:spPr>
            <a:xfrm>
              <a:off x="353214" y="1511584"/>
              <a:ext cx="4633" cy="172152"/>
            </a:xfrm>
            <a:custGeom>
              <a:avLst/>
              <a:gdLst/>
              <a:ahLst/>
              <a:cxnLst/>
              <a:rect l="0" t="0" r="r" b="b"/>
              <a:pathLst>
                <a:path w="4633" h="172152" stroke="0" extrusionOk="0">
                  <a:moveTo>
                    <a:pt x="0" y="0"/>
                  </a:moveTo>
                  <a:lnTo>
                    <a:pt x="0" y="172152"/>
                  </a:lnTo>
                  <a:lnTo>
                    <a:pt x="4633" y="172152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1265" name="Graph element 175"/>
            <p:cNvSpPr/>
            <p:nvPr/>
          </p:nvSpPr>
          <p:spPr>
            <a:xfrm>
              <a:off x="1967803" y="1019722"/>
              <a:ext cx="4633" cy="125817"/>
            </a:xfrm>
            <a:custGeom>
              <a:avLst/>
              <a:gdLst/>
              <a:ahLst/>
              <a:cxnLst/>
              <a:rect l="0" t="0" r="r" b="b"/>
              <a:pathLst>
                <a:path w="4633" h="125817" stroke="0" extrusionOk="0">
                  <a:moveTo>
                    <a:pt x="0" y="0"/>
                  </a:moveTo>
                  <a:lnTo>
                    <a:pt x="0" y="125817"/>
                  </a:lnTo>
                  <a:lnTo>
                    <a:pt x="4633" y="125817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1266" name="Graph element 176"/>
            <p:cNvSpPr/>
            <p:nvPr/>
          </p:nvSpPr>
          <p:spPr>
            <a:xfrm>
              <a:off x="1787811" y="916126"/>
              <a:ext cx="4633" cy="229413"/>
            </a:xfrm>
            <a:custGeom>
              <a:avLst/>
              <a:gdLst/>
              <a:ahLst/>
              <a:cxnLst/>
              <a:rect l="0" t="0" r="r" b="b"/>
              <a:pathLst>
                <a:path w="4633" h="229413" stroke="0" extrusionOk="0">
                  <a:moveTo>
                    <a:pt x="0" y="0"/>
                  </a:moveTo>
                  <a:lnTo>
                    <a:pt x="0" y="229413"/>
                  </a:lnTo>
                  <a:lnTo>
                    <a:pt x="4633" y="229413"/>
                  </a:lnTo>
                  <a:lnTo>
                    <a:pt x="4633" y="46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1267" name="Graph element 177"/>
            <p:cNvSpPr/>
            <p:nvPr/>
          </p:nvSpPr>
          <p:spPr>
            <a:xfrm>
              <a:off x="1609600" y="818344"/>
              <a:ext cx="4633" cy="327195"/>
            </a:xfrm>
            <a:custGeom>
              <a:avLst/>
              <a:gdLst/>
              <a:ahLst/>
              <a:cxnLst/>
              <a:rect l="0" t="0" r="r" b="b"/>
              <a:pathLst>
                <a:path w="4633" h="327195" stroke="0" extrusionOk="0">
                  <a:moveTo>
                    <a:pt x="0" y="0"/>
                  </a:moveTo>
                  <a:lnTo>
                    <a:pt x="0" y="327195"/>
                  </a:lnTo>
                  <a:lnTo>
                    <a:pt x="4633" y="327195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1268" name="Graph element 178"/>
            <p:cNvSpPr/>
            <p:nvPr/>
          </p:nvSpPr>
          <p:spPr>
            <a:xfrm>
              <a:off x="1429607" y="716764"/>
              <a:ext cx="4633" cy="428775"/>
            </a:xfrm>
            <a:custGeom>
              <a:avLst/>
              <a:gdLst/>
              <a:ahLst/>
              <a:cxnLst/>
              <a:rect l="0" t="0" r="r" b="b"/>
              <a:pathLst>
                <a:path w="4633" h="428775" stroke="0" extrusionOk="0">
                  <a:moveTo>
                    <a:pt x="0" y="0"/>
                  </a:moveTo>
                  <a:lnTo>
                    <a:pt x="0" y="428775"/>
                  </a:lnTo>
                  <a:lnTo>
                    <a:pt x="4633" y="428775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1269" name="Graph element 179"/>
            <p:cNvSpPr/>
            <p:nvPr/>
          </p:nvSpPr>
          <p:spPr>
            <a:xfrm>
              <a:off x="1249614" y="684686"/>
              <a:ext cx="4633" cy="460853"/>
            </a:xfrm>
            <a:custGeom>
              <a:avLst/>
              <a:gdLst/>
              <a:ahLst/>
              <a:cxnLst/>
              <a:rect l="0" t="0" r="r" b="b"/>
              <a:pathLst>
                <a:path w="4633" h="460853" stroke="0" extrusionOk="0">
                  <a:moveTo>
                    <a:pt x="0" y="0"/>
                  </a:moveTo>
                  <a:lnTo>
                    <a:pt x="0" y="460853"/>
                  </a:lnTo>
                  <a:lnTo>
                    <a:pt x="4633" y="460853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1270" name="Graph element 180"/>
            <p:cNvSpPr/>
            <p:nvPr/>
          </p:nvSpPr>
          <p:spPr>
            <a:xfrm>
              <a:off x="353214" y="623738"/>
              <a:ext cx="4633" cy="521801"/>
            </a:xfrm>
            <a:custGeom>
              <a:avLst/>
              <a:gdLst/>
              <a:ahLst/>
              <a:cxnLst/>
              <a:rect l="0" t="0" r="r" b="b"/>
              <a:pathLst>
                <a:path w="4633" h="521801" stroke="0" extrusionOk="0">
                  <a:moveTo>
                    <a:pt x="1782" y="0"/>
                  </a:moveTo>
                  <a:lnTo>
                    <a:pt x="1782" y="1192"/>
                  </a:lnTo>
                  <a:lnTo>
                    <a:pt x="0" y="2974"/>
                  </a:lnTo>
                  <a:lnTo>
                    <a:pt x="0" y="521801"/>
                  </a:lnTo>
                  <a:lnTo>
                    <a:pt x="4633" y="521801"/>
                  </a:lnTo>
                  <a:lnTo>
                    <a:pt x="1782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1271" name="Graph element 181"/>
            <p:cNvSpPr/>
            <p:nvPr/>
          </p:nvSpPr>
          <p:spPr>
            <a:xfrm>
              <a:off x="1069621" y="581089"/>
              <a:ext cx="6416" cy="564449"/>
            </a:xfrm>
            <a:custGeom>
              <a:avLst/>
              <a:gdLst/>
              <a:ahLst/>
              <a:cxnLst/>
              <a:rect l="0" t="0" r="r" b="b"/>
              <a:pathLst>
                <a:path w="6416" h="564449" stroke="0" extrusionOk="0">
                  <a:moveTo>
                    <a:pt x="0" y="0"/>
                  </a:moveTo>
                  <a:lnTo>
                    <a:pt x="0" y="564449"/>
                  </a:lnTo>
                  <a:lnTo>
                    <a:pt x="6416" y="564449"/>
                  </a:lnTo>
                  <a:lnTo>
                    <a:pt x="6416" y="3798"/>
                  </a:lnTo>
                  <a:lnTo>
                    <a:pt x="3798" y="37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1272" name="Graph element 182"/>
            <p:cNvSpPr/>
            <p:nvPr/>
          </p:nvSpPr>
          <p:spPr>
            <a:xfrm>
              <a:off x="891410" y="483308"/>
              <a:ext cx="4633" cy="662231"/>
            </a:xfrm>
            <a:custGeom>
              <a:avLst/>
              <a:gdLst/>
              <a:ahLst/>
              <a:cxnLst/>
              <a:rect l="0" t="0" r="r" b="b"/>
              <a:pathLst>
                <a:path w="4633" h="662231" stroke="0" extrusionOk="0">
                  <a:moveTo>
                    <a:pt x="0" y="0"/>
                  </a:moveTo>
                  <a:lnTo>
                    <a:pt x="0" y="662231"/>
                  </a:lnTo>
                  <a:lnTo>
                    <a:pt x="4633" y="662231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1273" name="Graph element 183"/>
            <p:cNvSpPr/>
            <p:nvPr/>
          </p:nvSpPr>
          <p:spPr>
            <a:xfrm>
              <a:off x="711417" y="379711"/>
              <a:ext cx="4633" cy="765828"/>
            </a:xfrm>
            <a:custGeom>
              <a:avLst/>
              <a:gdLst/>
              <a:ahLst/>
              <a:cxnLst/>
              <a:rect l="0" t="0" r="r" b="b"/>
              <a:pathLst>
                <a:path w="4633" h="765828" stroke="0" extrusionOk="0">
                  <a:moveTo>
                    <a:pt x="0" y="0"/>
                  </a:moveTo>
                  <a:lnTo>
                    <a:pt x="0" y="765828"/>
                  </a:lnTo>
                  <a:lnTo>
                    <a:pt x="4633" y="765828"/>
                  </a:lnTo>
                  <a:lnTo>
                    <a:pt x="4633" y="46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1274" name="Graph element 184"/>
            <p:cNvSpPr/>
            <p:nvPr/>
          </p:nvSpPr>
          <p:spPr>
            <a:xfrm>
              <a:off x="531425" y="278131"/>
              <a:ext cx="4633" cy="867408"/>
            </a:xfrm>
            <a:custGeom>
              <a:avLst/>
              <a:gdLst/>
              <a:ahLst/>
              <a:cxnLst/>
              <a:rect l="0" t="0" r="r" b="b"/>
              <a:pathLst>
                <a:path w="4633" h="867408" stroke="0" extrusionOk="0">
                  <a:moveTo>
                    <a:pt x="0" y="0"/>
                  </a:moveTo>
                  <a:lnTo>
                    <a:pt x="0" y="867408"/>
                  </a:lnTo>
                  <a:lnTo>
                    <a:pt x="4633" y="867408"/>
                  </a:lnTo>
                  <a:lnTo>
                    <a:pt x="4633" y="46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1275" name="Graph element 185"/>
            <p:cNvSpPr/>
            <p:nvPr/>
          </p:nvSpPr>
          <p:spPr>
            <a:xfrm>
              <a:off x="1967803" y="123322"/>
              <a:ext cx="4633" cy="876084"/>
            </a:xfrm>
            <a:custGeom>
              <a:avLst/>
              <a:gdLst/>
              <a:ahLst/>
              <a:cxnLst/>
              <a:rect l="0" t="0" r="r" b="b"/>
              <a:pathLst>
                <a:path w="4633" h="876084" stroke="0" extrusionOk="0">
                  <a:moveTo>
                    <a:pt x="0" y="0"/>
                  </a:moveTo>
                  <a:lnTo>
                    <a:pt x="0" y="876084"/>
                  </a:lnTo>
                  <a:lnTo>
                    <a:pt x="4633" y="876084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1276" name="Graph element 186"/>
            <p:cNvSpPr/>
            <p:nvPr/>
          </p:nvSpPr>
          <p:spPr>
            <a:xfrm>
              <a:off x="1787811" y="123322"/>
              <a:ext cx="4633" cy="774504"/>
            </a:xfrm>
            <a:custGeom>
              <a:avLst/>
              <a:gdLst/>
              <a:ahLst/>
              <a:cxnLst/>
              <a:rect l="0" t="0" r="r" b="b"/>
              <a:pathLst>
                <a:path w="4633" h="774504" stroke="0" extrusionOk="0">
                  <a:moveTo>
                    <a:pt x="0" y="0"/>
                  </a:moveTo>
                  <a:lnTo>
                    <a:pt x="0" y="774504"/>
                  </a:lnTo>
                  <a:lnTo>
                    <a:pt x="4633" y="774504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1277" name="Graph element 187"/>
            <p:cNvSpPr/>
            <p:nvPr/>
          </p:nvSpPr>
          <p:spPr>
            <a:xfrm>
              <a:off x="1609600" y="123322"/>
              <a:ext cx="4633" cy="676722"/>
            </a:xfrm>
            <a:custGeom>
              <a:avLst/>
              <a:gdLst/>
              <a:ahLst/>
              <a:cxnLst/>
              <a:rect l="0" t="0" r="r" b="b"/>
              <a:pathLst>
                <a:path w="4633" h="676722" stroke="0" extrusionOk="0">
                  <a:moveTo>
                    <a:pt x="0" y="0"/>
                  </a:moveTo>
                  <a:lnTo>
                    <a:pt x="0" y="672089"/>
                  </a:lnTo>
                  <a:lnTo>
                    <a:pt x="4633" y="676722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1278" name="Graph element 188"/>
            <p:cNvSpPr/>
            <p:nvPr/>
          </p:nvSpPr>
          <p:spPr>
            <a:xfrm>
              <a:off x="1429607" y="123322"/>
              <a:ext cx="4633" cy="573126"/>
            </a:xfrm>
            <a:custGeom>
              <a:avLst/>
              <a:gdLst/>
              <a:ahLst/>
              <a:cxnLst/>
              <a:rect l="0" t="0" r="r" b="b"/>
              <a:pathLst>
                <a:path w="4633" h="573126" stroke="0" extrusionOk="0">
                  <a:moveTo>
                    <a:pt x="0" y="0"/>
                  </a:moveTo>
                  <a:lnTo>
                    <a:pt x="0" y="573126"/>
                  </a:lnTo>
                  <a:lnTo>
                    <a:pt x="4633" y="573126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1279" name="Graph element 189"/>
            <p:cNvSpPr/>
            <p:nvPr/>
          </p:nvSpPr>
          <p:spPr>
            <a:xfrm>
              <a:off x="1249614" y="123322"/>
              <a:ext cx="8432" cy="514673"/>
            </a:xfrm>
            <a:custGeom>
              <a:avLst/>
              <a:gdLst/>
              <a:ahLst/>
              <a:cxnLst/>
              <a:rect l="0" t="0" r="r" b="b"/>
              <a:pathLst>
                <a:path w="8432" h="514673" stroke="0" extrusionOk="0">
                  <a:moveTo>
                    <a:pt x="0" y="0"/>
                  </a:moveTo>
                  <a:lnTo>
                    <a:pt x="0" y="514673"/>
                  </a:lnTo>
                  <a:lnTo>
                    <a:pt x="2851" y="514673"/>
                  </a:lnTo>
                  <a:lnTo>
                    <a:pt x="2851" y="513481"/>
                  </a:lnTo>
                  <a:lnTo>
                    <a:pt x="3798" y="512534"/>
                  </a:lnTo>
                  <a:lnTo>
                    <a:pt x="8432" y="512534"/>
                  </a:lnTo>
                  <a:lnTo>
                    <a:pt x="4633" y="508736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1280" name="Graph element 190"/>
            <p:cNvSpPr/>
            <p:nvPr/>
          </p:nvSpPr>
          <p:spPr>
            <a:xfrm>
              <a:off x="1069621" y="123322"/>
              <a:ext cx="6416" cy="443266"/>
            </a:xfrm>
            <a:custGeom>
              <a:avLst/>
              <a:gdLst/>
              <a:ahLst/>
              <a:cxnLst/>
              <a:rect l="0" t="0" r="r" b="b"/>
              <a:pathLst>
                <a:path w="6416" h="443266" stroke="0" extrusionOk="0">
                  <a:moveTo>
                    <a:pt x="0" y="0"/>
                  </a:moveTo>
                  <a:lnTo>
                    <a:pt x="0" y="439468"/>
                  </a:lnTo>
                  <a:lnTo>
                    <a:pt x="2617" y="439468"/>
                  </a:lnTo>
                  <a:lnTo>
                    <a:pt x="6416" y="443266"/>
                  </a:lnTo>
                  <a:lnTo>
                    <a:pt x="641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1281" name="Graph element 191"/>
            <p:cNvSpPr/>
            <p:nvPr/>
          </p:nvSpPr>
          <p:spPr>
            <a:xfrm>
              <a:off x="891410" y="123322"/>
              <a:ext cx="4633" cy="339670"/>
            </a:xfrm>
            <a:custGeom>
              <a:avLst/>
              <a:gdLst/>
              <a:ahLst/>
              <a:cxnLst/>
              <a:rect l="0" t="0" r="r" b="b"/>
              <a:pathLst>
                <a:path w="4633" h="339670" stroke="0" extrusionOk="0">
                  <a:moveTo>
                    <a:pt x="0" y="0"/>
                  </a:moveTo>
                  <a:lnTo>
                    <a:pt x="0" y="339670"/>
                  </a:lnTo>
                  <a:lnTo>
                    <a:pt x="4633" y="339670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1282" name="Graph element 192"/>
            <p:cNvSpPr/>
            <p:nvPr/>
          </p:nvSpPr>
          <p:spPr>
            <a:xfrm>
              <a:off x="711417" y="123322"/>
              <a:ext cx="4633" cy="238090"/>
            </a:xfrm>
            <a:custGeom>
              <a:avLst/>
              <a:gdLst/>
              <a:ahLst/>
              <a:cxnLst/>
              <a:rect l="0" t="0" r="r" b="b"/>
              <a:pathLst>
                <a:path w="4633" h="238090" stroke="0" extrusionOk="0">
                  <a:moveTo>
                    <a:pt x="0" y="0"/>
                  </a:moveTo>
                  <a:lnTo>
                    <a:pt x="0" y="238090"/>
                  </a:lnTo>
                  <a:lnTo>
                    <a:pt x="4633" y="238090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1283" name="Graph element 193"/>
            <p:cNvSpPr/>
            <p:nvPr/>
          </p:nvSpPr>
          <p:spPr>
            <a:xfrm>
              <a:off x="531425" y="123322"/>
              <a:ext cx="4633" cy="136509"/>
            </a:xfrm>
            <a:custGeom>
              <a:avLst/>
              <a:gdLst/>
              <a:ahLst/>
              <a:cxnLst/>
              <a:rect l="0" t="0" r="r" b="b"/>
              <a:pathLst>
                <a:path w="4633" h="136509" stroke="0" extrusionOk="0">
                  <a:moveTo>
                    <a:pt x="0" y="0"/>
                  </a:moveTo>
                  <a:lnTo>
                    <a:pt x="0" y="136509"/>
                  </a:lnTo>
                  <a:lnTo>
                    <a:pt x="4633" y="136509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1284" name="Graph element 194"/>
            <p:cNvSpPr/>
            <p:nvPr/>
          </p:nvSpPr>
          <p:spPr>
            <a:xfrm>
              <a:off x="353214" y="123322"/>
              <a:ext cx="4633" cy="38494"/>
            </a:xfrm>
            <a:custGeom>
              <a:avLst/>
              <a:gdLst/>
              <a:ahLst/>
              <a:cxnLst/>
              <a:rect l="0" t="0" r="r" b="b"/>
              <a:pathLst>
                <a:path w="4633" h="38494" stroke="0" extrusionOk="0">
                  <a:moveTo>
                    <a:pt x="0" y="0"/>
                  </a:moveTo>
                  <a:lnTo>
                    <a:pt x="0" y="38494"/>
                  </a:lnTo>
                  <a:lnTo>
                    <a:pt x="4633" y="38494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1285" name="Graph element 195"/>
            <p:cNvSpPr/>
            <p:nvPr/>
          </p:nvSpPr>
          <p:spPr>
            <a:xfrm>
              <a:off x="1962101" y="1778900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286" name="Graph element 196"/>
            <p:cNvSpPr/>
            <p:nvPr/>
          </p:nvSpPr>
          <p:spPr>
            <a:xfrm>
              <a:off x="1954972" y="1769989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287" name="Graph element 197"/>
            <p:cNvSpPr/>
            <p:nvPr/>
          </p:nvSpPr>
          <p:spPr>
            <a:xfrm>
              <a:off x="1912202" y="1753950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288" name="Graph element 198"/>
            <p:cNvSpPr/>
            <p:nvPr/>
          </p:nvSpPr>
          <p:spPr>
            <a:xfrm>
              <a:off x="1789236" y="1725437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289" name="Graph element 199"/>
            <p:cNvSpPr/>
            <p:nvPr/>
          </p:nvSpPr>
          <p:spPr>
            <a:xfrm>
              <a:off x="1703695" y="1718308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290" name="Graph element 200"/>
            <p:cNvSpPr/>
            <p:nvPr/>
          </p:nvSpPr>
          <p:spPr>
            <a:xfrm>
              <a:off x="1611025" y="1712962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291" name="Graph element 201"/>
            <p:cNvSpPr/>
            <p:nvPr/>
          </p:nvSpPr>
          <p:spPr>
            <a:xfrm>
              <a:off x="1495188" y="1709398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292" name="Graph element 202"/>
            <p:cNvSpPr/>
            <p:nvPr/>
          </p:nvSpPr>
          <p:spPr>
            <a:xfrm>
              <a:off x="1488060" y="1709398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293" name="Graph element 203"/>
            <p:cNvSpPr/>
            <p:nvPr/>
          </p:nvSpPr>
          <p:spPr>
            <a:xfrm>
              <a:off x="1480932" y="1709398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294" name="Graph element 204"/>
            <p:cNvSpPr/>
            <p:nvPr/>
          </p:nvSpPr>
          <p:spPr>
            <a:xfrm>
              <a:off x="1473803" y="1709398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295" name="Graph element 205"/>
            <p:cNvSpPr/>
            <p:nvPr/>
          </p:nvSpPr>
          <p:spPr>
            <a:xfrm>
              <a:off x="1866223" y="1709041"/>
              <a:ext cx="2851" cy="35642"/>
            </a:xfrm>
            <a:custGeom>
              <a:avLst/>
              <a:gdLst/>
              <a:ahLst/>
              <a:cxnLst/>
              <a:rect l="0" t="0" r="r" b="b"/>
              <a:pathLst>
                <a:path w="2851" h="35642" stroke="0" extrusionOk="0">
                  <a:moveTo>
                    <a:pt x="0" y="35642"/>
                  </a:moveTo>
                  <a:lnTo>
                    <a:pt x="2851" y="35642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35642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296" name="Graph element 206"/>
            <p:cNvSpPr/>
            <p:nvPr/>
          </p:nvSpPr>
          <p:spPr>
            <a:xfrm>
              <a:off x="1859095" y="1709041"/>
              <a:ext cx="2851" cy="33860"/>
            </a:xfrm>
            <a:custGeom>
              <a:avLst/>
              <a:gdLst/>
              <a:ahLst/>
              <a:cxnLst/>
              <a:rect l="0" t="0" r="r" b="b"/>
              <a:pathLst>
                <a:path w="2851" h="33860" stroke="0" extrusionOk="0">
                  <a:moveTo>
                    <a:pt x="0" y="33860"/>
                  </a:moveTo>
                  <a:lnTo>
                    <a:pt x="2851" y="33860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33860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297" name="Graph element 207"/>
            <p:cNvSpPr/>
            <p:nvPr/>
          </p:nvSpPr>
          <p:spPr>
            <a:xfrm>
              <a:off x="1851966" y="1709041"/>
              <a:ext cx="2851" cy="32078"/>
            </a:xfrm>
            <a:custGeom>
              <a:avLst/>
              <a:gdLst/>
              <a:ahLst/>
              <a:cxnLst/>
              <a:rect l="0" t="0" r="r" b="b"/>
              <a:pathLst>
                <a:path w="2851" h="32078" stroke="0" extrusionOk="0">
                  <a:moveTo>
                    <a:pt x="0" y="32078"/>
                  </a:moveTo>
                  <a:lnTo>
                    <a:pt x="2851" y="32078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32078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298" name="Graph element 208"/>
            <p:cNvSpPr/>
            <p:nvPr/>
          </p:nvSpPr>
          <p:spPr>
            <a:xfrm>
              <a:off x="1848402" y="1709041"/>
              <a:ext cx="2851" cy="30296"/>
            </a:xfrm>
            <a:custGeom>
              <a:avLst/>
              <a:gdLst/>
              <a:ahLst/>
              <a:cxnLst/>
              <a:rect l="0" t="0" r="r" b="b"/>
              <a:pathLst>
                <a:path w="2851" h="30296" stroke="0" extrusionOk="0">
                  <a:moveTo>
                    <a:pt x="0" y="30296"/>
                  </a:moveTo>
                  <a:lnTo>
                    <a:pt x="2851" y="30296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30296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299" name="Graph element 209"/>
            <p:cNvSpPr/>
            <p:nvPr/>
          </p:nvSpPr>
          <p:spPr>
            <a:xfrm>
              <a:off x="1844838" y="1709041"/>
              <a:ext cx="2851" cy="30296"/>
            </a:xfrm>
            <a:custGeom>
              <a:avLst/>
              <a:gdLst/>
              <a:ahLst/>
              <a:cxnLst/>
              <a:rect l="0" t="0" r="r" b="b"/>
              <a:pathLst>
                <a:path w="2851" h="30296" stroke="0" extrusionOk="0">
                  <a:moveTo>
                    <a:pt x="0" y="30296"/>
                  </a:moveTo>
                  <a:lnTo>
                    <a:pt x="2851" y="30296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30296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00" name="Graph element 210"/>
            <p:cNvSpPr/>
            <p:nvPr/>
          </p:nvSpPr>
          <p:spPr>
            <a:xfrm>
              <a:off x="1841274" y="1709041"/>
              <a:ext cx="2851" cy="28514"/>
            </a:xfrm>
            <a:custGeom>
              <a:avLst/>
              <a:gdLst/>
              <a:ahLst/>
              <a:cxnLst/>
              <a:rect l="0" t="0" r="r" b="b"/>
              <a:pathLst>
                <a:path w="2851" h="28514" stroke="0" extrusionOk="0">
                  <a:moveTo>
                    <a:pt x="0" y="28514"/>
                  </a:moveTo>
                  <a:lnTo>
                    <a:pt x="2851" y="28514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8514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01" name="Graph element 211"/>
            <p:cNvSpPr/>
            <p:nvPr/>
          </p:nvSpPr>
          <p:spPr>
            <a:xfrm>
              <a:off x="1837710" y="1709041"/>
              <a:ext cx="2851" cy="28514"/>
            </a:xfrm>
            <a:custGeom>
              <a:avLst/>
              <a:gdLst/>
              <a:ahLst/>
              <a:cxnLst/>
              <a:rect l="0" t="0" r="r" b="b"/>
              <a:pathLst>
                <a:path w="2851" h="28514" stroke="0" extrusionOk="0">
                  <a:moveTo>
                    <a:pt x="0" y="28514"/>
                  </a:moveTo>
                  <a:lnTo>
                    <a:pt x="2851" y="28514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8514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02" name="Graph element 212"/>
            <p:cNvSpPr/>
            <p:nvPr/>
          </p:nvSpPr>
          <p:spPr>
            <a:xfrm>
              <a:off x="1834145" y="1709041"/>
              <a:ext cx="2851" cy="26732"/>
            </a:xfrm>
            <a:custGeom>
              <a:avLst/>
              <a:gdLst/>
              <a:ahLst/>
              <a:cxnLst/>
              <a:rect l="0" t="0" r="r" b="b"/>
              <a:pathLst>
                <a:path w="2851" h="26732" stroke="0" extrusionOk="0">
                  <a:moveTo>
                    <a:pt x="0" y="26732"/>
                  </a:moveTo>
                  <a:lnTo>
                    <a:pt x="2851" y="26732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6732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03" name="Graph element 213"/>
            <p:cNvSpPr/>
            <p:nvPr/>
          </p:nvSpPr>
          <p:spPr>
            <a:xfrm>
              <a:off x="1830581" y="1709041"/>
              <a:ext cx="2851" cy="26732"/>
            </a:xfrm>
            <a:custGeom>
              <a:avLst/>
              <a:gdLst/>
              <a:ahLst/>
              <a:cxnLst/>
              <a:rect l="0" t="0" r="r" b="b"/>
              <a:pathLst>
                <a:path w="2851" h="26732" stroke="0" extrusionOk="0">
                  <a:moveTo>
                    <a:pt x="0" y="26732"/>
                  </a:moveTo>
                  <a:lnTo>
                    <a:pt x="2851" y="26732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6732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04" name="Graph element 214"/>
            <p:cNvSpPr/>
            <p:nvPr/>
          </p:nvSpPr>
          <p:spPr>
            <a:xfrm>
              <a:off x="1827017" y="1709041"/>
              <a:ext cx="2851" cy="26732"/>
            </a:xfrm>
            <a:custGeom>
              <a:avLst/>
              <a:gdLst/>
              <a:ahLst/>
              <a:cxnLst/>
              <a:rect l="0" t="0" r="r" b="b"/>
              <a:pathLst>
                <a:path w="2851" h="26732" stroke="0" extrusionOk="0">
                  <a:moveTo>
                    <a:pt x="0" y="26732"/>
                  </a:moveTo>
                  <a:lnTo>
                    <a:pt x="2851" y="26732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6732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05" name="Graph element 215"/>
            <p:cNvSpPr/>
            <p:nvPr/>
          </p:nvSpPr>
          <p:spPr>
            <a:xfrm>
              <a:off x="1823453" y="1709041"/>
              <a:ext cx="2851" cy="26732"/>
            </a:xfrm>
            <a:custGeom>
              <a:avLst/>
              <a:gdLst/>
              <a:ahLst/>
              <a:cxnLst/>
              <a:rect l="0" t="0" r="r" b="b"/>
              <a:pathLst>
                <a:path w="2851" h="26732" stroke="0" extrusionOk="0">
                  <a:moveTo>
                    <a:pt x="0" y="26732"/>
                  </a:moveTo>
                  <a:lnTo>
                    <a:pt x="2851" y="26732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6732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06" name="Graph element 216"/>
            <p:cNvSpPr/>
            <p:nvPr/>
          </p:nvSpPr>
          <p:spPr>
            <a:xfrm>
              <a:off x="1819888" y="1709041"/>
              <a:ext cx="2851" cy="21385"/>
            </a:xfrm>
            <a:custGeom>
              <a:avLst/>
              <a:gdLst/>
              <a:ahLst/>
              <a:cxnLst/>
              <a:rect l="0" t="0" r="r" b="b"/>
              <a:pathLst>
                <a:path w="2851" h="21385" stroke="0" extrusionOk="0">
                  <a:moveTo>
                    <a:pt x="0" y="21385"/>
                  </a:moveTo>
                  <a:lnTo>
                    <a:pt x="2851" y="21385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1385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07" name="Graph element 217"/>
            <p:cNvSpPr/>
            <p:nvPr/>
          </p:nvSpPr>
          <p:spPr>
            <a:xfrm>
              <a:off x="1816324" y="1709041"/>
              <a:ext cx="2851" cy="21385"/>
            </a:xfrm>
            <a:custGeom>
              <a:avLst/>
              <a:gdLst/>
              <a:ahLst/>
              <a:cxnLst/>
              <a:rect l="0" t="0" r="r" b="b"/>
              <a:pathLst>
                <a:path w="2851" h="21385" stroke="0" extrusionOk="0">
                  <a:moveTo>
                    <a:pt x="0" y="21385"/>
                  </a:moveTo>
                  <a:lnTo>
                    <a:pt x="2851" y="21385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1385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08" name="Graph element 218"/>
            <p:cNvSpPr/>
            <p:nvPr/>
          </p:nvSpPr>
          <p:spPr>
            <a:xfrm>
              <a:off x="1812760" y="1709041"/>
              <a:ext cx="2851" cy="17821"/>
            </a:xfrm>
            <a:custGeom>
              <a:avLst/>
              <a:gdLst/>
              <a:ahLst/>
              <a:cxnLst/>
              <a:rect l="0" t="0" r="r" b="b"/>
              <a:pathLst>
                <a:path w="2851" h="17821" stroke="0" extrusionOk="0">
                  <a:moveTo>
                    <a:pt x="0" y="17821"/>
                  </a:moveTo>
                  <a:lnTo>
                    <a:pt x="2851" y="17821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7821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09" name="Graph element 219"/>
            <p:cNvSpPr/>
            <p:nvPr/>
          </p:nvSpPr>
          <p:spPr>
            <a:xfrm>
              <a:off x="1804267" y="1709041"/>
              <a:ext cx="4216" cy="20611"/>
            </a:xfrm>
            <a:custGeom>
              <a:avLst/>
              <a:gdLst/>
              <a:ahLst/>
              <a:cxnLst/>
              <a:rect l="0" t="0" r="r" b="b"/>
              <a:pathLst>
                <a:path w="4216" h="20611" stroke="0" extrusionOk="0">
                  <a:moveTo>
                    <a:pt x="0" y="18595"/>
                  </a:moveTo>
                  <a:lnTo>
                    <a:pt x="2016" y="20611"/>
                  </a:lnTo>
                  <a:lnTo>
                    <a:pt x="4216" y="18412"/>
                  </a:lnTo>
                  <a:lnTo>
                    <a:pt x="4216" y="0"/>
                  </a:lnTo>
                  <a:lnTo>
                    <a:pt x="1365" y="0"/>
                  </a:lnTo>
                  <a:lnTo>
                    <a:pt x="1365" y="17231"/>
                  </a:lnTo>
                  <a:lnTo>
                    <a:pt x="0" y="18595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10" name="Graph element 220"/>
            <p:cNvSpPr/>
            <p:nvPr/>
          </p:nvSpPr>
          <p:spPr>
            <a:xfrm>
              <a:off x="1798503" y="1709041"/>
              <a:ext cx="2851" cy="17821"/>
            </a:xfrm>
            <a:custGeom>
              <a:avLst/>
              <a:gdLst/>
              <a:ahLst/>
              <a:cxnLst/>
              <a:rect l="0" t="0" r="r" b="b"/>
              <a:pathLst>
                <a:path w="2851" h="17821" stroke="0" extrusionOk="0">
                  <a:moveTo>
                    <a:pt x="0" y="17821"/>
                  </a:moveTo>
                  <a:lnTo>
                    <a:pt x="2851" y="17821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7821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11" name="Graph element 221"/>
            <p:cNvSpPr/>
            <p:nvPr/>
          </p:nvSpPr>
          <p:spPr>
            <a:xfrm>
              <a:off x="1622074" y="1709041"/>
              <a:ext cx="4216" cy="6354"/>
            </a:xfrm>
            <a:custGeom>
              <a:avLst/>
              <a:gdLst/>
              <a:ahLst/>
              <a:cxnLst/>
              <a:rect l="0" t="0" r="r" b="b"/>
              <a:pathLst>
                <a:path w="4216" h="6354" stroke="0" extrusionOk="0">
                  <a:moveTo>
                    <a:pt x="0" y="4155"/>
                  </a:moveTo>
                  <a:lnTo>
                    <a:pt x="2200" y="6354"/>
                  </a:lnTo>
                  <a:lnTo>
                    <a:pt x="4216" y="4338"/>
                  </a:lnTo>
                  <a:lnTo>
                    <a:pt x="2851" y="2974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4155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12" name="Graph element 222"/>
            <p:cNvSpPr/>
            <p:nvPr/>
          </p:nvSpPr>
          <p:spPr>
            <a:xfrm>
              <a:off x="1614946" y="1709041"/>
              <a:ext cx="2851" cy="3564"/>
            </a:xfrm>
            <a:custGeom>
              <a:avLst/>
              <a:gdLst/>
              <a:ahLst/>
              <a:cxnLst/>
              <a:rect l="0" t="0" r="r" b="b"/>
              <a:pathLst>
                <a:path w="2851" h="3564" stroke="0" extrusionOk="0">
                  <a:moveTo>
                    <a:pt x="0" y="3564"/>
                  </a:moveTo>
                  <a:lnTo>
                    <a:pt x="2851" y="3564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3564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13" name="Graph element 223"/>
            <p:cNvSpPr/>
            <p:nvPr/>
          </p:nvSpPr>
          <p:spPr>
            <a:xfrm>
              <a:off x="1600689" y="1709041"/>
              <a:ext cx="2851" cy="1782"/>
            </a:xfrm>
            <a:custGeom>
              <a:avLst/>
              <a:gdLst/>
              <a:ahLst/>
              <a:cxnLst/>
              <a:rect l="0" t="0" r="r" b="b"/>
              <a:pathLst>
                <a:path w="2851" h="1782" stroke="0" extrusionOk="0">
                  <a:moveTo>
                    <a:pt x="0" y="1782"/>
                  </a:moveTo>
                  <a:lnTo>
                    <a:pt x="2851" y="1782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782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14" name="Graph element 224"/>
            <p:cNvSpPr/>
            <p:nvPr/>
          </p:nvSpPr>
          <p:spPr>
            <a:xfrm>
              <a:off x="1593561" y="1709041"/>
              <a:ext cx="6416" cy="5580"/>
            </a:xfrm>
            <a:custGeom>
              <a:avLst/>
              <a:gdLst/>
              <a:ahLst/>
              <a:cxnLst/>
              <a:rect l="0" t="0" r="r" b="b"/>
              <a:pathLst>
                <a:path w="6416" h="5580" stroke="0" extrusionOk="0">
                  <a:moveTo>
                    <a:pt x="0" y="2373"/>
                  </a:moveTo>
                  <a:lnTo>
                    <a:pt x="3208" y="5580"/>
                  </a:lnTo>
                  <a:lnTo>
                    <a:pt x="6416" y="2373"/>
                  </a:lnTo>
                  <a:lnTo>
                    <a:pt x="6416" y="0"/>
                  </a:lnTo>
                  <a:lnTo>
                    <a:pt x="3564" y="0"/>
                  </a:lnTo>
                  <a:lnTo>
                    <a:pt x="3208" y="1548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373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15" name="Graph element 225"/>
            <p:cNvSpPr/>
            <p:nvPr/>
          </p:nvSpPr>
          <p:spPr>
            <a:xfrm>
              <a:off x="1586432" y="1709041"/>
              <a:ext cx="6416" cy="5580"/>
            </a:xfrm>
            <a:custGeom>
              <a:avLst/>
              <a:gdLst/>
              <a:ahLst/>
              <a:cxnLst/>
              <a:rect l="0" t="0" r="r" b="b"/>
              <a:pathLst>
                <a:path w="6416" h="5580" stroke="0" extrusionOk="0">
                  <a:moveTo>
                    <a:pt x="0" y="2373"/>
                  </a:moveTo>
                  <a:lnTo>
                    <a:pt x="3208" y="5580"/>
                  </a:lnTo>
                  <a:lnTo>
                    <a:pt x="6416" y="2373"/>
                  </a:lnTo>
                  <a:lnTo>
                    <a:pt x="6416" y="0"/>
                  </a:lnTo>
                  <a:lnTo>
                    <a:pt x="3564" y="0"/>
                  </a:lnTo>
                  <a:lnTo>
                    <a:pt x="3208" y="1548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373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16" name="Graph element 226"/>
            <p:cNvSpPr/>
            <p:nvPr/>
          </p:nvSpPr>
          <p:spPr>
            <a:xfrm>
              <a:off x="1579304" y="1709041"/>
              <a:ext cx="6416" cy="5580"/>
            </a:xfrm>
            <a:custGeom>
              <a:avLst/>
              <a:gdLst/>
              <a:ahLst/>
              <a:cxnLst/>
              <a:rect l="0" t="0" r="r" b="b"/>
              <a:pathLst>
                <a:path w="6416" h="5580" stroke="0" extrusionOk="0">
                  <a:moveTo>
                    <a:pt x="0" y="2373"/>
                  </a:moveTo>
                  <a:lnTo>
                    <a:pt x="3208" y="5580"/>
                  </a:lnTo>
                  <a:lnTo>
                    <a:pt x="6416" y="2373"/>
                  </a:lnTo>
                  <a:lnTo>
                    <a:pt x="6416" y="0"/>
                  </a:lnTo>
                  <a:lnTo>
                    <a:pt x="3564" y="0"/>
                  </a:lnTo>
                  <a:lnTo>
                    <a:pt x="3208" y="1548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373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17" name="Graph element 227"/>
            <p:cNvSpPr/>
            <p:nvPr/>
          </p:nvSpPr>
          <p:spPr>
            <a:xfrm>
              <a:off x="1572175" y="1709041"/>
              <a:ext cx="6416" cy="5580"/>
            </a:xfrm>
            <a:custGeom>
              <a:avLst/>
              <a:gdLst/>
              <a:ahLst/>
              <a:cxnLst/>
              <a:rect l="0" t="0" r="r" b="b"/>
              <a:pathLst>
                <a:path w="6416" h="5580" stroke="0" extrusionOk="0">
                  <a:moveTo>
                    <a:pt x="0" y="2373"/>
                  </a:moveTo>
                  <a:lnTo>
                    <a:pt x="3208" y="5580"/>
                  </a:lnTo>
                  <a:lnTo>
                    <a:pt x="6416" y="2373"/>
                  </a:lnTo>
                  <a:lnTo>
                    <a:pt x="6416" y="0"/>
                  </a:lnTo>
                  <a:lnTo>
                    <a:pt x="3564" y="0"/>
                  </a:lnTo>
                  <a:lnTo>
                    <a:pt x="3208" y="1548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373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18" name="Graph element 228"/>
            <p:cNvSpPr/>
            <p:nvPr/>
          </p:nvSpPr>
          <p:spPr>
            <a:xfrm>
              <a:off x="1565047" y="1709041"/>
              <a:ext cx="6416" cy="5580"/>
            </a:xfrm>
            <a:custGeom>
              <a:avLst/>
              <a:gdLst/>
              <a:ahLst/>
              <a:cxnLst/>
              <a:rect l="0" t="0" r="r" b="b"/>
              <a:pathLst>
                <a:path w="6416" h="5580" stroke="0" extrusionOk="0">
                  <a:moveTo>
                    <a:pt x="0" y="2373"/>
                  </a:moveTo>
                  <a:lnTo>
                    <a:pt x="3208" y="5580"/>
                  </a:lnTo>
                  <a:lnTo>
                    <a:pt x="6416" y="2373"/>
                  </a:lnTo>
                  <a:lnTo>
                    <a:pt x="6416" y="0"/>
                  </a:lnTo>
                  <a:lnTo>
                    <a:pt x="3564" y="0"/>
                  </a:lnTo>
                  <a:lnTo>
                    <a:pt x="3208" y="1548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373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19" name="Graph element 229"/>
            <p:cNvSpPr/>
            <p:nvPr/>
          </p:nvSpPr>
          <p:spPr>
            <a:xfrm>
              <a:off x="1560118" y="1709041"/>
              <a:ext cx="4216" cy="4572"/>
            </a:xfrm>
            <a:custGeom>
              <a:avLst/>
              <a:gdLst/>
              <a:ahLst/>
              <a:cxnLst/>
              <a:rect l="0" t="0" r="r" b="b"/>
              <a:pathLst>
                <a:path w="4216" h="4572" stroke="0" extrusionOk="0">
                  <a:moveTo>
                    <a:pt x="0" y="2556"/>
                  </a:moveTo>
                  <a:lnTo>
                    <a:pt x="2016" y="4572"/>
                  </a:lnTo>
                  <a:lnTo>
                    <a:pt x="4216" y="2373"/>
                  </a:lnTo>
                  <a:lnTo>
                    <a:pt x="4216" y="0"/>
                  </a:lnTo>
                  <a:lnTo>
                    <a:pt x="1365" y="0"/>
                  </a:lnTo>
                  <a:lnTo>
                    <a:pt x="1365" y="1192"/>
                  </a:lnTo>
                  <a:lnTo>
                    <a:pt x="0" y="2556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20" name="Graph element 230"/>
            <p:cNvSpPr/>
            <p:nvPr/>
          </p:nvSpPr>
          <p:spPr>
            <a:xfrm>
              <a:off x="1554354" y="1709041"/>
              <a:ext cx="2851" cy="1782"/>
            </a:xfrm>
            <a:custGeom>
              <a:avLst/>
              <a:gdLst/>
              <a:ahLst/>
              <a:cxnLst/>
              <a:rect l="0" t="0" r="r" b="b"/>
              <a:pathLst>
                <a:path w="2851" h="1782" stroke="0" extrusionOk="0">
                  <a:moveTo>
                    <a:pt x="0" y="1782"/>
                  </a:moveTo>
                  <a:lnTo>
                    <a:pt x="2851" y="1782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782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21" name="Graph element 231"/>
            <p:cNvSpPr/>
            <p:nvPr/>
          </p:nvSpPr>
          <p:spPr>
            <a:xfrm>
              <a:off x="1547226" y="1709041"/>
              <a:ext cx="2851" cy="1782"/>
            </a:xfrm>
            <a:custGeom>
              <a:avLst/>
              <a:gdLst/>
              <a:ahLst/>
              <a:cxnLst/>
              <a:rect l="0" t="0" r="r" b="b"/>
              <a:pathLst>
                <a:path w="2851" h="1782" stroke="0" extrusionOk="0">
                  <a:moveTo>
                    <a:pt x="0" y="1782"/>
                  </a:moveTo>
                  <a:lnTo>
                    <a:pt x="2851" y="1782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782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22" name="Graph element 232"/>
            <p:cNvSpPr/>
            <p:nvPr/>
          </p:nvSpPr>
          <p:spPr>
            <a:xfrm>
              <a:off x="1540098" y="1709041"/>
              <a:ext cx="2851" cy="1782"/>
            </a:xfrm>
            <a:custGeom>
              <a:avLst/>
              <a:gdLst/>
              <a:ahLst/>
              <a:cxnLst/>
              <a:rect l="0" t="0" r="r" b="b"/>
              <a:pathLst>
                <a:path w="2851" h="1782" stroke="0" extrusionOk="0">
                  <a:moveTo>
                    <a:pt x="0" y="1782"/>
                  </a:moveTo>
                  <a:lnTo>
                    <a:pt x="2851" y="1782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782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23" name="Graph element 233"/>
            <p:cNvSpPr/>
            <p:nvPr/>
          </p:nvSpPr>
          <p:spPr>
            <a:xfrm>
              <a:off x="1933587" y="1705834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24" name="Graph element 234"/>
            <p:cNvSpPr/>
            <p:nvPr/>
          </p:nvSpPr>
          <p:spPr>
            <a:xfrm>
              <a:off x="1725080" y="1705834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25" name="Graph element 235"/>
            <p:cNvSpPr/>
            <p:nvPr/>
          </p:nvSpPr>
          <p:spPr>
            <a:xfrm>
              <a:off x="1668053" y="1705834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26" name="Graph element 236"/>
            <p:cNvSpPr/>
            <p:nvPr/>
          </p:nvSpPr>
          <p:spPr>
            <a:xfrm>
              <a:off x="1243911" y="1705834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27" name="Graph element 237"/>
            <p:cNvSpPr/>
            <p:nvPr/>
          </p:nvSpPr>
          <p:spPr>
            <a:xfrm>
              <a:off x="1236783" y="1705834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28" name="Graph element 238"/>
            <p:cNvSpPr/>
            <p:nvPr/>
          </p:nvSpPr>
          <p:spPr>
            <a:xfrm>
              <a:off x="1229654" y="1705834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29" name="Graph element 239"/>
            <p:cNvSpPr/>
            <p:nvPr/>
          </p:nvSpPr>
          <p:spPr>
            <a:xfrm>
              <a:off x="1222526" y="1705834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30" name="Graph element 240"/>
            <p:cNvSpPr/>
            <p:nvPr/>
          </p:nvSpPr>
          <p:spPr>
            <a:xfrm>
              <a:off x="1215398" y="1705834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31" name="Graph element 241"/>
            <p:cNvSpPr/>
            <p:nvPr/>
          </p:nvSpPr>
          <p:spPr>
            <a:xfrm>
              <a:off x="1208269" y="1705834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32" name="Graph element 242"/>
            <p:cNvSpPr/>
            <p:nvPr/>
          </p:nvSpPr>
          <p:spPr>
            <a:xfrm>
              <a:off x="1201141" y="1705834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33" name="Graph element 243"/>
            <p:cNvSpPr/>
            <p:nvPr/>
          </p:nvSpPr>
          <p:spPr>
            <a:xfrm>
              <a:off x="1194012" y="1705834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34" name="Graph element 244"/>
            <p:cNvSpPr/>
            <p:nvPr/>
          </p:nvSpPr>
          <p:spPr>
            <a:xfrm>
              <a:off x="1186884" y="1705834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35" name="Graph element 245"/>
            <p:cNvSpPr/>
            <p:nvPr/>
          </p:nvSpPr>
          <p:spPr>
            <a:xfrm>
              <a:off x="1179755" y="1705834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36" name="Graph element 246"/>
            <p:cNvSpPr/>
            <p:nvPr/>
          </p:nvSpPr>
          <p:spPr>
            <a:xfrm>
              <a:off x="1172627" y="1705834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37" name="Graph element 247"/>
            <p:cNvSpPr/>
            <p:nvPr/>
          </p:nvSpPr>
          <p:spPr>
            <a:xfrm>
              <a:off x="1165498" y="1705834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38" name="Graph element 248"/>
            <p:cNvSpPr/>
            <p:nvPr/>
          </p:nvSpPr>
          <p:spPr>
            <a:xfrm>
              <a:off x="992634" y="1705834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39" name="Graph element 249"/>
            <p:cNvSpPr/>
            <p:nvPr/>
          </p:nvSpPr>
          <p:spPr>
            <a:xfrm>
              <a:off x="985506" y="1705834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40" name="Graph element 250"/>
            <p:cNvSpPr/>
            <p:nvPr/>
          </p:nvSpPr>
          <p:spPr>
            <a:xfrm>
              <a:off x="978377" y="1705834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41" name="Graph element 251"/>
            <p:cNvSpPr/>
            <p:nvPr/>
          </p:nvSpPr>
          <p:spPr>
            <a:xfrm>
              <a:off x="971249" y="1705834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42" name="Graph element 252"/>
            <p:cNvSpPr/>
            <p:nvPr/>
          </p:nvSpPr>
          <p:spPr>
            <a:xfrm>
              <a:off x="964120" y="1705834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43" name="Graph element 253"/>
            <p:cNvSpPr/>
            <p:nvPr/>
          </p:nvSpPr>
          <p:spPr>
            <a:xfrm>
              <a:off x="956992" y="1705834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44" name="Graph element 254"/>
            <p:cNvSpPr/>
            <p:nvPr/>
          </p:nvSpPr>
          <p:spPr>
            <a:xfrm>
              <a:off x="949863" y="1705834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45" name="Graph element 255"/>
            <p:cNvSpPr/>
            <p:nvPr/>
          </p:nvSpPr>
          <p:spPr>
            <a:xfrm>
              <a:off x="942735" y="1705834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46" name="Graph element 256"/>
            <p:cNvSpPr/>
            <p:nvPr/>
          </p:nvSpPr>
          <p:spPr>
            <a:xfrm>
              <a:off x="935607" y="1705834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47" name="Graph element 257"/>
            <p:cNvSpPr/>
            <p:nvPr/>
          </p:nvSpPr>
          <p:spPr>
            <a:xfrm>
              <a:off x="928478" y="1705834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48" name="Graph element 258"/>
            <p:cNvSpPr/>
            <p:nvPr/>
          </p:nvSpPr>
          <p:spPr>
            <a:xfrm>
              <a:off x="921350" y="1705834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49" name="Graph element 259"/>
            <p:cNvSpPr/>
            <p:nvPr/>
          </p:nvSpPr>
          <p:spPr>
            <a:xfrm>
              <a:off x="914221" y="1705834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50" name="Graph element 260"/>
            <p:cNvSpPr/>
            <p:nvPr/>
          </p:nvSpPr>
          <p:spPr>
            <a:xfrm>
              <a:off x="741357" y="1705834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51" name="Graph element 261"/>
            <p:cNvSpPr/>
            <p:nvPr/>
          </p:nvSpPr>
          <p:spPr>
            <a:xfrm>
              <a:off x="734228" y="1705834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52" name="Graph element 262"/>
            <p:cNvSpPr/>
            <p:nvPr/>
          </p:nvSpPr>
          <p:spPr>
            <a:xfrm>
              <a:off x="727100" y="1705834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53" name="Graph element 263"/>
            <p:cNvSpPr/>
            <p:nvPr/>
          </p:nvSpPr>
          <p:spPr>
            <a:xfrm>
              <a:off x="719972" y="1705834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54" name="Graph element 264"/>
            <p:cNvSpPr/>
            <p:nvPr/>
          </p:nvSpPr>
          <p:spPr>
            <a:xfrm>
              <a:off x="705715" y="1705834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55" name="Graph element 265"/>
            <p:cNvSpPr/>
            <p:nvPr/>
          </p:nvSpPr>
          <p:spPr>
            <a:xfrm>
              <a:off x="698586" y="1705834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56" name="Graph element 266"/>
            <p:cNvSpPr/>
            <p:nvPr/>
          </p:nvSpPr>
          <p:spPr>
            <a:xfrm>
              <a:off x="691458" y="1705834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57" name="Graph element 267"/>
            <p:cNvSpPr/>
            <p:nvPr/>
          </p:nvSpPr>
          <p:spPr>
            <a:xfrm>
              <a:off x="684329" y="1705834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58" name="Graph element 268"/>
            <p:cNvSpPr/>
            <p:nvPr/>
          </p:nvSpPr>
          <p:spPr>
            <a:xfrm>
              <a:off x="677201" y="1705834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59" name="Graph element 269"/>
            <p:cNvSpPr/>
            <p:nvPr/>
          </p:nvSpPr>
          <p:spPr>
            <a:xfrm>
              <a:off x="670073" y="1705834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60" name="Graph element 270"/>
            <p:cNvSpPr/>
            <p:nvPr/>
          </p:nvSpPr>
          <p:spPr>
            <a:xfrm>
              <a:off x="662944" y="1705834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61" name="Graph element 271"/>
            <p:cNvSpPr/>
            <p:nvPr/>
          </p:nvSpPr>
          <p:spPr>
            <a:xfrm>
              <a:off x="497208" y="1705834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62" name="Graph element 272"/>
            <p:cNvSpPr/>
            <p:nvPr/>
          </p:nvSpPr>
          <p:spPr>
            <a:xfrm>
              <a:off x="490080" y="1705834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63" name="Graph element 273"/>
            <p:cNvSpPr/>
            <p:nvPr/>
          </p:nvSpPr>
          <p:spPr>
            <a:xfrm>
              <a:off x="482951" y="1705834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64" name="Graph element 274"/>
            <p:cNvSpPr/>
            <p:nvPr/>
          </p:nvSpPr>
          <p:spPr>
            <a:xfrm>
              <a:off x="475823" y="1705834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65" name="Graph element 275"/>
            <p:cNvSpPr/>
            <p:nvPr/>
          </p:nvSpPr>
          <p:spPr>
            <a:xfrm>
              <a:off x="468694" y="1705834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66" name="Graph element 276"/>
            <p:cNvSpPr/>
            <p:nvPr/>
          </p:nvSpPr>
          <p:spPr>
            <a:xfrm>
              <a:off x="461566" y="1705834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67" name="Graph element 277"/>
            <p:cNvSpPr/>
            <p:nvPr/>
          </p:nvSpPr>
          <p:spPr>
            <a:xfrm>
              <a:off x="454437" y="1705834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68" name="Graph element 278"/>
            <p:cNvSpPr/>
            <p:nvPr/>
          </p:nvSpPr>
          <p:spPr>
            <a:xfrm>
              <a:off x="447309" y="1705834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69" name="Graph element 279"/>
            <p:cNvSpPr/>
            <p:nvPr/>
          </p:nvSpPr>
          <p:spPr>
            <a:xfrm>
              <a:off x="440181" y="1705834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70" name="Graph element 280"/>
            <p:cNvSpPr/>
            <p:nvPr/>
          </p:nvSpPr>
          <p:spPr>
            <a:xfrm>
              <a:off x="433052" y="1705834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71" name="Graph element 281"/>
            <p:cNvSpPr/>
            <p:nvPr/>
          </p:nvSpPr>
          <p:spPr>
            <a:xfrm>
              <a:off x="425924" y="1705834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72" name="Graph element 282"/>
            <p:cNvSpPr/>
            <p:nvPr/>
          </p:nvSpPr>
          <p:spPr>
            <a:xfrm>
              <a:off x="418795" y="1705834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73" name="Graph element 283"/>
            <p:cNvSpPr/>
            <p:nvPr/>
          </p:nvSpPr>
          <p:spPr>
            <a:xfrm>
              <a:off x="411667" y="1705834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74" name="Graph element 284"/>
            <p:cNvSpPr/>
            <p:nvPr/>
          </p:nvSpPr>
          <p:spPr>
            <a:xfrm>
              <a:off x="245931" y="1705834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75" name="Graph element 285"/>
            <p:cNvSpPr/>
            <p:nvPr/>
          </p:nvSpPr>
          <p:spPr>
            <a:xfrm>
              <a:off x="238802" y="1705834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76" name="Graph element 286"/>
            <p:cNvSpPr/>
            <p:nvPr/>
          </p:nvSpPr>
          <p:spPr>
            <a:xfrm>
              <a:off x="231674" y="1705834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77" name="Graph element 287"/>
            <p:cNvSpPr/>
            <p:nvPr/>
          </p:nvSpPr>
          <p:spPr>
            <a:xfrm>
              <a:off x="224546" y="1705834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78" name="Graph element 288"/>
            <p:cNvSpPr/>
            <p:nvPr/>
          </p:nvSpPr>
          <p:spPr>
            <a:xfrm>
              <a:off x="217417" y="1705834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79" name="Graph element 289"/>
            <p:cNvSpPr/>
            <p:nvPr/>
          </p:nvSpPr>
          <p:spPr>
            <a:xfrm>
              <a:off x="210289" y="1705834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80" name="Graph element 290"/>
            <p:cNvSpPr/>
            <p:nvPr/>
          </p:nvSpPr>
          <p:spPr>
            <a:xfrm>
              <a:off x="203160" y="1705834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81" name="Graph element 291"/>
            <p:cNvSpPr/>
            <p:nvPr/>
          </p:nvSpPr>
          <p:spPr>
            <a:xfrm>
              <a:off x="196032" y="1705834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82" name="Graph element 292"/>
            <p:cNvSpPr/>
            <p:nvPr/>
          </p:nvSpPr>
          <p:spPr>
            <a:xfrm>
              <a:off x="188903" y="1705834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83" name="Graph element 293"/>
            <p:cNvSpPr/>
            <p:nvPr/>
          </p:nvSpPr>
          <p:spPr>
            <a:xfrm>
              <a:off x="1294167" y="1705477"/>
              <a:ext cx="2851" cy="1782"/>
            </a:xfrm>
            <a:custGeom>
              <a:avLst/>
              <a:gdLst/>
              <a:ahLst/>
              <a:cxnLst/>
              <a:rect l="0" t="0" r="r" b="b"/>
              <a:pathLst>
                <a:path w="2851" h="1782" stroke="0" extrusionOk="0">
                  <a:moveTo>
                    <a:pt x="0" y="1782"/>
                  </a:moveTo>
                  <a:lnTo>
                    <a:pt x="2851" y="1782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782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84" name="Graph element 294"/>
            <p:cNvSpPr/>
            <p:nvPr/>
          </p:nvSpPr>
          <p:spPr>
            <a:xfrm>
              <a:off x="1287038" y="1705477"/>
              <a:ext cx="2851" cy="1782"/>
            </a:xfrm>
            <a:custGeom>
              <a:avLst/>
              <a:gdLst/>
              <a:ahLst/>
              <a:cxnLst/>
              <a:rect l="0" t="0" r="r" b="b"/>
              <a:pathLst>
                <a:path w="2851" h="1782" stroke="0" extrusionOk="0">
                  <a:moveTo>
                    <a:pt x="0" y="1782"/>
                  </a:moveTo>
                  <a:lnTo>
                    <a:pt x="2851" y="1782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782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85" name="Graph element 295"/>
            <p:cNvSpPr/>
            <p:nvPr/>
          </p:nvSpPr>
          <p:spPr>
            <a:xfrm>
              <a:off x="1279910" y="1705477"/>
              <a:ext cx="2851" cy="1782"/>
            </a:xfrm>
            <a:custGeom>
              <a:avLst/>
              <a:gdLst/>
              <a:ahLst/>
              <a:cxnLst/>
              <a:rect l="0" t="0" r="r" b="b"/>
              <a:pathLst>
                <a:path w="2851" h="1782" stroke="0" extrusionOk="0">
                  <a:moveTo>
                    <a:pt x="0" y="1782"/>
                  </a:moveTo>
                  <a:lnTo>
                    <a:pt x="2851" y="1782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782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86" name="Graph element 296"/>
            <p:cNvSpPr/>
            <p:nvPr/>
          </p:nvSpPr>
          <p:spPr>
            <a:xfrm>
              <a:off x="1272781" y="1705477"/>
              <a:ext cx="2851" cy="1782"/>
            </a:xfrm>
            <a:custGeom>
              <a:avLst/>
              <a:gdLst/>
              <a:ahLst/>
              <a:cxnLst/>
              <a:rect l="0" t="0" r="r" b="b"/>
              <a:pathLst>
                <a:path w="2851" h="1782" stroke="0" extrusionOk="0">
                  <a:moveTo>
                    <a:pt x="0" y="1782"/>
                  </a:moveTo>
                  <a:lnTo>
                    <a:pt x="2851" y="1782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782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87" name="Graph element 297"/>
            <p:cNvSpPr/>
            <p:nvPr/>
          </p:nvSpPr>
          <p:spPr>
            <a:xfrm>
              <a:off x="1265653" y="1705477"/>
              <a:ext cx="2851" cy="1782"/>
            </a:xfrm>
            <a:custGeom>
              <a:avLst/>
              <a:gdLst/>
              <a:ahLst/>
              <a:cxnLst/>
              <a:rect l="0" t="0" r="r" b="b"/>
              <a:pathLst>
                <a:path w="2851" h="1782" stroke="0" extrusionOk="0">
                  <a:moveTo>
                    <a:pt x="0" y="1782"/>
                  </a:moveTo>
                  <a:lnTo>
                    <a:pt x="2851" y="1782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782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88" name="Graph element 298"/>
            <p:cNvSpPr/>
            <p:nvPr/>
          </p:nvSpPr>
          <p:spPr>
            <a:xfrm>
              <a:off x="1258525" y="1705477"/>
              <a:ext cx="2851" cy="1782"/>
            </a:xfrm>
            <a:custGeom>
              <a:avLst/>
              <a:gdLst/>
              <a:ahLst/>
              <a:cxnLst/>
              <a:rect l="0" t="0" r="r" b="b"/>
              <a:pathLst>
                <a:path w="2851" h="1782" stroke="0" extrusionOk="0">
                  <a:moveTo>
                    <a:pt x="0" y="1782"/>
                  </a:moveTo>
                  <a:lnTo>
                    <a:pt x="2851" y="1782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782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89" name="Graph element 299"/>
            <p:cNvSpPr/>
            <p:nvPr/>
          </p:nvSpPr>
          <p:spPr>
            <a:xfrm>
              <a:off x="1172627" y="1702269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90" name="Graph element 300"/>
            <p:cNvSpPr/>
            <p:nvPr/>
          </p:nvSpPr>
          <p:spPr>
            <a:xfrm>
              <a:off x="1165498" y="1702269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91" name="Graph element 301"/>
            <p:cNvSpPr/>
            <p:nvPr/>
          </p:nvSpPr>
          <p:spPr>
            <a:xfrm>
              <a:off x="1112392" y="1703695"/>
              <a:ext cx="4216" cy="4572"/>
            </a:xfrm>
            <a:custGeom>
              <a:avLst/>
              <a:gdLst/>
              <a:ahLst/>
              <a:cxnLst/>
              <a:rect l="0" t="0" r="r" b="b"/>
              <a:pathLst>
                <a:path w="4216" h="4572" stroke="0" extrusionOk="0">
                  <a:moveTo>
                    <a:pt x="0" y="2373"/>
                  </a:moveTo>
                  <a:lnTo>
                    <a:pt x="2200" y="4572"/>
                  </a:lnTo>
                  <a:lnTo>
                    <a:pt x="4216" y="2556"/>
                  </a:lnTo>
                  <a:lnTo>
                    <a:pt x="2851" y="1192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373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92" name="Graph element 302"/>
            <p:cNvSpPr/>
            <p:nvPr/>
          </p:nvSpPr>
          <p:spPr>
            <a:xfrm>
              <a:off x="1105263" y="1703695"/>
              <a:ext cx="4216" cy="4572"/>
            </a:xfrm>
            <a:custGeom>
              <a:avLst/>
              <a:gdLst/>
              <a:ahLst/>
              <a:cxnLst/>
              <a:rect l="0" t="0" r="r" b="b"/>
              <a:pathLst>
                <a:path w="4216" h="4572" stroke="0" extrusionOk="0">
                  <a:moveTo>
                    <a:pt x="0" y="2373"/>
                  </a:moveTo>
                  <a:lnTo>
                    <a:pt x="2200" y="4572"/>
                  </a:lnTo>
                  <a:lnTo>
                    <a:pt x="4216" y="2556"/>
                  </a:lnTo>
                  <a:lnTo>
                    <a:pt x="2851" y="1192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373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93" name="Graph element 303"/>
            <p:cNvSpPr/>
            <p:nvPr/>
          </p:nvSpPr>
          <p:spPr>
            <a:xfrm>
              <a:off x="1091006" y="1703695"/>
              <a:ext cx="6416" cy="5580"/>
            </a:xfrm>
            <a:custGeom>
              <a:avLst/>
              <a:gdLst/>
              <a:ahLst/>
              <a:cxnLst/>
              <a:rect l="0" t="0" r="r" b="b"/>
              <a:pathLst>
                <a:path w="6416" h="5580" stroke="0" extrusionOk="0">
                  <a:moveTo>
                    <a:pt x="0" y="2373"/>
                  </a:moveTo>
                  <a:lnTo>
                    <a:pt x="3208" y="5580"/>
                  </a:lnTo>
                  <a:lnTo>
                    <a:pt x="6416" y="2373"/>
                  </a:lnTo>
                  <a:lnTo>
                    <a:pt x="6416" y="0"/>
                  </a:lnTo>
                  <a:lnTo>
                    <a:pt x="3564" y="0"/>
                  </a:lnTo>
                  <a:lnTo>
                    <a:pt x="3208" y="1548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373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94" name="Graph element 304"/>
            <p:cNvSpPr/>
            <p:nvPr/>
          </p:nvSpPr>
          <p:spPr>
            <a:xfrm>
              <a:off x="1083878" y="1703695"/>
              <a:ext cx="6416" cy="5580"/>
            </a:xfrm>
            <a:custGeom>
              <a:avLst/>
              <a:gdLst/>
              <a:ahLst/>
              <a:cxnLst/>
              <a:rect l="0" t="0" r="r" b="b"/>
              <a:pathLst>
                <a:path w="6416" h="5580" stroke="0" extrusionOk="0">
                  <a:moveTo>
                    <a:pt x="0" y="2373"/>
                  </a:moveTo>
                  <a:lnTo>
                    <a:pt x="3208" y="5580"/>
                  </a:lnTo>
                  <a:lnTo>
                    <a:pt x="6416" y="2373"/>
                  </a:lnTo>
                  <a:lnTo>
                    <a:pt x="6416" y="0"/>
                  </a:lnTo>
                  <a:lnTo>
                    <a:pt x="3564" y="0"/>
                  </a:lnTo>
                  <a:lnTo>
                    <a:pt x="3208" y="1548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373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95" name="Graph element 305"/>
            <p:cNvSpPr/>
            <p:nvPr/>
          </p:nvSpPr>
          <p:spPr>
            <a:xfrm>
              <a:off x="1076750" y="1703695"/>
              <a:ext cx="6416" cy="5580"/>
            </a:xfrm>
            <a:custGeom>
              <a:avLst/>
              <a:gdLst/>
              <a:ahLst/>
              <a:cxnLst/>
              <a:rect l="0" t="0" r="r" b="b"/>
              <a:pathLst>
                <a:path w="6416" h="5580" stroke="0" extrusionOk="0">
                  <a:moveTo>
                    <a:pt x="0" y="2373"/>
                  </a:moveTo>
                  <a:lnTo>
                    <a:pt x="3208" y="5580"/>
                  </a:lnTo>
                  <a:lnTo>
                    <a:pt x="6416" y="2373"/>
                  </a:lnTo>
                  <a:lnTo>
                    <a:pt x="6416" y="0"/>
                  </a:lnTo>
                  <a:lnTo>
                    <a:pt x="3564" y="0"/>
                  </a:lnTo>
                  <a:lnTo>
                    <a:pt x="3208" y="1548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373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96" name="Graph element 306"/>
            <p:cNvSpPr/>
            <p:nvPr/>
          </p:nvSpPr>
          <p:spPr>
            <a:xfrm>
              <a:off x="1098135" y="1700905"/>
              <a:ext cx="4216" cy="7363"/>
            </a:xfrm>
            <a:custGeom>
              <a:avLst/>
              <a:gdLst/>
              <a:ahLst/>
              <a:cxnLst/>
              <a:rect l="0" t="0" r="r" b="b"/>
              <a:pathLst>
                <a:path w="4216" h="7363" stroke="0" extrusionOk="0">
                  <a:moveTo>
                    <a:pt x="0" y="2200"/>
                  </a:moveTo>
                  <a:lnTo>
                    <a:pt x="0" y="5163"/>
                  </a:lnTo>
                  <a:lnTo>
                    <a:pt x="2200" y="7363"/>
                  </a:lnTo>
                  <a:lnTo>
                    <a:pt x="4216" y="5346"/>
                  </a:lnTo>
                  <a:lnTo>
                    <a:pt x="2851" y="3982"/>
                  </a:lnTo>
                  <a:lnTo>
                    <a:pt x="2851" y="3381"/>
                  </a:lnTo>
                  <a:lnTo>
                    <a:pt x="4216" y="2016"/>
                  </a:lnTo>
                  <a:lnTo>
                    <a:pt x="2200" y="0"/>
                  </a:lnTo>
                  <a:lnTo>
                    <a:pt x="0" y="2200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97" name="Graph element 307"/>
            <p:cNvSpPr/>
            <p:nvPr/>
          </p:nvSpPr>
          <p:spPr>
            <a:xfrm>
              <a:off x="1062493" y="1701913"/>
              <a:ext cx="6416" cy="7363"/>
            </a:xfrm>
            <a:custGeom>
              <a:avLst/>
              <a:gdLst/>
              <a:ahLst/>
              <a:cxnLst/>
              <a:rect l="0" t="0" r="r" b="b"/>
              <a:pathLst>
                <a:path w="6416" h="7363" stroke="0" extrusionOk="0">
                  <a:moveTo>
                    <a:pt x="0" y="4155"/>
                  </a:moveTo>
                  <a:lnTo>
                    <a:pt x="3208" y="7363"/>
                  </a:lnTo>
                  <a:lnTo>
                    <a:pt x="6416" y="4155"/>
                  </a:lnTo>
                  <a:lnTo>
                    <a:pt x="6416" y="0"/>
                  </a:lnTo>
                  <a:lnTo>
                    <a:pt x="3564" y="0"/>
                  </a:lnTo>
                  <a:lnTo>
                    <a:pt x="3208" y="3330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4155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98" name="Graph element 308"/>
            <p:cNvSpPr/>
            <p:nvPr/>
          </p:nvSpPr>
          <p:spPr>
            <a:xfrm>
              <a:off x="1057564" y="1701913"/>
              <a:ext cx="4216" cy="6354"/>
            </a:xfrm>
            <a:custGeom>
              <a:avLst/>
              <a:gdLst/>
              <a:ahLst/>
              <a:cxnLst/>
              <a:rect l="0" t="0" r="r" b="b"/>
              <a:pathLst>
                <a:path w="4216" h="6354" stroke="0" extrusionOk="0">
                  <a:moveTo>
                    <a:pt x="0" y="4338"/>
                  </a:moveTo>
                  <a:lnTo>
                    <a:pt x="2016" y="6354"/>
                  </a:lnTo>
                  <a:lnTo>
                    <a:pt x="4216" y="4155"/>
                  </a:lnTo>
                  <a:lnTo>
                    <a:pt x="4216" y="0"/>
                  </a:lnTo>
                  <a:lnTo>
                    <a:pt x="1365" y="0"/>
                  </a:lnTo>
                  <a:lnTo>
                    <a:pt x="1365" y="2974"/>
                  </a:lnTo>
                  <a:lnTo>
                    <a:pt x="0" y="4338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399" name="Graph element 309"/>
            <p:cNvSpPr/>
            <p:nvPr/>
          </p:nvSpPr>
          <p:spPr>
            <a:xfrm>
              <a:off x="1050435" y="1701913"/>
              <a:ext cx="4216" cy="6354"/>
            </a:xfrm>
            <a:custGeom>
              <a:avLst/>
              <a:gdLst/>
              <a:ahLst/>
              <a:cxnLst/>
              <a:rect l="0" t="0" r="r" b="b"/>
              <a:pathLst>
                <a:path w="4216" h="6354" stroke="0" extrusionOk="0">
                  <a:moveTo>
                    <a:pt x="0" y="4338"/>
                  </a:moveTo>
                  <a:lnTo>
                    <a:pt x="2016" y="6354"/>
                  </a:lnTo>
                  <a:lnTo>
                    <a:pt x="4216" y="4155"/>
                  </a:lnTo>
                  <a:lnTo>
                    <a:pt x="4216" y="0"/>
                  </a:lnTo>
                  <a:lnTo>
                    <a:pt x="1365" y="0"/>
                  </a:lnTo>
                  <a:lnTo>
                    <a:pt x="1365" y="2974"/>
                  </a:lnTo>
                  <a:lnTo>
                    <a:pt x="0" y="4338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400" name="Graph element 310"/>
            <p:cNvSpPr/>
            <p:nvPr/>
          </p:nvSpPr>
          <p:spPr>
            <a:xfrm>
              <a:off x="1043307" y="1701913"/>
              <a:ext cx="4216" cy="6354"/>
            </a:xfrm>
            <a:custGeom>
              <a:avLst/>
              <a:gdLst/>
              <a:ahLst/>
              <a:cxnLst/>
              <a:rect l="0" t="0" r="r" b="b"/>
              <a:pathLst>
                <a:path w="4216" h="6354" stroke="0" extrusionOk="0">
                  <a:moveTo>
                    <a:pt x="0" y="4338"/>
                  </a:moveTo>
                  <a:lnTo>
                    <a:pt x="2016" y="6354"/>
                  </a:lnTo>
                  <a:lnTo>
                    <a:pt x="4216" y="4155"/>
                  </a:lnTo>
                  <a:lnTo>
                    <a:pt x="4216" y="0"/>
                  </a:lnTo>
                  <a:lnTo>
                    <a:pt x="1365" y="0"/>
                  </a:lnTo>
                  <a:lnTo>
                    <a:pt x="1365" y="2974"/>
                  </a:lnTo>
                  <a:lnTo>
                    <a:pt x="0" y="4338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401" name="Graph element 311"/>
            <p:cNvSpPr/>
            <p:nvPr/>
          </p:nvSpPr>
          <p:spPr>
            <a:xfrm>
              <a:off x="1036179" y="1701913"/>
              <a:ext cx="4216" cy="6354"/>
            </a:xfrm>
            <a:custGeom>
              <a:avLst/>
              <a:gdLst/>
              <a:ahLst/>
              <a:cxnLst/>
              <a:rect l="0" t="0" r="r" b="b"/>
              <a:pathLst>
                <a:path w="4216" h="6354" stroke="0" extrusionOk="0">
                  <a:moveTo>
                    <a:pt x="0" y="4338"/>
                  </a:moveTo>
                  <a:lnTo>
                    <a:pt x="2016" y="6354"/>
                  </a:lnTo>
                  <a:lnTo>
                    <a:pt x="4216" y="4155"/>
                  </a:lnTo>
                  <a:lnTo>
                    <a:pt x="4216" y="0"/>
                  </a:lnTo>
                  <a:lnTo>
                    <a:pt x="1365" y="0"/>
                  </a:lnTo>
                  <a:lnTo>
                    <a:pt x="1365" y="2974"/>
                  </a:lnTo>
                  <a:lnTo>
                    <a:pt x="0" y="4338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402" name="Graph element 312"/>
            <p:cNvSpPr/>
            <p:nvPr/>
          </p:nvSpPr>
          <p:spPr>
            <a:xfrm>
              <a:off x="992634" y="1698705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403" name="Graph element 313"/>
            <p:cNvSpPr/>
            <p:nvPr/>
          </p:nvSpPr>
          <p:spPr>
            <a:xfrm>
              <a:off x="985506" y="1698705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404" name="Graph element 314"/>
            <p:cNvSpPr/>
            <p:nvPr/>
          </p:nvSpPr>
          <p:spPr>
            <a:xfrm>
              <a:off x="978377" y="1698705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405" name="Graph element 315"/>
            <p:cNvSpPr/>
            <p:nvPr/>
          </p:nvSpPr>
          <p:spPr>
            <a:xfrm>
              <a:off x="971249" y="1698705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406" name="Graph element 316"/>
            <p:cNvSpPr/>
            <p:nvPr/>
          </p:nvSpPr>
          <p:spPr>
            <a:xfrm>
              <a:off x="889628" y="1700131"/>
              <a:ext cx="2851" cy="5346"/>
            </a:xfrm>
            <a:custGeom>
              <a:avLst/>
              <a:gdLst/>
              <a:ahLst/>
              <a:cxnLst/>
              <a:rect l="0" t="0" r="r" b="b"/>
              <a:pathLst>
                <a:path w="2851" h="5346" stroke="0" extrusionOk="0">
                  <a:moveTo>
                    <a:pt x="0" y="5346"/>
                  </a:moveTo>
                  <a:lnTo>
                    <a:pt x="2851" y="5346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5346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407" name="Graph element 317"/>
            <p:cNvSpPr/>
            <p:nvPr/>
          </p:nvSpPr>
          <p:spPr>
            <a:xfrm>
              <a:off x="868243" y="1700131"/>
              <a:ext cx="4216" cy="8137"/>
            </a:xfrm>
            <a:custGeom>
              <a:avLst/>
              <a:gdLst/>
              <a:ahLst/>
              <a:cxnLst/>
              <a:rect l="0" t="0" r="r" b="b"/>
              <a:pathLst>
                <a:path w="4216" h="8137" stroke="0" extrusionOk="0">
                  <a:moveTo>
                    <a:pt x="0" y="5937"/>
                  </a:moveTo>
                  <a:lnTo>
                    <a:pt x="2200" y="8137"/>
                  </a:lnTo>
                  <a:lnTo>
                    <a:pt x="4216" y="6120"/>
                  </a:lnTo>
                  <a:lnTo>
                    <a:pt x="2851" y="4756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5937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408" name="Graph element 318"/>
            <p:cNvSpPr/>
            <p:nvPr/>
          </p:nvSpPr>
          <p:spPr>
            <a:xfrm>
              <a:off x="861114" y="1700131"/>
              <a:ext cx="4216" cy="8137"/>
            </a:xfrm>
            <a:custGeom>
              <a:avLst/>
              <a:gdLst/>
              <a:ahLst/>
              <a:cxnLst/>
              <a:rect l="0" t="0" r="r" b="b"/>
              <a:pathLst>
                <a:path w="4216" h="8137" stroke="0" extrusionOk="0">
                  <a:moveTo>
                    <a:pt x="0" y="5937"/>
                  </a:moveTo>
                  <a:lnTo>
                    <a:pt x="2200" y="8137"/>
                  </a:lnTo>
                  <a:lnTo>
                    <a:pt x="4216" y="6120"/>
                  </a:lnTo>
                  <a:lnTo>
                    <a:pt x="2851" y="4756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5937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409" name="Graph element 319"/>
            <p:cNvSpPr/>
            <p:nvPr/>
          </p:nvSpPr>
          <p:spPr>
            <a:xfrm>
              <a:off x="853986" y="1700131"/>
              <a:ext cx="4216" cy="8137"/>
            </a:xfrm>
            <a:custGeom>
              <a:avLst/>
              <a:gdLst/>
              <a:ahLst/>
              <a:cxnLst/>
              <a:rect l="0" t="0" r="r" b="b"/>
              <a:pathLst>
                <a:path w="4216" h="8137" stroke="0" extrusionOk="0">
                  <a:moveTo>
                    <a:pt x="0" y="5937"/>
                  </a:moveTo>
                  <a:lnTo>
                    <a:pt x="2200" y="8137"/>
                  </a:lnTo>
                  <a:lnTo>
                    <a:pt x="4216" y="6120"/>
                  </a:lnTo>
                  <a:lnTo>
                    <a:pt x="2851" y="4756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5937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410" name="Graph element 320"/>
            <p:cNvSpPr/>
            <p:nvPr/>
          </p:nvSpPr>
          <p:spPr>
            <a:xfrm>
              <a:off x="846858" y="1700131"/>
              <a:ext cx="4216" cy="8137"/>
            </a:xfrm>
            <a:custGeom>
              <a:avLst/>
              <a:gdLst/>
              <a:ahLst/>
              <a:cxnLst/>
              <a:rect l="0" t="0" r="r" b="b"/>
              <a:pathLst>
                <a:path w="4216" h="8137" stroke="0" extrusionOk="0">
                  <a:moveTo>
                    <a:pt x="0" y="5937"/>
                  </a:moveTo>
                  <a:lnTo>
                    <a:pt x="2200" y="8137"/>
                  </a:lnTo>
                  <a:lnTo>
                    <a:pt x="4216" y="6120"/>
                  </a:lnTo>
                  <a:lnTo>
                    <a:pt x="2851" y="4756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5937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411" name="Graph element 321"/>
            <p:cNvSpPr/>
            <p:nvPr/>
          </p:nvSpPr>
          <p:spPr>
            <a:xfrm>
              <a:off x="839729" y="1700131"/>
              <a:ext cx="6416" cy="9145"/>
            </a:xfrm>
            <a:custGeom>
              <a:avLst/>
              <a:gdLst/>
              <a:ahLst/>
              <a:cxnLst/>
              <a:rect l="0" t="0" r="r" b="b"/>
              <a:pathLst>
                <a:path w="6416" h="9145" stroke="0" extrusionOk="0">
                  <a:moveTo>
                    <a:pt x="0" y="5937"/>
                  </a:moveTo>
                  <a:lnTo>
                    <a:pt x="3208" y="9145"/>
                  </a:lnTo>
                  <a:lnTo>
                    <a:pt x="6416" y="5937"/>
                  </a:lnTo>
                  <a:lnTo>
                    <a:pt x="6416" y="0"/>
                  </a:lnTo>
                  <a:lnTo>
                    <a:pt x="3564" y="0"/>
                  </a:lnTo>
                  <a:lnTo>
                    <a:pt x="3564" y="4756"/>
                  </a:lnTo>
                  <a:lnTo>
                    <a:pt x="3208" y="5112"/>
                  </a:lnTo>
                  <a:lnTo>
                    <a:pt x="2851" y="4756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5937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412" name="Graph element 322"/>
            <p:cNvSpPr/>
            <p:nvPr/>
          </p:nvSpPr>
          <p:spPr>
            <a:xfrm>
              <a:off x="832601" y="1700131"/>
              <a:ext cx="6416" cy="9145"/>
            </a:xfrm>
            <a:custGeom>
              <a:avLst/>
              <a:gdLst/>
              <a:ahLst/>
              <a:cxnLst/>
              <a:rect l="0" t="0" r="r" b="b"/>
              <a:pathLst>
                <a:path w="6416" h="9145" stroke="0" extrusionOk="0">
                  <a:moveTo>
                    <a:pt x="0" y="5937"/>
                  </a:moveTo>
                  <a:lnTo>
                    <a:pt x="3208" y="9145"/>
                  </a:lnTo>
                  <a:lnTo>
                    <a:pt x="6416" y="5937"/>
                  </a:lnTo>
                  <a:lnTo>
                    <a:pt x="6416" y="0"/>
                  </a:lnTo>
                  <a:lnTo>
                    <a:pt x="3564" y="0"/>
                  </a:lnTo>
                  <a:lnTo>
                    <a:pt x="3564" y="4756"/>
                  </a:lnTo>
                  <a:lnTo>
                    <a:pt x="3208" y="5112"/>
                  </a:lnTo>
                  <a:lnTo>
                    <a:pt x="2851" y="4756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5937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413" name="Graph element 323"/>
            <p:cNvSpPr/>
            <p:nvPr/>
          </p:nvSpPr>
          <p:spPr>
            <a:xfrm>
              <a:off x="825472" y="1698349"/>
              <a:ext cx="6416" cy="10927"/>
            </a:xfrm>
            <a:custGeom>
              <a:avLst/>
              <a:gdLst/>
              <a:ahLst/>
              <a:cxnLst/>
              <a:rect l="0" t="0" r="r" b="b"/>
              <a:pathLst>
                <a:path w="6416" h="10927" stroke="0" extrusionOk="0">
                  <a:moveTo>
                    <a:pt x="0" y="7719"/>
                  </a:moveTo>
                  <a:lnTo>
                    <a:pt x="3208" y="10927"/>
                  </a:lnTo>
                  <a:lnTo>
                    <a:pt x="6416" y="7719"/>
                  </a:lnTo>
                  <a:lnTo>
                    <a:pt x="6416" y="0"/>
                  </a:lnTo>
                  <a:lnTo>
                    <a:pt x="3564" y="0"/>
                  </a:lnTo>
                  <a:lnTo>
                    <a:pt x="3564" y="6538"/>
                  </a:lnTo>
                  <a:lnTo>
                    <a:pt x="3208" y="6894"/>
                  </a:lnTo>
                  <a:lnTo>
                    <a:pt x="2851" y="6538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7719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414" name="Graph element 324"/>
            <p:cNvSpPr/>
            <p:nvPr/>
          </p:nvSpPr>
          <p:spPr>
            <a:xfrm>
              <a:off x="818344" y="1698349"/>
              <a:ext cx="6416" cy="10927"/>
            </a:xfrm>
            <a:custGeom>
              <a:avLst/>
              <a:gdLst/>
              <a:ahLst/>
              <a:cxnLst/>
              <a:rect l="0" t="0" r="r" b="b"/>
              <a:pathLst>
                <a:path w="6416" h="10927" stroke="0" extrusionOk="0">
                  <a:moveTo>
                    <a:pt x="0" y="7719"/>
                  </a:moveTo>
                  <a:lnTo>
                    <a:pt x="3208" y="10927"/>
                  </a:lnTo>
                  <a:lnTo>
                    <a:pt x="6416" y="7719"/>
                  </a:lnTo>
                  <a:lnTo>
                    <a:pt x="6416" y="0"/>
                  </a:lnTo>
                  <a:lnTo>
                    <a:pt x="3564" y="0"/>
                  </a:lnTo>
                  <a:lnTo>
                    <a:pt x="3564" y="6538"/>
                  </a:lnTo>
                  <a:lnTo>
                    <a:pt x="3208" y="6894"/>
                  </a:lnTo>
                  <a:lnTo>
                    <a:pt x="2851" y="6538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7719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415" name="Graph element 325"/>
            <p:cNvSpPr/>
            <p:nvPr/>
          </p:nvSpPr>
          <p:spPr>
            <a:xfrm>
              <a:off x="811215" y="1698349"/>
              <a:ext cx="6416" cy="10927"/>
            </a:xfrm>
            <a:custGeom>
              <a:avLst/>
              <a:gdLst/>
              <a:ahLst/>
              <a:cxnLst/>
              <a:rect l="0" t="0" r="r" b="b"/>
              <a:pathLst>
                <a:path w="6416" h="10927" stroke="0" extrusionOk="0">
                  <a:moveTo>
                    <a:pt x="0" y="7719"/>
                  </a:moveTo>
                  <a:lnTo>
                    <a:pt x="3208" y="10927"/>
                  </a:lnTo>
                  <a:lnTo>
                    <a:pt x="6416" y="7719"/>
                  </a:lnTo>
                  <a:lnTo>
                    <a:pt x="6416" y="0"/>
                  </a:lnTo>
                  <a:lnTo>
                    <a:pt x="3564" y="0"/>
                  </a:lnTo>
                  <a:lnTo>
                    <a:pt x="3564" y="6538"/>
                  </a:lnTo>
                  <a:lnTo>
                    <a:pt x="3208" y="6894"/>
                  </a:lnTo>
                  <a:lnTo>
                    <a:pt x="2851" y="6538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7719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416" name="Graph element 326"/>
            <p:cNvSpPr/>
            <p:nvPr/>
          </p:nvSpPr>
          <p:spPr>
            <a:xfrm>
              <a:off x="806287" y="1698349"/>
              <a:ext cx="4216" cy="9919"/>
            </a:xfrm>
            <a:custGeom>
              <a:avLst/>
              <a:gdLst/>
              <a:ahLst/>
              <a:cxnLst/>
              <a:rect l="0" t="0" r="r" b="b"/>
              <a:pathLst>
                <a:path w="4216" h="9919" stroke="0" extrusionOk="0">
                  <a:moveTo>
                    <a:pt x="0" y="7902"/>
                  </a:moveTo>
                  <a:lnTo>
                    <a:pt x="2016" y="9919"/>
                  </a:lnTo>
                  <a:lnTo>
                    <a:pt x="4216" y="7719"/>
                  </a:lnTo>
                  <a:lnTo>
                    <a:pt x="4216" y="0"/>
                  </a:lnTo>
                  <a:lnTo>
                    <a:pt x="1365" y="0"/>
                  </a:lnTo>
                  <a:lnTo>
                    <a:pt x="1365" y="6538"/>
                  </a:lnTo>
                  <a:lnTo>
                    <a:pt x="0" y="7902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417" name="Graph element 327"/>
            <p:cNvSpPr/>
            <p:nvPr/>
          </p:nvSpPr>
          <p:spPr>
            <a:xfrm>
              <a:off x="799158" y="1698349"/>
              <a:ext cx="4216" cy="9919"/>
            </a:xfrm>
            <a:custGeom>
              <a:avLst/>
              <a:gdLst/>
              <a:ahLst/>
              <a:cxnLst/>
              <a:rect l="0" t="0" r="r" b="b"/>
              <a:pathLst>
                <a:path w="4216" h="9919" stroke="0" extrusionOk="0">
                  <a:moveTo>
                    <a:pt x="0" y="7902"/>
                  </a:moveTo>
                  <a:lnTo>
                    <a:pt x="2016" y="9919"/>
                  </a:lnTo>
                  <a:lnTo>
                    <a:pt x="4216" y="7719"/>
                  </a:lnTo>
                  <a:lnTo>
                    <a:pt x="4216" y="0"/>
                  </a:lnTo>
                  <a:lnTo>
                    <a:pt x="1365" y="0"/>
                  </a:lnTo>
                  <a:lnTo>
                    <a:pt x="1365" y="6538"/>
                  </a:lnTo>
                  <a:lnTo>
                    <a:pt x="0" y="7902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418" name="Graph element 328"/>
            <p:cNvSpPr/>
            <p:nvPr/>
          </p:nvSpPr>
          <p:spPr>
            <a:xfrm>
              <a:off x="792030" y="1695558"/>
              <a:ext cx="4216" cy="12709"/>
            </a:xfrm>
            <a:custGeom>
              <a:avLst/>
              <a:gdLst/>
              <a:ahLst/>
              <a:cxnLst/>
              <a:rect l="0" t="0" r="r" b="b"/>
              <a:pathLst>
                <a:path w="4216" h="12709" stroke="0" extrusionOk="0">
                  <a:moveTo>
                    <a:pt x="0" y="10693"/>
                  </a:moveTo>
                  <a:lnTo>
                    <a:pt x="2016" y="12709"/>
                  </a:lnTo>
                  <a:lnTo>
                    <a:pt x="4216" y="10509"/>
                  </a:lnTo>
                  <a:lnTo>
                    <a:pt x="4216" y="2200"/>
                  </a:lnTo>
                  <a:lnTo>
                    <a:pt x="2016" y="0"/>
                  </a:lnTo>
                  <a:lnTo>
                    <a:pt x="0" y="2016"/>
                  </a:lnTo>
                  <a:lnTo>
                    <a:pt x="1365" y="3381"/>
                  </a:lnTo>
                  <a:lnTo>
                    <a:pt x="1365" y="9328"/>
                  </a:lnTo>
                  <a:lnTo>
                    <a:pt x="0" y="10693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419" name="Graph element 329"/>
            <p:cNvSpPr/>
            <p:nvPr/>
          </p:nvSpPr>
          <p:spPr>
            <a:xfrm>
              <a:off x="719972" y="1693359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420" name="Graph element 330"/>
            <p:cNvSpPr/>
            <p:nvPr/>
          </p:nvSpPr>
          <p:spPr>
            <a:xfrm>
              <a:off x="595580" y="1694784"/>
              <a:ext cx="6416" cy="14491"/>
            </a:xfrm>
            <a:custGeom>
              <a:avLst/>
              <a:gdLst/>
              <a:ahLst/>
              <a:cxnLst/>
              <a:rect l="0" t="0" r="r" b="b"/>
              <a:pathLst>
                <a:path w="6416" h="14491" stroke="0" extrusionOk="0">
                  <a:moveTo>
                    <a:pt x="0" y="11283"/>
                  </a:moveTo>
                  <a:lnTo>
                    <a:pt x="3208" y="14491"/>
                  </a:lnTo>
                  <a:lnTo>
                    <a:pt x="6416" y="11283"/>
                  </a:lnTo>
                  <a:lnTo>
                    <a:pt x="6416" y="0"/>
                  </a:lnTo>
                  <a:lnTo>
                    <a:pt x="3564" y="0"/>
                  </a:lnTo>
                  <a:lnTo>
                    <a:pt x="3564" y="10102"/>
                  </a:lnTo>
                  <a:lnTo>
                    <a:pt x="3208" y="10459"/>
                  </a:lnTo>
                  <a:lnTo>
                    <a:pt x="2851" y="10102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1283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421" name="Graph element 331"/>
            <p:cNvSpPr/>
            <p:nvPr/>
          </p:nvSpPr>
          <p:spPr>
            <a:xfrm>
              <a:off x="588452" y="1694784"/>
              <a:ext cx="6416" cy="14491"/>
            </a:xfrm>
            <a:custGeom>
              <a:avLst/>
              <a:gdLst/>
              <a:ahLst/>
              <a:cxnLst/>
              <a:rect l="0" t="0" r="r" b="b"/>
              <a:pathLst>
                <a:path w="6416" h="14491" stroke="0" extrusionOk="0">
                  <a:moveTo>
                    <a:pt x="0" y="11283"/>
                  </a:moveTo>
                  <a:lnTo>
                    <a:pt x="3208" y="14491"/>
                  </a:lnTo>
                  <a:lnTo>
                    <a:pt x="6416" y="11283"/>
                  </a:lnTo>
                  <a:lnTo>
                    <a:pt x="6416" y="0"/>
                  </a:lnTo>
                  <a:lnTo>
                    <a:pt x="3564" y="0"/>
                  </a:lnTo>
                  <a:lnTo>
                    <a:pt x="3564" y="10102"/>
                  </a:lnTo>
                  <a:lnTo>
                    <a:pt x="3208" y="10459"/>
                  </a:lnTo>
                  <a:lnTo>
                    <a:pt x="2851" y="10102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1283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422" name="Graph element 332"/>
            <p:cNvSpPr/>
            <p:nvPr/>
          </p:nvSpPr>
          <p:spPr>
            <a:xfrm>
              <a:off x="581324" y="1694784"/>
              <a:ext cx="6416" cy="14491"/>
            </a:xfrm>
            <a:custGeom>
              <a:avLst/>
              <a:gdLst/>
              <a:ahLst/>
              <a:cxnLst/>
              <a:rect l="0" t="0" r="r" b="b"/>
              <a:pathLst>
                <a:path w="6416" h="14491" stroke="0" extrusionOk="0">
                  <a:moveTo>
                    <a:pt x="0" y="11283"/>
                  </a:moveTo>
                  <a:lnTo>
                    <a:pt x="3208" y="14491"/>
                  </a:lnTo>
                  <a:lnTo>
                    <a:pt x="6416" y="11283"/>
                  </a:lnTo>
                  <a:lnTo>
                    <a:pt x="6416" y="0"/>
                  </a:lnTo>
                  <a:lnTo>
                    <a:pt x="3564" y="0"/>
                  </a:lnTo>
                  <a:lnTo>
                    <a:pt x="3564" y="10102"/>
                  </a:lnTo>
                  <a:lnTo>
                    <a:pt x="3208" y="10459"/>
                  </a:lnTo>
                  <a:lnTo>
                    <a:pt x="2851" y="10102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1283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423" name="Graph element 333"/>
            <p:cNvSpPr/>
            <p:nvPr/>
          </p:nvSpPr>
          <p:spPr>
            <a:xfrm>
              <a:off x="574195" y="1694784"/>
              <a:ext cx="6416" cy="14491"/>
            </a:xfrm>
            <a:custGeom>
              <a:avLst/>
              <a:gdLst/>
              <a:ahLst/>
              <a:cxnLst/>
              <a:rect l="0" t="0" r="r" b="b"/>
              <a:pathLst>
                <a:path w="6416" h="14491" stroke="0" extrusionOk="0">
                  <a:moveTo>
                    <a:pt x="0" y="11283"/>
                  </a:moveTo>
                  <a:lnTo>
                    <a:pt x="3208" y="14491"/>
                  </a:lnTo>
                  <a:lnTo>
                    <a:pt x="6416" y="11283"/>
                  </a:lnTo>
                  <a:lnTo>
                    <a:pt x="6416" y="0"/>
                  </a:lnTo>
                  <a:lnTo>
                    <a:pt x="3564" y="0"/>
                  </a:lnTo>
                  <a:lnTo>
                    <a:pt x="3564" y="10102"/>
                  </a:lnTo>
                  <a:lnTo>
                    <a:pt x="3208" y="10459"/>
                  </a:lnTo>
                  <a:lnTo>
                    <a:pt x="2851" y="10102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1283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424" name="Graph element 334"/>
            <p:cNvSpPr/>
            <p:nvPr/>
          </p:nvSpPr>
          <p:spPr>
            <a:xfrm>
              <a:off x="567067" y="1694784"/>
              <a:ext cx="6416" cy="14491"/>
            </a:xfrm>
            <a:custGeom>
              <a:avLst/>
              <a:gdLst/>
              <a:ahLst/>
              <a:cxnLst/>
              <a:rect l="0" t="0" r="r" b="b"/>
              <a:pathLst>
                <a:path w="6416" h="14491" stroke="0" extrusionOk="0">
                  <a:moveTo>
                    <a:pt x="0" y="11283"/>
                  </a:moveTo>
                  <a:lnTo>
                    <a:pt x="3208" y="14491"/>
                  </a:lnTo>
                  <a:lnTo>
                    <a:pt x="6416" y="11283"/>
                  </a:lnTo>
                  <a:lnTo>
                    <a:pt x="6416" y="0"/>
                  </a:lnTo>
                  <a:lnTo>
                    <a:pt x="3564" y="0"/>
                  </a:lnTo>
                  <a:lnTo>
                    <a:pt x="3564" y="10102"/>
                  </a:lnTo>
                  <a:lnTo>
                    <a:pt x="3208" y="10459"/>
                  </a:lnTo>
                  <a:lnTo>
                    <a:pt x="2851" y="10102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1283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425" name="Graph element 335"/>
            <p:cNvSpPr/>
            <p:nvPr/>
          </p:nvSpPr>
          <p:spPr>
            <a:xfrm>
              <a:off x="616966" y="1691994"/>
              <a:ext cx="4216" cy="16273"/>
            </a:xfrm>
            <a:custGeom>
              <a:avLst/>
              <a:gdLst/>
              <a:ahLst/>
              <a:cxnLst/>
              <a:rect l="0" t="0" r="r" b="b"/>
              <a:pathLst>
                <a:path w="4216" h="16273" stroke="0" extrusionOk="0">
                  <a:moveTo>
                    <a:pt x="0" y="2200"/>
                  </a:moveTo>
                  <a:lnTo>
                    <a:pt x="0" y="14073"/>
                  </a:lnTo>
                  <a:lnTo>
                    <a:pt x="2200" y="16273"/>
                  </a:lnTo>
                  <a:lnTo>
                    <a:pt x="4216" y="14257"/>
                  </a:lnTo>
                  <a:lnTo>
                    <a:pt x="2851" y="12892"/>
                  </a:lnTo>
                  <a:lnTo>
                    <a:pt x="2851" y="3381"/>
                  </a:lnTo>
                  <a:lnTo>
                    <a:pt x="4216" y="2016"/>
                  </a:lnTo>
                  <a:lnTo>
                    <a:pt x="2200" y="0"/>
                  </a:lnTo>
                  <a:lnTo>
                    <a:pt x="0" y="2200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426" name="Graph element 336"/>
            <p:cNvSpPr/>
            <p:nvPr/>
          </p:nvSpPr>
          <p:spPr>
            <a:xfrm>
              <a:off x="609837" y="1691994"/>
              <a:ext cx="4216" cy="16273"/>
            </a:xfrm>
            <a:custGeom>
              <a:avLst/>
              <a:gdLst/>
              <a:ahLst/>
              <a:cxnLst/>
              <a:rect l="0" t="0" r="r" b="b"/>
              <a:pathLst>
                <a:path w="4216" h="16273" stroke="0" extrusionOk="0">
                  <a:moveTo>
                    <a:pt x="0" y="2200"/>
                  </a:moveTo>
                  <a:lnTo>
                    <a:pt x="0" y="14073"/>
                  </a:lnTo>
                  <a:lnTo>
                    <a:pt x="2200" y="16273"/>
                  </a:lnTo>
                  <a:lnTo>
                    <a:pt x="4216" y="14257"/>
                  </a:lnTo>
                  <a:lnTo>
                    <a:pt x="2851" y="12892"/>
                  </a:lnTo>
                  <a:lnTo>
                    <a:pt x="2851" y="3381"/>
                  </a:lnTo>
                  <a:lnTo>
                    <a:pt x="4216" y="2016"/>
                  </a:lnTo>
                  <a:lnTo>
                    <a:pt x="2200" y="0"/>
                  </a:lnTo>
                  <a:lnTo>
                    <a:pt x="0" y="2200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427" name="Graph element 337"/>
            <p:cNvSpPr/>
            <p:nvPr/>
          </p:nvSpPr>
          <p:spPr>
            <a:xfrm>
              <a:off x="602709" y="1691994"/>
              <a:ext cx="4216" cy="16273"/>
            </a:xfrm>
            <a:custGeom>
              <a:avLst/>
              <a:gdLst/>
              <a:ahLst/>
              <a:cxnLst/>
              <a:rect l="0" t="0" r="r" b="b"/>
              <a:pathLst>
                <a:path w="4216" h="16273" stroke="0" extrusionOk="0">
                  <a:moveTo>
                    <a:pt x="0" y="2200"/>
                  </a:moveTo>
                  <a:lnTo>
                    <a:pt x="0" y="14073"/>
                  </a:lnTo>
                  <a:lnTo>
                    <a:pt x="2200" y="16273"/>
                  </a:lnTo>
                  <a:lnTo>
                    <a:pt x="4216" y="14257"/>
                  </a:lnTo>
                  <a:lnTo>
                    <a:pt x="2851" y="12892"/>
                  </a:lnTo>
                  <a:lnTo>
                    <a:pt x="2851" y="3381"/>
                  </a:lnTo>
                  <a:lnTo>
                    <a:pt x="4216" y="2016"/>
                  </a:lnTo>
                  <a:lnTo>
                    <a:pt x="2200" y="0"/>
                  </a:lnTo>
                  <a:lnTo>
                    <a:pt x="0" y="2200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428" name="Graph element 338"/>
            <p:cNvSpPr/>
            <p:nvPr/>
          </p:nvSpPr>
          <p:spPr>
            <a:xfrm>
              <a:off x="559938" y="1693002"/>
              <a:ext cx="6416" cy="16273"/>
            </a:xfrm>
            <a:custGeom>
              <a:avLst/>
              <a:gdLst/>
              <a:ahLst/>
              <a:cxnLst/>
              <a:rect l="0" t="0" r="r" b="b"/>
              <a:pathLst>
                <a:path w="6416" h="16273" stroke="0" extrusionOk="0">
                  <a:moveTo>
                    <a:pt x="0" y="13065"/>
                  </a:moveTo>
                  <a:lnTo>
                    <a:pt x="3208" y="16273"/>
                  </a:lnTo>
                  <a:lnTo>
                    <a:pt x="6416" y="13065"/>
                  </a:lnTo>
                  <a:lnTo>
                    <a:pt x="6416" y="0"/>
                  </a:lnTo>
                  <a:lnTo>
                    <a:pt x="3564" y="0"/>
                  </a:lnTo>
                  <a:lnTo>
                    <a:pt x="3564" y="11884"/>
                  </a:lnTo>
                  <a:lnTo>
                    <a:pt x="3208" y="12241"/>
                  </a:lnTo>
                  <a:lnTo>
                    <a:pt x="2851" y="11884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3065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429" name="Graph element 339"/>
            <p:cNvSpPr/>
            <p:nvPr/>
          </p:nvSpPr>
          <p:spPr>
            <a:xfrm>
              <a:off x="555010" y="1693002"/>
              <a:ext cx="4216" cy="15265"/>
            </a:xfrm>
            <a:custGeom>
              <a:avLst/>
              <a:gdLst/>
              <a:ahLst/>
              <a:cxnLst/>
              <a:rect l="0" t="0" r="r" b="b"/>
              <a:pathLst>
                <a:path w="4216" h="15265" stroke="0" extrusionOk="0">
                  <a:moveTo>
                    <a:pt x="0" y="13249"/>
                  </a:moveTo>
                  <a:lnTo>
                    <a:pt x="2016" y="15265"/>
                  </a:lnTo>
                  <a:lnTo>
                    <a:pt x="4216" y="13065"/>
                  </a:lnTo>
                  <a:lnTo>
                    <a:pt x="4216" y="0"/>
                  </a:lnTo>
                  <a:lnTo>
                    <a:pt x="1365" y="0"/>
                  </a:lnTo>
                  <a:lnTo>
                    <a:pt x="1365" y="11884"/>
                  </a:lnTo>
                  <a:lnTo>
                    <a:pt x="0" y="13249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430" name="Graph element 340"/>
            <p:cNvSpPr/>
            <p:nvPr/>
          </p:nvSpPr>
          <p:spPr>
            <a:xfrm>
              <a:off x="547881" y="1693002"/>
              <a:ext cx="4216" cy="15265"/>
            </a:xfrm>
            <a:custGeom>
              <a:avLst/>
              <a:gdLst/>
              <a:ahLst/>
              <a:cxnLst/>
              <a:rect l="0" t="0" r="r" b="b"/>
              <a:pathLst>
                <a:path w="4216" h="15265" stroke="0" extrusionOk="0">
                  <a:moveTo>
                    <a:pt x="0" y="13249"/>
                  </a:moveTo>
                  <a:lnTo>
                    <a:pt x="2016" y="15265"/>
                  </a:lnTo>
                  <a:lnTo>
                    <a:pt x="4216" y="13065"/>
                  </a:lnTo>
                  <a:lnTo>
                    <a:pt x="4216" y="0"/>
                  </a:lnTo>
                  <a:lnTo>
                    <a:pt x="1365" y="0"/>
                  </a:lnTo>
                  <a:lnTo>
                    <a:pt x="1365" y="11884"/>
                  </a:lnTo>
                  <a:lnTo>
                    <a:pt x="0" y="13249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431" name="Graph element 341"/>
            <p:cNvSpPr/>
            <p:nvPr/>
          </p:nvSpPr>
          <p:spPr>
            <a:xfrm>
              <a:off x="540753" y="1693002"/>
              <a:ext cx="4216" cy="15265"/>
            </a:xfrm>
            <a:custGeom>
              <a:avLst/>
              <a:gdLst/>
              <a:ahLst/>
              <a:cxnLst/>
              <a:rect l="0" t="0" r="r" b="b"/>
              <a:pathLst>
                <a:path w="4216" h="15265" stroke="0" extrusionOk="0">
                  <a:moveTo>
                    <a:pt x="0" y="13249"/>
                  </a:moveTo>
                  <a:lnTo>
                    <a:pt x="2016" y="15265"/>
                  </a:lnTo>
                  <a:lnTo>
                    <a:pt x="4216" y="13065"/>
                  </a:lnTo>
                  <a:lnTo>
                    <a:pt x="4216" y="0"/>
                  </a:lnTo>
                  <a:lnTo>
                    <a:pt x="1365" y="0"/>
                  </a:lnTo>
                  <a:lnTo>
                    <a:pt x="1365" y="11884"/>
                  </a:lnTo>
                  <a:lnTo>
                    <a:pt x="0" y="13249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432" name="Graph element 342"/>
            <p:cNvSpPr/>
            <p:nvPr/>
          </p:nvSpPr>
          <p:spPr>
            <a:xfrm>
              <a:off x="532850" y="1689795"/>
              <a:ext cx="4990" cy="15683"/>
            </a:xfrm>
            <a:custGeom>
              <a:avLst/>
              <a:gdLst/>
              <a:ahLst/>
              <a:cxnLst/>
              <a:rect l="0" t="0" r="r" b="b"/>
              <a:pathLst>
                <a:path w="4990" h="15683" stroke="0" extrusionOk="0">
                  <a:moveTo>
                    <a:pt x="1192" y="2851"/>
                  </a:moveTo>
                  <a:lnTo>
                    <a:pt x="2139" y="3798"/>
                  </a:lnTo>
                  <a:lnTo>
                    <a:pt x="2139" y="15683"/>
                  </a:lnTo>
                  <a:lnTo>
                    <a:pt x="4990" y="15683"/>
                  </a:lnTo>
                  <a:lnTo>
                    <a:pt x="4990" y="2617"/>
                  </a:lnTo>
                  <a:lnTo>
                    <a:pt x="2373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192" y="2851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433" name="Graph element 343"/>
            <p:cNvSpPr/>
            <p:nvPr/>
          </p:nvSpPr>
          <p:spPr>
            <a:xfrm>
              <a:off x="447309" y="1686230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434" name="Graph element 344"/>
            <p:cNvSpPr/>
            <p:nvPr/>
          </p:nvSpPr>
          <p:spPr>
            <a:xfrm>
              <a:off x="433052" y="1684448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435" name="Graph element 345"/>
            <p:cNvSpPr/>
            <p:nvPr/>
          </p:nvSpPr>
          <p:spPr>
            <a:xfrm>
              <a:off x="425924" y="1684448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436" name="Graph element 346"/>
            <p:cNvSpPr/>
            <p:nvPr/>
          </p:nvSpPr>
          <p:spPr>
            <a:xfrm>
              <a:off x="418795" y="1684448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437" name="Graph element 347"/>
            <p:cNvSpPr/>
            <p:nvPr/>
          </p:nvSpPr>
          <p:spPr>
            <a:xfrm>
              <a:off x="411667" y="1684448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438" name="Graph element 348"/>
            <p:cNvSpPr/>
            <p:nvPr/>
          </p:nvSpPr>
          <p:spPr>
            <a:xfrm>
              <a:off x="358560" y="1685874"/>
              <a:ext cx="4216" cy="22393"/>
            </a:xfrm>
            <a:custGeom>
              <a:avLst/>
              <a:gdLst/>
              <a:ahLst/>
              <a:cxnLst/>
              <a:rect l="0" t="0" r="r" b="b"/>
              <a:pathLst>
                <a:path w="4216" h="22393" stroke="0" extrusionOk="0">
                  <a:moveTo>
                    <a:pt x="0" y="20194"/>
                  </a:moveTo>
                  <a:lnTo>
                    <a:pt x="2200" y="22393"/>
                  </a:lnTo>
                  <a:lnTo>
                    <a:pt x="4216" y="20377"/>
                  </a:lnTo>
                  <a:lnTo>
                    <a:pt x="2851" y="19013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0194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439" name="Graph element 349"/>
            <p:cNvSpPr/>
            <p:nvPr/>
          </p:nvSpPr>
          <p:spPr>
            <a:xfrm>
              <a:off x="365689" y="1683084"/>
              <a:ext cx="4216" cy="25184"/>
            </a:xfrm>
            <a:custGeom>
              <a:avLst/>
              <a:gdLst/>
              <a:ahLst/>
              <a:cxnLst/>
              <a:rect l="0" t="0" r="r" b="b"/>
              <a:pathLst>
                <a:path w="4216" h="25184" stroke="0" extrusionOk="0">
                  <a:moveTo>
                    <a:pt x="0" y="2200"/>
                  </a:moveTo>
                  <a:lnTo>
                    <a:pt x="0" y="22984"/>
                  </a:lnTo>
                  <a:lnTo>
                    <a:pt x="2200" y="25184"/>
                  </a:lnTo>
                  <a:lnTo>
                    <a:pt x="4216" y="23167"/>
                  </a:lnTo>
                  <a:lnTo>
                    <a:pt x="2851" y="21803"/>
                  </a:lnTo>
                  <a:lnTo>
                    <a:pt x="2851" y="3381"/>
                  </a:lnTo>
                  <a:lnTo>
                    <a:pt x="4216" y="2016"/>
                  </a:lnTo>
                  <a:lnTo>
                    <a:pt x="2200" y="0"/>
                  </a:lnTo>
                  <a:lnTo>
                    <a:pt x="0" y="2200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440" name="Graph element 350"/>
            <p:cNvSpPr/>
            <p:nvPr/>
          </p:nvSpPr>
          <p:spPr>
            <a:xfrm>
              <a:off x="344303" y="1684092"/>
              <a:ext cx="6416" cy="25184"/>
            </a:xfrm>
            <a:custGeom>
              <a:avLst/>
              <a:gdLst/>
              <a:ahLst/>
              <a:cxnLst/>
              <a:rect l="0" t="0" r="r" b="b"/>
              <a:pathLst>
                <a:path w="6416" h="25184" stroke="0" extrusionOk="0">
                  <a:moveTo>
                    <a:pt x="0" y="21976"/>
                  </a:moveTo>
                  <a:lnTo>
                    <a:pt x="3208" y="25184"/>
                  </a:lnTo>
                  <a:lnTo>
                    <a:pt x="6416" y="21976"/>
                  </a:lnTo>
                  <a:lnTo>
                    <a:pt x="6416" y="0"/>
                  </a:lnTo>
                  <a:lnTo>
                    <a:pt x="3564" y="0"/>
                  </a:lnTo>
                  <a:lnTo>
                    <a:pt x="3564" y="20795"/>
                  </a:lnTo>
                  <a:lnTo>
                    <a:pt x="3208" y="21151"/>
                  </a:lnTo>
                  <a:lnTo>
                    <a:pt x="2851" y="20795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1976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441" name="Graph element 351"/>
            <p:cNvSpPr/>
            <p:nvPr/>
          </p:nvSpPr>
          <p:spPr>
            <a:xfrm>
              <a:off x="337175" y="1684092"/>
              <a:ext cx="6416" cy="25184"/>
            </a:xfrm>
            <a:custGeom>
              <a:avLst/>
              <a:gdLst/>
              <a:ahLst/>
              <a:cxnLst/>
              <a:rect l="0" t="0" r="r" b="b"/>
              <a:pathLst>
                <a:path w="6416" h="25184" stroke="0" extrusionOk="0">
                  <a:moveTo>
                    <a:pt x="0" y="21976"/>
                  </a:moveTo>
                  <a:lnTo>
                    <a:pt x="3208" y="25184"/>
                  </a:lnTo>
                  <a:lnTo>
                    <a:pt x="6416" y="21976"/>
                  </a:lnTo>
                  <a:lnTo>
                    <a:pt x="6416" y="0"/>
                  </a:lnTo>
                  <a:lnTo>
                    <a:pt x="3564" y="0"/>
                  </a:lnTo>
                  <a:lnTo>
                    <a:pt x="3564" y="20795"/>
                  </a:lnTo>
                  <a:lnTo>
                    <a:pt x="3208" y="21151"/>
                  </a:lnTo>
                  <a:lnTo>
                    <a:pt x="2851" y="20795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1976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442" name="Graph element 352"/>
            <p:cNvSpPr/>
            <p:nvPr/>
          </p:nvSpPr>
          <p:spPr>
            <a:xfrm>
              <a:off x="330046" y="1682310"/>
              <a:ext cx="6416" cy="26966"/>
            </a:xfrm>
            <a:custGeom>
              <a:avLst/>
              <a:gdLst/>
              <a:ahLst/>
              <a:cxnLst/>
              <a:rect l="0" t="0" r="r" b="b"/>
              <a:pathLst>
                <a:path w="6416" h="26966" stroke="0" extrusionOk="0">
                  <a:moveTo>
                    <a:pt x="0" y="23758"/>
                  </a:moveTo>
                  <a:lnTo>
                    <a:pt x="3208" y="26966"/>
                  </a:lnTo>
                  <a:lnTo>
                    <a:pt x="6416" y="23758"/>
                  </a:lnTo>
                  <a:lnTo>
                    <a:pt x="6416" y="0"/>
                  </a:lnTo>
                  <a:lnTo>
                    <a:pt x="3564" y="0"/>
                  </a:lnTo>
                  <a:lnTo>
                    <a:pt x="3564" y="22577"/>
                  </a:lnTo>
                  <a:lnTo>
                    <a:pt x="3208" y="22933"/>
                  </a:lnTo>
                  <a:lnTo>
                    <a:pt x="2851" y="22577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3758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443" name="Graph element 353"/>
            <p:cNvSpPr/>
            <p:nvPr/>
          </p:nvSpPr>
          <p:spPr>
            <a:xfrm>
              <a:off x="322918" y="1682310"/>
              <a:ext cx="6416" cy="26966"/>
            </a:xfrm>
            <a:custGeom>
              <a:avLst/>
              <a:gdLst/>
              <a:ahLst/>
              <a:cxnLst/>
              <a:rect l="0" t="0" r="r" b="b"/>
              <a:pathLst>
                <a:path w="6416" h="26966" stroke="0" extrusionOk="0">
                  <a:moveTo>
                    <a:pt x="0" y="23758"/>
                  </a:moveTo>
                  <a:lnTo>
                    <a:pt x="3208" y="26966"/>
                  </a:lnTo>
                  <a:lnTo>
                    <a:pt x="6416" y="23758"/>
                  </a:lnTo>
                  <a:lnTo>
                    <a:pt x="6416" y="0"/>
                  </a:lnTo>
                  <a:lnTo>
                    <a:pt x="3564" y="0"/>
                  </a:lnTo>
                  <a:lnTo>
                    <a:pt x="3564" y="22577"/>
                  </a:lnTo>
                  <a:lnTo>
                    <a:pt x="3208" y="22933"/>
                  </a:lnTo>
                  <a:lnTo>
                    <a:pt x="2851" y="22577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3758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444" name="Graph element 354"/>
            <p:cNvSpPr/>
            <p:nvPr/>
          </p:nvSpPr>
          <p:spPr>
            <a:xfrm>
              <a:off x="315789" y="1678511"/>
              <a:ext cx="6416" cy="30764"/>
            </a:xfrm>
            <a:custGeom>
              <a:avLst/>
              <a:gdLst/>
              <a:ahLst/>
              <a:cxnLst/>
              <a:rect l="0" t="0" r="r" b="b"/>
              <a:pathLst>
                <a:path w="6416" h="30764" stroke="0" extrusionOk="0">
                  <a:moveTo>
                    <a:pt x="3208" y="0"/>
                  </a:moveTo>
                  <a:lnTo>
                    <a:pt x="0" y="3208"/>
                  </a:lnTo>
                  <a:lnTo>
                    <a:pt x="0" y="27556"/>
                  </a:lnTo>
                  <a:lnTo>
                    <a:pt x="3208" y="30764"/>
                  </a:lnTo>
                  <a:lnTo>
                    <a:pt x="6416" y="27556"/>
                  </a:lnTo>
                  <a:lnTo>
                    <a:pt x="6416" y="3208"/>
                  </a:lnTo>
                  <a:lnTo>
                    <a:pt x="3208" y="0"/>
                  </a:lnTo>
                  <a:close/>
                  <a:moveTo>
                    <a:pt x="2851" y="4389"/>
                  </a:moveTo>
                  <a:lnTo>
                    <a:pt x="3208" y="4032"/>
                  </a:lnTo>
                  <a:lnTo>
                    <a:pt x="3564" y="4389"/>
                  </a:lnTo>
                  <a:lnTo>
                    <a:pt x="3564" y="26375"/>
                  </a:lnTo>
                  <a:lnTo>
                    <a:pt x="3208" y="26732"/>
                  </a:lnTo>
                  <a:lnTo>
                    <a:pt x="2851" y="26375"/>
                  </a:lnTo>
                  <a:lnTo>
                    <a:pt x="2851" y="4389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445" name="Graph element 355"/>
            <p:cNvSpPr/>
            <p:nvPr/>
          </p:nvSpPr>
          <p:spPr>
            <a:xfrm>
              <a:off x="310861" y="1680528"/>
              <a:ext cx="4216" cy="27740"/>
            </a:xfrm>
            <a:custGeom>
              <a:avLst/>
              <a:gdLst/>
              <a:ahLst/>
              <a:cxnLst/>
              <a:rect l="0" t="0" r="r" b="b"/>
              <a:pathLst>
                <a:path w="4216" h="27740" stroke="0" extrusionOk="0">
                  <a:moveTo>
                    <a:pt x="0" y="25724"/>
                  </a:moveTo>
                  <a:lnTo>
                    <a:pt x="2016" y="27740"/>
                  </a:lnTo>
                  <a:lnTo>
                    <a:pt x="4216" y="25540"/>
                  </a:lnTo>
                  <a:lnTo>
                    <a:pt x="4216" y="0"/>
                  </a:lnTo>
                  <a:lnTo>
                    <a:pt x="1365" y="0"/>
                  </a:lnTo>
                  <a:lnTo>
                    <a:pt x="1365" y="24359"/>
                  </a:lnTo>
                  <a:lnTo>
                    <a:pt x="0" y="25724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446" name="Graph element 356"/>
            <p:cNvSpPr/>
            <p:nvPr/>
          </p:nvSpPr>
          <p:spPr>
            <a:xfrm>
              <a:off x="303732" y="1676963"/>
              <a:ext cx="4216" cy="31304"/>
            </a:xfrm>
            <a:custGeom>
              <a:avLst/>
              <a:gdLst/>
              <a:ahLst/>
              <a:cxnLst/>
              <a:rect l="0" t="0" r="r" b="b"/>
              <a:pathLst>
                <a:path w="4216" h="31304" stroke="0" extrusionOk="0">
                  <a:moveTo>
                    <a:pt x="0" y="29288"/>
                  </a:moveTo>
                  <a:lnTo>
                    <a:pt x="2016" y="31304"/>
                  </a:lnTo>
                  <a:lnTo>
                    <a:pt x="4216" y="29104"/>
                  </a:lnTo>
                  <a:lnTo>
                    <a:pt x="4216" y="0"/>
                  </a:lnTo>
                  <a:lnTo>
                    <a:pt x="1365" y="0"/>
                  </a:lnTo>
                  <a:lnTo>
                    <a:pt x="1365" y="27923"/>
                  </a:lnTo>
                  <a:lnTo>
                    <a:pt x="0" y="29288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447" name="Graph element 357"/>
            <p:cNvSpPr/>
            <p:nvPr/>
          </p:nvSpPr>
          <p:spPr>
            <a:xfrm>
              <a:off x="296604" y="1676963"/>
              <a:ext cx="4216" cy="31304"/>
            </a:xfrm>
            <a:custGeom>
              <a:avLst/>
              <a:gdLst/>
              <a:ahLst/>
              <a:cxnLst/>
              <a:rect l="0" t="0" r="r" b="b"/>
              <a:pathLst>
                <a:path w="4216" h="31304" stroke="0" extrusionOk="0">
                  <a:moveTo>
                    <a:pt x="0" y="29288"/>
                  </a:moveTo>
                  <a:lnTo>
                    <a:pt x="2016" y="31304"/>
                  </a:lnTo>
                  <a:lnTo>
                    <a:pt x="4216" y="29104"/>
                  </a:lnTo>
                  <a:lnTo>
                    <a:pt x="4216" y="0"/>
                  </a:lnTo>
                  <a:lnTo>
                    <a:pt x="1365" y="0"/>
                  </a:lnTo>
                  <a:lnTo>
                    <a:pt x="1365" y="27923"/>
                  </a:lnTo>
                  <a:lnTo>
                    <a:pt x="0" y="29288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448" name="Graph element 358"/>
            <p:cNvSpPr/>
            <p:nvPr/>
          </p:nvSpPr>
          <p:spPr>
            <a:xfrm>
              <a:off x="289475" y="1675181"/>
              <a:ext cx="4216" cy="33086"/>
            </a:xfrm>
            <a:custGeom>
              <a:avLst/>
              <a:gdLst/>
              <a:ahLst/>
              <a:cxnLst/>
              <a:rect l="0" t="0" r="r" b="b"/>
              <a:pathLst>
                <a:path w="4216" h="33086" stroke="0" extrusionOk="0">
                  <a:moveTo>
                    <a:pt x="0" y="31070"/>
                  </a:moveTo>
                  <a:lnTo>
                    <a:pt x="2016" y="33086"/>
                  </a:lnTo>
                  <a:lnTo>
                    <a:pt x="4216" y="30886"/>
                  </a:lnTo>
                  <a:lnTo>
                    <a:pt x="4216" y="0"/>
                  </a:lnTo>
                  <a:lnTo>
                    <a:pt x="1365" y="0"/>
                  </a:lnTo>
                  <a:lnTo>
                    <a:pt x="1365" y="29705"/>
                  </a:lnTo>
                  <a:lnTo>
                    <a:pt x="0" y="31070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449" name="Graph element 359"/>
            <p:cNvSpPr/>
            <p:nvPr/>
          </p:nvSpPr>
          <p:spPr>
            <a:xfrm>
              <a:off x="224546" y="1661281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450" name="Graph element 360"/>
            <p:cNvSpPr/>
            <p:nvPr/>
          </p:nvSpPr>
          <p:spPr>
            <a:xfrm>
              <a:off x="217417" y="1655935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451" name="Graph element 361"/>
            <p:cNvSpPr/>
            <p:nvPr/>
          </p:nvSpPr>
          <p:spPr>
            <a:xfrm>
              <a:off x="203160" y="1650588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452" name="Graph element 362"/>
            <p:cNvSpPr/>
            <p:nvPr/>
          </p:nvSpPr>
          <p:spPr>
            <a:xfrm>
              <a:off x="315789" y="1062136"/>
              <a:ext cx="2851" cy="19603"/>
            </a:xfrm>
            <a:custGeom>
              <a:avLst/>
              <a:gdLst/>
              <a:ahLst/>
              <a:cxnLst/>
              <a:rect l="0" t="0" r="r" b="b"/>
              <a:pathLst>
                <a:path w="2851" h="19603" stroke="0" extrusionOk="0">
                  <a:moveTo>
                    <a:pt x="0" y="19603"/>
                  </a:moveTo>
                  <a:lnTo>
                    <a:pt x="2851" y="19603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9603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453" name="Graph element 363"/>
            <p:cNvSpPr/>
            <p:nvPr/>
          </p:nvSpPr>
          <p:spPr>
            <a:xfrm>
              <a:off x="335393" y="981941"/>
              <a:ext cx="2851" cy="26732"/>
            </a:xfrm>
            <a:custGeom>
              <a:avLst/>
              <a:gdLst/>
              <a:ahLst/>
              <a:cxnLst/>
              <a:rect l="0" t="0" r="r" b="b"/>
              <a:pathLst>
                <a:path w="2851" h="26732" stroke="0" extrusionOk="0">
                  <a:moveTo>
                    <a:pt x="0" y="26732"/>
                  </a:moveTo>
                  <a:lnTo>
                    <a:pt x="2851" y="26732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6732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454" name="Graph element 364"/>
            <p:cNvSpPr/>
            <p:nvPr/>
          </p:nvSpPr>
          <p:spPr>
            <a:xfrm>
              <a:off x="317572" y="940953"/>
              <a:ext cx="2851" cy="26732"/>
            </a:xfrm>
            <a:custGeom>
              <a:avLst/>
              <a:gdLst/>
              <a:ahLst/>
              <a:cxnLst/>
              <a:rect l="0" t="0" r="r" b="b"/>
              <a:pathLst>
                <a:path w="2851" h="26732" stroke="0" extrusionOk="0">
                  <a:moveTo>
                    <a:pt x="0" y="26732"/>
                  </a:moveTo>
                  <a:lnTo>
                    <a:pt x="2851" y="26732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6732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455" name="Graph element 365"/>
            <p:cNvSpPr/>
            <p:nvPr/>
          </p:nvSpPr>
          <p:spPr>
            <a:xfrm>
              <a:off x="337175" y="860758"/>
              <a:ext cx="2851" cy="26732"/>
            </a:xfrm>
            <a:custGeom>
              <a:avLst/>
              <a:gdLst/>
              <a:ahLst/>
              <a:cxnLst/>
              <a:rect l="0" t="0" r="r" b="b"/>
              <a:pathLst>
                <a:path w="2851" h="26732" stroke="0" extrusionOk="0">
                  <a:moveTo>
                    <a:pt x="0" y="26732"/>
                  </a:moveTo>
                  <a:lnTo>
                    <a:pt x="2851" y="26732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6732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456" name="Graph element 366"/>
            <p:cNvSpPr/>
            <p:nvPr/>
          </p:nvSpPr>
          <p:spPr>
            <a:xfrm>
              <a:off x="319354" y="819770"/>
              <a:ext cx="2851" cy="28514"/>
            </a:xfrm>
            <a:custGeom>
              <a:avLst/>
              <a:gdLst/>
              <a:ahLst/>
              <a:cxnLst/>
              <a:rect l="0" t="0" r="r" b="b"/>
              <a:pathLst>
                <a:path w="2851" h="28514" stroke="0" extrusionOk="0">
                  <a:moveTo>
                    <a:pt x="0" y="28514"/>
                  </a:moveTo>
                  <a:lnTo>
                    <a:pt x="2851" y="28514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8514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457" name="Graph element 367"/>
            <p:cNvSpPr/>
            <p:nvPr/>
          </p:nvSpPr>
          <p:spPr>
            <a:xfrm>
              <a:off x="338957" y="739575"/>
              <a:ext cx="2851" cy="26732"/>
            </a:xfrm>
            <a:custGeom>
              <a:avLst/>
              <a:gdLst/>
              <a:ahLst/>
              <a:cxnLst/>
              <a:rect l="0" t="0" r="r" b="b"/>
              <a:pathLst>
                <a:path w="2851" h="26732" stroke="0" extrusionOk="0">
                  <a:moveTo>
                    <a:pt x="0" y="26732"/>
                  </a:moveTo>
                  <a:lnTo>
                    <a:pt x="2851" y="26732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6732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458" name="Graph element 368"/>
            <p:cNvSpPr/>
            <p:nvPr/>
          </p:nvSpPr>
          <p:spPr>
            <a:xfrm>
              <a:off x="321136" y="700368"/>
              <a:ext cx="2851" cy="26732"/>
            </a:xfrm>
            <a:custGeom>
              <a:avLst/>
              <a:gdLst/>
              <a:ahLst/>
              <a:cxnLst/>
              <a:rect l="0" t="0" r="r" b="b"/>
              <a:pathLst>
                <a:path w="2851" h="26732" stroke="0" extrusionOk="0">
                  <a:moveTo>
                    <a:pt x="0" y="26732"/>
                  </a:moveTo>
                  <a:lnTo>
                    <a:pt x="2851" y="26732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6732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459" name="Graph element 369"/>
            <p:cNvSpPr/>
            <p:nvPr/>
          </p:nvSpPr>
          <p:spPr>
            <a:xfrm>
              <a:off x="1251040" y="682904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460" name="Graph element 370"/>
            <p:cNvSpPr/>
            <p:nvPr/>
          </p:nvSpPr>
          <p:spPr>
            <a:xfrm>
              <a:off x="340739" y="629084"/>
              <a:ext cx="2851" cy="16039"/>
            </a:xfrm>
            <a:custGeom>
              <a:avLst/>
              <a:gdLst/>
              <a:ahLst/>
              <a:cxnLst/>
              <a:rect l="0" t="0" r="r" b="b"/>
              <a:pathLst>
                <a:path w="2851" h="16039" stroke="0" extrusionOk="0">
                  <a:moveTo>
                    <a:pt x="0" y="16039"/>
                  </a:moveTo>
                  <a:lnTo>
                    <a:pt x="2851" y="16039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6039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461" name="Graph element 371"/>
            <p:cNvSpPr/>
            <p:nvPr/>
          </p:nvSpPr>
          <p:spPr>
            <a:xfrm>
              <a:off x="325118" y="603126"/>
              <a:ext cx="3798" cy="3798"/>
            </a:xfrm>
            <a:custGeom>
              <a:avLst/>
              <a:gdLst/>
              <a:ahLst/>
              <a:cxnLst/>
              <a:rect l="0" t="0" r="r" b="b"/>
              <a:pathLst>
                <a:path w="3798" h="3798" stroke="0" extrusionOk="0">
                  <a:moveTo>
                    <a:pt x="0" y="1782"/>
                  </a:moveTo>
                  <a:lnTo>
                    <a:pt x="2016" y="3798"/>
                  </a:lnTo>
                  <a:lnTo>
                    <a:pt x="3798" y="2016"/>
                  </a:lnTo>
                  <a:lnTo>
                    <a:pt x="1782" y="0"/>
                  </a:lnTo>
                  <a:lnTo>
                    <a:pt x="0" y="1782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462" name="Graph element 372"/>
            <p:cNvSpPr/>
            <p:nvPr/>
          </p:nvSpPr>
          <p:spPr>
            <a:xfrm>
              <a:off x="337175" y="595224"/>
              <a:ext cx="2851" cy="7128"/>
            </a:xfrm>
            <a:custGeom>
              <a:avLst/>
              <a:gdLst/>
              <a:ahLst/>
              <a:cxnLst/>
              <a:rect l="0" t="0" r="r" b="b"/>
              <a:pathLst>
                <a:path w="2851" h="7128" stroke="0" extrusionOk="0">
                  <a:moveTo>
                    <a:pt x="0" y="7128"/>
                  </a:moveTo>
                  <a:lnTo>
                    <a:pt x="2851" y="7128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7128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463" name="Graph element 373"/>
            <p:cNvSpPr/>
            <p:nvPr/>
          </p:nvSpPr>
          <p:spPr>
            <a:xfrm>
              <a:off x="356778" y="522158"/>
              <a:ext cx="2851" cy="23167"/>
            </a:xfrm>
            <a:custGeom>
              <a:avLst/>
              <a:gdLst/>
              <a:ahLst/>
              <a:cxnLst/>
              <a:rect l="0" t="0" r="r" b="b"/>
              <a:pathLst>
                <a:path w="2851" h="23167" stroke="0" extrusionOk="0">
                  <a:moveTo>
                    <a:pt x="0" y="23167"/>
                  </a:moveTo>
                  <a:lnTo>
                    <a:pt x="2851" y="23167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3167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464" name="Graph element 374"/>
            <p:cNvSpPr/>
            <p:nvPr/>
          </p:nvSpPr>
          <p:spPr>
            <a:xfrm>
              <a:off x="338957" y="484733"/>
              <a:ext cx="2851" cy="24950"/>
            </a:xfrm>
            <a:custGeom>
              <a:avLst/>
              <a:gdLst/>
              <a:ahLst/>
              <a:cxnLst/>
              <a:rect l="0" t="0" r="r" b="b"/>
              <a:pathLst>
                <a:path w="2851" h="24950" stroke="0" extrusionOk="0">
                  <a:moveTo>
                    <a:pt x="0" y="24950"/>
                  </a:moveTo>
                  <a:lnTo>
                    <a:pt x="2851" y="24950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4950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465" name="Graph element 375"/>
            <p:cNvSpPr/>
            <p:nvPr/>
          </p:nvSpPr>
          <p:spPr>
            <a:xfrm>
              <a:off x="358560" y="409885"/>
              <a:ext cx="2851" cy="24950"/>
            </a:xfrm>
            <a:custGeom>
              <a:avLst/>
              <a:gdLst/>
              <a:ahLst/>
              <a:cxnLst/>
              <a:rect l="0" t="0" r="r" b="b"/>
              <a:pathLst>
                <a:path w="2851" h="24950" stroke="0" extrusionOk="0">
                  <a:moveTo>
                    <a:pt x="0" y="24950"/>
                  </a:moveTo>
                  <a:lnTo>
                    <a:pt x="2851" y="24950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4950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466" name="Graph element 376"/>
            <p:cNvSpPr/>
            <p:nvPr/>
          </p:nvSpPr>
          <p:spPr>
            <a:xfrm>
              <a:off x="340739" y="372461"/>
              <a:ext cx="2851" cy="24950"/>
            </a:xfrm>
            <a:custGeom>
              <a:avLst/>
              <a:gdLst/>
              <a:ahLst/>
              <a:cxnLst/>
              <a:rect l="0" t="0" r="r" b="b"/>
              <a:pathLst>
                <a:path w="2851" h="24950" stroke="0" extrusionOk="0">
                  <a:moveTo>
                    <a:pt x="0" y="24950"/>
                  </a:moveTo>
                  <a:lnTo>
                    <a:pt x="2851" y="24950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4950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467" name="Graph element 377"/>
            <p:cNvSpPr/>
            <p:nvPr/>
          </p:nvSpPr>
          <p:spPr>
            <a:xfrm>
              <a:off x="360342" y="297612"/>
              <a:ext cx="2851" cy="24950"/>
            </a:xfrm>
            <a:custGeom>
              <a:avLst/>
              <a:gdLst/>
              <a:ahLst/>
              <a:cxnLst/>
              <a:rect l="0" t="0" r="r" b="b"/>
              <a:pathLst>
                <a:path w="2851" h="24950" stroke="0" extrusionOk="0">
                  <a:moveTo>
                    <a:pt x="0" y="24950"/>
                  </a:moveTo>
                  <a:lnTo>
                    <a:pt x="2851" y="24950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4950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468" name="Graph element 378"/>
            <p:cNvSpPr/>
            <p:nvPr/>
          </p:nvSpPr>
          <p:spPr>
            <a:xfrm>
              <a:off x="342521" y="260188"/>
              <a:ext cx="2851" cy="24950"/>
            </a:xfrm>
            <a:custGeom>
              <a:avLst/>
              <a:gdLst/>
              <a:ahLst/>
              <a:cxnLst/>
              <a:rect l="0" t="0" r="r" b="b"/>
              <a:pathLst>
                <a:path w="2851" h="24950" stroke="0" extrusionOk="0">
                  <a:moveTo>
                    <a:pt x="0" y="24950"/>
                  </a:moveTo>
                  <a:lnTo>
                    <a:pt x="2851" y="24950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4950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469" name="Graph element 379"/>
            <p:cNvSpPr/>
            <p:nvPr/>
          </p:nvSpPr>
          <p:spPr>
            <a:xfrm>
              <a:off x="362124" y="187121"/>
              <a:ext cx="2851" cy="23167"/>
            </a:xfrm>
            <a:custGeom>
              <a:avLst/>
              <a:gdLst/>
              <a:ahLst/>
              <a:cxnLst/>
              <a:rect l="0" t="0" r="r" b="b"/>
              <a:pathLst>
                <a:path w="2851" h="23167" stroke="0" extrusionOk="0">
                  <a:moveTo>
                    <a:pt x="0" y="23167"/>
                  </a:moveTo>
                  <a:lnTo>
                    <a:pt x="2851" y="23167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3167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470" name="Graph element 380"/>
            <p:cNvSpPr/>
            <p:nvPr/>
          </p:nvSpPr>
          <p:spPr>
            <a:xfrm>
              <a:off x="344303" y="169300"/>
              <a:ext cx="2851" cy="5346"/>
            </a:xfrm>
            <a:custGeom>
              <a:avLst/>
              <a:gdLst/>
              <a:ahLst/>
              <a:cxnLst/>
              <a:rect l="0" t="0" r="r" b="b"/>
              <a:pathLst>
                <a:path w="2851" h="5346" stroke="0" extrusionOk="0">
                  <a:moveTo>
                    <a:pt x="0" y="5346"/>
                  </a:moveTo>
                  <a:lnTo>
                    <a:pt x="2851" y="5346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5346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</p:spPr>
        </p:sp>
        <p:sp>
          <p:nvSpPr>
            <p:cNvPr id="1471" name="Graph element 381"/>
            <p:cNvSpPr/>
            <p:nvPr/>
          </p:nvSpPr>
          <p:spPr>
            <a:xfrm>
              <a:off x="1607818" y="1709041"/>
              <a:ext cx="2851" cy="3564"/>
            </a:xfrm>
            <a:custGeom>
              <a:avLst/>
              <a:gdLst/>
              <a:ahLst/>
              <a:cxnLst/>
              <a:rect l="0" t="0" r="r" b="b"/>
              <a:pathLst>
                <a:path w="2851" h="3564" stroke="0" extrusionOk="0">
                  <a:moveTo>
                    <a:pt x="0" y="3564"/>
                  </a:moveTo>
                  <a:lnTo>
                    <a:pt x="2851" y="3564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3564"/>
                  </a:lnTo>
                  <a:close/>
                </a:path>
              </a:pathLst>
            </a:custGeom>
            <a:solidFill>
              <a:srgbClr val="DCDADA"/>
            </a:solidFill>
            <a:ln>
              <a:noFill/>
            </a:ln>
          </p:spPr>
        </p:sp>
        <p:sp>
          <p:nvSpPr>
            <p:cNvPr id="1472" name="Graph element 382"/>
            <p:cNvSpPr/>
            <p:nvPr/>
          </p:nvSpPr>
          <p:spPr>
            <a:xfrm>
              <a:off x="1791375" y="1707259"/>
              <a:ext cx="2851" cy="17821"/>
            </a:xfrm>
            <a:custGeom>
              <a:avLst/>
              <a:gdLst/>
              <a:ahLst/>
              <a:cxnLst/>
              <a:rect l="0" t="0" r="r" b="b"/>
              <a:pathLst>
                <a:path w="2851" h="17821" stroke="0" extrusionOk="0">
                  <a:moveTo>
                    <a:pt x="0" y="17821"/>
                  </a:moveTo>
                  <a:lnTo>
                    <a:pt x="2851" y="17821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7821"/>
                  </a:lnTo>
                  <a:close/>
                </a:path>
              </a:pathLst>
            </a:custGeom>
            <a:solidFill>
              <a:srgbClr val="DCDADA"/>
            </a:solidFill>
            <a:ln>
              <a:noFill/>
            </a:ln>
          </p:spPr>
        </p:sp>
        <p:sp>
          <p:nvSpPr>
            <p:cNvPr id="1473" name="Graph element 383"/>
            <p:cNvSpPr/>
            <p:nvPr/>
          </p:nvSpPr>
          <p:spPr>
            <a:xfrm>
              <a:off x="351432" y="1684092"/>
              <a:ext cx="2851" cy="21385"/>
            </a:xfrm>
            <a:custGeom>
              <a:avLst/>
              <a:gdLst/>
              <a:ahLst/>
              <a:cxnLst/>
              <a:rect l="0" t="0" r="r" b="b"/>
              <a:pathLst>
                <a:path w="2851" h="21385" stroke="0" extrusionOk="0">
                  <a:moveTo>
                    <a:pt x="0" y="21385"/>
                  </a:moveTo>
                  <a:lnTo>
                    <a:pt x="2851" y="21385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1385"/>
                  </a:lnTo>
                  <a:close/>
                </a:path>
              </a:pathLst>
            </a:custGeom>
            <a:solidFill>
              <a:srgbClr val="DCDADA"/>
            </a:solidFill>
            <a:ln>
              <a:noFill/>
            </a:ln>
          </p:spPr>
        </p:sp>
        <p:sp>
          <p:nvSpPr>
            <p:cNvPr id="1474" name="Graph element 384"/>
            <p:cNvSpPr/>
            <p:nvPr/>
          </p:nvSpPr>
          <p:spPr>
            <a:xfrm>
              <a:off x="1292385" y="1395747"/>
              <a:ext cx="512534" cy="104432"/>
            </a:xfrm>
            <a:custGeom>
              <a:avLst/>
              <a:gdLst/>
              <a:ahLst/>
              <a:cxnLst/>
              <a:rect l="0" t="0" r="r" b="b"/>
              <a:pathLst>
                <a:path w="512534" h="104432" stroke="0" extrusionOk="0">
                  <a:moveTo>
                    <a:pt x="0" y="0"/>
                  </a:moveTo>
                  <a:lnTo>
                    <a:pt x="0" y="104432"/>
                  </a:lnTo>
                  <a:lnTo>
                    <a:pt x="512534" y="104432"/>
                  </a:lnTo>
                  <a:lnTo>
                    <a:pt x="51253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3DAE9"/>
            </a:solidFill>
            <a:ln>
              <a:noFill/>
            </a:ln>
          </p:spPr>
        </p:sp>
        <p:sp>
          <p:nvSpPr>
            <p:cNvPr id="1475" name="Graph element 385"/>
            <p:cNvSpPr/>
            <p:nvPr/>
          </p:nvSpPr>
          <p:spPr>
            <a:xfrm>
              <a:off x="1256742" y="1395747"/>
              <a:ext cx="31365" cy="104432"/>
            </a:xfrm>
            <a:custGeom>
              <a:avLst/>
              <a:gdLst/>
              <a:ahLst/>
              <a:cxnLst/>
              <a:rect l="0" t="0" r="r" b="b"/>
              <a:pathLst>
                <a:path w="31365" h="104432" stroke="0" extrusionOk="0">
                  <a:moveTo>
                    <a:pt x="0" y="0"/>
                  </a:moveTo>
                  <a:lnTo>
                    <a:pt x="0" y="104432"/>
                  </a:lnTo>
                  <a:lnTo>
                    <a:pt x="31365" y="104432"/>
                  </a:lnTo>
                  <a:lnTo>
                    <a:pt x="313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3DAE9"/>
            </a:solidFill>
            <a:ln>
              <a:noFill/>
            </a:ln>
          </p:spPr>
        </p:sp>
        <p:sp>
          <p:nvSpPr>
            <p:cNvPr id="1476" name="Graph element 386"/>
            <p:cNvSpPr/>
            <p:nvPr/>
          </p:nvSpPr>
          <p:spPr>
            <a:xfrm>
              <a:off x="905667" y="1395747"/>
              <a:ext cx="346798" cy="104432"/>
            </a:xfrm>
            <a:custGeom>
              <a:avLst/>
              <a:gdLst/>
              <a:ahLst/>
              <a:cxnLst/>
              <a:rect l="0" t="0" r="r" b="b"/>
              <a:pathLst>
                <a:path w="346798" h="104432" stroke="0" extrusionOk="0">
                  <a:moveTo>
                    <a:pt x="0" y="0"/>
                  </a:moveTo>
                  <a:lnTo>
                    <a:pt x="0" y="104432"/>
                  </a:lnTo>
                  <a:lnTo>
                    <a:pt x="346798" y="104432"/>
                  </a:lnTo>
                  <a:lnTo>
                    <a:pt x="3467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3DAE9"/>
            </a:solidFill>
            <a:ln>
              <a:noFill/>
            </a:ln>
          </p:spPr>
        </p:sp>
        <p:sp>
          <p:nvSpPr>
            <p:cNvPr id="1477" name="Graph element 387"/>
            <p:cNvSpPr/>
            <p:nvPr/>
          </p:nvSpPr>
          <p:spPr>
            <a:xfrm>
              <a:off x="1431033" y="1707616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DDD1D1"/>
            </a:solidFill>
            <a:ln>
              <a:noFill/>
            </a:ln>
          </p:spPr>
        </p:sp>
        <p:sp>
          <p:nvSpPr>
            <p:cNvPr id="1478" name="Graph element 388"/>
            <p:cNvSpPr/>
            <p:nvPr/>
          </p:nvSpPr>
          <p:spPr>
            <a:xfrm>
              <a:off x="1969229" y="1705834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DDD1D1"/>
            </a:solidFill>
            <a:ln>
              <a:noFill/>
            </a:ln>
          </p:spPr>
        </p:sp>
        <p:sp>
          <p:nvSpPr>
            <p:cNvPr id="1479" name="Graph element 389"/>
            <p:cNvSpPr/>
            <p:nvPr/>
          </p:nvSpPr>
          <p:spPr>
            <a:xfrm>
              <a:off x="1251040" y="1705834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DDD1D1"/>
            </a:solidFill>
            <a:ln>
              <a:noFill/>
            </a:ln>
          </p:spPr>
        </p:sp>
        <p:sp>
          <p:nvSpPr>
            <p:cNvPr id="1480" name="Graph element 390"/>
            <p:cNvSpPr/>
            <p:nvPr/>
          </p:nvSpPr>
          <p:spPr>
            <a:xfrm>
              <a:off x="712843" y="1705834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DDD1D1"/>
            </a:solidFill>
            <a:ln>
              <a:noFill/>
            </a:ln>
          </p:spPr>
        </p:sp>
        <p:sp>
          <p:nvSpPr>
            <p:cNvPr id="1481" name="Graph element 391"/>
            <p:cNvSpPr/>
            <p:nvPr/>
          </p:nvSpPr>
          <p:spPr>
            <a:xfrm>
              <a:off x="1069621" y="1701913"/>
              <a:ext cx="6416" cy="7363"/>
            </a:xfrm>
            <a:custGeom>
              <a:avLst/>
              <a:gdLst/>
              <a:ahLst/>
              <a:cxnLst/>
              <a:rect l="0" t="0" r="r" b="b"/>
              <a:pathLst>
                <a:path w="6416" h="7363" stroke="0" extrusionOk="0">
                  <a:moveTo>
                    <a:pt x="0" y="4155"/>
                  </a:moveTo>
                  <a:lnTo>
                    <a:pt x="3208" y="7363"/>
                  </a:lnTo>
                  <a:lnTo>
                    <a:pt x="6416" y="4155"/>
                  </a:lnTo>
                  <a:lnTo>
                    <a:pt x="6416" y="0"/>
                  </a:lnTo>
                  <a:lnTo>
                    <a:pt x="3564" y="0"/>
                  </a:lnTo>
                  <a:lnTo>
                    <a:pt x="3208" y="3330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4155"/>
                  </a:lnTo>
                  <a:close/>
                </a:path>
              </a:pathLst>
            </a:custGeom>
            <a:solidFill>
              <a:srgbClr val="DDD1D1"/>
            </a:solidFill>
            <a:ln>
              <a:noFill/>
            </a:ln>
          </p:spPr>
        </p:sp>
        <p:sp>
          <p:nvSpPr>
            <p:cNvPr id="1482" name="Graph element 392"/>
            <p:cNvSpPr/>
            <p:nvPr/>
          </p:nvSpPr>
          <p:spPr>
            <a:xfrm>
              <a:off x="712843" y="1693359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DDD1D1"/>
            </a:solidFill>
            <a:ln>
              <a:noFill/>
            </a:ln>
          </p:spPr>
        </p:sp>
        <p:sp>
          <p:nvSpPr>
            <p:cNvPr id="1483" name="Graph element 393"/>
            <p:cNvSpPr/>
            <p:nvPr/>
          </p:nvSpPr>
          <p:spPr>
            <a:xfrm>
              <a:off x="1287038" y="1397172"/>
              <a:ext cx="4990" cy="103006"/>
            </a:xfrm>
            <a:custGeom>
              <a:avLst/>
              <a:gdLst/>
              <a:ahLst/>
              <a:cxnLst/>
              <a:rect l="0" t="0" r="r" b="b"/>
              <a:pathLst>
                <a:path w="4990" h="103006" stroke="0" extrusionOk="0">
                  <a:moveTo>
                    <a:pt x="0" y="0"/>
                  </a:moveTo>
                  <a:lnTo>
                    <a:pt x="0" y="103006"/>
                  </a:lnTo>
                  <a:lnTo>
                    <a:pt x="4990" y="103006"/>
                  </a:lnTo>
                  <a:lnTo>
                    <a:pt x="4990" y="100154"/>
                  </a:lnTo>
                  <a:lnTo>
                    <a:pt x="3798" y="100154"/>
                  </a:lnTo>
                  <a:lnTo>
                    <a:pt x="2851" y="992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ED4E2"/>
            </a:solidFill>
            <a:ln>
              <a:noFill/>
            </a:ln>
          </p:spPr>
        </p:sp>
        <p:sp>
          <p:nvSpPr>
            <p:cNvPr id="1484" name="Graph element 394"/>
            <p:cNvSpPr/>
            <p:nvPr/>
          </p:nvSpPr>
          <p:spPr>
            <a:xfrm>
              <a:off x="1251396" y="1397172"/>
              <a:ext cx="4990" cy="103006"/>
            </a:xfrm>
            <a:custGeom>
              <a:avLst/>
              <a:gdLst/>
              <a:ahLst/>
              <a:cxnLst/>
              <a:rect l="0" t="0" r="r" b="b"/>
              <a:pathLst>
                <a:path w="4990" h="103006" stroke="0" extrusionOk="0">
                  <a:moveTo>
                    <a:pt x="0" y="0"/>
                  </a:moveTo>
                  <a:lnTo>
                    <a:pt x="0" y="103006"/>
                  </a:lnTo>
                  <a:lnTo>
                    <a:pt x="4990" y="103006"/>
                  </a:lnTo>
                  <a:lnTo>
                    <a:pt x="4990" y="100154"/>
                  </a:lnTo>
                  <a:lnTo>
                    <a:pt x="3798" y="100154"/>
                  </a:lnTo>
                  <a:lnTo>
                    <a:pt x="2851" y="992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ED4E2"/>
            </a:solidFill>
            <a:ln>
              <a:noFill/>
            </a:ln>
          </p:spPr>
        </p:sp>
        <p:sp>
          <p:nvSpPr>
            <p:cNvPr id="1485" name="Graph element 395"/>
            <p:cNvSpPr/>
            <p:nvPr/>
          </p:nvSpPr>
          <p:spPr>
            <a:xfrm>
              <a:off x="903885" y="1397172"/>
              <a:ext cx="2851" cy="101580"/>
            </a:xfrm>
            <a:custGeom>
              <a:avLst/>
              <a:gdLst/>
              <a:ahLst/>
              <a:cxnLst/>
              <a:rect l="0" t="0" r="r" b="b"/>
              <a:pathLst>
                <a:path w="2851" h="101580" stroke="0" extrusionOk="0">
                  <a:moveTo>
                    <a:pt x="0" y="101580"/>
                  </a:moveTo>
                  <a:lnTo>
                    <a:pt x="2851" y="101580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01580"/>
                  </a:lnTo>
                  <a:close/>
                </a:path>
              </a:pathLst>
            </a:custGeom>
            <a:solidFill>
              <a:srgbClr val="BED4E2"/>
            </a:solidFill>
            <a:ln>
              <a:noFill/>
            </a:ln>
          </p:spPr>
        </p:sp>
        <p:sp>
          <p:nvSpPr>
            <p:cNvPr id="1486" name="Graph element 396"/>
            <p:cNvSpPr/>
            <p:nvPr/>
          </p:nvSpPr>
          <p:spPr>
            <a:xfrm>
              <a:off x="1247832" y="1856956"/>
              <a:ext cx="2851" cy="1782"/>
            </a:xfrm>
            <a:custGeom>
              <a:avLst/>
              <a:gdLst/>
              <a:ahLst/>
              <a:cxnLst/>
              <a:rect l="0" t="0" r="r" b="b"/>
              <a:pathLst>
                <a:path w="2851" h="1782" stroke="0" extrusionOk="0">
                  <a:moveTo>
                    <a:pt x="0" y="1782"/>
                  </a:moveTo>
                  <a:lnTo>
                    <a:pt x="2851" y="1782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782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487" name="Graph element 397"/>
            <p:cNvSpPr/>
            <p:nvPr/>
          </p:nvSpPr>
          <p:spPr>
            <a:xfrm>
              <a:off x="894975" y="1856956"/>
              <a:ext cx="2851" cy="1782"/>
            </a:xfrm>
            <a:custGeom>
              <a:avLst/>
              <a:gdLst/>
              <a:ahLst/>
              <a:cxnLst/>
              <a:rect l="0" t="0" r="r" b="b"/>
              <a:pathLst>
                <a:path w="2851" h="1782" stroke="0" extrusionOk="0">
                  <a:moveTo>
                    <a:pt x="0" y="1782"/>
                  </a:moveTo>
                  <a:lnTo>
                    <a:pt x="2851" y="1782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782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488" name="Graph element 398"/>
            <p:cNvSpPr/>
            <p:nvPr/>
          </p:nvSpPr>
          <p:spPr>
            <a:xfrm>
              <a:off x="1969229" y="1818106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489" name="Graph element 399"/>
            <p:cNvSpPr/>
            <p:nvPr/>
          </p:nvSpPr>
          <p:spPr>
            <a:xfrm>
              <a:off x="172864" y="1784246"/>
              <a:ext cx="5346" cy="2851"/>
            </a:xfrm>
            <a:custGeom>
              <a:avLst/>
              <a:gdLst/>
              <a:ahLst/>
              <a:cxnLst/>
              <a:rect l="0" t="0" r="r" b="b"/>
              <a:pathLst>
                <a:path w="5346" h="2851" stroke="0" extrusionOk="0">
                  <a:moveTo>
                    <a:pt x="5346" y="2851"/>
                  </a:moveTo>
                  <a:lnTo>
                    <a:pt x="5346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5346" y="2851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490" name="Graph element 400"/>
            <p:cNvSpPr/>
            <p:nvPr/>
          </p:nvSpPr>
          <p:spPr>
            <a:xfrm>
              <a:off x="1940715" y="1762861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491" name="Graph element 401"/>
            <p:cNvSpPr/>
            <p:nvPr/>
          </p:nvSpPr>
          <p:spPr>
            <a:xfrm>
              <a:off x="1732209" y="1720090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492" name="Graph element 402"/>
            <p:cNvSpPr/>
            <p:nvPr/>
          </p:nvSpPr>
          <p:spPr>
            <a:xfrm>
              <a:off x="1710823" y="1718308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493" name="Graph element 403"/>
            <p:cNvSpPr/>
            <p:nvPr/>
          </p:nvSpPr>
          <p:spPr>
            <a:xfrm>
              <a:off x="1682310" y="1716526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494" name="Graph element 404"/>
            <p:cNvSpPr/>
            <p:nvPr/>
          </p:nvSpPr>
          <p:spPr>
            <a:xfrm>
              <a:off x="1675181" y="1716526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495" name="Graph element 405"/>
            <p:cNvSpPr/>
            <p:nvPr/>
          </p:nvSpPr>
          <p:spPr>
            <a:xfrm>
              <a:off x="1611382" y="1709041"/>
              <a:ext cx="2851" cy="3564"/>
            </a:xfrm>
            <a:custGeom>
              <a:avLst/>
              <a:gdLst/>
              <a:ahLst/>
              <a:cxnLst/>
              <a:rect l="0" t="0" r="r" b="b"/>
              <a:pathLst>
                <a:path w="2851" h="3564" stroke="0" extrusionOk="0">
                  <a:moveTo>
                    <a:pt x="0" y="3564"/>
                  </a:moveTo>
                  <a:lnTo>
                    <a:pt x="2851" y="3564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3564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496" name="Graph element 406"/>
            <p:cNvSpPr/>
            <p:nvPr/>
          </p:nvSpPr>
          <p:spPr>
            <a:xfrm>
              <a:off x="1976358" y="1705834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497" name="Graph element 407"/>
            <p:cNvSpPr/>
            <p:nvPr/>
          </p:nvSpPr>
          <p:spPr>
            <a:xfrm>
              <a:off x="1962101" y="1705834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498" name="Graph element 408"/>
            <p:cNvSpPr/>
            <p:nvPr/>
          </p:nvSpPr>
          <p:spPr>
            <a:xfrm>
              <a:off x="1954972" y="1705834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499" name="Graph element 409"/>
            <p:cNvSpPr/>
            <p:nvPr/>
          </p:nvSpPr>
          <p:spPr>
            <a:xfrm>
              <a:off x="1947844" y="1705834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00" name="Graph element 410"/>
            <p:cNvSpPr/>
            <p:nvPr/>
          </p:nvSpPr>
          <p:spPr>
            <a:xfrm>
              <a:off x="1940715" y="1705834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01" name="Graph element 411"/>
            <p:cNvSpPr/>
            <p:nvPr/>
          </p:nvSpPr>
          <p:spPr>
            <a:xfrm>
              <a:off x="1926459" y="1705834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02" name="Graph element 412"/>
            <p:cNvSpPr/>
            <p:nvPr/>
          </p:nvSpPr>
          <p:spPr>
            <a:xfrm>
              <a:off x="1919330" y="1705834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03" name="Graph element 413"/>
            <p:cNvSpPr/>
            <p:nvPr/>
          </p:nvSpPr>
          <p:spPr>
            <a:xfrm>
              <a:off x="1912202" y="1705834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04" name="Graph element 414"/>
            <p:cNvSpPr/>
            <p:nvPr/>
          </p:nvSpPr>
          <p:spPr>
            <a:xfrm>
              <a:off x="1904065" y="1706251"/>
              <a:ext cx="4216" cy="48351"/>
            </a:xfrm>
            <a:custGeom>
              <a:avLst/>
              <a:gdLst/>
              <a:ahLst/>
              <a:cxnLst/>
              <a:rect l="0" t="0" r="r" b="b"/>
              <a:pathLst>
                <a:path w="4216" h="48351" stroke="0" extrusionOk="0">
                  <a:moveTo>
                    <a:pt x="0" y="46335"/>
                  </a:moveTo>
                  <a:lnTo>
                    <a:pt x="2016" y="48351"/>
                  </a:lnTo>
                  <a:lnTo>
                    <a:pt x="4216" y="46151"/>
                  </a:lnTo>
                  <a:lnTo>
                    <a:pt x="4216" y="2200"/>
                  </a:lnTo>
                  <a:lnTo>
                    <a:pt x="2016" y="0"/>
                  </a:lnTo>
                  <a:lnTo>
                    <a:pt x="0" y="2016"/>
                  </a:lnTo>
                  <a:lnTo>
                    <a:pt x="1365" y="3381"/>
                  </a:lnTo>
                  <a:lnTo>
                    <a:pt x="1365" y="44970"/>
                  </a:lnTo>
                  <a:lnTo>
                    <a:pt x="0" y="46335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05" name="Graph element 415"/>
            <p:cNvSpPr/>
            <p:nvPr/>
          </p:nvSpPr>
          <p:spPr>
            <a:xfrm>
              <a:off x="1896937" y="1706251"/>
              <a:ext cx="4216" cy="45561"/>
            </a:xfrm>
            <a:custGeom>
              <a:avLst/>
              <a:gdLst/>
              <a:ahLst/>
              <a:cxnLst/>
              <a:rect l="0" t="0" r="r" b="b"/>
              <a:pathLst>
                <a:path w="4216" h="45561" stroke="0" extrusionOk="0">
                  <a:moveTo>
                    <a:pt x="1365" y="3381"/>
                  </a:moveTo>
                  <a:lnTo>
                    <a:pt x="1365" y="45561"/>
                  </a:lnTo>
                  <a:lnTo>
                    <a:pt x="4216" y="45561"/>
                  </a:lnTo>
                  <a:lnTo>
                    <a:pt x="4216" y="2200"/>
                  </a:lnTo>
                  <a:lnTo>
                    <a:pt x="2016" y="0"/>
                  </a:lnTo>
                  <a:lnTo>
                    <a:pt x="0" y="2016"/>
                  </a:lnTo>
                  <a:lnTo>
                    <a:pt x="1365" y="3381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06" name="Graph element 416"/>
            <p:cNvSpPr/>
            <p:nvPr/>
          </p:nvSpPr>
          <p:spPr>
            <a:xfrm>
              <a:off x="1889808" y="1706251"/>
              <a:ext cx="4216" cy="41997"/>
            </a:xfrm>
            <a:custGeom>
              <a:avLst/>
              <a:gdLst/>
              <a:ahLst/>
              <a:cxnLst/>
              <a:rect l="0" t="0" r="r" b="b"/>
              <a:pathLst>
                <a:path w="4216" h="41997" stroke="0" extrusionOk="0">
                  <a:moveTo>
                    <a:pt x="1365" y="3381"/>
                  </a:moveTo>
                  <a:lnTo>
                    <a:pt x="1365" y="41997"/>
                  </a:lnTo>
                  <a:lnTo>
                    <a:pt x="4216" y="41997"/>
                  </a:lnTo>
                  <a:lnTo>
                    <a:pt x="4216" y="2200"/>
                  </a:lnTo>
                  <a:lnTo>
                    <a:pt x="2016" y="0"/>
                  </a:lnTo>
                  <a:lnTo>
                    <a:pt x="0" y="2016"/>
                  </a:lnTo>
                  <a:lnTo>
                    <a:pt x="1365" y="3381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07" name="Graph element 417"/>
            <p:cNvSpPr/>
            <p:nvPr/>
          </p:nvSpPr>
          <p:spPr>
            <a:xfrm>
              <a:off x="1882680" y="1706251"/>
              <a:ext cx="4216" cy="43005"/>
            </a:xfrm>
            <a:custGeom>
              <a:avLst/>
              <a:gdLst/>
              <a:ahLst/>
              <a:cxnLst/>
              <a:rect l="0" t="0" r="r" b="b"/>
              <a:pathLst>
                <a:path w="4216" h="43005" stroke="0" extrusionOk="0">
                  <a:moveTo>
                    <a:pt x="0" y="40988"/>
                  </a:moveTo>
                  <a:lnTo>
                    <a:pt x="2016" y="43005"/>
                  </a:lnTo>
                  <a:lnTo>
                    <a:pt x="4216" y="40805"/>
                  </a:lnTo>
                  <a:lnTo>
                    <a:pt x="4216" y="2200"/>
                  </a:lnTo>
                  <a:lnTo>
                    <a:pt x="2016" y="0"/>
                  </a:lnTo>
                  <a:lnTo>
                    <a:pt x="0" y="2016"/>
                  </a:lnTo>
                  <a:lnTo>
                    <a:pt x="1365" y="3381"/>
                  </a:lnTo>
                  <a:lnTo>
                    <a:pt x="1365" y="39624"/>
                  </a:lnTo>
                  <a:lnTo>
                    <a:pt x="0" y="40988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08" name="Graph element 418"/>
            <p:cNvSpPr/>
            <p:nvPr/>
          </p:nvSpPr>
          <p:spPr>
            <a:xfrm>
              <a:off x="1875551" y="1706251"/>
              <a:ext cx="4216" cy="38432"/>
            </a:xfrm>
            <a:custGeom>
              <a:avLst/>
              <a:gdLst/>
              <a:ahLst/>
              <a:cxnLst/>
              <a:rect l="0" t="0" r="r" b="b"/>
              <a:pathLst>
                <a:path w="4216" h="38432" stroke="0" extrusionOk="0">
                  <a:moveTo>
                    <a:pt x="1365" y="3381"/>
                  </a:moveTo>
                  <a:lnTo>
                    <a:pt x="1365" y="38432"/>
                  </a:lnTo>
                  <a:lnTo>
                    <a:pt x="4216" y="38432"/>
                  </a:lnTo>
                  <a:lnTo>
                    <a:pt x="4216" y="2200"/>
                  </a:lnTo>
                  <a:lnTo>
                    <a:pt x="2016" y="0"/>
                  </a:lnTo>
                  <a:lnTo>
                    <a:pt x="0" y="2016"/>
                  </a:lnTo>
                  <a:lnTo>
                    <a:pt x="1365" y="3381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09" name="Graph element 419"/>
            <p:cNvSpPr/>
            <p:nvPr/>
          </p:nvSpPr>
          <p:spPr>
            <a:xfrm>
              <a:off x="1868423" y="1706251"/>
              <a:ext cx="4216" cy="38432"/>
            </a:xfrm>
            <a:custGeom>
              <a:avLst/>
              <a:gdLst/>
              <a:ahLst/>
              <a:cxnLst/>
              <a:rect l="0" t="0" r="r" b="b"/>
              <a:pathLst>
                <a:path w="4216" h="38432" stroke="0" extrusionOk="0">
                  <a:moveTo>
                    <a:pt x="1365" y="3381"/>
                  </a:moveTo>
                  <a:lnTo>
                    <a:pt x="1365" y="38432"/>
                  </a:lnTo>
                  <a:lnTo>
                    <a:pt x="4216" y="38432"/>
                  </a:lnTo>
                  <a:lnTo>
                    <a:pt x="4216" y="2200"/>
                  </a:lnTo>
                  <a:lnTo>
                    <a:pt x="2016" y="0"/>
                  </a:lnTo>
                  <a:lnTo>
                    <a:pt x="0" y="2016"/>
                  </a:lnTo>
                  <a:lnTo>
                    <a:pt x="1365" y="3381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10" name="Graph element 420"/>
            <p:cNvSpPr/>
            <p:nvPr/>
          </p:nvSpPr>
          <p:spPr>
            <a:xfrm>
              <a:off x="1861295" y="1706251"/>
              <a:ext cx="4216" cy="36650"/>
            </a:xfrm>
            <a:custGeom>
              <a:avLst/>
              <a:gdLst/>
              <a:ahLst/>
              <a:cxnLst/>
              <a:rect l="0" t="0" r="r" b="b"/>
              <a:pathLst>
                <a:path w="4216" h="36650" stroke="0" extrusionOk="0">
                  <a:moveTo>
                    <a:pt x="1365" y="3381"/>
                  </a:moveTo>
                  <a:lnTo>
                    <a:pt x="1365" y="36650"/>
                  </a:lnTo>
                  <a:lnTo>
                    <a:pt x="4216" y="36650"/>
                  </a:lnTo>
                  <a:lnTo>
                    <a:pt x="4216" y="2200"/>
                  </a:lnTo>
                  <a:lnTo>
                    <a:pt x="2016" y="0"/>
                  </a:lnTo>
                  <a:lnTo>
                    <a:pt x="0" y="2016"/>
                  </a:lnTo>
                  <a:lnTo>
                    <a:pt x="1365" y="3381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11" name="Graph element 421"/>
            <p:cNvSpPr/>
            <p:nvPr/>
          </p:nvSpPr>
          <p:spPr>
            <a:xfrm>
              <a:off x="1854166" y="1706251"/>
              <a:ext cx="4216" cy="34868"/>
            </a:xfrm>
            <a:custGeom>
              <a:avLst/>
              <a:gdLst/>
              <a:ahLst/>
              <a:cxnLst/>
              <a:rect l="0" t="0" r="r" b="b"/>
              <a:pathLst>
                <a:path w="4216" h="34868" stroke="0" extrusionOk="0">
                  <a:moveTo>
                    <a:pt x="1365" y="3381"/>
                  </a:moveTo>
                  <a:lnTo>
                    <a:pt x="1365" y="34868"/>
                  </a:lnTo>
                  <a:lnTo>
                    <a:pt x="4216" y="34868"/>
                  </a:lnTo>
                  <a:lnTo>
                    <a:pt x="4216" y="2200"/>
                  </a:lnTo>
                  <a:lnTo>
                    <a:pt x="2016" y="0"/>
                  </a:lnTo>
                  <a:lnTo>
                    <a:pt x="0" y="2016"/>
                  </a:lnTo>
                  <a:lnTo>
                    <a:pt x="1365" y="3381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12" name="Graph element 422"/>
            <p:cNvSpPr/>
            <p:nvPr/>
          </p:nvSpPr>
          <p:spPr>
            <a:xfrm>
              <a:off x="1809196" y="1706251"/>
              <a:ext cx="4216" cy="23402"/>
            </a:xfrm>
            <a:custGeom>
              <a:avLst/>
              <a:gdLst/>
              <a:ahLst/>
              <a:cxnLst/>
              <a:rect l="0" t="0" r="r" b="b"/>
              <a:pathLst>
                <a:path w="4216" h="23402" stroke="0" extrusionOk="0">
                  <a:moveTo>
                    <a:pt x="0" y="2200"/>
                  </a:moveTo>
                  <a:lnTo>
                    <a:pt x="0" y="21202"/>
                  </a:lnTo>
                  <a:lnTo>
                    <a:pt x="2200" y="23402"/>
                  </a:lnTo>
                  <a:lnTo>
                    <a:pt x="4216" y="21385"/>
                  </a:lnTo>
                  <a:lnTo>
                    <a:pt x="2851" y="20021"/>
                  </a:lnTo>
                  <a:lnTo>
                    <a:pt x="2851" y="3381"/>
                  </a:lnTo>
                  <a:lnTo>
                    <a:pt x="4216" y="2016"/>
                  </a:lnTo>
                  <a:lnTo>
                    <a:pt x="2200" y="0"/>
                  </a:lnTo>
                  <a:lnTo>
                    <a:pt x="0" y="2200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13" name="Graph element 423"/>
            <p:cNvSpPr/>
            <p:nvPr/>
          </p:nvSpPr>
          <p:spPr>
            <a:xfrm>
              <a:off x="1802067" y="1706251"/>
              <a:ext cx="4216" cy="20611"/>
            </a:xfrm>
            <a:custGeom>
              <a:avLst/>
              <a:gdLst/>
              <a:ahLst/>
              <a:cxnLst/>
              <a:rect l="0" t="0" r="r" b="b"/>
              <a:pathLst>
                <a:path w="4216" h="20611" stroke="0" extrusionOk="0">
                  <a:moveTo>
                    <a:pt x="0" y="2200"/>
                  </a:moveTo>
                  <a:lnTo>
                    <a:pt x="0" y="20611"/>
                  </a:lnTo>
                  <a:lnTo>
                    <a:pt x="2851" y="20611"/>
                  </a:lnTo>
                  <a:lnTo>
                    <a:pt x="2851" y="3381"/>
                  </a:lnTo>
                  <a:lnTo>
                    <a:pt x="4216" y="2016"/>
                  </a:lnTo>
                  <a:lnTo>
                    <a:pt x="2200" y="0"/>
                  </a:lnTo>
                  <a:lnTo>
                    <a:pt x="0" y="2200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14" name="Graph element 424"/>
            <p:cNvSpPr/>
            <p:nvPr/>
          </p:nvSpPr>
          <p:spPr>
            <a:xfrm>
              <a:off x="1794939" y="1706251"/>
              <a:ext cx="4216" cy="20611"/>
            </a:xfrm>
            <a:custGeom>
              <a:avLst/>
              <a:gdLst/>
              <a:ahLst/>
              <a:cxnLst/>
              <a:rect l="0" t="0" r="r" b="b"/>
              <a:pathLst>
                <a:path w="4216" h="20611" stroke="0" extrusionOk="0">
                  <a:moveTo>
                    <a:pt x="0" y="2200"/>
                  </a:moveTo>
                  <a:lnTo>
                    <a:pt x="0" y="20611"/>
                  </a:lnTo>
                  <a:lnTo>
                    <a:pt x="2851" y="20611"/>
                  </a:lnTo>
                  <a:lnTo>
                    <a:pt x="2851" y="3381"/>
                  </a:lnTo>
                  <a:lnTo>
                    <a:pt x="4216" y="2016"/>
                  </a:lnTo>
                  <a:lnTo>
                    <a:pt x="2200" y="0"/>
                  </a:lnTo>
                  <a:lnTo>
                    <a:pt x="0" y="2200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15" name="Graph element 425"/>
            <p:cNvSpPr/>
            <p:nvPr/>
          </p:nvSpPr>
          <p:spPr>
            <a:xfrm>
              <a:off x="1787811" y="1705834"/>
              <a:ext cx="6650" cy="19247"/>
            </a:xfrm>
            <a:custGeom>
              <a:avLst/>
              <a:gdLst/>
              <a:ahLst/>
              <a:cxnLst/>
              <a:rect l="0" t="0" r="r" b="b"/>
              <a:pathLst>
                <a:path w="6650" h="19247" stroke="0" extrusionOk="0">
                  <a:moveTo>
                    <a:pt x="0" y="0"/>
                  </a:moveTo>
                  <a:lnTo>
                    <a:pt x="0" y="19247"/>
                  </a:lnTo>
                  <a:lnTo>
                    <a:pt x="2851" y="19247"/>
                  </a:lnTo>
                  <a:lnTo>
                    <a:pt x="2851" y="3798"/>
                  </a:lnTo>
                  <a:lnTo>
                    <a:pt x="66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16" name="Graph element 426"/>
            <p:cNvSpPr/>
            <p:nvPr/>
          </p:nvSpPr>
          <p:spPr>
            <a:xfrm>
              <a:off x="1780682" y="1706251"/>
              <a:ext cx="4216" cy="18829"/>
            </a:xfrm>
            <a:custGeom>
              <a:avLst/>
              <a:gdLst/>
              <a:ahLst/>
              <a:cxnLst/>
              <a:rect l="0" t="0" r="r" b="b"/>
              <a:pathLst>
                <a:path w="4216" h="18829" stroke="0" extrusionOk="0">
                  <a:moveTo>
                    <a:pt x="0" y="2200"/>
                  </a:moveTo>
                  <a:lnTo>
                    <a:pt x="0" y="18829"/>
                  </a:lnTo>
                  <a:lnTo>
                    <a:pt x="2851" y="18829"/>
                  </a:lnTo>
                  <a:lnTo>
                    <a:pt x="2851" y="3381"/>
                  </a:lnTo>
                  <a:lnTo>
                    <a:pt x="4216" y="2016"/>
                  </a:lnTo>
                  <a:lnTo>
                    <a:pt x="2200" y="0"/>
                  </a:lnTo>
                  <a:lnTo>
                    <a:pt x="0" y="2200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17" name="Graph element 427"/>
            <p:cNvSpPr/>
            <p:nvPr/>
          </p:nvSpPr>
          <p:spPr>
            <a:xfrm>
              <a:off x="1773554" y="1706251"/>
              <a:ext cx="4216" cy="17047"/>
            </a:xfrm>
            <a:custGeom>
              <a:avLst/>
              <a:gdLst/>
              <a:ahLst/>
              <a:cxnLst/>
              <a:rect l="0" t="0" r="r" b="b"/>
              <a:pathLst>
                <a:path w="4216" h="17047" stroke="0" extrusionOk="0">
                  <a:moveTo>
                    <a:pt x="0" y="2200"/>
                  </a:moveTo>
                  <a:lnTo>
                    <a:pt x="0" y="17047"/>
                  </a:lnTo>
                  <a:lnTo>
                    <a:pt x="2851" y="17047"/>
                  </a:lnTo>
                  <a:lnTo>
                    <a:pt x="2851" y="3381"/>
                  </a:lnTo>
                  <a:lnTo>
                    <a:pt x="4216" y="2016"/>
                  </a:lnTo>
                  <a:lnTo>
                    <a:pt x="2200" y="0"/>
                  </a:lnTo>
                  <a:lnTo>
                    <a:pt x="0" y="2200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18" name="Graph element 428"/>
            <p:cNvSpPr/>
            <p:nvPr/>
          </p:nvSpPr>
          <p:spPr>
            <a:xfrm>
              <a:off x="1766425" y="1706251"/>
              <a:ext cx="4216" cy="18055"/>
            </a:xfrm>
            <a:custGeom>
              <a:avLst/>
              <a:gdLst/>
              <a:ahLst/>
              <a:cxnLst/>
              <a:rect l="0" t="0" r="r" b="b"/>
              <a:pathLst>
                <a:path w="4216" h="18055" stroke="0" extrusionOk="0">
                  <a:moveTo>
                    <a:pt x="0" y="2200"/>
                  </a:moveTo>
                  <a:lnTo>
                    <a:pt x="0" y="15856"/>
                  </a:lnTo>
                  <a:lnTo>
                    <a:pt x="2200" y="18055"/>
                  </a:lnTo>
                  <a:lnTo>
                    <a:pt x="4216" y="16039"/>
                  </a:lnTo>
                  <a:lnTo>
                    <a:pt x="2851" y="14674"/>
                  </a:lnTo>
                  <a:lnTo>
                    <a:pt x="2851" y="3381"/>
                  </a:lnTo>
                  <a:lnTo>
                    <a:pt x="4216" y="2016"/>
                  </a:lnTo>
                  <a:lnTo>
                    <a:pt x="2200" y="0"/>
                  </a:lnTo>
                  <a:lnTo>
                    <a:pt x="0" y="2200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19" name="Graph element 429"/>
            <p:cNvSpPr/>
            <p:nvPr/>
          </p:nvSpPr>
          <p:spPr>
            <a:xfrm>
              <a:off x="1759297" y="1706251"/>
              <a:ext cx="4216" cy="15265"/>
            </a:xfrm>
            <a:custGeom>
              <a:avLst/>
              <a:gdLst/>
              <a:ahLst/>
              <a:cxnLst/>
              <a:rect l="0" t="0" r="r" b="b"/>
              <a:pathLst>
                <a:path w="4216" h="15265" stroke="0" extrusionOk="0">
                  <a:moveTo>
                    <a:pt x="0" y="2200"/>
                  </a:moveTo>
                  <a:lnTo>
                    <a:pt x="0" y="15265"/>
                  </a:lnTo>
                  <a:lnTo>
                    <a:pt x="2851" y="15265"/>
                  </a:lnTo>
                  <a:lnTo>
                    <a:pt x="2851" y="3381"/>
                  </a:lnTo>
                  <a:lnTo>
                    <a:pt x="4216" y="2016"/>
                  </a:lnTo>
                  <a:lnTo>
                    <a:pt x="2200" y="0"/>
                  </a:lnTo>
                  <a:lnTo>
                    <a:pt x="0" y="2200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20" name="Graph element 430"/>
            <p:cNvSpPr/>
            <p:nvPr/>
          </p:nvSpPr>
          <p:spPr>
            <a:xfrm>
              <a:off x="1752168" y="1706251"/>
              <a:ext cx="4216" cy="15265"/>
            </a:xfrm>
            <a:custGeom>
              <a:avLst/>
              <a:gdLst/>
              <a:ahLst/>
              <a:cxnLst/>
              <a:rect l="0" t="0" r="r" b="b"/>
              <a:pathLst>
                <a:path w="4216" h="15265" stroke="0" extrusionOk="0">
                  <a:moveTo>
                    <a:pt x="0" y="2200"/>
                  </a:moveTo>
                  <a:lnTo>
                    <a:pt x="0" y="15265"/>
                  </a:lnTo>
                  <a:lnTo>
                    <a:pt x="2851" y="15265"/>
                  </a:lnTo>
                  <a:lnTo>
                    <a:pt x="2851" y="3381"/>
                  </a:lnTo>
                  <a:lnTo>
                    <a:pt x="4216" y="2016"/>
                  </a:lnTo>
                  <a:lnTo>
                    <a:pt x="2200" y="0"/>
                  </a:lnTo>
                  <a:lnTo>
                    <a:pt x="0" y="2200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21" name="Graph element 431"/>
            <p:cNvSpPr/>
            <p:nvPr/>
          </p:nvSpPr>
          <p:spPr>
            <a:xfrm>
              <a:off x="1746466" y="1705834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22" name="Graph element 432"/>
            <p:cNvSpPr/>
            <p:nvPr/>
          </p:nvSpPr>
          <p:spPr>
            <a:xfrm>
              <a:off x="1739337" y="1705834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23" name="Graph element 433"/>
            <p:cNvSpPr/>
            <p:nvPr/>
          </p:nvSpPr>
          <p:spPr>
            <a:xfrm>
              <a:off x="1732209" y="1705834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24" name="Graph element 434"/>
            <p:cNvSpPr/>
            <p:nvPr/>
          </p:nvSpPr>
          <p:spPr>
            <a:xfrm>
              <a:off x="1717952" y="1705834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25" name="Graph element 435"/>
            <p:cNvSpPr/>
            <p:nvPr/>
          </p:nvSpPr>
          <p:spPr>
            <a:xfrm>
              <a:off x="1710823" y="1705834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26" name="Graph element 436"/>
            <p:cNvSpPr/>
            <p:nvPr/>
          </p:nvSpPr>
          <p:spPr>
            <a:xfrm>
              <a:off x="1703695" y="1705834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27" name="Graph element 437"/>
            <p:cNvSpPr/>
            <p:nvPr/>
          </p:nvSpPr>
          <p:spPr>
            <a:xfrm>
              <a:off x="1696567" y="1705834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28" name="Graph element 438"/>
            <p:cNvSpPr/>
            <p:nvPr/>
          </p:nvSpPr>
          <p:spPr>
            <a:xfrm>
              <a:off x="1689438" y="1705834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29" name="Graph element 439"/>
            <p:cNvSpPr/>
            <p:nvPr/>
          </p:nvSpPr>
          <p:spPr>
            <a:xfrm>
              <a:off x="1682310" y="1705834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30" name="Graph element 440"/>
            <p:cNvSpPr/>
            <p:nvPr/>
          </p:nvSpPr>
          <p:spPr>
            <a:xfrm>
              <a:off x="1675181" y="1705834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31" name="Graph element 441"/>
            <p:cNvSpPr/>
            <p:nvPr/>
          </p:nvSpPr>
          <p:spPr>
            <a:xfrm>
              <a:off x="1659916" y="1706251"/>
              <a:ext cx="4216" cy="9919"/>
            </a:xfrm>
            <a:custGeom>
              <a:avLst/>
              <a:gdLst/>
              <a:ahLst/>
              <a:cxnLst/>
              <a:rect l="0" t="0" r="r" b="b"/>
              <a:pathLst>
                <a:path w="4216" h="9919" stroke="0" extrusionOk="0">
                  <a:moveTo>
                    <a:pt x="1365" y="3381"/>
                  </a:moveTo>
                  <a:lnTo>
                    <a:pt x="1365" y="9919"/>
                  </a:lnTo>
                  <a:lnTo>
                    <a:pt x="4216" y="9919"/>
                  </a:lnTo>
                  <a:lnTo>
                    <a:pt x="4216" y="2200"/>
                  </a:lnTo>
                  <a:lnTo>
                    <a:pt x="2016" y="0"/>
                  </a:lnTo>
                  <a:lnTo>
                    <a:pt x="0" y="2016"/>
                  </a:lnTo>
                  <a:lnTo>
                    <a:pt x="1365" y="3381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32" name="Graph element 442"/>
            <p:cNvSpPr/>
            <p:nvPr/>
          </p:nvSpPr>
          <p:spPr>
            <a:xfrm>
              <a:off x="1652788" y="1706251"/>
              <a:ext cx="4216" cy="9919"/>
            </a:xfrm>
            <a:custGeom>
              <a:avLst/>
              <a:gdLst/>
              <a:ahLst/>
              <a:cxnLst/>
              <a:rect l="0" t="0" r="r" b="b"/>
              <a:pathLst>
                <a:path w="4216" h="9919" stroke="0" extrusionOk="0">
                  <a:moveTo>
                    <a:pt x="1365" y="3381"/>
                  </a:moveTo>
                  <a:lnTo>
                    <a:pt x="1365" y="9919"/>
                  </a:lnTo>
                  <a:lnTo>
                    <a:pt x="4216" y="9919"/>
                  </a:lnTo>
                  <a:lnTo>
                    <a:pt x="4216" y="2200"/>
                  </a:lnTo>
                  <a:lnTo>
                    <a:pt x="2016" y="0"/>
                  </a:lnTo>
                  <a:lnTo>
                    <a:pt x="0" y="2016"/>
                  </a:lnTo>
                  <a:lnTo>
                    <a:pt x="1365" y="3381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33" name="Graph element 443"/>
            <p:cNvSpPr/>
            <p:nvPr/>
          </p:nvSpPr>
          <p:spPr>
            <a:xfrm>
              <a:off x="1645659" y="1706251"/>
              <a:ext cx="4216" cy="10927"/>
            </a:xfrm>
            <a:custGeom>
              <a:avLst/>
              <a:gdLst/>
              <a:ahLst/>
              <a:cxnLst/>
              <a:rect l="0" t="0" r="r" b="b"/>
              <a:pathLst>
                <a:path w="4216" h="10927" stroke="0" extrusionOk="0">
                  <a:moveTo>
                    <a:pt x="0" y="8911"/>
                  </a:moveTo>
                  <a:lnTo>
                    <a:pt x="2016" y="10927"/>
                  </a:lnTo>
                  <a:lnTo>
                    <a:pt x="4216" y="8727"/>
                  </a:lnTo>
                  <a:lnTo>
                    <a:pt x="4216" y="2200"/>
                  </a:lnTo>
                  <a:lnTo>
                    <a:pt x="2016" y="0"/>
                  </a:lnTo>
                  <a:lnTo>
                    <a:pt x="0" y="2016"/>
                  </a:lnTo>
                  <a:lnTo>
                    <a:pt x="1365" y="3381"/>
                  </a:lnTo>
                  <a:lnTo>
                    <a:pt x="1365" y="7546"/>
                  </a:lnTo>
                  <a:lnTo>
                    <a:pt x="0" y="8911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34" name="Graph element 444"/>
            <p:cNvSpPr/>
            <p:nvPr/>
          </p:nvSpPr>
          <p:spPr>
            <a:xfrm>
              <a:off x="1638531" y="1706251"/>
              <a:ext cx="4216" cy="10927"/>
            </a:xfrm>
            <a:custGeom>
              <a:avLst/>
              <a:gdLst/>
              <a:ahLst/>
              <a:cxnLst/>
              <a:rect l="0" t="0" r="r" b="b"/>
              <a:pathLst>
                <a:path w="4216" h="10927" stroke="0" extrusionOk="0">
                  <a:moveTo>
                    <a:pt x="0" y="8911"/>
                  </a:moveTo>
                  <a:lnTo>
                    <a:pt x="2016" y="10927"/>
                  </a:lnTo>
                  <a:lnTo>
                    <a:pt x="4216" y="8727"/>
                  </a:lnTo>
                  <a:lnTo>
                    <a:pt x="4216" y="2200"/>
                  </a:lnTo>
                  <a:lnTo>
                    <a:pt x="2016" y="0"/>
                  </a:lnTo>
                  <a:lnTo>
                    <a:pt x="0" y="2016"/>
                  </a:lnTo>
                  <a:lnTo>
                    <a:pt x="1365" y="3381"/>
                  </a:lnTo>
                  <a:lnTo>
                    <a:pt x="1365" y="7546"/>
                  </a:lnTo>
                  <a:lnTo>
                    <a:pt x="0" y="8911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35" name="Graph element 445"/>
            <p:cNvSpPr/>
            <p:nvPr/>
          </p:nvSpPr>
          <p:spPr>
            <a:xfrm>
              <a:off x="1631403" y="1706251"/>
              <a:ext cx="4216" cy="9145"/>
            </a:xfrm>
            <a:custGeom>
              <a:avLst/>
              <a:gdLst/>
              <a:ahLst/>
              <a:cxnLst/>
              <a:rect l="0" t="0" r="r" b="b"/>
              <a:pathLst>
                <a:path w="4216" h="9145" stroke="0" extrusionOk="0">
                  <a:moveTo>
                    <a:pt x="0" y="7128"/>
                  </a:moveTo>
                  <a:lnTo>
                    <a:pt x="2016" y="9145"/>
                  </a:lnTo>
                  <a:lnTo>
                    <a:pt x="4216" y="6945"/>
                  </a:lnTo>
                  <a:lnTo>
                    <a:pt x="4216" y="2200"/>
                  </a:lnTo>
                  <a:lnTo>
                    <a:pt x="2016" y="0"/>
                  </a:lnTo>
                  <a:lnTo>
                    <a:pt x="0" y="2016"/>
                  </a:lnTo>
                  <a:lnTo>
                    <a:pt x="1365" y="3381"/>
                  </a:lnTo>
                  <a:lnTo>
                    <a:pt x="1365" y="5764"/>
                  </a:lnTo>
                  <a:lnTo>
                    <a:pt x="0" y="7128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36" name="Graph element 446"/>
            <p:cNvSpPr/>
            <p:nvPr/>
          </p:nvSpPr>
          <p:spPr>
            <a:xfrm>
              <a:off x="1624274" y="1706251"/>
              <a:ext cx="4216" cy="6354"/>
            </a:xfrm>
            <a:custGeom>
              <a:avLst/>
              <a:gdLst/>
              <a:ahLst/>
              <a:cxnLst/>
              <a:rect l="0" t="0" r="r" b="b"/>
              <a:pathLst>
                <a:path w="4216" h="6354" stroke="0" extrusionOk="0">
                  <a:moveTo>
                    <a:pt x="1365" y="3381"/>
                  </a:moveTo>
                  <a:lnTo>
                    <a:pt x="1365" y="6354"/>
                  </a:lnTo>
                  <a:lnTo>
                    <a:pt x="4216" y="6354"/>
                  </a:lnTo>
                  <a:lnTo>
                    <a:pt x="4216" y="2200"/>
                  </a:lnTo>
                  <a:lnTo>
                    <a:pt x="2016" y="0"/>
                  </a:lnTo>
                  <a:lnTo>
                    <a:pt x="0" y="2016"/>
                  </a:lnTo>
                  <a:lnTo>
                    <a:pt x="1365" y="3381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37" name="Graph element 447"/>
            <p:cNvSpPr/>
            <p:nvPr/>
          </p:nvSpPr>
          <p:spPr>
            <a:xfrm>
              <a:off x="1617146" y="1706251"/>
              <a:ext cx="4216" cy="6354"/>
            </a:xfrm>
            <a:custGeom>
              <a:avLst/>
              <a:gdLst/>
              <a:ahLst/>
              <a:cxnLst/>
              <a:rect l="0" t="0" r="r" b="b"/>
              <a:pathLst>
                <a:path w="4216" h="6354" stroke="0" extrusionOk="0">
                  <a:moveTo>
                    <a:pt x="1365" y="3381"/>
                  </a:moveTo>
                  <a:lnTo>
                    <a:pt x="1365" y="6354"/>
                  </a:lnTo>
                  <a:lnTo>
                    <a:pt x="4216" y="6354"/>
                  </a:lnTo>
                  <a:lnTo>
                    <a:pt x="4216" y="2200"/>
                  </a:lnTo>
                  <a:lnTo>
                    <a:pt x="2016" y="0"/>
                  </a:lnTo>
                  <a:lnTo>
                    <a:pt x="0" y="2016"/>
                  </a:lnTo>
                  <a:lnTo>
                    <a:pt x="1365" y="3381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38" name="Graph element 448"/>
            <p:cNvSpPr/>
            <p:nvPr/>
          </p:nvSpPr>
          <p:spPr>
            <a:xfrm>
              <a:off x="1602889" y="1706251"/>
              <a:ext cx="4216" cy="7363"/>
            </a:xfrm>
            <a:custGeom>
              <a:avLst/>
              <a:gdLst/>
              <a:ahLst/>
              <a:cxnLst/>
              <a:rect l="0" t="0" r="r" b="b"/>
              <a:pathLst>
                <a:path w="4216" h="7363" stroke="0" extrusionOk="0">
                  <a:moveTo>
                    <a:pt x="0" y="5346"/>
                  </a:moveTo>
                  <a:lnTo>
                    <a:pt x="2016" y="7363"/>
                  </a:lnTo>
                  <a:lnTo>
                    <a:pt x="4216" y="5163"/>
                  </a:lnTo>
                  <a:lnTo>
                    <a:pt x="4216" y="2200"/>
                  </a:lnTo>
                  <a:lnTo>
                    <a:pt x="2016" y="0"/>
                  </a:lnTo>
                  <a:lnTo>
                    <a:pt x="0" y="2016"/>
                  </a:lnTo>
                  <a:lnTo>
                    <a:pt x="1365" y="3381"/>
                  </a:lnTo>
                  <a:lnTo>
                    <a:pt x="1365" y="3982"/>
                  </a:lnTo>
                  <a:lnTo>
                    <a:pt x="0" y="5346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39" name="Graph element 449"/>
            <p:cNvSpPr/>
            <p:nvPr/>
          </p:nvSpPr>
          <p:spPr>
            <a:xfrm>
              <a:off x="1557919" y="1706251"/>
              <a:ext cx="4216" cy="4572"/>
            </a:xfrm>
            <a:custGeom>
              <a:avLst/>
              <a:gdLst/>
              <a:ahLst/>
              <a:cxnLst/>
              <a:rect l="0" t="0" r="r" b="b"/>
              <a:pathLst>
                <a:path w="4216" h="4572" stroke="0" extrusionOk="0">
                  <a:moveTo>
                    <a:pt x="0" y="2200"/>
                  </a:moveTo>
                  <a:lnTo>
                    <a:pt x="0" y="4572"/>
                  </a:lnTo>
                  <a:lnTo>
                    <a:pt x="2851" y="4572"/>
                  </a:lnTo>
                  <a:lnTo>
                    <a:pt x="2851" y="3381"/>
                  </a:lnTo>
                  <a:lnTo>
                    <a:pt x="4216" y="2016"/>
                  </a:lnTo>
                  <a:lnTo>
                    <a:pt x="2200" y="0"/>
                  </a:lnTo>
                  <a:lnTo>
                    <a:pt x="0" y="2200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40" name="Graph element 450"/>
            <p:cNvSpPr/>
            <p:nvPr/>
          </p:nvSpPr>
          <p:spPr>
            <a:xfrm>
              <a:off x="1550790" y="1706251"/>
              <a:ext cx="4216" cy="4572"/>
            </a:xfrm>
            <a:custGeom>
              <a:avLst/>
              <a:gdLst/>
              <a:ahLst/>
              <a:cxnLst/>
              <a:rect l="0" t="0" r="r" b="b"/>
              <a:pathLst>
                <a:path w="4216" h="4572" stroke="0" extrusionOk="0">
                  <a:moveTo>
                    <a:pt x="0" y="2200"/>
                  </a:moveTo>
                  <a:lnTo>
                    <a:pt x="0" y="4572"/>
                  </a:lnTo>
                  <a:lnTo>
                    <a:pt x="2851" y="4572"/>
                  </a:lnTo>
                  <a:lnTo>
                    <a:pt x="2851" y="3381"/>
                  </a:lnTo>
                  <a:lnTo>
                    <a:pt x="4216" y="2016"/>
                  </a:lnTo>
                  <a:lnTo>
                    <a:pt x="2200" y="0"/>
                  </a:lnTo>
                  <a:lnTo>
                    <a:pt x="0" y="2200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41" name="Graph element 451"/>
            <p:cNvSpPr/>
            <p:nvPr/>
          </p:nvSpPr>
          <p:spPr>
            <a:xfrm>
              <a:off x="1543662" y="1706251"/>
              <a:ext cx="4216" cy="4572"/>
            </a:xfrm>
            <a:custGeom>
              <a:avLst/>
              <a:gdLst/>
              <a:ahLst/>
              <a:cxnLst/>
              <a:rect l="0" t="0" r="r" b="b"/>
              <a:pathLst>
                <a:path w="4216" h="4572" stroke="0" extrusionOk="0">
                  <a:moveTo>
                    <a:pt x="0" y="2200"/>
                  </a:moveTo>
                  <a:lnTo>
                    <a:pt x="0" y="4572"/>
                  </a:lnTo>
                  <a:lnTo>
                    <a:pt x="2851" y="4572"/>
                  </a:lnTo>
                  <a:lnTo>
                    <a:pt x="2851" y="3381"/>
                  </a:lnTo>
                  <a:lnTo>
                    <a:pt x="4216" y="2016"/>
                  </a:lnTo>
                  <a:lnTo>
                    <a:pt x="2200" y="0"/>
                  </a:lnTo>
                  <a:lnTo>
                    <a:pt x="0" y="2200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42" name="Graph element 452"/>
            <p:cNvSpPr/>
            <p:nvPr/>
          </p:nvSpPr>
          <p:spPr>
            <a:xfrm>
              <a:off x="1536533" y="1706251"/>
              <a:ext cx="4216" cy="4572"/>
            </a:xfrm>
            <a:custGeom>
              <a:avLst/>
              <a:gdLst/>
              <a:ahLst/>
              <a:cxnLst/>
              <a:rect l="0" t="0" r="r" b="b"/>
              <a:pathLst>
                <a:path w="4216" h="4572" stroke="0" extrusionOk="0">
                  <a:moveTo>
                    <a:pt x="0" y="2200"/>
                  </a:moveTo>
                  <a:lnTo>
                    <a:pt x="0" y="4572"/>
                  </a:lnTo>
                  <a:lnTo>
                    <a:pt x="2851" y="4572"/>
                  </a:lnTo>
                  <a:lnTo>
                    <a:pt x="2851" y="3381"/>
                  </a:lnTo>
                  <a:lnTo>
                    <a:pt x="4216" y="2016"/>
                  </a:lnTo>
                  <a:lnTo>
                    <a:pt x="2200" y="0"/>
                  </a:lnTo>
                  <a:lnTo>
                    <a:pt x="0" y="2200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43" name="Graph element 453"/>
            <p:cNvSpPr/>
            <p:nvPr/>
          </p:nvSpPr>
          <p:spPr>
            <a:xfrm>
              <a:off x="1529405" y="1706251"/>
              <a:ext cx="4216" cy="4572"/>
            </a:xfrm>
            <a:custGeom>
              <a:avLst/>
              <a:gdLst/>
              <a:ahLst/>
              <a:cxnLst/>
              <a:rect l="0" t="0" r="r" b="b"/>
              <a:pathLst>
                <a:path w="4216" h="4572" stroke="0" extrusionOk="0">
                  <a:moveTo>
                    <a:pt x="0" y="2200"/>
                  </a:moveTo>
                  <a:lnTo>
                    <a:pt x="0" y="4572"/>
                  </a:lnTo>
                  <a:lnTo>
                    <a:pt x="2851" y="4572"/>
                  </a:lnTo>
                  <a:lnTo>
                    <a:pt x="2851" y="3381"/>
                  </a:lnTo>
                  <a:lnTo>
                    <a:pt x="4216" y="2016"/>
                  </a:lnTo>
                  <a:lnTo>
                    <a:pt x="2200" y="0"/>
                  </a:lnTo>
                  <a:lnTo>
                    <a:pt x="0" y="2200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44" name="Graph element 454"/>
            <p:cNvSpPr/>
            <p:nvPr/>
          </p:nvSpPr>
          <p:spPr>
            <a:xfrm>
              <a:off x="1522276" y="1706251"/>
              <a:ext cx="4216" cy="4572"/>
            </a:xfrm>
            <a:custGeom>
              <a:avLst/>
              <a:gdLst/>
              <a:ahLst/>
              <a:cxnLst/>
              <a:rect l="0" t="0" r="r" b="b"/>
              <a:pathLst>
                <a:path w="4216" h="4572" stroke="0" extrusionOk="0">
                  <a:moveTo>
                    <a:pt x="0" y="2200"/>
                  </a:moveTo>
                  <a:lnTo>
                    <a:pt x="0" y="4572"/>
                  </a:lnTo>
                  <a:lnTo>
                    <a:pt x="2851" y="4572"/>
                  </a:lnTo>
                  <a:lnTo>
                    <a:pt x="2851" y="3381"/>
                  </a:lnTo>
                  <a:lnTo>
                    <a:pt x="4216" y="2016"/>
                  </a:lnTo>
                  <a:lnTo>
                    <a:pt x="2200" y="0"/>
                  </a:lnTo>
                  <a:lnTo>
                    <a:pt x="0" y="2200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45" name="Graph element 455"/>
            <p:cNvSpPr/>
            <p:nvPr/>
          </p:nvSpPr>
          <p:spPr>
            <a:xfrm>
              <a:off x="1514557" y="1706251"/>
              <a:ext cx="4806" cy="5580"/>
            </a:xfrm>
            <a:custGeom>
              <a:avLst/>
              <a:gdLst/>
              <a:ahLst/>
              <a:cxnLst/>
              <a:rect l="0" t="0" r="r" b="b"/>
              <a:pathLst>
                <a:path w="4806" h="5580" stroke="0" extrusionOk="0">
                  <a:moveTo>
                    <a:pt x="0" y="2790"/>
                  </a:moveTo>
                  <a:lnTo>
                    <a:pt x="2790" y="5580"/>
                  </a:lnTo>
                  <a:lnTo>
                    <a:pt x="4806" y="3564"/>
                  </a:lnTo>
                  <a:lnTo>
                    <a:pt x="4032" y="2790"/>
                  </a:lnTo>
                  <a:lnTo>
                    <a:pt x="4806" y="2016"/>
                  </a:lnTo>
                  <a:lnTo>
                    <a:pt x="2790" y="0"/>
                  </a:lnTo>
                  <a:lnTo>
                    <a:pt x="0" y="2790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46" name="Graph element 456"/>
            <p:cNvSpPr/>
            <p:nvPr/>
          </p:nvSpPr>
          <p:spPr>
            <a:xfrm>
              <a:off x="1507429" y="1706251"/>
              <a:ext cx="4806" cy="5580"/>
            </a:xfrm>
            <a:custGeom>
              <a:avLst/>
              <a:gdLst/>
              <a:ahLst/>
              <a:cxnLst/>
              <a:rect l="0" t="0" r="r" b="b"/>
              <a:pathLst>
                <a:path w="4806" h="5580" stroke="0" extrusionOk="0">
                  <a:moveTo>
                    <a:pt x="0" y="2790"/>
                  </a:moveTo>
                  <a:lnTo>
                    <a:pt x="2790" y="5580"/>
                  </a:lnTo>
                  <a:lnTo>
                    <a:pt x="4806" y="3564"/>
                  </a:lnTo>
                  <a:lnTo>
                    <a:pt x="4032" y="2790"/>
                  </a:lnTo>
                  <a:lnTo>
                    <a:pt x="4806" y="2016"/>
                  </a:lnTo>
                  <a:lnTo>
                    <a:pt x="2790" y="0"/>
                  </a:lnTo>
                  <a:lnTo>
                    <a:pt x="0" y="2790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47" name="Graph element 457"/>
            <p:cNvSpPr/>
            <p:nvPr/>
          </p:nvSpPr>
          <p:spPr>
            <a:xfrm>
              <a:off x="1501309" y="1706251"/>
              <a:ext cx="3798" cy="3798"/>
            </a:xfrm>
            <a:custGeom>
              <a:avLst/>
              <a:gdLst/>
              <a:ahLst/>
              <a:cxnLst/>
              <a:rect l="0" t="0" r="r" b="b"/>
              <a:pathLst>
                <a:path w="3798" h="3798" stroke="0" extrusionOk="0">
                  <a:moveTo>
                    <a:pt x="0" y="1782"/>
                  </a:moveTo>
                  <a:lnTo>
                    <a:pt x="2016" y="3798"/>
                  </a:lnTo>
                  <a:lnTo>
                    <a:pt x="3798" y="2016"/>
                  </a:lnTo>
                  <a:lnTo>
                    <a:pt x="1782" y="0"/>
                  </a:lnTo>
                  <a:lnTo>
                    <a:pt x="0" y="1782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48" name="Graph element 458"/>
            <p:cNvSpPr/>
            <p:nvPr/>
          </p:nvSpPr>
          <p:spPr>
            <a:xfrm>
              <a:off x="1495188" y="1705834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49" name="Graph element 459"/>
            <p:cNvSpPr/>
            <p:nvPr/>
          </p:nvSpPr>
          <p:spPr>
            <a:xfrm>
              <a:off x="1488060" y="1705834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50" name="Graph element 460"/>
            <p:cNvSpPr/>
            <p:nvPr/>
          </p:nvSpPr>
          <p:spPr>
            <a:xfrm>
              <a:off x="1480932" y="1705834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51" name="Graph element 461"/>
            <p:cNvSpPr/>
            <p:nvPr/>
          </p:nvSpPr>
          <p:spPr>
            <a:xfrm>
              <a:off x="1473803" y="1705834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52" name="Graph element 462"/>
            <p:cNvSpPr/>
            <p:nvPr/>
          </p:nvSpPr>
          <p:spPr>
            <a:xfrm>
              <a:off x="1466675" y="1705834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53" name="Graph element 463"/>
            <p:cNvSpPr/>
            <p:nvPr/>
          </p:nvSpPr>
          <p:spPr>
            <a:xfrm>
              <a:off x="1459546" y="1705834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54" name="Graph element 464"/>
            <p:cNvSpPr/>
            <p:nvPr/>
          </p:nvSpPr>
          <p:spPr>
            <a:xfrm>
              <a:off x="1452418" y="1705834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55" name="Graph element 465"/>
            <p:cNvSpPr/>
            <p:nvPr/>
          </p:nvSpPr>
          <p:spPr>
            <a:xfrm>
              <a:off x="1443864" y="1705834"/>
              <a:ext cx="4633" cy="4633"/>
            </a:xfrm>
            <a:custGeom>
              <a:avLst/>
              <a:gdLst/>
              <a:ahLst/>
              <a:cxnLst/>
              <a:rect l="0" t="0" r="r" b="b"/>
              <a:pathLst>
                <a:path w="4633" h="4633" stroke="0" extrusionOk="0">
                  <a:moveTo>
                    <a:pt x="0" y="0"/>
                  </a:moveTo>
                  <a:lnTo>
                    <a:pt x="0" y="4633"/>
                  </a:lnTo>
                  <a:lnTo>
                    <a:pt x="4633" y="4633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56" name="Graph element 466"/>
            <p:cNvSpPr/>
            <p:nvPr/>
          </p:nvSpPr>
          <p:spPr>
            <a:xfrm>
              <a:off x="1436735" y="1705834"/>
              <a:ext cx="4633" cy="4633"/>
            </a:xfrm>
            <a:custGeom>
              <a:avLst/>
              <a:gdLst/>
              <a:ahLst/>
              <a:cxnLst/>
              <a:rect l="0" t="0" r="r" b="b"/>
              <a:pathLst>
                <a:path w="4633" h="4633" stroke="0" extrusionOk="0">
                  <a:moveTo>
                    <a:pt x="0" y="0"/>
                  </a:moveTo>
                  <a:lnTo>
                    <a:pt x="0" y="4633"/>
                  </a:lnTo>
                  <a:lnTo>
                    <a:pt x="4633" y="4633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57" name="Graph element 467"/>
            <p:cNvSpPr/>
            <p:nvPr/>
          </p:nvSpPr>
          <p:spPr>
            <a:xfrm>
              <a:off x="1431033" y="1705834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58" name="Graph element 468"/>
            <p:cNvSpPr/>
            <p:nvPr/>
          </p:nvSpPr>
          <p:spPr>
            <a:xfrm>
              <a:off x="1423904" y="1705834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59" name="Graph element 469"/>
            <p:cNvSpPr/>
            <p:nvPr/>
          </p:nvSpPr>
          <p:spPr>
            <a:xfrm>
              <a:off x="1416776" y="1705834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60" name="Graph element 470"/>
            <p:cNvSpPr/>
            <p:nvPr/>
          </p:nvSpPr>
          <p:spPr>
            <a:xfrm>
              <a:off x="1251040" y="1704051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61" name="Graph element 471"/>
            <p:cNvSpPr/>
            <p:nvPr/>
          </p:nvSpPr>
          <p:spPr>
            <a:xfrm>
              <a:off x="1243911" y="1704051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62" name="Graph element 472"/>
            <p:cNvSpPr/>
            <p:nvPr/>
          </p:nvSpPr>
          <p:spPr>
            <a:xfrm>
              <a:off x="1236783" y="1704051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63" name="Graph element 473"/>
            <p:cNvSpPr/>
            <p:nvPr/>
          </p:nvSpPr>
          <p:spPr>
            <a:xfrm>
              <a:off x="1229654" y="1704051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64" name="Graph element 474"/>
            <p:cNvSpPr/>
            <p:nvPr/>
          </p:nvSpPr>
          <p:spPr>
            <a:xfrm>
              <a:off x="1150234" y="1702687"/>
              <a:ext cx="3798" cy="3798"/>
            </a:xfrm>
            <a:custGeom>
              <a:avLst/>
              <a:gdLst/>
              <a:ahLst/>
              <a:cxnLst/>
              <a:rect l="0" t="0" r="r" b="b"/>
              <a:pathLst>
                <a:path w="3798" h="3798" stroke="0" extrusionOk="0">
                  <a:moveTo>
                    <a:pt x="1782" y="3798"/>
                  </a:moveTo>
                  <a:lnTo>
                    <a:pt x="3798" y="1782"/>
                  </a:lnTo>
                  <a:lnTo>
                    <a:pt x="2016" y="0"/>
                  </a:lnTo>
                  <a:lnTo>
                    <a:pt x="0" y="2016"/>
                  </a:lnTo>
                  <a:lnTo>
                    <a:pt x="1782" y="3798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65" name="Graph element 475"/>
            <p:cNvSpPr/>
            <p:nvPr/>
          </p:nvSpPr>
          <p:spPr>
            <a:xfrm>
              <a:off x="1143105" y="1702687"/>
              <a:ext cx="3798" cy="3798"/>
            </a:xfrm>
            <a:custGeom>
              <a:avLst/>
              <a:gdLst/>
              <a:ahLst/>
              <a:cxnLst/>
              <a:rect l="0" t="0" r="r" b="b"/>
              <a:pathLst>
                <a:path w="3798" h="3798" stroke="0" extrusionOk="0">
                  <a:moveTo>
                    <a:pt x="1782" y="3798"/>
                  </a:moveTo>
                  <a:lnTo>
                    <a:pt x="3798" y="1782"/>
                  </a:lnTo>
                  <a:lnTo>
                    <a:pt x="2016" y="0"/>
                  </a:lnTo>
                  <a:lnTo>
                    <a:pt x="0" y="2016"/>
                  </a:lnTo>
                  <a:lnTo>
                    <a:pt x="1782" y="3798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66" name="Graph element 476"/>
            <p:cNvSpPr/>
            <p:nvPr/>
          </p:nvSpPr>
          <p:spPr>
            <a:xfrm>
              <a:off x="1135977" y="1702687"/>
              <a:ext cx="3798" cy="3798"/>
            </a:xfrm>
            <a:custGeom>
              <a:avLst/>
              <a:gdLst/>
              <a:ahLst/>
              <a:cxnLst/>
              <a:rect l="0" t="0" r="r" b="b"/>
              <a:pathLst>
                <a:path w="3798" h="3798" stroke="0" extrusionOk="0">
                  <a:moveTo>
                    <a:pt x="1782" y="3798"/>
                  </a:moveTo>
                  <a:lnTo>
                    <a:pt x="3798" y="1782"/>
                  </a:lnTo>
                  <a:lnTo>
                    <a:pt x="2016" y="0"/>
                  </a:lnTo>
                  <a:lnTo>
                    <a:pt x="0" y="2016"/>
                  </a:lnTo>
                  <a:lnTo>
                    <a:pt x="1782" y="3798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67" name="Graph element 477"/>
            <p:cNvSpPr/>
            <p:nvPr/>
          </p:nvSpPr>
          <p:spPr>
            <a:xfrm>
              <a:off x="1128848" y="1702687"/>
              <a:ext cx="3798" cy="3798"/>
            </a:xfrm>
            <a:custGeom>
              <a:avLst/>
              <a:gdLst/>
              <a:ahLst/>
              <a:cxnLst/>
              <a:rect l="0" t="0" r="r" b="b"/>
              <a:pathLst>
                <a:path w="3798" h="3798" stroke="0" extrusionOk="0">
                  <a:moveTo>
                    <a:pt x="1782" y="3798"/>
                  </a:moveTo>
                  <a:lnTo>
                    <a:pt x="3798" y="1782"/>
                  </a:lnTo>
                  <a:lnTo>
                    <a:pt x="2016" y="0"/>
                  </a:lnTo>
                  <a:lnTo>
                    <a:pt x="0" y="2016"/>
                  </a:lnTo>
                  <a:lnTo>
                    <a:pt x="1782" y="3798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68" name="Graph element 478"/>
            <p:cNvSpPr/>
            <p:nvPr/>
          </p:nvSpPr>
          <p:spPr>
            <a:xfrm>
              <a:off x="1123084" y="1703695"/>
              <a:ext cx="2851" cy="1782"/>
            </a:xfrm>
            <a:custGeom>
              <a:avLst/>
              <a:gdLst/>
              <a:ahLst/>
              <a:cxnLst/>
              <a:rect l="0" t="0" r="r" b="b"/>
              <a:pathLst>
                <a:path w="2851" h="1782" stroke="0" extrusionOk="0">
                  <a:moveTo>
                    <a:pt x="0" y="1782"/>
                  </a:moveTo>
                  <a:lnTo>
                    <a:pt x="2851" y="1782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782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69" name="Graph element 479"/>
            <p:cNvSpPr/>
            <p:nvPr/>
          </p:nvSpPr>
          <p:spPr>
            <a:xfrm>
              <a:off x="1115956" y="1703695"/>
              <a:ext cx="2851" cy="1782"/>
            </a:xfrm>
            <a:custGeom>
              <a:avLst/>
              <a:gdLst/>
              <a:ahLst/>
              <a:cxnLst/>
              <a:rect l="0" t="0" r="r" b="b"/>
              <a:pathLst>
                <a:path w="2851" h="1782" stroke="0" extrusionOk="0">
                  <a:moveTo>
                    <a:pt x="0" y="1782"/>
                  </a:moveTo>
                  <a:lnTo>
                    <a:pt x="2851" y="1782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782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70" name="Graph element 480"/>
            <p:cNvSpPr/>
            <p:nvPr/>
          </p:nvSpPr>
          <p:spPr>
            <a:xfrm>
              <a:off x="1108827" y="1703695"/>
              <a:ext cx="2851" cy="1782"/>
            </a:xfrm>
            <a:custGeom>
              <a:avLst/>
              <a:gdLst/>
              <a:ahLst/>
              <a:cxnLst/>
              <a:rect l="0" t="0" r="r" b="b"/>
              <a:pathLst>
                <a:path w="2851" h="1782" stroke="0" extrusionOk="0">
                  <a:moveTo>
                    <a:pt x="0" y="1782"/>
                  </a:moveTo>
                  <a:lnTo>
                    <a:pt x="2851" y="1782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782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71" name="Graph element 481"/>
            <p:cNvSpPr/>
            <p:nvPr/>
          </p:nvSpPr>
          <p:spPr>
            <a:xfrm>
              <a:off x="1101699" y="1703695"/>
              <a:ext cx="2851" cy="1782"/>
            </a:xfrm>
            <a:custGeom>
              <a:avLst/>
              <a:gdLst/>
              <a:ahLst/>
              <a:cxnLst/>
              <a:rect l="0" t="0" r="r" b="b"/>
              <a:pathLst>
                <a:path w="2851" h="1782" stroke="0" extrusionOk="0">
                  <a:moveTo>
                    <a:pt x="0" y="1782"/>
                  </a:moveTo>
                  <a:lnTo>
                    <a:pt x="2851" y="1782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782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72" name="Graph element 482"/>
            <p:cNvSpPr/>
            <p:nvPr/>
          </p:nvSpPr>
          <p:spPr>
            <a:xfrm>
              <a:off x="1055364" y="1701913"/>
              <a:ext cx="2851" cy="3564"/>
            </a:xfrm>
            <a:custGeom>
              <a:avLst/>
              <a:gdLst/>
              <a:ahLst/>
              <a:cxnLst/>
              <a:rect l="0" t="0" r="r" b="b"/>
              <a:pathLst>
                <a:path w="2851" h="3564" stroke="0" extrusionOk="0">
                  <a:moveTo>
                    <a:pt x="0" y="3564"/>
                  </a:moveTo>
                  <a:lnTo>
                    <a:pt x="2851" y="3564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3564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73" name="Graph element 483"/>
            <p:cNvSpPr/>
            <p:nvPr/>
          </p:nvSpPr>
          <p:spPr>
            <a:xfrm>
              <a:off x="1048236" y="1701913"/>
              <a:ext cx="2851" cy="3564"/>
            </a:xfrm>
            <a:custGeom>
              <a:avLst/>
              <a:gdLst/>
              <a:ahLst/>
              <a:cxnLst/>
              <a:rect l="0" t="0" r="r" b="b"/>
              <a:pathLst>
                <a:path w="2851" h="3564" stroke="0" extrusionOk="0">
                  <a:moveTo>
                    <a:pt x="0" y="3564"/>
                  </a:moveTo>
                  <a:lnTo>
                    <a:pt x="2851" y="3564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3564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74" name="Graph element 484"/>
            <p:cNvSpPr/>
            <p:nvPr/>
          </p:nvSpPr>
          <p:spPr>
            <a:xfrm>
              <a:off x="1041107" y="1701913"/>
              <a:ext cx="2851" cy="3564"/>
            </a:xfrm>
            <a:custGeom>
              <a:avLst/>
              <a:gdLst/>
              <a:ahLst/>
              <a:cxnLst/>
              <a:rect l="0" t="0" r="r" b="b"/>
              <a:pathLst>
                <a:path w="2851" h="3564" stroke="0" extrusionOk="0">
                  <a:moveTo>
                    <a:pt x="0" y="3564"/>
                  </a:moveTo>
                  <a:lnTo>
                    <a:pt x="2851" y="3564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3564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75" name="Graph element 485"/>
            <p:cNvSpPr/>
            <p:nvPr/>
          </p:nvSpPr>
          <p:spPr>
            <a:xfrm>
              <a:off x="1033979" y="1701913"/>
              <a:ext cx="2851" cy="3564"/>
            </a:xfrm>
            <a:custGeom>
              <a:avLst/>
              <a:gdLst/>
              <a:ahLst/>
              <a:cxnLst/>
              <a:rect l="0" t="0" r="r" b="b"/>
              <a:pathLst>
                <a:path w="2851" h="3564" stroke="0" extrusionOk="0">
                  <a:moveTo>
                    <a:pt x="0" y="3564"/>
                  </a:moveTo>
                  <a:lnTo>
                    <a:pt x="2851" y="3564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3564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76" name="Graph element 486"/>
            <p:cNvSpPr/>
            <p:nvPr/>
          </p:nvSpPr>
          <p:spPr>
            <a:xfrm>
              <a:off x="1026850" y="1701913"/>
              <a:ext cx="2851" cy="3564"/>
            </a:xfrm>
            <a:custGeom>
              <a:avLst/>
              <a:gdLst/>
              <a:ahLst/>
              <a:cxnLst/>
              <a:rect l="0" t="0" r="r" b="b"/>
              <a:pathLst>
                <a:path w="2851" h="3564" stroke="0" extrusionOk="0">
                  <a:moveTo>
                    <a:pt x="0" y="3564"/>
                  </a:moveTo>
                  <a:lnTo>
                    <a:pt x="2851" y="3564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3564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77" name="Graph element 487"/>
            <p:cNvSpPr/>
            <p:nvPr/>
          </p:nvSpPr>
          <p:spPr>
            <a:xfrm>
              <a:off x="1019722" y="1701913"/>
              <a:ext cx="2851" cy="3564"/>
            </a:xfrm>
            <a:custGeom>
              <a:avLst/>
              <a:gdLst/>
              <a:ahLst/>
              <a:cxnLst/>
              <a:rect l="0" t="0" r="r" b="b"/>
              <a:pathLst>
                <a:path w="2851" h="3564" stroke="0" extrusionOk="0">
                  <a:moveTo>
                    <a:pt x="0" y="3564"/>
                  </a:moveTo>
                  <a:lnTo>
                    <a:pt x="2851" y="3564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3564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78" name="Graph element 488"/>
            <p:cNvSpPr/>
            <p:nvPr/>
          </p:nvSpPr>
          <p:spPr>
            <a:xfrm>
              <a:off x="1012594" y="1701913"/>
              <a:ext cx="2851" cy="3564"/>
            </a:xfrm>
            <a:custGeom>
              <a:avLst/>
              <a:gdLst/>
              <a:ahLst/>
              <a:cxnLst/>
              <a:rect l="0" t="0" r="r" b="b"/>
              <a:pathLst>
                <a:path w="2851" h="3564" stroke="0" extrusionOk="0">
                  <a:moveTo>
                    <a:pt x="0" y="3564"/>
                  </a:moveTo>
                  <a:lnTo>
                    <a:pt x="2851" y="3564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3564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79" name="Graph element 489"/>
            <p:cNvSpPr/>
            <p:nvPr/>
          </p:nvSpPr>
          <p:spPr>
            <a:xfrm>
              <a:off x="1005465" y="1701913"/>
              <a:ext cx="2851" cy="3564"/>
            </a:xfrm>
            <a:custGeom>
              <a:avLst/>
              <a:gdLst/>
              <a:ahLst/>
              <a:cxnLst/>
              <a:rect l="0" t="0" r="r" b="b"/>
              <a:pathLst>
                <a:path w="2851" h="3564" stroke="0" extrusionOk="0">
                  <a:moveTo>
                    <a:pt x="0" y="3564"/>
                  </a:moveTo>
                  <a:lnTo>
                    <a:pt x="2851" y="3564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3564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80" name="Graph element 490"/>
            <p:cNvSpPr/>
            <p:nvPr/>
          </p:nvSpPr>
          <p:spPr>
            <a:xfrm>
              <a:off x="998337" y="1701913"/>
              <a:ext cx="2851" cy="3564"/>
            </a:xfrm>
            <a:custGeom>
              <a:avLst/>
              <a:gdLst/>
              <a:ahLst/>
              <a:cxnLst/>
              <a:rect l="0" t="0" r="r" b="b"/>
              <a:pathLst>
                <a:path w="2851" h="3564" stroke="0" extrusionOk="0">
                  <a:moveTo>
                    <a:pt x="0" y="3564"/>
                  </a:moveTo>
                  <a:lnTo>
                    <a:pt x="2851" y="3564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3564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81" name="Graph element 491"/>
            <p:cNvSpPr/>
            <p:nvPr/>
          </p:nvSpPr>
          <p:spPr>
            <a:xfrm>
              <a:off x="964120" y="1698705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82" name="Graph element 492"/>
            <p:cNvSpPr/>
            <p:nvPr/>
          </p:nvSpPr>
          <p:spPr>
            <a:xfrm>
              <a:off x="956992" y="1698705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83" name="Graph element 493"/>
            <p:cNvSpPr/>
            <p:nvPr/>
          </p:nvSpPr>
          <p:spPr>
            <a:xfrm>
              <a:off x="949863" y="1698705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84" name="Graph element 494"/>
            <p:cNvSpPr/>
            <p:nvPr/>
          </p:nvSpPr>
          <p:spPr>
            <a:xfrm>
              <a:off x="942735" y="1698705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85" name="Graph element 495"/>
            <p:cNvSpPr/>
            <p:nvPr/>
          </p:nvSpPr>
          <p:spPr>
            <a:xfrm>
              <a:off x="907449" y="1700131"/>
              <a:ext cx="2851" cy="5346"/>
            </a:xfrm>
            <a:custGeom>
              <a:avLst/>
              <a:gdLst/>
              <a:ahLst/>
              <a:cxnLst/>
              <a:rect l="0" t="0" r="r" b="b"/>
              <a:pathLst>
                <a:path w="2851" h="5346" stroke="0" extrusionOk="0">
                  <a:moveTo>
                    <a:pt x="0" y="5346"/>
                  </a:moveTo>
                  <a:lnTo>
                    <a:pt x="2851" y="5346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5346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86" name="Graph element 496"/>
            <p:cNvSpPr/>
            <p:nvPr/>
          </p:nvSpPr>
          <p:spPr>
            <a:xfrm>
              <a:off x="900321" y="1700131"/>
              <a:ext cx="2851" cy="5346"/>
            </a:xfrm>
            <a:custGeom>
              <a:avLst/>
              <a:gdLst/>
              <a:ahLst/>
              <a:cxnLst/>
              <a:rect l="0" t="0" r="r" b="b"/>
              <a:pathLst>
                <a:path w="2851" h="5346" stroke="0" extrusionOk="0">
                  <a:moveTo>
                    <a:pt x="0" y="5346"/>
                  </a:moveTo>
                  <a:lnTo>
                    <a:pt x="2851" y="5346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5346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87" name="Graph element 497"/>
            <p:cNvSpPr/>
            <p:nvPr/>
          </p:nvSpPr>
          <p:spPr>
            <a:xfrm>
              <a:off x="893192" y="1700131"/>
              <a:ext cx="2851" cy="5346"/>
            </a:xfrm>
            <a:custGeom>
              <a:avLst/>
              <a:gdLst/>
              <a:ahLst/>
              <a:cxnLst/>
              <a:rect l="0" t="0" r="r" b="b"/>
              <a:pathLst>
                <a:path w="2851" h="5346" stroke="0" extrusionOk="0">
                  <a:moveTo>
                    <a:pt x="0" y="5346"/>
                  </a:moveTo>
                  <a:lnTo>
                    <a:pt x="2851" y="5346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5346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88" name="Graph element 498"/>
            <p:cNvSpPr/>
            <p:nvPr/>
          </p:nvSpPr>
          <p:spPr>
            <a:xfrm>
              <a:off x="886064" y="1700131"/>
              <a:ext cx="2851" cy="5346"/>
            </a:xfrm>
            <a:custGeom>
              <a:avLst/>
              <a:gdLst/>
              <a:ahLst/>
              <a:cxnLst/>
              <a:rect l="0" t="0" r="r" b="b"/>
              <a:pathLst>
                <a:path w="2851" h="5346" stroke="0" extrusionOk="0">
                  <a:moveTo>
                    <a:pt x="0" y="5346"/>
                  </a:moveTo>
                  <a:lnTo>
                    <a:pt x="2851" y="5346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5346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89" name="Graph element 499"/>
            <p:cNvSpPr/>
            <p:nvPr/>
          </p:nvSpPr>
          <p:spPr>
            <a:xfrm>
              <a:off x="877571" y="1697341"/>
              <a:ext cx="4216" cy="8137"/>
            </a:xfrm>
            <a:custGeom>
              <a:avLst/>
              <a:gdLst/>
              <a:ahLst/>
              <a:cxnLst/>
              <a:rect l="0" t="0" r="r" b="b"/>
              <a:pathLst>
                <a:path w="4216" h="8137" stroke="0" extrusionOk="0">
                  <a:moveTo>
                    <a:pt x="1365" y="3381"/>
                  </a:moveTo>
                  <a:lnTo>
                    <a:pt x="1365" y="8137"/>
                  </a:lnTo>
                  <a:lnTo>
                    <a:pt x="4216" y="8137"/>
                  </a:lnTo>
                  <a:lnTo>
                    <a:pt x="4216" y="2200"/>
                  </a:lnTo>
                  <a:lnTo>
                    <a:pt x="2016" y="0"/>
                  </a:lnTo>
                  <a:lnTo>
                    <a:pt x="0" y="2016"/>
                  </a:lnTo>
                  <a:lnTo>
                    <a:pt x="1365" y="3381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90" name="Graph element 500"/>
            <p:cNvSpPr/>
            <p:nvPr/>
          </p:nvSpPr>
          <p:spPr>
            <a:xfrm>
              <a:off x="870443" y="1697341"/>
              <a:ext cx="4216" cy="8137"/>
            </a:xfrm>
            <a:custGeom>
              <a:avLst/>
              <a:gdLst/>
              <a:ahLst/>
              <a:cxnLst/>
              <a:rect l="0" t="0" r="r" b="b"/>
              <a:pathLst>
                <a:path w="4216" h="8137" stroke="0" extrusionOk="0">
                  <a:moveTo>
                    <a:pt x="1365" y="3381"/>
                  </a:moveTo>
                  <a:lnTo>
                    <a:pt x="1365" y="8137"/>
                  </a:lnTo>
                  <a:lnTo>
                    <a:pt x="4216" y="8137"/>
                  </a:lnTo>
                  <a:lnTo>
                    <a:pt x="4216" y="2200"/>
                  </a:lnTo>
                  <a:lnTo>
                    <a:pt x="2016" y="0"/>
                  </a:lnTo>
                  <a:lnTo>
                    <a:pt x="0" y="2016"/>
                  </a:lnTo>
                  <a:lnTo>
                    <a:pt x="1365" y="3381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91" name="Graph element 501"/>
            <p:cNvSpPr/>
            <p:nvPr/>
          </p:nvSpPr>
          <p:spPr>
            <a:xfrm>
              <a:off x="863314" y="1697341"/>
              <a:ext cx="4216" cy="8137"/>
            </a:xfrm>
            <a:custGeom>
              <a:avLst/>
              <a:gdLst/>
              <a:ahLst/>
              <a:cxnLst/>
              <a:rect l="0" t="0" r="r" b="b"/>
              <a:pathLst>
                <a:path w="4216" h="8137" stroke="0" extrusionOk="0">
                  <a:moveTo>
                    <a:pt x="1365" y="3381"/>
                  </a:moveTo>
                  <a:lnTo>
                    <a:pt x="1365" y="8137"/>
                  </a:lnTo>
                  <a:lnTo>
                    <a:pt x="4216" y="8137"/>
                  </a:lnTo>
                  <a:lnTo>
                    <a:pt x="4216" y="2200"/>
                  </a:lnTo>
                  <a:lnTo>
                    <a:pt x="2016" y="0"/>
                  </a:lnTo>
                  <a:lnTo>
                    <a:pt x="0" y="2016"/>
                  </a:lnTo>
                  <a:lnTo>
                    <a:pt x="1365" y="3381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92" name="Graph element 502"/>
            <p:cNvSpPr/>
            <p:nvPr/>
          </p:nvSpPr>
          <p:spPr>
            <a:xfrm>
              <a:off x="856186" y="1697341"/>
              <a:ext cx="4216" cy="8137"/>
            </a:xfrm>
            <a:custGeom>
              <a:avLst/>
              <a:gdLst/>
              <a:ahLst/>
              <a:cxnLst/>
              <a:rect l="0" t="0" r="r" b="b"/>
              <a:pathLst>
                <a:path w="4216" h="8137" stroke="0" extrusionOk="0">
                  <a:moveTo>
                    <a:pt x="1365" y="3381"/>
                  </a:moveTo>
                  <a:lnTo>
                    <a:pt x="1365" y="8137"/>
                  </a:lnTo>
                  <a:lnTo>
                    <a:pt x="4216" y="8137"/>
                  </a:lnTo>
                  <a:lnTo>
                    <a:pt x="4216" y="2200"/>
                  </a:lnTo>
                  <a:lnTo>
                    <a:pt x="2016" y="0"/>
                  </a:lnTo>
                  <a:lnTo>
                    <a:pt x="0" y="2016"/>
                  </a:lnTo>
                  <a:lnTo>
                    <a:pt x="1365" y="3381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93" name="Graph element 503"/>
            <p:cNvSpPr/>
            <p:nvPr/>
          </p:nvSpPr>
          <p:spPr>
            <a:xfrm>
              <a:off x="849057" y="1697341"/>
              <a:ext cx="4216" cy="8137"/>
            </a:xfrm>
            <a:custGeom>
              <a:avLst/>
              <a:gdLst/>
              <a:ahLst/>
              <a:cxnLst/>
              <a:rect l="0" t="0" r="r" b="b"/>
              <a:pathLst>
                <a:path w="4216" h="8137" stroke="0" extrusionOk="0">
                  <a:moveTo>
                    <a:pt x="1365" y="3381"/>
                  </a:moveTo>
                  <a:lnTo>
                    <a:pt x="1365" y="8137"/>
                  </a:lnTo>
                  <a:lnTo>
                    <a:pt x="4216" y="8137"/>
                  </a:lnTo>
                  <a:lnTo>
                    <a:pt x="4216" y="2200"/>
                  </a:lnTo>
                  <a:lnTo>
                    <a:pt x="2016" y="0"/>
                  </a:lnTo>
                  <a:lnTo>
                    <a:pt x="0" y="2016"/>
                  </a:lnTo>
                  <a:lnTo>
                    <a:pt x="1365" y="3381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94" name="Graph element 504"/>
            <p:cNvSpPr/>
            <p:nvPr/>
          </p:nvSpPr>
          <p:spPr>
            <a:xfrm>
              <a:off x="804087" y="1698349"/>
              <a:ext cx="2851" cy="7128"/>
            </a:xfrm>
            <a:custGeom>
              <a:avLst/>
              <a:gdLst/>
              <a:ahLst/>
              <a:cxnLst/>
              <a:rect l="0" t="0" r="r" b="b"/>
              <a:pathLst>
                <a:path w="2851" h="7128" stroke="0" extrusionOk="0">
                  <a:moveTo>
                    <a:pt x="0" y="7128"/>
                  </a:moveTo>
                  <a:lnTo>
                    <a:pt x="2851" y="7128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7128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95" name="Graph element 505"/>
            <p:cNvSpPr/>
            <p:nvPr/>
          </p:nvSpPr>
          <p:spPr>
            <a:xfrm>
              <a:off x="796959" y="1698349"/>
              <a:ext cx="2851" cy="7128"/>
            </a:xfrm>
            <a:custGeom>
              <a:avLst/>
              <a:gdLst/>
              <a:ahLst/>
              <a:cxnLst/>
              <a:rect l="0" t="0" r="r" b="b"/>
              <a:pathLst>
                <a:path w="2851" h="7128" stroke="0" extrusionOk="0">
                  <a:moveTo>
                    <a:pt x="0" y="7128"/>
                  </a:moveTo>
                  <a:lnTo>
                    <a:pt x="2851" y="7128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7128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96" name="Graph element 506"/>
            <p:cNvSpPr/>
            <p:nvPr/>
          </p:nvSpPr>
          <p:spPr>
            <a:xfrm>
              <a:off x="789830" y="1698349"/>
              <a:ext cx="2851" cy="7128"/>
            </a:xfrm>
            <a:custGeom>
              <a:avLst/>
              <a:gdLst/>
              <a:ahLst/>
              <a:cxnLst/>
              <a:rect l="0" t="0" r="r" b="b"/>
              <a:pathLst>
                <a:path w="2851" h="7128" stroke="0" extrusionOk="0">
                  <a:moveTo>
                    <a:pt x="0" y="7128"/>
                  </a:moveTo>
                  <a:lnTo>
                    <a:pt x="2851" y="7128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7128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97" name="Graph element 507"/>
            <p:cNvSpPr/>
            <p:nvPr/>
          </p:nvSpPr>
          <p:spPr>
            <a:xfrm>
              <a:off x="782702" y="1698349"/>
              <a:ext cx="2851" cy="7128"/>
            </a:xfrm>
            <a:custGeom>
              <a:avLst/>
              <a:gdLst/>
              <a:ahLst/>
              <a:cxnLst/>
              <a:rect l="0" t="0" r="r" b="b"/>
              <a:pathLst>
                <a:path w="2851" h="7128" stroke="0" extrusionOk="0">
                  <a:moveTo>
                    <a:pt x="0" y="7128"/>
                  </a:moveTo>
                  <a:lnTo>
                    <a:pt x="2851" y="7128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7128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98" name="Graph element 508"/>
            <p:cNvSpPr/>
            <p:nvPr/>
          </p:nvSpPr>
          <p:spPr>
            <a:xfrm>
              <a:off x="775573" y="1698349"/>
              <a:ext cx="2851" cy="7128"/>
            </a:xfrm>
            <a:custGeom>
              <a:avLst/>
              <a:gdLst/>
              <a:ahLst/>
              <a:cxnLst/>
              <a:rect l="0" t="0" r="r" b="b"/>
              <a:pathLst>
                <a:path w="2851" h="7128" stroke="0" extrusionOk="0">
                  <a:moveTo>
                    <a:pt x="0" y="7128"/>
                  </a:moveTo>
                  <a:lnTo>
                    <a:pt x="2851" y="7128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7128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599" name="Graph element 509"/>
            <p:cNvSpPr/>
            <p:nvPr/>
          </p:nvSpPr>
          <p:spPr>
            <a:xfrm>
              <a:off x="768445" y="1698349"/>
              <a:ext cx="2851" cy="7128"/>
            </a:xfrm>
            <a:custGeom>
              <a:avLst/>
              <a:gdLst/>
              <a:ahLst/>
              <a:cxnLst/>
              <a:rect l="0" t="0" r="r" b="b"/>
              <a:pathLst>
                <a:path w="2851" h="7128" stroke="0" extrusionOk="0">
                  <a:moveTo>
                    <a:pt x="0" y="7128"/>
                  </a:moveTo>
                  <a:lnTo>
                    <a:pt x="2851" y="7128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7128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600" name="Graph element 510"/>
            <p:cNvSpPr/>
            <p:nvPr/>
          </p:nvSpPr>
          <p:spPr>
            <a:xfrm>
              <a:off x="761316" y="1698349"/>
              <a:ext cx="2851" cy="7128"/>
            </a:xfrm>
            <a:custGeom>
              <a:avLst/>
              <a:gdLst/>
              <a:ahLst/>
              <a:cxnLst/>
              <a:rect l="0" t="0" r="r" b="b"/>
              <a:pathLst>
                <a:path w="2851" h="7128" stroke="0" extrusionOk="0">
                  <a:moveTo>
                    <a:pt x="0" y="7128"/>
                  </a:moveTo>
                  <a:lnTo>
                    <a:pt x="2851" y="7128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7128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601" name="Graph element 511"/>
            <p:cNvSpPr/>
            <p:nvPr/>
          </p:nvSpPr>
          <p:spPr>
            <a:xfrm>
              <a:off x="754188" y="1698349"/>
              <a:ext cx="2851" cy="7128"/>
            </a:xfrm>
            <a:custGeom>
              <a:avLst/>
              <a:gdLst/>
              <a:ahLst/>
              <a:cxnLst/>
              <a:rect l="0" t="0" r="r" b="b"/>
              <a:pathLst>
                <a:path w="2851" h="7128" stroke="0" extrusionOk="0">
                  <a:moveTo>
                    <a:pt x="0" y="7128"/>
                  </a:moveTo>
                  <a:lnTo>
                    <a:pt x="2851" y="7128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7128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602" name="Graph element 512"/>
            <p:cNvSpPr/>
            <p:nvPr/>
          </p:nvSpPr>
          <p:spPr>
            <a:xfrm>
              <a:off x="747060" y="1698349"/>
              <a:ext cx="2851" cy="7128"/>
            </a:xfrm>
            <a:custGeom>
              <a:avLst/>
              <a:gdLst/>
              <a:ahLst/>
              <a:cxnLst/>
              <a:rect l="0" t="0" r="r" b="b"/>
              <a:pathLst>
                <a:path w="2851" h="7128" stroke="0" extrusionOk="0">
                  <a:moveTo>
                    <a:pt x="0" y="7128"/>
                  </a:moveTo>
                  <a:lnTo>
                    <a:pt x="2851" y="7128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7128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603" name="Graph element 513"/>
            <p:cNvSpPr/>
            <p:nvPr/>
          </p:nvSpPr>
          <p:spPr>
            <a:xfrm>
              <a:off x="741357" y="1695141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604" name="Graph element 514"/>
            <p:cNvSpPr/>
            <p:nvPr/>
          </p:nvSpPr>
          <p:spPr>
            <a:xfrm>
              <a:off x="705715" y="1693359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605" name="Graph element 515"/>
            <p:cNvSpPr/>
            <p:nvPr/>
          </p:nvSpPr>
          <p:spPr>
            <a:xfrm>
              <a:off x="698586" y="1693359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606" name="Graph element 516"/>
            <p:cNvSpPr/>
            <p:nvPr/>
          </p:nvSpPr>
          <p:spPr>
            <a:xfrm>
              <a:off x="691458" y="1693359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607" name="Graph element 517"/>
            <p:cNvSpPr/>
            <p:nvPr/>
          </p:nvSpPr>
          <p:spPr>
            <a:xfrm>
              <a:off x="684329" y="1693359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608" name="Graph element 518"/>
            <p:cNvSpPr/>
            <p:nvPr/>
          </p:nvSpPr>
          <p:spPr>
            <a:xfrm>
              <a:off x="656172" y="1694784"/>
              <a:ext cx="2851" cy="10693"/>
            </a:xfrm>
            <a:custGeom>
              <a:avLst/>
              <a:gdLst/>
              <a:ahLst/>
              <a:cxnLst/>
              <a:rect l="0" t="0" r="r" b="b"/>
              <a:pathLst>
                <a:path w="2851" h="10693" stroke="0" extrusionOk="0">
                  <a:moveTo>
                    <a:pt x="0" y="10693"/>
                  </a:moveTo>
                  <a:lnTo>
                    <a:pt x="2851" y="10693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0693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609" name="Graph element 519"/>
            <p:cNvSpPr/>
            <p:nvPr/>
          </p:nvSpPr>
          <p:spPr>
            <a:xfrm>
              <a:off x="649044" y="1694784"/>
              <a:ext cx="2851" cy="10693"/>
            </a:xfrm>
            <a:custGeom>
              <a:avLst/>
              <a:gdLst/>
              <a:ahLst/>
              <a:cxnLst/>
              <a:rect l="0" t="0" r="r" b="b"/>
              <a:pathLst>
                <a:path w="2851" h="10693" stroke="0" extrusionOk="0">
                  <a:moveTo>
                    <a:pt x="0" y="10693"/>
                  </a:moveTo>
                  <a:lnTo>
                    <a:pt x="2851" y="10693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0693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610" name="Graph element 520"/>
            <p:cNvSpPr/>
            <p:nvPr/>
          </p:nvSpPr>
          <p:spPr>
            <a:xfrm>
              <a:off x="641915" y="1694784"/>
              <a:ext cx="2851" cy="10693"/>
            </a:xfrm>
            <a:custGeom>
              <a:avLst/>
              <a:gdLst/>
              <a:ahLst/>
              <a:cxnLst/>
              <a:rect l="0" t="0" r="r" b="b"/>
              <a:pathLst>
                <a:path w="2851" h="10693" stroke="0" extrusionOk="0">
                  <a:moveTo>
                    <a:pt x="0" y="10693"/>
                  </a:moveTo>
                  <a:lnTo>
                    <a:pt x="2851" y="10693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0693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611" name="Graph element 521"/>
            <p:cNvSpPr/>
            <p:nvPr/>
          </p:nvSpPr>
          <p:spPr>
            <a:xfrm>
              <a:off x="634787" y="1694784"/>
              <a:ext cx="2851" cy="10693"/>
            </a:xfrm>
            <a:custGeom>
              <a:avLst/>
              <a:gdLst/>
              <a:ahLst/>
              <a:cxnLst/>
              <a:rect l="0" t="0" r="r" b="b"/>
              <a:pathLst>
                <a:path w="2851" h="10693" stroke="0" extrusionOk="0">
                  <a:moveTo>
                    <a:pt x="0" y="10693"/>
                  </a:moveTo>
                  <a:lnTo>
                    <a:pt x="2851" y="10693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0693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612" name="Graph element 522"/>
            <p:cNvSpPr/>
            <p:nvPr/>
          </p:nvSpPr>
          <p:spPr>
            <a:xfrm>
              <a:off x="627658" y="1694784"/>
              <a:ext cx="2851" cy="10693"/>
            </a:xfrm>
            <a:custGeom>
              <a:avLst/>
              <a:gdLst/>
              <a:ahLst/>
              <a:cxnLst/>
              <a:rect l="0" t="0" r="r" b="b"/>
              <a:pathLst>
                <a:path w="2851" h="10693" stroke="0" extrusionOk="0">
                  <a:moveTo>
                    <a:pt x="0" y="10693"/>
                  </a:moveTo>
                  <a:lnTo>
                    <a:pt x="2851" y="10693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0693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613" name="Graph element 523"/>
            <p:cNvSpPr/>
            <p:nvPr/>
          </p:nvSpPr>
          <p:spPr>
            <a:xfrm>
              <a:off x="620530" y="1694784"/>
              <a:ext cx="2851" cy="10693"/>
            </a:xfrm>
            <a:custGeom>
              <a:avLst/>
              <a:gdLst/>
              <a:ahLst/>
              <a:cxnLst/>
              <a:rect l="0" t="0" r="r" b="b"/>
              <a:pathLst>
                <a:path w="2851" h="10693" stroke="0" extrusionOk="0">
                  <a:moveTo>
                    <a:pt x="0" y="10693"/>
                  </a:moveTo>
                  <a:lnTo>
                    <a:pt x="2851" y="10693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0693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614" name="Graph element 524"/>
            <p:cNvSpPr/>
            <p:nvPr/>
          </p:nvSpPr>
          <p:spPr>
            <a:xfrm>
              <a:off x="613401" y="1694784"/>
              <a:ext cx="2851" cy="10693"/>
            </a:xfrm>
            <a:custGeom>
              <a:avLst/>
              <a:gdLst/>
              <a:ahLst/>
              <a:cxnLst/>
              <a:rect l="0" t="0" r="r" b="b"/>
              <a:pathLst>
                <a:path w="2851" h="10693" stroke="0" extrusionOk="0">
                  <a:moveTo>
                    <a:pt x="0" y="10693"/>
                  </a:moveTo>
                  <a:lnTo>
                    <a:pt x="2851" y="10693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0693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615" name="Graph element 525"/>
            <p:cNvSpPr/>
            <p:nvPr/>
          </p:nvSpPr>
          <p:spPr>
            <a:xfrm>
              <a:off x="606273" y="1694784"/>
              <a:ext cx="2851" cy="10693"/>
            </a:xfrm>
            <a:custGeom>
              <a:avLst/>
              <a:gdLst/>
              <a:ahLst/>
              <a:cxnLst/>
              <a:rect l="0" t="0" r="r" b="b"/>
              <a:pathLst>
                <a:path w="2851" h="10693" stroke="0" extrusionOk="0">
                  <a:moveTo>
                    <a:pt x="0" y="10693"/>
                  </a:moveTo>
                  <a:lnTo>
                    <a:pt x="2851" y="10693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0693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616" name="Graph element 526"/>
            <p:cNvSpPr/>
            <p:nvPr/>
          </p:nvSpPr>
          <p:spPr>
            <a:xfrm>
              <a:off x="552810" y="1693002"/>
              <a:ext cx="2851" cy="12475"/>
            </a:xfrm>
            <a:custGeom>
              <a:avLst/>
              <a:gdLst/>
              <a:ahLst/>
              <a:cxnLst/>
              <a:rect l="0" t="0" r="r" b="b"/>
              <a:pathLst>
                <a:path w="2851" h="12475" stroke="0" extrusionOk="0">
                  <a:moveTo>
                    <a:pt x="0" y="12475"/>
                  </a:moveTo>
                  <a:lnTo>
                    <a:pt x="2851" y="12475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2475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617" name="Graph element 527"/>
            <p:cNvSpPr/>
            <p:nvPr/>
          </p:nvSpPr>
          <p:spPr>
            <a:xfrm>
              <a:off x="545681" y="1693002"/>
              <a:ext cx="2851" cy="12475"/>
            </a:xfrm>
            <a:custGeom>
              <a:avLst/>
              <a:gdLst/>
              <a:ahLst/>
              <a:cxnLst/>
              <a:rect l="0" t="0" r="r" b="b"/>
              <a:pathLst>
                <a:path w="2851" h="12475" stroke="0" extrusionOk="0">
                  <a:moveTo>
                    <a:pt x="0" y="12475"/>
                  </a:moveTo>
                  <a:lnTo>
                    <a:pt x="2851" y="12475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2475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618" name="Graph element 528"/>
            <p:cNvSpPr/>
            <p:nvPr/>
          </p:nvSpPr>
          <p:spPr>
            <a:xfrm>
              <a:off x="538553" y="1693002"/>
              <a:ext cx="2851" cy="12475"/>
            </a:xfrm>
            <a:custGeom>
              <a:avLst/>
              <a:gdLst/>
              <a:ahLst/>
              <a:cxnLst/>
              <a:rect l="0" t="0" r="r" b="b"/>
              <a:pathLst>
                <a:path w="2851" h="12475" stroke="0" extrusionOk="0">
                  <a:moveTo>
                    <a:pt x="0" y="12475"/>
                  </a:moveTo>
                  <a:lnTo>
                    <a:pt x="2851" y="12475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2475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619" name="Graph element 529"/>
            <p:cNvSpPr/>
            <p:nvPr/>
          </p:nvSpPr>
          <p:spPr>
            <a:xfrm>
              <a:off x="531425" y="1693002"/>
              <a:ext cx="2851" cy="12475"/>
            </a:xfrm>
            <a:custGeom>
              <a:avLst/>
              <a:gdLst/>
              <a:ahLst/>
              <a:cxnLst/>
              <a:rect l="0" t="0" r="r" b="b"/>
              <a:pathLst>
                <a:path w="2851" h="12475" stroke="0" extrusionOk="0">
                  <a:moveTo>
                    <a:pt x="0" y="12475"/>
                  </a:moveTo>
                  <a:lnTo>
                    <a:pt x="2851" y="12475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2475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620" name="Graph element 530"/>
            <p:cNvSpPr/>
            <p:nvPr/>
          </p:nvSpPr>
          <p:spPr>
            <a:xfrm>
              <a:off x="524296" y="1693002"/>
              <a:ext cx="2851" cy="12475"/>
            </a:xfrm>
            <a:custGeom>
              <a:avLst/>
              <a:gdLst/>
              <a:ahLst/>
              <a:cxnLst/>
              <a:rect l="0" t="0" r="r" b="b"/>
              <a:pathLst>
                <a:path w="2851" h="12475" stroke="0" extrusionOk="0">
                  <a:moveTo>
                    <a:pt x="0" y="12475"/>
                  </a:moveTo>
                  <a:lnTo>
                    <a:pt x="2851" y="12475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2475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621" name="Graph element 531"/>
            <p:cNvSpPr/>
            <p:nvPr/>
          </p:nvSpPr>
          <p:spPr>
            <a:xfrm>
              <a:off x="517168" y="1690212"/>
              <a:ext cx="4216" cy="15265"/>
            </a:xfrm>
            <a:custGeom>
              <a:avLst/>
              <a:gdLst/>
              <a:ahLst/>
              <a:cxnLst/>
              <a:rect l="0" t="0" r="r" b="b"/>
              <a:pathLst>
                <a:path w="4216" h="15265" stroke="0" extrusionOk="0">
                  <a:moveTo>
                    <a:pt x="0" y="2200"/>
                  </a:moveTo>
                  <a:lnTo>
                    <a:pt x="0" y="15265"/>
                  </a:lnTo>
                  <a:lnTo>
                    <a:pt x="2851" y="15265"/>
                  </a:lnTo>
                  <a:lnTo>
                    <a:pt x="2851" y="3381"/>
                  </a:lnTo>
                  <a:lnTo>
                    <a:pt x="4216" y="2016"/>
                  </a:lnTo>
                  <a:lnTo>
                    <a:pt x="2200" y="0"/>
                  </a:lnTo>
                  <a:lnTo>
                    <a:pt x="0" y="2200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622" name="Graph element 532"/>
            <p:cNvSpPr/>
            <p:nvPr/>
          </p:nvSpPr>
          <p:spPr>
            <a:xfrm>
              <a:off x="510039" y="1690212"/>
              <a:ext cx="4216" cy="15265"/>
            </a:xfrm>
            <a:custGeom>
              <a:avLst/>
              <a:gdLst/>
              <a:ahLst/>
              <a:cxnLst/>
              <a:rect l="0" t="0" r="r" b="b"/>
              <a:pathLst>
                <a:path w="4216" h="15265" stroke="0" extrusionOk="0">
                  <a:moveTo>
                    <a:pt x="0" y="2200"/>
                  </a:moveTo>
                  <a:lnTo>
                    <a:pt x="0" y="15265"/>
                  </a:lnTo>
                  <a:lnTo>
                    <a:pt x="2851" y="15265"/>
                  </a:lnTo>
                  <a:lnTo>
                    <a:pt x="2851" y="3381"/>
                  </a:lnTo>
                  <a:lnTo>
                    <a:pt x="4216" y="2016"/>
                  </a:lnTo>
                  <a:lnTo>
                    <a:pt x="2200" y="0"/>
                  </a:lnTo>
                  <a:lnTo>
                    <a:pt x="0" y="2200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623" name="Graph element 533"/>
            <p:cNvSpPr/>
            <p:nvPr/>
          </p:nvSpPr>
          <p:spPr>
            <a:xfrm>
              <a:off x="502911" y="1691220"/>
              <a:ext cx="2851" cy="14257"/>
            </a:xfrm>
            <a:custGeom>
              <a:avLst/>
              <a:gdLst/>
              <a:ahLst/>
              <a:cxnLst/>
              <a:rect l="0" t="0" r="r" b="b"/>
              <a:pathLst>
                <a:path w="2851" h="14257" stroke="0" extrusionOk="0">
                  <a:moveTo>
                    <a:pt x="0" y="14257"/>
                  </a:moveTo>
                  <a:lnTo>
                    <a:pt x="2851" y="14257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4257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624" name="Graph element 534"/>
            <p:cNvSpPr/>
            <p:nvPr/>
          </p:nvSpPr>
          <p:spPr>
            <a:xfrm>
              <a:off x="468694" y="1688012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625" name="Graph element 535"/>
            <p:cNvSpPr/>
            <p:nvPr/>
          </p:nvSpPr>
          <p:spPr>
            <a:xfrm>
              <a:off x="403530" y="1684866"/>
              <a:ext cx="4216" cy="20611"/>
            </a:xfrm>
            <a:custGeom>
              <a:avLst/>
              <a:gdLst/>
              <a:ahLst/>
              <a:cxnLst/>
              <a:rect l="0" t="0" r="r" b="b"/>
              <a:pathLst>
                <a:path w="4216" h="20611" stroke="0" extrusionOk="0">
                  <a:moveTo>
                    <a:pt x="1365" y="3381"/>
                  </a:moveTo>
                  <a:lnTo>
                    <a:pt x="1365" y="20611"/>
                  </a:lnTo>
                  <a:lnTo>
                    <a:pt x="4216" y="20611"/>
                  </a:lnTo>
                  <a:lnTo>
                    <a:pt x="4216" y="2200"/>
                  </a:lnTo>
                  <a:lnTo>
                    <a:pt x="2016" y="0"/>
                  </a:lnTo>
                  <a:lnTo>
                    <a:pt x="0" y="2016"/>
                  </a:lnTo>
                  <a:lnTo>
                    <a:pt x="1365" y="3381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626" name="Graph element 536"/>
            <p:cNvSpPr/>
            <p:nvPr/>
          </p:nvSpPr>
          <p:spPr>
            <a:xfrm>
              <a:off x="397766" y="1685874"/>
              <a:ext cx="2851" cy="19603"/>
            </a:xfrm>
            <a:custGeom>
              <a:avLst/>
              <a:gdLst/>
              <a:ahLst/>
              <a:cxnLst/>
              <a:rect l="0" t="0" r="r" b="b"/>
              <a:pathLst>
                <a:path w="2851" h="19603" stroke="0" extrusionOk="0">
                  <a:moveTo>
                    <a:pt x="0" y="19603"/>
                  </a:moveTo>
                  <a:lnTo>
                    <a:pt x="2851" y="19603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9603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627" name="Graph element 537"/>
            <p:cNvSpPr/>
            <p:nvPr/>
          </p:nvSpPr>
          <p:spPr>
            <a:xfrm>
              <a:off x="390638" y="1685874"/>
              <a:ext cx="2851" cy="19603"/>
            </a:xfrm>
            <a:custGeom>
              <a:avLst/>
              <a:gdLst/>
              <a:ahLst/>
              <a:cxnLst/>
              <a:rect l="0" t="0" r="r" b="b"/>
              <a:pathLst>
                <a:path w="2851" h="19603" stroke="0" extrusionOk="0">
                  <a:moveTo>
                    <a:pt x="0" y="19603"/>
                  </a:moveTo>
                  <a:lnTo>
                    <a:pt x="2851" y="19603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9603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628" name="Graph element 538"/>
            <p:cNvSpPr/>
            <p:nvPr/>
          </p:nvSpPr>
          <p:spPr>
            <a:xfrm>
              <a:off x="383510" y="1685874"/>
              <a:ext cx="2851" cy="19603"/>
            </a:xfrm>
            <a:custGeom>
              <a:avLst/>
              <a:gdLst/>
              <a:ahLst/>
              <a:cxnLst/>
              <a:rect l="0" t="0" r="r" b="b"/>
              <a:pathLst>
                <a:path w="2851" h="19603" stroke="0" extrusionOk="0">
                  <a:moveTo>
                    <a:pt x="0" y="19603"/>
                  </a:moveTo>
                  <a:lnTo>
                    <a:pt x="2851" y="19603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9603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629" name="Graph element 539"/>
            <p:cNvSpPr/>
            <p:nvPr/>
          </p:nvSpPr>
          <p:spPr>
            <a:xfrm>
              <a:off x="376381" y="1685874"/>
              <a:ext cx="2851" cy="19603"/>
            </a:xfrm>
            <a:custGeom>
              <a:avLst/>
              <a:gdLst/>
              <a:ahLst/>
              <a:cxnLst/>
              <a:rect l="0" t="0" r="r" b="b"/>
              <a:pathLst>
                <a:path w="2851" h="19603" stroke="0" extrusionOk="0">
                  <a:moveTo>
                    <a:pt x="0" y="19603"/>
                  </a:moveTo>
                  <a:lnTo>
                    <a:pt x="2851" y="19603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9603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630" name="Graph element 540"/>
            <p:cNvSpPr/>
            <p:nvPr/>
          </p:nvSpPr>
          <p:spPr>
            <a:xfrm>
              <a:off x="369253" y="1685874"/>
              <a:ext cx="2851" cy="19603"/>
            </a:xfrm>
            <a:custGeom>
              <a:avLst/>
              <a:gdLst/>
              <a:ahLst/>
              <a:cxnLst/>
              <a:rect l="0" t="0" r="r" b="b"/>
              <a:pathLst>
                <a:path w="2851" h="19603" stroke="0" extrusionOk="0">
                  <a:moveTo>
                    <a:pt x="0" y="19603"/>
                  </a:moveTo>
                  <a:lnTo>
                    <a:pt x="2851" y="19603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9603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631" name="Graph element 541"/>
            <p:cNvSpPr/>
            <p:nvPr/>
          </p:nvSpPr>
          <p:spPr>
            <a:xfrm>
              <a:off x="360760" y="1683084"/>
              <a:ext cx="4216" cy="22393"/>
            </a:xfrm>
            <a:custGeom>
              <a:avLst/>
              <a:gdLst/>
              <a:ahLst/>
              <a:cxnLst/>
              <a:rect l="0" t="0" r="r" b="b"/>
              <a:pathLst>
                <a:path w="4216" h="22393" stroke="0" extrusionOk="0">
                  <a:moveTo>
                    <a:pt x="1365" y="3381"/>
                  </a:moveTo>
                  <a:lnTo>
                    <a:pt x="1365" y="22393"/>
                  </a:lnTo>
                  <a:lnTo>
                    <a:pt x="4216" y="22393"/>
                  </a:lnTo>
                  <a:lnTo>
                    <a:pt x="4216" y="2200"/>
                  </a:lnTo>
                  <a:lnTo>
                    <a:pt x="2016" y="0"/>
                  </a:lnTo>
                  <a:lnTo>
                    <a:pt x="0" y="2016"/>
                  </a:lnTo>
                  <a:lnTo>
                    <a:pt x="1365" y="3381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632" name="Graph element 542"/>
            <p:cNvSpPr/>
            <p:nvPr/>
          </p:nvSpPr>
          <p:spPr>
            <a:xfrm>
              <a:off x="351198" y="1682666"/>
              <a:ext cx="6650" cy="22811"/>
            </a:xfrm>
            <a:custGeom>
              <a:avLst/>
              <a:gdLst/>
              <a:ahLst/>
              <a:cxnLst/>
              <a:rect l="0" t="0" r="r" b="b"/>
              <a:pathLst>
                <a:path w="6650" h="22811" stroke="0" extrusionOk="0">
                  <a:moveTo>
                    <a:pt x="0" y="0"/>
                  </a:moveTo>
                  <a:lnTo>
                    <a:pt x="3798" y="3798"/>
                  </a:lnTo>
                  <a:lnTo>
                    <a:pt x="3798" y="22811"/>
                  </a:lnTo>
                  <a:lnTo>
                    <a:pt x="6650" y="22811"/>
                  </a:lnTo>
                  <a:lnTo>
                    <a:pt x="66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633" name="Graph element 543"/>
            <p:cNvSpPr/>
            <p:nvPr/>
          </p:nvSpPr>
          <p:spPr>
            <a:xfrm>
              <a:off x="308661" y="1680528"/>
              <a:ext cx="2851" cy="24950"/>
            </a:xfrm>
            <a:custGeom>
              <a:avLst/>
              <a:gdLst/>
              <a:ahLst/>
              <a:cxnLst/>
              <a:rect l="0" t="0" r="r" b="b"/>
              <a:pathLst>
                <a:path w="2851" h="24950" stroke="0" extrusionOk="0">
                  <a:moveTo>
                    <a:pt x="0" y="24950"/>
                  </a:moveTo>
                  <a:lnTo>
                    <a:pt x="2851" y="24950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4950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634" name="Graph element 544"/>
            <p:cNvSpPr/>
            <p:nvPr/>
          </p:nvSpPr>
          <p:spPr>
            <a:xfrm>
              <a:off x="301533" y="1676963"/>
              <a:ext cx="2851" cy="28514"/>
            </a:xfrm>
            <a:custGeom>
              <a:avLst/>
              <a:gdLst/>
              <a:ahLst/>
              <a:cxnLst/>
              <a:rect l="0" t="0" r="r" b="b"/>
              <a:pathLst>
                <a:path w="2851" h="28514" stroke="0" extrusionOk="0">
                  <a:moveTo>
                    <a:pt x="0" y="28514"/>
                  </a:moveTo>
                  <a:lnTo>
                    <a:pt x="2851" y="28514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8514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635" name="Graph element 545"/>
            <p:cNvSpPr/>
            <p:nvPr/>
          </p:nvSpPr>
          <p:spPr>
            <a:xfrm>
              <a:off x="294404" y="1676963"/>
              <a:ext cx="2851" cy="28514"/>
            </a:xfrm>
            <a:custGeom>
              <a:avLst/>
              <a:gdLst/>
              <a:ahLst/>
              <a:cxnLst/>
              <a:rect l="0" t="0" r="r" b="b"/>
              <a:pathLst>
                <a:path w="2851" h="28514" stroke="0" extrusionOk="0">
                  <a:moveTo>
                    <a:pt x="0" y="28514"/>
                  </a:moveTo>
                  <a:lnTo>
                    <a:pt x="2851" y="28514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8514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636" name="Graph element 546"/>
            <p:cNvSpPr/>
            <p:nvPr/>
          </p:nvSpPr>
          <p:spPr>
            <a:xfrm>
              <a:off x="287276" y="1675181"/>
              <a:ext cx="2851" cy="30296"/>
            </a:xfrm>
            <a:custGeom>
              <a:avLst/>
              <a:gdLst/>
              <a:ahLst/>
              <a:cxnLst/>
              <a:rect l="0" t="0" r="r" b="b"/>
              <a:pathLst>
                <a:path w="2851" h="30296" stroke="0" extrusionOk="0">
                  <a:moveTo>
                    <a:pt x="0" y="30296"/>
                  </a:moveTo>
                  <a:lnTo>
                    <a:pt x="2851" y="30296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30296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637" name="Graph element 547"/>
            <p:cNvSpPr/>
            <p:nvPr/>
          </p:nvSpPr>
          <p:spPr>
            <a:xfrm>
              <a:off x="280147" y="1675181"/>
              <a:ext cx="2851" cy="30296"/>
            </a:xfrm>
            <a:custGeom>
              <a:avLst/>
              <a:gdLst/>
              <a:ahLst/>
              <a:cxnLst/>
              <a:rect l="0" t="0" r="r" b="b"/>
              <a:pathLst>
                <a:path w="2851" h="30296" stroke="0" extrusionOk="0">
                  <a:moveTo>
                    <a:pt x="0" y="30296"/>
                  </a:moveTo>
                  <a:lnTo>
                    <a:pt x="2851" y="30296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30296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638" name="Graph element 548"/>
            <p:cNvSpPr/>
            <p:nvPr/>
          </p:nvSpPr>
          <p:spPr>
            <a:xfrm>
              <a:off x="273019" y="1673399"/>
              <a:ext cx="2851" cy="32078"/>
            </a:xfrm>
            <a:custGeom>
              <a:avLst/>
              <a:gdLst/>
              <a:ahLst/>
              <a:cxnLst/>
              <a:rect l="0" t="0" r="r" b="b"/>
              <a:pathLst>
                <a:path w="2851" h="32078" stroke="0" extrusionOk="0">
                  <a:moveTo>
                    <a:pt x="0" y="32078"/>
                  </a:moveTo>
                  <a:lnTo>
                    <a:pt x="2851" y="32078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32078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639" name="Graph element 549"/>
            <p:cNvSpPr/>
            <p:nvPr/>
          </p:nvSpPr>
          <p:spPr>
            <a:xfrm>
              <a:off x="265890" y="1673399"/>
              <a:ext cx="2851" cy="32078"/>
            </a:xfrm>
            <a:custGeom>
              <a:avLst/>
              <a:gdLst/>
              <a:ahLst/>
              <a:cxnLst/>
              <a:rect l="0" t="0" r="r" b="b"/>
              <a:pathLst>
                <a:path w="2851" h="32078" stroke="0" extrusionOk="0">
                  <a:moveTo>
                    <a:pt x="0" y="32078"/>
                  </a:moveTo>
                  <a:lnTo>
                    <a:pt x="2851" y="32078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32078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640" name="Graph element 550"/>
            <p:cNvSpPr/>
            <p:nvPr/>
          </p:nvSpPr>
          <p:spPr>
            <a:xfrm>
              <a:off x="258762" y="1673399"/>
              <a:ext cx="2851" cy="32078"/>
            </a:xfrm>
            <a:custGeom>
              <a:avLst/>
              <a:gdLst/>
              <a:ahLst/>
              <a:cxnLst/>
              <a:rect l="0" t="0" r="r" b="b"/>
              <a:pathLst>
                <a:path w="2851" h="32078" stroke="0" extrusionOk="0">
                  <a:moveTo>
                    <a:pt x="0" y="32078"/>
                  </a:moveTo>
                  <a:lnTo>
                    <a:pt x="2851" y="32078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32078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641" name="Graph element 551"/>
            <p:cNvSpPr/>
            <p:nvPr/>
          </p:nvSpPr>
          <p:spPr>
            <a:xfrm>
              <a:off x="251634" y="1669835"/>
              <a:ext cx="2851" cy="35642"/>
            </a:xfrm>
            <a:custGeom>
              <a:avLst/>
              <a:gdLst/>
              <a:ahLst/>
              <a:cxnLst/>
              <a:rect l="0" t="0" r="r" b="b"/>
              <a:pathLst>
                <a:path w="2851" h="35642" stroke="0" extrusionOk="0">
                  <a:moveTo>
                    <a:pt x="0" y="35642"/>
                  </a:moveTo>
                  <a:lnTo>
                    <a:pt x="2851" y="35642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35642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642" name="Graph element 552"/>
            <p:cNvSpPr/>
            <p:nvPr/>
          </p:nvSpPr>
          <p:spPr>
            <a:xfrm>
              <a:off x="210289" y="1655935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643" name="Graph element 553"/>
            <p:cNvSpPr/>
            <p:nvPr/>
          </p:nvSpPr>
          <p:spPr>
            <a:xfrm>
              <a:off x="188903" y="1639896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644" name="Graph element 554"/>
            <p:cNvSpPr/>
            <p:nvPr/>
          </p:nvSpPr>
          <p:spPr>
            <a:xfrm>
              <a:off x="171082" y="1627421"/>
              <a:ext cx="7128" cy="2851"/>
            </a:xfrm>
            <a:custGeom>
              <a:avLst/>
              <a:gdLst/>
              <a:ahLst/>
              <a:cxnLst/>
              <a:rect l="0" t="0" r="r" b="b"/>
              <a:pathLst>
                <a:path w="7128" h="2851" stroke="0" extrusionOk="0">
                  <a:moveTo>
                    <a:pt x="7128" y="2851"/>
                  </a:moveTo>
                  <a:lnTo>
                    <a:pt x="7128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7128" y="2851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645" name="Graph element 555"/>
            <p:cNvSpPr/>
            <p:nvPr/>
          </p:nvSpPr>
          <p:spPr>
            <a:xfrm>
              <a:off x="171082" y="1009029"/>
              <a:ext cx="7128" cy="2851"/>
            </a:xfrm>
            <a:custGeom>
              <a:avLst/>
              <a:gdLst/>
              <a:ahLst/>
              <a:cxnLst/>
              <a:rect l="0" t="0" r="r" b="b"/>
              <a:pathLst>
                <a:path w="7128" h="2851" stroke="0" extrusionOk="0">
                  <a:moveTo>
                    <a:pt x="7128" y="2851"/>
                  </a:moveTo>
                  <a:lnTo>
                    <a:pt x="7128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7128" y="2851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646" name="Graph element 556"/>
            <p:cNvSpPr/>
            <p:nvPr/>
          </p:nvSpPr>
          <p:spPr>
            <a:xfrm>
              <a:off x="171082" y="809433"/>
              <a:ext cx="7128" cy="2851"/>
            </a:xfrm>
            <a:custGeom>
              <a:avLst/>
              <a:gdLst/>
              <a:ahLst/>
              <a:cxnLst/>
              <a:rect l="0" t="0" r="r" b="b"/>
              <a:pathLst>
                <a:path w="7128" h="2851" stroke="0" extrusionOk="0">
                  <a:moveTo>
                    <a:pt x="7128" y="2851"/>
                  </a:moveTo>
                  <a:lnTo>
                    <a:pt x="7128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7128" y="2851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647" name="Graph element 557"/>
            <p:cNvSpPr/>
            <p:nvPr/>
          </p:nvSpPr>
          <p:spPr>
            <a:xfrm>
              <a:off x="171082" y="609837"/>
              <a:ext cx="7128" cy="2851"/>
            </a:xfrm>
            <a:custGeom>
              <a:avLst/>
              <a:gdLst/>
              <a:ahLst/>
              <a:cxnLst/>
              <a:rect l="0" t="0" r="r" b="b"/>
              <a:pathLst>
                <a:path w="7128" h="2851" stroke="0" extrusionOk="0">
                  <a:moveTo>
                    <a:pt x="7128" y="2851"/>
                  </a:moveTo>
                  <a:lnTo>
                    <a:pt x="7128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7128" y="2851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648" name="Graph element 558"/>
            <p:cNvSpPr/>
            <p:nvPr/>
          </p:nvSpPr>
          <p:spPr>
            <a:xfrm>
              <a:off x="171082" y="410241"/>
              <a:ext cx="7128" cy="2851"/>
            </a:xfrm>
            <a:custGeom>
              <a:avLst/>
              <a:gdLst/>
              <a:ahLst/>
              <a:cxnLst/>
              <a:rect l="0" t="0" r="r" b="b"/>
              <a:pathLst>
                <a:path w="7128" h="2851" stroke="0" extrusionOk="0">
                  <a:moveTo>
                    <a:pt x="7128" y="2851"/>
                  </a:moveTo>
                  <a:lnTo>
                    <a:pt x="7128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7128" y="2851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649" name="Graph element 559"/>
            <p:cNvSpPr/>
            <p:nvPr/>
          </p:nvSpPr>
          <p:spPr>
            <a:xfrm>
              <a:off x="171082" y="210645"/>
              <a:ext cx="7128" cy="2851"/>
            </a:xfrm>
            <a:custGeom>
              <a:avLst/>
              <a:gdLst/>
              <a:ahLst/>
              <a:cxnLst/>
              <a:rect l="0" t="0" r="r" b="b"/>
              <a:pathLst>
                <a:path w="7128" h="2851" stroke="0" extrusionOk="0">
                  <a:moveTo>
                    <a:pt x="7128" y="2851"/>
                  </a:moveTo>
                  <a:lnTo>
                    <a:pt x="7128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7128" y="2851"/>
                  </a:lnTo>
                  <a:close/>
                </a:path>
              </a:pathLst>
            </a:custGeom>
            <a:solidFill>
              <a:srgbClr val="CDCACA"/>
            </a:solidFill>
            <a:ln>
              <a:noFill/>
            </a:ln>
          </p:spPr>
        </p:sp>
        <p:sp>
          <p:nvSpPr>
            <p:cNvPr id="1650" name="Graph element 560"/>
            <p:cNvSpPr/>
            <p:nvPr/>
          </p:nvSpPr>
          <p:spPr>
            <a:xfrm>
              <a:off x="333611" y="1071047"/>
              <a:ext cx="2851" cy="26732"/>
            </a:xfrm>
            <a:custGeom>
              <a:avLst/>
              <a:gdLst/>
              <a:ahLst/>
              <a:cxnLst/>
              <a:rect l="0" t="0" r="r" b="b"/>
              <a:pathLst>
                <a:path w="2851" h="26732" stroke="0" extrusionOk="0">
                  <a:moveTo>
                    <a:pt x="0" y="26732"/>
                  </a:moveTo>
                  <a:lnTo>
                    <a:pt x="2851" y="26732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6732"/>
                  </a:lnTo>
                  <a:close/>
                </a:path>
              </a:pathLst>
            </a:custGeom>
            <a:solidFill>
              <a:srgbClr val="FBB2B2"/>
            </a:solidFill>
            <a:ln>
              <a:noFill/>
            </a:ln>
          </p:spPr>
        </p:sp>
        <p:sp>
          <p:nvSpPr>
            <p:cNvPr id="1651" name="Graph element 561"/>
            <p:cNvSpPr/>
            <p:nvPr/>
          </p:nvSpPr>
          <p:spPr>
            <a:xfrm>
              <a:off x="1971785" y="1018358"/>
              <a:ext cx="3798" cy="3798"/>
            </a:xfrm>
            <a:custGeom>
              <a:avLst/>
              <a:gdLst/>
              <a:ahLst/>
              <a:cxnLst/>
              <a:rect l="0" t="0" r="r" b="b"/>
              <a:pathLst>
                <a:path w="3798" h="3798" stroke="0" extrusionOk="0">
                  <a:moveTo>
                    <a:pt x="0" y="1782"/>
                  </a:moveTo>
                  <a:lnTo>
                    <a:pt x="2016" y="3798"/>
                  </a:lnTo>
                  <a:lnTo>
                    <a:pt x="3798" y="2016"/>
                  </a:lnTo>
                  <a:lnTo>
                    <a:pt x="1782" y="0"/>
                  </a:lnTo>
                  <a:lnTo>
                    <a:pt x="0" y="1782"/>
                  </a:lnTo>
                  <a:close/>
                </a:path>
              </a:pathLst>
            </a:custGeom>
            <a:solidFill>
              <a:srgbClr val="FBB2B2"/>
            </a:solidFill>
            <a:ln>
              <a:noFill/>
            </a:ln>
          </p:spPr>
        </p:sp>
        <p:sp>
          <p:nvSpPr>
            <p:cNvPr id="1652" name="Graph element 562"/>
            <p:cNvSpPr/>
            <p:nvPr/>
          </p:nvSpPr>
          <p:spPr>
            <a:xfrm>
              <a:off x="317572" y="971249"/>
              <a:ext cx="2851" cy="28514"/>
            </a:xfrm>
            <a:custGeom>
              <a:avLst/>
              <a:gdLst/>
              <a:ahLst/>
              <a:cxnLst/>
              <a:rect l="0" t="0" r="r" b="b"/>
              <a:pathLst>
                <a:path w="2851" h="28514" stroke="0" extrusionOk="0">
                  <a:moveTo>
                    <a:pt x="0" y="28514"/>
                  </a:moveTo>
                  <a:lnTo>
                    <a:pt x="2851" y="28514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8514"/>
                  </a:lnTo>
                  <a:close/>
                </a:path>
              </a:pathLst>
            </a:custGeom>
            <a:solidFill>
              <a:srgbClr val="FBB2B2"/>
            </a:solidFill>
            <a:ln>
              <a:noFill/>
            </a:ln>
          </p:spPr>
        </p:sp>
        <p:sp>
          <p:nvSpPr>
            <p:cNvPr id="1653" name="Graph element 563"/>
            <p:cNvSpPr/>
            <p:nvPr/>
          </p:nvSpPr>
          <p:spPr>
            <a:xfrm>
              <a:off x="335393" y="951646"/>
              <a:ext cx="2851" cy="26732"/>
            </a:xfrm>
            <a:custGeom>
              <a:avLst/>
              <a:gdLst/>
              <a:ahLst/>
              <a:cxnLst/>
              <a:rect l="0" t="0" r="r" b="b"/>
              <a:pathLst>
                <a:path w="2851" h="26732" stroke="0" extrusionOk="0">
                  <a:moveTo>
                    <a:pt x="0" y="26732"/>
                  </a:moveTo>
                  <a:lnTo>
                    <a:pt x="2851" y="26732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6732"/>
                  </a:lnTo>
                  <a:close/>
                </a:path>
              </a:pathLst>
            </a:custGeom>
            <a:solidFill>
              <a:srgbClr val="FBB2B2"/>
            </a:solidFill>
            <a:ln>
              <a:noFill/>
            </a:ln>
          </p:spPr>
        </p:sp>
        <p:sp>
          <p:nvSpPr>
            <p:cNvPr id="1654" name="Graph element 564"/>
            <p:cNvSpPr/>
            <p:nvPr/>
          </p:nvSpPr>
          <p:spPr>
            <a:xfrm>
              <a:off x="319354" y="850065"/>
              <a:ext cx="2851" cy="28514"/>
            </a:xfrm>
            <a:custGeom>
              <a:avLst/>
              <a:gdLst/>
              <a:ahLst/>
              <a:cxnLst/>
              <a:rect l="0" t="0" r="r" b="b"/>
              <a:pathLst>
                <a:path w="2851" h="28514" stroke="0" extrusionOk="0">
                  <a:moveTo>
                    <a:pt x="0" y="28514"/>
                  </a:moveTo>
                  <a:lnTo>
                    <a:pt x="2851" y="28514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8514"/>
                  </a:lnTo>
                  <a:close/>
                </a:path>
              </a:pathLst>
            </a:custGeom>
            <a:solidFill>
              <a:srgbClr val="FBB2B2"/>
            </a:solidFill>
            <a:ln>
              <a:noFill/>
            </a:ln>
          </p:spPr>
        </p:sp>
        <p:sp>
          <p:nvSpPr>
            <p:cNvPr id="1655" name="Graph element 565"/>
            <p:cNvSpPr/>
            <p:nvPr/>
          </p:nvSpPr>
          <p:spPr>
            <a:xfrm>
              <a:off x="337175" y="830462"/>
              <a:ext cx="2851" cy="28514"/>
            </a:xfrm>
            <a:custGeom>
              <a:avLst/>
              <a:gdLst/>
              <a:ahLst/>
              <a:cxnLst/>
              <a:rect l="0" t="0" r="r" b="b"/>
              <a:pathLst>
                <a:path w="2851" h="28514" stroke="0" extrusionOk="0">
                  <a:moveTo>
                    <a:pt x="0" y="28514"/>
                  </a:moveTo>
                  <a:lnTo>
                    <a:pt x="2851" y="28514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8514"/>
                  </a:lnTo>
                  <a:close/>
                </a:path>
              </a:pathLst>
            </a:custGeom>
            <a:solidFill>
              <a:srgbClr val="FBB2B2"/>
            </a:solidFill>
            <a:ln>
              <a:noFill/>
            </a:ln>
          </p:spPr>
        </p:sp>
        <p:sp>
          <p:nvSpPr>
            <p:cNvPr id="1656" name="Graph element 566"/>
            <p:cNvSpPr/>
            <p:nvPr/>
          </p:nvSpPr>
          <p:spPr>
            <a:xfrm>
              <a:off x="321136" y="728882"/>
              <a:ext cx="2851" cy="28514"/>
            </a:xfrm>
            <a:custGeom>
              <a:avLst/>
              <a:gdLst/>
              <a:ahLst/>
              <a:cxnLst/>
              <a:rect l="0" t="0" r="r" b="b"/>
              <a:pathLst>
                <a:path w="2851" h="28514" stroke="0" extrusionOk="0">
                  <a:moveTo>
                    <a:pt x="0" y="28514"/>
                  </a:moveTo>
                  <a:lnTo>
                    <a:pt x="2851" y="28514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8514"/>
                  </a:lnTo>
                  <a:close/>
                </a:path>
              </a:pathLst>
            </a:custGeom>
            <a:solidFill>
              <a:srgbClr val="FBB2B2"/>
            </a:solidFill>
            <a:ln>
              <a:noFill/>
            </a:ln>
          </p:spPr>
        </p:sp>
        <p:sp>
          <p:nvSpPr>
            <p:cNvPr id="1657" name="Graph element 567"/>
            <p:cNvSpPr/>
            <p:nvPr/>
          </p:nvSpPr>
          <p:spPr>
            <a:xfrm>
              <a:off x="338957" y="709279"/>
              <a:ext cx="2851" cy="28514"/>
            </a:xfrm>
            <a:custGeom>
              <a:avLst/>
              <a:gdLst/>
              <a:ahLst/>
              <a:cxnLst/>
              <a:rect l="0" t="0" r="r" b="b"/>
              <a:pathLst>
                <a:path w="2851" h="28514" stroke="0" extrusionOk="0">
                  <a:moveTo>
                    <a:pt x="0" y="28514"/>
                  </a:moveTo>
                  <a:lnTo>
                    <a:pt x="2851" y="28514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8514"/>
                  </a:lnTo>
                  <a:close/>
                </a:path>
              </a:pathLst>
            </a:custGeom>
            <a:solidFill>
              <a:srgbClr val="FBB2B2"/>
            </a:solidFill>
            <a:ln>
              <a:noFill/>
            </a:ln>
          </p:spPr>
        </p:sp>
        <p:sp>
          <p:nvSpPr>
            <p:cNvPr id="1658" name="Graph element 568"/>
            <p:cNvSpPr/>
            <p:nvPr/>
          </p:nvSpPr>
          <p:spPr>
            <a:xfrm>
              <a:off x="322918" y="611263"/>
              <a:ext cx="2851" cy="24950"/>
            </a:xfrm>
            <a:custGeom>
              <a:avLst/>
              <a:gdLst/>
              <a:ahLst/>
              <a:cxnLst/>
              <a:rect l="0" t="0" r="r" b="b"/>
              <a:pathLst>
                <a:path w="2851" h="24950" stroke="0" extrusionOk="0">
                  <a:moveTo>
                    <a:pt x="0" y="24950"/>
                  </a:moveTo>
                  <a:lnTo>
                    <a:pt x="2851" y="24950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4950"/>
                  </a:lnTo>
                  <a:close/>
                </a:path>
              </a:pathLst>
            </a:custGeom>
            <a:solidFill>
              <a:srgbClr val="FBB2B2"/>
            </a:solidFill>
            <a:ln>
              <a:noFill/>
            </a:ln>
          </p:spPr>
        </p:sp>
        <p:sp>
          <p:nvSpPr>
            <p:cNvPr id="1659" name="Graph element 569"/>
            <p:cNvSpPr/>
            <p:nvPr/>
          </p:nvSpPr>
          <p:spPr>
            <a:xfrm>
              <a:off x="354996" y="605917"/>
              <a:ext cx="2851" cy="14257"/>
            </a:xfrm>
            <a:custGeom>
              <a:avLst/>
              <a:gdLst/>
              <a:ahLst/>
              <a:cxnLst/>
              <a:rect l="0" t="0" r="r" b="b"/>
              <a:pathLst>
                <a:path w="2851" h="14257" stroke="0" extrusionOk="0">
                  <a:moveTo>
                    <a:pt x="0" y="14257"/>
                  </a:moveTo>
                  <a:lnTo>
                    <a:pt x="2851" y="14257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4257"/>
                  </a:lnTo>
                  <a:close/>
                </a:path>
              </a:pathLst>
            </a:custGeom>
            <a:solidFill>
              <a:srgbClr val="FBB2B2"/>
            </a:solidFill>
            <a:ln>
              <a:noFill/>
            </a:ln>
          </p:spPr>
        </p:sp>
        <p:sp>
          <p:nvSpPr>
            <p:cNvPr id="1660" name="Graph element 570"/>
            <p:cNvSpPr/>
            <p:nvPr/>
          </p:nvSpPr>
          <p:spPr>
            <a:xfrm>
              <a:off x="338957" y="511465"/>
              <a:ext cx="2851" cy="26732"/>
            </a:xfrm>
            <a:custGeom>
              <a:avLst/>
              <a:gdLst/>
              <a:ahLst/>
              <a:cxnLst/>
              <a:rect l="0" t="0" r="r" b="b"/>
              <a:pathLst>
                <a:path w="2851" h="26732" stroke="0" extrusionOk="0">
                  <a:moveTo>
                    <a:pt x="0" y="26732"/>
                  </a:moveTo>
                  <a:lnTo>
                    <a:pt x="2851" y="26732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6732"/>
                  </a:lnTo>
                  <a:close/>
                </a:path>
              </a:pathLst>
            </a:custGeom>
            <a:solidFill>
              <a:srgbClr val="FBB2B2"/>
            </a:solidFill>
            <a:ln>
              <a:noFill/>
            </a:ln>
          </p:spPr>
        </p:sp>
        <p:sp>
          <p:nvSpPr>
            <p:cNvPr id="1661" name="Graph element 571"/>
            <p:cNvSpPr/>
            <p:nvPr/>
          </p:nvSpPr>
          <p:spPr>
            <a:xfrm>
              <a:off x="356778" y="493644"/>
              <a:ext cx="2851" cy="24950"/>
            </a:xfrm>
            <a:custGeom>
              <a:avLst/>
              <a:gdLst/>
              <a:ahLst/>
              <a:cxnLst/>
              <a:rect l="0" t="0" r="r" b="b"/>
              <a:pathLst>
                <a:path w="2851" h="24950" stroke="0" extrusionOk="0">
                  <a:moveTo>
                    <a:pt x="0" y="24950"/>
                  </a:moveTo>
                  <a:lnTo>
                    <a:pt x="2851" y="24950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4950"/>
                  </a:lnTo>
                  <a:close/>
                </a:path>
              </a:pathLst>
            </a:custGeom>
            <a:solidFill>
              <a:srgbClr val="FBB2B2"/>
            </a:solidFill>
            <a:ln>
              <a:noFill/>
            </a:ln>
          </p:spPr>
        </p:sp>
        <p:sp>
          <p:nvSpPr>
            <p:cNvPr id="1662" name="Graph element 572"/>
            <p:cNvSpPr/>
            <p:nvPr/>
          </p:nvSpPr>
          <p:spPr>
            <a:xfrm>
              <a:off x="340739" y="399192"/>
              <a:ext cx="2851" cy="26732"/>
            </a:xfrm>
            <a:custGeom>
              <a:avLst/>
              <a:gdLst/>
              <a:ahLst/>
              <a:cxnLst/>
              <a:rect l="0" t="0" r="r" b="b"/>
              <a:pathLst>
                <a:path w="2851" h="26732" stroke="0" extrusionOk="0">
                  <a:moveTo>
                    <a:pt x="0" y="26732"/>
                  </a:moveTo>
                  <a:lnTo>
                    <a:pt x="2851" y="26732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6732"/>
                  </a:lnTo>
                  <a:close/>
                </a:path>
              </a:pathLst>
            </a:custGeom>
            <a:solidFill>
              <a:srgbClr val="FBB2B2"/>
            </a:solidFill>
            <a:ln>
              <a:noFill/>
            </a:ln>
          </p:spPr>
        </p:sp>
        <p:sp>
          <p:nvSpPr>
            <p:cNvPr id="1663" name="Graph element 573"/>
            <p:cNvSpPr/>
            <p:nvPr/>
          </p:nvSpPr>
          <p:spPr>
            <a:xfrm>
              <a:off x="358560" y="381371"/>
              <a:ext cx="2851" cy="26732"/>
            </a:xfrm>
            <a:custGeom>
              <a:avLst/>
              <a:gdLst/>
              <a:ahLst/>
              <a:cxnLst/>
              <a:rect l="0" t="0" r="r" b="b"/>
              <a:pathLst>
                <a:path w="2851" h="26732" stroke="0" extrusionOk="0">
                  <a:moveTo>
                    <a:pt x="0" y="26732"/>
                  </a:moveTo>
                  <a:lnTo>
                    <a:pt x="2851" y="26732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6732"/>
                  </a:lnTo>
                  <a:close/>
                </a:path>
              </a:pathLst>
            </a:custGeom>
            <a:solidFill>
              <a:srgbClr val="FBB2B2"/>
            </a:solidFill>
            <a:ln>
              <a:noFill/>
            </a:ln>
          </p:spPr>
        </p:sp>
        <p:sp>
          <p:nvSpPr>
            <p:cNvPr id="1664" name="Graph element 574"/>
            <p:cNvSpPr/>
            <p:nvPr/>
          </p:nvSpPr>
          <p:spPr>
            <a:xfrm>
              <a:off x="342521" y="288701"/>
              <a:ext cx="2851" cy="24950"/>
            </a:xfrm>
            <a:custGeom>
              <a:avLst/>
              <a:gdLst/>
              <a:ahLst/>
              <a:cxnLst/>
              <a:rect l="0" t="0" r="r" b="b"/>
              <a:pathLst>
                <a:path w="2851" h="24950" stroke="0" extrusionOk="0">
                  <a:moveTo>
                    <a:pt x="0" y="24950"/>
                  </a:moveTo>
                  <a:lnTo>
                    <a:pt x="2851" y="24950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4950"/>
                  </a:lnTo>
                  <a:close/>
                </a:path>
              </a:pathLst>
            </a:custGeom>
            <a:solidFill>
              <a:srgbClr val="FBB2B2"/>
            </a:solidFill>
            <a:ln>
              <a:noFill/>
            </a:ln>
          </p:spPr>
        </p:sp>
        <p:sp>
          <p:nvSpPr>
            <p:cNvPr id="1665" name="Graph element 575"/>
            <p:cNvSpPr/>
            <p:nvPr/>
          </p:nvSpPr>
          <p:spPr>
            <a:xfrm>
              <a:off x="360342" y="269098"/>
              <a:ext cx="2851" cy="26732"/>
            </a:xfrm>
            <a:custGeom>
              <a:avLst/>
              <a:gdLst/>
              <a:ahLst/>
              <a:cxnLst/>
              <a:rect l="0" t="0" r="r" b="b"/>
              <a:pathLst>
                <a:path w="2851" h="26732" stroke="0" extrusionOk="0">
                  <a:moveTo>
                    <a:pt x="0" y="26732"/>
                  </a:moveTo>
                  <a:lnTo>
                    <a:pt x="2851" y="26732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6732"/>
                  </a:lnTo>
                  <a:close/>
                </a:path>
              </a:pathLst>
            </a:custGeom>
            <a:solidFill>
              <a:srgbClr val="FBB2B2"/>
            </a:solidFill>
            <a:ln>
              <a:noFill/>
            </a:ln>
          </p:spPr>
        </p:sp>
        <p:sp>
          <p:nvSpPr>
            <p:cNvPr id="1666" name="Graph element 576"/>
            <p:cNvSpPr/>
            <p:nvPr/>
          </p:nvSpPr>
          <p:spPr>
            <a:xfrm>
              <a:off x="344303" y="176429"/>
              <a:ext cx="2851" cy="26732"/>
            </a:xfrm>
            <a:custGeom>
              <a:avLst/>
              <a:gdLst/>
              <a:ahLst/>
              <a:cxnLst/>
              <a:rect l="0" t="0" r="r" b="b"/>
              <a:pathLst>
                <a:path w="2851" h="26732" stroke="0" extrusionOk="0">
                  <a:moveTo>
                    <a:pt x="0" y="26732"/>
                  </a:moveTo>
                  <a:lnTo>
                    <a:pt x="2851" y="26732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6732"/>
                  </a:lnTo>
                  <a:close/>
                </a:path>
              </a:pathLst>
            </a:custGeom>
            <a:solidFill>
              <a:srgbClr val="FBB2B2"/>
            </a:solidFill>
            <a:ln>
              <a:noFill/>
            </a:ln>
          </p:spPr>
        </p:sp>
        <p:sp>
          <p:nvSpPr>
            <p:cNvPr id="1667" name="Graph element 577"/>
            <p:cNvSpPr/>
            <p:nvPr/>
          </p:nvSpPr>
          <p:spPr>
            <a:xfrm>
              <a:off x="868243" y="1395747"/>
              <a:ext cx="36711" cy="104432"/>
            </a:xfrm>
            <a:custGeom>
              <a:avLst/>
              <a:gdLst/>
              <a:ahLst/>
              <a:cxnLst/>
              <a:rect l="0" t="0" r="r" b="b"/>
              <a:pathLst>
                <a:path w="36711" h="104432" stroke="0" extrusionOk="0">
                  <a:moveTo>
                    <a:pt x="0" y="0"/>
                  </a:moveTo>
                  <a:lnTo>
                    <a:pt x="0" y="104432"/>
                  </a:lnTo>
                  <a:lnTo>
                    <a:pt x="36711" y="104432"/>
                  </a:lnTo>
                  <a:lnTo>
                    <a:pt x="3671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B7A2"/>
            </a:solidFill>
            <a:ln>
              <a:noFill/>
            </a:ln>
          </p:spPr>
        </p:sp>
        <p:sp>
          <p:nvSpPr>
            <p:cNvPr id="1668" name="Graph element 578"/>
            <p:cNvSpPr/>
            <p:nvPr/>
          </p:nvSpPr>
          <p:spPr>
            <a:xfrm>
              <a:off x="1288820" y="1395747"/>
              <a:ext cx="4633" cy="102649"/>
            </a:xfrm>
            <a:custGeom>
              <a:avLst/>
              <a:gdLst/>
              <a:ahLst/>
              <a:cxnLst/>
              <a:rect l="0" t="0" r="r" b="b"/>
              <a:pathLst>
                <a:path w="4633" h="102649" stroke="0" extrusionOk="0">
                  <a:moveTo>
                    <a:pt x="0" y="0"/>
                  </a:moveTo>
                  <a:lnTo>
                    <a:pt x="0" y="102649"/>
                  </a:lnTo>
                  <a:lnTo>
                    <a:pt x="4633" y="102649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CC3D2"/>
            </a:solidFill>
            <a:ln>
              <a:noFill/>
            </a:ln>
          </p:spPr>
        </p:sp>
        <p:sp>
          <p:nvSpPr>
            <p:cNvPr id="1669" name="Graph element 579"/>
            <p:cNvSpPr/>
            <p:nvPr/>
          </p:nvSpPr>
          <p:spPr>
            <a:xfrm>
              <a:off x="1253178" y="1395747"/>
              <a:ext cx="4633" cy="102649"/>
            </a:xfrm>
            <a:custGeom>
              <a:avLst/>
              <a:gdLst/>
              <a:ahLst/>
              <a:cxnLst/>
              <a:rect l="0" t="0" r="r" b="b"/>
              <a:pathLst>
                <a:path w="4633" h="102649" stroke="0" extrusionOk="0">
                  <a:moveTo>
                    <a:pt x="0" y="0"/>
                  </a:moveTo>
                  <a:lnTo>
                    <a:pt x="0" y="102649"/>
                  </a:lnTo>
                  <a:lnTo>
                    <a:pt x="4633" y="102649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CC3D2"/>
            </a:solidFill>
            <a:ln>
              <a:noFill/>
            </a:ln>
          </p:spPr>
        </p:sp>
        <p:sp>
          <p:nvSpPr>
            <p:cNvPr id="1670" name="Graph element 580"/>
            <p:cNvSpPr/>
            <p:nvPr/>
          </p:nvSpPr>
          <p:spPr>
            <a:xfrm>
              <a:off x="1614590" y="1853749"/>
              <a:ext cx="351075" cy="2851"/>
            </a:xfrm>
            <a:custGeom>
              <a:avLst/>
              <a:gdLst/>
              <a:ahLst/>
              <a:cxnLst/>
              <a:rect l="0" t="0" r="r" b="b"/>
              <a:pathLst>
                <a:path w="351075" h="2851" stroke="0" extrusionOk="0">
                  <a:moveTo>
                    <a:pt x="351075" y="2851"/>
                  </a:moveTo>
                  <a:lnTo>
                    <a:pt x="351075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351075" y="2851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1671" name="Graph element 581"/>
            <p:cNvSpPr/>
            <p:nvPr/>
          </p:nvSpPr>
          <p:spPr>
            <a:xfrm>
              <a:off x="1256386" y="1853749"/>
              <a:ext cx="351075" cy="2851"/>
            </a:xfrm>
            <a:custGeom>
              <a:avLst/>
              <a:gdLst/>
              <a:ahLst/>
              <a:cxnLst/>
              <a:rect l="0" t="0" r="r" b="b"/>
              <a:pathLst>
                <a:path w="351075" h="2851" stroke="0" extrusionOk="0">
                  <a:moveTo>
                    <a:pt x="351075" y="2851"/>
                  </a:moveTo>
                  <a:lnTo>
                    <a:pt x="351075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351075" y="2851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1672" name="Graph element 582"/>
            <p:cNvSpPr/>
            <p:nvPr/>
          </p:nvSpPr>
          <p:spPr>
            <a:xfrm>
              <a:off x="898182" y="1853749"/>
              <a:ext cx="349293" cy="2851"/>
            </a:xfrm>
            <a:custGeom>
              <a:avLst/>
              <a:gdLst/>
              <a:ahLst/>
              <a:cxnLst/>
              <a:rect l="0" t="0" r="r" b="b"/>
              <a:pathLst>
                <a:path w="349293" h="2851" stroke="0" extrusionOk="0">
                  <a:moveTo>
                    <a:pt x="349293" y="2851"/>
                  </a:moveTo>
                  <a:lnTo>
                    <a:pt x="349293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349293" y="2851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1673" name="Graph element 583"/>
            <p:cNvSpPr/>
            <p:nvPr/>
          </p:nvSpPr>
          <p:spPr>
            <a:xfrm>
              <a:off x="538197" y="1853749"/>
              <a:ext cx="351075" cy="2851"/>
            </a:xfrm>
            <a:custGeom>
              <a:avLst/>
              <a:gdLst/>
              <a:ahLst/>
              <a:cxnLst/>
              <a:rect l="0" t="0" r="r" b="b"/>
              <a:pathLst>
                <a:path w="351075" h="2851" stroke="0" extrusionOk="0">
                  <a:moveTo>
                    <a:pt x="351075" y="2851"/>
                  </a:moveTo>
                  <a:lnTo>
                    <a:pt x="351075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351075" y="2851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1674" name="Graph element 584"/>
            <p:cNvSpPr/>
            <p:nvPr/>
          </p:nvSpPr>
          <p:spPr>
            <a:xfrm>
              <a:off x="180767" y="1852384"/>
              <a:ext cx="350301" cy="4216"/>
            </a:xfrm>
            <a:custGeom>
              <a:avLst/>
              <a:gdLst/>
              <a:ahLst/>
              <a:cxnLst/>
              <a:rect l="0" t="0" r="r" b="b"/>
              <a:pathLst>
                <a:path w="350301" h="4216" stroke="0" extrusionOk="0">
                  <a:moveTo>
                    <a:pt x="2200" y="4216"/>
                  </a:moveTo>
                  <a:lnTo>
                    <a:pt x="350301" y="4216"/>
                  </a:lnTo>
                  <a:lnTo>
                    <a:pt x="350301" y="1365"/>
                  </a:lnTo>
                  <a:lnTo>
                    <a:pt x="3381" y="1365"/>
                  </a:lnTo>
                  <a:lnTo>
                    <a:pt x="2016" y="0"/>
                  </a:lnTo>
                  <a:lnTo>
                    <a:pt x="0" y="2016"/>
                  </a:lnTo>
                  <a:lnTo>
                    <a:pt x="2200" y="4216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1675" name="Graph element 585"/>
            <p:cNvSpPr/>
            <p:nvPr/>
          </p:nvSpPr>
          <p:spPr>
            <a:xfrm>
              <a:off x="1974575" y="1851610"/>
              <a:ext cx="4990" cy="4990"/>
            </a:xfrm>
            <a:custGeom>
              <a:avLst/>
              <a:gdLst/>
              <a:ahLst/>
              <a:cxnLst/>
              <a:rect l="0" t="0" r="r" b="b"/>
              <a:pathLst>
                <a:path w="4990" h="4990" stroke="0" extrusionOk="0">
                  <a:moveTo>
                    <a:pt x="0" y="2139"/>
                  </a:moveTo>
                  <a:lnTo>
                    <a:pt x="0" y="4990"/>
                  </a:lnTo>
                  <a:lnTo>
                    <a:pt x="2373" y="4990"/>
                  </a:lnTo>
                  <a:lnTo>
                    <a:pt x="4990" y="2373"/>
                  </a:lnTo>
                  <a:lnTo>
                    <a:pt x="4990" y="0"/>
                  </a:lnTo>
                  <a:lnTo>
                    <a:pt x="2139" y="0"/>
                  </a:lnTo>
                  <a:lnTo>
                    <a:pt x="2139" y="1192"/>
                  </a:lnTo>
                  <a:lnTo>
                    <a:pt x="1192" y="2139"/>
                  </a:lnTo>
                  <a:lnTo>
                    <a:pt x="0" y="2139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1676" name="Graph element 586"/>
            <p:cNvSpPr/>
            <p:nvPr/>
          </p:nvSpPr>
          <p:spPr>
            <a:xfrm>
              <a:off x="183914" y="1513010"/>
              <a:ext cx="2851" cy="335036"/>
            </a:xfrm>
            <a:custGeom>
              <a:avLst/>
              <a:gdLst/>
              <a:ahLst/>
              <a:cxnLst/>
              <a:rect l="0" t="0" r="r" b="b"/>
              <a:pathLst>
                <a:path w="2851" h="335036" stroke="0" extrusionOk="0">
                  <a:moveTo>
                    <a:pt x="0" y="335036"/>
                  </a:moveTo>
                  <a:lnTo>
                    <a:pt x="2851" y="335036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335036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1677" name="Graph element 587"/>
            <p:cNvSpPr/>
            <p:nvPr/>
          </p:nvSpPr>
          <p:spPr>
            <a:xfrm>
              <a:off x="1287038" y="1160152"/>
              <a:ext cx="2851" cy="235238"/>
            </a:xfrm>
            <a:custGeom>
              <a:avLst/>
              <a:gdLst/>
              <a:ahLst/>
              <a:cxnLst/>
              <a:rect l="0" t="0" r="r" b="b"/>
              <a:pathLst>
                <a:path w="2851" h="235238" stroke="0" extrusionOk="0">
                  <a:moveTo>
                    <a:pt x="0" y="235238"/>
                  </a:moveTo>
                  <a:lnTo>
                    <a:pt x="2851" y="235238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35238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1678" name="Graph element 588"/>
            <p:cNvSpPr/>
            <p:nvPr/>
          </p:nvSpPr>
          <p:spPr>
            <a:xfrm>
              <a:off x="1251396" y="1160152"/>
              <a:ext cx="2851" cy="235238"/>
            </a:xfrm>
            <a:custGeom>
              <a:avLst/>
              <a:gdLst/>
              <a:ahLst/>
              <a:cxnLst/>
              <a:rect l="0" t="0" r="r" b="b"/>
              <a:pathLst>
                <a:path w="2851" h="235238" stroke="0" extrusionOk="0">
                  <a:moveTo>
                    <a:pt x="0" y="235238"/>
                  </a:moveTo>
                  <a:lnTo>
                    <a:pt x="2851" y="235238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35238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1679" name="Graph element 589"/>
            <p:cNvSpPr/>
            <p:nvPr/>
          </p:nvSpPr>
          <p:spPr>
            <a:xfrm>
              <a:off x="354996" y="1160152"/>
              <a:ext cx="2851" cy="235238"/>
            </a:xfrm>
            <a:custGeom>
              <a:avLst/>
              <a:gdLst/>
              <a:ahLst/>
              <a:cxnLst/>
              <a:rect l="0" t="0" r="r" b="b"/>
              <a:pathLst>
                <a:path w="2851" h="235238" stroke="0" extrusionOk="0">
                  <a:moveTo>
                    <a:pt x="0" y="235238"/>
                  </a:moveTo>
                  <a:lnTo>
                    <a:pt x="2851" y="235238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35238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1680" name="Graph element 590"/>
            <p:cNvSpPr/>
            <p:nvPr/>
          </p:nvSpPr>
          <p:spPr>
            <a:xfrm>
              <a:off x="333611" y="1160152"/>
              <a:ext cx="2851" cy="235238"/>
            </a:xfrm>
            <a:custGeom>
              <a:avLst/>
              <a:gdLst/>
              <a:ahLst/>
              <a:cxnLst/>
              <a:rect l="0" t="0" r="r" b="b"/>
              <a:pathLst>
                <a:path w="2851" h="235238" stroke="0" extrusionOk="0">
                  <a:moveTo>
                    <a:pt x="0" y="235238"/>
                  </a:moveTo>
                  <a:lnTo>
                    <a:pt x="2851" y="235238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35238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1681" name="Graph element 591"/>
            <p:cNvSpPr/>
            <p:nvPr/>
          </p:nvSpPr>
          <p:spPr>
            <a:xfrm>
              <a:off x="183914" y="1160152"/>
              <a:ext cx="2851" cy="235238"/>
            </a:xfrm>
            <a:custGeom>
              <a:avLst/>
              <a:gdLst/>
              <a:ahLst/>
              <a:cxnLst/>
              <a:rect l="0" t="0" r="r" b="b"/>
              <a:pathLst>
                <a:path w="2851" h="235238" stroke="0" extrusionOk="0">
                  <a:moveTo>
                    <a:pt x="0" y="235238"/>
                  </a:moveTo>
                  <a:lnTo>
                    <a:pt x="2851" y="235238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35238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1682" name="Graph element 592"/>
            <p:cNvSpPr/>
            <p:nvPr/>
          </p:nvSpPr>
          <p:spPr>
            <a:xfrm>
              <a:off x="183914" y="1031840"/>
              <a:ext cx="2851" cy="112273"/>
            </a:xfrm>
            <a:custGeom>
              <a:avLst/>
              <a:gdLst/>
              <a:ahLst/>
              <a:cxnLst/>
              <a:rect l="0" t="0" r="r" b="b"/>
              <a:pathLst>
                <a:path w="2851" h="112273" stroke="0" extrusionOk="0">
                  <a:moveTo>
                    <a:pt x="0" y="112273"/>
                  </a:moveTo>
                  <a:lnTo>
                    <a:pt x="2851" y="112273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12273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1683" name="Graph element 593"/>
            <p:cNvSpPr/>
            <p:nvPr/>
          </p:nvSpPr>
          <p:spPr>
            <a:xfrm>
              <a:off x="181775" y="121540"/>
              <a:ext cx="4990" cy="887133"/>
            </a:xfrm>
            <a:custGeom>
              <a:avLst/>
              <a:gdLst/>
              <a:ahLst/>
              <a:cxnLst/>
              <a:rect l="0" t="0" r="r" b="b"/>
              <a:pathLst>
                <a:path w="4990" h="887133" stroke="0" extrusionOk="0">
                  <a:moveTo>
                    <a:pt x="1192" y="2851"/>
                  </a:moveTo>
                  <a:lnTo>
                    <a:pt x="2139" y="3798"/>
                  </a:lnTo>
                  <a:lnTo>
                    <a:pt x="2139" y="887133"/>
                  </a:lnTo>
                  <a:lnTo>
                    <a:pt x="4990" y="887133"/>
                  </a:lnTo>
                  <a:lnTo>
                    <a:pt x="4990" y="2617"/>
                  </a:lnTo>
                  <a:lnTo>
                    <a:pt x="2373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192" y="2851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1684" name="Graph element 594"/>
            <p:cNvSpPr/>
            <p:nvPr/>
          </p:nvSpPr>
          <p:spPr>
            <a:xfrm>
              <a:off x="1974932" y="1707616"/>
              <a:ext cx="4633" cy="129381"/>
            </a:xfrm>
            <a:custGeom>
              <a:avLst/>
              <a:gdLst/>
              <a:ahLst/>
              <a:cxnLst/>
              <a:rect l="0" t="0" r="r" b="b"/>
              <a:pathLst>
                <a:path w="4633" h="129381" stroke="0" extrusionOk="0">
                  <a:moveTo>
                    <a:pt x="0" y="0"/>
                  </a:moveTo>
                  <a:lnTo>
                    <a:pt x="0" y="129381"/>
                  </a:lnTo>
                  <a:lnTo>
                    <a:pt x="4633" y="129381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685" name="Graph element 595"/>
            <p:cNvSpPr/>
            <p:nvPr/>
          </p:nvSpPr>
          <p:spPr>
            <a:xfrm>
              <a:off x="1967803" y="1707616"/>
              <a:ext cx="4633" cy="111560"/>
            </a:xfrm>
            <a:custGeom>
              <a:avLst/>
              <a:gdLst/>
              <a:ahLst/>
              <a:cxnLst/>
              <a:rect l="0" t="0" r="r" b="b"/>
              <a:pathLst>
                <a:path w="4633" h="111560" stroke="0" extrusionOk="0">
                  <a:moveTo>
                    <a:pt x="0" y="0"/>
                  </a:moveTo>
                  <a:lnTo>
                    <a:pt x="0" y="111560"/>
                  </a:lnTo>
                  <a:lnTo>
                    <a:pt x="4633" y="111560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686" name="Graph element 596"/>
            <p:cNvSpPr/>
            <p:nvPr/>
          </p:nvSpPr>
          <p:spPr>
            <a:xfrm>
              <a:off x="1960675" y="1707616"/>
              <a:ext cx="4633" cy="72354"/>
            </a:xfrm>
            <a:custGeom>
              <a:avLst/>
              <a:gdLst/>
              <a:ahLst/>
              <a:cxnLst/>
              <a:rect l="0" t="0" r="r" b="b"/>
              <a:pathLst>
                <a:path w="4633" h="72354" stroke="0" extrusionOk="0">
                  <a:moveTo>
                    <a:pt x="0" y="0"/>
                  </a:moveTo>
                  <a:lnTo>
                    <a:pt x="0" y="72354"/>
                  </a:lnTo>
                  <a:lnTo>
                    <a:pt x="4633" y="72354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687" name="Graph element 597"/>
            <p:cNvSpPr/>
            <p:nvPr/>
          </p:nvSpPr>
          <p:spPr>
            <a:xfrm>
              <a:off x="1953547" y="1707616"/>
              <a:ext cx="4633" cy="63443"/>
            </a:xfrm>
            <a:custGeom>
              <a:avLst/>
              <a:gdLst/>
              <a:ahLst/>
              <a:cxnLst/>
              <a:rect l="0" t="0" r="r" b="b"/>
              <a:pathLst>
                <a:path w="4633" h="63443" stroke="0" extrusionOk="0">
                  <a:moveTo>
                    <a:pt x="0" y="0"/>
                  </a:moveTo>
                  <a:lnTo>
                    <a:pt x="0" y="63443"/>
                  </a:lnTo>
                  <a:lnTo>
                    <a:pt x="4633" y="63443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688" name="Graph element 598"/>
            <p:cNvSpPr/>
            <p:nvPr/>
          </p:nvSpPr>
          <p:spPr>
            <a:xfrm>
              <a:off x="1946418" y="1707616"/>
              <a:ext cx="4633" cy="63443"/>
            </a:xfrm>
            <a:custGeom>
              <a:avLst/>
              <a:gdLst/>
              <a:ahLst/>
              <a:cxnLst/>
              <a:rect l="0" t="0" r="r" b="b"/>
              <a:pathLst>
                <a:path w="4633" h="63443" stroke="0" extrusionOk="0">
                  <a:moveTo>
                    <a:pt x="0" y="0"/>
                  </a:moveTo>
                  <a:lnTo>
                    <a:pt x="0" y="63443"/>
                  </a:lnTo>
                  <a:lnTo>
                    <a:pt x="4633" y="63443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689" name="Graph element 599"/>
            <p:cNvSpPr/>
            <p:nvPr/>
          </p:nvSpPr>
          <p:spPr>
            <a:xfrm>
              <a:off x="1939290" y="1707616"/>
              <a:ext cx="4633" cy="56315"/>
            </a:xfrm>
            <a:custGeom>
              <a:avLst/>
              <a:gdLst/>
              <a:ahLst/>
              <a:cxnLst/>
              <a:rect l="0" t="0" r="r" b="b"/>
              <a:pathLst>
                <a:path w="4633" h="56315" stroke="0" extrusionOk="0">
                  <a:moveTo>
                    <a:pt x="0" y="0"/>
                  </a:moveTo>
                  <a:lnTo>
                    <a:pt x="0" y="56315"/>
                  </a:lnTo>
                  <a:lnTo>
                    <a:pt x="4633" y="56315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690" name="Graph element 600"/>
            <p:cNvSpPr/>
            <p:nvPr/>
          </p:nvSpPr>
          <p:spPr>
            <a:xfrm>
              <a:off x="1932161" y="1707616"/>
              <a:ext cx="4633" cy="52750"/>
            </a:xfrm>
            <a:custGeom>
              <a:avLst/>
              <a:gdLst/>
              <a:ahLst/>
              <a:cxnLst/>
              <a:rect l="0" t="0" r="r" b="b"/>
              <a:pathLst>
                <a:path w="4633" h="52750" stroke="0" extrusionOk="0">
                  <a:moveTo>
                    <a:pt x="0" y="0"/>
                  </a:moveTo>
                  <a:lnTo>
                    <a:pt x="0" y="52750"/>
                  </a:lnTo>
                  <a:lnTo>
                    <a:pt x="4633" y="52750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691" name="Graph element 601"/>
            <p:cNvSpPr/>
            <p:nvPr/>
          </p:nvSpPr>
          <p:spPr>
            <a:xfrm>
              <a:off x="1925033" y="1707616"/>
              <a:ext cx="4633" cy="52750"/>
            </a:xfrm>
            <a:custGeom>
              <a:avLst/>
              <a:gdLst/>
              <a:ahLst/>
              <a:cxnLst/>
              <a:rect l="0" t="0" r="r" b="b"/>
              <a:pathLst>
                <a:path w="4633" h="52750" stroke="0" extrusionOk="0">
                  <a:moveTo>
                    <a:pt x="0" y="0"/>
                  </a:moveTo>
                  <a:lnTo>
                    <a:pt x="0" y="52750"/>
                  </a:lnTo>
                  <a:lnTo>
                    <a:pt x="4633" y="52750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692" name="Graph element 602"/>
            <p:cNvSpPr/>
            <p:nvPr/>
          </p:nvSpPr>
          <p:spPr>
            <a:xfrm>
              <a:off x="1917904" y="1707616"/>
              <a:ext cx="4633" cy="49186"/>
            </a:xfrm>
            <a:custGeom>
              <a:avLst/>
              <a:gdLst/>
              <a:ahLst/>
              <a:cxnLst/>
              <a:rect l="0" t="0" r="r" b="b"/>
              <a:pathLst>
                <a:path w="4633" h="49186" stroke="0" extrusionOk="0">
                  <a:moveTo>
                    <a:pt x="0" y="0"/>
                  </a:moveTo>
                  <a:lnTo>
                    <a:pt x="0" y="49186"/>
                  </a:lnTo>
                  <a:lnTo>
                    <a:pt x="4633" y="49186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693" name="Graph element 603"/>
            <p:cNvSpPr/>
            <p:nvPr/>
          </p:nvSpPr>
          <p:spPr>
            <a:xfrm>
              <a:off x="1910776" y="1707616"/>
              <a:ext cx="4633" cy="47404"/>
            </a:xfrm>
            <a:custGeom>
              <a:avLst/>
              <a:gdLst/>
              <a:ahLst/>
              <a:cxnLst/>
              <a:rect l="0" t="0" r="r" b="b"/>
              <a:pathLst>
                <a:path w="4633" h="47404" stroke="0" extrusionOk="0">
                  <a:moveTo>
                    <a:pt x="0" y="0"/>
                  </a:moveTo>
                  <a:lnTo>
                    <a:pt x="0" y="47404"/>
                  </a:lnTo>
                  <a:lnTo>
                    <a:pt x="4633" y="47404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694" name="Graph element 604"/>
            <p:cNvSpPr/>
            <p:nvPr/>
          </p:nvSpPr>
          <p:spPr>
            <a:xfrm>
              <a:off x="1903648" y="1709041"/>
              <a:ext cx="2851" cy="42771"/>
            </a:xfrm>
            <a:custGeom>
              <a:avLst/>
              <a:gdLst/>
              <a:ahLst/>
              <a:cxnLst/>
              <a:rect l="0" t="0" r="r" b="b"/>
              <a:pathLst>
                <a:path w="2851" h="42771" stroke="0" extrusionOk="0">
                  <a:moveTo>
                    <a:pt x="0" y="42771"/>
                  </a:moveTo>
                  <a:lnTo>
                    <a:pt x="2851" y="42771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42771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695" name="Graph element 605"/>
            <p:cNvSpPr/>
            <p:nvPr/>
          </p:nvSpPr>
          <p:spPr>
            <a:xfrm>
              <a:off x="1896519" y="1709041"/>
              <a:ext cx="2851" cy="42771"/>
            </a:xfrm>
            <a:custGeom>
              <a:avLst/>
              <a:gdLst/>
              <a:ahLst/>
              <a:cxnLst/>
              <a:rect l="0" t="0" r="r" b="b"/>
              <a:pathLst>
                <a:path w="2851" h="42771" stroke="0" extrusionOk="0">
                  <a:moveTo>
                    <a:pt x="0" y="42771"/>
                  </a:moveTo>
                  <a:lnTo>
                    <a:pt x="2851" y="42771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42771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696" name="Graph element 606"/>
            <p:cNvSpPr/>
            <p:nvPr/>
          </p:nvSpPr>
          <p:spPr>
            <a:xfrm>
              <a:off x="1889391" y="1709041"/>
              <a:ext cx="2851" cy="39206"/>
            </a:xfrm>
            <a:custGeom>
              <a:avLst/>
              <a:gdLst/>
              <a:ahLst/>
              <a:cxnLst/>
              <a:rect l="0" t="0" r="r" b="b"/>
              <a:pathLst>
                <a:path w="2851" h="39206" stroke="0" extrusionOk="0">
                  <a:moveTo>
                    <a:pt x="0" y="39206"/>
                  </a:moveTo>
                  <a:lnTo>
                    <a:pt x="2851" y="39206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39206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697" name="Graph element 607"/>
            <p:cNvSpPr/>
            <p:nvPr/>
          </p:nvSpPr>
          <p:spPr>
            <a:xfrm>
              <a:off x="1882262" y="1709041"/>
              <a:ext cx="2851" cy="37424"/>
            </a:xfrm>
            <a:custGeom>
              <a:avLst/>
              <a:gdLst/>
              <a:ahLst/>
              <a:cxnLst/>
              <a:rect l="0" t="0" r="r" b="b"/>
              <a:pathLst>
                <a:path w="2851" h="37424" stroke="0" extrusionOk="0">
                  <a:moveTo>
                    <a:pt x="0" y="37424"/>
                  </a:moveTo>
                  <a:lnTo>
                    <a:pt x="2851" y="37424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37424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698" name="Graph element 608"/>
            <p:cNvSpPr/>
            <p:nvPr/>
          </p:nvSpPr>
          <p:spPr>
            <a:xfrm>
              <a:off x="1875134" y="1709041"/>
              <a:ext cx="2851" cy="35642"/>
            </a:xfrm>
            <a:custGeom>
              <a:avLst/>
              <a:gdLst/>
              <a:ahLst/>
              <a:cxnLst/>
              <a:rect l="0" t="0" r="r" b="b"/>
              <a:pathLst>
                <a:path w="2851" h="35642" stroke="0" extrusionOk="0">
                  <a:moveTo>
                    <a:pt x="0" y="35642"/>
                  </a:moveTo>
                  <a:lnTo>
                    <a:pt x="2851" y="35642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35642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699" name="Graph element 609"/>
            <p:cNvSpPr/>
            <p:nvPr/>
          </p:nvSpPr>
          <p:spPr>
            <a:xfrm>
              <a:off x="1868005" y="1709041"/>
              <a:ext cx="2851" cy="35642"/>
            </a:xfrm>
            <a:custGeom>
              <a:avLst/>
              <a:gdLst/>
              <a:ahLst/>
              <a:cxnLst/>
              <a:rect l="0" t="0" r="r" b="b"/>
              <a:pathLst>
                <a:path w="2851" h="35642" stroke="0" extrusionOk="0">
                  <a:moveTo>
                    <a:pt x="0" y="35642"/>
                  </a:moveTo>
                  <a:lnTo>
                    <a:pt x="2851" y="35642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35642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00" name="Graph element 610"/>
            <p:cNvSpPr/>
            <p:nvPr/>
          </p:nvSpPr>
          <p:spPr>
            <a:xfrm>
              <a:off x="1860877" y="1709041"/>
              <a:ext cx="2851" cy="33860"/>
            </a:xfrm>
            <a:custGeom>
              <a:avLst/>
              <a:gdLst/>
              <a:ahLst/>
              <a:cxnLst/>
              <a:rect l="0" t="0" r="r" b="b"/>
              <a:pathLst>
                <a:path w="2851" h="33860" stroke="0" extrusionOk="0">
                  <a:moveTo>
                    <a:pt x="0" y="33860"/>
                  </a:moveTo>
                  <a:lnTo>
                    <a:pt x="2851" y="33860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33860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01" name="Graph element 611"/>
            <p:cNvSpPr/>
            <p:nvPr/>
          </p:nvSpPr>
          <p:spPr>
            <a:xfrm>
              <a:off x="1853749" y="1709041"/>
              <a:ext cx="2851" cy="32078"/>
            </a:xfrm>
            <a:custGeom>
              <a:avLst/>
              <a:gdLst/>
              <a:ahLst/>
              <a:cxnLst/>
              <a:rect l="0" t="0" r="r" b="b"/>
              <a:pathLst>
                <a:path w="2851" h="32078" stroke="0" extrusionOk="0">
                  <a:moveTo>
                    <a:pt x="0" y="32078"/>
                  </a:moveTo>
                  <a:lnTo>
                    <a:pt x="2851" y="32078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32078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02" name="Graph element 612"/>
            <p:cNvSpPr/>
            <p:nvPr/>
          </p:nvSpPr>
          <p:spPr>
            <a:xfrm>
              <a:off x="1846620" y="1709041"/>
              <a:ext cx="2851" cy="30296"/>
            </a:xfrm>
            <a:custGeom>
              <a:avLst/>
              <a:gdLst/>
              <a:ahLst/>
              <a:cxnLst/>
              <a:rect l="0" t="0" r="r" b="b"/>
              <a:pathLst>
                <a:path w="2851" h="30296" stroke="0" extrusionOk="0">
                  <a:moveTo>
                    <a:pt x="0" y="30296"/>
                  </a:moveTo>
                  <a:lnTo>
                    <a:pt x="2851" y="30296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30296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03" name="Graph element 613"/>
            <p:cNvSpPr/>
            <p:nvPr/>
          </p:nvSpPr>
          <p:spPr>
            <a:xfrm>
              <a:off x="1839492" y="1709041"/>
              <a:ext cx="2851" cy="28514"/>
            </a:xfrm>
            <a:custGeom>
              <a:avLst/>
              <a:gdLst/>
              <a:ahLst/>
              <a:cxnLst/>
              <a:rect l="0" t="0" r="r" b="b"/>
              <a:pathLst>
                <a:path w="2851" h="28514" stroke="0" extrusionOk="0">
                  <a:moveTo>
                    <a:pt x="0" y="28514"/>
                  </a:moveTo>
                  <a:lnTo>
                    <a:pt x="2851" y="28514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8514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04" name="Graph element 614"/>
            <p:cNvSpPr/>
            <p:nvPr/>
          </p:nvSpPr>
          <p:spPr>
            <a:xfrm>
              <a:off x="1832363" y="1709041"/>
              <a:ext cx="2851" cy="26732"/>
            </a:xfrm>
            <a:custGeom>
              <a:avLst/>
              <a:gdLst/>
              <a:ahLst/>
              <a:cxnLst/>
              <a:rect l="0" t="0" r="r" b="b"/>
              <a:pathLst>
                <a:path w="2851" h="26732" stroke="0" extrusionOk="0">
                  <a:moveTo>
                    <a:pt x="0" y="26732"/>
                  </a:moveTo>
                  <a:lnTo>
                    <a:pt x="2851" y="26732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6732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05" name="Graph element 615"/>
            <p:cNvSpPr/>
            <p:nvPr/>
          </p:nvSpPr>
          <p:spPr>
            <a:xfrm>
              <a:off x="1825235" y="1709041"/>
              <a:ext cx="2851" cy="26732"/>
            </a:xfrm>
            <a:custGeom>
              <a:avLst/>
              <a:gdLst/>
              <a:ahLst/>
              <a:cxnLst/>
              <a:rect l="0" t="0" r="r" b="b"/>
              <a:pathLst>
                <a:path w="2851" h="26732" stroke="0" extrusionOk="0">
                  <a:moveTo>
                    <a:pt x="0" y="26732"/>
                  </a:moveTo>
                  <a:lnTo>
                    <a:pt x="2851" y="26732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6732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06" name="Graph element 616"/>
            <p:cNvSpPr/>
            <p:nvPr/>
          </p:nvSpPr>
          <p:spPr>
            <a:xfrm>
              <a:off x="1818106" y="1709041"/>
              <a:ext cx="2851" cy="21385"/>
            </a:xfrm>
            <a:custGeom>
              <a:avLst/>
              <a:gdLst/>
              <a:ahLst/>
              <a:cxnLst/>
              <a:rect l="0" t="0" r="r" b="b"/>
              <a:pathLst>
                <a:path w="2851" h="21385" stroke="0" extrusionOk="0">
                  <a:moveTo>
                    <a:pt x="0" y="21385"/>
                  </a:moveTo>
                  <a:lnTo>
                    <a:pt x="2851" y="21385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1385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07" name="Graph element 617"/>
            <p:cNvSpPr/>
            <p:nvPr/>
          </p:nvSpPr>
          <p:spPr>
            <a:xfrm>
              <a:off x="1810978" y="1709041"/>
              <a:ext cx="2851" cy="17821"/>
            </a:xfrm>
            <a:custGeom>
              <a:avLst/>
              <a:gdLst/>
              <a:ahLst/>
              <a:cxnLst/>
              <a:rect l="0" t="0" r="r" b="b"/>
              <a:pathLst>
                <a:path w="2851" h="17821" stroke="0" extrusionOk="0">
                  <a:moveTo>
                    <a:pt x="0" y="17821"/>
                  </a:moveTo>
                  <a:lnTo>
                    <a:pt x="2851" y="17821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7821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08" name="Graph element 618"/>
            <p:cNvSpPr/>
            <p:nvPr/>
          </p:nvSpPr>
          <p:spPr>
            <a:xfrm>
              <a:off x="1803849" y="1709041"/>
              <a:ext cx="2851" cy="17821"/>
            </a:xfrm>
            <a:custGeom>
              <a:avLst/>
              <a:gdLst/>
              <a:ahLst/>
              <a:cxnLst/>
              <a:rect l="0" t="0" r="r" b="b"/>
              <a:pathLst>
                <a:path w="2851" h="17821" stroke="0" extrusionOk="0">
                  <a:moveTo>
                    <a:pt x="0" y="17821"/>
                  </a:moveTo>
                  <a:lnTo>
                    <a:pt x="2851" y="17821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7821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09" name="Graph element 619"/>
            <p:cNvSpPr/>
            <p:nvPr/>
          </p:nvSpPr>
          <p:spPr>
            <a:xfrm>
              <a:off x="1796721" y="1709041"/>
              <a:ext cx="2851" cy="17821"/>
            </a:xfrm>
            <a:custGeom>
              <a:avLst/>
              <a:gdLst/>
              <a:ahLst/>
              <a:cxnLst/>
              <a:rect l="0" t="0" r="r" b="b"/>
              <a:pathLst>
                <a:path w="2851" h="17821" stroke="0" extrusionOk="0">
                  <a:moveTo>
                    <a:pt x="0" y="17821"/>
                  </a:moveTo>
                  <a:lnTo>
                    <a:pt x="2851" y="17821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7821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10" name="Graph element 620"/>
            <p:cNvSpPr/>
            <p:nvPr/>
          </p:nvSpPr>
          <p:spPr>
            <a:xfrm>
              <a:off x="1789593" y="1709041"/>
              <a:ext cx="2851" cy="16039"/>
            </a:xfrm>
            <a:custGeom>
              <a:avLst/>
              <a:gdLst/>
              <a:ahLst/>
              <a:cxnLst/>
              <a:rect l="0" t="0" r="r" b="b"/>
              <a:pathLst>
                <a:path w="2851" h="16039" stroke="0" extrusionOk="0">
                  <a:moveTo>
                    <a:pt x="0" y="16039"/>
                  </a:moveTo>
                  <a:lnTo>
                    <a:pt x="2851" y="16039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6039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11" name="Graph element 621"/>
            <p:cNvSpPr/>
            <p:nvPr/>
          </p:nvSpPr>
          <p:spPr>
            <a:xfrm>
              <a:off x="1782464" y="1709041"/>
              <a:ext cx="2851" cy="16039"/>
            </a:xfrm>
            <a:custGeom>
              <a:avLst/>
              <a:gdLst/>
              <a:ahLst/>
              <a:cxnLst/>
              <a:rect l="0" t="0" r="r" b="b"/>
              <a:pathLst>
                <a:path w="2851" h="16039" stroke="0" extrusionOk="0">
                  <a:moveTo>
                    <a:pt x="0" y="16039"/>
                  </a:moveTo>
                  <a:lnTo>
                    <a:pt x="2851" y="16039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6039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12" name="Graph element 622"/>
            <p:cNvSpPr/>
            <p:nvPr/>
          </p:nvSpPr>
          <p:spPr>
            <a:xfrm>
              <a:off x="1775336" y="1709041"/>
              <a:ext cx="2851" cy="14257"/>
            </a:xfrm>
            <a:custGeom>
              <a:avLst/>
              <a:gdLst/>
              <a:ahLst/>
              <a:cxnLst/>
              <a:rect l="0" t="0" r="r" b="b"/>
              <a:pathLst>
                <a:path w="2851" h="14257" stroke="0" extrusionOk="0">
                  <a:moveTo>
                    <a:pt x="0" y="14257"/>
                  </a:moveTo>
                  <a:lnTo>
                    <a:pt x="2851" y="14257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4257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13" name="Graph element 623"/>
            <p:cNvSpPr/>
            <p:nvPr/>
          </p:nvSpPr>
          <p:spPr>
            <a:xfrm>
              <a:off x="1768207" y="1709041"/>
              <a:ext cx="2851" cy="12475"/>
            </a:xfrm>
            <a:custGeom>
              <a:avLst/>
              <a:gdLst/>
              <a:ahLst/>
              <a:cxnLst/>
              <a:rect l="0" t="0" r="r" b="b"/>
              <a:pathLst>
                <a:path w="2851" h="12475" stroke="0" extrusionOk="0">
                  <a:moveTo>
                    <a:pt x="0" y="12475"/>
                  </a:moveTo>
                  <a:lnTo>
                    <a:pt x="2851" y="12475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2475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14" name="Graph element 624"/>
            <p:cNvSpPr/>
            <p:nvPr/>
          </p:nvSpPr>
          <p:spPr>
            <a:xfrm>
              <a:off x="1761079" y="1709041"/>
              <a:ext cx="2851" cy="12475"/>
            </a:xfrm>
            <a:custGeom>
              <a:avLst/>
              <a:gdLst/>
              <a:ahLst/>
              <a:cxnLst/>
              <a:rect l="0" t="0" r="r" b="b"/>
              <a:pathLst>
                <a:path w="2851" h="12475" stroke="0" extrusionOk="0">
                  <a:moveTo>
                    <a:pt x="0" y="12475"/>
                  </a:moveTo>
                  <a:lnTo>
                    <a:pt x="2851" y="12475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2475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15" name="Graph element 625"/>
            <p:cNvSpPr/>
            <p:nvPr/>
          </p:nvSpPr>
          <p:spPr>
            <a:xfrm>
              <a:off x="1753950" y="1709041"/>
              <a:ext cx="2851" cy="12475"/>
            </a:xfrm>
            <a:custGeom>
              <a:avLst/>
              <a:gdLst/>
              <a:ahLst/>
              <a:cxnLst/>
              <a:rect l="0" t="0" r="r" b="b"/>
              <a:pathLst>
                <a:path w="2851" h="12475" stroke="0" extrusionOk="0">
                  <a:moveTo>
                    <a:pt x="0" y="12475"/>
                  </a:moveTo>
                  <a:lnTo>
                    <a:pt x="2851" y="12475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2475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16" name="Graph element 626"/>
            <p:cNvSpPr/>
            <p:nvPr/>
          </p:nvSpPr>
          <p:spPr>
            <a:xfrm>
              <a:off x="1745040" y="1707616"/>
              <a:ext cx="4633" cy="15326"/>
            </a:xfrm>
            <a:custGeom>
              <a:avLst/>
              <a:gdLst/>
              <a:ahLst/>
              <a:cxnLst/>
              <a:rect l="0" t="0" r="r" b="b"/>
              <a:pathLst>
                <a:path w="4633" h="15326" stroke="0" extrusionOk="0">
                  <a:moveTo>
                    <a:pt x="0" y="0"/>
                  </a:moveTo>
                  <a:lnTo>
                    <a:pt x="0" y="15326"/>
                  </a:lnTo>
                  <a:lnTo>
                    <a:pt x="4633" y="15326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17" name="Graph element 627"/>
            <p:cNvSpPr/>
            <p:nvPr/>
          </p:nvSpPr>
          <p:spPr>
            <a:xfrm>
              <a:off x="1737912" y="1707616"/>
              <a:ext cx="4633" cy="15326"/>
            </a:xfrm>
            <a:custGeom>
              <a:avLst/>
              <a:gdLst/>
              <a:ahLst/>
              <a:cxnLst/>
              <a:rect l="0" t="0" r="r" b="b"/>
              <a:pathLst>
                <a:path w="4633" h="15326" stroke="0" extrusionOk="0">
                  <a:moveTo>
                    <a:pt x="0" y="0"/>
                  </a:moveTo>
                  <a:lnTo>
                    <a:pt x="0" y="15326"/>
                  </a:lnTo>
                  <a:lnTo>
                    <a:pt x="4633" y="15326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18" name="Graph element 628"/>
            <p:cNvSpPr/>
            <p:nvPr/>
          </p:nvSpPr>
          <p:spPr>
            <a:xfrm>
              <a:off x="1730783" y="1707616"/>
              <a:ext cx="4633" cy="13544"/>
            </a:xfrm>
            <a:custGeom>
              <a:avLst/>
              <a:gdLst/>
              <a:ahLst/>
              <a:cxnLst/>
              <a:rect l="0" t="0" r="r" b="b"/>
              <a:pathLst>
                <a:path w="4633" h="13544" stroke="0" extrusionOk="0">
                  <a:moveTo>
                    <a:pt x="0" y="0"/>
                  </a:moveTo>
                  <a:lnTo>
                    <a:pt x="0" y="13544"/>
                  </a:lnTo>
                  <a:lnTo>
                    <a:pt x="4633" y="13544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19" name="Graph element 629"/>
            <p:cNvSpPr/>
            <p:nvPr/>
          </p:nvSpPr>
          <p:spPr>
            <a:xfrm>
              <a:off x="1723655" y="1707616"/>
              <a:ext cx="4633" cy="13544"/>
            </a:xfrm>
            <a:custGeom>
              <a:avLst/>
              <a:gdLst/>
              <a:ahLst/>
              <a:cxnLst/>
              <a:rect l="0" t="0" r="r" b="b"/>
              <a:pathLst>
                <a:path w="4633" h="13544" stroke="0" extrusionOk="0">
                  <a:moveTo>
                    <a:pt x="0" y="0"/>
                  </a:moveTo>
                  <a:lnTo>
                    <a:pt x="0" y="13544"/>
                  </a:lnTo>
                  <a:lnTo>
                    <a:pt x="4633" y="13544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20" name="Graph element 630"/>
            <p:cNvSpPr/>
            <p:nvPr/>
          </p:nvSpPr>
          <p:spPr>
            <a:xfrm>
              <a:off x="1716526" y="1707616"/>
              <a:ext cx="4633" cy="13544"/>
            </a:xfrm>
            <a:custGeom>
              <a:avLst/>
              <a:gdLst/>
              <a:ahLst/>
              <a:cxnLst/>
              <a:rect l="0" t="0" r="r" b="b"/>
              <a:pathLst>
                <a:path w="4633" h="13544" stroke="0" extrusionOk="0">
                  <a:moveTo>
                    <a:pt x="0" y="0"/>
                  </a:moveTo>
                  <a:lnTo>
                    <a:pt x="0" y="13544"/>
                  </a:lnTo>
                  <a:lnTo>
                    <a:pt x="4633" y="13544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21" name="Graph element 631"/>
            <p:cNvSpPr/>
            <p:nvPr/>
          </p:nvSpPr>
          <p:spPr>
            <a:xfrm>
              <a:off x="1709398" y="1707616"/>
              <a:ext cx="4633" cy="11762"/>
            </a:xfrm>
            <a:custGeom>
              <a:avLst/>
              <a:gdLst/>
              <a:ahLst/>
              <a:cxnLst/>
              <a:rect l="0" t="0" r="r" b="b"/>
              <a:pathLst>
                <a:path w="4633" h="11762" stroke="0" extrusionOk="0">
                  <a:moveTo>
                    <a:pt x="0" y="0"/>
                  </a:moveTo>
                  <a:lnTo>
                    <a:pt x="0" y="11762"/>
                  </a:lnTo>
                  <a:lnTo>
                    <a:pt x="4633" y="11762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22" name="Graph element 632"/>
            <p:cNvSpPr/>
            <p:nvPr/>
          </p:nvSpPr>
          <p:spPr>
            <a:xfrm>
              <a:off x="1702269" y="1707616"/>
              <a:ext cx="4633" cy="11762"/>
            </a:xfrm>
            <a:custGeom>
              <a:avLst/>
              <a:gdLst/>
              <a:ahLst/>
              <a:cxnLst/>
              <a:rect l="0" t="0" r="r" b="b"/>
              <a:pathLst>
                <a:path w="4633" h="11762" stroke="0" extrusionOk="0">
                  <a:moveTo>
                    <a:pt x="0" y="0"/>
                  </a:moveTo>
                  <a:lnTo>
                    <a:pt x="0" y="11762"/>
                  </a:lnTo>
                  <a:lnTo>
                    <a:pt x="4633" y="11762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23" name="Graph element 633"/>
            <p:cNvSpPr/>
            <p:nvPr/>
          </p:nvSpPr>
          <p:spPr>
            <a:xfrm>
              <a:off x="1695141" y="1707616"/>
              <a:ext cx="4633" cy="11762"/>
            </a:xfrm>
            <a:custGeom>
              <a:avLst/>
              <a:gdLst/>
              <a:ahLst/>
              <a:cxnLst/>
              <a:rect l="0" t="0" r="r" b="b"/>
              <a:pathLst>
                <a:path w="4633" h="11762" stroke="0" extrusionOk="0">
                  <a:moveTo>
                    <a:pt x="0" y="0"/>
                  </a:moveTo>
                  <a:lnTo>
                    <a:pt x="0" y="11762"/>
                  </a:lnTo>
                  <a:lnTo>
                    <a:pt x="4633" y="11762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24" name="Graph element 634"/>
            <p:cNvSpPr/>
            <p:nvPr/>
          </p:nvSpPr>
          <p:spPr>
            <a:xfrm>
              <a:off x="1688012" y="1707616"/>
              <a:ext cx="4633" cy="11762"/>
            </a:xfrm>
            <a:custGeom>
              <a:avLst/>
              <a:gdLst/>
              <a:ahLst/>
              <a:cxnLst/>
              <a:rect l="0" t="0" r="r" b="b"/>
              <a:pathLst>
                <a:path w="4633" h="11762" stroke="0" extrusionOk="0">
                  <a:moveTo>
                    <a:pt x="0" y="0"/>
                  </a:moveTo>
                  <a:lnTo>
                    <a:pt x="0" y="11762"/>
                  </a:lnTo>
                  <a:lnTo>
                    <a:pt x="4633" y="11762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25" name="Graph element 635"/>
            <p:cNvSpPr/>
            <p:nvPr/>
          </p:nvSpPr>
          <p:spPr>
            <a:xfrm>
              <a:off x="1680884" y="1707616"/>
              <a:ext cx="4633" cy="9980"/>
            </a:xfrm>
            <a:custGeom>
              <a:avLst/>
              <a:gdLst/>
              <a:ahLst/>
              <a:cxnLst/>
              <a:rect l="0" t="0" r="r" b="b"/>
              <a:pathLst>
                <a:path w="4633" h="9980" stroke="0" extrusionOk="0">
                  <a:moveTo>
                    <a:pt x="0" y="0"/>
                  </a:moveTo>
                  <a:lnTo>
                    <a:pt x="0" y="9980"/>
                  </a:lnTo>
                  <a:lnTo>
                    <a:pt x="4633" y="9980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26" name="Graph element 636"/>
            <p:cNvSpPr/>
            <p:nvPr/>
          </p:nvSpPr>
          <p:spPr>
            <a:xfrm>
              <a:off x="1673756" y="1707616"/>
              <a:ext cx="4633" cy="9980"/>
            </a:xfrm>
            <a:custGeom>
              <a:avLst/>
              <a:gdLst/>
              <a:ahLst/>
              <a:cxnLst/>
              <a:rect l="0" t="0" r="r" b="b"/>
              <a:pathLst>
                <a:path w="4633" h="9980" stroke="0" extrusionOk="0">
                  <a:moveTo>
                    <a:pt x="0" y="0"/>
                  </a:moveTo>
                  <a:lnTo>
                    <a:pt x="0" y="9980"/>
                  </a:lnTo>
                  <a:lnTo>
                    <a:pt x="4633" y="9980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27" name="Graph element 637"/>
            <p:cNvSpPr/>
            <p:nvPr/>
          </p:nvSpPr>
          <p:spPr>
            <a:xfrm>
              <a:off x="1666627" y="1707616"/>
              <a:ext cx="4633" cy="9980"/>
            </a:xfrm>
            <a:custGeom>
              <a:avLst/>
              <a:gdLst/>
              <a:ahLst/>
              <a:cxnLst/>
              <a:rect l="0" t="0" r="r" b="b"/>
              <a:pathLst>
                <a:path w="4633" h="9980" stroke="0" extrusionOk="0">
                  <a:moveTo>
                    <a:pt x="0" y="0"/>
                  </a:moveTo>
                  <a:lnTo>
                    <a:pt x="0" y="9980"/>
                  </a:lnTo>
                  <a:lnTo>
                    <a:pt x="4633" y="9980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28" name="Graph element 638"/>
            <p:cNvSpPr/>
            <p:nvPr/>
          </p:nvSpPr>
          <p:spPr>
            <a:xfrm>
              <a:off x="1659499" y="1709041"/>
              <a:ext cx="2851" cy="7128"/>
            </a:xfrm>
            <a:custGeom>
              <a:avLst/>
              <a:gdLst/>
              <a:ahLst/>
              <a:cxnLst/>
              <a:rect l="0" t="0" r="r" b="b"/>
              <a:pathLst>
                <a:path w="2851" h="7128" stroke="0" extrusionOk="0">
                  <a:moveTo>
                    <a:pt x="0" y="7128"/>
                  </a:moveTo>
                  <a:lnTo>
                    <a:pt x="2851" y="7128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7128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29" name="Graph element 639"/>
            <p:cNvSpPr/>
            <p:nvPr/>
          </p:nvSpPr>
          <p:spPr>
            <a:xfrm>
              <a:off x="1652370" y="1709041"/>
              <a:ext cx="2851" cy="7128"/>
            </a:xfrm>
            <a:custGeom>
              <a:avLst/>
              <a:gdLst/>
              <a:ahLst/>
              <a:cxnLst/>
              <a:rect l="0" t="0" r="r" b="b"/>
              <a:pathLst>
                <a:path w="2851" h="7128" stroke="0" extrusionOk="0">
                  <a:moveTo>
                    <a:pt x="0" y="7128"/>
                  </a:moveTo>
                  <a:lnTo>
                    <a:pt x="2851" y="7128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7128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30" name="Graph element 640"/>
            <p:cNvSpPr/>
            <p:nvPr/>
          </p:nvSpPr>
          <p:spPr>
            <a:xfrm>
              <a:off x="1645242" y="1709041"/>
              <a:ext cx="2851" cy="5346"/>
            </a:xfrm>
            <a:custGeom>
              <a:avLst/>
              <a:gdLst/>
              <a:ahLst/>
              <a:cxnLst/>
              <a:rect l="0" t="0" r="r" b="b"/>
              <a:pathLst>
                <a:path w="2851" h="5346" stroke="0" extrusionOk="0">
                  <a:moveTo>
                    <a:pt x="0" y="5346"/>
                  </a:moveTo>
                  <a:lnTo>
                    <a:pt x="2851" y="5346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5346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31" name="Graph element 641"/>
            <p:cNvSpPr/>
            <p:nvPr/>
          </p:nvSpPr>
          <p:spPr>
            <a:xfrm>
              <a:off x="1638113" y="1709041"/>
              <a:ext cx="2851" cy="5346"/>
            </a:xfrm>
            <a:custGeom>
              <a:avLst/>
              <a:gdLst/>
              <a:ahLst/>
              <a:cxnLst/>
              <a:rect l="0" t="0" r="r" b="b"/>
              <a:pathLst>
                <a:path w="2851" h="5346" stroke="0" extrusionOk="0">
                  <a:moveTo>
                    <a:pt x="0" y="5346"/>
                  </a:moveTo>
                  <a:lnTo>
                    <a:pt x="2851" y="5346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5346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32" name="Graph element 642"/>
            <p:cNvSpPr/>
            <p:nvPr/>
          </p:nvSpPr>
          <p:spPr>
            <a:xfrm>
              <a:off x="1630985" y="1709041"/>
              <a:ext cx="2851" cy="3564"/>
            </a:xfrm>
            <a:custGeom>
              <a:avLst/>
              <a:gdLst/>
              <a:ahLst/>
              <a:cxnLst/>
              <a:rect l="0" t="0" r="r" b="b"/>
              <a:pathLst>
                <a:path w="2851" h="3564" stroke="0" extrusionOk="0">
                  <a:moveTo>
                    <a:pt x="0" y="3564"/>
                  </a:moveTo>
                  <a:lnTo>
                    <a:pt x="2851" y="3564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3564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33" name="Graph element 643"/>
            <p:cNvSpPr/>
            <p:nvPr/>
          </p:nvSpPr>
          <p:spPr>
            <a:xfrm>
              <a:off x="1623857" y="1709041"/>
              <a:ext cx="2851" cy="3564"/>
            </a:xfrm>
            <a:custGeom>
              <a:avLst/>
              <a:gdLst/>
              <a:ahLst/>
              <a:cxnLst/>
              <a:rect l="0" t="0" r="r" b="b"/>
              <a:pathLst>
                <a:path w="2851" h="3564" stroke="0" extrusionOk="0">
                  <a:moveTo>
                    <a:pt x="0" y="3564"/>
                  </a:moveTo>
                  <a:lnTo>
                    <a:pt x="2851" y="3564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3564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34" name="Graph element 644"/>
            <p:cNvSpPr/>
            <p:nvPr/>
          </p:nvSpPr>
          <p:spPr>
            <a:xfrm>
              <a:off x="1616728" y="1709041"/>
              <a:ext cx="2851" cy="3564"/>
            </a:xfrm>
            <a:custGeom>
              <a:avLst/>
              <a:gdLst/>
              <a:ahLst/>
              <a:cxnLst/>
              <a:rect l="0" t="0" r="r" b="b"/>
              <a:pathLst>
                <a:path w="2851" h="3564" stroke="0" extrusionOk="0">
                  <a:moveTo>
                    <a:pt x="0" y="3564"/>
                  </a:moveTo>
                  <a:lnTo>
                    <a:pt x="2851" y="3564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3564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35" name="Graph element 645"/>
            <p:cNvSpPr/>
            <p:nvPr/>
          </p:nvSpPr>
          <p:spPr>
            <a:xfrm>
              <a:off x="1609600" y="1709041"/>
              <a:ext cx="2851" cy="3564"/>
            </a:xfrm>
            <a:custGeom>
              <a:avLst/>
              <a:gdLst/>
              <a:ahLst/>
              <a:cxnLst/>
              <a:rect l="0" t="0" r="r" b="b"/>
              <a:pathLst>
                <a:path w="2851" h="3564" stroke="0" extrusionOk="0">
                  <a:moveTo>
                    <a:pt x="0" y="3564"/>
                  </a:moveTo>
                  <a:lnTo>
                    <a:pt x="2851" y="3564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3564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36" name="Graph element 646"/>
            <p:cNvSpPr/>
            <p:nvPr/>
          </p:nvSpPr>
          <p:spPr>
            <a:xfrm>
              <a:off x="1602471" y="1709041"/>
              <a:ext cx="2851" cy="1782"/>
            </a:xfrm>
            <a:custGeom>
              <a:avLst/>
              <a:gdLst/>
              <a:ahLst/>
              <a:cxnLst/>
              <a:rect l="0" t="0" r="r" b="b"/>
              <a:pathLst>
                <a:path w="2851" h="1782" stroke="0" extrusionOk="0">
                  <a:moveTo>
                    <a:pt x="0" y="1782"/>
                  </a:moveTo>
                  <a:lnTo>
                    <a:pt x="2851" y="1782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782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37" name="Graph element 647"/>
            <p:cNvSpPr/>
            <p:nvPr/>
          </p:nvSpPr>
          <p:spPr>
            <a:xfrm>
              <a:off x="1595343" y="1709041"/>
              <a:ext cx="2851" cy="1782"/>
            </a:xfrm>
            <a:custGeom>
              <a:avLst/>
              <a:gdLst/>
              <a:ahLst/>
              <a:cxnLst/>
              <a:rect l="0" t="0" r="r" b="b"/>
              <a:pathLst>
                <a:path w="2851" h="1782" stroke="0" extrusionOk="0">
                  <a:moveTo>
                    <a:pt x="0" y="1782"/>
                  </a:moveTo>
                  <a:lnTo>
                    <a:pt x="2851" y="1782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782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38" name="Graph element 648"/>
            <p:cNvSpPr/>
            <p:nvPr/>
          </p:nvSpPr>
          <p:spPr>
            <a:xfrm>
              <a:off x="1588214" y="1709041"/>
              <a:ext cx="2851" cy="1782"/>
            </a:xfrm>
            <a:custGeom>
              <a:avLst/>
              <a:gdLst/>
              <a:ahLst/>
              <a:cxnLst/>
              <a:rect l="0" t="0" r="r" b="b"/>
              <a:pathLst>
                <a:path w="2851" h="1782" stroke="0" extrusionOk="0">
                  <a:moveTo>
                    <a:pt x="0" y="1782"/>
                  </a:moveTo>
                  <a:lnTo>
                    <a:pt x="2851" y="1782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782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39" name="Graph element 649"/>
            <p:cNvSpPr/>
            <p:nvPr/>
          </p:nvSpPr>
          <p:spPr>
            <a:xfrm>
              <a:off x="1581086" y="1709041"/>
              <a:ext cx="2851" cy="1782"/>
            </a:xfrm>
            <a:custGeom>
              <a:avLst/>
              <a:gdLst/>
              <a:ahLst/>
              <a:cxnLst/>
              <a:rect l="0" t="0" r="r" b="b"/>
              <a:pathLst>
                <a:path w="2851" h="1782" stroke="0" extrusionOk="0">
                  <a:moveTo>
                    <a:pt x="0" y="1782"/>
                  </a:moveTo>
                  <a:lnTo>
                    <a:pt x="2851" y="1782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782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40" name="Graph element 650"/>
            <p:cNvSpPr/>
            <p:nvPr/>
          </p:nvSpPr>
          <p:spPr>
            <a:xfrm>
              <a:off x="1573958" y="1709041"/>
              <a:ext cx="2851" cy="1782"/>
            </a:xfrm>
            <a:custGeom>
              <a:avLst/>
              <a:gdLst/>
              <a:ahLst/>
              <a:cxnLst/>
              <a:rect l="0" t="0" r="r" b="b"/>
              <a:pathLst>
                <a:path w="2851" h="1782" stroke="0" extrusionOk="0">
                  <a:moveTo>
                    <a:pt x="0" y="1782"/>
                  </a:moveTo>
                  <a:lnTo>
                    <a:pt x="2851" y="1782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782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41" name="Graph element 651"/>
            <p:cNvSpPr/>
            <p:nvPr/>
          </p:nvSpPr>
          <p:spPr>
            <a:xfrm>
              <a:off x="1566829" y="1709041"/>
              <a:ext cx="2851" cy="1782"/>
            </a:xfrm>
            <a:custGeom>
              <a:avLst/>
              <a:gdLst/>
              <a:ahLst/>
              <a:cxnLst/>
              <a:rect l="0" t="0" r="r" b="b"/>
              <a:pathLst>
                <a:path w="2851" h="1782" stroke="0" extrusionOk="0">
                  <a:moveTo>
                    <a:pt x="0" y="1782"/>
                  </a:moveTo>
                  <a:lnTo>
                    <a:pt x="2851" y="1782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782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42" name="Graph element 652"/>
            <p:cNvSpPr/>
            <p:nvPr/>
          </p:nvSpPr>
          <p:spPr>
            <a:xfrm>
              <a:off x="1559701" y="1709041"/>
              <a:ext cx="2851" cy="1782"/>
            </a:xfrm>
            <a:custGeom>
              <a:avLst/>
              <a:gdLst/>
              <a:ahLst/>
              <a:cxnLst/>
              <a:rect l="0" t="0" r="r" b="b"/>
              <a:pathLst>
                <a:path w="2851" h="1782" stroke="0" extrusionOk="0">
                  <a:moveTo>
                    <a:pt x="0" y="1782"/>
                  </a:moveTo>
                  <a:lnTo>
                    <a:pt x="2851" y="1782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782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43" name="Graph element 653"/>
            <p:cNvSpPr/>
            <p:nvPr/>
          </p:nvSpPr>
          <p:spPr>
            <a:xfrm>
              <a:off x="1552572" y="1709041"/>
              <a:ext cx="2851" cy="1782"/>
            </a:xfrm>
            <a:custGeom>
              <a:avLst/>
              <a:gdLst/>
              <a:ahLst/>
              <a:cxnLst/>
              <a:rect l="0" t="0" r="r" b="b"/>
              <a:pathLst>
                <a:path w="2851" h="1782" stroke="0" extrusionOk="0">
                  <a:moveTo>
                    <a:pt x="0" y="1782"/>
                  </a:moveTo>
                  <a:lnTo>
                    <a:pt x="2851" y="1782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782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44" name="Graph element 654"/>
            <p:cNvSpPr/>
            <p:nvPr/>
          </p:nvSpPr>
          <p:spPr>
            <a:xfrm>
              <a:off x="1545444" y="1709041"/>
              <a:ext cx="2851" cy="1782"/>
            </a:xfrm>
            <a:custGeom>
              <a:avLst/>
              <a:gdLst/>
              <a:ahLst/>
              <a:cxnLst/>
              <a:rect l="0" t="0" r="r" b="b"/>
              <a:pathLst>
                <a:path w="2851" h="1782" stroke="0" extrusionOk="0">
                  <a:moveTo>
                    <a:pt x="0" y="1782"/>
                  </a:moveTo>
                  <a:lnTo>
                    <a:pt x="2851" y="1782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782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45" name="Graph element 655"/>
            <p:cNvSpPr/>
            <p:nvPr/>
          </p:nvSpPr>
          <p:spPr>
            <a:xfrm>
              <a:off x="1538315" y="1709041"/>
              <a:ext cx="2851" cy="1782"/>
            </a:xfrm>
            <a:custGeom>
              <a:avLst/>
              <a:gdLst/>
              <a:ahLst/>
              <a:cxnLst/>
              <a:rect l="0" t="0" r="r" b="b"/>
              <a:pathLst>
                <a:path w="2851" h="1782" stroke="0" extrusionOk="0">
                  <a:moveTo>
                    <a:pt x="0" y="1782"/>
                  </a:moveTo>
                  <a:lnTo>
                    <a:pt x="2851" y="1782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782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46" name="Graph element 656"/>
            <p:cNvSpPr/>
            <p:nvPr/>
          </p:nvSpPr>
          <p:spPr>
            <a:xfrm>
              <a:off x="1531187" y="1709041"/>
              <a:ext cx="2851" cy="1782"/>
            </a:xfrm>
            <a:custGeom>
              <a:avLst/>
              <a:gdLst/>
              <a:ahLst/>
              <a:cxnLst/>
              <a:rect l="0" t="0" r="r" b="b"/>
              <a:pathLst>
                <a:path w="2851" h="1782" stroke="0" extrusionOk="0">
                  <a:moveTo>
                    <a:pt x="0" y="1782"/>
                  </a:moveTo>
                  <a:lnTo>
                    <a:pt x="2851" y="1782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782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47" name="Graph element 657"/>
            <p:cNvSpPr/>
            <p:nvPr/>
          </p:nvSpPr>
          <p:spPr>
            <a:xfrm>
              <a:off x="1524059" y="1709041"/>
              <a:ext cx="2851" cy="1782"/>
            </a:xfrm>
            <a:custGeom>
              <a:avLst/>
              <a:gdLst/>
              <a:ahLst/>
              <a:cxnLst/>
              <a:rect l="0" t="0" r="r" b="b"/>
              <a:pathLst>
                <a:path w="2851" h="1782" stroke="0" extrusionOk="0">
                  <a:moveTo>
                    <a:pt x="0" y="1782"/>
                  </a:moveTo>
                  <a:lnTo>
                    <a:pt x="2851" y="1782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782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48" name="Graph element 658"/>
            <p:cNvSpPr/>
            <p:nvPr/>
          </p:nvSpPr>
          <p:spPr>
            <a:xfrm>
              <a:off x="1495188" y="1707616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49" name="Graph element 659"/>
            <p:cNvSpPr/>
            <p:nvPr/>
          </p:nvSpPr>
          <p:spPr>
            <a:xfrm>
              <a:off x="1488060" y="1707616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50" name="Graph element 660"/>
            <p:cNvSpPr/>
            <p:nvPr/>
          </p:nvSpPr>
          <p:spPr>
            <a:xfrm>
              <a:off x="1480932" y="1707616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51" name="Graph element 661"/>
            <p:cNvSpPr/>
            <p:nvPr/>
          </p:nvSpPr>
          <p:spPr>
            <a:xfrm>
              <a:off x="1473803" y="1707616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52" name="Graph element 662"/>
            <p:cNvSpPr/>
            <p:nvPr/>
          </p:nvSpPr>
          <p:spPr>
            <a:xfrm>
              <a:off x="1466675" y="1707616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53" name="Graph element 663"/>
            <p:cNvSpPr/>
            <p:nvPr/>
          </p:nvSpPr>
          <p:spPr>
            <a:xfrm>
              <a:off x="1459546" y="1707616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54" name="Graph element 664"/>
            <p:cNvSpPr/>
            <p:nvPr/>
          </p:nvSpPr>
          <p:spPr>
            <a:xfrm>
              <a:off x="1452418" y="1707616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55" name="Graph element 665"/>
            <p:cNvSpPr/>
            <p:nvPr/>
          </p:nvSpPr>
          <p:spPr>
            <a:xfrm>
              <a:off x="1222526" y="1704051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56" name="Graph element 666"/>
            <p:cNvSpPr/>
            <p:nvPr/>
          </p:nvSpPr>
          <p:spPr>
            <a:xfrm>
              <a:off x="1215398" y="1704051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57" name="Graph element 667"/>
            <p:cNvSpPr/>
            <p:nvPr/>
          </p:nvSpPr>
          <p:spPr>
            <a:xfrm>
              <a:off x="1208269" y="1704051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58" name="Graph element 668"/>
            <p:cNvSpPr/>
            <p:nvPr/>
          </p:nvSpPr>
          <p:spPr>
            <a:xfrm>
              <a:off x="1201141" y="1704051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59" name="Graph element 669"/>
            <p:cNvSpPr/>
            <p:nvPr/>
          </p:nvSpPr>
          <p:spPr>
            <a:xfrm>
              <a:off x="1194012" y="1704051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60" name="Graph element 670"/>
            <p:cNvSpPr/>
            <p:nvPr/>
          </p:nvSpPr>
          <p:spPr>
            <a:xfrm>
              <a:off x="1186884" y="1704051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61" name="Graph element 671"/>
            <p:cNvSpPr/>
            <p:nvPr/>
          </p:nvSpPr>
          <p:spPr>
            <a:xfrm>
              <a:off x="1179755" y="1704051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62" name="Graph element 672"/>
            <p:cNvSpPr/>
            <p:nvPr/>
          </p:nvSpPr>
          <p:spPr>
            <a:xfrm>
              <a:off x="1172627" y="1704051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63" name="Graph element 673"/>
            <p:cNvSpPr/>
            <p:nvPr/>
          </p:nvSpPr>
          <p:spPr>
            <a:xfrm>
              <a:off x="1165498" y="1704051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64" name="Graph element 674"/>
            <p:cNvSpPr/>
            <p:nvPr/>
          </p:nvSpPr>
          <p:spPr>
            <a:xfrm>
              <a:off x="1121302" y="1703695"/>
              <a:ext cx="2851" cy="1782"/>
            </a:xfrm>
            <a:custGeom>
              <a:avLst/>
              <a:gdLst/>
              <a:ahLst/>
              <a:cxnLst/>
              <a:rect l="0" t="0" r="r" b="b"/>
              <a:pathLst>
                <a:path w="2851" h="1782" stroke="0" extrusionOk="0">
                  <a:moveTo>
                    <a:pt x="0" y="1782"/>
                  </a:moveTo>
                  <a:lnTo>
                    <a:pt x="2851" y="1782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782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65" name="Graph element 675"/>
            <p:cNvSpPr/>
            <p:nvPr/>
          </p:nvSpPr>
          <p:spPr>
            <a:xfrm>
              <a:off x="1114174" y="1703695"/>
              <a:ext cx="2851" cy="1782"/>
            </a:xfrm>
            <a:custGeom>
              <a:avLst/>
              <a:gdLst/>
              <a:ahLst/>
              <a:cxnLst/>
              <a:rect l="0" t="0" r="r" b="b"/>
              <a:pathLst>
                <a:path w="2851" h="1782" stroke="0" extrusionOk="0">
                  <a:moveTo>
                    <a:pt x="0" y="1782"/>
                  </a:moveTo>
                  <a:lnTo>
                    <a:pt x="2851" y="1782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782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66" name="Graph element 676"/>
            <p:cNvSpPr/>
            <p:nvPr/>
          </p:nvSpPr>
          <p:spPr>
            <a:xfrm>
              <a:off x="1107045" y="1703695"/>
              <a:ext cx="2851" cy="1782"/>
            </a:xfrm>
            <a:custGeom>
              <a:avLst/>
              <a:gdLst/>
              <a:ahLst/>
              <a:cxnLst/>
              <a:rect l="0" t="0" r="r" b="b"/>
              <a:pathLst>
                <a:path w="2851" h="1782" stroke="0" extrusionOk="0">
                  <a:moveTo>
                    <a:pt x="0" y="1782"/>
                  </a:moveTo>
                  <a:lnTo>
                    <a:pt x="2851" y="1782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782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67" name="Graph element 677"/>
            <p:cNvSpPr/>
            <p:nvPr/>
          </p:nvSpPr>
          <p:spPr>
            <a:xfrm>
              <a:off x="1099917" y="1703695"/>
              <a:ext cx="2851" cy="1782"/>
            </a:xfrm>
            <a:custGeom>
              <a:avLst/>
              <a:gdLst/>
              <a:ahLst/>
              <a:cxnLst/>
              <a:rect l="0" t="0" r="r" b="b"/>
              <a:pathLst>
                <a:path w="2851" h="1782" stroke="0" extrusionOk="0">
                  <a:moveTo>
                    <a:pt x="0" y="1782"/>
                  </a:moveTo>
                  <a:lnTo>
                    <a:pt x="2851" y="1782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782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68" name="Graph element 678"/>
            <p:cNvSpPr/>
            <p:nvPr/>
          </p:nvSpPr>
          <p:spPr>
            <a:xfrm>
              <a:off x="1092788" y="1703695"/>
              <a:ext cx="2851" cy="1782"/>
            </a:xfrm>
            <a:custGeom>
              <a:avLst/>
              <a:gdLst/>
              <a:ahLst/>
              <a:cxnLst/>
              <a:rect l="0" t="0" r="r" b="b"/>
              <a:pathLst>
                <a:path w="2851" h="1782" stroke="0" extrusionOk="0">
                  <a:moveTo>
                    <a:pt x="0" y="1782"/>
                  </a:moveTo>
                  <a:lnTo>
                    <a:pt x="2851" y="1782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782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69" name="Graph element 679"/>
            <p:cNvSpPr/>
            <p:nvPr/>
          </p:nvSpPr>
          <p:spPr>
            <a:xfrm>
              <a:off x="1085660" y="1703695"/>
              <a:ext cx="2851" cy="1782"/>
            </a:xfrm>
            <a:custGeom>
              <a:avLst/>
              <a:gdLst/>
              <a:ahLst/>
              <a:cxnLst/>
              <a:rect l="0" t="0" r="r" b="b"/>
              <a:pathLst>
                <a:path w="2851" h="1782" stroke="0" extrusionOk="0">
                  <a:moveTo>
                    <a:pt x="0" y="1782"/>
                  </a:moveTo>
                  <a:lnTo>
                    <a:pt x="2851" y="1782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782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70" name="Graph element 680"/>
            <p:cNvSpPr/>
            <p:nvPr/>
          </p:nvSpPr>
          <p:spPr>
            <a:xfrm>
              <a:off x="1078532" y="1703695"/>
              <a:ext cx="2851" cy="1782"/>
            </a:xfrm>
            <a:custGeom>
              <a:avLst/>
              <a:gdLst/>
              <a:ahLst/>
              <a:cxnLst/>
              <a:rect l="0" t="0" r="r" b="b"/>
              <a:pathLst>
                <a:path w="2851" h="1782" stroke="0" extrusionOk="0">
                  <a:moveTo>
                    <a:pt x="0" y="1782"/>
                  </a:moveTo>
                  <a:lnTo>
                    <a:pt x="2851" y="1782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782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71" name="Graph element 681"/>
            <p:cNvSpPr/>
            <p:nvPr/>
          </p:nvSpPr>
          <p:spPr>
            <a:xfrm>
              <a:off x="1071403" y="1701913"/>
              <a:ext cx="2851" cy="3564"/>
            </a:xfrm>
            <a:custGeom>
              <a:avLst/>
              <a:gdLst/>
              <a:ahLst/>
              <a:cxnLst/>
              <a:rect l="0" t="0" r="r" b="b"/>
              <a:pathLst>
                <a:path w="2851" h="3564" stroke="0" extrusionOk="0">
                  <a:moveTo>
                    <a:pt x="0" y="3564"/>
                  </a:moveTo>
                  <a:lnTo>
                    <a:pt x="2851" y="3564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3564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72" name="Graph element 682"/>
            <p:cNvSpPr/>
            <p:nvPr/>
          </p:nvSpPr>
          <p:spPr>
            <a:xfrm>
              <a:off x="1064275" y="1701913"/>
              <a:ext cx="2851" cy="3564"/>
            </a:xfrm>
            <a:custGeom>
              <a:avLst/>
              <a:gdLst/>
              <a:ahLst/>
              <a:cxnLst/>
              <a:rect l="0" t="0" r="r" b="b"/>
              <a:pathLst>
                <a:path w="2851" h="3564" stroke="0" extrusionOk="0">
                  <a:moveTo>
                    <a:pt x="0" y="3564"/>
                  </a:moveTo>
                  <a:lnTo>
                    <a:pt x="2851" y="3564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3564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73" name="Graph element 683"/>
            <p:cNvSpPr/>
            <p:nvPr/>
          </p:nvSpPr>
          <p:spPr>
            <a:xfrm>
              <a:off x="1057146" y="1701913"/>
              <a:ext cx="2851" cy="3564"/>
            </a:xfrm>
            <a:custGeom>
              <a:avLst/>
              <a:gdLst/>
              <a:ahLst/>
              <a:cxnLst/>
              <a:rect l="0" t="0" r="r" b="b"/>
              <a:pathLst>
                <a:path w="2851" h="3564" stroke="0" extrusionOk="0">
                  <a:moveTo>
                    <a:pt x="0" y="3564"/>
                  </a:moveTo>
                  <a:lnTo>
                    <a:pt x="2851" y="3564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3564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74" name="Graph element 684"/>
            <p:cNvSpPr/>
            <p:nvPr/>
          </p:nvSpPr>
          <p:spPr>
            <a:xfrm>
              <a:off x="1050018" y="1701913"/>
              <a:ext cx="2851" cy="3564"/>
            </a:xfrm>
            <a:custGeom>
              <a:avLst/>
              <a:gdLst/>
              <a:ahLst/>
              <a:cxnLst/>
              <a:rect l="0" t="0" r="r" b="b"/>
              <a:pathLst>
                <a:path w="2851" h="3564" stroke="0" extrusionOk="0">
                  <a:moveTo>
                    <a:pt x="0" y="3564"/>
                  </a:moveTo>
                  <a:lnTo>
                    <a:pt x="2851" y="3564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3564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75" name="Graph element 685"/>
            <p:cNvSpPr/>
            <p:nvPr/>
          </p:nvSpPr>
          <p:spPr>
            <a:xfrm>
              <a:off x="1042889" y="1701913"/>
              <a:ext cx="2851" cy="3564"/>
            </a:xfrm>
            <a:custGeom>
              <a:avLst/>
              <a:gdLst/>
              <a:ahLst/>
              <a:cxnLst/>
              <a:rect l="0" t="0" r="r" b="b"/>
              <a:pathLst>
                <a:path w="2851" h="3564" stroke="0" extrusionOk="0">
                  <a:moveTo>
                    <a:pt x="0" y="3564"/>
                  </a:moveTo>
                  <a:lnTo>
                    <a:pt x="2851" y="3564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3564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76" name="Graph element 686"/>
            <p:cNvSpPr/>
            <p:nvPr/>
          </p:nvSpPr>
          <p:spPr>
            <a:xfrm>
              <a:off x="1035761" y="1701913"/>
              <a:ext cx="2851" cy="3564"/>
            </a:xfrm>
            <a:custGeom>
              <a:avLst/>
              <a:gdLst/>
              <a:ahLst/>
              <a:cxnLst/>
              <a:rect l="0" t="0" r="r" b="b"/>
              <a:pathLst>
                <a:path w="2851" h="3564" stroke="0" extrusionOk="0">
                  <a:moveTo>
                    <a:pt x="0" y="3564"/>
                  </a:moveTo>
                  <a:lnTo>
                    <a:pt x="2851" y="3564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3564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77" name="Graph element 687"/>
            <p:cNvSpPr/>
            <p:nvPr/>
          </p:nvSpPr>
          <p:spPr>
            <a:xfrm>
              <a:off x="1028633" y="1701913"/>
              <a:ext cx="2851" cy="3564"/>
            </a:xfrm>
            <a:custGeom>
              <a:avLst/>
              <a:gdLst/>
              <a:ahLst/>
              <a:cxnLst/>
              <a:rect l="0" t="0" r="r" b="b"/>
              <a:pathLst>
                <a:path w="2851" h="3564" stroke="0" extrusionOk="0">
                  <a:moveTo>
                    <a:pt x="0" y="3564"/>
                  </a:moveTo>
                  <a:lnTo>
                    <a:pt x="2851" y="3564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3564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78" name="Graph element 688"/>
            <p:cNvSpPr/>
            <p:nvPr/>
          </p:nvSpPr>
          <p:spPr>
            <a:xfrm>
              <a:off x="1021504" y="1701913"/>
              <a:ext cx="2851" cy="3564"/>
            </a:xfrm>
            <a:custGeom>
              <a:avLst/>
              <a:gdLst/>
              <a:ahLst/>
              <a:cxnLst/>
              <a:rect l="0" t="0" r="r" b="b"/>
              <a:pathLst>
                <a:path w="2851" h="3564" stroke="0" extrusionOk="0">
                  <a:moveTo>
                    <a:pt x="0" y="3564"/>
                  </a:moveTo>
                  <a:lnTo>
                    <a:pt x="2851" y="3564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3564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79" name="Graph element 689"/>
            <p:cNvSpPr/>
            <p:nvPr/>
          </p:nvSpPr>
          <p:spPr>
            <a:xfrm>
              <a:off x="1014376" y="1701913"/>
              <a:ext cx="2851" cy="3564"/>
            </a:xfrm>
            <a:custGeom>
              <a:avLst/>
              <a:gdLst/>
              <a:ahLst/>
              <a:cxnLst/>
              <a:rect l="0" t="0" r="r" b="b"/>
              <a:pathLst>
                <a:path w="2851" h="3564" stroke="0" extrusionOk="0">
                  <a:moveTo>
                    <a:pt x="0" y="3564"/>
                  </a:moveTo>
                  <a:lnTo>
                    <a:pt x="2851" y="3564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3564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80" name="Graph element 690"/>
            <p:cNvSpPr/>
            <p:nvPr/>
          </p:nvSpPr>
          <p:spPr>
            <a:xfrm>
              <a:off x="1007247" y="1701913"/>
              <a:ext cx="2851" cy="3564"/>
            </a:xfrm>
            <a:custGeom>
              <a:avLst/>
              <a:gdLst/>
              <a:ahLst/>
              <a:cxnLst/>
              <a:rect l="0" t="0" r="r" b="b"/>
              <a:pathLst>
                <a:path w="2851" h="3564" stroke="0" extrusionOk="0">
                  <a:moveTo>
                    <a:pt x="0" y="3564"/>
                  </a:moveTo>
                  <a:lnTo>
                    <a:pt x="2851" y="3564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3564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81" name="Graph element 691"/>
            <p:cNvSpPr/>
            <p:nvPr/>
          </p:nvSpPr>
          <p:spPr>
            <a:xfrm>
              <a:off x="1000119" y="1701913"/>
              <a:ext cx="2851" cy="3564"/>
            </a:xfrm>
            <a:custGeom>
              <a:avLst/>
              <a:gdLst/>
              <a:ahLst/>
              <a:cxnLst/>
              <a:rect l="0" t="0" r="r" b="b"/>
              <a:pathLst>
                <a:path w="2851" h="3564" stroke="0" extrusionOk="0">
                  <a:moveTo>
                    <a:pt x="0" y="3564"/>
                  </a:moveTo>
                  <a:lnTo>
                    <a:pt x="2851" y="3564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3564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82" name="Graph element 692"/>
            <p:cNvSpPr/>
            <p:nvPr/>
          </p:nvSpPr>
          <p:spPr>
            <a:xfrm>
              <a:off x="991208" y="1700487"/>
              <a:ext cx="4633" cy="6416"/>
            </a:xfrm>
            <a:custGeom>
              <a:avLst/>
              <a:gdLst/>
              <a:ahLst/>
              <a:cxnLst/>
              <a:rect l="0" t="0" r="r" b="b"/>
              <a:pathLst>
                <a:path w="4633" h="6416" stroke="0" extrusionOk="0">
                  <a:moveTo>
                    <a:pt x="0" y="0"/>
                  </a:moveTo>
                  <a:lnTo>
                    <a:pt x="0" y="6416"/>
                  </a:lnTo>
                  <a:lnTo>
                    <a:pt x="4633" y="6416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83" name="Graph element 693"/>
            <p:cNvSpPr/>
            <p:nvPr/>
          </p:nvSpPr>
          <p:spPr>
            <a:xfrm>
              <a:off x="984080" y="1700487"/>
              <a:ext cx="4633" cy="6416"/>
            </a:xfrm>
            <a:custGeom>
              <a:avLst/>
              <a:gdLst/>
              <a:ahLst/>
              <a:cxnLst/>
              <a:rect l="0" t="0" r="r" b="b"/>
              <a:pathLst>
                <a:path w="4633" h="6416" stroke="0" extrusionOk="0">
                  <a:moveTo>
                    <a:pt x="0" y="0"/>
                  </a:moveTo>
                  <a:lnTo>
                    <a:pt x="0" y="6416"/>
                  </a:lnTo>
                  <a:lnTo>
                    <a:pt x="4633" y="6416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84" name="Graph element 694"/>
            <p:cNvSpPr/>
            <p:nvPr/>
          </p:nvSpPr>
          <p:spPr>
            <a:xfrm>
              <a:off x="976951" y="1700487"/>
              <a:ext cx="4633" cy="6416"/>
            </a:xfrm>
            <a:custGeom>
              <a:avLst/>
              <a:gdLst/>
              <a:ahLst/>
              <a:cxnLst/>
              <a:rect l="0" t="0" r="r" b="b"/>
              <a:pathLst>
                <a:path w="4633" h="6416" stroke="0" extrusionOk="0">
                  <a:moveTo>
                    <a:pt x="0" y="0"/>
                  </a:moveTo>
                  <a:lnTo>
                    <a:pt x="0" y="6416"/>
                  </a:lnTo>
                  <a:lnTo>
                    <a:pt x="4633" y="6416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85" name="Graph element 695"/>
            <p:cNvSpPr/>
            <p:nvPr/>
          </p:nvSpPr>
          <p:spPr>
            <a:xfrm>
              <a:off x="969823" y="1700487"/>
              <a:ext cx="4633" cy="6416"/>
            </a:xfrm>
            <a:custGeom>
              <a:avLst/>
              <a:gdLst/>
              <a:ahLst/>
              <a:cxnLst/>
              <a:rect l="0" t="0" r="r" b="b"/>
              <a:pathLst>
                <a:path w="4633" h="6416" stroke="0" extrusionOk="0">
                  <a:moveTo>
                    <a:pt x="0" y="0"/>
                  </a:moveTo>
                  <a:lnTo>
                    <a:pt x="0" y="6416"/>
                  </a:lnTo>
                  <a:lnTo>
                    <a:pt x="4633" y="6416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86" name="Graph element 696"/>
            <p:cNvSpPr/>
            <p:nvPr/>
          </p:nvSpPr>
          <p:spPr>
            <a:xfrm>
              <a:off x="962695" y="1700487"/>
              <a:ext cx="4633" cy="6416"/>
            </a:xfrm>
            <a:custGeom>
              <a:avLst/>
              <a:gdLst/>
              <a:ahLst/>
              <a:cxnLst/>
              <a:rect l="0" t="0" r="r" b="b"/>
              <a:pathLst>
                <a:path w="4633" h="6416" stroke="0" extrusionOk="0">
                  <a:moveTo>
                    <a:pt x="0" y="0"/>
                  </a:moveTo>
                  <a:lnTo>
                    <a:pt x="0" y="6416"/>
                  </a:lnTo>
                  <a:lnTo>
                    <a:pt x="4633" y="6416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87" name="Graph element 697"/>
            <p:cNvSpPr/>
            <p:nvPr/>
          </p:nvSpPr>
          <p:spPr>
            <a:xfrm>
              <a:off x="955566" y="1700487"/>
              <a:ext cx="4633" cy="6416"/>
            </a:xfrm>
            <a:custGeom>
              <a:avLst/>
              <a:gdLst/>
              <a:ahLst/>
              <a:cxnLst/>
              <a:rect l="0" t="0" r="r" b="b"/>
              <a:pathLst>
                <a:path w="4633" h="6416" stroke="0" extrusionOk="0">
                  <a:moveTo>
                    <a:pt x="0" y="0"/>
                  </a:moveTo>
                  <a:lnTo>
                    <a:pt x="0" y="6416"/>
                  </a:lnTo>
                  <a:lnTo>
                    <a:pt x="4633" y="6416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88" name="Graph element 698"/>
            <p:cNvSpPr/>
            <p:nvPr/>
          </p:nvSpPr>
          <p:spPr>
            <a:xfrm>
              <a:off x="948438" y="1700487"/>
              <a:ext cx="4633" cy="6416"/>
            </a:xfrm>
            <a:custGeom>
              <a:avLst/>
              <a:gdLst/>
              <a:ahLst/>
              <a:cxnLst/>
              <a:rect l="0" t="0" r="r" b="b"/>
              <a:pathLst>
                <a:path w="4633" h="6416" stroke="0" extrusionOk="0">
                  <a:moveTo>
                    <a:pt x="0" y="0"/>
                  </a:moveTo>
                  <a:lnTo>
                    <a:pt x="0" y="6416"/>
                  </a:lnTo>
                  <a:lnTo>
                    <a:pt x="4633" y="6416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89" name="Graph element 699"/>
            <p:cNvSpPr/>
            <p:nvPr/>
          </p:nvSpPr>
          <p:spPr>
            <a:xfrm>
              <a:off x="941309" y="1700487"/>
              <a:ext cx="4633" cy="6416"/>
            </a:xfrm>
            <a:custGeom>
              <a:avLst/>
              <a:gdLst/>
              <a:ahLst/>
              <a:cxnLst/>
              <a:rect l="0" t="0" r="r" b="b"/>
              <a:pathLst>
                <a:path w="4633" h="6416" stroke="0" extrusionOk="0">
                  <a:moveTo>
                    <a:pt x="0" y="0"/>
                  </a:moveTo>
                  <a:lnTo>
                    <a:pt x="0" y="6416"/>
                  </a:lnTo>
                  <a:lnTo>
                    <a:pt x="4633" y="6416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90" name="Graph element 700"/>
            <p:cNvSpPr/>
            <p:nvPr/>
          </p:nvSpPr>
          <p:spPr>
            <a:xfrm>
              <a:off x="934181" y="1698705"/>
              <a:ext cx="4633" cy="8198"/>
            </a:xfrm>
            <a:custGeom>
              <a:avLst/>
              <a:gdLst/>
              <a:ahLst/>
              <a:cxnLst/>
              <a:rect l="0" t="0" r="r" b="b"/>
              <a:pathLst>
                <a:path w="4633" h="8198" stroke="0" extrusionOk="0">
                  <a:moveTo>
                    <a:pt x="0" y="0"/>
                  </a:moveTo>
                  <a:lnTo>
                    <a:pt x="0" y="8198"/>
                  </a:lnTo>
                  <a:lnTo>
                    <a:pt x="4633" y="8198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91" name="Graph element 701"/>
            <p:cNvSpPr/>
            <p:nvPr/>
          </p:nvSpPr>
          <p:spPr>
            <a:xfrm>
              <a:off x="927052" y="1698705"/>
              <a:ext cx="4633" cy="8198"/>
            </a:xfrm>
            <a:custGeom>
              <a:avLst/>
              <a:gdLst/>
              <a:ahLst/>
              <a:cxnLst/>
              <a:rect l="0" t="0" r="r" b="b"/>
              <a:pathLst>
                <a:path w="4633" h="8198" stroke="0" extrusionOk="0">
                  <a:moveTo>
                    <a:pt x="0" y="0"/>
                  </a:moveTo>
                  <a:lnTo>
                    <a:pt x="0" y="8198"/>
                  </a:lnTo>
                  <a:lnTo>
                    <a:pt x="4633" y="8198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92" name="Graph element 702"/>
            <p:cNvSpPr/>
            <p:nvPr/>
          </p:nvSpPr>
          <p:spPr>
            <a:xfrm>
              <a:off x="919924" y="1698705"/>
              <a:ext cx="4633" cy="8198"/>
            </a:xfrm>
            <a:custGeom>
              <a:avLst/>
              <a:gdLst/>
              <a:ahLst/>
              <a:cxnLst/>
              <a:rect l="0" t="0" r="r" b="b"/>
              <a:pathLst>
                <a:path w="4633" h="8198" stroke="0" extrusionOk="0">
                  <a:moveTo>
                    <a:pt x="0" y="0"/>
                  </a:moveTo>
                  <a:lnTo>
                    <a:pt x="0" y="8198"/>
                  </a:lnTo>
                  <a:lnTo>
                    <a:pt x="4633" y="8198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93" name="Graph element 703"/>
            <p:cNvSpPr/>
            <p:nvPr/>
          </p:nvSpPr>
          <p:spPr>
            <a:xfrm>
              <a:off x="912796" y="1698705"/>
              <a:ext cx="4633" cy="8198"/>
            </a:xfrm>
            <a:custGeom>
              <a:avLst/>
              <a:gdLst/>
              <a:ahLst/>
              <a:cxnLst/>
              <a:rect l="0" t="0" r="r" b="b"/>
              <a:pathLst>
                <a:path w="4633" h="8198" stroke="0" extrusionOk="0">
                  <a:moveTo>
                    <a:pt x="0" y="0"/>
                  </a:moveTo>
                  <a:lnTo>
                    <a:pt x="0" y="8198"/>
                  </a:lnTo>
                  <a:lnTo>
                    <a:pt x="4633" y="8198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94" name="Graph element 704"/>
            <p:cNvSpPr/>
            <p:nvPr/>
          </p:nvSpPr>
          <p:spPr>
            <a:xfrm>
              <a:off x="905667" y="1700131"/>
              <a:ext cx="2851" cy="5346"/>
            </a:xfrm>
            <a:custGeom>
              <a:avLst/>
              <a:gdLst/>
              <a:ahLst/>
              <a:cxnLst/>
              <a:rect l="0" t="0" r="r" b="b"/>
              <a:pathLst>
                <a:path w="2851" h="5346" stroke="0" extrusionOk="0">
                  <a:moveTo>
                    <a:pt x="0" y="5346"/>
                  </a:moveTo>
                  <a:lnTo>
                    <a:pt x="2851" y="5346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5346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95" name="Graph element 705"/>
            <p:cNvSpPr/>
            <p:nvPr/>
          </p:nvSpPr>
          <p:spPr>
            <a:xfrm>
              <a:off x="898539" y="1700131"/>
              <a:ext cx="2851" cy="5346"/>
            </a:xfrm>
            <a:custGeom>
              <a:avLst/>
              <a:gdLst/>
              <a:ahLst/>
              <a:cxnLst/>
              <a:rect l="0" t="0" r="r" b="b"/>
              <a:pathLst>
                <a:path w="2851" h="5346" stroke="0" extrusionOk="0">
                  <a:moveTo>
                    <a:pt x="0" y="5346"/>
                  </a:moveTo>
                  <a:lnTo>
                    <a:pt x="2851" y="5346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5346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96" name="Graph element 706"/>
            <p:cNvSpPr/>
            <p:nvPr/>
          </p:nvSpPr>
          <p:spPr>
            <a:xfrm>
              <a:off x="891410" y="1700131"/>
              <a:ext cx="2851" cy="5346"/>
            </a:xfrm>
            <a:custGeom>
              <a:avLst/>
              <a:gdLst/>
              <a:ahLst/>
              <a:cxnLst/>
              <a:rect l="0" t="0" r="r" b="b"/>
              <a:pathLst>
                <a:path w="2851" h="5346" stroke="0" extrusionOk="0">
                  <a:moveTo>
                    <a:pt x="0" y="5346"/>
                  </a:moveTo>
                  <a:lnTo>
                    <a:pt x="2851" y="5346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5346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97" name="Graph element 707"/>
            <p:cNvSpPr/>
            <p:nvPr/>
          </p:nvSpPr>
          <p:spPr>
            <a:xfrm>
              <a:off x="884282" y="1700131"/>
              <a:ext cx="2851" cy="5346"/>
            </a:xfrm>
            <a:custGeom>
              <a:avLst/>
              <a:gdLst/>
              <a:ahLst/>
              <a:cxnLst/>
              <a:rect l="0" t="0" r="r" b="b"/>
              <a:pathLst>
                <a:path w="2851" h="5346" stroke="0" extrusionOk="0">
                  <a:moveTo>
                    <a:pt x="0" y="5346"/>
                  </a:moveTo>
                  <a:lnTo>
                    <a:pt x="2851" y="5346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5346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98" name="Graph element 708"/>
            <p:cNvSpPr/>
            <p:nvPr/>
          </p:nvSpPr>
          <p:spPr>
            <a:xfrm>
              <a:off x="877153" y="1700131"/>
              <a:ext cx="2851" cy="5346"/>
            </a:xfrm>
            <a:custGeom>
              <a:avLst/>
              <a:gdLst/>
              <a:ahLst/>
              <a:cxnLst/>
              <a:rect l="0" t="0" r="r" b="b"/>
              <a:pathLst>
                <a:path w="2851" h="5346" stroke="0" extrusionOk="0">
                  <a:moveTo>
                    <a:pt x="0" y="5346"/>
                  </a:moveTo>
                  <a:lnTo>
                    <a:pt x="2851" y="5346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5346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799" name="Graph element 709"/>
            <p:cNvSpPr/>
            <p:nvPr/>
          </p:nvSpPr>
          <p:spPr>
            <a:xfrm>
              <a:off x="870025" y="1700131"/>
              <a:ext cx="2851" cy="5346"/>
            </a:xfrm>
            <a:custGeom>
              <a:avLst/>
              <a:gdLst/>
              <a:ahLst/>
              <a:cxnLst/>
              <a:rect l="0" t="0" r="r" b="b"/>
              <a:pathLst>
                <a:path w="2851" h="5346" stroke="0" extrusionOk="0">
                  <a:moveTo>
                    <a:pt x="0" y="5346"/>
                  </a:moveTo>
                  <a:lnTo>
                    <a:pt x="2851" y="5346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5346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00" name="Graph element 710"/>
            <p:cNvSpPr/>
            <p:nvPr/>
          </p:nvSpPr>
          <p:spPr>
            <a:xfrm>
              <a:off x="862897" y="1700131"/>
              <a:ext cx="2851" cy="5346"/>
            </a:xfrm>
            <a:custGeom>
              <a:avLst/>
              <a:gdLst/>
              <a:ahLst/>
              <a:cxnLst/>
              <a:rect l="0" t="0" r="r" b="b"/>
              <a:pathLst>
                <a:path w="2851" h="5346" stroke="0" extrusionOk="0">
                  <a:moveTo>
                    <a:pt x="0" y="5346"/>
                  </a:moveTo>
                  <a:lnTo>
                    <a:pt x="2851" y="5346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5346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01" name="Graph element 711"/>
            <p:cNvSpPr/>
            <p:nvPr/>
          </p:nvSpPr>
          <p:spPr>
            <a:xfrm>
              <a:off x="855768" y="1700131"/>
              <a:ext cx="2851" cy="5346"/>
            </a:xfrm>
            <a:custGeom>
              <a:avLst/>
              <a:gdLst/>
              <a:ahLst/>
              <a:cxnLst/>
              <a:rect l="0" t="0" r="r" b="b"/>
              <a:pathLst>
                <a:path w="2851" h="5346" stroke="0" extrusionOk="0">
                  <a:moveTo>
                    <a:pt x="0" y="5346"/>
                  </a:moveTo>
                  <a:lnTo>
                    <a:pt x="2851" y="5346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5346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02" name="Graph element 712"/>
            <p:cNvSpPr/>
            <p:nvPr/>
          </p:nvSpPr>
          <p:spPr>
            <a:xfrm>
              <a:off x="848640" y="1700131"/>
              <a:ext cx="2851" cy="5346"/>
            </a:xfrm>
            <a:custGeom>
              <a:avLst/>
              <a:gdLst/>
              <a:ahLst/>
              <a:cxnLst/>
              <a:rect l="0" t="0" r="r" b="b"/>
              <a:pathLst>
                <a:path w="2851" h="5346" stroke="0" extrusionOk="0">
                  <a:moveTo>
                    <a:pt x="0" y="5346"/>
                  </a:moveTo>
                  <a:lnTo>
                    <a:pt x="2851" y="5346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5346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03" name="Graph element 713"/>
            <p:cNvSpPr/>
            <p:nvPr/>
          </p:nvSpPr>
          <p:spPr>
            <a:xfrm>
              <a:off x="841511" y="1700131"/>
              <a:ext cx="2851" cy="5346"/>
            </a:xfrm>
            <a:custGeom>
              <a:avLst/>
              <a:gdLst/>
              <a:ahLst/>
              <a:cxnLst/>
              <a:rect l="0" t="0" r="r" b="b"/>
              <a:pathLst>
                <a:path w="2851" h="5346" stroke="0" extrusionOk="0">
                  <a:moveTo>
                    <a:pt x="0" y="5346"/>
                  </a:moveTo>
                  <a:lnTo>
                    <a:pt x="2851" y="5346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5346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04" name="Graph element 714"/>
            <p:cNvSpPr/>
            <p:nvPr/>
          </p:nvSpPr>
          <p:spPr>
            <a:xfrm>
              <a:off x="834383" y="1700131"/>
              <a:ext cx="2851" cy="5346"/>
            </a:xfrm>
            <a:custGeom>
              <a:avLst/>
              <a:gdLst/>
              <a:ahLst/>
              <a:cxnLst/>
              <a:rect l="0" t="0" r="r" b="b"/>
              <a:pathLst>
                <a:path w="2851" h="5346" stroke="0" extrusionOk="0">
                  <a:moveTo>
                    <a:pt x="0" y="5346"/>
                  </a:moveTo>
                  <a:lnTo>
                    <a:pt x="2851" y="5346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5346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05" name="Graph element 715"/>
            <p:cNvSpPr/>
            <p:nvPr/>
          </p:nvSpPr>
          <p:spPr>
            <a:xfrm>
              <a:off x="827254" y="1698349"/>
              <a:ext cx="2851" cy="7128"/>
            </a:xfrm>
            <a:custGeom>
              <a:avLst/>
              <a:gdLst/>
              <a:ahLst/>
              <a:cxnLst/>
              <a:rect l="0" t="0" r="r" b="b"/>
              <a:pathLst>
                <a:path w="2851" h="7128" stroke="0" extrusionOk="0">
                  <a:moveTo>
                    <a:pt x="0" y="7128"/>
                  </a:moveTo>
                  <a:lnTo>
                    <a:pt x="2851" y="7128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7128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06" name="Graph element 716"/>
            <p:cNvSpPr/>
            <p:nvPr/>
          </p:nvSpPr>
          <p:spPr>
            <a:xfrm>
              <a:off x="820126" y="1698349"/>
              <a:ext cx="2851" cy="7128"/>
            </a:xfrm>
            <a:custGeom>
              <a:avLst/>
              <a:gdLst/>
              <a:ahLst/>
              <a:cxnLst/>
              <a:rect l="0" t="0" r="r" b="b"/>
              <a:pathLst>
                <a:path w="2851" h="7128" stroke="0" extrusionOk="0">
                  <a:moveTo>
                    <a:pt x="0" y="7128"/>
                  </a:moveTo>
                  <a:lnTo>
                    <a:pt x="2851" y="7128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7128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07" name="Graph element 717"/>
            <p:cNvSpPr/>
            <p:nvPr/>
          </p:nvSpPr>
          <p:spPr>
            <a:xfrm>
              <a:off x="812998" y="1698349"/>
              <a:ext cx="2851" cy="7128"/>
            </a:xfrm>
            <a:custGeom>
              <a:avLst/>
              <a:gdLst/>
              <a:ahLst/>
              <a:cxnLst/>
              <a:rect l="0" t="0" r="r" b="b"/>
              <a:pathLst>
                <a:path w="2851" h="7128" stroke="0" extrusionOk="0">
                  <a:moveTo>
                    <a:pt x="0" y="7128"/>
                  </a:moveTo>
                  <a:lnTo>
                    <a:pt x="2851" y="7128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7128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08" name="Graph element 718"/>
            <p:cNvSpPr/>
            <p:nvPr/>
          </p:nvSpPr>
          <p:spPr>
            <a:xfrm>
              <a:off x="805869" y="1698349"/>
              <a:ext cx="2851" cy="7128"/>
            </a:xfrm>
            <a:custGeom>
              <a:avLst/>
              <a:gdLst/>
              <a:ahLst/>
              <a:cxnLst/>
              <a:rect l="0" t="0" r="r" b="b"/>
              <a:pathLst>
                <a:path w="2851" h="7128" stroke="0" extrusionOk="0">
                  <a:moveTo>
                    <a:pt x="0" y="7128"/>
                  </a:moveTo>
                  <a:lnTo>
                    <a:pt x="2851" y="7128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7128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09" name="Graph element 719"/>
            <p:cNvSpPr/>
            <p:nvPr/>
          </p:nvSpPr>
          <p:spPr>
            <a:xfrm>
              <a:off x="798741" y="1698349"/>
              <a:ext cx="2851" cy="7128"/>
            </a:xfrm>
            <a:custGeom>
              <a:avLst/>
              <a:gdLst/>
              <a:ahLst/>
              <a:cxnLst/>
              <a:rect l="0" t="0" r="r" b="b"/>
              <a:pathLst>
                <a:path w="2851" h="7128" stroke="0" extrusionOk="0">
                  <a:moveTo>
                    <a:pt x="0" y="7128"/>
                  </a:moveTo>
                  <a:lnTo>
                    <a:pt x="2851" y="7128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7128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10" name="Graph element 720"/>
            <p:cNvSpPr/>
            <p:nvPr/>
          </p:nvSpPr>
          <p:spPr>
            <a:xfrm>
              <a:off x="791612" y="1698349"/>
              <a:ext cx="2851" cy="7128"/>
            </a:xfrm>
            <a:custGeom>
              <a:avLst/>
              <a:gdLst/>
              <a:ahLst/>
              <a:cxnLst/>
              <a:rect l="0" t="0" r="r" b="b"/>
              <a:pathLst>
                <a:path w="2851" h="7128" stroke="0" extrusionOk="0">
                  <a:moveTo>
                    <a:pt x="0" y="7128"/>
                  </a:moveTo>
                  <a:lnTo>
                    <a:pt x="2851" y="7128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7128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11" name="Graph element 721"/>
            <p:cNvSpPr/>
            <p:nvPr/>
          </p:nvSpPr>
          <p:spPr>
            <a:xfrm>
              <a:off x="784484" y="1698349"/>
              <a:ext cx="2851" cy="7128"/>
            </a:xfrm>
            <a:custGeom>
              <a:avLst/>
              <a:gdLst/>
              <a:ahLst/>
              <a:cxnLst/>
              <a:rect l="0" t="0" r="r" b="b"/>
              <a:pathLst>
                <a:path w="2851" h="7128" stroke="0" extrusionOk="0">
                  <a:moveTo>
                    <a:pt x="0" y="7128"/>
                  </a:moveTo>
                  <a:lnTo>
                    <a:pt x="2851" y="7128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7128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12" name="Graph element 722"/>
            <p:cNvSpPr/>
            <p:nvPr/>
          </p:nvSpPr>
          <p:spPr>
            <a:xfrm>
              <a:off x="777355" y="1698349"/>
              <a:ext cx="2851" cy="7128"/>
            </a:xfrm>
            <a:custGeom>
              <a:avLst/>
              <a:gdLst/>
              <a:ahLst/>
              <a:cxnLst/>
              <a:rect l="0" t="0" r="r" b="b"/>
              <a:pathLst>
                <a:path w="2851" h="7128" stroke="0" extrusionOk="0">
                  <a:moveTo>
                    <a:pt x="0" y="7128"/>
                  </a:moveTo>
                  <a:lnTo>
                    <a:pt x="2851" y="7128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7128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13" name="Graph element 723"/>
            <p:cNvSpPr/>
            <p:nvPr/>
          </p:nvSpPr>
          <p:spPr>
            <a:xfrm>
              <a:off x="770227" y="1698349"/>
              <a:ext cx="2851" cy="7128"/>
            </a:xfrm>
            <a:custGeom>
              <a:avLst/>
              <a:gdLst/>
              <a:ahLst/>
              <a:cxnLst/>
              <a:rect l="0" t="0" r="r" b="b"/>
              <a:pathLst>
                <a:path w="2851" h="7128" stroke="0" extrusionOk="0">
                  <a:moveTo>
                    <a:pt x="0" y="7128"/>
                  </a:moveTo>
                  <a:lnTo>
                    <a:pt x="2851" y="7128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7128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14" name="Graph element 724"/>
            <p:cNvSpPr/>
            <p:nvPr/>
          </p:nvSpPr>
          <p:spPr>
            <a:xfrm>
              <a:off x="763099" y="1698349"/>
              <a:ext cx="2851" cy="7128"/>
            </a:xfrm>
            <a:custGeom>
              <a:avLst/>
              <a:gdLst/>
              <a:ahLst/>
              <a:cxnLst/>
              <a:rect l="0" t="0" r="r" b="b"/>
              <a:pathLst>
                <a:path w="2851" h="7128" stroke="0" extrusionOk="0">
                  <a:moveTo>
                    <a:pt x="0" y="7128"/>
                  </a:moveTo>
                  <a:lnTo>
                    <a:pt x="2851" y="7128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7128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15" name="Graph element 725"/>
            <p:cNvSpPr/>
            <p:nvPr/>
          </p:nvSpPr>
          <p:spPr>
            <a:xfrm>
              <a:off x="755970" y="1698349"/>
              <a:ext cx="2851" cy="7128"/>
            </a:xfrm>
            <a:custGeom>
              <a:avLst/>
              <a:gdLst/>
              <a:ahLst/>
              <a:cxnLst/>
              <a:rect l="0" t="0" r="r" b="b"/>
              <a:pathLst>
                <a:path w="2851" h="7128" stroke="0" extrusionOk="0">
                  <a:moveTo>
                    <a:pt x="0" y="7128"/>
                  </a:moveTo>
                  <a:lnTo>
                    <a:pt x="2851" y="7128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7128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16" name="Graph element 726"/>
            <p:cNvSpPr/>
            <p:nvPr/>
          </p:nvSpPr>
          <p:spPr>
            <a:xfrm>
              <a:off x="748842" y="1698349"/>
              <a:ext cx="2851" cy="7128"/>
            </a:xfrm>
            <a:custGeom>
              <a:avLst/>
              <a:gdLst/>
              <a:ahLst/>
              <a:cxnLst/>
              <a:rect l="0" t="0" r="r" b="b"/>
              <a:pathLst>
                <a:path w="2851" h="7128" stroke="0" extrusionOk="0">
                  <a:moveTo>
                    <a:pt x="0" y="7128"/>
                  </a:moveTo>
                  <a:lnTo>
                    <a:pt x="2851" y="7128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7128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17" name="Graph element 727"/>
            <p:cNvSpPr/>
            <p:nvPr/>
          </p:nvSpPr>
          <p:spPr>
            <a:xfrm>
              <a:off x="739931" y="1696923"/>
              <a:ext cx="4633" cy="9980"/>
            </a:xfrm>
            <a:custGeom>
              <a:avLst/>
              <a:gdLst/>
              <a:ahLst/>
              <a:cxnLst/>
              <a:rect l="0" t="0" r="r" b="b"/>
              <a:pathLst>
                <a:path w="4633" h="9980" stroke="0" extrusionOk="0">
                  <a:moveTo>
                    <a:pt x="0" y="0"/>
                  </a:moveTo>
                  <a:lnTo>
                    <a:pt x="0" y="9980"/>
                  </a:lnTo>
                  <a:lnTo>
                    <a:pt x="4633" y="9980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18" name="Graph element 728"/>
            <p:cNvSpPr/>
            <p:nvPr/>
          </p:nvSpPr>
          <p:spPr>
            <a:xfrm>
              <a:off x="732803" y="1695141"/>
              <a:ext cx="4633" cy="11762"/>
            </a:xfrm>
            <a:custGeom>
              <a:avLst/>
              <a:gdLst/>
              <a:ahLst/>
              <a:cxnLst/>
              <a:rect l="0" t="0" r="r" b="b"/>
              <a:pathLst>
                <a:path w="4633" h="11762" stroke="0" extrusionOk="0">
                  <a:moveTo>
                    <a:pt x="0" y="0"/>
                  </a:moveTo>
                  <a:lnTo>
                    <a:pt x="0" y="11762"/>
                  </a:lnTo>
                  <a:lnTo>
                    <a:pt x="4633" y="11762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19" name="Graph element 729"/>
            <p:cNvSpPr/>
            <p:nvPr/>
          </p:nvSpPr>
          <p:spPr>
            <a:xfrm>
              <a:off x="725674" y="1695141"/>
              <a:ext cx="4633" cy="11762"/>
            </a:xfrm>
            <a:custGeom>
              <a:avLst/>
              <a:gdLst/>
              <a:ahLst/>
              <a:cxnLst/>
              <a:rect l="0" t="0" r="r" b="b"/>
              <a:pathLst>
                <a:path w="4633" h="11762" stroke="0" extrusionOk="0">
                  <a:moveTo>
                    <a:pt x="0" y="0"/>
                  </a:moveTo>
                  <a:lnTo>
                    <a:pt x="0" y="11762"/>
                  </a:lnTo>
                  <a:lnTo>
                    <a:pt x="4633" y="11762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20" name="Graph element 730"/>
            <p:cNvSpPr/>
            <p:nvPr/>
          </p:nvSpPr>
          <p:spPr>
            <a:xfrm>
              <a:off x="718546" y="1695141"/>
              <a:ext cx="4633" cy="11762"/>
            </a:xfrm>
            <a:custGeom>
              <a:avLst/>
              <a:gdLst/>
              <a:ahLst/>
              <a:cxnLst/>
              <a:rect l="0" t="0" r="r" b="b"/>
              <a:pathLst>
                <a:path w="4633" h="11762" stroke="0" extrusionOk="0">
                  <a:moveTo>
                    <a:pt x="0" y="0"/>
                  </a:moveTo>
                  <a:lnTo>
                    <a:pt x="0" y="11762"/>
                  </a:lnTo>
                  <a:lnTo>
                    <a:pt x="4633" y="11762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21" name="Graph element 731"/>
            <p:cNvSpPr/>
            <p:nvPr/>
          </p:nvSpPr>
          <p:spPr>
            <a:xfrm>
              <a:off x="711417" y="1695141"/>
              <a:ext cx="4633" cy="11762"/>
            </a:xfrm>
            <a:custGeom>
              <a:avLst/>
              <a:gdLst/>
              <a:ahLst/>
              <a:cxnLst/>
              <a:rect l="0" t="0" r="r" b="b"/>
              <a:pathLst>
                <a:path w="4633" h="11762" stroke="0" extrusionOk="0">
                  <a:moveTo>
                    <a:pt x="0" y="0"/>
                  </a:moveTo>
                  <a:lnTo>
                    <a:pt x="0" y="11762"/>
                  </a:lnTo>
                  <a:lnTo>
                    <a:pt x="4633" y="11762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22" name="Graph element 732"/>
            <p:cNvSpPr/>
            <p:nvPr/>
          </p:nvSpPr>
          <p:spPr>
            <a:xfrm>
              <a:off x="704289" y="1695141"/>
              <a:ext cx="4633" cy="11762"/>
            </a:xfrm>
            <a:custGeom>
              <a:avLst/>
              <a:gdLst/>
              <a:ahLst/>
              <a:cxnLst/>
              <a:rect l="0" t="0" r="r" b="b"/>
              <a:pathLst>
                <a:path w="4633" h="11762" stroke="0" extrusionOk="0">
                  <a:moveTo>
                    <a:pt x="0" y="0"/>
                  </a:moveTo>
                  <a:lnTo>
                    <a:pt x="0" y="11762"/>
                  </a:lnTo>
                  <a:lnTo>
                    <a:pt x="4633" y="11762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23" name="Graph element 733"/>
            <p:cNvSpPr/>
            <p:nvPr/>
          </p:nvSpPr>
          <p:spPr>
            <a:xfrm>
              <a:off x="697161" y="1695141"/>
              <a:ext cx="4633" cy="11762"/>
            </a:xfrm>
            <a:custGeom>
              <a:avLst/>
              <a:gdLst/>
              <a:ahLst/>
              <a:cxnLst/>
              <a:rect l="0" t="0" r="r" b="b"/>
              <a:pathLst>
                <a:path w="4633" h="11762" stroke="0" extrusionOk="0">
                  <a:moveTo>
                    <a:pt x="0" y="0"/>
                  </a:moveTo>
                  <a:lnTo>
                    <a:pt x="0" y="11762"/>
                  </a:lnTo>
                  <a:lnTo>
                    <a:pt x="4633" y="11762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24" name="Graph element 734"/>
            <p:cNvSpPr/>
            <p:nvPr/>
          </p:nvSpPr>
          <p:spPr>
            <a:xfrm>
              <a:off x="690032" y="1695141"/>
              <a:ext cx="4633" cy="11762"/>
            </a:xfrm>
            <a:custGeom>
              <a:avLst/>
              <a:gdLst/>
              <a:ahLst/>
              <a:cxnLst/>
              <a:rect l="0" t="0" r="r" b="b"/>
              <a:pathLst>
                <a:path w="4633" h="11762" stroke="0" extrusionOk="0">
                  <a:moveTo>
                    <a:pt x="0" y="0"/>
                  </a:moveTo>
                  <a:lnTo>
                    <a:pt x="0" y="11762"/>
                  </a:lnTo>
                  <a:lnTo>
                    <a:pt x="4633" y="11762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25" name="Graph element 735"/>
            <p:cNvSpPr/>
            <p:nvPr/>
          </p:nvSpPr>
          <p:spPr>
            <a:xfrm>
              <a:off x="682904" y="1695141"/>
              <a:ext cx="4633" cy="11762"/>
            </a:xfrm>
            <a:custGeom>
              <a:avLst/>
              <a:gdLst/>
              <a:ahLst/>
              <a:cxnLst/>
              <a:rect l="0" t="0" r="r" b="b"/>
              <a:pathLst>
                <a:path w="4633" h="11762" stroke="0" extrusionOk="0">
                  <a:moveTo>
                    <a:pt x="0" y="0"/>
                  </a:moveTo>
                  <a:lnTo>
                    <a:pt x="0" y="11762"/>
                  </a:lnTo>
                  <a:lnTo>
                    <a:pt x="4633" y="11762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26" name="Graph element 736"/>
            <p:cNvSpPr/>
            <p:nvPr/>
          </p:nvSpPr>
          <p:spPr>
            <a:xfrm>
              <a:off x="675775" y="1693359"/>
              <a:ext cx="4633" cy="13544"/>
            </a:xfrm>
            <a:custGeom>
              <a:avLst/>
              <a:gdLst/>
              <a:ahLst/>
              <a:cxnLst/>
              <a:rect l="0" t="0" r="r" b="b"/>
              <a:pathLst>
                <a:path w="4633" h="13544" stroke="0" extrusionOk="0">
                  <a:moveTo>
                    <a:pt x="0" y="0"/>
                  </a:moveTo>
                  <a:lnTo>
                    <a:pt x="0" y="13544"/>
                  </a:lnTo>
                  <a:lnTo>
                    <a:pt x="4633" y="13544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27" name="Graph element 737"/>
            <p:cNvSpPr/>
            <p:nvPr/>
          </p:nvSpPr>
          <p:spPr>
            <a:xfrm>
              <a:off x="668647" y="1693359"/>
              <a:ext cx="4633" cy="13544"/>
            </a:xfrm>
            <a:custGeom>
              <a:avLst/>
              <a:gdLst/>
              <a:ahLst/>
              <a:cxnLst/>
              <a:rect l="0" t="0" r="r" b="b"/>
              <a:pathLst>
                <a:path w="4633" h="13544" stroke="0" extrusionOk="0">
                  <a:moveTo>
                    <a:pt x="0" y="0"/>
                  </a:moveTo>
                  <a:lnTo>
                    <a:pt x="0" y="13544"/>
                  </a:lnTo>
                  <a:lnTo>
                    <a:pt x="4633" y="13544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28" name="Graph element 738"/>
            <p:cNvSpPr/>
            <p:nvPr/>
          </p:nvSpPr>
          <p:spPr>
            <a:xfrm>
              <a:off x="661518" y="1693359"/>
              <a:ext cx="4633" cy="13544"/>
            </a:xfrm>
            <a:custGeom>
              <a:avLst/>
              <a:gdLst/>
              <a:ahLst/>
              <a:cxnLst/>
              <a:rect l="0" t="0" r="r" b="b"/>
              <a:pathLst>
                <a:path w="4633" h="13544" stroke="0" extrusionOk="0">
                  <a:moveTo>
                    <a:pt x="0" y="0"/>
                  </a:moveTo>
                  <a:lnTo>
                    <a:pt x="0" y="13544"/>
                  </a:lnTo>
                  <a:lnTo>
                    <a:pt x="4633" y="13544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29" name="Graph element 739"/>
            <p:cNvSpPr/>
            <p:nvPr/>
          </p:nvSpPr>
          <p:spPr>
            <a:xfrm>
              <a:off x="654390" y="1694784"/>
              <a:ext cx="2851" cy="10693"/>
            </a:xfrm>
            <a:custGeom>
              <a:avLst/>
              <a:gdLst/>
              <a:ahLst/>
              <a:cxnLst/>
              <a:rect l="0" t="0" r="r" b="b"/>
              <a:pathLst>
                <a:path w="2851" h="10693" stroke="0" extrusionOk="0">
                  <a:moveTo>
                    <a:pt x="0" y="10693"/>
                  </a:moveTo>
                  <a:lnTo>
                    <a:pt x="2851" y="10693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0693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30" name="Graph element 740"/>
            <p:cNvSpPr/>
            <p:nvPr/>
          </p:nvSpPr>
          <p:spPr>
            <a:xfrm>
              <a:off x="647262" y="1694784"/>
              <a:ext cx="2851" cy="10693"/>
            </a:xfrm>
            <a:custGeom>
              <a:avLst/>
              <a:gdLst/>
              <a:ahLst/>
              <a:cxnLst/>
              <a:rect l="0" t="0" r="r" b="b"/>
              <a:pathLst>
                <a:path w="2851" h="10693" stroke="0" extrusionOk="0">
                  <a:moveTo>
                    <a:pt x="0" y="10693"/>
                  </a:moveTo>
                  <a:lnTo>
                    <a:pt x="2851" y="10693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0693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31" name="Graph element 741"/>
            <p:cNvSpPr/>
            <p:nvPr/>
          </p:nvSpPr>
          <p:spPr>
            <a:xfrm>
              <a:off x="640133" y="1694784"/>
              <a:ext cx="2851" cy="10693"/>
            </a:xfrm>
            <a:custGeom>
              <a:avLst/>
              <a:gdLst/>
              <a:ahLst/>
              <a:cxnLst/>
              <a:rect l="0" t="0" r="r" b="b"/>
              <a:pathLst>
                <a:path w="2851" h="10693" stroke="0" extrusionOk="0">
                  <a:moveTo>
                    <a:pt x="0" y="10693"/>
                  </a:moveTo>
                  <a:lnTo>
                    <a:pt x="2851" y="10693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0693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32" name="Graph element 742"/>
            <p:cNvSpPr/>
            <p:nvPr/>
          </p:nvSpPr>
          <p:spPr>
            <a:xfrm>
              <a:off x="633005" y="1694784"/>
              <a:ext cx="2851" cy="10693"/>
            </a:xfrm>
            <a:custGeom>
              <a:avLst/>
              <a:gdLst/>
              <a:ahLst/>
              <a:cxnLst/>
              <a:rect l="0" t="0" r="r" b="b"/>
              <a:pathLst>
                <a:path w="2851" h="10693" stroke="0" extrusionOk="0">
                  <a:moveTo>
                    <a:pt x="0" y="10693"/>
                  </a:moveTo>
                  <a:lnTo>
                    <a:pt x="2851" y="10693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0693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33" name="Graph element 743"/>
            <p:cNvSpPr/>
            <p:nvPr/>
          </p:nvSpPr>
          <p:spPr>
            <a:xfrm>
              <a:off x="625876" y="1694784"/>
              <a:ext cx="2851" cy="10693"/>
            </a:xfrm>
            <a:custGeom>
              <a:avLst/>
              <a:gdLst/>
              <a:ahLst/>
              <a:cxnLst/>
              <a:rect l="0" t="0" r="r" b="b"/>
              <a:pathLst>
                <a:path w="2851" h="10693" stroke="0" extrusionOk="0">
                  <a:moveTo>
                    <a:pt x="0" y="10693"/>
                  </a:moveTo>
                  <a:lnTo>
                    <a:pt x="2851" y="10693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0693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34" name="Graph element 744"/>
            <p:cNvSpPr/>
            <p:nvPr/>
          </p:nvSpPr>
          <p:spPr>
            <a:xfrm>
              <a:off x="618748" y="1694784"/>
              <a:ext cx="2851" cy="10693"/>
            </a:xfrm>
            <a:custGeom>
              <a:avLst/>
              <a:gdLst/>
              <a:ahLst/>
              <a:cxnLst/>
              <a:rect l="0" t="0" r="r" b="b"/>
              <a:pathLst>
                <a:path w="2851" h="10693" stroke="0" extrusionOk="0">
                  <a:moveTo>
                    <a:pt x="0" y="10693"/>
                  </a:moveTo>
                  <a:lnTo>
                    <a:pt x="2851" y="10693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0693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35" name="Graph element 745"/>
            <p:cNvSpPr/>
            <p:nvPr/>
          </p:nvSpPr>
          <p:spPr>
            <a:xfrm>
              <a:off x="611619" y="1694784"/>
              <a:ext cx="2851" cy="10693"/>
            </a:xfrm>
            <a:custGeom>
              <a:avLst/>
              <a:gdLst/>
              <a:ahLst/>
              <a:cxnLst/>
              <a:rect l="0" t="0" r="r" b="b"/>
              <a:pathLst>
                <a:path w="2851" h="10693" stroke="0" extrusionOk="0">
                  <a:moveTo>
                    <a:pt x="0" y="10693"/>
                  </a:moveTo>
                  <a:lnTo>
                    <a:pt x="2851" y="10693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0693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36" name="Graph element 746"/>
            <p:cNvSpPr/>
            <p:nvPr/>
          </p:nvSpPr>
          <p:spPr>
            <a:xfrm>
              <a:off x="604491" y="1694784"/>
              <a:ext cx="2851" cy="10693"/>
            </a:xfrm>
            <a:custGeom>
              <a:avLst/>
              <a:gdLst/>
              <a:ahLst/>
              <a:cxnLst/>
              <a:rect l="0" t="0" r="r" b="b"/>
              <a:pathLst>
                <a:path w="2851" h="10693" stroke="0" extrusionOk="0">
                  <a:moveTo>
                    <a:pt x="0" y="10693"/>
                  </a:moveTo>
                  <a:lnTo>
                    <a:pt x="2851" y="10693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0693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37" name="Graph element 747"/>
            <p:cNvSpPr/>
            <p:nvPr/>
          </p:nvSpPr>
          <p:spPr>
            <a:xfrm>
              <a:off x="597363" y="1694784"/>
              <a:ext cx="2851" cy="10693"/>
            </a:xfrm>
            <a:custGeom>
              <a:avLst/>
              <a:gdLst/>
              <a:ahLst/>
              <a:cxnLst/>
              <a:rect l="0" t="0" r="r" b="b"/>
              <a:pathLst>
                <a:path w="2851" h="10693" stroke="0" extrusionOk="0">
                  <a:moveTo>
                    <a:pt x="0" y="10693"/>
                  </a:moveTo>
                  <a:lnTo>
                    <a:pt x="2851" y="10693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0693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38" name="Graph element 748"/>
            <p:cNvSpPr/>
            <p:nvPr/>
          </p:nvSpPr>
          <p:spPr>
            <a:xfrm>
              <a:off x="590234" y="1694784"/>
              <a:ext cx="2851" cy="10693"/>
            </a:xfrm>
            <a:custGeom>
              <a:avLst/>
              <a:gdLst/>
              <a:ahLst/>
              <a:cxnLst/>
              <a:rect l="0" t="0" r="r" b="b"/>
              <a:pathLst>
                <a:path w="2851" h="10693" stroke="0" extrusionOk="0">
                  <a:moveTo>
                    <a:pt x="0" y="10693"/>
                  </a:moveTo>
                  <a:lnTo>
                    <a:pt x="2851" y="10693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0693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39" name="Graph element 749"/>
            <p:cNvSpPr/>
            <p:nvPr/>
          </p:nvSpPr>
          <p:spPr>
            <a:xfrm>
              <a:off x="583106" y="1694784"/>
              <a:ext cx="2851" cy="10693"/>
            </a:xfrm>
            <a:custGeom>
              <a:avLst/>
              <a:gdLst/>
              <a:ahLst/>
              <a:cxnLst/>
              <a:rect l="0" t="0" r="r" b="b"/>
              <a:pathLst>
                <a:path w="2851" h="10693" stroke="0" extrusionOk="0">
                  <a:moveTo>
                    <a:pt x="0" y="10693"/>
                  </a:moveTo>
                  <a:lnTo>
                    <a:pt x="2851" y="10693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0693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40" name="Graph element 750"/>
            <p:cNvSpPr/>
            <p:nvPr/>
          </p:nvSpPr>
          <p:spPr>
            <a:xfrm>
              <a:off x="575977" y="1694784"/>
              <a:ext cx="2851" cy="10693"/>
            </a:xfrm>
            <a:custGeom>
              <a:avLst/>
              <a:gdLst/>
              <a:ahLst/>
              <a:cxnLst/>
              <a:rect l="0" t="0" r="r" b="b"/>
              <a:pathLst>
                <a:path w="2851" h="10693" stroke="0" extrusionOk="0">
                  <a:moveTo>
                    <a:pt x="0" y="10693"/>
                  </a:moveTo>
                  <a:lnTo>
                    <a:pt x="2851" y="10693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0693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41" name="Graph element 751"/>
            <p:cNvSpPr/>
            <p:nvPr/>
          </p:nvSpPr>
          <p:spPr>
            <a:xfrm>
              <a:off x="568849" y="1694784"/>
              <a:ext cx="2851" cy="10693"/>
            </a:xfrm>
            <a:custGeom>
              <a:avLst/>
              <a:gdLst/>
              <a:ahLst/>
              <a:cxnLst/>
              <a:rect l="0" t="0" r="r" b="b"/>
              <a:pathLst>
                <a:path w="2851" h="10693" stroke="0" extrusionOk="0">
                  <a:moveTo>
                    <a:pt x="0" y="10693"/>
                  </a:moveTo>
                  <a:lnTo>
                    <a:pt x="2851" y="10693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0693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42" name="Graph element 752"/>
            <p:cNvSpPr/>
            <p:nvPr/>
          </p:nvSpPr>
          <p:spPr>
            <a:xfrm>
              <a:off x="561720" y="1693002"/>
              <a:ext cx="2851" cy="12475"/>
            </a:xfrm>
            <a:custGeom>
              <a:avLst/>
              <a:gdLst/>
              <a:ahLst/>
              <a:cxnLst/>
              <a:rect l="0" t="0" r="r" b="b"/>
              <a:pathLst>
                <a:path w="2851" h="12475" stroke="0" extrusionOk="0">
                  <a:moveTo>
                    <a:pt x="0" y="12475"/>
                  </a:moveTo>
                  <a:lnTo>
                    <a:pt x="2851" y="12475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2475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43" name="Graph element 753"/>
            <p:cNvSpPr/>
            <p:nvPr/>
          </p:nvSpPr>
          <p:spPr>
            <a:xfrm>
              <a:off x="554592" y="1693002"/>
              <a:ext cx="2851" cy="12475"/>
            </a:xfrm>
            <a:custGeom>
              <a:avLst/>
              <a:gdLst/>
              <a:ahLst/>
              <a:cxnLst/>
              <a:rect l="0" t="0" r="r" b="b"/>
              <a:pathLst>
                <a:path w="2851" h="12475" stroke="0" extrusionOk="0">
                  <a:moveTo>
                    <a:pt x="0" y="12475"/>
                  </a:moveTo>
                  <a:lnTo>
                    <a:pt x="2851" y="12475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2475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44" name="Graph element 754"/>
            <p:cNvSpPr/>
            <p:nvPr/>
          </p:nvSpPr>
          <p:spPr>
            <a:xfrm>
              <a:off x="547464" y="1693002"/>
              <a:ext cx="2851" cy="12475"/>
            </a:xfrm>
            <a:custGeom>
              <a:avLst/>
              <a:gdLst/>
              <a:ahLst/>
              <a:cxnLst/>
              <a:rect l="0" t="0" r="r" b="b"/>
              <a:pathLst>
                <a:path w="2851" h="12475" stroke="0" extrusionOk="0">
                  <a:moveTo>
                    <a:pt x="0" y="12475"/>
                  </a:moveTo>
                  <a:lnTo>
                    <a:pt x="2851" y="12475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2475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45" name="Graph element 755"/>
            <p:cNvSpPr/>
            <p:nvPr/>
          </p:nvSpPr>
          <p:spPr>
            <a:xfrm>
              <a:off x="540335" y="1693002"/>
              <a:ext cx="2851" cy="12475"/>
            </a:xfrm>
            <a:custGeom>
              <a:avLst/>
              <a:gdLst/>
              <a:ahLst/>
              <a:cxnLst/>
              <a:rect l="0" t="0" r="r" b="b"/>
              <a:pathLst>
                <a:path w="2851" h="12475" stroke="0" extrusionOk="0">
                  <a:moveTo>
                    <a:pt x="0" y="12475"/>
                  </a:moveTo>
                  <a:lnTo>
                    <a:pt x="2851" y="12475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2475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46" name="Graph element 756"/>
            <p:cNvSpPr/>
            <p:nvPr/>
          </p:nvSpPr>
          <p:spPr>
            <a:xfrm>
              <a:off x="533207" y="1693002"/>
              <a:ext cx="2851" cy="12475"/>
            </a:xfrm>
            <a:custGeom>
              <a:avLst/>
              <a:gdLst/>
              <a:ahLst/>
              <a:cxnLst/>
              <a:rect l="0" t="0" r="r" b="b"/>
              <a:pathLst>
                <a:path w="2851" h="12475" stroke="0" extrusionOk="0">
                  <a:moveTo>
                    <a:pt x="0" y="12475"/>
                  </a:moveTo>
                  <a:lnTo>
                    <a:pt x="2851" y="12475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2475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47" name="Graph element 757"/>
            <p:cNvSpPr/>
            <p:nvPr/>
          </p:nvSpPr>
          <p:spPr>
            <a:xfrm>
              <a:off x="526078" y="1693002"/>
              <a:ext cx="2851" cy="12475"/>
            </a:xfrm>
            <a:custGeom>
              <a:avLst/>
              <a:gdLst/>
              <a:ahLst/>
              <a:cxnLst/>
              <a:rect l="0" t="0" r="r" b="b"/>
              <a:pathLst>
                <a:path w="2851" h="12475" stroke="0" extrusionOk="0">
                  <a:moveTo>
                    <a:pt x="0" y="12475"/>
                  </a:moveTo>
                  <a:lnTo>
                    <a:pt x="2851" y="12475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2475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48" name="Graph element 758"/>
            <p:cNvSpPr/>
            <p:nvPr/>
          </p:nvSpPr>
          <p:spPr>
            <a:xfrm>
              <a:off x="518950" y="1693002"/>
              <a:ext cx="2851" cy="12475"/>
            </a:xfrm>
            <a:custGeom>
              <a:avLst/>
              <a:gdLst/>
              <a:ahLst/>
              <a:cxnLst/>
              <a:rect l="0" t="0" r="r" b="b"/>
              <a:pathLst>
                <a:path w="2851" h="12475" stroke="0" extrusionOk="0">
                  <a:moveTo>
                    <a:pt x="0" y="12475"/>
                  </a:moveTo>
                  <a:lnTo>
                    <a:pt x="2851" y="12475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2475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49" name="Graph element 759"/>
            <p:cNvSpPr/>
            <p:nvPr/>
          </p:nvSpPr>
          <p:spPr>
            <a:xfrm>
              <a:off x="511821" y="1693002"/>
              <a:ext cx="2851" cy="12475"/>
            </a:xfrm>
            <a:custGeom>
              <a:avLst/>
              <a:gdLst/>
              <a:ahLst/>
              <a:cxnLst/>
              <a:rect l="0" t="0" r="r" b="b"/>
              <a:pathLst>
                <a:path w="2851" h="12475" stroke="0" extrusionOk="0">
                  <a:moveTo>
                    <a:pt x="0" y="12475"/>
                  </a:moveTo>
                  <a:lnTo>
                    <a:pt x="2851" y="12475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2475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50" name="Graph element 760"/>
            <p:cNvSpPr/>
            <p:nvPr/>
          </p:nvSpPr>
          <p:spPr>
            <a:xfrm>
              <a:off x="504693" y="1691220"/>
              <a:ext cx="2851" cy="14257"/>
            </a:xfrm>
            <a:custGeom>
              <a:avLst/>
              <a:gdLst/>
              <a:ahLst/>
              <a:cxnLst/>
              <a:rect l="0" t="0" r="r" b="b"/>
              <a:pathLst>
                <a:path w="2851" h="14257" stroke="0" extrusionOk="0">
                  <a:moveTo>
                    <a:pt x="0" y="14257"/>
                  </a:moveTo>
                  <a:lnTo>
                    <a:pt x="2851" y="14257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4257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51" name="Graph element 761"/>
            <p:cNvSpPr/>
            <p:nvPr/>
          </p:nvSpPr>
          <p:spPr>
            <a:xfrm>
              <a:off x="495782" y="1689795"/>
              <a:ext cx="4633" cy="17108"/>
            </a:xfrm>
            <a:custGeom>
              <a:avLst/>
              <a:gdLst/>
              <a:ahLst/>
              <a:cxnLst/>
              <a:rect l="0" t="0" r="r" b="b"/>
              <a:pathLst>
                <a:path w="4633" h="17108" stroke="0" extrusionOk="0">
                  <a:moveTo>
                    <a:pt x="0" y="0"/>
                  </a:moveTo>
                  <a:lnTo>
                    <a:pt x="0" y="17108"/>
                  </a:lnTo>
                  <a:lnTo>
                    <a:pt x="4633" y="17108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52" name="Graph element 762"/>
            <p:cNvSpPr/>
            <p:nvPr/>
          </p:nvSpPr>
          <p:spPr>
            <a:xfrm>
              <a:off x="488654" y="1689795"/>
              <a:ext cx="4633" cy="17108"/>
            </a:xfrm>
            <a:custGeom>
              <a:avLst/>
              <a:gdLst/>
              <a:ahLst/>
              <a:cxnLst/>
              <a:rect l="0" t="0" r="r" b="b"/>
              <a:pathLst>
                <a:path w="4633" h="17108" stroke="0" extrusionOk="0">
                  <a:moveTo>
                    <a:pt x="0" y="0"/>
                  </a:moveTo>
                  <a:lnTo>
                    <a:pt x="0" y="17108"/>
                  </a:lnTo>
                  <a:lnTo>
                    <a:pt x="4633" y="17108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53" name="Graph element 763"/>
            <p:cNvSpPr/>
            <p:nvPr/>
          </p:nvSpPr>
          <p:spPr>
            <a:xfrm>
              <a:off x="481526" y="1689795"/>
              <a:ext cx="4633" cy="17108"/>
            </a:xfrm>
            <a:custGeom>
              <a:avLst/>
              <a:gdLst/>
              <a:ahLst/>
              <a:cxnLst/>
              <a:rect l="0" t="0" r="r" b="b"/>
              <a:pathLst>
                <a:path w="4633" h="17108" stroke="0" extrusionOk="0">
                  <a:moveTo>
                    <a:pt x="0" y="0"/>
                  </a:moveTo>
                  <a:lnTo>
                    <a:pt x="0" y="17108"/>
                  </a:lnTo>
                  <a:lnTo>
                    <a:pt x="4633" y="17108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54" name="Graph element 764"/>
            <p:cNvSpPr/>
            <p:nvPr/>
          </p:nvSpPr>
          <p:spPr>
            <a:xfrm>
              <a:off x="474397" y="1689795"/>
              <a:ext cx="4633" cy="17108"/>
            </a:xfrm>
            <a:custGeom>
              <a:avLst/>
              <a:gdLst/>
              <a:ahLst/>
              <a:cxnLst/>
              <a:rect l="0" t="0" r="r" b="b"/>
              <a:pathLst>
                <a:path w="4633" h="17108" stroke="0" extrusionOk="0">
                  <a:moveTo>
                    <a:pt x="0" y="0"/>
                  </a:moveTo>
                  <a:lnTo>
                    <a:pt x="0" y="17108"/>
                  </a:lnTo>
                  <a:lnTo>
                    <a:pt x="4633" y="17108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55" name="Graph element 765"/>
            <p:cNvSpPr/>
            <p:nvPr/>
          </p:nvSpPr>
          <p:spPr>
            <a:xfrm>
              <a:off x="467269" y="1689795"/>
              <a:ext cx="4633" cy="17108"/>
            </a:xfrm>
            <a:custGeom>
              <a:avLst/>
              <a:gdLst/>
              <a:ahLst/>
              <a:cxnLst/>
              <a:rect l="0" t="0" r="r" b="b"/>
              <a:pathLst>
                <a:path w="4633" h="17108" stroke="0" extrusionOk="0">
                  <a:moveTo>
                    <a:pt x="0" y="0"/>
                  </a:moveTo>
                  <a:lnTo>
                    <a:pt x="0" y="17108"/>
                  </a:lnTo>
                  <a:lnTo>
                    <a:pt x="4633" y="17108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56" name="Graph element 766"/>
            <p:cNvSpPr/>
            <p:nvPr/>
          </p:nvSpPr>
          <p:spPr>
            <a:xfrm>
              <a:off x="460140" y="1688012"/>
              <a:ext cx="4633" cy="18890"/>
            </a:xfrm>
            <a:custGeom>
              <a:avLst/>
              <a:gdLst/>
              <a:ahLst/>
              <a:cxnLst/>
              <a:rect l="0" t="0" r="r" b="b"/>
              <a:pathLst>
                <a:path w="4633" h="18890" stroke="0" extrusionOk="0">
                  <a:moveTo>
                    <a:pt x="0" y="0"/>
                  </a:moveTo>
                  <a:lnTo>
                    <a:pt x="0" y="18890"/>
                  </a:lnTo>
                  <a:lnTo>
                    <a:pt x="4633" y="18890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57" name="Graph element 767"/>
            <p:cNvSpPr/>
            <p:nvPr/>
          </p:nvSpPr>
          <p:spPr>
            <a:xfrm>
              <a:off x="453012" y="1688012"/>
              <a:ext cx="4633" cy="18890"/>
            </a:xfrm>
            <a:custGeom>
              <a:avLst/>
              <a:gdLst/>
              <a:ahLst/>
              <a:cxnLst/>
              <a:rect l="0" t="0" r="r" b="b"/>
              <a:pathLst>
                <a:path w="4633" h="18890" stroke="0" extrusionOk="0">
                  <a:moveTo>
                    <a:pt x="0" y="0"/>
                  </a:moveTo>
                  <a:lnTo>
                    <a:pt x="0" y="18890"/>
                  </a:lnTo>
                  <a:lnTo>
                    <a:pt x="4633" y="18890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58" name="Graph element 768"/>
            <p:cNvSpPr/>
            <p:nvPr/>
          </p:nvSpPr>
          <p:spPr>
            <a:xfrm>
              <a:off x="445883" y="1688012"/>
              <a:ext cx="4633" cy="18890"/>
            </a:xfrm>
            <a:custGeom>
              <a:avLst/>
              <a:gdLst/>
              <a:ahLst/>
              <a:cxnLst/>
              <a:rect l="0" t="0" r="r" b="b"/>
              <a:pathLst>
                <a:path w="4633" h="18890" stroke="0" extrusionOk="0">
                  <a:moveTo>
                    <a:pt x="0" y="0"/>
                  </a:moveTo>
                  <a:lnTo>
                    <a:pt x="0" y="18890"/>
                  </a:lnTo>
                  <a:lnTo>
                    <a:pt x="4633" y="18890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59" name="Graph element 769"/>
            <p:cNvSpPr/>
            <p:nvPr/>
          </p:nvSpPr>
          <p:spPr>
            <a:xfrm>
              <a:off x="438755" y="1686230"/>
              <a:ext cx="4633" cy="20672"/>
            </a:xfrm>
            <a:custGeom>
              <a:avLst/>
              <a:gdLst/>
              <a:ahLst/>
              <a:cxnLst/>
              <a:rect l="0" t="0" r="r" b="b"/>
              <a:pathLst>
                <a:path w="4633" h="20672" stroke="0" extrusionOk="0">
                  <a:moveTo>
                    <a:pt x="0" y="0"/>
                  </a:moveTo>
                  <a:lnTo>
                    <a:pt x="0" y="20672"/>
                  </a:lnTo>
                  <a:lnTo>
                    <a:pt x="4633" y="20672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60" name="Graph element 770"/>
            <p:cNvSpPr/>
            <p:nvPr/>
          </p:nvSpPr>
          <p:spPr>
            <a:xfrm>
              <a:off x="431627" y="1686230"/>
              <a:ext cx="4633" cy="20672"/>
            </a:xfrm>
            <a:custGeom>
              <a:avLst/>
              <a:gdLst/>
              <a:ahLst/>
              <a:cxnLst/>
              <a:rect l="0" t="0" r="r" b="b"/>
              <a:pathLst>
                <a:path w="4633" h="20672" stroke="0" extrusionOk="0">
                  <a:moveTo>
                    <a:pt x="0" y="0"/>
                  </a:moveTo>
                  <a:lnTo>
                    <a:pt x="0" y="20672"/>
                  </a:lnTo>
                  <a:lnTo>
                    <a:pt x="4633" y="20672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61" name="Graph element 771"/>
            <p:cNvSpPr/>
            <p:nvPr/>
          </p:nvSpPr>
          <p:spPr>
            <a:xfrm>
              <a:off x="424498" y="1686230"/>
              <a:ext cx="4633" cy="20672"/>
            </a:xfrm>
            <a:custGeom>
              <a:avLst/>
              <a:gdLst/>
              <a:ahLst/>
              <a:cxnLst/>
              <a:rect l="0" t="0" r="r" b="b"/>
              <a:pathLst>
                <a:path w="4633" h="20672" stroke="0" extrusionOk="0">
                  <a:moveTo>
                    <a:pt x="0" y="0"/>
                  </a:moveTo>
                  <a:lnTo>
                    <a:pt x="0" y="20672"/>
                  </a:lnTo>
                  <a:lnTo>
                    <a:pt x="4633" y="20672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62" name="Graph element 772"/>
            <p:cNvSpPr/>
            <p:nvPr/>
          </p:nvSpPr>
          <p:spPr>
            <a:xfrm>
              <a:off x="417370" y="1686230"/>
              <a:ext cx="4633" cy="20672"/>
            </a:xfrm>
            <a:custGeom>
              <a:avLst/>
              <a:gdLst/>
              <a:ahLst/>
              <a:cxnLst/>
              <a:rect l="0" t="0" r="r" b="b"/>
              <a:pathLst>
                <a:path w="4633" h="20672" stroke="0" extrusionOk="0">
                  <a:moveTo>
                    <a:pt x="0" y="0"/>
                  </a:moveTo>
                  <a:lnTo>
                    <a:pt x="0" y="20672"/>
                  </a:lnTo>
                  <a:lnTo>
                    <a:pt x="4633" y="20672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63" name="Graph element 773"/>
            <p:cNvSpPr/>
            <p:nvPr/>
          </p:nvSpPr>
          <p:spPr>
            <a:xfrm>
              <a:off x="410241" y="1686230"/>
              <a:ext cx="4633" cy="20672"/>
            </a:xfrm>
            <a:custGeom>
              <a:avLst/>
              <a:gdLst/>
              <a:ahLst/>
              <a:cxnLst/>
              <a:rect l="0" t="0" r="r" b="b"/>
              <a:pathLst>
                <a:path w="4633" h="20672" stroke="0" extrusionOk="0">
                  <a:moveTo>
                    <a:pt x="0" y="0"/>
                  </a:moveTo>
                  <a:lnTo>
                    <a:pt x="0" y="20672"/>
                  </a:lnTo>
                  <a:lnTo>
                    <a:pt x="4633" y="20672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64" name="Graph element 774"/>
            <p:cNvSpPr/>
            <p:nvPr/>
          </p:nvSpPr>
          <p:spPr>
            <a:xfrm>
              <a:off x="403113" y="1687656"/>
              <a:ext cx="2851" cy="17821"/>
            </a:xfrm>
            <a:custGeom>
              <a:avLst/>
              <a:gdLst/>
              <a:ahLst/>
              <a:cxnLst/>
              <a:rect l="0" t="0" r="r" b="b"/>
              <a:pathLst>
                <a:path w="2851" h="17821" stroke="0" extrusionOk="0">
                  <a:moveTo>
                    <a:pt x="0" y="17821"/>
                  </a:moveTo>
                  <a:lnTo>
                    <a:pt x="2851" y="17821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7821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65" name="Graph element 775"/>
            <p:cNvSpPr/>
            <p:nvPr/>
          </p:nvSpPr>
          <p:spPr>
            <a:xfrm>
              <a:off x="395984" y="1685874"/>
              <a:ext cx="2851" cy="19603"/>
            </a:xfrm>
            <a:custGeom>
              <a:avLst/>
              <a:gdLst/>
              <a:ahLst/>
              <a:cxnLst/>
              <a:rect l="0" t="0" r="r" b="b"/>
              <a:pathLst>
                <a:path w="2851" h="19603" stroke="0" extrusionOk="0">
                  <a:moveTo>
                    <a:pt x="0" y="19603"/>
                  </a:moveTo>
                  <a:lnTo>
                    <a:pt x="2851" y="19603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9603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66" name="Graph element 776"/>
            <p:cNvSpPr/>
            <p:nvPr/>
          </p:nvSpPr>
          <p:spPr>
            <a:xfrm>
              <a:off x="388856" y="1685874"/>
              <a:ext cx="2851" cy="19603"/>
            </a:xfrm>
            <a:custGeom>
              <a:avLst/>
              <a:gdLst/>
              <a:ahLst/>
              <a:cxnLst/>
              <a:rect l="0" t="0" r="r" b="b"/>
              <a:pathLst>
                <a:path w="2851" h="19603" stroke="0" extrusionOk="0">
                  <a:moveTo>
                    <a:pt x="0" y="19603"/>
                  </a:moveTo>
                  <a:lnTo>
                    <a:pt x="2851" y="19603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9603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67" name="Graph element 777"/>
            <p:cNvSpPr/>
            <p:nvPr/>
          </p:nvSpPr>
          <p:spPr>
            <a:xfrm>
              <a:off x="381727" y="1685874"/>
              <a:ext cx="2851" cy="19603"/>
            </a:xfrm>
            <a:custGeom>
              <a:avLst/>
              <a:gdLst/>
              <a:ahLst/>
              <a:cxnLst/>
              <a:rect l="0" t="0" r="r" b="b"/>
              <a:pathLst>
                <a:path w="2851" h="19603" stroke="0" extrusionOk="0">
                  <a:moveTo>
                    <a:pt x="0" y="19603"/>
                  </a:moveTo>
                  <a:lnTo>
                    <a:pt x="2851" y="19603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9603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68" name="Graph element 778"/>
            <p:cNvSpPr/>
            <p:nvPr/>
          </p:nvSpPr>
          <p:spPr>
            <a:xfrm>
              <a:off x="374599" y="1685874"/>
              <a:ext cx="2851" cy="19603"/>
            </a:xfrm>
            <a:custGeom>
              <a:avLst/>
              <a:gdLst/>
              <a:ahLst/>
              <a:cxnLst/>
              <a:rect l="0" t="0" r="r" b="b"/>
              <a:pathLst>
                <a:path w="2851" h="19603" stroke="0" extrusionOk="0">
                  <a:moveTo>
                    <a:pt x="0" y="19603"/>
                  </a:moveTo>
                  <a:lnTo>
                    <a:pt x="2851" y="19603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9603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69" name="Graph element 779"/>
            <p:cNvSpPr/>
            <p:nvPr/>
          </p:nvSpPr>
          <p:spPr>
            <a:xfrm>
              <a:off x="367471" y="1685874"/>
              <a:ext cx="2851" cy="19603"/>
            </a:xfrm>
            <a:custGeom>
              <a:avLst/>
              <a:gdLst/>
              <a:ahLst/>
              <a:cxnLst/>
              <a:rect l="0" t="0" r="r" b="b"/>
              <a:pathLst>
                <a:path w="2851" h="19603" stroke="0" extrusionOk="0">
                  <a:moveTo>
                    <a:pt x="0" y="19603"/>
                  </a:moveTo>
                  <a:lnTo>
                    <a:pt x="2851" y="19603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9603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70" name="Graph element 780"/>
            <p:cNvSpPr/>
            <p:nvPr/>
          </p:nvSpPr>
          <p:spPr>
            <a:xfrm>
              <a:off x="360342" y="1685874"/>
              <a:ext cx="2851" cy="19603"/>
            </a:xfrm>
            <a:custGeom>
              <a:avLst/>
              <a:gdLst/>
              <a:ahLst/>
              <a:cxnLst/>
              <a:rect l="0" t="0" r="r" b="b"/>
              <a:pathLst>
                <a:path w="2851" h="19603" stroke="0" extrusionOk="0">
                  <a:moveTo>
                    <a:pt x="0" y="19603"/>
                  </a:moveTo>
                  <a:lnTo>
                    <a:pt x="2851" y="19603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9603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71" name="Graph element 781"/>
            <p:cNvSpPr/>
            <p:nvPr/>
          </p:nvSpPr>
          <p:spPr>
            <a:xfrm>
              <a:off x="353214" y="1685874"/>
              <a:ext cx="2851" cy="19603"/>
            </a:xfrm>
            <a:custGeom>
              <a:avLst/>
              <a:gdLst/>
              <a:ahLst/>
              <a:cxnLst/>
              <a:rect l="0" t="0" r="r" b="b"/>
              <a:pathLst>
                <a:path w="2851" h="19603" stroke="0" extrusionOk="0">
                  <a:moveTo>
                    <a:pt x="0" y="19603"/>
                  </a:moveTo>
                  <a:lnTo>
                    <a:pt x="2851" y="19603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9603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72" name="Graph element 782"/>
            <p:cNvSpPr/>
            <p:nvPr/>
          </p:nvSpPr>
          <p:spPr>
            <a:xfrm>
              <a:off x="346085" y="1684092"/>
              <a:ext cx="2851" cy="21385"/>
            </a:xfrm>
            <a:custGeom>
              <a:avLst/>
              <a:gdLst/>
              <a:ahLst/>
              <a:cxnLst/>
              <a:rect l="0" t="0" r="r" b="b"/>
              <a:pathLst>
                <a:path w="2851" h="21385" stroke="0" extrusionOk="0">
                  <a:moveTo>
                    <a:pt x="0" y="21385"/>
                  </a:moveTo>
                  <a:lnTo>
                    <a:pt x="2851" y="21385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1385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73" name="Graph element 783"/>
            <p:cNvSpPr/>
            <p:nvPr/>
          </p:nvSpPr>
          <p:spPr>
            <a:xfrm>
              <a:off x="338957" y="1684092"/>
              <a:ext cx="2851" cy="21385"/>
            </a:xfrm>
            <a:custGeom>
              <a:avLst/>
              <a:gdLst/>
              <a:ahLst/>
              <a:cxnLst/>
              <a:rect l="0" t="0" r="r" b="b"/>
              <a:pathLst>
                <a:path w="2851" h="21385" stroke="0" extrusionOk="0">
                  <a:moveTo>
                    <a:pt x="0" y="21385"/>
                  </a:moveTo>
                  <a:lnTo>
                    <a:pt x="2851" y="21385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1385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74" name="Graph element 784"/>
            <p:cNvSpPr/>
            <p:nvPr/>
          </p:nvSpPr>
          <p:spPr>
            <a:xfrm>
              <a:off x="331828" y="1682310"/>
              <a:ext cx="2851" cy="23167"/>
            </a:xfrm>
            <a:custGeom>
              <a:avLst/>
              <a:gdLst/>
              <a:ahLst/>
              <a:cxnLst/>
              <a:rect l="0" t="0" r="r" b="b"/>
              <a:pathLst>
                <a:path w="2851" h="23167" stroke="0" extrusionOk="0">
                  <a:moveTo>
                    <a:pt x="0" y="23167"/>
                  </a:moveTo>
                  <a:lnTo>
                    <a:pt x="2851" y="23167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3167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75" name="Graph element 785"/>
            <p:cNvSpPr/>
            <p:nvPr/>
          </p:nvSpPr>
          <p:spPr>
            <a:xfrm>
              <a:off x="324700" y="1682310"/>
              <a:ext cx="2851" cy="23167"/>
            </a:xfrm>
            <a:custGeom>
              <a:avLst/>
              <a:gdLst/>
              <a:ahLst/>
              <a:cxnLst/>
              <a:rect l="0" t="0" r="r" b="b"/>
              <a:pathLst>
                <a:path w="2851" h="23167" stroke="0" extrusionOk="0">
                  <a:moveTo>
                    <a:pt x="0" y="23167"/>
                  </a:moveTo>
                  <a:lnTo>
                    <a:pt x="2851" y="23167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3167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76" name="Graph element 786"/>
            <p:cNvSpPr/>
            <p:nvPr/>
          </p:nvSpPr>
          <p:spPr>
            <a:xfrm>
              <a:off x="317572" y="1682310"/>
              <a:ext cx="2851" cy="23167"/>
            </a:xfrm>
            <a:custGeom>
              <a:avLst/>
              <a:gdLst/>
              <a:ahLst/>
              <a:cxnLst/>
              <a:rect l="0" t="0" r="r" b="b"/>
              <a:pathLst>
                <a:path w="2851" h="23167" stroke="0" extrusionOk="0">
                  <a:moveTo>
                    <a:pt x="0" y="23167"/>
                  </a:moveTo>
                  <a:lnTo>
                    <a:pt x="2851" y="23167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3167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77" name="Graph element 787"/>
            <p:cNvSpPr/>
            <p:nvPr/>
          </p:nvSpPr>
          <p:spPr>
            <a:xfrm>
              <a:off x="310443" y="1680528"/>
              <a:ext cx="2851" cy="24950"/>
            </a:xfrm>
            <a:custGeom>
              <a:avLst/>
              <a:gdLst/>
              <a:ahLst/>
              <a:cxnLst/>
              <a:rect l="0" t="0" r="r" b="b"/>
              <a:pathLst>
                <a:path w="2851" h="24950" stroke="0" extrusionOk="0">
                  <a:moveTo>
                    <a:pt x="0" y="24950"/>
                  </a:moveTo>
                  <a:lnTo>
                    <a:pt x="2851" y="24950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4950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78" name="Graph element 788"/>
            <p:cNvSpPr/>
            <p:nvPr/>
          </p:nvSpPr>
          <p:spPr>
            <a:xfrm>
              <a:off x="303315" y="1676963"/>
              <a:ext cx="2851" cy="28514"/>
            </a:xfrm>
            <a:custGeom>
              <a:avLst/>
              <a:gdLst/>
              <a:ahLst/>
              <a:cxnLst/>
              <a:rect l="0" t="0" r="r" b="b"/>
              <a:pathLst>
                <a:path w="2851" h="28514" stroke="0" extrusionOk="0">
                  <a:moveTo>
                    <a:pt x="0" y="28514"/>
                  </a:moveTo>
                  <a:lnTo>
                    <a:pt x="2851" y="28514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8514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79" name="Graph element 789"/>
            <p:cNvSpPr/>
            <p:nvPr/>
          </p:nvSpPr>
          <p:spPr>
            <a:xfrm>
              <a:off x="296186" y="1676963"/>
              <a:ext cx="2851" cy="28514"/>
            </a:xfrm>
            <a:custGeom>
              <a:avLst/>
              <a:gdLst/>
              <a:ahLst/>
              <a:cxnLst/>
              <a:rect l="0" t="0" r="r" b="b"/>
              <a:pathLst>
                <a:path w="2851" h="28514" stroke="0" extrusionOk="0">
                  <a:moveTo>
                    <a:pt x="0" y="28514"/>
                  </a:moveTo>
                  <a:lnTo>
                    <a:pt x="2851" y="28514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8514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80" name="Graph element 790"/>
            <p:cNvSpPr/>
            <p:nvPr/>
          </p:nvSpPr>
          <p:spPr>
            <a:xfrm>
              <a:off x="289058" y="1675181"/>
              <a:ext cx="2851" cy="30296"/>
            </a:xfrm>
            <a:custGeom>
              <a:avLst/>
              <a:gdLst/>
              <a:ahLst/>
              <a:cxnLst/>
              <a:rect l="0" t="0" r="r" b="b"/>
              <a:pathLst>
                <a:path w="2851" h="30296" stroke="0" extrusionOk="0">
                  <a:moveTo>
                    <a:pt x="0" y="30296"/>
                  </a:moveTo>
                  <a:lnTo>
                    <a:pt x="2851" y="30296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30296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81" name="Graph element 791"/>
            <p:cNvSpPr/>
            <p:nvPr/>
          </p:nvSpPr>
          <p:spPr>
            <a:xfrm>
              <a:off x="281929" y="1675181"/>
              <a:ext cx="2851" cy="30296"/>
            </a:xfrm>
            <a:custGeom>
              <a:avLst/>
              <a:gdLst/>
              <a:ahLst/>
              <a:cxnLst/>
              <a:rect l="0" t="0" r="r" b="b"/>
              <a:pathLst>
                <a:path w="2851" h="30296" stroke="0" extrusionOk="0">
                  <a:moveTo>
                    <a:pt x="0" y="30296"/>
                  </a:moveTo>
                  <a:lnTo>
                    <a:pt x="2851" y="30296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30296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82" name="Graph element 792"/>
            <p:cNvSpPr/>
            <p:nvPr/>
          </p:nvSpPr>
          <p:spPr>
            <a:xfrm>
              <a:off x="274801" y="1673399"/>
              <a:ext cx="2851" cy="32078"/>
            </a:xfrm>
            <a:custGeom>
              <a:avLst/>
              <a:gdLst/>
              <a:ahLst/>
              <a:cxnLst/>
              <a:rect l="0" t="0" r="r" b="b"/>
              <a:pathLst>
                <a:path w="2851" h="32078" stroke="0" extrusionOk="0">
                  <a:moveTo>
                    <a:pt x="0" y="32078"/>
                  </a:moveTo>
                  <a:lnTo>
                    <a:pt x="2851" y="32078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32078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83" name="Graph element 793"/>
            <p:cNvSpPr/>
            <p:nvPr/>
          </p:nvSpPr>
          <p:spPr>
            <a:xfrm>
              <a:off x="267673" y="1673399"/>
              <a:ext cx="2851" cy="32078"/>
            </a:xfrm>
            <a:custGeom>
              <a:avLst/>
              <a:gdLst/>
              <a:ahLst/>
              <a:cxnLst/>
              <a:rect l="0" t="0" r="r" b="b"/>
              <a:pathLst>
                <a:path w="2851" h="32078" stroke="0" extrusionOk="0">
                  <a:moveTo>
                    <a:pt x="0" y="32078"/>
                  </a:moveTo>
                  <a:lnTo>
                    <a:pt x="2851" y="32078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32078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84" name="Graph element 794"/>
            <p:cNvSpPr/>
            <p:nvPr/>
          </p:nvSpPr>
          <p:spPr>
            <a:xfrm>
              <a:off x="260544" y="1673399"/>
              <a:ext cx="2851" cy="32078"/>
            </a:xfrm>
            <a:custGeom>
              <a:avLst/>
              <a:gdLst/>
              <a:ahLst/>
              <a:cxnLst/>
              <a:rect l="0" t="0" r="r" b="b"/>
              <a:pathLst>
                <a:path w="2851" h="32078" stroke="0" extrusionOk="0">
                  <a:moveTo>
                    <a:pt x="0" y="32078"/>
                  </a:moveTo>
                  <a:lnTo>
                    <a:pt x="2851" y="32078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32078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85" name="Graph element 795"/>
            <p:cNvSpPr/>
            <p:nvPr/>
          </p:nvSpPr>
          <p:spPr>
            <a:xfrm>
              <a:off x="253416" y="1669835"/>
              <a:ext cx="2851" cy="35642"/>
            </a:xfrm>
            <a:custGeom>
              <a:avLst/>
              <a:gdLst/>
              <a:ahLst/>
              <a:cxnLst/>
              <a:rect l="0" t="0" r="r" b="b"/>
              <a:pathLst>
                <a:path w="2851" h="35642" stroke="0" extrusionOk="0">
                  <a:moveTo>
                    <a:pt x="0" y="35642"/>
                  </a:moveTo>
                  <a:lnTo>
                    <a:pt x="2851" y="35642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35642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86" name="Graph element 796"/>
            <p:cNvSpPr/>
            <p:nvPr/>
          </p:nvSpPr>
          <p:spPr>
            <a:xfrm>
              <a:off x="244505" y="1663063"/>
              <a:ext cx="4633" cy="43840"/>
            </a:xfrm>
            <a:custGeom>
              <a:avLst/>
              <a:gdLst/>
              <a:ahLst/>
              <a:cxnLst/>
              <a:rect l="0" t="0" r="r" b="b"/>
              <a:pathLst>
                <a:path w="4633" h="43840" stroke="0" extrusionOk="0">
                  <a:moveTo>
                    <a:pt x="0" y="0"/>
                  </a:moveTo>
                  <a:lnTo>
                    <a:pt x="0" y="43840"/>
                  </a:lnTo>
                  <a:lnTo>
                    <a:pt x="4633" y="43840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87" name="Graph element 797"/>
            <p:cNvSpPr/>
            <p:nvPr/>
          </p:nvSpPr>
          <p:spPr>
            <a:xfrm>
              <a:off x="237377" y="1663063"/>
              <a:ext cx="4633" cy="43840"/>
            </a:xfrm>
            <a:custGeom>
              <a:avLst/>
              <a:gdLst/>
              <a:ahLst/>
              <a:cxnLst/>
              <a:rect l="0" t="0" r="r" b="b"/>
              <a:pathLst>
                <a:path w="4633" h="43840" stroke="0" extrusionOk="0">
                  <a:moveTo>
                    <a:pt x="0" y="0"/>
                  </a:moveTo>
                  <a:lnTo>
                    <a:pt x="0" y="43840"/>
                  </a:lnTo>
                  <a:lnTo>
                    <a:pt x="4633" y="43840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88" name="Graph element 798"/>
            <p:cNvSpPr/>
            <p:nvPr/>
          </p:nvSpPr>
          <p:spPr>
            <a:xfrm>
              <a:off x="230248" y="1663063"/>
              <a:ext cx="4633" cy="43840"/>
            </a:xfrm>
            <a:custGeom>
              <a:avLst/>
              <a:gdLst/>
              <a:ahLst/>
              <a:cxnLst/>
              <a:rect l="0" t="0" r="r" b="b"/>
              <a:pathLst>
                <a:path w="4633" h="43840" stroke="0" extrusionOk="0">
                  <a:moveTo>
                    <a:pt x="0" y="0"/>
                  </a:moveTo>
                  <a:lnTo>
                    <a:pt x="0" y="43840"/>
                  </a:lnTo>
                  <a:lnTo>
                    <a:pt x="4633" y="43840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89" name="Graph element 799"/>
            <p:cNvSpPr/>
            <p:nvPr/>
          </p:nvSpPr>
          <p:spPr>
            <a:xfrm>
              <a:off x="223120" y="1663063"/>
              <a:ext cx="4633" cy="43840"/>
            </a:xfrm>
            <a:custGeom>
              <a:avLst/>
              <a:gdLst/>
              <a:ahLst/>
              <a:cxnLst/>
              <a:rect l="0" t="0" r="r" b="b"/>
              <a:pathLst>
                <a:path w="4633" h="43840" stroke="0" extrusionOk="0">
                  <a:moveTo>
                    <a:pt x="0" y="0"/>
                  </a:moveTo>
                  <a:lnTo>
                    <a:pt x="0" y="43840"/>
                  </a:lnTo>
                  <a:lnTo>
                    <a:pt x="4633" y="43840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90" name="Graph element 800"/>
            <p:cNvSpPr/>
            <p:nvPr/>
          </p:nvSpPr>
          <p:spPr>
            <a:xfrm>
              <a:off x="215991" y="1657717"/>
              <a:ext cx="4633" cy="49186"/>
            </a:xfrm>
            <a:custGeom>
              <a:avLst/>
              <a:gdLst/>
              <a:ahLst/>
              <a:cxnLst/>
              <a:rect l="0" t="0" r="r" b="b"/>
              <a:pathLst>
                <a:path w="4633" h="49186" stroke="0" extrusionOk="0">
                  <a:moveTo>
                    <a:pt x="0" y="0"/>
                  </a:moveTo>
                  <a:lnTo>
                    <a:pt x="0" y="49186"/>
                  </a:lnTo>
                  <a:lnTo>
                    <a:pt x="4633" y="49186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91" name="Graph element 801"/>
            <p:cNvSpPr/>
            <p:nvPr/>
          </p:nvSpPr>
          <p:spPr>
            <a:xfrm>
              <a:off x="208863" y="1657717"/>
              <a:ext cx="4633" cy="49186"/>
            </a:xfrm>
            <a:custGeom>
              <a:avLst/>
              <a:gdLst/>
              <a:ahLst/>
              <a:cxnLst/>
              <a:rect l="0" t="0" r="r" b="b"/>
              <a:pathLst>
                <a:path w="4633" h="49186" stroke="0" extrusionOk="0">
                  <a:moveTo>
                    <a:pt x="0" y="0"/>
                  </a:moveTo>
                  <a:lnTo>
                    <a:pt x="0" y="49186"/>
                  </a:lnTo>
                  <a:lnTo>
                    <a:pt x="4633" y="49186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92" name="Graph element 802"/>
            <p:cNvSpPr/>
            <p:nvPr/>
          </p:nvSpPr>
          <p:spPr>
            <a:xfrm>
              <a:off x="201735" y="1652370"/>
              <a:ext cx="4633" cy="54532"/>
            </a:xfrm>
            <a:custGeom>
              <a:avLst/>
              <a:gdLst/>
              <a:ahLst/>
              <a:cxnLst/>
              <a:rect l="0" t="0" r="r" b="b"/>
              <a:pathLst>
                <a:path w="4633" h="54532" stroke="0" extrusionOk="0">
                  <a:moveTo>
                    <a:pt x="0" y="0"/>
                  </a:moveTo>
                  <a:lnTo>
                    <a:pt x="0" y="54532"/>
                  </a:lnTo>
                  <a:lnTo>
                    <a:pt x="4633" y="54532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93" name="Graph element 803"/>
            <p:cNvSpPr/>
            <p:nvPr/>
          </p:nvSpPr>
          <p:spPr>
            <a:xfrm>
              <a:off x="194606" y="1648806"/>
              <a:ext cx="4633" cy="58097"/>
            </a:xfrm>
            <a:custGeom>
              <a:avLst/>
              <a:gdLst/>
              <a:ahLst/>
              <a:cxnLst/>
              <a:rect l="0" t="0" r="r" b="b"/>
              <a:pathLst>
                <a:path w="4633" h="58097" stroke="0" extrusionOk="0">
                  <a:moveTo>
                    <a:pt x="0" y="0"/>
                  </a:moveTo>
                  <a:lnTo>
                    <a:pt x="0" y="58097"/>
                  </a:lnTo>
                  <a:lnTo>
                    <a:pt x="4633" y="58097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94" name="Graph element 804"/>
            <p:cNvSpPr/>
            <p:nvPr/>
          </p:nvSpPr>
          <p:spPr>
            <a:xfrm>
              <a:off x="187478" y="1641678"/>
              <a:ext cx="4633" cy="65225"/>
            </a:xfrm>
            <a:custGeom>
              <a:avLst/>
              <a:gdLst/>
              <a:ahLst/>
              <a:cxnLst/>
              <a:rect l="0" t="0" r="r" b="b"/>
              <a:pathLst>
                <a:path w="4633" h="65225" stroke="0" extrusionOk="0">
                  <a:moveTo>
                    <a:pt x="0" y="0"/>
                  </a:moveTo>
                  <a:lnTo>
                    <a:pt x="0" y="65225"/>
                  </a:lnTo>
                  <a:lnTo>
                    <a:pt x="4633" y="65225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1895" name="Graph element 805"/>
            <p:cNvSpPr/>
            <p:nvPr/>
          </p:nvSpPr>
          <p:spPr>
            <a:xfrm>
              <a:off x="333611" y="1040751"/>
              <a:ext cx="2851" cy="28514"/>
            </a:xfrm>
            <a:custGeom>
              <a:avLst/>
              <a:gdLst/>
              <a:ahLst/>
              <a:cxnLst/>
              <a:rect l="0" t="0" r="r" b="b"/>
              <a:pathLst>
                <a:path w="2851" h="28514" stroke="0" extrusionOk="0">
                  <a:moveTo>
                    <a:pt x="0" y="28514"/>
                  </a:moveTo>
                  <a:lnTo>
                    <a:pt x="2851" y="28514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8514"/>
                  </a:lnTo>
                  <a:close/>
                </a:path>
              </a:pathLst>
            </a:custGeom>
            <a:solidFill>
              <a:srgbClr val="F98686"/>
            </a:solidFill>
            <a:ln>
              <a:noFill/>
            </a:ln>
          </p:spPr>
        </p:sp>
        <p:sp>
          <p:nvSpPr>
            <p:cNvPr id="1896" name="Graph element 806"/>
            <p:cNvSpPr/>
            <p:nvPr/>
          </p:nvSpPr>
          <p:spPr>
            <a:xfrm>
              <a:off x="317572" y="1001545"/>
              <a:ext cx="2851" cy="28514"/>
            </a:xfrm>
            <a:custGeom>
              <a:avLst/>
              <a:gdLst/>
              <a:ahLst/>
              <a:cxnLst/>
              <a:rect l="0" t="0" r="r" b="b"/>
              <a:pathLst>
                <a:path w="2851" h="28514" stroke="0" extrusionOk="0">
                  <a:moveTo>
                    <a:pt x="0" y="28514"/>
                  </a:moveTo>
                  <a:lnTo>
                    <a:pt x="2851" y="28514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8514"/>
                  </a:lnTo>
                  <a:close/>
                </a:path>
              </a:pathLst>
            </a:custGeom>
            <a:solidFill>
              <a:srgbClr val="F98686"/>
            </a:solidFill>
            <a:ln>
              <a:noFill/>
            </a:ln>
          </p:spPr>
        </p:sp>
        <p:sp>
          <p:nvSpPr>
            <p:cNvPr id="1897" name="Graph element 807"/>
            <p:cNvSpPr/>
            <p:nvPr/>
          </p:nvSpPr>
          <p:spPr>
            <a:xfrm>
              <a:off x="335393" y="919568"/>
              <a:ext cx="2851" cy="28514"/>
            </a:xfrm>
            <a:custGeom>
              <a:avLst/>
              <a:gdLst/>
              <a:ahLst/>
              <a:cxnLst/>
              <a:rect l="0" t="0" r="r" b="b"/>
              <a:pathLst>
                <a:path w="2851" h="28514" stroke="0" extrusionOk="0">
                  <a:moveTo>
                    <a:pt x="0" y="28514"/>
                  </a:moveTo>
                  <a:lnTo>
                    <a:pt x="2851" y="28514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8514"/>
                  </a:lnTo>
                  <a:close/>
                </a:path>
              </a:pathLst>
            </a:custGeom>
            <a:solidFill>
              <a:srgbClr val="F98686"/>
            </a:solidFill>
            <a:ln>
              <a:noFill/>
            </a:ln>
          </p:spPr>
        </p:sp>
        <p:sp>
          <p:nvSpPr>
            <p:cNvPr id="1898" name="Graph element 808"/>
            <p:cNvSpPr/>
            <p:nvPr/>
          </p:nvSpPr>
          <p:spPr>
            <a:xfrm>
              <a:off x="319354" y="880361"/>
              <a:ext cx="2851" cy="28514"/>
            </a:xfrm>
            <a:custGeom>
              <a:avLst/>
              <a:gdLst/>
              <a:ahLst/>
              <a:cxnLst/>
              <a:rect l="0" t="0" r="r" b="b"/>
              <a:pathLst>
                <a:path w="2851" h="28514" stroke="0" extrusionOk="0">
                  <a:moveTo>
                    <a:pt x="0" y="28514"/>
                  </a:moveTo>
                  <a:lnTo>
                    <a:pt x="2851" y="28514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8514"/>
                  </a:lnTo>
                  <a:close/>
                </a:path>
              </a:pathLst>
            </a:custGeom>
            <a:solidFill>
              <a:srgbClr val="F98686"/>
            </a:solidFill>
            <a:ln>
              <a:noFill/>
            </a:ln>
          </p:spPr>
        </p:sp>
        <p:sp>
          <p:nvSpPr>
            <p:cNvPr id="1899" name="Graph element 809"/>
            <p:cNvSpPr/>
            <p:nvPr/>
          </p:nvSpPr>
          <p:spPr>
            <a:xfrm>
              <a:off x="337175" y="800166"/>
              <a:ext cx="2851" cy="26732"/>
            </a:xfrm>
            <a:custGeom>
              <a:avLst/>
              <a:gdLst/>
              <a:ahLst/>
              <a:cxnLst/>
              <a:rect l="0" t="0" r="r" b="b"/>
              <a:pathLst>
                <a:path w="2851" h="26732" stroke="0" extrusionOk="0">
                  <a:moveTo>
                    <a:pt x="0" y="26732"/>
                  </a:moveTo>
                  <a:lnTo>
                    <a:pt x="2851" y="26732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6732"/>
                  </a:lnTo>
                  <a:close/>
                </a:path>
              </a:pathLst>
            </a:custGeom>
            <a:solidFill>
              <a:srgbClr val="F98686"/>
            </a:solidFill>
            <a:ln>
              <a:noFill/>
            </a:ln>
          </p:spPr>
        </p:sp>
        <p:sp>
          <p:nvSpPr>
            <p:cNvPr id="1900" name="Graph element 810"/>
            <p:cNvSpPr/>
            <p:nvPr/>
          </p:nvSpPr>
          <p:spPr>
            <a:xfrm>
              <a:off x="321136" y="759178"/>
              <a:ext cx="2851" cy="28514"/>
            </a:xfrm>
            <a:custGeom>
              <a:avLst/>
              <a:gdLst/>
              <a:ahLst/>
              <a:cxnLst/>
              <a:rect l="0" t="0" r="r" b="b"/>
              <a:pathLst>
                <a:path w="2851" h="28514" stroke="0" extrusionOk="0">
                  <a:moveTo>
                    <a:pt x="0" y="28514"/>
                  </a:moveTo>
                  <a:lnTo>
                    <a:pt x="2851" y="28514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8514"/>
                  </a:lnTo>
                  <a:close/>
                </a:path>
              </a:pathLst>
            </a:custGeom>
            <a:solidFill>
              <a:srgbClr val="F98686"/>
            </a:solidFill>
            <a:ln>
              <a:noFill/>
            </a:ln>
          </p:spPr>
        </p:sp>
        <p:sp>
          <p:nvSpPr>
            <p:cNvPr id="1901" name="Graph element 811"/>
            <p:cNvSpPr/>
            <p:nvPr/>
          </p:nvSpPr>
          <p:spPr>
            <a:xfrm>
              <a:off x="338957" y="678983"/>
              <a:ext cx="2851" cy="28514"/>
            </a:xfrm>
            <a:custGeom>
              <a:avLst/>
              <a:gdLst/>
              <a:ahLst/>
              <a:cxnLst/>
              <a:rect l="0" t="0" r="r" b="b"/>
              <a:pathLst>
                <a:path w="2851" h="28514" stroke="0" extrusionOk="0">
                  <a:moveTo>
                    <a:pt x="0" y="28514"/>
                  </a:moveTo>
                  <a:lnTo>
                    <a:pt x="2851" y="28514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8514"/>
                  </a:lnTo>
                  <a:close/>
                </a:path>
              </a:pathLst>
            </a:custGeom>
            <a:solidFill>
              <a:srgbClr val="F98686"/>
            </a:solidFill>
            <a:ln>
              <a:noFill/>
            </a:ln>
          </p:spPr>
        </p:sp>
        <p:sp>
          <p:nvSpPr>
            <p:cNvPr id="1902" name="Graph element 812"/>
            <p:cNvSpPr/>
            <p:nvPr/>
          </p:nvSpPr>
          <p:spPr>
            <a:xfrm>
              <a:off x="1286682" y="665083"/>
              <a:ext cx="3564" cy="2851"/>
            </a:xfrm>
            <a:custGeom>
              <a:avLst/>
              <a:gdLst/>
              <a:ahLst/>
              <a:cxnLst/>
              <a:rect l="0" t="0" r="r" b="b"/>
              <a:pathLst>
                <a:path w="3564" h="2851" stroke="0" extrusionOk="0">
                  <a:moveTo>
                    <a:pt x="3564" y="2851"/>
                  </a:moveTo>
                  <a:lnTo>
                    <a:pt x="3564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3564" y="2851"/>
                  </a:lnTo>
                  <a:close/>
                </a:path>
              </a:pathLst>
            </a:custGeom>
            <a:solidFill>
              <a:srgbClr val="F98686"/>
            </a:solidFill>
            <a:ln>
              <a:noFill/>
            </a:ln>
          </p:spPr>
        </p:sp>
        <p:sp>
          <p:nvSpPr>
            <p:cNvPr id="1903" name="Graph element 813"/>
            <p:cNvSpPr/>
            <p:nvPr/>
          </p:nvSpPr>
          <p:spPr>
            <a:xfrm>
              <a:off x="1281335" y="643697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F98686"/>
            </a:solidFill>
            <a:ln>
              <a:noFill/>
            </a:ln>
          </p:spPr>
        </p:sp>
        <p:sp>
          <p:nvSpPr>
            <p:cNvPr id="1904" name="Graph element 814"/>
            <p:cNvSpPr/>
            <p:nvPr/>
          </p:nvSpPr>
          <p:spPr>
            <a:xfrm>
              <a:off x="1300939" y="641915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F98686"/>
            </a:solidFill>
            <a:ln>
              <a:noFill/>
            </a:ln>
          </p:spPr>
        </p:sp>
        <p:sp>
          <p:nvSpPr>
            <p:cNvPr id="1905" name="Graph element 815"/>
            <p:cNvSpPr/>
            <p:nvPr/>
          </p:nvSpPr>
          <p:spPr>
            <a:xfrm>
              <a:off x="322918" y="637995"/>
              <a:ext cx="2851" cy="28514"/>
            </a:xfrm>
            <a:custGeom>
              <a:avLst/>
              <a:gdLst/>
              <a:ahLst/>
              <a:cxnLst/>
              <a:rect l="0" t="0" r="r" b="b"/>
              <a:pathLst>
                <a:path w="2851" h="28514" stroke="0" extrusionOk="0">
                  <a:moveTo>
                    <a:pt x="0" y="28514"/>
                  </a:moveTo>
                  <a:lnTo>
                    <a:pt x="2851" y="28514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8514"/>
                  </a:lnTo>
                  <a:close/>
                </a:path>
              </a:pathLst>
            </a:custGeom>
            <a:solidFill>
              <a:srgbClr val="F98686"/>
            </a:solidFill>
            <a:ln>
              <a:noFill/>
            </a:ln>
          </p:spPr>
        </p:sp>
        <p:sp>
          <p:nvSpPr>
            <p:cNvPr id="1906" name="Graph element 816"/>
            <p:cNvSpPr/>
            <p:nvPr/>
          </p:nvSpPr>
          <p:spPr>
            <a:xfrm>
              <a:off x="1292028" y="620530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F98686"/>
            </a:solidFill>
            <a:ln>
              <a:noFill/>
            </a:ln>
          </p:spPr>
        </p:sp>
        <p:sp>
          <p:nvSpPr>
            <p:cNvPr id="1907" name="Graph element 817"/>
            <p:cNvSpPr/>
            <p:nvPr/>
          </p:nvSpPr>
          <p:spPr>
            <a:xfrm>
              <a:off x="354996" y="577403"/>
              <a:ext cx="2851" cy="24950"/>
            </a:xfrm>
            <a:custGeom>
              <a:avLst/>
              <a:gdLst/>
              <a:ahLst/>
              <a:cxnLst/>
              <a:rect l="0" t="0" r="r" b="b"/>
              <a:pathLst>
                <a:path w="2851" h="24950" stroke="0" extrusionOk="0">
                  <a:moveTo>
                    <a:pt x="0" y="24950"/>
                  </a:moveTo>
                  <a:lnTo>
                    <a:pt x="2851" y="24950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4950"/>
                  </a:lnTo>
                  <a:close/>
                </a:path>
              </a:pathLst>
            </a:custGeom>
            <a:solidFill>
              <a:srgbClr val="F98686"/>
            </a:solidFill>
            <a:ln>
              <a:noFill/>
            </a:ln>
          </p:spPr>
        </p:sp>
        <p:sp>
          <p:nvSpPr>
            <p:cNvPr id="1908" name="Graph element 818"/>
            <p:cNvSpPr/>
            <p:nvPr/>
          </p:nvSpPr>
          <p:spPr>
            <a:xfrm>
              <a:off x="338957" y="539979"/>
              <a:ext cx="2851" cy="24950"/>
            </a:xfrm>
            <a:custGeom>
              <a:avLst/>
              <a:gdLst/>
              <a:ahLst/>
              <a:cxnLst/>
              <a:rect l="0" t="0" r="r" b="b"/>
              <a:pathLst>
                <a:path w="2851" h="24950" stroke="0" extrusionOk="0">
                  <a:moveTo>
                    <a:pt x="0" y="24950"/>
                  </a:moveTo>
                  <a:lnTo>
                    <a:pt x="2851" y="24950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4950"/>
                  </a:lnTo>
                  <a:close/>
                </a:path>
              </a:pathLst>
            </a:custGeom>
            <a:solidFill>
              <a:srgbClr val="F98686"/>
            </a:solidFill>
            <a:ln>
              <a:noFill/>
            </a:ln>
          </p:spPr>
        </p:sp>
        <p:sp>
          <p:nvSpPr>
            <p:cNvPr id="1909" name="Graph element 819"/>
            <p:cNvSpPr/>
            <p:nvPr/>
          </p:nvSpPr>
          <p:spPr>
            <a:xfrm>
              <a:off x="356778" y="465130"/>
              <a:ext cx="2851" cy="24950"/>
            </a:xfrm>
            <a:custGeom>
              <a:avLst/>
              <a:gdLst/>
              <a:ahLst/>
              <a:cxnLst/>
              <a:rect l="0" t="0" r="r" b="b"/>
              <a:pathLst>
                <a:path w="2851" h="24950" stroke="0" extrusionOk="0">
                  <a:moveTo>
                    <a:pt x="0" y="24950"/>
                  </a:moveTo>
                  <a:lnTo>
                    <a:pt x="2851" y="24950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4950"/>
                  </a:lnTo>
                  <a:close/>
                </a:path>
              </a:pathLst>
            </a:custGeom>
            <a:solidFill>
              <a:srgbClr val="F98686"/>
            </a:solidFill>
            <a:ln>
              <a:noFill/>
            </a:ln>
          </p:spPr>
        </p:sp>
        <p:sp>
          <p:nvSpPr>
            <p:cNvPr id="1910" name="Graph element 820"/>
            <p:cNvSpPr/>
            <p:nvPr/>
          </p:nvSpPr>
          <p:spPr>
            <a:xfrm>
              <a:off x="340739" y="427706"/>
              <a:ext cx="2851" cy="26732"/>
            </a:xfrm>
            <a:custGeom>
              <a:avLst/>
              <a:gdLst/>
              <a:ahLst/>
              <a:cxnLst/>
              <a:rect l="0" t="0" r="r" b="b"/>
              <a:pathLst>
                <a:path w="2851" h="26732" stroke="0" extrusionOk="0">
                  <a:moveTo>
                    <a:pt x="0" y="26732"/>
                  </a:moveTo>
                  <a:lnTo>
                    <a:pt x="2851" y="26732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6732"/>
                  </a:lnTo>
                  <a:close/>
                </a:path>
              </a:pathLst>
            </a:custGeom>
            <a:solidFill>
              <a:srgbClr val="F98686"/>
            </a:solidFill>
            <a:ln>
              <a:noFill/>
            </a:ln>
          </p:spPr>
        </p:sp>
        <p:sp>
          <p:nvSpPr>
            <p:cNvPr id="1911" name="Graph element 821"/>
            <p:cNvSpPr/>
            <p:nvPr/>
          </p:nvSpPr>
          <p:spPr>
            <a:xfrm>
              <a:off x="358560" y="352857"/>
              <a:ext cx="2851" cy="26732"/>
            </a:xfrm>
            <a:custGeom>
              <a:avLst/>
              <a:gdLst/>
              <a:ahLst/>
              <a:cxnLst/>
              <a:rect l="0" t="0" r="r" b="b"/>
              <a:pathLst>
                <a:path w="2851" h="26732" stroke="0" extrusionOk="0">
                  <a:moveTo>
                    <a:pt x="0" y="26732"/>
                  </a:moveTo>
                  <a:lnTo>
                    <a:pt x="2851" y="26732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6732"/>
                  </a:lnTo>
                  <a:close/>
                </a:path>
              </a:pathLst>
            </a:custGeom>
            <a:solidFill>
              <a:srgbClr val="F98686"/>
            </a:solidFill>
            <a:ln>
              <a:noFill/>
            </a:ln>
          </p:spPr>
        </p:sp>
        <p:sp>
          <p:nvSpPr>
            <p:cNvPr id="1912" name="Graph element 822"/>
            <p:cNvSpPr/>
            <p:nvPr/>
          </p:nvSpPr>
          <p:spPr>
            <a:xfrm>
              <a:off x="342521" y="315433"/>
              <a:ext cx="2851" cy="26732"/>
            </a:xfrm>
            <a:custGeom>
              <a:avLst/>
              <a:gdLst/>
              <a:ahLst/>
              <a:cxnLst/>
              <a:rect l="0" t="0" r="r" b="b"/>
              <a:pathLst>
                <a:path w="2851" h="26732" stroke="0" extrusionOk="0">
                  <a:moveTo>
                    <a:pt x="0" y="26732"/>
                  </a:moveTo>
                  <a:lnTo>
                    <a:pt x="2851" y="26732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6732"/>
                  </a:lnTo>
                  <a:close/>
                </a:path>
              </a:pathLst>
            </a:custGeom>
            <a:solidFill>
              <a:srgbClr val="F98686"/>
            </a:solidFill>
            <a:ln>
              <a:noFill/>
            </a:ln>
          </p:spPr>
        </p:sp>
        <p:sp>
          <p:nvSpPr>
            <p:cNvPr id="1913" name="Graph element 823"/>
            <p:cNvSpPr/>
            <p:nvPr/>
          </p:nvSpPr>
          <p:spPr>
            <a:xfrm>
              <a:off x="360342" y="240585"/>
              <a:ext cx="2851" cy="26732"/>
            </a:xfrm>
            <a:custGeom>
              <a:avLst/>
              <a:gdLst/>
              <a:ahLst/>
              <a:cxnLst/>
              <a:rect l="0" t="0" r="r" b="b"/>
              <a:pathLst>
                <a:path w="2851" h="26732" stroke="0" extrusionOk="0">
                  <a:moveTo>
                    <a:pt x="0" y="26732"/>
                  </a:moveTo>
                  <a:lnTo>
                    <a:pt x="2851" y="26732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6732"/>
                  </a:lnTo>
                  <a:close/>
                </a:path>
              </a:pathLst>
            </a:custGeom>
            <a:solidFill>
              <a:srgbClr val="F98686"/>
            </a:solidFill>
            <a:ln>
              <a:noFill/>
            </a:ln>
          </p:spPr>
        </p:sp>
        <p:sp>
          <p:nvSpPr>
            <p:cNvPr id="1914" name="Graph element 824"/>
            <p:cNvSpPr/>
            <p:nvPr/>
          </p:nvSpPr>
          <p:spPr>
            <a:xfrm>
              <a:off x="344303" y="204942"/>
              <a:ext cx="2851" cy="24950"/>
            </a:xfrm>
            <a:custGeom>
              <a:avLst/>
              <a:gdLst/>
              <a:ahLst/>
              <a:cxnLst/>
              <a:rect l="0" t="0" r="r" b="b"/>
              <a:pathLst>
                <a:path w="2851" h="24950" stroke="0" extrusionOk="0">
                  <a:moveTo>
                    <a:pt x="0" y="24950"/>
                  </a:moveTo>
                  <a:lnTo>
                    <a:pt x="2851" y="24950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4950"/>
                  </a:lnTo>
                  <a:close/>
                </a:path>
              </a:pathLst>
            </a:custGeom>
            <a:solidFill>
              <a:srgbClr val="F98686"/>
            </a:solidFill>
            <a:ln>
              <a:noFill/>
            </a:ln>
          </p:spPr>
        </p:sp>
        <p:sp>
          <p:nvSpPr>
            <p:cNvPr id="1915" name="Graph element 825"/>
            <p:cNvSpPr/>
            <p:nvPr/>
          </p:nvSpPr>
          <p:spPr>
            <a:xfrm>
              <a:off x="185696" y="160746"/>
              <a:ext cx="1793870" cy="945586"/>
            </a:xfrm>
            <a:custGeom>
              <a:avLst/>
              <a:gdLst/>
              <a:ahLst/>
              <a:cxnLst/>
              <a:rect l="0" t="0" r="r" b="b"/>
              <a:pathLst>
                <a:path w="1793870" h="945586" stroke="0" extrusionOk="0">
                  <a:moveTo>
                    <a:pt x="168353" y="0"/>
                  </a:moveTo>
                  <a:lnTo>
                    <a:pt x="166571" y="1782"/>
                  </a:lnTo>
                  <a:lnTo>
                    <a:pt x="162172" y="1782"/>
                  </a:lnTo>
                  <a:lnTo>
                    <a:pt x="162172" y="4399"/>
                  </a:lnTo>
                  <a:lnTo>
                    <a:pt x="160390" y="6181"/>
                  </a:lnTo>
                  <a:lnTo>
                    <a:pt x="160390" y="68555"/>
                  </a:lnTo>
                  <a:lnTo>
                    <a:pt x="158608" y="70337"/>
                  </a:lnTo>
                  <a:lnTo>
                    <a:pt x="158608" y="180828"/>
                  </a:lnTo>
                  <a:lnTo>
                    <a:pt x="156825" y="182610"/>
                  </a:lnTo>
                  <a:lnTo>
                    <a:pt x="156825" y="293101"/>
                  </a:lnTo>
                  <a:lnTo>
                    <a:pt x="155043" y="294883"/>
                  </a:lnTo>
                  <a:lnTo>
                    <a:pt x="155043" y="403592"/>
                  </a:lnTo>
                  <a:lnTo>
                    <a:pt x="153261" y="405374"/>
                  </a:lnTo>
                  <a:lnTo>
                    <a:pt x="153261" y="442798"/>
                  </a:lnTo>
                  <a:lnTo>
                    <a:pt x="151713" y="443745"/>
                  </a:lnTo>
                  <a:lnTo>
                    <a:pt x="149931" y="441963"/>
                  </a:lnTo>
                  <a:lnTo>
                    <a:pt x="145186" y="441963"/>
                  </a:lnTo>
                  <a:lnTo>
                    <a:pt x="143404" y="443745"/>
                  </a:lnTo>
                  <a:lnTo>
                    <a:pt x="140787" y="443745"/>
                  </a:lnTo>
                  <a:lnTo>
                    <a:pt x="140787" y="446362"/>
                  </a:lnTo>
                  <a:lnTo>
                    <a:pt x="139004" y="448144"/>
                  </a:lnTo>
                  <a:lnTo>
                    <a:pt x="139004" y="505172"/>
                  </a:lnTo>
                  <a:lnTo>
                    <a:pt x="137222" y="506954"/>
                  </a:lnTo>
                  <a:lnTo>
                    <a:pt x="137222" y="626355"/>
                  </a:lnTo>
                  <a:lnTo>
                    <a:pt x="135440" y="628137"/>
                  </a:lnTo>
                  <a:lnTo>
                    <a:pt x="135440" y="747538"/>
                  </a:lnTo>
                  <a:lnTo>
                    <a:pt x="133658" y="749320"/>
                  </a:lnTo>
                  <a:lnTo>
                    <a:pt x="133658" y="868722"/>
                  </a:lnTo>
                  <a:lnTo>
                    <a:pt x="131876" y="870504"/>
                  </a:lnTo>
                  <a:lnTo>
                    <a:pt x="131876" y="922185"/>
                  </a:lnTo>
                  <a:lnTo>
                    <a:pt x="131520" y="922541"/>
                  </a:lnTo>
                  <a:lnTo>
                    <a:pt x="130328" y="921350"/>
                  </a:lnTo>
                  <a:lnTo>
                    <a:pt x="128546" y="921350"/>
                  </a:lnTo>
                  <a:lnTo>
                    <a:pt x="126764" y="919568"/>
                  </a:lnTo>
                  <a:lnTo>
                    <a:pt x="124982" y="919568"/>
                  </a:lnTo>
                  <a:lnTo>
                    <a:pt x="121417" y="916003"/>
                  </a:lnTo>
                  <a:lnTo>
                    <a:pt x="119635" y="916003"/>
                  </a:lnTo>
                  <a:lnTo>
                    <a:pt x="117853" y="914221"/>
                  </a:lnTo>
                  <a:lnTo>
                    <a:pt x="116071" y="914221"/>
                  </a:lnTo>
                  <a:lnTo>
                    <a:pt x="114289" y="912439"/>
                  </a:lnTo>
                  <a:lnTo>
                    <a:pt x="112507" y="912439"/>
                  </a:lnTo>
                  <a:lnTo>
                    <a:pt x="110725" y="910657"/>
                  </a:lnTo>
                  <a:lnTo>
                    <a:pt x="108943" y="910657"/>
                  </a:lnTo>
                  <a:lnTo>
                    <a:pt x="105378" y="907093"/>
                  </a:lnTo>
                  <a:lnTo>
                    <a:pt x="103596" y="907093"/>
                  </a:lnTo>
                  <a:lnTo>
                    <a:pt x="101814" y="905311"/>
                  </a:lnTo>
                  <a:lnTo>
                    <a:pt x="100032" y="905311"/>
                  </a:lnTo>
                  <a:lnTo>
                    <a:pt x="98250" y="903529"/>
                  </a:lnTo>
                  <a:lnTo>
                    <a:pt x="96468" y="903529"/>
                  </a:lnTo>
                  <a:lnTo>
                    <a:pt x="92904" y="899964"/>
                  </a:lnTo>
                  <a:lnTo>
                    <a:pt x="91122" y="899964"/>
                  </a:lnTo>
                  <a:lnTo>
                    <a:pt x="89340" y="898182"/>
                  </a:lnTo>
                  <a:lnTo>
                    <a:pt x="87557" y="898182"/>
                  </a:lnTo>
                  <a:lnTo>
                    <a:pt x="85775" y="896400"/>
                  </a:lnTo>
                  <a:lnTo>
                    <a:pt x="83993" y="896400"/>
                  </a:lnTo>
                  <a:lnTo>
                    <a:pt x="82211" y="894618"/>
                  </a:lnTo>
                  <a:lnTo>
                    <a:pt x="80429" y="894618"/>
                  </a:lnTo>
                  <a:lnTo>
                    <a:pt x="76865" y="891054"/>
                  </a:lnTo>
                  <a:lnTo>
                    <a:pt x="75083" y="891054"/>
                  </a:lnTo>
                  <a:lnTo>
                    <a:pt x="73301" y="889272"/>
                  </a:lnTo>
                  <a:lnTo>
                    <a:pt x="71518" y="889272"/>
                  </a:lnTo>
                  <a:lnTo>
                    <a:pt x="69736" y="887490"/>
                  </a:lnTo>
                  <a:lnTo>
                    <a:pt x="67954" y="887490"/>
                  </a:lnTo>
                  <a:lnTo>
                    <a:pt x="64390" y="883925"/>
                  </a:lnTo>
                  <a:lnTo>
                    <a:pt x="62608" y="883925"/>
                  </a:lnTo>
                  <a:lnTo>
                    <a:pt x="60826" y="882143"/>
                  </a:lnTo>
                  <a:lnTo>
                    <a:pt x="59044" y="882143"/>
                  </a:lnTo>
                  <a:lnTo>
                    <a:pt x="57262" y="880361"/>
                  </a:lnTo>
                  <a:lnTo>
                    <a:pt x="55479" y="880361"/>
                  </a:lnTo>
                  <a:lnTo>
                    <a:pt x="53697" y="878579"/>
                  </a:lnTo>
                  <a:lnTo>
                    <a:pt x="51915" y="878579"/>
                  </a:lnTo>
                  <a:lnTo>
                    <a:pt x="48351" y="875015"/>
                  </a:lnTo>
                  <a:lnTo>
                    <a:pt x="46569" y="875015"/>
                  </a:lnTo>
                  <a:lnTo>
                    <a:pt x="44787" y="873233"/>
                  </a:lnTo>
                  <a:lnTo>
                    <a:pt x="43005" y="873233"/>
                  </a:lnTo>
                  <a:lnTo>
                    <a:pt x="41223" y="871451"/>
                  </a:lnTo>
                  <a:lnTo>
                    <a:pt x="39440" y="871451"/>
                  </a:lnTo>
                  <a:lnTo>
                    <a:pt x="35876" y="867886"/>
                  </a:lnTo>
                  <a:lnTo>
                    <a:pt x="34094" y="867886"/>
                  </a:lnTo>
                  <a:lnTo>
                    <a:pt x="32312" y="866104"/>
                  </a:lnTo>
                  <a:lnTo>
                    <a:pt x="30530" y="866104"/>
                  </a:lnTo>
                  <a:lnTo>
                    <a:pt x="28748" y="864322"/>
                  </a:lnTo>
                  <a:lnTo>
                    <a:pt x="26966" y="864322"/>
                  </a:lnTo>
                  <a:lnTo>
                    <a:pt x="25184" y="862540"/>
                  </a:lnTo>
                  <a:lnTo>
                    <a:pt x="23402" y="862540"/>
                  </a:lnTo>
                  <a:lnTo>
                    <a:pt x="19837" y="858976"/>
                  </a:lnTo>
                  <a:lnTo>
                    <a:pt x="18055" y="858976"/>
                  </a:lnTo>
                  <a:lnTo>
                    <a:pt x="16273" y="857194"/>
                  </a:lnTo>
                  <a:lnTo>
                    <a:pt x="14491" y="857194"/>
                  </a:lnTo>
                  <a:lnTo>
                    <a:pt x="12709" y="855412"/>
                  </a:lnTo>
                  <a:lnTo>
                    <a:pt x="10927" y="855412"/>
                  </a:lnTo>
                  <a:lnTo>
                    <a:pt x="7363" y="851848"/>
                  </a:lnTo>
                  <a:lnTo>
                    <a:pt x="5580" y="851848"/>
                  </a:lnTo>
                  <a:lnTo>
                    <a:pt x="3798" y="850065"/>
                  </a:lnTo>
                  <a:lnTo>
                    <a:pt x="0" y="850065"/>
                  </a:lnTo>
                  <a:lnTo>
                    <a:pt x="0" y="868121"/>
                  </a:lnTo>
                  <a:lnTo>
                    <a:pt x="2617" y="870738"/>
                  </a:lnTo>
                  <a:lnTo>
                    <a:pt x="4399" y="870738"/>
                  </a:lnTo>
                  <a:lnTo>
                    <a:pt x="7964" y="874302"/>
                  </a:lnTo>
                  <a:lnTo>
                    <a:pt x="9746" y="874302"/>
                  </a:lnTo>
                  <a:lnTo>
                    <a:pt x="11528" y="876084"/>
                  </a:lnTo>
                  <a:lnTo>
                    <a:pt x="13310" y="876084"/>
                  </a:lnTo>
                  <a:lnTo>
                    <a:pt x="15092" y="877866"/>
                  </a:lnTo>
                  <a:lnTo>
                    <a:pt x="16874" y="877866"/>
                  </a:lnTo>
                  <a:lnTo>
                    <a:pt x="18656" y="879648"/>
                  </a:lnTo>
                  <a:lnTo>
                    <a:pt x="20438" y="879648"/>
                  </a:lnTo>
                  <a:lnTo>
                    <a:pt x="24003" y="883213"/>
                  </a:lnTo>
                  <a:lnTo>
                    <a:pt x="25785" y="883213"/>
                  </a:lnTo>
                  <a:lnTo>
                    <a:pt x="27567" y="884995"/>
                  </a:lnTo>
                  <a:lnTo>
                    <a:pt x="29349" y="884995"/>
                  </a:lnTo>
                  <a:lnTo>
                    <a:pt x="31131" y="886777"/>
                  </a:lnTo>
                  <a:lnTo>
                    <a:pt x="32913" y="886777"/>
                  </a:lnTo>
                  <a:lnTo>
                    <a:pt x="36477" y="890341"/>
                  </a:lnTo>
                  <a:lnTo>
                    <a:pt x="38259" y="890341"/>
                  </a:lnTo>
                  <a:lnTo>
                    <a:pt x="40042" y="892123"/>
                  </a:lnTo>
                  <a:lnTo>
                    <a:pt x="41824" y="892123"/>
                  </a:lnTo>
                  <a:lnTo>
                    <a:pt x="43606" y="893905"/>
                  </a:lnTo>
                  <a:lnTo>
                    <a:pt x="45388" y="893905"/>
                  </a:lnTo>
                  <a:lnTo>
                    <a:pt x="47170" y="895687"/>
                  </a:lnTo>
                  <a:lnTo>
                    <a:pt x="48952" y="895687"/>
                  </a:lnTo>
                  <a:lnTo>
                    <a:pt x="52516" y="899252"/>
                  </a:lnTo>
                  <a:lnTo>
                    <a:pt x="54298" y="899252"/>
                  </a:lnTo>
                  <a:lnTo>
                    <a:pt x="56080" y="901034"/>
                  </a:lnTo>
                  <a:lnTo>
                    <a:pt x="57863" y="901034"/>
                  </a:lnTo>
                  <a:lnTo>
                    <a:pt x="59645" y="902816"/>
                  </a:lnTo>
                  <a:lnTo>
                    <a:pt x="61427" y="902816"/>
                  </a:lnTo>
                  <a:lnTo>
                    <a:pt x="64991" y="906380"/>
                  </a:lnTo>
                  <a:lnTo>
                    <a:pt x="66773" y="906380"/>
                  </a:lnTo>
                  <a:lnTo>
                    <a:pt x="68555" y="908162"/>
                  </a:lnTo>
                  <a:lnTo>
                    <a:pt x="70337" y="908162"/>
                  </a:lnTo>
                  <a:lnTo>
                    <a:pt x="72119" y="909944"/>
                  </a:lnTo>
                  <a:lnTo>
                    <a:pt x="73902" y="909944"/>
                  </a:lnTo>
                  <a:lnTo>
                    <a:pt x="75684" y="911726"/>
                  </a:lnTo>
                  <a:lnTo>
                    <a:pt x="77466" y="911726"/>
                  </a:lnTo>
                  <a:lnTo>
                    <a:pt x="81030" y="915291"/>
                  </a:lnTo>
                  <a:lnTo>
                    <a:pt x="82812" y="915291"/>
                  </a:lnTo>
                  <a:lnTo>
                    <a:pt x="84594" y="917073"/>
                  </a:lnTo>
                  <a:lnTo>
                    <a:pt x="86376" y="917073"/>
                  </a:lnTo>
                  <a:lnTo>
                    <a:pt x="88158" y="918855"/>
                  </a:lnTo>
                  <a:lnTo>
                    <a:pt x="89941" y="918855"/>
                  </a:lnTo>
                  <a:lnTo>
                    <a:pt x="93505" y="922419"/>
                  </a:lnTo>
                  <a:lnTo>
                    <a:pt x="95287" y="922419"/>
                  </a:lnTo>
                  <a:lnTo>
                    <a:pt x="97069" y="924201"/>
                  </a:lnTo>
                  <a:lnTo>
                    <a:pt x="98851" y="924201"/>
                  </a:lnTo>
                  <a:lnTo>
                    <a:pt x="100633" y="925983"/>
                  </a:lnTo>
                  <a:lnTo>
                    <a:pt x="102415" y="925983"/>
                  </a:lnTo>
                  <a:lnTo>
                    <a:pt x="104197" y="927765"/>
                  </a:lnTo>
                  <a:lnTo>
                    <a:pt x="105980" y="927765"/>
                  </a:lnTo>
                  <a:lnTo>
                    <a:pt x="109544" y="931330"/>
                  </a:lnTo>
                  <a:lnTo>
                    <a:pt x="111326" y="931330"/>
                  </a:lnTo>
                  <a:lnTo>
                    <a:pt x="113108" y="933112"/>
                  </a:lnTo>
                  <a:lnTo>
                    <a:pt x="114890" y="933112"/>
                  </a:lnTo>
                  <a:lnTo>
                    <a:pt x="116672" y="934894"/>
                  </a:lnTo>
                  <a:lnTo>
                    <a:pt x="118454" y="934894"/>
                  </a:lnTo>
                  <a:lnTo>
                    <a:pt x="122018" y="938458"/>
                  </a:lnTo>
                  <a:lnTo>
                    <a:pt x="123801" y="938458"/>
                  </a:lnTo>
                  <a:lnTo>
                    <a:pt x="125583" y="940240"/>
                  </a:lnTo>
                  <a:lnTo>
                    <a:pt x="127365" y="940240"/>
                  </a:lnTo>
                  <a:lnTo>
                    <a:pt x="129147" y="942022"/>
                  </a:lnTo>
                  <a:lnTo>
                    <a:pt x="130929" y="942022"/>
                  </a:lnTo>
                  <a:lnTo>
                    <a:pt x="132711" y="943804"/>
                  </a:lnTo>
                  <a:lnTo>
                    <a:pt x="134493" y="943804"/>
                  </a:lnTo>
                  <a:lnTo>
                    <a:pt x="136275" y="945586"/>
                  </a:lnTo>
                  <a:lnTo>
                    <a:pt x="144585" y="945586"/>
                  </a:lnTo>
                  <a:lnTo>
                    <a:pt x="148984" y="941187"/>
                  </a:lnTo>
                  <a:lnTo>
                    <a:pt x="148984" y="880595"/>
                  </a:lnTo>
                  <a:lnTo>
                    <a:pt x="150766" y="878813"/>
                  </a:lnTo>
                  <a:lnTo>
                    <a:pt x="150766" y="759412"/>
                  </a:lnTo>
                  <a:lnTo>
                    <a:pt x="152548" y="757630"/>
                  </a:lnTo>
                  <a:lnTo>
                    <a:pt x="152548" y="640011"/>
                  </a:lnTo>
                  <a:lnTo>
                    <a:pt x="154331" y="638229"/>
                  </a:lnTo>
                  <a:lnTo>
                    <a:pt x="154331" y="518827"/>
                  </a:lnTo>
                  <a:lnTo>
                    <a:pt x="156113" y="517045"/>
                  </a:lnTo>
                  <a:lnTo>
                    <a:pt x="156113" y="467146"/>
                  </a:lnTo>
                  <a:lnTo>
                    <a:pt x="157060" y="466199"/>
                  </a:lnTo>
                  <a:lnTo>
                    <a:pt x="159443" y="466199"/>
                  </a:lnTo>
                  <a:lnTo>
                    <a:pt x="161815" y="468572"/>
                  </a:lnTo>
                  <a:lnTo>
                    <a:pt x="164188" y="466199"/>
                  </a:lnTo>
                  <a:lnTo>
                    <a:pt x="167752" y="466199"/>
                  </a:lnTo>
                  <a:lnTo>
                    <a:pt x="170370" y="463582"/>
                  </a:lnTo>
                  <a:lnTo>
                    <a:pt x="170370" y="417247"/>
                  </a:lnTo>
                  <a:lnTo>
                    <a:pt x="172152" y="415465"/>
                  </a:lnTo>
                  <a:lnTo>
                    <a:pt x="172152" y="304975"/>
                  </a:lnTo>
                  <a:lnTo>
                    <a:pt x="173934" y="303192"/>
                  </a:lnTo>
                  <a:lnTo>
                    <a:pt x="173934" y="192702"/>
                  </a:lnTo>
                  <a:lnTo>
                    <a:pt x="175716" y="190920"/>
                  </a:lnTo>
                  <a:lnTo>
                    <a:pt x="175716" y="80429"/>
                  </a:lnTo>
                  <a:lnTo>
                    <a:pt x="177498" y="78647"/>
                  </a:lnTo>
                  <a:lnTo>
                    <a:pt x="177498" y="25184"/>
                  </a:lnTo>
                  <a:lnTo>
                    <a:pt x="178445" y="24237"/>
                  </a:lnTo>
                  <a:lnTo>
                    <a:pt x="179046" y="24237"/>
                  </a:lnTo>
                  <a:lnTo>
                    <a:pt x="182610" y="27801"/>
                  </a:lnTo>
                  <a:lnTo>
                    <a:pt x="184392" y="27801"/>
                  </a:lnTo>
                  <a:lnTo>
                    <a:pt x="186174" y="29583"/>
                  </a:lnTo>
                  <a:lnTo>
                    <a:pt x="187956" y="29583"/>
                  </a:lnTo>
                  <a:lnTo>
                    <a:pt x="189739" y="31365"/>
                  </a:lnTo>
                  <a:lnTo>
                    <a:pt x="191521" y="31365"/>
                  </a:lnTo>
                  <a:lnTo>
                    <a:pt x="193303" y="33147"/>
                  </a:lnTo>
                  <a:lnTo>
                    <a:pt x="195085" y="33147"/>
                  </a:lnTo>
                  <a:lnTo>
                    <a:pt x="198649" y="36711"/>
                  </a:lnTo>
                  <a:lnTo>
                    <a:pt x="200431" y="36711"/>
                  </a:lnTo>
                  <a:lnTo>
                    <a:pt x="202213" y="38494"/>
                  </a:lnTo>
                  <a:lnTo>
                    <a:pt x="203995" y="38494"/>
                  </a:lnTo>
                  <a:lnTo>
                    <a:pt x="205778" y="40276"/>
                  </a:lnTo>
                  <a:lnTo>
                    <a:pt x="207560" y="40276"/>
                  </a:lnTo>
                  <a:lnTo>
                    <a:pt x="211124" y="43840"/>
                  </a:lnTo>
                  <a:lnTo>
                    <a:pt x="212906" y="43840"/>
                  </a:lnTo>
                  <a:lnTo>
                    <a:pt x="214688" y="45622"/>
                  </a:lnTo>
                  <a:lnTo>
                    <a:pt x="216470" y="45622"/>
                  </a:lnTo>
                  <a:lnTo>
                    <a:pt x="218252" y="47404"/>
                  </a:lnTo>
                  <a:lnTo>
                    <a:pt x="220034" y="47404"/>
                  </a:lnTo>
                  <a:lnTo>
                    <a:pt x="221817" y="49186"/>
                  </a:lnTo>
                  <a:lnTo>
                    <a:pt x="223599" y="49186"/>
                  </a:lnTo>
                  <a:lnTo>
                    <a:pt x="227163" y="52750"/>
                  </a:lnTo>
                  <a:lnTo>
                    <a:pt x="228945" y="52750"/>
                  </a:lnTo>
                  <a:lnTo>
                    <a:pt x="230727" y="54532"/>
                  </a:lnTo>
                  <a:lnTo>
                    <a:pt x="232509" y="54532"/>
                  </a:lnTo>
                  <a:lnTo>
                    <a:pt x="234291" y="56315"/>
                  </a:lnTo>
                  <a:lnTo>
                    <a:pt x="236073" y="56315"/>
                  </a:lnTo>
                  <a:lnTo>
                    <a:pt x="239638" y="59879"/>
                  </a:lnTo>
                  <a:lnTo>
                    <a:pt x="241420" y="59879"/>
                  </a:lnTo>
                  <a:lnTo>
                    <a:pt x="243202" y="61661"/>
                  </a:lnTo>
                  <a:lnTo>
                    <a:pt x="244984" y="61661"/>
                  </a:lnTo>
                  <a:lnTo>
                    <a:pt x="246766" y="63443"/>
                  </a:lnTo>
                  <a:lnTo>
                    <a:pt x="248548" y="63443"/>
                  </a:lnTo>
                  <a:lnTo>
                    <a:pt x="250330" y="65225"/>
                  </a:lnTo>
                  <a:lnTo>
                    <a:pt x="252112" y="65225"/>
                  </a:lnTo>
                  <a:lnTo>
                    <a:pt x="255677" y="68789"/>
                  </a:lnTo>
                  <a:lnTo>
                    <a:pt x="257459" y="68789"/>
                  </a:lnTo>
                  <a:lnTo>
                    <a:pt x="259241" y="70571"/>
                  </a:lnTo>
                  <a:lnTo>
                    <a:pt x="261023" y="70571"/>
                  </a:lnTo>
                  <a:lnTo>
                    <a:pt x="262805" y="72354"/>
                  </a:lnTo>
                  <a:lnTo>
                    <a:pt x="264587" y="72354"/>
                  </a:lnTo>
                  <a:lnTo>
                    <a:pt x="268151" y="75918"/>
                  </a:lnTo>
                  <a:lnTo>
                    <a:pt x="269933" y="75918"/>
                  </a:lnTo>
                  <a:lnTo>
                    <a:pt x="271716" y="77700"/>
                  </a:lnTo>
                  <a:lnTo>
                    <a:pt x="273498" y="77700"/>
                  </a:lnTo>
                  <a:lnTo>
                    <a:pt x="275280" y="79482"/>
                  </a:lnTo>
                  <a:lnTo>
                    <a:pt x="277062" y="79482"/>
                  </a:lnTo>
                  <a:lnTo>
                    <a:pt x="278844" y="81264"/>
                  </a:lnTo>
                  <a:lnTo>
                    <a:pt x="280626" y="81264"/>
                  </a:lnTo>
                  <a:lnTo>
                    <a:pt x="284190" y="84828"/>
                  </a:lnTo>
                  <a:lnTo>
                    <a:pt x="285972" y="84828"/>
                  </a:lnTo>
                  <a:lnTo>
                    <a:pt x="287754" y="86610"/>
                  </a:lnTo>
                  <a:lnTo>
                    <a:pt x="289537" y="86610"/>
                  </a:lnTo>
                  <a:lnTo>
                    <a:pt x="291319" y="88393"/>
                  </a:lnTo>
                  <a:lnTo>
                    <a:pt x="293101" y="88393"/>
                  </a:lnTo>
                  <a:lnTo>
                    <a:pt x="296665" y="91957"/>
                  </a:lnTo>
                  <a:lnTo>
                    <a:pt x="298447" y="91957"/>
                  </a:lnTo>
                  <a:lnTo>
                    <a:pt x="300229" y="93739"/>
                  </a:lnTo>
                  <a:lnTo>
                    <a:pt x="302011" y="93739"/>
                  </a:lnTo>
                  <a:lnTo>
                    <a:pt x="303793" y="95521"/>
                  </a:lnTo>
                  <a:lnTo>
                    <a:pt x="305576" y="95521"/>
                  </a:lnTo>
                  <a:lnTo>
                    <a:pt x="307358" y="97303"/>
                  </a:lnTo>
                  <a:lnTo>
                    <a:pt x="309140" y="97303"/>
                  </a:lnTo>
                  <a:lnTo>
                    <a:pt x="312704" y="100867"/>
                  </a:lnTo>
                  <a:lnTo>
                    <a:pt x="314486" y="100867"/>
                  </a:lnTo>
                  <a:lnTo>
                    <a:pt x="316268" y="102649"/>
                  </a:lnTo>
                  <a:lnTo>
                    <a:pt x="318050" y="102649"/>
                  </a:lnTo>
                  <a:lnTo>
                    <a:pt x="319832" y="104432"/>
                  </a:lnTo>
                  <a:lnTo>
                    <a:pt x="321615" y="104432"/>
                  </a:lnTo>
                  <a:lnTo>
                    <a:pt x="325179" y="107996"/>
                  </a:lnTo>
                  <a:lnTo>
                    <a:pt x="326961" y="107996"/>
                  </a:lnTo>
                  <a:lnTo>
                    <a:pt x="328743" y="109778"/>
                  </a:lnTo>
                  <a:lnTo>
                    <a:pt x="330525" y="109778"/>
                  </a:lnTo>
                  <a:lnTo>
                    <a:pt x="332307" y="111560"/>
                  </a:lnTo>
                  <a:lnTo>
                    <a:pt x="334089" y="111560"/>
                  </a:lnTo>
                  <a:lnTo>
                    <a:pt x="335871" y="113342"/>
                  </a:lnTo>
                  <a:lnTo>
                    <a:pt x="337654" y="113342"/>
                  </a:lnTo>
                  <a:lnTo>
                    <a:pt x="341218" y="116906"/>
                  </a:lnTo>
                  <a:lnTo>
                    <a:pt x="343000" y="116906"/>
                  </a:lnTo>
                  <a:lnTo>
                    <a:pt x="344782" y="118688"/>
                  </a:lnTo>
                  <a:lnTo>
                    <a:pt x="346564" y="118688"/>
                  </a:lnTo>
                  <a:lnTo>
                    <a:pt x="348346" y="120470"/>
                  </a:lnTo>
                  <a:lnTo>
                    <a:pt x="350128" y="120470"/>
                  </a:lnTo>
                  <a:lnTo>
                    <a:pt x="353692" y="124035"/>
                  </a:lnTo>
                  <a:lnTo>
                    <a:pt x="355475" y="124035"/>
                  </a:lnTo>
                  <a:lnTo>
                    <a:pt x="357257" y="125817"/>
                  </a:lnTo>
                  <a:lnTo>
                    <a:pt x="359039" y="125817"/>
                  </a:lnTo>
                  <a:lnTo>
                    <a:pt x="360821" y="127599"/>
                  </a:lnTo>
                  <a:lnTo>
                    <a:pt x="362603" y="127599"/>
                  </a:lnTo>
                  <a:lnTo>
                    <a:pt x="366167" y="131163"/>
                  </a:lnTo>
                  <a:lnTo>
                    <a:pt x="367949" y="131163"/>
                  </a:lnTo>
                  <a:lnTo>
                    <a:pt x="369731" y="132945"/>
                  </a:lnTo>
                  <a:lnTo>
                    <a:pt x="371514" y="132945"/>
                  </a:lnTo>
                  <a:lnTo>
                    <a:pt x="373296" y="134727"/>
                  </a:lnTo>
                  <a:lnTo>
                    <a:pt x="375078" y="134727"/>
                  </a:lnTo>
                  <a:lnTo>
                    <a:pt x="376860" y="136509"/>
                  </a:lnTo>
                  <a:lnTo>
                    <a:pt x="378642" y="136509"/>
                  </a:lnTo>
                  <a:lnTo>
                    <a:pt x="382206" y="140074"/>
                  </a:lnTo>
                  <a:lnTo>
                    <a:pt x="383988" y="140074"/>
                  </a:lnTo>
                  <a:lnTo>
                    <a:pt x="385770" y="141856"/>
                  </a:lnTo>
                  <a:lnTo>
                    <a:pt x="387553" y="141856"/>
                  </a:lnTo>
                  <a:lnTo>
                    <a:pt x="389335" y="143638"/>
                  </a:lnTo>
                  <a:lnTo>
                    <a:pt x="391117" y="143638"/>
                  </a:lnTo>
                  <a:lnTo>
                    <a:pt x="392899" y="145420"/>
                  </a:lnTo>
                  <a:lnTo>
                    <a:pt x="394681" y="145420"/>
                  </a:lnTo>
                  <a:lnTo>
                    <a:pt x="398245" y="148984"/>
                  </a:lnTo>
                  <a:lnTo>
                    <a:pt x="400027" y="148984"/>
                  </a:lnTo>
                  <a:lnTo>
                    <a:pt x="401809" y="150766"/>
                  </a:lnTo>
                  <a:lnTo>
                    <a:pt x="403592" y="150766"/>
                  </a:lnTo>
                  <a:lnTo>
                    <a:pt x="405374" y="152548"/>
                  </a:lnTo>
                  <a:lnTo>
                    <a:pt x="407156" y="152548"/>
                  </a:lnTo>
                  <a:lnTo>
                    <a:pt x="410720" y="156113"/>
                  </a:lnTo>
                  <a:lnTo>
                    <a:pt x="412502" y="156113"/>
                  </a:lnTo>
                  <a:lnTo>
                    <a:pt x="414284" y="157895"/>
                  </a:lnTo>
                  <a:lnTo>
                    <a:pt x="416066" y="157895"/>
                  </a:lnTo>
                  <a:lnTo>
                    <a:pt x="417848" y="159677"/>
                  </a:lnTo>
                  <a:lnTo>
                    <a:pt x="419630" y="159677"/>
                  </a:lnTo>
                  <a:lnTo>
                    <a:pt x="423195" y="163241"/>
                  </a:lnTo>
                  <a:lnTo>
                    <a:pt x="424977" y="163241"/>
                  </a:lnTo>
                  <a:lnTo>
                    <a:pt x="426759" y="165023"/>
                  </a:lnTo>
                  <a:lnTo>
                    <a:pt x="428541" y="165023"/>
                  </a:lnTo>
                  <a:lnTo>
                    <a:pt x="430323" y="166805"/>
                  </a:lnTo>
                  <a:lnTo>
                    <a:pt x="432105" y="166805"/>
                  </a:lnTo>
                  <a:lnTo>
                    <a:pt x="433887" y="168587"/>
                  </a:lnTo>
                  <a:lnTo>
                    <a:pt x="435669" y="168587"/>
                  </a:lnTo>
                  <a:lnTo>
                    <a:pt x="439234" y="172152"/>
                  </a:lnTo>
                  <a:lnTo>
                    <a:pt x="441016" y="172152"/>
                  </a:lnTo>
                  <a:lnTo>
                    <a:pt x="442798" y="173934"/>
                  </a:lnTo>
                  <a:lnTo>
                    <a:pt x="444580" y="173934"/>
                  </a:lnTo>
                  <a:lnTo>
                    <a:pt x="446362" y="175716"/>
                  </a:lnTo>
                  <a:lnTo>
                    <a:pt x="448144" y="175716"/>
                  </a:lnTo>
                  <a:lnTo>
                    <a:pt x="451708" y="179280"/>
                  </a:lnTo>
                  <a:lnTo>
                    <a:pt x="453491" y="179280"/>
                  </a:lnTo>
                  <a:lnTo>
                    <a:pt x="455273" y="181062"/>
                  </a:lnTo>
                  <a:lnTo>
                    <a:pt x="457055" y="181062"/>
                  </a:lnTo>
                  <a:lnTo>
                    <a:pt x="458837" y="182844"/>
                  </a:lnTo>
                  <a:lnTo>
                    <a:pt x="460619" y="182844"/>
                  </a:lnTo>
                  <a:lnTo>
                    <a:pt x="462401" y="184626"/>
                  </a:lnTo>
                  <a:lnTo>
                    <a:pt x="464183" y="184626"/>
                  </a:lnTo>
                  <a:lnTo>
                    <a:pt x="467747" y="188191"/>
                  </a:lnTo>
                  <a:lnTo>
                    <a:pt x="469529" y="188191"/>
                  </a:lnTo>
                  <a:lnTo>
                    <a:pt x="471312" y="189973"/>
                  </a:lnTo>
                  <a:lnTo>
                    <a:pt x="473094" y="189973"/>
                  </a:lnTo>
                  <a:lnTo>
                    <a:pt x="474876" y="191755"/>
                  </a:lnTo>
                  <a:lnTo>
                    <a:pt x="476658" y="191755"/>
                  </a:lnTo>
                  <a:lnTo>
                    <a:pt x="480222" y="195319"/>
                  </a:lnTo>
                  <a:lnTo>
                    <a:pt x="482004" y="195319"/>
                  </a:lnTo>
                  <a:lnTo>
                    <a:pt x="483786" y="197101"/>
                  </a:lnTo>
                  <a:lnTo>
                    <a:pt x="485568" y="197101"/>
                  </a:lnTo>
                  <a:lnTo>
                    <a:pt x="487351" y="198883"/>
                  </a:lnTo>
                  <a:lnTo>
                    <a:pt x="489133" y="198883"/>
                  </a:lnTo>
                  <a:lnTo>
                    <a:pt x="490915" y="200665"/>
                  </a:lnTo>
                  <a:lnTo>
                    <a:pt x="492697" y="200665"/>
                  </a:lnTo>
                  <a:lnTo>
                    <a:pt x="496261" y="204230"/>
                  </a:lnTo>
                  <a:lnTo>
                    <a:pt x="498043" y="204230"/>
                  </a:lnTo>
                  <a:lnTo>
                    <a:pt x="499825" y="206012"/>
                  </a:lnTo>
                  <a:lnTo>
                    <a:pt x="501607" y="206012"/>
                  </a:lnTo>
                  <a:lnTo>
                    <a:pt x="503390" y="207794"/>
                  </a:lnTo>
                  <a:lnTo>
                    <a:pt x="505172" y="207794"/>
                  </a:lnTo>
                  <a:lnTo>
                    <a:pt x="508736" y="211358"/>
                  </a:lnTo>
                  <a:lnTo>
                    <a:pt x="510518" y="211358"/>
                  </a:lnTo>
                  <a:lnTo>
                    <a:pt x="512300" y="213140"/>
                  </a:lnTo>
                  <a:lnTo>
                    <a:pt x="514082" y="213140"/>
                  </a:lnTo>
                  <a:lnTo>
                    <a:pt x="515864" y="214922"/>
                  </a:lnTo>
                  <a:lnTo>
                    <a:pt x="517646" y="214922"/>
                  </a:lnTo>
                  <a:lnTo>
                    <a:pt x="519429" y="216704"/>
                  </a:lnTo>
                  <a:lnTo>
                    <a:pt x="521211" y="216704"/>
                  </a:lnTo>
                  <a:lnTo>
                    <a:pt x="524775" y="220269"/>
                  </a:lnTo>
                  <a:lnTo>
                    <a:pt x="526557" y="220269"/>
                  </a:lnTo>
                  <a:lnTo>
                    <a:pt x="528339" y="222051"/>
                  </a:lnTo>
                  <a:lnTo>
                    <a:pt x="530121" y="222051"/>
                  </a:lnTo>
                  <a:lnTo>
                    <a:pt x="531903" y="223833"/>
                  </a:lnTo>
                  <a:lnTo>
                    <a:pt x="533685" y="223833"/>
                  </a:lnTo>
                  <a:lnTo>
                    <a:pt x="537250" y="227397"/>
                  </a:lnTo>
                  <a:lnTo>
                    <a:pt x="539032" y="227397"/>
                  </a:lnTo>
                  <a:lnTo>
                    <a:pt x="540814" y="229179"/>
                  </a:lnTo>
                  <a:lnTo>
                    <a:pt x="542596" y="229179"/>
                  </a:lnTo>
                  <a:lnTo>
                    <a:pt x="544378" y="230961"/>
                  </a:lnTo>
                  <a:lnTo>
                    <a:pt x="546160" y="230961"/>
                  </a:lnTo>
                  <a:lnTo>
                    <a:pt x="547942" y="232743"/>
                  </a:lnTo>
                  <a:lnTo>
                    <a:pt x="549724" y="232743"/>
                  </a:lnTo>
                  <a:lnTo>
                    <a:pt x="553289" y="236307"/>
                  </a:lnTo>
                  <a:lnTo>
                    <a:pt x="555071" y="236307"/>
                  </a:lnTo>
                  <a:lnTo>
                    <a:pt x="556853" y="238090"/>
                  </a:lnTo>
                  <a:lnTo>
                    <a:pt x="558635" y="238090"/>
                  </a:lnTo>
                  <a:lnTo>
                    <a:pt x="560417" y="239872"/>
                  </a:lnTo>
                  <a:lnTo>
                    <a:pt x="562199" y="239872"/>
                  </a:lnTo>
                  <a:lnTo>
                    <a:pt x="565763" y="243436"/>
                  </a:lnTo>
                  <a:lnTo>
                    <a:pt x="567545" y="243436"/>
                  </a:lnTo>
                  <a:lnTo>
                    <a:pt x="569328" y="245218"/>
                  </a:lnTo>
                  <a:lnTo>
                    <a:pt x="571110" y="245218"/>
                  </a:lnTo>
                  <a:lnTo>
                    <a:pt x="572892" y="247000"/>
                  </a:lnTo>
                  <a:lnTo>
                    <a:pt x="574674" y="247000"/>
                  </a:lnTo>
                  <a:lnTo>
                    <a:pt x="576456" y="248782"/>
                  </a:lnTo>
                  <a:lnTo>
                    <a:pt x="578238" y="248782"/>
                  </a:lnTo>
                  <a:lnTo>
                    <a:pt x="581802" y="252346"/>
                  </a:lnTo>
                  <a:lnTo>
                    <a:pt x="583584" y="252346"/>
                  </a:lnTo>
                  <a:lnTo>
                    <a:pt x="585366" y="254129"/>
                  </a:lnTo>
                  <a:lnTo>
                    <a:pt x="587149" y="254129"/>
                  </a:lnTo>
                  <a:lnTo>
                    <a:pt x="588931" y="255911"/>
                  </a:lnTo>
                  <a:lnTo>
                    <a:pt x="590713" y="255911"/>
                  </a:lnTo>
                  <a:lnTo>
                    <a:pt x="594277" y="259475"/>
                  </a:lnTo>
                  <a:lnTo>
                    <a:pt x="596059" y="259475"/>
                  </a:lnTo>
                  <a:lnTo>
                    <a:pt x="597841" y="261257"/>
                  </a:lnTo>
                  <a:lnTo>
                    <a:pt x="599623" y="261257"/>
                  </a:lnTo>
                  <a:lnTo>
                    <a:pt x="601405" y="263039"/>
                  </a:lnTo>
                  <a:lnTo>
                    <a:pt x="603188" y="263039"/>
                  </a:lnTo>
                  <a:lnTo>
                    <a:pt x="604970" y="264821"/>
                  </a:lnTo>
                  <a:lnTo>
                    <a:pt x="606752" y="264821"/>
                  </a:lnTo>
                  <a:lnTo>
                    <a:pt x="610316" y="268385"/>
                  </a:lnTo>
                  <a:lnTo>
                    <a:pt x="612098" y="268385"/>
                  </a:lnTo>
                  <a:lnTo>
                    <a:pt x="613880" y="270168"/>
                  </a:lnTo>
                  <a:lnTo>
                    <a:pt x="615662" y="270168"/>
                  </a:lnTo>
                  <a:lnTo>
                    <a:pt x="617444" y="271950"/>
                  </a:lnTo>
                  <a:lnTo>
                    <a:pt x="619227" y="271950"/>
                  </a:lnTo>
                  <a:lnTo>
                    <a:pt x="622791" y="275514"/>
                  </a:lnTo>
                  <a:lnTo>
                    <a:pt x="624573" y="275514"/>
                  </a:lnTo>
                  <a:lnTo>
                    <a:pt x="626355" y="277296"/>
                  </a:lnTo>
                  <a:lnTo>
                    <a:pt x="628137" y="277296"/>
                  </a:lnTo>
                  <a:lnTo>
                    <a:pt x="629919" y="279078"/>
                  </a:lnTo>
                  <a:lnTo>
                    <a:pt x="631701" y="279078"/>
                  </a:lnTo>
                  <a:lnTo>
                    <a:pt x="633483" y="280860"/>
                  </a:lnTo>
                  <a:lnTo>
                    <a:pt x="635266" y="280860"/>
                  </a:lnTo>
                  <a:lnTo>
                    <a:pt x="638830" y="284424"/>
                  </a:lnTo>
                  <a:lnTo>
                    <a:pt x="640612" y="284424"/>
                  </a:lnTo>
                  <a:lnTo>
                    <a:pt x="642394" y="286207"/>
                  </a:lnTo>
                  <a:lnTo>
                    <a:pt x="644176" y="286207"/>
                  </a:lnTo>
                  <a:lnTo>
                    <a:pt x="645958" y="287989"/>
                  </a:lnTo>
                  <a:lnTo>
                    <a:pt x="647740" y="287989"/>
                  </a:lnTo>
                  <a:lnTo>
                    <a:pt x="651304" y="291553"/>
                  </a:lnTo>
                  <a:lnTo>
                    <a:pt x="653087" y="291553"/>
                  </a:lnTo>
                  <a:lnTo>
                    <a:pt x="654869" y="293335"/>
                  </a:lnTo>
                  <a:lnTo>
                    <a:pt x="656651" y="293335"/>
                  </a:lnTo>
                  <a:lnTo>
                    <a:pt x="658433" y="295117"/>
                  </a:lnTo>
                  <a:lnTo>
                    <a:pt x="660215" y="295117"/>
                  </a:lnTo>
                  <a:lnTo>
                    <a:pt x="661997" y="296899"/>
                  </a:lnTo>
                  <a:lnTo>
                    <a:pt x="663779" y="296899"/>
                  </a:lnTo>
                  <a:lnTo>
                    <a:pt x="667343" y="300463"/>
                  </a:lnTo>
                  <a:lnTo>
                    <a:pt x="669126" y="300463"/>
                  </a:lnTo>
                  <a:lnTo>
                    <a:pt x="670908" y="302245"/>
                  </a:lnTo>
                  <a:lnTo>
                    <a:pt x="672690" y="302245"/>
                  </a:lnTo>
                  <a:lnTo>
                    <a:pt x="674472" y="304028"/>
                  </a:lnTo>
                  <a:lnTo>
                    <a:pt x="676254" y="304028"/>
                  </a:lnTo>
                  <a:lnTo>
                    <a:pt x="679818" y="307592"/>
                  </a:lnTo>
                  <a:lnTo>
                    <a:pt x="681600" y="307592"/>
                  </a:lnTo>
                  <a:lnTo>
                    <a:pt x="683382" y="309374"/>
                  </a:lnTo>
                  <a:lnTo>
                    <a:pt x="685165" y="309374"/>
                  </a:lnTo>
                  <a:lnTo>
                    <a:pt x="686947" y="311156"/>
                  </a:lnTo>
                  <a:lnTo>
                    <a:pt x="688729" y="311156"/>
                  </a:lnTo>
                  <a:lnTo>
                    <a:pt x="690511" y="312938"/>
                  </a:lnTo>
                  <a:lnTo>
                    <a:pt x="692293" y="312938"/>
                  </a:lnTo>
                  <a:lnTo>
                    <a:pt x="695857" y="316502"/>
                  </a:lnTo>
                  <a:lnTo>
                    <a:pt x="697639" y="316502"/>
                  </a:lnTo>
                  <a:lnTo>
                    <a:pt x="699421" y="318284"/>
                  </a:lnTo>
                  <a:lnTo>
                    <a:pt x="701204" y="318284"/>
                  </a:lnTo>
                  <a:lnTo>
                    <a:pt x="702986" y="320067"/>
                  </a:lnTo>
                  <a:lnTo>
                    <a:pt x="704768" y="320067"/>
                  </a:lnTo>
                  <a:lnTo>
                    <a:pt x="708332" y="323631"/>
                  </a:lnTo>
                  <a:lnTo>
                    <a:pt x="710114" y="323631"/>
                  </a:lnTo>
                  <a:lnTo>
                    <a:pt x="711896" y="325413"/>
                  </a:lnTo>
                  <a:lnTo>
                    <a:pt x="713678" y="325413"/>
                  </a:lnTo>
                  <a:lnTo>
                    <a:pt x="715460" y="327195"/>
                  </a:lnTo>
                  <a:lnTo>
                    <a:pt x="717242" y="327195"/>
                  </a:lnTo>
                  <a:lnTo>
                    <a:pt x="719025" y="328977"/>
                  </a:lnTo>
                  <a:lnTo>
                    <a:pt x="720807" y="328977"/>
                  </a:lnTo>
                  <a:lnTo>
                    <a:pt x="724371" y="332541"/>
                  </a:lnTo>
                  <a:lnTo>
                    <a:pt x="726153" y="332541"/>
                  </a:lnTo>
                  <a:lnTo>
                    <a:pt x="727935" y="334323"/>
                  </a:lnTo>
                  <a:lnTo>
                    <a:pt x="729717" y="334323"/>
                  </a:lnTo>
                  <a:lnTo>
                    <a:pt x="731499" y="336106"/>
                  </a:lnTo>
                  <a:lnTo>
                    <a:pt x="733281" y="336106"/>
                  </a:lnTo>
                  <a:lnTo>
                    <a:pt x="736846" y="339670"/>
                  </a:lnTo>
                  <a:lnTo>
                    <a:pt x="738628" y="339670"/>
                  </a:lnTo>
                  <a:lnTo>
                    <a:pt x="740410" y="341452"/>
                  </a:lnTo>
                  <a:lnTo>
                    <a:pt x="742192" y="341452"/>
                  </a:lnTo>
                  <a:lnTo>
                    <a:pt x="743974" y="343234"/>
                  </a:lnTo>
                  <a:lnTo>
                    <a:pt x="745756" y="343234"/>
                  </a:lnTo>
                  <a:lnTo>
                    <a:pt x="749320" y="346798"/>
                  </a:lnTo>
                  <a:lnTo>
                    <a:pt x="751103" y="346798"/>
                  </a:lnTo>
                  <a:lnTo>
                    <a:pt x="752885" y="348580"/>
                  </a:lnTo>
                  <a:lnTo>
                    <a:pt x="754667" y="348580"/>
                  </a:lnTo>
                  <a:lnTo>
                    <a:pt x="756449" y="350362"/>
                  </a:lnTo>
                  <a:lnTo>
                    <a:pt x="758231" y="350362"/>
                  </a:lnTo>
                  <a:lnTo>
                    <a:pt x="760013" y="352144"/>
                  </a:lnTo>
                  <a:lnTo>
                    <a:pt x="761795" y="352144"/>
                  </a:lnTo>
                  <a:lnTo>
                    <a:pt x="765359" y="355709"/>
                  </a:lnTo>
                  <a:lnTo>
                    <a:pt x="767141" y="355709"/>
                  </a:lnTo>
                  <a:lnTo>
                    <a:pt x="768924" y="357491"/>
                  </a:lnTo>
                  <a:lnTo>
                    <a:pt x="770706" y="357491"/>
                  </a:lnTo>
                  <a:lnTo>
                    <a:pt x="772488" y="359273"/>
                  </a:lnTo>
                  <a:lnTo>
                    <a:pt x="774270" y="359273"/>
                  </a:lnTo>
                  <a:lnTo>
                    <a:pt x="777834" y="362837"/>
                  </a:lnTo>
                  <a:lnTo>
                    <a:pt x="779616" y="362837"/>
                  </a:lnTo>
                  <a:lnTo>
                    <a:pt x="781398" y="364619"/>
                  </a:lnTo>
                  <a:lnTo>
                    <a:pt x="783180" y="364619"/>
                  </a:lnTo>
                  <a:lnTo>
                    <a:pt x="784963" y="366401"/>
                  </a:lnTo>
                  <a:lnTo>
                    <a:pt x="786745" y="366401"/>
                  </a:lnTo>
                  <a:lnTo>
                    <a:pt x="788527" y="368183"/>
                  </a:lnTo>
                  <a:lnTo>
                    <a:pt x="790309" y="368183"/>
                  </a:lnTo>
                  <a:lnTo>
                    <a:pt x="793873" y="371748"/>
                  </a:lnTo>
                  <a:lnTo>
                    <a:pt x="795655" y="371748"/>
                  </a:lnTo>
                  <a:lnTo>
                    <a:pt x="797437" y="373530"/>
                  </a:lnTo>
                  <a:lnTo>
                    <a:pt x="799219" y="373530"/>
                  </a:lnTo>
                  <a:lnTo>
                    <a:pt x="801002" y="375312"/>
                  </a:lnTo>
                  <a:lnTo>
                    <a:pt x="802784" y="375312"/>
                  </a:lnTo>
                  <a:lnTo>
                    <a:pt x="806348" y="378876"/>
                  </a:lnTo>
                  <a:lnTo>
                    <a:pt x="808130" y="378876"/>
                  </a:lnTo>
                  <a:lnTo>
                    <a:pt x="809912" y="380658"/>
                  </a:lnTo>
                  <a:lnTo>
                    <a:pt x="811694" y="380658"/>
                  </a:lnTo>
                  <a:lnTo>
                    <a:pt x="813476" y="382440"/>
                  </a:lnTo>
                  <a:lnTo>
                    <a:pt x="815258" y="382440"/>
                  </a:lnTo>
                  <a:lnTo>
                    <a:pt x="817041" y="384222"/>
                  </a:lnTo>
                  <a:lnTo>
                    <a:pt x="818823" y="384222"/>
                  </a:lnTo>
                  <a:lnTo>
                    <a:pt x="822387" y="387787"/>
                  </a:lnTo>
                  <a:lnTo>
                    <a:pt x="824169" y="387787"/>
                  </a:lnTo>
                  <a:lnTo>
                    <a:pt x="825951" y="389569"/>
                  </a:lnTo>
                  <a:lnTo>
                    <a:pt x="827733" y="389569"/>
                  </a:lnTo>
                  <a:lnTo>
                    <a:pt x="829515" y="391351"/>
                  </a:lnTo>
                  <a:lnTo>
                    <a:pt x="831297" y="391351"/>
                  </a:lnTo>
                  <a:lnTo>
                    <a:pt x="834862" y="394915"/>
                  </a:lnTo>
                  <a:lnTo>
                    <a:pt x="836644" y="394915"/>
                  </a:lnTo>
                  <a:lnTo>
                    <a:pt x="838426" y="396697"/>
                  </a:lnTo>
                  <a:lnTo>
                    <a:pt x="840208" y="396697"/>
                  </a:lnTo>
                  <a:lnTo>
                    <a:pt x="841990" y="398479"/>
                  </a:lnTo>
                  <a:lnTo>
                    <a:pt x="843772" y="398479"/>
                  </a:lnTo>
                  <a:lnTo>
                    <a:pt x="845554" y="400261"/>
                  </a:lnTo>
                  <a:lnTo>
                    <a:pt x="847336" y="400261"/>
                  </a:lnTo>
                  <a:lnTo>
                    <a:pt x="850901" y="403826"/>
                  </a:lnTo>
                  <a:lnTo>
                    <a:pt x="852683" y="403826"/>
                  </a:lnTo>
                  <a:lnTo>
                    <a:pt x="854465" y="405608"/>
                  </a:lnTo>
                  <a:lnTo>
                    <a:pt x="856247" y="405608"/>
                  </a:lnTo>
                  <a:lnTo>
                    <a:pt x="858029" y="407390"/>
                  </a:lnTo>
                  <a:lnTo>
                    <a:pt x="859811" y="407390"/>
                  </a:lnTo>
                  <a:lnTo>
                    <a:pt x="863375" y="410954"/>
                  </a:lnTo>
                  <a:lnTo>
                    <a:pt x="865157" y="410954"/>
                  </a:lnTo>
                  <a:lnTo>
                    <a:pt x="866940" y="412736"/>
                  </a:lnTo>
                  <a:lnTo>
                    <a:pt x="868722" y="412736"/>
                  </a:lnTo>
                  <a:lnTo>
                    <a:pt x="870504" y="414518"/>
                  </a:lnTo>
                  <a:lnTo>
                    <a:pt x="872286" y="414518"/>
                  </a:lnTo>
                  <a:lnTo>
                    <a:pt x="874068" y="416300"/>
                  </a:lnTo>
                  <a:lnTo>
                    <a:pt x="875850" y="416300"/>
                  </a:lnTo>
                  <a:lnTo>
                    <a:pt x="879414" y="419865"/>
                  </a:lnTo>
                  <a:lnTo>
                    <a:pt x="881196" y="419865"/>
                  </a:lnTo>
                  <a:lnTo>
                    <a:pt x="882978" y="421647"/>
                  </a:lnTo>
                  <a:lnTo>
                    <a:pt x="884761" y="421647"/>
                  </a:lnTo>
                  <a:lnTo>
                    <a:pt x="888325" y="425211"/>
                  </a:lnTo>
                  <a:lnTo>
                    <a:pt x="890107" y="425211"/>
                  </a:lnTo>
                  <a:lnTo>
                    <a:pt x="891889" y="426993"/>
                  </a:lnTo>
                  <a:lnTo>
                    <a:pt x="893671" y="426993"/>
                  </a:lnTo>
                  <a:lnTo>
                    <a:pt x="895453" y="428775"/>
                  </a:lnTo>
                  <a:lnTo>
                    <a:pt x="897235" y="428775"/>
                  </a:lnTo>
                  <a:lnTo>
                    <a:pt x="899017" y="430557"/>
                  </a:lnTo>
                  <a:lnTo>
                    <a:pt x="900800" y="430557"/>
                  </a:lnTo>
                  <a:lnTo>
                    <a:pt x="902582" y="432339"/>
                  </a:lnTo>
                  <a:lnTo>
                    <a:pt x="904364" y="432339"/>
                  </a:lnTo>
                  <a:lnTo>
                    <a:pt x="907928" y="435904"/>
                  </a:lnTo>
                  <a:lnTo>
                    <a:pt x="909710" y="435904"/>
                  </a:lnTo>
                  <a:lnTo>
                    <a:pt x="911492" y="437686"/>
                  </a:lnTo>
                  <a:lnTo>
                    <a:pt x="913274" y="437686"/>
                  </a:lnTo>
                  <a:lnTo>
                    <a:pt x="915056" y="439468"/>
                  </a:lnTo>
                  <a:lnTo>
                    <a:pt x="916839" y="439468"/>
                  </a:lnTo>
                  <a:lnTo>
                    <a:pt x="920403" y="443032"/>
                  </a:lnTo>
                  <a:lnTo>
                    <a:pt x="922185" y="443032"/>
                  </a:lnTo>
                  <a:lnTo>
                    <a:pt x="923967" y="444814"/>
                  </a:lnTo>
                  <a:lnTo>
                    <a:pt x="925749" y="444814"/>
                  </a:lnTo>
                  <a:lnTo>
                    <a:pt x="927531" y="446596"/>
                  </a:lnTo>
                  <a:lnTo>
                    <a:pt x="929313" y="446596"/>
                  </a:lnTo>
                  <a:lnTo>
                    <a:pt x="931095" y="448378"/>
                  </a:lnTo>
                  <a:lnTo>
                    <a:pt x="932878" y="448378"/>
                  </a:lnTo>
                  <a:lnTo>
                    <a:pt x="936442" y="451943"/>
                  </a:lnTo>
                  <a:lnTo>
                    <a:pt x="938224" y="451943"/>
                  </a:lnTo>
                  <a:lnTo>
                    <a:pt x="940006" y="453725"/>
                  </a:lnTo>
                  <a:lnTo>
                    <a:pt x="941788" y="453725"/>
                  </a:lnTo>
                  <a:lnTo>
                    <a:pt x="943570" y="455507"/>
                  </a:lnTo>
                  <a:lnTo>
                    <a:pt x="945352" y="455507"/>
                  </a:lnTo>
                  <a:lnTo>
                    <a:pt x="948916" y="459071"/>
                  </a:lnTo>
                  <a:lnTo>
                    <a:pt x="950699" y="459071"/>
                  </a:lnTo>
                  <a:lnTo>
                    <a:pt x="952481" y="460853"/>
                  </a:lnTo>
                  <a:lnTo>
                    <a:pt x="954263" y="460853"/>
                  </a:lnTo>
                  <a:lnTo>
                    <a:pt x="956045" y="462635"/>
                  </a:lnTo>
                  <a:lnTo>
                    <a:pt x="957827" y="462635"/>
                  </a:lnTo>
                  <a:lnTo>
                    <a:pt x="959609" y="464417"/>
                  </a:lnTo>
                  <a:lnTo>
                    <a:pt x="961391" y="464417"/>
                  </a:lnTo>
                  <a:lnTo>
                    <a:pt x="964955" y="467982"/>
                  </a:lnTo>
                  <a:lnTo>
                    <a:pt x="966738" y="467982"/>
                  </a:lnTo>
                  <a:lnTo>
                    <a:pt x="968520" y="469764"/>
                  </a:lnTo>
                  <a:lnTo>
                    <a:pt x="970302" y="469764"/>
                  </a:lnTo>
                  <a:lnTo>
                    <a:pt x="972084" y="471546"/>
                  </a:lnTo>
                  <a:lnTo>
                    <a:pt x="973866" y="471546"/>
                  </a:lnTo>
                  <a:lnTo>
                    <a:pt x="977430" y="475110"/>
                  </a:lnTo>
                  <a:lnTo>
                    <a:pt x="979212" y="475110"/>
                  </a:lnTo>
                  <a:lnTo>
                    <a:pt x="980994" y="476892"/>
                  </a:lnTo>
                  <a:lnTo>
                    <a:pt x="982777" y="476892"/>
                  </a:lnTo>
                  <a:lnTo>
                    <a:pt x="984559" y="478674"/>
                  </a:lnTo>
                  <a:lnTo>
                    <a:pt x="986341" y="478674"/>
                  </a:lnTo>
                  <a:lnTo>
                    <a:pt x="988123" y="480456"/>
                  </a:lnTo>
                  <a:lnTo>
                    <a:pt x="989905" y="480456"/>
                  </a:lnTo>
                  <a:lnTo>
                    <a:pt x="993469" y="484020"/>
                  </a:lnTo>
                  <a:lnTo>
                    <a:pt x="995251" y="484020"/>
                  </a:lnTo>
                  <a:lnTo>
                    <a:pt x="997033" y="485803"/>
                  </a:lnTo>
                  <a:lnTo>
                    <a:pt x="998816" y="485803"/>
                  </a:lnTo>
                  <a:lnTo>
                    <a:pt x="1000598" y="487585"/>
                  </a:lnTo>
                  <a:lnTo>
                    <a:pt x="1002380" y="487585"/>
                  </a:lnTo>
                  <a:lnTo>
                    <a:pt x="1005944" y="491149"/>
                  </a:lnTo>
                  <a:lnTo>
                    <a:pt x="1007726" y="491149"/>
                  </a:lnTo>
                  <a:lnTo>
                    <a:pt x="1009508" y="492931"/>
                  </a:lnTo>
                  <a:lnTo>
                    <a:pt x="1011290" y="492931"/>
                  </a:lnTo>
                  <a:lnTo>
                    <a:pt x="1013072" y="494713"/>
                  </a:lnTo>
                  <a:lnTo>
                    <a:pt x="1014854" y="494713"/>
                  </a:lnTo>
                  <a:lnTo>
                    <a:pt x="1016637" y="496495"/>
                  </a:lnTo>
                  <a:lnTo>
                    <a:pt x="1018419" y="496495"/>
                  </a:lnTo>
                  <a:lnTo>
                    <a:pt x="1021983" y="500059"/>
                  </a:lnTo>
                  <a:lnTo>
                    <a:pt x="1023765" y="500059"/>
                  </a:lnTo>
                  <a:lnTo>
                    <a:pt x="1025547" y="501842"/>
                  </a:lnTo>
                  <a:lnTo>
                    <a:pt x="1027329" y="501842"/>
                  </a:lnTo>
                  <a:lnTo>
                    <a:pt x="1029111" y="503624"/>
                  </a:lnTo>
                  <a:lnTo>
                    <a:pt x="1030893" y="503624"/>
                  </a:lnTo>
                  <a:lnTo>
                    <a:pt x="1034458" y="507188"/>
                  </a:lnTo>
                  <a:lnTo>
                    <a:pt x="1036240" y="507188"/>
                  </a:lnTo>
                  <a:lnTo>
                    <a:pt x="1038022" y="508970"/>
                  </a:lnTo>
                  <a:lnTo>
                    <a:pt x="1039804" y="508970"/>
                  </a:lnTo>
                  <a:lnTo>
                    <a:pt x="1041586" y="510752"/>
                  </a:lnTo>
                  <a:lnTo>
                    <a:pt x="1043368" y="510752"/>
                  </a:lnTo>
                  <a:lnTo>
                    <a:pt x="1046932" y="514316"/>
                  </a:lnTo>
                  <a:lnTo>
                    <a:pt x="1048715" y="514316"/>
                  </a:lnTo>
                  <a:lnTo>
                    <a:pt x="1050497" y="516098"/>
                  </a:lnTo>
                  <a:lnTo>
                    <a:pt x="1052279" y="516098"/>
                  </a:lnTo>
                  <a:lnTo>
                    <a:pt x="1054061" y="517881"/>
                  </a:lnTo>
                  <a:lnTo>
                    <a:pt x="1055843" y="517881"/>
                  </a:lnTo>
                  <a:lnTo>
                    <a:pt x="1057625" y="519663"/>
                  </a:lnTo>
                  <a:lnTo>
                    <a:pt x="1059407" y="519663"/>
                  </a:lnTo>
                  <a:lnTo>
                    <a:pt x="1061189" y="521445"/>
                  </a:lnTo>
                  <a:lnTo>
                    <a:pt x="1062971" y="521445"/>
                  </a:lnTo>
                  <a:lnTo>
                    <a:pt x="1064753" y="523227"/>
                  </a:lnTo>
                  <a:lnTo>
                    <a:pt x="1069499" y="523227"/>
                  </a:lnTo>
                  <a:lnTo>
                    <a:pt x="1075680" y="517045"/>
                  </a:lnTo>
                  <a:lnTo>
                    <a:pt x="1075680" y="509917"/>
                  </a:lnTo>
                  <a:lnTo>
                    <a:pt x="1077462" y="508135"/>
                  </a:lnTo>
                  <a:lnTo>
                    <a:pt x="1077462" y="502789"/>
                  </a:lnTo>
                  <a:lnTo>
                    <a:pt x="1079244" y="501006"/>
                  </a:lnTo>
                  <a:lnTo>
                    <a:pt x="1079244" y="495660"/>
                  </a:lnTo>
                  <a:lnTo>
                    <a:pt x="1079601" y="495304"/>
                  </a:lnTo>
                  <a:lnTo>
                    <a:pt x="1080792" y="496495"/>
                  </a:lnTo>
                  <a:lnTo>
                    <a:pt x="1082575" y="496495"/>
                  </a:lnTo>
                  <a:lnTo>
                    <a:pt x="1084357" y="498277"/>
                  </a:lnTo>
                  <a:lnTo>
                    <a:pt x="1086139" y="498277"/>
                  </a:lnTo>
                  <a:lnTo>
                    <a:pt x="1087921" y="500059"/>
                  </a:lnTo>
                  <a:lnTo>
                    <a:pt x="1089703" y="500059"/>
                  </a:lnTo>
                  <a:lnTo>
                    <a:pt x="1093267" y="503624"/>
                  </a:lnTo>
                  <a:lnTo>
                    <a:pt x="1095049" y="503624"/>
                  </a:lnTo>
                  <a:lnTo>
                    <a:pt x="1096831" y="505406"/>
                  </a:lnTo>
                  <a:lnTo>
                    <a:pt x="1106923" y="505406"/>
                  </a:lnTo>
                  <a:lnTo>
                    <a:pt x="1111322" y="501006"/>
                  </a:lnTo>
                  <a:lnTo>
                    <a:pt x="1111322" y="495660"/>
                  </a:lnTo>
                  <a:lnTo>
                    <a:pt x="1113105" y="493878"/>
                  </a:lnTo>
                  <a:lnTo>
                    <a:pt x="1113105" y="488532"/>
                  </a:lnTo>
                  <a:lnTo>
                    <a:pt x="1114887" y="486750"/>
                  </a:lnTo>
                  <a:lnTo>
                    <a:pt x="1114887" y="483185"/>
                  </a:lnTo>
                  <a:lnTo>
                    <a:pt x="1116435" y="482238"/>
                  </a:lnTo>
                  <a:lnTo>
                    <a:pt x="1119999" y="485803"/>
                  </a:lnTo>
                  <a:lnTo>
                    <a:pt x="1121781" y="485803"/>
                  </a:lnTo>
                  <a:lnTo>
                    <a:pt x="1123563" y="487585"/>
                  </a:lnTo>
                  <a:lnTo>
                    <a:pt x="1125345" y="487585"/>
                  </a:lnTo>
                  <a:lnTo>
                    <a:pt x="1127127" y="489367"/>
                  </a:lnTo>
                  <a:lnTo>
                    <a:pt x="1128909" y="489367"/>
                  </a:lnTo>
                  <a:lnTo>
                    <a:pt x="1132474" y="492931"/>
                  </a:lnTo>
                  <a:lnTo>
                    <a:pt x="1134256" y="492931"/>
                  </a:lnTo>
                  <a:lnTo>
                    <a:pt x="1136038" y="494713"/>
                  </a:lnTo>
                  <a:lnTo>
                    <a:pt x="1137820" y="494713"/>
                  </a:lnTo>
                  <a:lnTo>
                    <a:pt x="1139602" y="496495"/>
                  </a:lnTo>
                  <a:lnTo>
                    <a:pt x="1141384" y="496495"/>
                  </a:lnTo>
                  <a:lnTo>
                    <a:pt x="1143166" y="498277"/>
                  </a:lnTo>
                  <a:lnTo>
                    <a:pt x="1144948" y="498277"/>
                  </a:lnTo>
                  <a:lnTo>
                    <a:pt x="1148513" y="501842"/>
                  </a:lnTo>
                  <a:lnTo>
                    <a:pt x="1150295" y="501842"/>
                  </a:lnTo>
                  <a:lnTo>
                    <a:pt x="1152077" y="503624"/>
                  </a:lnTo>
                  <a:lnTo>
                    <a:pt x="1153859" y="503624"/>
                  </a:lnTo>
                  <a:lnTo>
                    <a:pt x="1155641" y="505406"/>
                  </a:lnTo>
                  <a:lnTo>
                    <a:pt x="1157423" y="505406"/>
                  </a:lnTo>
                  <a:lnTo>
                    <a:pt x="1160987" y="508970"/>
                  </a:lnTo>
                  <a:lnTo>
                    <a:pt x="1162769" y="508970"/>
                  </a:lnTo>
                  <a:lnTo>
                    <a:pt x="1164552" y="510752"/>
                  </a:lnTo>
                  <a:lnTo>
                    <a:pt x="1166334" y="510752"/>
                  </a:lnTo>
                  <a:lnTo>
                    <a:pt x="1168116" y="512534"/>
                  </a:lnTo>
                  <a:lnTo>
                    <a:pt x="1169898" y="512534"/>
                  </a:lnTo>
                  <a:lnTo>
                    <a:pt x="1171680" y="514316"/>
                  </a:lnTo>
                  <a:lnTo>
                    <a:pt x="1173462" y="514316"/>
                  </a:lnTo>
                  <a:lnTo>
                    <a:pt x="1177026" y="517881"/>
                  </a:lnTo>
                  <a:lnTo>
                    <a:pt x="1178808" y="517881"/>
                  </a:lnTo>
                  <a:lnTo>
                    <a:pt x="1180590" y="519663"/>
                  </a:lnTo>
                  <a:lnTo>
                    <a:pt x="1182373" y="519663"/>
                  </a:lnTo>
                  <a:lnTo>
                    <a:pt x="1184155" y="521445"/>
                  </a:lnTo>
                  <a:lnTo>
                    <a:pt x="1185937" y="521445"/>
                  </a:lnTo>
                  <a:lnTo>
                    <a:pt x="1189501" y="525009"/>
                  </a:lnTo>
                  <a:lnTo>
                    <a:pt x="1191283" y="525009"/>
                  </a:lnTo>
                  <a:lnTo>
                    <a:pt x="1193065" y="526791"/>
                  </a:lnTo>
                  <a:lnTo>
                    <a:pt x="1194847" y="526791"/>
                  </a:lnTo>
                  <a:lnTo>
                    <a:pt x="1196629" y="528573"/>
                  </a:lnTo>
                  <a:lnTo>
                    <a:pt x="1198412" y="528573"/>
                  </a:lnTo>
                  <a:lnTo>
                    <a:pt x="1200194" y="530355"/>
                  </a:lnTo>
                  <a:lnTo>
                    <a:pt x="1201976" y="530355"/>
                  </a:lnTo>
                  <a:lnTo>
                    <a:pt x="1205540" y="533919"/>
                  </a:lnTo>
                  <a:lnTo>
                    <a:pt x="1207322" y="533919"/>
                  </a:lnTo>
                  <a:lnTo>
                    <a:pt x="1209104" y="535702"/>
                  </a:lnTo>
                  <a:lnTo>
                    <a:pt x="1210886" y="535702"/>
                  </a:lnTo>
                  <a:lnTo>
                    <a:pt x="1212668" y="537484"/>
                  </a:lnTo>
                  <a:lnTo>
                    <a:pt x="1214451" y="537484"/>
                  </a:lnTo>
                  <a:lnTo>
                    <a:pt x="1218015" y="541048"/>
                  </a:lnTo>
                  <a:lnTo>
                    <a:pt x="1219797" y="541048"/>
                  </a:lnTo>
                  <a:lnTo>
                    <a:pt x="1221579" y="542830"/>
                  </a:lnTo>
                  <a:lnTo>
                    <a:pt x="1223361" y="542830"/>
                  </a:lnTo>
                  <a:lnTo>
                    <a:pt x="1225143" y="544612"/>
                  </a:lnTo>
                  <a:lnTo>
                    <a:pt x="1226925" y="544612"/>
                  </a:lnTo>
                  <a:lnTo>
                    <a:pt x="1228707" y="546394"/>
                  </a:lnTo>
                  <a:lnTo>
                    <a:pt x="1230490" y="546394"/>
                  </a:lnTo>
                  <a:lnTo>
                    <a:pt x="1234054" y="549958"/>
                  </a:lnTo>
                  <a:lnTo>
                    <a:pt x="1235836" y="549958"/>
                  </a:lnTo>
                  <a:lnTo>
                    <a:pt x="1237618" y="551741"/>
                  </a:lnTo>
                  <a:lnTo>
                    <a:pt x="1239400" y="551741"/>
                  </a:lnTo>
                  <a:lnTo>
                    <a:pt x="1241182" y="553523"/>
                  </a:lnTo>
                  <a:lnTo>
                    <a:pt x="1242964" y="553523"/>
                  </a:lnTo>
                  <a:lnTo>
                    <a:pt x="1246528" y="557087"/>
                  </a:lnTo>
                  <a:lnTo>
                    <a:pt x="1248311" y="557087"/>
                  </a:lnTo>
                  <a:lnTo>
                    <a:pt x="1250093" y="558869"/>
                  </a:lnTo>
                  <a:lnTo>
                    <a:pt x="1251875" y="558869"/>
                  </a:lnTo>
                  <a:lnTo>
                    <a:pt x="1253657" y="560651"/>
                  </a:lnTo>
                  <a:lnTo>
                    <a:pt x="1255439" y="560651"/>
                  </a:lnTo>
                  <a:lnTo>
                    <a:pt x="1257221" y="562433"/>
                  </a:lnTo>
                  <a:lnTo>
                    <a:pt x="1259003" y="562433"/>
                  </a:lnTo>
                  <a:lnTo>
                    <a:pt x="1262567" y="565997"/>
                  </a:lnTo>
                  <a:lnTo>
                    <a:pt x="1264350" y="565997"/>
                  </a:lnTo>
                  <a:lnTo>
                    <a:pt x="1266132" y="567780"/>
                  </a:lnTo>
                  <a:lnTo>
                    <a:pt x="1267914" y="567780"/>
                  </a:lnTo>
                  <a:lnTo>
                    <a:pt x="1269696" y="569562"/>
                  </a:lnTo>
                  <a:lnTo>
                    <a:pt x="1271478" y="569562"/>
                  </a:lnTo>
                  <a:lnTo>
                    <a:pt x="1275042" y="573126"/>
                  </a:lnTo>
                  <a:lnTo>
                    <a:pt x="1276824" y="573126"/>
                  </a:lnTo>
                  <a:lnTo>
                    <a:pt x="1278606" y="574908"/>
                  </a:lnTo>
                  <a:lnTo>
                    <a:pt x="1280389" y="574908"/>
                  </a:lnTo>
                  <a:lnTo>
                    <a:pt x="1282171" y="576690"/>
                  </a:lnTo>
                  <a:lnTo>
                    <a:pt x="1283953" y="576690"/>
                  </a:lnTo>
                  <a:lnTo>
                    <a:pt x="1285735" y="578472"/>
                  </a:lnTo>
                  <a:lnTo>
                    <a:pt x="1287517" y="578472"/>
                  </a:lnTo>
                  <a:lnTo>
                    <a:pt x="1291081" y="582036"/>
                  </a:lnTo>
                  <a:lnTo>
                    <a:pt x="1292863" y="582036"/>
                  </a:lnTo>
                  <a:lnTo>
                    <a:pt x="1294645" y="583819"/>
                  </a:lnTo>
                  <a:lnTo>
                    <a:pt x="1296427" y="583819"/>
                  </a:lnTo>
                  <a:lnTo>
                    <a:pt x="1298210" y="585601"/>
                  </a:lnTo>
                  <a:lnTo>
                    <a:pt x="1299992" y="585601"/>
                  </a:lnTo>
                  <a:lnTo>
                    <a:pt x="1303556" y="589165"/>
                  </a:lnTo>
                  <a:lnTo>
                    <a:pt x="1305338" y="589165"/>
                  </a:lnTo>
                  <a:lnTo>
                    <a:pt x="1307120" y="590947"/>
                  </a:lnTo>
                  <a:lnTo>
                    <a:pt x="1308902" y="590947"/>
                  </a:lnTo>
                  <a:lnTo>
                    <a:pt x="1310684" y="592729"/>
                  </a:lnTo>
                  <a:lnTo>
                    <a:pt x="1312466" y="592729"/>
                  </a:lnTo>
                  <a:lnTo>
                    <a:pt x="1314249" y="594511"/>
                  </a:lnTo>
                  <a:lnTo>
                    <a:pt x="1316031" y="594511"/>
                  </a:lnTo>
                  <a:lnTo>
                    <a:pt x="1319595" y="598075"/>
                  </a:lnTo>
                  <a:lnTo>
                    <a:pt x="1321377" y="598075"/>
                  </a:lnTo>
                  <a:lnTo>
                    <a:pt x="1323159" y="599857"/>
                  </a:lnTo>
                  <a:lnTo>
                    <a:pt x="1324941" y="599857"/>
                  </a:lnTo>
                  <a:lnTo>
                    <a:pt x="1326723" y="601640"/>
                  </a:lnTo>
                  <a:lnTo>
                    <a:pt x="1328505" y="601640"/>
                  </a:lnTo>
                  <a:lnTo>
                    <a:pt x="1332070" y="605204"/>
                  </a:lnTo>
                  <a:lnTo>
                    <a:pt x="1333852" y="605204"/>
                  </a:lnTo>
                  <a:lnTo>
                    <a:pt x="1335634" y="606986"/>
                  </a:lnTo>
                  <a:lnTo>
                    <a:pt x="1337416" y="606986"/>
                  </a:lnTo>
                  <a:lnTo>
                    <a:pt x="1339198" y="608768"/>
                  </a:lnTo>
                  <a:lnTo>
                    <a:pt x="1340980" y="608768"/>
                  </a:lnTo>
                  <a:lnTo>
                    <a:pt x="1342762" y="610550"/>
                  </a:lnTo>
                  <a:lnTo>
                    <a:pt x="1344544" y="610550"/>
                  </a:lnTo>
                  <a:lnTo>
                    <a:pt x="1348109" y="614114"/>
                  </a:lnTo>
                  <a:lnTo>
                    <a:pt x="1349891" y="614114"/>
                  </a:lnTo>
                  <a:lnTo>
                    <a:pt x="1351673" y="615896"/>
                  </a:lnTo>
                  <a:lnTo>
                    <a:pt x="1353455" y="615896"/>
                  </a:lnTo>
                  <a:lnTo>
                    <a:pt x="1355237" y="617679"/>
                  </a:lnTo>
                  <a:lnTo>
                    <a:pt x="1357019" y="617679"/>
                  </a:lnTo>
                  <a:lnTo>
                    <a:pt x="1360583" y="621243"/>
                  </a:lnTo>
                  <a:lnTo>
                    <a:pt x="1362365" y="621243"/>
                  </a:lnTo>
                  <a:lnTo>
                    <a:pt x="1364148" y="623025"/>
                  </a:lnTo>
                  <a:lnTo>
                    <a:pt x="1365930" y="623025"/>
                  </a:lnTo>
                  <a:lnTo>
                    <a:pt x="1367712" y="624807"/>
                  </a:lnTo>
                  <a:lnTo>
                    <a:pt x="1369494" y="624807"/>
                  </a:lnTo>
                  <a:lnTo>
                    <a:pt x="1371276" y="626589"/>
                  </a:lnTo>
                  <a:lnTo>
                    <a:pt x="1373058" y="626589"/>
                  </a:lnTo>
                  <a:lnTo>
                    <a:pt x="1376622" y="630153"/>
                  </a:lnTo>
                  <a:lnTo>
                    <a:pt x="1378404" y="630153"/>
                  </a:lnTo>
                  <a:lnTo>
                    <a:pt x="1380187" y="631935"/>
                  </a:lnTo>
                  <a:lnTo>
                    <a:pt x="1381969" y="631935"/>
                  </a:lnTo>
                  <a:lnTo>
                    <a:pt x="1383751" y="633718"/>
                  </a:lnTo>
                  <a:lnTo>
                    <a:pt x="1385533" y="633718"/>
                  </a:lnTo>
                  <a:lnTo>
                    <a:pt x="1389097" y="637282"/>
                  </a:lnTo>
                  <a:lnTo>
                    <a:pt x="1390879" y="637282"/>
                  </a:lnTo>
                  <a:lnTo>
                    <a:pt x="1392661" y="639064"/>
                  </a:lnTo>
                  <a:lnTo>
                    <a:pt x="1394443" y="639064"/>
                  </a:lnTo>
                  <a:lnTo>
                    <a:pt x="1396226" y="640846"/>
                  </a:lnTo>
                  <a:lnTo>
                    <a:pt x="1398008" y="640846"/>
                  </a:lnTo>
                  <a:lnTo>
                    <a:pt x="1401572" y="644410"/>
                  </a:lnTo>
                  <a:lnTo>
                    <a:pt x="1403354" y="644410"/>
                  </a:lnTo>
                  <a:lnTo>
                    <a:pt x="1405136" y="646192"/>
                  </a:lnTo>
                  <a:lnTo>
                    <a:pt x="1406918" y="646192"/>
                  </a:lnTo>
                  <a:lnTo>
                    <a:pt x="1408700" y="647974"/>
                  </a:lnTo>
                  <a:lnTo>
                    <a:pt x="1410482" y="647974"/>
                  </a:lnTo>
                  <a:lnTo>
                    <a:pt x="1412265" y="649756"/>
                  </a:lnTo>
                  <a:lnTo>
                    <a:pt x="1414047" y="649756"/>
                  </a:lnTo>
                  <a:lnTo>
                    <a:pt x="1417611" y="653321"/>
                  </a:lnTo>
                  <a:lnTo>
                    <a:pt x="1419393" y="653321"/>
                  </a:lnTo>
                  <a:lnTo>
                    <a:pt x="1421175" y="655103"/>
                  </a:lnTo>
                  <a:lnTo>
                    <a:pt x="1422957" y="655103"/>
                  </a:lnTo>
                  <a:lnTo>
                    <a:pt x="1424739" y="656885"/>
                  </a:lnTo>
                  <a:lnTo>
                    <a:pt x="1426521" y="656885"/>
                  </a:lnTo>
                  <a:lnTo>
                    <a:pt x="1430086" y="660449"/>
                  </a:lnTo>
                  <a:lnTo>
                    <a:pt x="1431868" y="660449"/>
                  </a:lnTo>
                  <a:lnTo>
                    <a:pt x="1433650" y="662231"/>
                  </a:lnTo>
                  <a:lnTo>
                    <a:pt x="1435432" y="662231"/>
                  </a:lnTo>
                  <a:lnTo>
                    <a:pt x="1437214" y="664013"/>
                  </a:lnTo>
                  <a:lnTo>
                    <a:pt x="1438996" y="664013"/>
                  </a:lnTo>
                  <a:lnTo>
                    <a:pt x="1440778" y="665795"/>
                  </a:lnTo>
                  <a:lnTo>
                    <a:pt x="1442560" y="665795"/>
                  </a:lnTo>
                  <a:lnTo>
                    <a:pt x="1446125" y="669360"/>
                  </a:lnTo>
                  <a:lnTo>
                    <a:pt x="1447907" y="669360"/>
                  </a:lnTo>
                  <a:lnTo>
                    <a:pt x="1449689" y="671142"/>
                  </a:lnTo>
                  <a:lnTo>
                    <a:pt x="1451471" y="671142"/>
                  </a:lnTo>
                  <a:lnTo>
                    <a:pt x="1453253" y="672924"/>
                  </a:lnTo>
                  <a:lnTo>
                    <a:pt x="1455035" y="672924"/>
                  </a:lnTo>
                  <a:lnTo>
                    <a:pt x="1458599" y="676488"/>
                  </a:lnTo>
                  <a:lnTo>
                    <a:pt x="1460381" y="676488"/>
                  </a:lnTo>
                  <a:lnTo>
                    <a:pt x="1462164" y="678270"/>
                  </a:lnTo>
                  <a:lnTo>
                    <a:pt x="1463946" y="678270"/>
                  </a:lnTo>
                  <a:lnTo>
                    <a:pt x="1465728" y="680052"/>
                  </a:lnTo>
                  <a:lnTo>
                    <a:pt x="1467510" y="680052"/>
                  </a:lnTo>
                  <a:lnTo>
                    <a:pt x="1469292" y="681834"/>
                  </a:lnTo>
                  <a:lnTo>
                    <a:pt x="1471074" y="681834"/>
                  </a:lnTo>
                  <a:lnTo>
                    <a:pt x="1474638" y="685399"/>
                  </a:lnTo>
                  <a:lnTo>
                    <a:pt x="1476420" y="685399"/>
                  </a:lnTo>
                  <a:lnTo>
                    <a:pt x="1478202" y="687181"/>
                  </a:lnTo>
                  <a:lnTo>
                    <a:pt x="1479985" y="687181"/>
                  </a:lnTo>
                  <a:lnTo>
                    <a:pt x="1481767" y="688963"/>
                  </a:lnTo>
                  <a:lnTo>
                    <a:pt x="1483549" y="688963"/>
                  </a:lnTo>
                  <a:lnTo>
                    <a:pt x="1487113" y="692527"/>
                  </a:lnTo>
                  <a:lnTo>
                    <a:pt x="1488895" y="692527"/>
                  </a:lnTo>
                  <a:lnTo>
                    <a:pt x="1490677" y="694309"/>
                  </a:lnTo>
                  <a:lnTo>
                    <a:pt x="1492459" y="694309"/>
                  </a:lnTo>
                  <a:lnTo>
                    <a:pt x="1494241" y="696091"/>
                  </a:lnTo>
                  <a:lnTo>
                    <a:pt x="1496024" y="696091"/>
                  </a:lnTo>
                  <a:lnTo>
                    <a:pt x="1497806" y="697873"/>
                  </a:lnTo>
                  <a:lnTo>
                    <a:pt x="1499588" y="697873"/>
                  </a:lnTo>
                  <a:lnTo>
                    <a:pt x="1503152" y="701438"/>
                  </a:lnTo>
                  <a:lnTo>
                    <a:pt x="1504934" y="701438"/>
                  </a:lnTo>
                  <a:lnTo>
                    <a:pt x="1506716" y="703220"/>
                  </a:lnTo>
                  <a:lnTo>
                    <a:pt x="1508498" y="703220"/>
                  </a:lnTo>
                  <a:lnTo>
                    <a:pt x="1510280" y="705002"/>
                  </a:lnTo>
                  <a:lnTo>
                    <a:pt x="1512063" y="705002"/>
                  </a:lnTo>
                  <a:lnTo>
                    <a:pt x="1515627" y="708566"/>
                  </a:lnTo>
                  <a:lnTo>
                    <a:pt x="1517409" y="708566"/>
                  </a:lnTo>
                  <a:lnTo>
                    <a:pt x="1519191" y="710348"/>
                  </a:lnTo>
                  <a:lnTo>
                    <a:pt x="1520973" y="710348"/>
                  </a:lnTo>
                  <a:lnTo>
                    <a:pt x="1522755" y="712130"/>
                  </a:lnTo>
                  <a:lnTo>
                    <a:pt x="1524537" y="712130"/>
                  </a:lnTo>
                  <a:lnTo>
                    <a:pt x="1526319" y="713912"/>
                  </a:lnTo>
                  <a:lnTo>
                    <a:pt x="1528102" y="713912"/>
                  </a:lnTo>
                  <a:lnTo>
                    <a:pt x="1531666" y="717477"/>
                  </a:lnTo>
                  <a:lnTo>
                    <a:pt x="1533448" y="717477"/>
                  </a:lnTo>
                  <a:lnTo>
                    <a:pt x="1535230" y="719259"/>
                  </a:lnTo>
                  <a:lnTo>
                    <a:pt x="1537012" y="719259"/>
                  </a:lnTo>
                  <a:lnTo>
                    <a:pt x="1538794" y="721041"/>
                  </a:lnTo>
                  <a:lnTo>
                    <a:pt x="1540576" y="721041"/>
                  </a:lnTo>
                  <a:lnTo>
                    <a:pt x="1544140" y="724605"/>
                  </a:lnTo>
                  <a:lnTo>
                    <a:pt x="1545923" y="724605"/>
                  </a:lnTo>
                  <a:lnTo>
                    <a:pt x="1547705" y="726387"/>
                  </a:lnTo>
                  <a:lnTo>
                    <a:pt x="1549487" y="726387"/>
                  </a:lnTo>
                  <a:lnTo>
                    <a:pt x="1551269" y="728169"/>
                  </a:lnTo>
                  <a:lnTo>
                    <a:pt x="1553051" y="728169"/>
                  </a:lnTo>
                  <a:lnTo>
                    <a:pt x="1554833" y="729951"/>
                  </a:lnTo>
                  <a:lnTo>
                    <a:pt x="1556615" y="729951"/>
                  </a:lnTo>
                  <a:lnTo>
                    <a:pt x="1560179" y="733516"/>
                  </a:lnTo>
                  <a:lnTo>
                    <a:pt x="1561962" y="733516"/>
                  </a:lnTo>
                  <a:lnTo>
                    <a:pt x="1563744" y="735298"/>
                  </a:lnTo>
                  <a:lnTo>
                    <a:pt x="1565526" y="735298"/>
                  </a:lnTo>
                  <a:lnTo>
                    <a:pt x="1567308" y="737080"/>
                  </a:lnTo>
                  <a:lnTo>
                    <a:pt x="1569090" y="737080"/>
                  </a:lnTo>
                  <a:lnTo>
                    <a:pt x="1572654" y="740644"/>
                  </a:lnTo>
                  <a:lnTo>
                    <a:pt x="1574436" y="740644"/>
                  </a:lnTo>
                  <a:lnTo>
                    <a:pt x="1576218" y="742426"/>
                  </a:lnTo>
                  <a:lnTo>
                    <a:pt x="1578001" y="742426"/>
                  </a:lnTo>
                  <a:lnTo>
                    <a:pt x="1579783" y="744208"/>
                  </a:lnTo>
                  <a:lnTo>
                    <a:pt x="1581565" y="744208"/>
                  </a:lnTo>
                  <a:lnTo>
                    <a:pt x="1583347" y="745990"/>
                  </a:lnTo>
                  <a:lnTo>
                    <a:pt x="1585129" y="745990"/>
                  </a:lnTo>
                  <a:lnTo>
                    <a:pt x="1588693" y="749555"/>
                  </a:lnTo>
                  <a:lnTo>
                    <a:pt x="1590475" y="749555"/>
                  </a:lnTo>
                  <a:lnTo>
                    <a:pt x="1592257" y="751337"/>
                  </a:lnTo>
                  <a:lnTo>
                    <a:pt x="1594039" y="751337"/>
                  </a:lnTo>
                  <a:lnTo>
                    <a:pt x="1595822" y="753119"/>
                  </a:lnTo>
                  <a:lnTo>
                    <a:pt x="1597604" y="753119"/>
                  </a:lnTo>
                  <a:lnTo>
                    <a:pt x="1601168" y="756683"/>
                  </a:lnTo>
                  <a:lnTo>
                    <a:pt x="1602950" y="756683"/>
                  </a:lnTo>
                  <a:lnTo>
                    <a:pt x="1604732" y="758465"/>
                  </a:lnTo>
                  <a:lnTo>
                    <a:pt x="1606514" y="758465"/>
                  </a:lnTo>
                  <a:lnTo>
                    <a:pt x="1608296" y="760247"/>
                  </a:lnTo>
                  <a:lnTo>
                    <a:pt x="1610078" y="760247"/>
                  </a:lnTo>
                  <a:lnTo>
                    <a:pt x="1611861" y="762029"/>
                  </a:lnTo>
                  <a:lnTo>
                    <a:pt x="1613643" y="762029"/>
                  </a:lnTo>
                  <a:lnTo>
                    <a:pt x="1617207" y="765593"/>
                  </a:lnTo>
                  <a:lnTo>
                    <a:pt x="1618989" y="765593"/>
                  </a:lnTo>
                  <a:lnTo>
                    <a:pt x="1620771" y="767376"/>
                  </a:lnTo>
                  <a:lnTo>
                    <a:pt x="1622553" y="767376"/>
                  </a:lnTo>
                  <a:lnTo>
                    <a:pt x="1624335" y="769158"/>
                  </a:lnTo>
                  <a:lnTo>
                    <a:pt x="1626117" y="769158"/>
                  </a:lnTo>
                  <a:lnTo>
                    <a:pt x="1629682" y="772722"/>
                  </a:lnTo>
                  <a:lnTo>
                    <a:pt x="1631464" y="772722"/>
                  </a:lnTo>
                  <a:lnTo>
                    <a:pt x="1633246" y="774504"/>
                  </a:lnTo>
                  <a:lnTo>
                    <a:pt x="1635028" y="774504"/>
                  </a:lnTo>
                  <a:lnTo>
                    <a:pt x="1636810" y="776286"/>
                  </a:lnTo>
                  <a:lnTo>
                    <a:pt x="1638592" y="776286"/>
                  </a:lnTo>
                  <a:lnTo>
                    <a:pt x="1640374" y="778068"/>
                  </a:lnTo>
                  <a:lnTo>
                    <a:pt x="1642156" y="778068"/>
                  </a:lnTo>
                  <a:lnTo>
                    <a:pt x="1645721" y="781632"/>
                  </a:lnTo>
                  <a:lnTo>
                    <a:pt x="1647503" y="781632"/>
                  </a:lnTo>
                  <a:lnTo>
                    <a:pt x="1649285" y="783415"/>
                  </a:lnTo>
                  <a:lnTo>
                    <a:pt x="1651067" y="783415"/>
                  </a:lnTo>
                  <a:lnTo>
                    <a:pt x="1652849" y="785197"/>
                  </a:lnTo>
                  <a:lnTo>
                    <a:pt x="1654631" y="785197"/>
                  </a:lnTo>
                  <a:lnTo>
                    <a:pt x="1658195" y="788761"/>
                  </a:lnTo>
                  <a:lnTo>
                    <a:pt x="1659977" y="788761"/>
                  </a:lnTo>
                  <a:lnTo>
                    <a:pt x="1661760" y="790543"/>
                  </a:lnTo>
                  <a:lnTo>
                    <a:pt x="1663542" y="790543"/>
                  </a:lnTo>
                  <a:lnTo>
                    <a:pt x="1665324" y="792325"/>
                  </a:lnTo>
                  <a:lnTo>
                    <a:pt x="1667106" y="792325"/>
                  </a:lnTo>
                  <a:lnTo>
                    <a:pt x="1668888" y="794107"/>
                  </a:lnTo>
                  <a:lnTo>
                    <a:pt x="1670670" y="794107"/>
                  </a:lnTo>
                  <a:lnTo>
                    <a:pt x="1674234" y="797671"/>
                  </a:lnTo>
                  <a:lnTo>
                    <a:pt x="1676016" y="797671"/>
                  </a:lnTo>
                  <a:lnTo>
                    <a:pt x="1677799" y="799454"/>
                  </a:lnTo>
                  <a:lnTo>
                    <a:pt x="1679581" y="799454"/>
                  </a:lnTo>
                  <a:lnTo>
                    <a:pt x="1681363" y="801236"/>
                  </a:lnTo>
                  <a:lnTo>
                    <a:pt x="1683145" y="801236"/>
                  </a:lnTo>
                  <a:lnTo>
                    <a:pt x="1686709" y="804800"/>
                  </a:lnTo>
                  <a:lnTo>
                    <a:pt x="1688491" y="804800"/>
                  </a:lnTo>
                  <a:lnTo>
                    <a:pt x="1690273" y="806582"/>
                  </a:lnTo>
                  <a:lnTo>
                    <a:pt x="1692055" y="806582"/>
                  </a:lnTo>
                  <a:lnTo>
                    <a:pt x="1693838" y="808364"/>
                  </a:lnTo>
                  <a:lnTo>
                    <a:pt x="1695620" y="808364"/>
                  </a:lnTo>
                  <a:lnTo>
                    <a:pt x="1699184" y="811928"/>
                  </a:lnTo>
                  <a:lnTo>
                    <a:pt x="1700966" y="811928"/>
                  </a:lnTo>
                  <a:lnTo>
                    <a:pt x="1702748" y="813710"/>
                  </a:lnTo>
                  <a:lnTo>
                    <a:pt x="1704530" y="813710"/>
                  </a:lnTo>
                  <a:lnTo>
                    <a:pt x="1706312" y="815493"/>
                  </a:lnTo>
                  <a:lnTo>
                    <a:pt x="1708094" y="815493"/>
                  </a:lnTo>
                  <a:lnTo>
                    <a:pt x="1709877" y="817275"/>
                  </a:lnTo>
                  <a:lnTo>
                    <a:pt x="1711659" y="817275"/>
                  </a:lnTo>
                  <a:lnTo>
                    <a:pt x="1715223" y="820839"/>
                  </a:lnTo>
                  <a:lnTo>
                    <a:pt x="1717005" y="820839"/>
                  </a:lnTo>
                  <a:lnTo>
                    <a:pt x="1718787" y="822621"/>
                  </a:lnTo>
                  <a:lnTo>
                    <a:pt x="1720569" y="822621"/>
                  </a:lnTo>
                  <a:lnTo>
                    <a:pt x="1722351" y="824403"/>
                  </a:lnTo>
                  <a:lnTo>
                    <a:pt x="1724133" y="824403"/>
                  </a:lnTo>
                  <a:lnTo>
                    <a:pt x="1725915" y="826185"/>
                  </a:lnTo>
                  <a:lnTo>
                    <a:pt x="1727698" y="826185"/>
                  </a:lnTo>
                  <a:lnTo>
                    <a:pt x="1731262" y="829749"/>
                  </a:lnTo>
                  <a:lnTo>
                    <a:pt x="1733044" y="829749"/>
                  </a:lnTo>
                  <a:lnTo>
                    <a:pt x="1734826" y="831531"/>
                  </a:lnTo>
                  <a:lnTo>
                    <a:pt x="1736608" y="831531"/>
                  </a:lnTo>
                  <a:lnTo>
                    <a:pt x="1738390" y="833314"/>
                  </a:lnTo>
                  <a:lnTo>
                    <a:pt x="1740172" y="833314"/>
                  </a:lnTo>
                  <a:lnTo>
                    <a:pt x="1743737" y="836878"/>
                  </a:lnTo>
                  <a:lnTo>
                    <a:pt x="1745519" y="836878"/>
                  </a:lnTo>
                  <a:lnTo>
                    <a:pt x="1747301" y="838660"/>
                  </a:lnTo>
                  <a:lnTo>
                    <a:pt x="1749083" y="838660"/>
                  </a:lnTo>
                  <a:lnTo>
                    <a:pt x="1750865" y="840442"/>
                  </a:lnTo>
                  <a:lnTo>
                    <a:pt x="1752647" y="840442"/>
                  </a:lnTo>
                  <a:lnTo>
                    <a:pt x="1756211" y="844006"/>
                  </a:lnTo>
                  <a:lnTo>
                    <a:pt x="1757993" y="844006"/>
                  </a:lnTo>
                  <a:lnTo>
                    <a:pt x="1759776" y="845788"/>
                  </a:lnTo>
                  <a:lnTo>
                    <a:pt x="1761558" y="845788"/>
                  </a:lnTo>
                  <a:lnTo>
                    <a:pt x="1763340" y="847570"/>
                  </a:lnTo>
                  <a:lnTo>
                    <a:pt x="1765122" y="847570"/>
                  </a:lnTo>
                  <a:lnTo>
                    <a:pt x="1766904" y="849353"/>
                  </a:lnTo>
                  <a:lnTo>
                    <a:pt x="1768686" y="849353"/>
                  </a:lnTo>
                  <a:lnTo>
                    <a:pt x="1772250" y="852917"/>
                  </a:lnTo>
                  <a:lnTo>
                    <a:pt x="1774032" y="852917"/>
                  </a:lnTo>
                  <a:lnTo>
                    <a:pt x="1775814" y="854699"/>
                  </a:lnTo>
                  <a:lnTo>
                    <a:pt x="1777597" y="854699"/>
                  </a:lnTo>
                  <a:lnTo>
                    <a:pt x="1779379" y="856481"/>
                  </a:lnTo>
                  <a:lnTo>
                    <a:pt x="1781161" y="856481"/>
                  </a:lnTo>
                  <a:lnTo>
                    <a:pt x="1784725" y="860045"/>
                  </a:lnTo>
                  <a:lnTo>
                    <a:pt x="1787688" y="860045"/>
                  </a:lnTo>
                  <a:lnTo>
                    <a:pt x="1790305" y="857428"/>
                  </a:lnTo>
                  <a:lnTo>
                    <a:pt x="1790305" y="855646"/>
                  </a:lnTo>
                  <a:lnTo>
                    <a:pt x="1792088" y="853864"/>
                  </a:lnTo>
                  <a:lnTo>
                    <a:pt x="1792088" y="852082"/>
                  </a:lnTo>
                  <a:lnTo>
                    <a:pt x="1793870" y="850300"/>
                  </a:lnTo>
                  <a:lnTo>
                    <a:pt x="1793870" y="842937"/>
                  </a:lnTo>
                  <a:lnTo>
                    <a:pt x="1791252" y="842937"/>
                  </a:lnTo>
                  <a:lnTo>
                    <a:pt x="1789470" y="841155"/>
                  </a:lnTo>
                  <a:lnTo>
                    <a:pt x="1787688" y="841155"/>
                  </a:lnTo>
                  <a:lnTo>
                    <a:pt x="1784124" y="837591"/>
                  </a:lnTo>
                  <a:lnTo>
                    <a:pt x="1782342" y="837591"/>
                  </a:lnTo>
                  <a:lnTo>
                    <a:pt x="1780560" y="835809"/>
                  </a:lnTo>
                  <a:lnTo>
                    <a:pt x="1778778" y="835809"/>
                  </a:lnTo>
                  <a:lnTo>
                    <a:pt x="1776996" y="834026"/>
                  </a:lnTo>
                  <a:lnTo>
                    <a:pt x="1775213" y="834026"/>
                  </a:lnTo>
                  <a:lnTo>
                    <a:pt x="1773431" y="832244"/>
                  </a:lnTo>
                  <a:lnTo>
                    <a:pt x="1771649" y="832244"/>
                  </a:lnTo>
                  <a:lnTo>
                    <a:pt x="1768085" y="828680"/>
                  </a:lnTo>
                  <a:lnTo>
                    <a:pt x="1766303" y="828680"/>
                  </a:lnTo>
                  <a:lnTo>
                    <a:pt x="1764521" y="826898"/>
                  </a:lnTo>
                  <a:lnTo>
                    <a:pt x="1762739" y="826898"/>
                  </a:lnTo>
                  <a:lnTo>
                    <a:pt x="1760957" y="825116"/>
                  </a:lnTo>
                  <a:lnTo>
                    <a:pt x="1759174" y="825116"/>
                  </a:lnTo>
                  <a:lnTo>
                    <a:pt x="1755610" y="821552"/>
                  </a:lnTo>
                  <a:lnTo>
                    <a:pt x="1753828" y="821552"/>
                  </a:lnTo>
                  <a:lnTo>
                    <a:pt x="1752046" y="819770"/>
                  </a:lnTo>
                  <a:lnTo>
                    <a:pt x="1750264" y="819770"/>
                  </a:lnTo>
                  <a:lnTo>
                    <a:pt x="1748482" y="817987"/>
                  </a:lnTo>
                  <a:lnTo>
                    <a:pt x="1746700" y="817987"/>
                  </a:lnTo>
                  <a:lnTo>
                    <a:pt x="1744918" y="816205"/>
                  </a:lnTo>
                  <a:lnTo>
                    <a:pt x="1743136" y="816205"/>
                  </a:lnTo>
                  <a:lnTo>
                    <a:pt x="1739571" y="812641"/>
                  </a:lnTo>
                  <a:lnTo>
                    <a:pt x="1737789" y="812641"/>
                  </a:lnTo>
                  <a:lnTo>
                    <a:pt x="1736007" y="810859"/>
                  </a:lnTo>
                  <a:lnTo>
                    <a:pt x="1734225" y="810859"/>
                  </a:lnTo>
                  <a:lnTo>
                    <a:pt x="1732443" y="809077"/>
                  </a:lnTo>
                  <a:lnTo>
                    <a:pt x="1730661" y="809077"/>
                  </a:lnTo>
                  <a:lnTo>
                    <a:pt x="1727097" y="805513"/>
                  </a:lnTo>
                  <a:lnTo>
                    <a:pt x="1725314" y="805513"/>
                  </a:lnTo>
                  <a:lnTo>
                    <a:pt x="1723532" y="803731"/>
                  </a:lnTo>
                  <a:lnTo>
                    <a:pt x="1721750" y="803731"/>
                  </a:lnTo>
                  <a:lnTo>
                    <a:pt x="1719968" y="801948"/>
                  </a:lnTo>
                  <a:lnTo>
                    <a:pt x="1718186" y="801948"/>
                  </a:lnTo>
                  <a:lnTo>
                    <a:pt x="1716404" y="800166"/>
                  </a:lnTo>
                  <a:lnTo>
                    <a:pt x="1714622" y="800166"/>
                  </a:lnTo>
                  <a:lnTo>
                    <a:pt x="1711058" y="796602"/>
                  </a:lnTo>
                  <a:lnTo>
                    <a:pt x="1709275" y="796602"/>
                  </a:lnTo>
                  <a:lnTo>
                    <a:pt x="1707493" y="794820"/>
                  </a:lnTo>
                  <a:lnTo>
                    <a:pt x="1705711" y="794820"/>
                  </a:lnTo>
                  <a:lnTo>
                    <a:pt x="1703929" y="793038"/>
                  </a:lnTo>
                  <a:lnTo>
                    <a:pt x="1702147" y="793038"/>
                  </a:lnTo>
                  <a:lnTo>
                    <a:pt x="1698583" y="789474"/>
                  </a:lnTo>
                  <a:lnTo>
                    <a:pt x="1696801" y="789474"/>
                  </a:lnTo>
                  <a:lnTo>
                    <a:pt x="1695019" y="787692"/>
                  </a:lnTo>
                  <a:lnTo>
                    <a:pt x="1693237" y="787692"/>
                  </a:lnTo>
                  <a:lnTo>
                    <a:pt x="1691454" y="785910"/>
                  </a:lnTo>
                  <a:lnTo>
                    <a:pt x="1689672" y="785910"/>
                  </a:lnTo>
                  <a:lnTo>
                    <a:pt x="1686108" y="782345"/>
                  </a:lnTo>
                  <a:lnTo>
                    <a:pt x="1684326" y="782345"/>
                  </a:lnTo>
                  <a:lnTo>
                    <a:pt x="1682544" y="780563"/>
                  </a:lnTo>
                  <a:lnTo>
                    <a:pt x="1680762" y="780563"/>
                  </a:lnTo>
                  <a:lnTo>
                    <a:pt x="1678980" y="778781"/>
                  </a:lnTo>
                  <a:lnTo>
                    <a:pt x="1677198" y="778781"/>
                  </a:lnTo>
                  <a:lnTo>
                    <a:pt x="1675415" y="776999"/>
                  </a:lnTo>
                  <a:lnTo>
                    <a:pt x="1673633" y="776999"/>
                  </a:lnTo>
                  <a:lnTo>
                    <a:pt x="1670069" y="773435"/>
                  </a:lnTo>
                  <a:lnTo>
                    <a:pt x="1668287" y="773435"/>
                  </a:lnTo>
                  <a:lnTo>
                    <a:pt x="1666505" y="771653"/>
                  </a:lnTo>
                  <a:lnTo>
                    <a:pt x="1664723" y="771653"/>
                  </a:lnTo>
                  <a:lnTo>
                    <a:pt x="1662941" y="769871"/>
                  </a:lnTo>
                  <a:lnTo>
                    <a:pt x="1661159" y="769871"/>
                  </a:lnTo>
                  <a:lnTo>
                    <a:pt x="1657594" y="766306"/>
                  </a:lnTo>
                  <a:lnTo>
                    <a:pt x="1655812" y="766306"/>
                  </a:lnTo>
                  <a:lnTo>
                    <a:pt x="1654030" y="764524"/>
                  </a:lnTo>
                  <a:lnTo>
                    <a:pt x="1652248" y="764524"/>
                  </a:lnTo>
                  <a:lnTo>
                    <a:pt x="1650466" y="762742"/>
                  </a:lnTo>
                  <a:lnTo>
                    <a:pt x="1648684" y="762742"/>
                  </a:lnTo>
                  <a:lnTo>
                    <a:pt x="1646902" y="760960"/>
                  </a:lnTo>
                  <a:lnTo>
                    <a:pt x="1645120" y="760960"/>
                  </a:lnTo>
                  <a:lnTo>
                    <a:pt x="1641555" y="757396"/>
                  </a:lnTo>
                  <a:lnTo>
                    <a:pt x="1639773" y="757396"/>
                  </a:lnTo>
                  <a:lnTo>
                    <a:pt x="1637991" y="755614"/>
                  </a:lnTo>
                  <a:lnTo>
                    <a:pt x="1636209" y="755614"/>
                  </a:lnTo>
                  <a:lnTo>
                    <a:pt x="1634427" y="753832"/>
                  </a:lnTo>
                  <a:lnTo>
                    <a:pt x="1632645" y="753832"/>
                  </a:lnTo>
                  <a:lnTo>
                    <a:pt x="1629081" y="750267"/>
                  </a:lnTo>
                  <a:lnTo>
                    <a:pt x="1627299" y="750267"/>
                  </a:lnTo>
                  <a:lnTo>
                    <a:pt x="1625516" y="748485"/>
                  </a:lnTo>
                  <a:lnTo>
                    <a:pt x="1623734" y="748485"/>
                  </a:lnTo>
                  <a:lnTo>
                    <a:pt x="1621952" y="746703"/>
                  </a:lnTo>
                  <a:lnTo>
                    <a:pt x="1620170" y="746703"/>
                  </a:lnTo>
                  <a:lnTo>
                    <a:pt x="1618388" y="744921"/>
                  </a:lnTo>
                  <a:lnTo>
                    <a:pt x="1616606" y="744921"/>
                  </a:lnTo>
                  <a:lnTo>
                    <a:pt x="1613042" y="741357"/>
                  </a:lnTo>
                  <a:lnTo>
                    <a:pt x="1611260" y="741357"/>
                  </a:lnTo>
                  <a:lnTo>
                    <a:pt x="1609477" y="739575"/>
                  </a:lnTo>
                  <a:lnTo>
                    <a:pt x="1607695" y="739575"/>
                  </a:lnTo>
                  <a:lnTo>
                    <a:pt x="1605913" y="737793"/>
                  </a:lnTo>
                  <a:lnTo>
                    <a:pt x="1604131" y="737793"/>
                  </a:lnTo>
                  <a:lnTo>
                    <a:pt x="1600567" y="734228"/>
                  </a:lnTo>
                  <a:lnTo>
                    <a:pt x="1598785" y="734228"/>
                  </a:lnTo>
                  <a:lnTo>
                    <a:pt x="1597003" y="732446"/>
                  </a:lnTo>
                  <a:lnTo>
                    <a:pt x="1595221" y="732446"/>
                  </a:lnTo>
                  <a:lnTo>
                    <a:pt x="1593438" y="730664"/>
                  </a:lnTo>
                  <a:lnTo>
                    <a:pt x="1591656" y="730664"/>
                  </a:lnTo>
                  <a:lnTo>
                    <a:pt x="1589874" y="728882"/>
                  </a:lnTo>
                  <a:lnTo>
                    <a:pt x="1588092" y="728882"/>
                  </a:lnTo>
                  <a:lnTo>
                    <a:pt x="1584528" y="725318"/>
                  </a:lnTo>
                  <a:lnTo>
                    <a:pt x="1582746" y="725318"/>
                  </a:lnTo>
                  <a:lnTo>
                    <a:pt x="1580964" y="723536"/>
                  </a:lnTo>
                  <a:lnTo>
                    <a:pt x="1579182" y="723536"/>
                  </a:lnTo>
                  <a:lnTo>
                    <a:pt x="1577399" y="721754"/>
                  </a:lnTo>
                  <a:lnTo>
                    <a:pt x="1575617" y="721754"/>
                  </a:lnTo>
                  <a:lnTo>
                    <a:pt x="1572053" y="718189"/>
                  </a:lnTo>
                  <a:lnTo>
                    <a:pt x="1570271" y="718189"/>
                  </a:lnTo>
                  <a:lnTo>
                    <a:pt x="1568489" y="716407"/>
                  </a:lnTo>
                  <a:lnTo>
                    <a:pt x="1566707" y="716407"/>
                  </a:lnTo>
                  <a:lnTo>
                    <a:pt x="1564925" y="714625"/>
                  </a:lnTo>
                  <a:lnTo>
                    <a:pt x="1563143" y="714625"/>
                  </a:lnTo>
                  <a:lnTo>
                    <a:pt x="1561361" y="712843"/>
                  </a:lnTo>
                  <a:lnTo>
                    <a:pt x="1559578" y="712843"/>
                  </a:lnTo>
                  <a:lnTo>
                    <a:pt x="1556014" y="709279"/>
                  </a:lnTo>
                  <a:lnTo>
                    <a:pt x="1554232" y="709279"/>
                  </a:lnTo>
                  <a:lnTo>
                    <a:pt x="1552450" y="707497"/>
                  </a:lnTo>
                  <a:lnTo>
                    <a:pt x="1550668" y="707497"/>
                  </a:lnTo>
                  <a:lnTo>
                    <a:pt x="1548886" y="705715"/>
                  </a:lnTo>
                  <a:lnTo>
                    <a:pt x="1547104" y="705715"/>
                  </a:lnTo>
                  <a:lnTo>
                    <a:pt x="1543539" y="702150"/>
                  </a:lnTo>
                  <a:lnTo>
                    <a:pt x="1541757" y="702150"/>
                  </a:lnTo>
                  <a:lnTo>
                    <a:pt x="1539975" y="700368"/>
                  </a:lnTo>
                  <a:lnTo>
                    <a:pt x="1538193" y="700368"/>
                  </a:lnTo>
                  <a:lnTo>
                    <a:pt x="1536411" y="698586"/>
                  </a:lnTo>
                  <a:lnTo>
                    <a:pt x="1534629" y="698586"/>
                  </a:lnTo>
                  <a:lnTo>
                    <a:pt x="1532847" y="696804"/>
                  </a:lnTo>
                  <a:lnTo>
                    <a:pt x="1531065" y="696804"/>
                  </a:lnTo>
                  <a:lnTo>
                    <a:pt x="1527500" y="693240"/>
                  </a:lnTo>
                  <a:lnTo>
                    <a:pt x="1525718" y="693240"/>
                  </a:lnTo>
                  <a:lnTo>
                    <a:pt x="1523936" y="691458"/>
                  </a:lnTo>
                  <a:lnTo>
                    <a:pt x="1522154" y="691458"/>
                  </a:lnTo>
                  <a:lnTo>
                    <a:pt x="1520372" y="689676"/>
                  </a:lnTo>
                  <a:lnTo>
                    <a:pt x="1518590" y="689676"/>
                  </a:lnTo>
                  <a:lnTo>
                    <a:pt x="1515026" y="686111"/>
                  </a:lnTo>
                  <a:lnTo>
                    <a:pt x="1513244" y="686111"/>
                  </a:lnTo>
                  <a:lnTo>
                    <a:pt x="1511462" y="684329"/>
                  </a:lnTo>
                  <a:lnTo>
                    <a:pt x="1509679" y="684329"/>
                  </a:lnTo>
                  <a:lnTo>
                    <a:pt x="1507897" y="682547"/>
                  </a:lnTo>
                  <a:lnTo>
                    <a:pt x="1506115" y="682547"/>
                  </a:lnTo>
                  <a:lnTo>
                    <a:pt x="1504333" y="680765"/>
                  </a:lnTo>
                  <a:lnTo>
                    <a:pt x="1502551" y="680765"/>
                  </a:lnTo>
                  <a:lnTo>
                    <a:pt x="1498987" y="677201"/>
                  </a:lnTo>
                  <a:lnTo>
                    <a:pt x="1497205" y="677201"/>
                  </a:lnTo>
                  <a:lnTo>
                    <a:pt x="1495423" y="675419"/>
                  </a:lnTo>
                  <a:lnTo>
                    <a:pt x="1493640" y="675419"/>
                  </a:lnTo>
                  <a:lnTo>
                    <a:pt x="1491858" y="673637"/>
                  </a:lnTo>
                  <a:lnTo>
                    <a:pt x="1490076" y="673637"/>
                  </a:lnTo>
                  <a:lnTo>
                    <a:pt x="1486512" y="670073"/>
                  </a:lnTo>
                  <a:lnTo>
                    <a:pt x="1484730" y="670073"/>
                  </a:lnTo>
                  <a:lnTo>
                    <a:pt x="1482948" y="668290"/>
                  </a:lnTo>
                  <a:lnTo>
                    <a:pt x="1481166" y="668290"/>
                  </a:lnTo>
                  <a:lnTo>
                    <a:pt x="1479384" y="666508"/>
                  </a:lnTo>
                  <a:lnTo>
                    <a:pt x="1477601" y="666508"/>
                  </a:lnTo>
                  <a:lnTo>
                    <a:pt x="1475819" y="664726"/>
                  </a:lnTo>
                  <a:lnTo>
                    <a:pt x="1474037" y="664726"/>
                  </a:lnTo>
                  <a:lnTo>
                    <a:pt x="1470473" y="661162"/>
                  </a:lnTo>
                  <a:lnTo>
                    <a:pt x="1468691" y="661162"/>
                  </a:lnTo>
                  <a:lnTo>
                    <a:pt x="1466909" y="659380"/>
                  </a:lnTo>
                  <a:lnTo>
                    <a:pt x="1465127" y="659380"/>
                  </a:lnTo>
                  <a:lnTo>
                    <a:pt x="1463345" y="657598"/>
                  </a:lnTo>
                  <a:lnTo>
                    <a:pt x="1461562" y="657598"/>
                  </a:lnTo>
                  <a:lnTo>
                    <a:pt x="1457998" y="654034"/>
                  </a:lnTo>
                  <a:lnTo>
                    <a:pt x="1456216" y="654034"/>
                  </a:lnTo>
                  <a:lnTo>
                    <a:pt x="1454434" y="652251"/>
                  </a:lnTo>
                  <a:lnTo>
                    <a:pt x="1452652" y="652251"/>
                  </a:lnTo>
                  <a:lnTo>
                    <a:pt x="1450870" y="650469"/>
                  </a:lnTo>
                  <a:lnTo>
                    <a:pt x="1449088" y="650469"/>
                  </a:lnTo>
                  <a:lnTo>
                    <a:pt x="1447306" y="648687"/>
                  </a:lnTo>
                  <a:lnTo>
                    <a:pt x="1445524" y="648687"/>
                  </a:lnTo>
                  <a:lnTo>
                    <a:pt x="1441959" y="645123"/>
                  </a:lnTo>
                  <a:lnTo>
                    <a:pt x="1440177" y="645123"/>
                  </a:lnTo>
                  <a:lnTo>
                    <a:pt x="1438395" y="643341"/>
                  </a:lnTo>
                  <a:lnTo>
                    <a:pt x="1436613" y="643341"/>
                  </a:lnTo>
                  <a:lnTo>
                    <a:pt x="1434831" y="641559"/>
                  </a:lnTo>
                  <a:lnTo>
                    <a:pt x="1433049" y="641559"/>
                  </a:lnTo>
                  <a:lnTo>
                    <a:pt x="1429485" y="637995"/>
                  </a:lnTo>
                  <a:lnTo>
                    <a:pt x="1427702" y="637995"/>
                  </a:lnTo>
                  <a:lnTo>
                    <a:pt x="1425920" y="636212"/>
                  </a:lnTo>
                  <a:lnTo>
                    <a:pt x="1424138" y="636212"/>
                  </a:lnTo>
                  <a:lnTo>
                    <a:pt x="1422356" y="634430"/>
                  </a:lnTo>
                  <a:lnTo>
                    <a:pt x="1420574" y="634430"/>
                  </a:lnTo>
                  <a:lnTo>
                    <a:pt x="1418792" y="632648"/>
                  </a:lnTo>
                  <a:lnTo>
                    <a:pt x="1417010" y="632648"/>
                  </a:lnTo>
                  <a:lnTo>
                    <a:pt x="1413446" y="629084"/>
                  </a:lnTo>
                  <a:lnTo>
                    <a:pt x="1411663" y="629084"/>
                  </a:lnTo>
                  <a:lnTo>
                    <a:pt x="1409881" y="627302"/>
                  </a:lnTo>
                  <a:lnTo>
                    <a:pt x="1408099" y="627302"/>
                  </a:lnTo>
                  <a:lnTo>
                    <a:pt x="1406317" y="625520"/>
                  </a:lnTo>
                  <a:lnTo>
                    <a:pt x="1404535" y="625520"/>
                  </a:lnTo>
                  <a:lnTo>
                    <a:pt x="1400971" y="621956"/>
                  </a:lnTo>
                  <a:lnTo>
                    <a:pt x="1399189" y="621956"/>
                  </a:lnTo>
                  <a:lnTo>
                    <a:pt x="1397407" y="620174"/>
                  </a:lnTo>
                  <a:lnTo>
                    <a:pt x="1395625" y="620174"/>
                  </a:lnTo>
                  <a:lnTo>
                    <a:pt x="1393842" y="618391"/>
                  </a:lnTo>
                  <a:lnTo>
                    <a:pt x="1392060" y="618391"/>
                  </a:lnTo>
                  <a:lnTo>
                    <a:pt x="1390278" y="616609"/>
                  </a:lnTo>
                  <a:lnTo>
                    <a:pt x="1388496" y="616609"/>
                  </a:lnTo>
                  <a:lnTo>
                    <a:pt x="1384932" y="613045"/>
                  </a:lnTo>
                  <a:lnTo>
                    <a:pt x="1383150" y="613045"/>
                  </a:lnTo>
                  <a:lnTo>
                    <a:pt x="1381368" y="611263"/>
                  </a:lnTo>
                  <a:lnTo>
                    <a:pt x="1379586" y="611263"/>
                  </a:lnTo>
                  <a:lnTo>
                    <a:pt x="1377803" y="609481"/>
                  </a:lnTo>
                  <a:lnTo>
                    <a:pt x="1376021" y="609481"/>
                  </a:lnTo>
                  <a:lnTo>
                    <a:pt x="1372457" y="605917"/>
                  </a:lnTo>
                  <a:lnTo>
                    <a:pt x="1370675" y="605917"/>
                  </a:lnTo>
                  <a:lnTo>
                    <a:pt x="1368893" y="604135"/>
                  </a:lnTo>
                  <a:lnTo>
                    <a:pt x="1367111" y="604135"/>
                  </a:lnTo>
                  <a:lnTo>
                    <a:pt x="1365329" y="602352"/>
                  </a:lnTo>
                  <a:lnTo>
                    <a:pt x="1363547" y="602352"/>
                  </a:lnTo>
                  <a:lnTo>
                    <a:pt x="1361764" y="600570"/>
                  </a:lnTo>
                  <a:lnTo>
                    <a:pt x="1359982" y="600570"/>
                  </a:lnTo>
                  <a:lnTo>
                    <a:pt x="1356418" y="597006"/>
                  </a:lnTo>
                  <a:lnTo>
                    <a:pt x="1354636" y="597006"/>
                  </a:lnTo>
                  <a:lnTo>
                    <a:pt x="1352854" y="595224"/>
                  </a:lnTo>
                  <a:lnTo>
                    <a:pt x="1351072" y="595224"/>
                  </a:lnTo>
                  <a:lnTo>
                    <a:pt x="1349290" y="593442"/>
                  </a:lnTo>
                  <a:lnTo>
                    <a:pt x="1347508" y="593442"/>
                  </a:lnTo>
                  <a:lnTo>
                    <a:pt x="1343943" y="589878"/>
                  </a:lnTo>
                  <a:lnTo>
                    <a:pt x="1342161" y="589878"/>
                  </a:lnTo>
                  <a:lnTo>
                    <a:pt x="1340379" y="588096"/>
                  </a:lnTo>
                  <a:lnTo>
                    <a:pt x="1338597" y="588096"/>
                  </a:lnTo>
                  <a:lnTo>
                    <a:pt x="1336815" y="586313"/>
                  </a:lnTo>
                  <a:lnTo>
                    <a:pt x="1335033" y="586313"/>
                  </a:lnTo>
                  <a:lnTo>
                    <a:pt x="1331469" y="582749"/>
                  </a:lnTo>
                  <a:lnTo>
                    <a:pt x="1329687" y="582749"/>
                  </a:lnTo>
                  <a:lnTo>
                    <a:pt x="1327904" y="580967"/>
                  </a:lnTo>
                  <a:lnTo>
                    <a:pt x="1326122" y="580967"/>
                  </a:lnTo>
                  <a:lnTo>
                    <a:pt x="1324340" y="579185"/>
                  </a:lnTo>
                  <a:lnTo>
                    <a:pt x="1322558" y="579185"/>
                  </a:lnTo>
                  <a:lnTo>
                    <a:pt x="1320776" y="577403"/>
                  </a:lnTo>
                  <a:lnTo>
                    <a:pt x="1318994" y="577403"/>
                  </a:lnTo>
                  <a:lnTo>
                    <a:pt x="1315430" y="573839"/>
                  </a:lnTo>
                  <a:lnTo>
                    <a:pt x="1313648" y="573839"/>
                  </a:lnTo>
                  <a:lnTo>
                    <a:pt x="1311865" y="572057"/>
                  </a:lnTo>
                  <a:lnTo>
                    <a:pt x="1310083" y="572057"/>
                  </a:lnTo>
                  <a:lnTo>
                    <a:pt x="1308301" y="570274"/>
                  </a:lnTo>
                  <a:lnTo>
                    <a:pt x="1306519" y="570274"/>
                  </a:lnTo>
                  <a:lnTo>
                    <a:pt x="1302955" y="566710"/>
                  </a:lnTo>
                  <a:lnTo>
                    <a:pt x="1301173" y="566710"/>
                  </a:lnTo>
                  <a:lnTo>
                    <a:pt x="1299391" y="564928"/>
                  </a:lnTo>
                  <a:lnTo>
                    <a:pt x="1297609" y="564928"/>
                  </a:lnTo>
                  <a:lnTo>
                    <a:pt x="1295826" y="563146"/>
                  </a:lnTo>
                  <a:lnTo>
                    <a:pt x="1294044" y="563146"/>
                  </a:lnTo>
                  <a:lnTo>
                    <a:pt x="1292262" y="561364"/>
                  </a:lnTo>
                  <a:lnTo>
                    <a:pt x="1290480" y="561364"/>
                  </a:lnTo>
                  <a:lnTo>
                    <a:pt x="1286916" y="557800"/>
                  </a:lnTo>
                  <a:lnTo>
                    <a:pt x="1285134" y="557800"/>
                  </a:lnTo>
                  <a:lnTo>
                    <a:pt x="1283352" y="556018"/>
                  </a:lnTo>
                  <a:lnTo>
                    <a:pt x="1281570" y="556018"/>
                  </a:lnTo>
                  <a:lnTo>
                    <a:pt x="1279787" y="554236"/>
                  </a:lnTo>
                  <a:lnTo>
                    <a:pt x="1278005" y="554236"/>
                  </a:lnTo>
                  <a:lnTo>
                    <a:pt x="1274441" y="550671"/>
                  </a:lnTo>
                  <a:lnTo>
                    <a:pt x="1272659" y="550671"/>
                  </a:lnTo>
                  <a:lnTo>
                    <a:pt x="1270877" y="548889"/>
                  </a:lnTo>
                  <a:lnTo>
                    <a:pt x="1269095" y="548889"/>
                  </a:lnTo>
                  <a:lnTo>
                    <a:pt x="1267313" y="547107"/>
                  </a:lnTo>
                  <a:lnTo>
                    <a:pt x="1265531" y="547107"/>
                  </a:lnTo>
                  <a:lnTo>
                    <a:pt x="1263749" y="545325"/>
                  </a:lnTo>
                  <a:lnTo>
                    <a:pt x="1261966" y="545325"/>
                  </a:lnTo>
                  <a:lnTo>
                    <a:pt x="1258402" y="541761"/>
                  </a:lnTo>
                  <a:lnTo>
                    <a:pt x="1256620" y="541761"/>
                  </a:lnTo>
                  <a:lnTo>
                    <a:pt x="1254838" y="539979"/>
                  </a:lnTo>
                  <a:lnTo>
                    <a:pt x="1253056" y="539979"/>
                  </a:lnTo>
                  <a:lnTo>
                    <a:pt x="1251274" y="538197"/>
                  </a:lnTo>
                  <a:lnTo>
                    <a:pt x="1249492" y="538197"/>
                  </a:lnTo>
                  <a:lnTo>
                    <a:pt x="1245927" y="534632"/>
                  </a:lnTo>
                  <a:lnTo>
                    <a:pt x="1244145" y="534632"/>
                  </a:lnTo>
                  <a:lnTo>
                    <a:pt x="1242363" y="532850"/>
                  </a:lnTo>
                  <a:lnTo>
                    <a:pt x="1240581" y="532850"/>
                  </a:lnTo>
                  <a:lnTo>
                    <a:pt x="1238799" y="531068"/>
                  </a:lnTo>
                  <a:lnTo>
                    <a:pt x="1237017" y="531068"/>
                  </a:lnTo>
                  <a:lnTo>
                    <a:pt x="1235235" y="529286"/>
                  </a:lnTo>
                  <a:lnTo>
                    <a:pt x="1233453" y="529286"/>
                  </a:lnTo>
                  <a:lnTo>
                    <a:pt x="1229888" y="525722"/>
                  </a:lnTo>
                  <a:lnTo>
                    <a:pt x="1228106" y="525722"/>
                  </a:lnTo>
                  <a:lnTo>
                    <a:pt x="1226324" y="523940"/>
                  </a:lnTo>
                  <a:lnTo>
                    <a:pt x="1224542" y="523940"/>
                  </a:lnTo>
                  <a:lnTo>
                    <a:pt x="1222760" y="522158"/>
                  </a:lnTo>
                  <a:lnTo>
                    <a:pt x="1220978" y="522158"/>
                  </a:lnTo>
                  <a:lnTo>
                    <a:pt x="1217414" y="518593"/>
                  </a:lnTo>
                  <a:lnTo>
                    <a:pt x="1215632" y="518593"/>
                  </a:lnTo>
                  <a:lnTo>
                    <a:pt x="1213850" y="516811"/>
                  </a:lnTo>
                  <a:lnTo>
                    <a:pt x="1212067" y="516811"/>
                  </a:lnTo>
                  <a:lnTo>
                    <a:pt x="1210285" y="515029"/>
                  </a:lnTo>
                  <a:lnTo>
                    <a:pt x="1208503" y="515029"/>
                  </a:lnTo>
                  <a:lnTo>
                    <a:pt x="1206721" y="513247"/>
                  </a:lnTo>
                  <a:lnTo>
                    <a:pt x="1204939" y="513247"/>
                  </a:lnTo>
                  <a:lnTo>
                    <a:pt x="1201375" y="509683"/>
                  </a:lnTo>
                  <a:lnTo>
                    <a:pt x="1199593" y="509683"/>
                  </a:lnTo>
                  <a:lnTo>
                    <a:pt x="1197811" y="507901"/>
                  </a:lnTo>
                  <a:lnTo>
                    <a:pt x="1196028" y="507901"/>
                  </a:lnTo>
                  <a:lnTo>
                    <a:pt x="1194246" y="506119"/>
                  </a:lnTo>
                  <a:lnTo>
                    <a:pt x="1192464" y="506119"/>
                  </a:lnTo>
                  <a:lnTo>
                    <a:pt x="1188900" y="502554"/>
                  </a:lnTo>
                  <a:lnTo>
                    <a:pt x="1187118" y="502554"/>
                  </a:lnTo>
                  <a:lnTo>
                    <a:pt x="1185336" y="500772"/>
                  </a:lnTo>
                  <a:lnTo>
                    <a:pt x="1183554" y="500772"/>
                  </a:lnTo>
                  <a:lnTo>
                    <a:pt x="1181772" y="498990"/>
                  </a:lnTo>
                  <a:lnTo>
                    <a:pt x="1179989" y="498990"/>
                  </a:lnTo>
                  <a:lnTo>
                    <a:pt x="1178207" y="497208"/>
                  </a:lnTo>
                  <a:lnTo>
                    <a:pt x="1176425" y="497208"/>
                  </a:lnTo>
                  <a:lnTo>
                    <a:pt x="1172861" y="493644"/>
                  </a:lnTo>
                  <a:lnTo>
                    <a:pt x="1171079" y="493644"/>
                  </a:lnTo>
                  <a:lnTo>
                    <a:pt x="1169297" y="491862"/>
                  </a:lnTo>
                  <a:lnTo>
                    <a:pt x="1167515" y="491862"/>
                  </a:lnTo>
                  <a:lnTo>
                    <a:pt x="1165733" y="490080"/>
                  </a:lnTo>
                  <a:lnTo>
                    <a:pt x="1163950" y="490080"/>
                  </a:lnTo>
                  <a:lnTo>
                    <a:pt x="1160386" y="486515"/>
                  </a:lnTo>
                  <a:lnTo>
                    <a:pt x="1158604" y="486515"/>
                  </a:lnTo>
                  <a:lnTo>
                    <a:pt x="1156822" y="484733"/>
                  </a:lnTo>
                  <a:lnTo>
                    <a:pt x="1155040" y="484733"/>
                  </a:lnTo>
                  <a:lnTo>
                    <a:pt x="1153258" y="482951"/>
                  </a:lnTo>
                  <a:lnTo>
                    <a:pt x="1151476" y="482951"/>
                  </a:lnTo>
                  <a:lnTo>
                    <a:pt x="1149694" y="481169"/>
                  </a:lnTo>
                  <a:lnTo>
                    <a:pt x="1147912" y="481169"/>
                  </a:lnTo>
                  <a:lnTo>
                    <a:pt x="1144347" y="477605"/>
                  </a:lnTo>
                  <a:lnTo>
                    <a:pt x="1142565" y="477605"/>
                  </a:lnTo>
                  <a:lnTo>
                    <a:pt x="1140783" y="475823"/>
                  </a:lnTo>
                  <a:lnTo>
                    <a:pt x="1139001" y="475823"/>
                  </a:lnTo>
                  <a:lnTo>
                    <a:pt x="1137219" y="474041"/>
                  </a:lnTo>
                  <a:lnTo>
                    <a:pt x="1135437" y="474041"/>
                  </a:lnTo>
                  <a:lnTo>
                    <a:pt x="1131873" y="470476"/>
                  </a:lnTo>
                  <a:lnTo>
                    <a:pt x="1130090" y="470476"/>
                  </a:lnTo>
                  <a:lnTo>
                    <a:pt x="1128308" y="468694"/>
                  </a:lnTo>
                  <a:lnTo>
                    <a:pt x="1126526" y="468694"/>
                  </a:lnTo>
                  <a:lnTo>
                    <a:pt x="1124744" y="466912"/>
                  </a:lnTo>
                  <a:lnTo>
                    <a:pt x="1122962" y="466912"/>
                  </a:lnTo>
                  <a:lnTo>
                    <a:pt x="1121180" y="465130"/>
                  </a:lnTo>
                  <a:lnTo>
                    <a:pt x="1119398" y="465130"/>
                  </a:lnTo>
                  <a:lnTo>
                    <a:pt x="1115834" y="461566"/>
                  </a:lnTo>
                  <a:lnTo>
                    <a:pt x="1112269" y="461566"/>
                  </a:lnTo>
                  <a:lnTo>
                    <a:pt x="1109897" y="459193"/>
                  </a:lnTo>
                  <a:lnTo>
                    <a:pt x="1107524" y="461566"/>
                  </a:lnTo>
                  <a:lnTo>
                    <a:pt x="1103125" y="461566"/>
                  </a:lnTo>
                  <a:lnTo>
                    <a:pt x="1103125" y="464183"/>
                  </a:lnTo>
                  <a:lnTo>
                    <a:pt x="1101343" y="465965"/>
                  </a:lnTo>
                  <a:lnTo>
                    <a:pt x="1101343" y="469529"/>
                  </a:lnTo>
                  <a:lnTo>
                    <a:pt x="1099560" y="471312"/>
                  </a:lnTo>
                  <a:lnTo>
                    <a:pt x="1099560" y="476658"/>
                  </a:lnTo>
                  <a:lnTo>
                    <a:pt x="1097778" y="478440"/>
                  </a:lnTo>
                  <a:lnTo>
                    <a:pt x="1097778" y="483786"/>
                  </a:lnTo>
                  <a:lnTo>
                    <a:pt x="1096831" y="484733"/>
                  </a:lnTo>
                  <a:lnTo>
                    <a:pt x="1096230" y="484733"/>
                  </a:lnTo>
                  <a:lnTo>
                    <a:pt x="1092666" y="481169"/>
                  </a:lnTo>
                  <a:lnTo>
                    <a:pt x="1090884" y="481169"/>
                  </a:lnTo>
                  <a:lnTo>
                    <a:pt x="1089102" y="479387"/>
                  </a:lnTo>
                  <a:lnTo>
                    <a:pt x="1087320" y="479387"/>
                  </a:lnTo>
                  <a:lnTo>
                    <a:pt x="1085538" y="477605"/>
                  </a:lnTo>
                  <a:lnTo>
                    <a:pt x="1083756" y="477605"/>
                  </a:lnTo>
                  <a:lnTo>
                    <a:pt x="1081974" y="475823"/>
                  </a:lnTo>
                  <a:lnTo>
                    <a:pt x="1080191" y="475823"/>
                  </a:lnTo>
                  <a:lnTo>
                    <a:pt x="1078409" y="474041"/>
                  </a:lnTo>
                  <a:lnTo>
                    <a:pt x="1076627" y="474041"/>
                  </a:lnTo>
                  <a:lnTo>
                    <a:pt x="1074255" y="471668"/>
                  </a:lnTo>
                  <a:lnTo>
                    <a:pt x="1071882" y="474041"/>
                  </a:lnTo>
                  <a:lnTo>
                    <a:pt x="1068318" y="474041"/>
                  </a:lnTo>
                  <a:lnTo>
                    <a:pt x="1065700" y="476658"/>
                  </a:lnTo>
                  <a:lnTo>
                    <a:pt x="1065700" y="480222"/>
                  </a:lnTo>
                  <a:lnTo>
                    <a:pt x="1063918" y="482004"/>
                  </a:lnTo>
                  <a:lnTo>
                    <a:pt x="1063918" y="489133"/>
                  </a:lnTo>
                  <a:lnTo>
                    <a:pt x="1062136" y="490915"/>
                  </a:lnTo>
                  <a:lnTo>
                    <a:pt x="1062136" y="496261"/>
                  </a:lnTo>
                  <a:lnTo>
                    <a:pt x="1060354" y="498043"/>
                  </a:lnTo>
                  <a:lnTo>
                    <a:pt x="1059998" y="500182"/>
                  </a:lnTo>
                  <a:lnTo>
                    <a:pt x="1058806" y="498990"/>
                  </a:lnTo>
                  <a:lnTo>
                    <a:pt x="1057024" y="498990"/>
                  </a:lnTo>
                  <a:lnTo>
                    <a:pt x="1055242" y="497208"/>
                  </a:lnTo>
                  <a:lnTo>
                    <a:pt x="1053460" y="497208"/>
                  </a:lnTo>
                  <a:lnTo>
                    <a:pt x="1051678" y="495426"/>
                  </a:lnTo>
                  <a:lnTo>
                    <a:pt x="1049896" y="495426"/>
                  </a:lnTo>
                  <a:lnTo>
                    <a:pt x="1046331" y="491862"/>
                  </a:lnTo>
                  <a:lnTo>
                    <a:pt x="1044549" y="491862"/>
                  </a:lnTo>
                  <a:lnTo>
                    <a:pt x="1042767" y="490080"/>
                  </a:lnTo>
                  <a:lnTo>
                    <a:pt x="1040985" y="490080"/>
                  </a:lnTo>
                  <a:lnTo>
                    <a:pt x="1039203" y="488298"/>
                  </a:lnTo>
                  <a:lnTo>
                    <a:pt x="1037421" y="488298"/>
                  </a:lnTo>
                  <a:lnTo>
                    <a:pt x="1035639" y="486515"/>
                  </a:lnTo>
                  <a:lnTo>
                    <a:pt x="1033857" y="486515"/>
                  </a:lnTo>
                  <a:lnTo>
                    <a:pt x="1030292" y="482951"/>
                  </a:lnTo>
                  <a:lnTo>
                    <a:pt x="1028510" y="482951"/>
                  </a:lnTo>
                  <a:lnTo>
                    <a:pt x="1026728" y="481169"/>
                  </a:lnTo>
                  <a:lnTo>
                    <a:pt x="1024946" y="481169"/>
                  </a:lnTo>
                  <a:lnTo>
                    <a:pt x="1023164" y="479387"/>
                  </a:lnTo>
                  <a:lnTo>
                    <a:pt x="1021382" y="479387"/>
                  </a:lnTo>
                  <a:lnTo>
                    <a:pt x="1017818" y="475823"/>
                  </a:lnTo>
                  <a:lnTo>
                    <a:pt x="1016036" y="475823"/>
                  </a:lnTo>
                  <a:lnTo>
                    <a:pt x="1014253" y="474041"/>
                  </a:lnTo>
                  <a:lnTo>
                    <a:pt x="1012471" y="474041"/>
                  </a:lnTo>
                  <a:lnTo>
                    <a:pt x="1010689" y="472259"/>
                  </a:lnTo>
                  <a:lnTo>
                    <a:pt x="1008907" y="472259"/>
                  </a:lnTo>
                  <a:lnTo>
                    <a:pt x="1007125" y="470476"/>
                  </a:lnTo>
                  <a:lnTo>
                    <a:pt x="1005343" y="470476"/>
                  </a:lnTo>
                  <a:lnTo>
                    <a:pt x="1001779" y="466912"/>
                  </a:lnTo>
                  <a:lnTo>
                    <a:pt x="999997" y="466912"/>
                  </a:lnTo>
                  <a:lnTo>
                    <a:pt x="998214" y="465130"/>
                  </a:lnTo>
                  <a:lnTo>
                    <a:pt x="996432" y="465130"/>
                  </a:lnTo>
                  <a:lnTo>
                    <a:pt x="994650" y="463348"/>
                  </a:lnTo>
                  <a:lnTo>
                    <a:pt x="992868" y="463348"/>
                  </a:lnTo>
                  <a:lnTo>
                    <a:pt x="989304" y="459784"/>
                  </a:lnTo>
                  <a:lnTo>
                    <a:pt x="987522" y="459784"/>
                  </a:lnTo>
                  <a:lnTo>
                    <a:pt x="985740" y="458002"/>
                  </a:lnTo>
                  <a:lnTo>
                    <a:pt x="983958" y="458002"/>
                  </a:lnTo>
                  <a:lnTo>
                    <a:pt x="982176" y="456220"/>
                  </a:lnTo>
                  <a:lnTo>
                    <a:pt x="980393" y="456220"/>
                  </a:lnTo>
                  <a:lnTo>
                    <a:pt x="976829" y="452655"/>
                  </a:lnTo>
                  <a:lnTo>
                    <a:pt x="975047" y="452655"/>
                  </a:lnTo>
                  <a:lnTo>
                    <a:pt x="973265" y="450873"/>
                  </a:lnTo>
                  <a:lnTo>
                    <a:pt x="971483" y="450873"/>
                  </a:lnTo>
                  <a:lnTo>
                    <a:pt x="969701" y="449091"/>
                  </a:lnTo>
                  <a:lnTo>
                    <a:pt x="967919" y="449091"/>
                  </a:lnTo>
                  <a:lnTo>
                    <a:pt x="966137" y="447309"/>
                  </a:lnTo>
                  <a:lnTo>
                    <a:pt x="964354" y="447309"/>
                  </a:lnTo>
                  <a:lnTo>
                    <a:pt x="960790" y="443745"/>
                  </a:lnTo>
                  <a:lnTo>
                    <a:pt x="959008" y="443745"/>
                  </a:lnTo>
                  <a:lnTo>
                    <a:pt x="957226" y="441963"/>
                  </a:lnTo>
                  <a:lnTo>
                    <a:pt x="955444" y="441963"/>
                  </a:lnTo>
                  <a:lnTo>
                    <a:pt x="953662" y="440181"/>
                  </a:lnTo>
                  <a:lnTo>
                    <a:pt x="951880" y="440181"/>
                  </a:lnTo>
                  <a:lnTo>
                    <a:pt x="948315" y="436616"/>
                  </a:lnTo>
                  <a:lnTo>
                    <a:pt x="946533" y="436616"/>
                  </a:lnTo>
                  <a:lnTo>
                    <a:pt x="944751" y="434834"/>
                  </a:lnTo>
                  <a:lnTo>
                    <a:pt x="942969" y="434834"/>
                  </a:lnTo>
                  <a:lnTo>
                    <a:pt x="941187" y="433052"/>
                  </a:lnTo>
                  <a:lnTo>
                    <a:pt x="939405" y="433052"/>
                  </a:lnTo>
                  <a:lnTo>
                    <a:pt x="937623" y="431270"/>
                  </a:lnTo>
                  <a:lnTo>
                    <a:pt x="935841" y="431270"/>
                  </a:lnTo>
                  <a:lnTo>
                    <a:pt x="932276" y="427706"/>
                  </a:lnTo>
                  <a:lnTo>
                    <a:pt x="930494" y="427706"/>
                  </a:lnTo>
                  <a:lnTo>
                    <a:pt x="928712" y="425924"/>
                  </a:lnTo>
                  <a:lnTo>
                    <a:pt x="926930" y="425924"/>
                  </a:lnTo>
                  <a:lnTo>
                    <a:pt x="925148" y="424142"/>
                  </a:lnTo>
                  <a:lnTo>
                    <a:pt x="923366" y="424142"/>
                  </a:lnTo>
                  <a:lnTo>
                    <a:pt x="919802" y="420577"/>
                  </a:lnTo>
                  <a:lnTo>
                    <a:pt x="918020" y="420577"/>
                  </a:lnTo>
                  <a:lnTo>
                    <a:pt x="916238" y="418795"/>
                  </a:lnTo>
                  <a:lnTo>
                    <a:pt x="914455" y="418795"/>
                  </a:lnTo>
                  <a:lnTo>
                    <a:pt x="912673" y="417013"/>
                  </a:lnTo>
                  <a:lnTo>
                    <a:pt x="910891" y="417013"/>
                  </a:lnTo>
                  <a:lnTo>
                    <a:pt x="909109" y="415231"/>
                  </a:lnTo>
                  <a:lnTo>
                    <a:pt x="907327" y="415231"/>
                  </a:lnTo>
                  <a:lnTo>
                    <a:pt x="903763" y="411667"/>
                  </a:lnTo>
                  <a:lnTo>
                    <a:pt x="901981" y="411667"/>
                  </a:lnTo>
                  <a:lnTo>
                    <a:pt x="900199" y="409885"/>
                  </a:lnTo>
                  <a:lnTo>
                    <a:pt x="898416" y="409885"/>
                  </a:lnTo>
                  <a:lnTo>
                    <a:pt x="896634" y="408103"/>
                  </a:lnTo>
                  <a:lnTo>
                    <a:pt x="894852" y="408103"/>
                  </a:lnTo>
                  <a:lnTo>
                    <a:pt x="891288" y="404538"/>
                  </a:lnTo>
                  <a:lnTo>
                    <a:pt x="889506" y="404538"/>
                  </a:lnTo>
                  <a:lnTo>
                    <a:pt x="887724" y="402756"/>
                  </a:lnTo>
                  <a:lnTo>
                    <a:pt x="885942" y="402756"/>
                  </a:lnTo>
                  <a:lnTo>
                    <a:pt x="884160" y="400974"/>
                  </a:lnTo>
                  <a:lnTo>
                    <a:pt x="882377" y="400974"/>
                  </a:lnTo>
                  <a:lnTo>
                    <a:pt x="880595" y="399192"/>
                  </a:lnTo>
                  <a:lnTo>
                    <a:pt x="878813" y="399192"/>
                  </a:lnTo>
                  <a:lnTo>
                    <a:pt x="875249" y="395628"/>
                  </a:lnTo>
                  <a:lnTo>
                    <a:pt x="873467" y="395628"/>
                  </a:lnTo>
                  <a:lnTo>
                    <a:pt x="871685" y="393846"/>
                  </a:lnTo>
                  <a:lnTo>
                    <a:pt x="869903" y="393846"/>
                  </a:lnTo>
                  <a:lnTo>
                    <a:pt x="868121" y="392064"/>
                  </a:lnTo>
                  <a:lnTo>
                    <a:pt x="866338" y="392064"/>
                  </a:lnTo>
                  <a:lnTo>
                    <a:pt x="862774" y="388499"/>
                  </a:lnTo>
                  <a:lnTo>
                    <a:pt x="860992" y="388499"/>
                  </a:lnTo>
                  <a:lnTo>
                    <a:pt x="859210" y="386717"/>
                  </a:lnTo>
                  <a:lnTo>
                    <a:pt x="857428" y="386717"/>
                  </a:lnTo>
                  <a:lnTo>
                    <a:pt x="855646" y="384935"/>
                  </a:lnTo>
                  <a:lnTo>
                    <a:pt x="853864" y="384935"/>
                  </a:lnTo>
                  <a:lnTo>
                    <a:pt x="852082" y="383153"/>
                  </a:lnTo>
                  <a:lnTo>
                    <a:pt x="850300" y="383153"/>
                  </a:lnTo>
                  <a:lnTo>
                    <a:pt x="846735" y="379589"/>
                  </a:lnTo>
                  <a:lnTo>
                    <a:pt x="844953" y="379589"/>
                  </a:lnTo>
                  <a:lnTo>
                    <a:pt x="843171" y="377807"/>
                  </a:lnTo>
                  <a:lnTo>
                    <a:pt x="841389" y="377807"/>
                  </a:lnTo>
                  <a:lnTo>
                    <a:pt x="839607" y="376025"/>
                  </a:lnTo>
                  <a:lnTo>
                    <a:pt x="837825" y="376025"/>
                  </a:lnTo>
                  <a:lnTo>
                    <a:pt x="834261" y="372461"/>
                  </a:lnTo>
                  <a:lnTo>
                    <a:pt x="832478" y="372461"/>
                  </a:lnTo>
                  <a:lnTo>
                    <a:pt x="830696" y="370678"/>
                  </a:lnTo>
                  <a:lnTo>
                    <a:pt x="828914" y="370678"/>
                  </a:lnTo>
                  <a:lnTo>
                    <a:pt x="827132" y="368896"/>
                  </a:lnTo>
                  <a:lnTo>
                    <a:pt x="825350" y="368896"/>
                  </a:lnTo>
                  <a:lnTo>
                    <a:pt x="823568" y="367114"/>
                  </a:lnTo>
                  <a:lnTo>
                    <a:pt x="821786" y="367114"/>
                  </a:lnTo>
                  <a:lnTo>
                    <a:pt x="818222" y="363550"/>
                  </a:lnTo>
                  <a:lnTo>
                    <a:pt x="816439" y="363550"/>
                  </a:lnTo>
                  <a:lnTo>
                    <a:pt x="814657" y="361768"/>
                  </a:lnTo>
                  <a:lnTo>
                    <a:pt x="812875" y="361768"/>
                  </a:lnTo>
                  <a:lnTo>
                    <a:pt x="811093" y="359986"/>
                  </a:lnTo>
                  <a:lnTo>
                    <a:pt x="809311" y="359986"/>
                  </a:lnTo>
                  <a:lnTo>
                    <a:pt x="805747" y="356422"/>
                  </a:lnTo>
                  <a:lnTo>
                    <a:pt x="803965" y="356422"/>
                  </a:lnTo>
                  <a:lnTo>
                    <a:pt x="802183" y="354639"/>
                  </a:lnTo>
                  <a:lnTo>
                    <a:pt x="800401" y="354639"/>
                  </a:lnTo>
                  <a:lnTo>
                    <a:pt x="798618" y="352857"/>
                  </a:lnTo>
                  <a:lnTo>
                    <a:pt x="796836" y="352857"/>
                  </a:lnTo>
                  <a:lnTo>
                    <a:pt x="795054" y="351075"/>
                  </a:lnTo>
                  <a:lnTo>
                    <a:pt x="793272" y="351075"/>
                  </a:lnTo>
                  <a:lnTo>
                    <a:pt x="789708" y="347511"/>
                  </a:lnTo>
                  <a:lnTo>
                    <a:pt x="787926" y="347511"/>
                  </a:lnTo>
                  <a:lnTo>
                    <a:pt x="786144" y="345729"/>
                  </a:lnTo>
                  <a:lnTo>
                    <a:pt x="784362" y="345729"/>
                  </a:lnTo>
                  <a:lnTo>
                    <a:pt x="782579" y="343947"/>
                  </a:lnTo>
                  <a:lnTo>
                    <a:pt x="780797" y="343947"/>
                  </a:lnTo>
                  <a:lnTo>
                    <a:pt x="777233" y="340383"/>
                  </a:lnTo>
                  <a:lnTo>
                    <a:pt x="775451" y="340383"/>
                  </a:lnTo>
                  <a:lnTo>
                    <a:pt x="773669" y="338600"/>
                  </a:lnTo>
                  <a:lnTo>
                    <a:pt x="771887" y="338600"/>
                  </a:lnTo>
                  <a:lnTo>
                    <a:pt x="770105" y="336818"/>
                  </a:lnTo>
                  <a:lnTo>
                    <a:pt x="768323" y="336818"/>
                  </a:lnTo>
                  <a:lnTo>
                    <a:pt x="766540" y="335036"/>
                  </a:lnTo>
                  <a:lnTo>
                    <a:pt x="764758" y="335036"/>
                  </a:lnTo>
                  <a:lnTo>
                    <a:pt x="761194" y="331472"/>
                  </a:lnTo>
                  <a:lnTo>
                    <a:pt x="759412" y="331472"/>
                  </a:lnTo>
                  <a:lnTo>
                    <a:pt x="757630" y="329690"/>
                  </a:lnTo>
                  <a:lnTo>
                    <a:pt x="755848" y="329690"/>
                  </a:lnTo>
                  <a:lnTo>
                    <a:pt x="754066" y="327908"/>
                  </a:lnTo>
                  <a:lnTo>
                    <a:pt x="752284" y="327908"/>
                  </a:lnTo>
                  <a:lnTo>
                    <a:pt x="748719" y="324344"/>
                  </a:lnTo>
                  <a:lnTo>
                    <a:pt x="746937" y="324344"/>
                  </a:lnTo>
                  <a:lnTo>
                    <a:pt x="745155" y="322562"/>
                  </a:lnTo>
                  <a:lnTo>
                    <a:pt x="743373" y="322562"/>
                  </a:lnTo>
                  <a:lnTo>
                    <a:pt x="741591" y="320779"/>
                  </a:lnTo>
                  <a:lnTo>
                    <a:pt x="739809" y="320779"/>
                  </a:lnTo>
                  <a:lnTo>
                    <a:pt x="738027" y="318997"/>
                  </a:lnTo>
                  <a:lnTo>
                    <a:pt x="736245" y="318997"/>
                  </a:lnTo>
                  <a:lnTo>
                    <a:pt x="732680" y="315433"/>
                  </a:lnTo>
                  <a:lnTo>
                    <a:pt x="730898" y="315433"/>
                  </a:lnTo>
                  <a:lnTo>
                    <a:pt x="729116" y="313651"/>
                  </a:lnTo>
                  <a:lnTo>
                    <a:pt x="727334" y="313651"/>
                  </a:lnTo>
                  <a:lnTo>
                    <a:pt x="725552" y="311869"/>
                  </a:lnTo>
                  <a:lnTo>
                    <a:pt x="723770" y="311869"/>
                  </a:lnTo>
                  <a:lnTo>
                    <a:pt x="720206" y="308305"/>
                  </a:lnTo>
                  <a:lnTo>
                    <a:pt x="718424" y="308305"/>
                  </a:lnTo>
                  <a:lnTo>
                    <a:pt x="716641" y="306523"/>
                  </a:lnTo>
                  <a:lnTo>
                    <a:pt x="714859" y="306523"/>
                  </a:lnTo>
                  <a:lnTo>
                    <a:pt x="713077" y="304740"/>
                  </a:lnTo>
                  <a:lnTo>
                    <a:pt x="711295" y="304740"/>
                  </a:lnTo>
                  <a:lnTo>
                    <a:pt x="707731" y="301176"/>
                  </a:lnTo>
                  <a:lnTo>
                    <a:pt x="705949" y="301176"/>
                  </a:lnTo>
                  <a:lnTo>
                    <a:pt x="704167" y="299394"/>
                  </a:lnTo>
                  <a:lnTo>
                    <a:pt x="702385" y="299394"/>
                  </a:lnTo>
                  <a:lnTo>
                    <a:pt x="700602" y="297612"/>
                  </a:lnTo>
                  <a:lnTo>
                    <a:pt x="698820" y="297612"/>
                  </a:lnTo>
                  <a:lnTo>
                    <a:pt x="697038" y="295830"/>
                  </a:lnTo>
                  <a:lnTo>
                    <a:pt x="695256" y="295830"/>
                  </a:lnTo>
                  <a:lnTo>
                    <a:pt x="691692" y="292266"/>
                  </a:lnTo>
                  <a:lnTo>
                    <a:pt x="689910" y="292266"/>
                  </a:lnTo>
                  <a:lnTo>
                    <a:pt x="688128" y="290484"/>
                  </a:lnTo>
                  <a:lnTo>
                    <a:pt x="686346" y="290484"/>
                  </a:lnTo>
                  <a:lnTo>
                    <a:pt x="684564" y="288701"/>
                  </a:lnTo>
                  <a:lnTo>
                    <a:pt x="682781" y="288701"/>
                  </a:lnTo>
                  <a:lnTo>
                    <a:pt x="680999" y="286919"/>
                  </a:lnTo>
                  <a:lnTo>
                    <a:pt x="679217" y="286919"/>
                  </a:lnTo>
                  <a:lnTo>
                    <a:pt x="675653" y="283355"/>
                  </a:lnTo>
                  <a:lnTo>
                    <a:pt x="673871" y="283355"/>
                  </a:lnTo>
                  <a:lnTo>
                    <a:pt x="672089" y="281573"/>
                  </a:lnTo>
                  <a:lnTo>
                    <a:pt x="670307" y="281573"/>
                  </a:lnTo>
                  <a:lnTo>
                    <a:pt x="668525" y="279791"/>
                  </a:lnTo>
                  <a:lnTo>
                    <a:pt x="666742" y="279791"/>
                  </a:lnTo>
                  <a:lnTo>
                    <a:pt x="663178" y="276227"/>
                  </a:lnTo>
                  <a:lnTo>
                    <a:pt x="661396" y="276227"/>
                  </a:lnTo>
                  <a:lnTo>
                    <a:pt x="659614" y="274445"/>
                  </a:lnTo>
                  <a:lnTo>
                    <a:pt x="657832" y="274445"/>
                  </a:lnTo>
                  <a:lnTo>
                    <a:pt x="656050" y="272662"/>
                  </a:lnTo>
                  <a:lnTo>
                    <a:pt x="654268" y="272662"/>
                  </a:lnTo>
                  <a:lnTo>
                    <a:pt x="650703" y="269098"/>
                  </a:lnTo>
                  <a:lnTo>
                    <a:pt x="648921" y="269098"/>
                  </a:lnTo>
                  <a:lnTo>
                    <a:pt x="647139" y="267316"/>
                  </a:lnTo>
                  <a:lnTo>
                    <a:pt x="645357" y="267316"/>
                  </a:lnTo>
                  <a:lnTo>
                    <a:pt x="643575" y="265534"/>
                  </a:lnTo>
                  <a:lnTo>
                    <a:pt x="641793" y="265534"/>
                  </a:lnTo>
                  <a:lnTo>
                    <a:pt x="640011" y="263752"/>
                  </a:lnTo>
                  <a:lnTo>
                    <a:pt x="638229" y="263752"/>
                  </a:lnTo>
                  <a:lnTo>
                    <a:pt x="634664" y="260188"/>
                  </a:lnTo>
                  <a:lnTo>
                    <a:pt x="632882" y="260188"/>
                  </a:lnTo>
                  <a:lnTo>
                    <a:pt x="631100" y="258406"/>
                  </a:lnTo>
                  <a:lnTo>
                    <a:pt x="629318" y="258406"/>
                  </a:lnTo>
                  <a:lnTo>
                    <a:pt x="627536" y="256624"/>
                  </a:lnTo>
                  <a:lnTo>
                    <a:pt x="625754" y="256624"/>
                  </a:lnTo>
                  <a:lnTo>
                    <a:pt x="622190" y="253059"/>
                  </a:lnTo>
                  <a:lnTo>
                    <a:pt x="620408" y="253059"/>
                  </a:lnTo>
                  <a:lnTo>
                    <a:pt x="618626" y="251277"/>
                  </a:lnTo>
                  <a:lnTo>
                    <a:pt x="616843" y="251277"/>
                  </a:lnTo>
                  <a:lnTo>
                    <a:pt x="615061" y="249495"/>
                  </a:lnTo>
                  <a:lnTo>
                    <a:pt x="613279" y="249495"/>
                  </a:lnTo>
                  <a:lnTo>
                    <a:pt x="611497" y="247713"/>
                  </a:lnTo>
                  <a:lnTo>
                    <a:pt x="609715" y="247713"/>
                  </a:lnTo>
                  <a:lnTo>
                    <a:pt x="606151" y="244149"/>
                  </a:lnTo>
                  <a:lnTo>
                    <a:pt x="604369" y="244149"/>
                  </a:lnTo>
                  <a:lnTo>
                    <a:pt x="602587" y="242367"/>
                  </a:lnTo>
                  <a:lnTo>
                    <a:pt x="600804" y="242367"/>
                  </a:lnTo>
                  <a:lnTo>
                    <a:pt x="599022" y="240585"/>
                  </a:lnTo>
                  <a:lnTo>
                    <a:pt x="597240" y="240585"/>
                  </a:lnTo>
                  <a:lnTo>
                    <a:pt x="593676" y="237020"/>
                  </a:lnTo>
                  <a:lnTo>
                    <a:pt x="591894" y="237020"/>
                  </a:lnTo>
                  <a:lnTo>
                    <a:pt x="590112" y="235238"/>
                  </a:lnTo>
                  <a:lnTo>
                    <a:pt x="588330" y="235238"/>
                  </a:lnTo>
                  <a:lnTo>
                    <a:pt x="586548" y="233456"/>
                  </a:lnTo>
                  <a:lnTo>
                    <a:pt x="584765" y="233456"/>
                  </a:lnTo>
                  <a:lnTo>
                    <a:pt x="582983" y="231674"/>
                  </a:lnTo>
                  <a:lnTo>
                    <a:pt x="581201" y="231674"/>
                  </a:lnTo>
                  <a:lnTo>
                    <a:pt x="577637" y="228110"/>
                  </a:lnTo>
                  <a:lnTo>
                    <a:pt x="575855" y="228110"/>
                  </a:lnTo>
                  <a:lnTo>
                    <a:pt x="574073" y="226328"/>
                  </a:lnTo>
                  <a:lnTo>
                    <a:pt x="572291" y="226328"/>
                  </a:lnTo>
                  <a:lnTo>
                    <a:pt x="570509" y="224546"/>
                  </a:lnTo>
                  <a:lnTo>
                    <a:pt x="568726" y="224546"/>
                  </a:lnTo>
                  <a:lnTo>
                    <a:pt x="565162" y="220981"/>
                  </a:lnTo>
                  <a:lnTo>
                    <a:pt x="563380" y="220981"/>
                  </a:lnTo>
                  <a:lnTo>
                    <a:pt x="561598" y="219199"/>
                  </a:lnTo>
                  <a:lnTo>
                    <a:pt x="559816" y="219199"/>
                  </a:lnTo>
                  <a:lnTo>
                    <a:pt x="558034" y="217417"/>
                  </a:lnTo>
                  <a:lnTo>
                    <a:pt x="556252" y="217417"/>
                  </a:lnTo>
                  <a:lnTo>
                    <a:pt x="554470" y="215635"/>
                  </a:lnTo>
                  <a:lnTo>
                    <a:pt x="552688" y="215635"/>
                  </a:lnTo>
                  <a:lnTo>
                    <a:pt x="549123" y="212071"/>
                  </a:lnTo>
                  <a:lnTo>
                    <a:pt x="547341" y="212071"/>
                  </a:lnTo>
                  <a:lnTo>
                    <a:pt x="545559" y="210289"/>
                  </a:lnTo>
                  <a:lnTo>
                    <a:pt x="543777" y="210289"/>
                  </a:lnTo>
                  <a:lnTo>
                    <a:pt x="541995" y="208507"/>
                  </a:lnTo>
                  <a:lnTo>
                    <a:pt x="540213" y="208507"/>
                  </a:lnTo>
                  <a:lnTo>
                    <a:pt x="536649" y="204942"/>
                  </a:lnTo>
                  <a:lnTo>
                    <a:pt x="534866" y="204942"/>
                  </a:lnTo>
                  <a:lnTo>
                    <a:pt x="533084" y="203160"/>
                  </a:lnTo>
                  <a:lnTo>
                    <a:pt x="531302" y="203160"/>
                  </a:lnTo>
                  <a:lnTo>
                    <a:pt x="529520" y="201378"/>
                  </a:lnTo>
                  <a:lnTo>
                    <a:pt x="527738" y="201378"/>
                  </a:lnTo>
                  <a:lnTo>
                    <a:pt x="525956" y="199596"/>
                  </a:lnTo>
                  <a:lnTo>
                    <a:pt x="524174" y="199596"/>
                  </a:lnTo>
                  <a:lnTo>
                    <a:pt x="520610" y="196032"/>
                  </a:lnTo>
                  <a:lnTo>
                    <a:pt x="518827" y="196032"/>
                  </a:lnTo>
                  <a:lnTo>
                    <a:pt x="517045" y="194250"/>
                  </a:lnTo>
                  <a:lnTo>
                    <a:pt x="515263" y="194250"/>
                  </a:lnTo>
                  <a:lnTo>
                    <a:pt x="513481" y="192468"/>
                  </a:lnTo>
                  <a:lnTo>
                    <a:pt x="511699" y="192468"/>
                  </a:lnTo>
                  <a:lnTo>
                    <a:pt x="508135" y="188903"/>
                  </a:lnTo>
                  <a:lnTo>
                    <a:pt x="506353" y="188903"/>
                  </a:lnTo>
                  <a:lnTo>
                    <a:pt x="504571" y="187121"/>
                  </a:lnTo>
                  <a:lnTo>
                    <a:pt x="502789" y="187121"/>
                  </a:lnTo>
                  <a:lnTo>
                    <a:pt x="501006" y="185339"/>
                  </a:lnTo>
                  <a:lnTo>
                    <a:pt x="499224" y="185339"/>
                  </a:lnTo>
                  <a:lnTo>
                    <a:pt x="497442" y="183557"/>
                  </a:lnTo>
                  <a:lnTo>
                    <a:pt x="495660" y="183557"/>
                  </a:lnTo>
                  <a:lnTo>
                    <a:pt x="492096" y="179993"/>
                  </a:lnTo>
                  <a:lnTo>
                    <a:pt x="490314" y="179993"/>
                  </a:lnTo>
                  <a:lnTo>
                    <a:pt x="488532" y="178211"/>
                  </a:lnTo>
                  <a:lnTo>
                    <a:pt x="486750" y="178211"/>
                  </a:lnTo>
                  <a:lnTo>
                    <a:pt x="484967" y="176429"/>
                  </a:lnTo>
                  <a:lnTo>
                    <a:pt x="483185" y="176429"/>
                  </a:lnTo>
                  <a:lnTo>
                    <a:pt x="479621" y="172864"/>
                  </a:lnTo>
                  <a:lnTo>
                    <a:pt x="477839" y="172864"/>
                  </a:lnTo>
                  <a:lnTo>
                    <a:pt x="476057" y="171082"/>
                  </a:lnTo>
                  <a:lnTo>
                    <a:pt x="474275" y="171082"/>
                  </a:lnTo>
                  <a:lnTo>
                    <a:pt x="472493" y="169300"/>
                  </a:lnTo>
                  <a:lnTo>
                    <a:pt x="470711" y="169300"/>
                  </a:lnTo>
                  <a:lnTo>
                    <a:pt x="468928" y="167518"/>
                  </a:lnTo>
                  <a:lnTo>
                    <a:pt x="467146" y="167518"/>
                  </a:lnTo>
                  <a:lnTo>
                    <a:pt x="463582" y="163954"/>
                  </a:lnTo>
                  <a:lnTo>
                    <a:pt x="461800" y="163954"/>
                  </a:lnTo>
                  <a:lnTo>
                    <a:pt x="460018" y="162172"/>
                  </a:lnTo>
                  <a:lnTo>
                    <a:pt x="458236" y="162172"/>
                  </a:lnTo>
                  <a:lnTo>
                    <a:pt x="456454" y="160390"/>
                  </a:lnTo>
                  <a:lnTo>
                    <a:pt x="454672" y="160390"/>
                  </a:lnTo>
                  <a:lnTo>
                    <a:pt x="451107" y="156825"/>
                  </a:lnTo>
                  <a:lnTo>
                    <a:pt x="449325" y="156825"/>
                  </a:lnTo>
                  <a:lnTo>
                    <a:pt x="447543" y="155043"/>
                  </a:lnTo>
                  <a:lnTo>
                    <a:pt x="445761" y="155043"/>
                  </a:lnTo>
                  <a:lnTo>
                    <a:pt x="443979" y="153261"/>
                  </a:lnTo>
                  <a:lnTo>
                    <a:pt x="442197" y="153261"/>
                  </a:lnTo>
                  <a:lnTo>
                    <a:pt x="440415" y="151479"/>
                  </a:lnTo>
                  <a:lnTo>
                    <a:pt x="438633" y="151479"/>
                  </a:lnTo>
                  <a:lnTo>
                    <a:pt x="435068" y="147915"/>
                  </a:lnTo>
                  <a:lnTo>
                    <a:pt x="433286" y="147915"/>
                  </a:lnTo>
                  <a:lnTo>
                    <a:pt x="431504" y="146133"/>
                  </a:lnTo>
                  <a:lnTo>
                    <a:pt x="429722" y="146133"/>
                  </a:lnTo>
                  <a:lnTo>
                    <a:pt x="427940" y="144351"/>
                  </a:lnTo>
                  <a:lnTo>
                    <a:pt x="426158" y="144351"/>
                  </a:lnTo>
                  <a:lnTo>
                    <a:pt x="422594" y="140787"/>
                  </a:lnTo>
                  <a:lnTo>
                    <a:pt x="420812" y="140787"/>
                  </a:lnTo>
                  <a:lnTo>
                    <a:pt x="419029" y="139004"/>
                  </a:lnTo>
                  <a:lnTo>
                    <a:pt x="417247" y="139004"/>
                  </a:lnTo>
                  <a:lnTo>
                    <a:pt x="415465" y="137222"/>
                  </a:lnTo>
                  <a:lnTo>
                    <a:pt x="413683" y="137222"/>
                  </a:lnTo>
                  <a:lnTo>
                    <a:pt x="411901" y="135440"/>
                  </a:lnTo>
                  <a:lnTo>
                    <a:pt x="410119" y="135440"/>
                  </a:lnTo>
                  <a:lnTo>
                    <a:pt x="406555" y="131876"/>
                  </a:lnTo>
                  <a:lnTo>
                    <a:pt x="404773" y="131876"/>
                  </a:lnTo>
                  <a:lnTo>
                    <a:pt x="402990" y="130094"/>
                  </a:lnTo>
                  <a:lnTo>
                    <a:pt x="401208" y="130094"/>
                  </a:lnTo>
                  <a:lnTo>
                    <a:pt x="399426" y="128312"/>
                  </a:lnTo>
                  <a:lnTo>
                    <a:pt x="397644" y="128312"/>
                  </a:lnTo>
                  <a:lnTo>
                    <a:pt x="394080" y="124748"/>
                  </a:lnTo>
                  <a:lnTo>
                    <a:pt x="392298" y="124748"/>
                  </a:lnTo>
                  <a:lnTo>
                    <a:pt x="390516" y="122965"/>
                  </a:lnTo>
                  <a:lnTo>
                    <a:pt x="388734" y="122965"/>
                  </a:lnTo>
                  <a:lnTo>
                    <a:pt x="386952" y="121183"/>
                  </a:lnTo>
                  <a:lnTo>
                    <a:pt x="385169" y="121183"/>
                  </a:lnTo>
                  <a:lnTo>
                    <a:pt x="383387" y="119401"/>
                  </a:lnTo>
                  <a:lnTo>
                    <a:pt x="381605" y="119401"/>
                  </a:lnTo>
                  <a:lnTo>
                    <a:pt x="378041" y="115837"/>
                  </a:lnTo>
                  <a:lnTo>
                    <a:pt x="376259" y="115837"/>
                  </a:lnTo>
                  <a:lnTo>
                    <a:pt x="374477" y="114055"/>
                  </a:lnTo>
                  <a:lnTo>
                    <a:pt x="372695" y="114055"/>
                  </a:lnTo>
                  <a:lnTo>
                    <a:pt x="370913" y="112273"/>
                  </a:lnTo>
                  <a:lnTo>
                    <a:pt x="369130" y="112273"/>
                  </a:lnTo>
                  <a:lnTo>
                    <a:pt x="365566" y="108709"/>
                  </a:lnTo>
                  <a:lnTo>
                    <a:pt x="363784" y="108709"/>
                  </a:lnTo>
                  <a:lnTo>
                    <a:pt x="362002" y="106926"/>
                  </a:lnTo>
                  <a:lnTo>
                    <a:pt x="360220" y="106926"/>
                  </a:lnTo>
                  <a:lnTo>
                    <a:pt x="358438" y="105144"/>
                  </a:lnTo>
                  <a:lnTo>
                    <a:pt x="356656" y="105144"/>
                  </a:lnTo>
                  <a:lnTo>
                    <a:pt x="354874" y="103362"/>
                  </a:lnTo>
                  <a:lnTo>
                    <a:pt x="353091" y="103362"/>
                  </a:lnTo>
                  <a:lnTo>
                    <a:pt x="349527" y="99798"/>
                  </a:lnTo>
                  <a:lnTo>
                    <a:pt x="347745" y="99798"/>
                  </a:lnTo>
                  <a:lnTo>
                    <a:pt x="345963" y="98016"/>
                  </a:lnTo>
                  <a:lnTo>
                    <a:pt x="344181" y="98016"/>
                  </a:lnTo>
                  <a:lnTo>
                    <a:pt x="342399" y="96234"/>
                  </a:lnTo>
                  <a:lnTo>
                    <a:pt x="340617" y="96234"/>
                  </a:lnTo>
                  <a:lnTo>
                    <a:pt x="337052" y="92670"/>
                  </a:lnTo>
                  <a:lnTo>
                    <a:pt x="335270" y="92670"/>
                  </a:lnTo>
                  <a:lnTo>
                    <a:pt x="333488" y="90887"/>
                  </a:lnTo>
                  <a:lnTo>
                    <a:pt x="331706" y="90887"/>
                  </a:lnTo>
                  <a:lnTo>
                    <a:pt x="329924" y="89105"/>
                  </a:lnTo>
                  <a:lnTo>
                    <a:pt x="328142" y="89105"/>
                  </a:lnTo>
                  <a:lnTo>
                    <a:pt x="324578" y="85541"/>
                  </a:lnTo>
                  <a:lnTo>
                    <a:pt x="322796" y="85541"/>
                  </a:lnTo>
                  <a:lnTo>
                    <a:pt x="321014" y="83759"/>
                  </a:lnTo>
                  <a:lnTo>
                    <a:pt x="319231" y="83759"/>
                  </a:lnTo>
                  <a:lnTo>
                    <a:pt x="317449" y="81977"/>
                  </a:lnTo>
                  <a:lnTo>
                    <a:pt x="315667" y="81977"/>
                  </a:lnTo>
                  <a:lnTo>
                    <a:pt x="313885" y="80195"/>
                  </a:lnTo>
                  <a:lnTo>
                    <a:pt x="312103" y="80195"/>
                  </a:lnTo>
                  <a:lnTo>
                    <a:pt x="308539" y="76631"/>
                  </a:lnTo>
                  <a:lnTo>
                    <a:pt x="306757" y="76631"/>
                  </a:lnTo>
                  <a:lnTo>
                    <a:pt x="304975" y="74849"/>
                  </a:lnTo>
                  <a:lnTo>
                    <a:pt x="303192" y="74849"/>
                  </a:lnTo>
                  <a:lnTo>
                    <a:pt x="301410" y="73066"/>
                  </a:lnTo>
                  <a:lnTo>
                    <a:pt x="299628" y="73066"/>
                  </a:lnTo>
                  <a:lnTo>
                    <a:pt x="297846" y="71284"/>
                  </a:lnTo>
                  <a:lnTo>
                    <a:pt x="296064" y="71284"/>
                  </a:lnTo>
                  <a:lnTo>
                    <a:pt x="292500" y="67720"/>
                  </a:lnTo>
                  <a:lnTo>
                    <a:pt x="290718" y="67720"/>
                  </a:lnTo>
                  <a:lnTo>
                    <a:pt x="288936" y="65938"/>
                  </a:lnTo>
                  <a:lnTo>
                    <a:pt x="287153" y="65938"/>
                  </a:lnTo>
                  <a:lnTo>
                    <a:pt x="285371" y="64156"/>
                  </a:lnTo>
                  <a:lnTo>
                    <a:pt x="283589" y="64156"/>
                  </a:lnTo>
                  <a:lnTo>
                    <a:pt x="280025" y="60592"/>
                  </a:lnTo>
                  <a:lnTo>
                    <a:pt x="278243" y="60592"/>
                  </a:lnTo>
                  <a:lnTo>
                    <a:pt x="276461" y="58810"/>
                  </a:lnTo>
                  <a:lnTo>
                    <a:pt x="274679" y="58810"/>
                  </a:lnTo>
                  <a:lnTo>
                    <a:pt x="272897" y="57027"/>
                  </a:lnTo>
                  <a:lnTo>
                    <a:pt x="271114" y="57027"/>
                  </a:lnTo>
                  <a:lnTo>
                    <a:pt x="267550" y="53463"/>
                  </a:lnTo>
                  <a:lnTo>
                    <a:pt x="265768" y="53463"/>
                  </a:lnTo>
                  <a:lnTo>
                    <a:pt x="263986" y="51681"/>
                  </a:lnTo>
                  <a:lnTo>
                    <a:pt x="262204" y="51681"/>
                  </a:lnTo>
                  <a:lnTo>
                    <a:pt x="260422" y="49899"/>
                  </a:lnTo>
                  <a:lnTo>
                    <a:pt x="258640" y="49899"/>
                  </a:lnTo>
                  <a:lnTo>
                    <a:pt x="256858" y="48117"/>
                  </a:lnTo>
                  <a:lnTo>
                    <a:pt x="255076" y="48117"/>
                  </a:lnTo>
                  <a:lnTo>
                    <a:pt x="251511" y="44553"/>
                  </a:lnTo>
                  <a:lnTo>
                    <a:pt x="249729" y="44553"/>
                  </a:lnTo>
                  <a:lnTo>
                    <a:pt x="247947" y="42771"/>
                  </a:lnTo>
                  <a:lnTo>
                    <a:pt x="246165" y="42771"/>
                  </a:lnTo>
                  <a:lnTo>
                    <a:pt x="244383" y="40988"/>
                  </a:lnTo>
                  <a:lnTo>
                    <a:pt x="242601" y="40988"/>
                  </a:lnTo>
                  <a:lnTo>
                    <a:pt x="239037" y="37424"/>
                  </a:lnTo>
                  <a:lnTo>
                    <a:pt x="237254" y="37424"/>
                  </a:lnTo>
                  <a:lnTo>
                    <a:pt x="235472" y="35642"/>
                  </a:lnTo>
                  <a:lnTo>
                    <a:pt x="233690" y="35642"/>
                  </a:lnTo>
                  <a:lnTo>
                    <a:pt x="231908" y="33860"/>
                  </a:lnTo>
                  <a:lnTo>
                    <a:pt x="230126" y="33860"/>
                  </a:lnTo>
                  <a:lnTo>
                    <a:pt x="228344" y="32078"/>
                  </a:lnTo>
                  <a:lnTo>
                    <a:pt x="226562" y="32078"/>
                  </a:lnTo>
                  <a:lnTo>
                    <a:pt x="222998" y="28514"/>
                  </a:lnTo>
                  <a:lnTo>
                    <a:pt x="221215" y="28514"/>
                  </a:lnTo>
                  <a:lnTo>
                    <a:pt x="219433" y="26732"/>
                  </a:lnTo>
                  <a:lnTo>
                    <a:pt x="217651" y="26732"/>
                  </a:lnTo>
                  <a:lnTo>
                    <a:pt x="215869" y="24950"/>
                  </a:lnTo>
                  <a:lnTo>
                    <a:pt x="214087" y="24950"/>
                  </a:lnTo>
                  <a:lnTo>
                    <a:pt x="210523" y="21385"/>
                  </a:lnTo>
                  <a:lnTo>
                    <a:pt x="208741" y="21385"/>
                  </a:lnTo>
                  <a:lnTo>
                    <a:pt x="206959" y="19603"/>
                  </a:lnTo>
                  <a:lnTo>
                    <a:pt x="205177" y="19603"/>
                  </a:lnTo>
                  <a:lnTo>
                    <a:pt x="203394" y="17821"/>
                  </a:lnTo>
                  <a:lnTo>
                    <a:pt x="201612" y="17821"/>
                  </a:lnTo>
                  <a:lnTo>
                    <a:pt x="199830" y="16039"/>
                  </a:lnTo>
                  <a:lnTo>
                    <a:pt x="198048" y="16039"/>
                  </a:lnTo>
                  <a:lnTo>
                    <a:pt x="194484" y="12475"/>
                  </a:lnTo>
                  <a:lnTo>
                    <a:pt x="192702" y="12475"/>
                  </a:lnTo>
                  <a:lnTo>
                    <a:pt x="190920" y="10693"/>
                  </a:lnTo>
                  <a:lnTo>
                    <a:pt x="189138" y="10693"/>
                  </a:lnTo>
                  <a:lnTo>
                    <a:pt x="187355" y="8911"/>
                  </a:lnTo>
                  <a:lnTo>
                    <a:pt x="185573" y="8911"/>
                  </a:lnTo>
                  <a:lnTo>
                    <a:pt x="182009" y="5346"/>
                  </a:lnTo>
                  <a:lnTo>
                    <a:pt x="180227" y="5346"/>
                  </a:lnTo>
                  <a:lnTo>
                    <a:pt x="178445" y="3564"/>
                  </a:lnTo>
                  <a:lnTo>
                    <a:pt x="176663" y="3564"/>
                  </a:lnTo>
                  <a:lnTo>
                    <a:pt x="174881" y="1782"/>
                  </a:lnTo>
                  <a:lnTo>
                    <a:pt x="173099" y="1782"/>
                  </a:lnTo>
                  <a:lnTo>
                    <a:pt x="171316" y="0"/>
                  </a:lnTo>
                  <a:lnTo>
                    <a:pt x="168353" y="0"/>
                  </a:lnTo>
                  <a:close/>
                </a:path>
              </a:pathLst>
            </a:custGeom>
            <a:solidFill>
              <a:srgbClr val="F76666"/>
            </a:solidFill>
            <a:ln>
              <a:noFill/>
            </a:ln>
          </p:spPr>
        </p:sp>
        <p:sp>
          <p:nvSpPr>
            <p:cNvPr id="1916" name="Graph element 826"/>
            <p:cNvSpPr/>
            <p:nvPr/>
          </p:nvSpPr>
          <p:spPr>
            <a:xfrm>
              <a:off x="1803849" y="1395747"/>
              <a:ext cx="22455" cy="104432"/>
            </a:xfrm>
            <a:custGeom>
              <a:avLst/>
              <a:gdLst/>
              <a:ahLst/>
              <a:cxnLst/>
              <a:rect l="0" t="0" r="r" b="b"/>
              <a:pathLst>
                <a:path w="22455" h="104432" stroke="0" extrusionOk="0">
                  <a:moveTo>
                    <a:pt x="0" y="0"/>
                  </a:moveTo>
                  <a:lnTo>
                    <a:pt x="0" y="104432"/>
                  </a:lnTo>
                  <a:lnTo>
                    <a:pt x="22455" y="104432"/>
                  </a:lnTo>
                  <a:lnTo>
                    <a:pt x="224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68CBD"/>
            </a:solidFill>
            <a:ln>
              <a:noFill/>
            </a:ln>
          </p:spPr>
        </p:sp>
        <p:sp>
          <p:nvSpPr>
            <p:cNvPr id="1917" name="Graph element 827"/>
            <p:cNvSpPr/>
            <p:nvPr/>
          </p:nvSpPr>
          <p:spPr>
            <a:xfrm>
              <a:off x="889628" y="1856956"/>
              <a:ext cx="2851" cy="1782"/>
            </a:xfrm>
            <a:custGeom>
              <a:avLst/>
              <a:gdLst/>
              <a:ahLst/>
              <a:cxnLst/>
              <a:rect l="0" t="0" r="r" b="b"/>
              <a:pathLst>
                <a:path w="2851" h="1782" stroke="0" extrusionOk="0">
                  <a:moveTo>
                    <a:pt x="0" y="1782"/>
                  </a:moveTo>
                  <a:lnTo>
                    <a:pt x="2851" y="1782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782"/>
                  </a:lnTo>
                  <a:close/>
                </a:path>
              </a:pathLst>
            </a:custGeom>
            <a:solidFill>
              <a:srgbClr val="888181"/>
            </a:solidFill>
            <a:ln>
              <a:noFill/>
            </a:ln>
          </p:spPr>
        </p:sp>
        <p:sp>
          <p:nvSpPr>
            <p:cNvPr id="1918" name="Graph element 828"/>
            <p:cNvSpPr/>
            <p:nvPr/>
          </p:nvSpPr>
          <p:spPr>
            <a:xfrm>
              <a:off x="1971368" y="1855174"/>
              <a:ext cx="2851" cy="1782"/>
            </a:xfrm>
            <a:custGeom>
              <a:avLst/>
              <a:gdLst/>
              <a:ahLst/>
              <a:cxnLst/>
              <a:rect l="0" t="0" r="r" b="b"/>
              <a:pathLst>
                <a:path w="2851" h="1782" stroke="0" extrusionOk="0">
                  <a:moveTo>
                    <a:pt x="0" y="1782"/>
                  </a:moveTo>
                  <a:lnTo>
                    <a:pt x="2851" y="1782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782"/>
                  </a:lnTo>
                  <a:close/>
                </a:path>
              </a:pathLst>
            </a:custGeom>
            <a:solidFill>
              <a:srgbClr val="888181"/>
            </a:solidFill>
            <a:ln>
              <a:noFill/>
            </a:ln>
          </p:spPr>
        </p:sp>
        <p:sp>
          <p:nvSpPr>
            <p:cNvPr id="1919" name="Graph element 829"/>
            <p:cNvSpPr/>
            <p:nvPr/>
          </p:nvSpPr>
          <p:spPr>
            <a:xfrm>
              <a:off x="1253178" y="1855174"/>
              <a:ext cx="2851" cy="3564"/>
            </a:xfrm>
            <a:custGeom>
              <a:avLst/>
              <a:gdLst/>
              <a:ahLst/>
              <a:cxnLst/>
              <a:rect l="0" t="0" r="r" b="b"/>
              <a:pathLst>
                <a:path w="2851" h="3564" stroke="0" extrusionOk="0">
                  <a:moveTo>
                    <a:pt x="0" y="3564"/>
                  </a:moveTo>
                  <a:lnTo>
                    <a:pt x="2851" y="3564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3564"/>
                  </a:lnTo>
                  <a:close/>
                </a:path>
              </a:pathLst>
            </a:custGeom>
            <a:solidFill>
              <a:srgbClr val="888181"/>
            </a:solidFill>
            <a:ln>
              <a:noFill/>
            </a:ln>
          </p:spPr>
        </p:sp>
        <p:sp>
          <p:nvSpPr>
            <p:cNvPr id="1920" name="Graph element 830"/>
            <p:cNvSpPr/>
            <p:nvPr/>
          </p:nvSpPr>
          <p:spPr>
            <a:xfrm>
              <a:off x="172864" y="1789593"/>
              <a:ext cx="8554" cy="62017"/>
            </a:xfrm>
            <a:custGeom>
              <a:avLst/>
              <a:gdLst/>
              <a:ahLst/>
              <a:cxnLst/>
              <a:rect l="0" t="0" r="r" b="b"/>
              <a:pathLst>
                <a:path w="8554" h="62017" stroke="0" extrusionOk="0">
                  <a:moveTo>
                    <a:pt x="4756" y="2851"/>
                  </a:moveTo>
                  <a:lnTo>
                    <a:pt x="5703" y="3798"/>
                  </a:lnTo>
                  <a:lnTo>
                    <a:pt x="5703" y="62017"/>
                  </a:lnTo>
                  <a:lnTo>
                    <a:pt x="8554" y="62017"/>
                  </a:lnTo>
                  <a:lnTo>
                    <a:pt x="8554" y="2617"/>
                  </a:lnTo>
                  <a:lnTo>
                    <a:pt x="5937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4756" y="2851"/>
                  </a:lnTo>
                  <a:close/>
                </a:path>
              </a:pathLst>
            </a:custGeom>
            <a:solidFill>
              <a:srgbClr val="888181"/>
            </a:solidFill>
            <a:ln>
              <a:noFill/>
            </a:ln>
          </p:spPr>
        </p:sp>
        <p:sp>
          <p:nvSpPr>
            <p:cNvPr id="1921" name="Graph element 831"/>
            <p:cNvSpPr/>
            <p:nvPr/>
          </p:nvSpPr>
          <p:spPr>
            <a:xfrm>
              <a:off x="178567" y="1710823"/>
              <a:ext cx="2851" cy="74849"/>
            </a:xfrm>
            <a:custGeom>
              <a:avLst/>
              <a:gdLst/>
              <a:ahLst/>
              <a:cxnLst/>
              <a:rect l="0" t="0" r="r" b="b"/>
              <a:pathLst>
                <a:path w="2851" h="74849" stroke="0" extrusionOk="0">
                  <a:moveTo>
                    <a:pt x="0" y="74849"/>
                  </a:moveTo>
                  <a:lnTo>
                    <a:pt x="2851" y="74849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74849"/>
                  </a:lnTo>
                  <a:close/>
                </a:path>
              </a:pathLst>
            </a:custGeom>
            <a:solidFill>
              <a:srgbClr val="888181"/>
            </a:solidFill>
            <a:ln>
              <a:noFill/>
            </a:ln>
          </p:spPr>
        </p:sp>
        <p:sp>
          <p:nvSpPr>
            <p:cNvPr id="1922" name="Graph element 832"/>
            <p:cNvSpPr/>
            <p:nvPr/>
          </p:nvSpPr>
          <p:spPr>
            <a:xfrm>
              <a:off x="178567" y="1628847"/>
              <a:ext cx="2851" cy="74849"/>
            </a:xfrm>
            <a:custGeom>
              <a:avLst/>
              <a:gdLst/>
              <a:ahLst/>
              <a:cxnLst/>
              <a:rect l="0" t="0" r="r" b="b"/>
              <a:pathLst>
                <a:path w="2851" h="74849" stroke="0" extrusionOk="0">
                  <a:moveTo>
                    <a:pt x="0" y="74849"/>
                  </a:moveTo>
                  <a:lnTo>
                    <a:pt x="2851" y="74849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74849"/>
                  </a:lnTo>
                  <a:close/>
                </a:path>
              </a:pathLst>
            </a:custGeom>
            <a:solidFill>
              <a:srgbClr val="888181"/>
            </a:solidFill>
            <a:ln>
              <a:noFill/>
            </a:ln>
          </p:spPr>
        </p:sp>
        <p:sp>
          <p:nvSpPr>
            <p:cNvPr id="1923" name="Graph element 833"/>
            <p:cNvSpPr/>
            <p:nvPr/>
          </p:nvSpPr>
          <p:spPr>
            <a:xfrm>
              <a:off x="171082" y="1545444"/>
              <a:ext cx="10336" cy="79482"/>
            </a:xfrm>
            <a:custGeom>
              <a:avLst/>
              <a:gdLst/>
              <a:ahLst/>
              <a:cxnLst/>
              <a:rect l="0" t="0" r="r" b="b"/>
              <a:pathLst>
                <a:path w="10336" h="79482" stroke="0" extrusionOk="0">
                  <a:moveTo>
                    <a:pt x="0" y="76631"/>
                  </a:moveTo>
                  <a:lnTo>
                    <a:pt x="0" y="79482"/>
                  </a:lnTo>
                  <a:lnTo>
                    <a:pt x="7719" y="79482"/>
                  </a:lnTo>
                  <a:lnTo>
                    <a:pt x="10336" y="76865"/>
                  </a:lnTo>
                  <a:lnTo>
                    <a:pt x="10336" y="2617"/>
                  </a:lnTo>
                  <a:lnTo>
                    <a:pt x="7719" y="0"/>
                  </a:lnTo>
                  <a:lnTo>
                    <a:pt x="3564" y="0"/>
                  </a:lnTo>
                  <a:lnTo>
                    <a:pt x="3564" y="2851"/>
                  </a:lnTo>
                  <a:lnTo>
                    <a:pt x="6538" y="2851"/>
                  </a:lnTo>
                  <a:lnTo>
                    <a:pt x="7485" y="3798"/>
                  </a:lnTo>
                  <a:lnTo>
                    <a:pt x="7485" y="75684"/>
                  </a:lnTo>
                  <a:lnTo>
                    <a:pt x="6538" y="76631"/>
                  </a:lnTo>
                  <a:lnTo>
                    <a:pt x="0" y="76631"/>
                  </a:lnTo>
                  <a:close/>
                </a:path>
              </a:pathLst>
            </a:custGeom>
            <a:solidFill>
              <a:srgbClr val="888181"/>
            </a:solidFill>
            <a:ln>
              <a:noFill/>
            </a:ln>
          </p:spPr>
        </p:sp>
        <p:sp>
          <p:nvSpPr>
            <p:cNvPr id="1924" name="Graph element 834"/>
            <p:cNvSpPr/>
            <p:nvPr/>
          </p:nvSpPr>
          <p:spPr>
            <a:xfrm>
              <a:off x="174647" y="1509802"/>
              <a:ext cx="8911" cy="33147"/>
            </a:xfrm>
            <a:custGeom>
              <a:avLst/>
              <a:gdLst/>
              <a:ahLst/>
              <a:cxnLst/>
              <a:rect l="0" t="0" r="r" b="b"/>
              <a:pathLst>
                <a:path w="8911" h="33147" stroke="0" extrusionOk="0">
                  <a:moveTo>
                    <a:pt x="0" y="30296"/>
                  </a:moveTo>
                  <a:lnTo>
                    <a:pt x="0" y="33147"/>
                  </a:lnTo>
                  <a:lnTo>
                    <a:pt x="4155" y="33147"/>
                  </a:lnTo>
                  <a:lnTo>
                    <a:pt x="6772" y="30530"/>
                  </a:lnTo>
                  <a:lnTo>
                    <a:pt x="6772" y="3798"/>
                  </a:lnTo>
                  <a:lnTo>
                    <a:pt x="7719" y="2851"/>
                  </a:lnTo>
                  <a:lnTo>
                    <a:pt x="8911" y="2851"/>
                  </a:lnTo>
                  <a:lnTo>
                    <a:pt x="8911" y="0"/>
                  </a:lnTo>
                  <a:lnTo>
                    <a:pt x="6538" y="0"/>
                  </a:lnTo>
                  <a:lnTo>
                    <a:pt x="3921" y="2617"/>
                  </a:lnTo>
                  <a:lnTo>
                    <a:pt x="3921" y="29349"/>
                  </a:lnTo>
                  <a:lnTo>
                    <a:pt x="2974" y="30296"/>
                  </a:lnTo>
                  <a:lnTo>
                    <a:pt x="0" y="30296"/>
                  </a:lnTo>
                  <a:close/>
                </a:path>
              </a:pathLst>
            </a:custGeom>
            <a:solidFill>
              <a:srgbClr val="888181"/>
            </a:solidFill>
            <a:ln>
              <a:noFill/>
            </a:ln>
          </p:spPr>
        </p:sp>
        <p:sp>
          <p:nvSpPr>
            <p:cNvPr id="1925" name="Graph element 835"/>
            <p:cNvSpPr/>
            <p:nvPr/>
          </p:nvSpPr>
          <p:spPr>
            <a:xfrm>
              <a:off x="178567" y="1158370"/>
              <a:ext cx="2851" cy="338600"/>
            </a:xfrm>
            <a:custGeom>
              <a:avLst/>
              <a:gdLst/>
              <a:ahLst/>
              <a:cxnLst/>
              <a:rect l="0" t="0" r="r" b="b"/>
              <a:pathLst>
                <a:path w="2851" h="338600" stroke="0" extrusionOk="0">
                  <a:moveTo>
                    <a:pt x="0" y="338600"/>
                  </a:moveTo>
                  <a:lnTo>
                    <a:pt x="2851" y="338600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338600"/>
                  </a:lnTo>
                  <a:close/>
                </a:path>
              </a:pathLst>
            </a:custGeom>
            <a:solidFill>
              <a:srgbClr val="888181"/>
            </a:solidFill>
            <a:ln>
              <a:noFill/>
            </a:ln>
          </p:spPr>
        </p:sp>
        <p:sp>
          <p:nvSpPr>
            <p:cNvPr id="1926" name="Graph element 836"/>
            <p:cNvSpPr/>
            <p:nvPr/>
          </p:nvSpPr>
          <p:spPr>
            <a:xfrm>
              <a:off x="167875" y="1012237"/>
              <a:ext cx="13544" cy="131876"/>
            </a:xfrm>
            <a:custGeom>
              <a:avLst/>
              <a:gdLst/>
              <a:ahLst/>
              <a:cxnLst/>
              <a:rect l="0" t="0" r="r" b="b"/>
              <a:pathLst>
                <a:path w="13544" h="131876" stroke="0" extrusionOk="0">
                  <a:moveTo>
                    <a:pt x="0" y="2373"/>
                  </a:moveTo>
                  <a:lnTo>
                    <a:pt x="2617" y="4990"/>
                  </a:lnTo>
                  <a:lnTo>
                    <a:pt x="9746" y="4990"/>
                  </a:lnTo>
                  <a:lnTo>
                    <a:pt x="10693" y="5937"/>
                  </a:lnTo>
                  <a:lnTo>
                    <a:pt x="10693" y="131876"/>
                  </a:lnTo>
                  <a:lnTo>
                    <a:pt x="13544" y="131876"/>
                  </a:lnTo>
                  <a:lnTo>
                    <a:pt x="13544" y="4756"/>
                  </a:lnTo>
                  <a:lnTo>
                    <a:pt x="10927" y="2139"/>
                  </a:lnTo>
                  <a:lnTo>
                    <a:pt x="3798" y="2139"/>
                  </a:lnTo>
                  <a:lnTo>
                    <a:pt x="2851" y="1192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373"/>
                  </a:lnTo>
                  <a:close/>
                </a:path>
              </a:pathLst>
            </a:custGeom>
            <a:solidFill>
              <a:srgbClr val="888181"/>
            </a:solidFill>
            <a:ln>
              <a:noFill/>
            </a:ln>
          </p:spPr>
        </p:sp>
        <p:sp>
          <p:nvSpPr>
            <p:cNvPr id="1927" name="Graph element 837"/>
            <p:cNvSpPr/>
            <p:nvPr/>
          </p:nvSpPr>
          <p:spPr>
            <a:xfrm>
              <a:off x="167875" y="812641"/>
              <a:ext cx="13544" cy="197814"/>
            </a:xfrm>
            <a:custGeom>
              <a:avLst/>
              <a:gdLst/>
              <a:ahLst/>
              <a:cxnLst/>
              <a:rect l="0" t="0" r="r" b="b"/>
              <a:pathLst>
                <a:path w="13544" h="197814" stroke="0" extrusionOk="0">
                  <a:moveTo>
                    <a:pt x="0" y="2373"/>
                  </a:moveTo>
                  <a:lnTo>
                    <a:pt x="2617" y="4990"/>
                  </a:lnTo>
                  <a:lnTo>
                    <a:pt x="9746" y="4990"/>
                  </a:lnTo>
                  <a:lnTo>
                    <a:pt x="10693" y="5937"/>
                  </a:lnTo>
                  <a:lnTo>
                    <a:pt x="10693" y="197814"/>
                  </a:lnTo>
                  <a:lnTo>
                    <a:pt x="13544" y="197814"/>
                  </a:lnTo>
                  <a:lnTo>
                    <a:pt x="13544" y="4756"/>
                  </a:lnTo>
                  <a:lnTo>
                    <a:pt x="10927" y="2139"/>
                  </a:lnTo>
                  <a:lnTo>
                    <a:pt x="3798" y="2139"/>
                  </a:lnTo>
                  <a:lnTo>
                    <a:pt x="2851" y="1192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373"/>
                  </a:lnTo>
                  <a:close/>
                </a:path>
              </a:pathLst>
            </a:custGeom>
            <a:solidFill>
              <a:srgbClr val="888181"/>
            </a:solidFill>
            <a:ln>
              <a:noFill/>
            </a:ln>
          </p:spPr>
        </p:sp>
        <p:sp>
          <p:nvSpPr>
            <p:cNvPr id="1928" name="Graph element 838"/>
            <p:cNvSpPr/>
            <p:nvPr/>
          </p:nvSpPr>
          <p:spPr>
            <a:xfrm>
              <a:off x="167875" y="613045"/>
              <a:ext cx="13544" cy="197814"/>
            </a:xfrm>
            <a:custGeom>
              <a:avLst/>
              <a:gdLst/>
              <a:ahLst/>
              <a:cxnLst/>
              <a:rect l="0" t="0" r="r" b="b"/>
              <a:pathLst>
                <a:path w="13544" h="197814" stroke="0" extrusionOk="0">
                  <a:moveTo>
                    <a:pt x="0" y="2373"/>
                  </a:moveTo>
                  <a:lnTo>
                    <a:pt x="2617" y="4990"/>
                  </a:lnTo>
                  <a:lnTo>
                    <a:pt x="9746" y="4990"/>
                  </a:lnTo>
                  <a:lnTo>
                    <a:pt x="10693" y="5937"/>
                  </a:lnTo>
                  <a:lnTo>
                    <a:pt x="10693" y="197814"/>
                  </a:lnTo>
                  <a:lnTo>
                    <a:pt x="13544" y="197814"/>
                  </a:lnTo>
                  <a:lnTo>
                    <a:pt x="13544" y="4756"/>
                  </a:lnTo>
                  <a:lnTo>
                    <a:pt x="10927" y="2139"/>
                  </a:lnTo>
                  <a:lnTo>
                    <a:pt x="3798" y="2139"/>
                  </a:lnTo>
                  <a:lnTo>
                    <a:pt x="2851" y="1192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373"/>
                  </a:lnTo>
                  <a:close/>
                </a:path>
              </a:pathLst>
            </a:custGeom>
            <a:solidFill>
              <a:srgbClr val="888181"/>
            </a:solidFill>
            <a:ln>
              <a:noFill/>
            </a:ln>
          </p:spPr>
        </p:sp>
        <p:sp>
          <p:nvSpPr>
            <p:cNvPr id="1929" name="Graph element 839"/>
            <p:cNvSpPr/>
            <p:nvPr/>
          </p:nvSpPr>
          <p:spPr>
            <a:xfrm>
              <a:off x="167875" y="413449"/>
              <a:ext cx="13544" cy="197814"/>
            </a:xfrm>
            <a:custGeom>
              <a:avLst/>
              <a:gdLst/>
              <a:ahLst/>
              <a:cxnLst/>
              <a:rect l="0" t="0" r="r" b="b"/>
              <a:pathLst>
                <a:path w="13544" h="197814" stroke="0" extrusionOk="0">
                  <a:moveTo>
                    <a:pt x="0" y="2373"/>
                  </a:moveTo>
                  <a:lnTo>
                    <a:pt x="2617" y="4990"/>
                  </a:lnTo>
                  <a:lnTo>
                    <a:pt x="9746" y="4990"/>
                  </a:lnTo>
                  <a:lnTo>
                    <a:pt x="10693" y="5937"/>
                  </a:lnTo>
                  <a:lnTo>
                    <a:pt x="10693" y="197814"/>
                  </a:lnTo>
                  <a:lnTo>
                    <a:pt x="13544" y="197814"/>
                  </a:lnTo>
                  <a:lnTo>
                    <a:pt x="13544" y="4756"/>
                  </a:lnTo>
                  <a:lnTo>
                    <a:pt x="10927" y="2139"/>
                  </a:lnTo>
                  <a:lnTo>
                    <a:pt x="3798" y="2139"/>
                  </a:lnTo>
                  <a:lnTo>
                    <a:pt x="2851" y="1192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373"/>
                  </a:lnTo>
                  <a:close/>
                </a:path>
              </a:pathLst>
            </a:custGeom>
            <a:solidFill>
              <a:srgbClr val="888181"/>
            </a:solidFill>
            <a:ln>
              <a:noFill/>
            </a:ln>
          </p:spPr>
        </p:sp>
        <p:sp>
          <p:nvSpPr>
            <p:cNvPr id="1930" name="Graph element 840"/>
            <p:cNvSpPr/>
            <p:nvPr/>
          </p:nvSpPr>
          <p:spPr>
            <a:xfrm>
              <a:off x="167875" y="213853"/>
              <a:ext cx="13544" cy="197814"/>
            </a:xfrm>
            <a:custGeom>
              <a:avLst/>
              <a:gdLst/>
              <a:ahLst/>
              <a:cxnLst/>
              <a:rect l="0" t="0" r="r" b="b"/>
              <a:pathLst>
                <a:path w="13544" h="197814" stroke="0" extrusionOk="0">
                  <a:moveTo>
                    <a:pt x="0" y="2373"/>
                  </a:moveTo>
                  <a:lnTo>
                    <a:pt x="2617" y="4990"/>
                  </a:lnTo>
                  <a:lnTo>
                    <a:pt x="9746" y="4990"/>
                  </a:lnTo>
                  <a:lnTo>
                    <a:pt x="10693" y="5937"/>
                  </a:lnTo>
                  <a:lnTo>
                    <a:pt x="10693" y="197814"/>
                  </a:lnTo>
                  <a:lnTo>
                    <a:pt x="13544" y="197814"/>
                  </a:lnTo>
                  <a:lnTo>
                    <a:pt x="13544" y="4756"/>
                  </a:lnTo>
                  <a:lnTo>
                    <a:pt x="10927" y="2139"/>
                  </a:lnTo>
                  <a:lnTo>
                    <a:pt x="3798" y="2139"/>
                  </a:lnTo>
                  <a:lnTo>
                    <a:pt x="2851" y="1192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373"/>
                  </a:lnTo>
                  <a:close/>
                </a:path>
              </a:pathLst>
            </a:custGeom>
            <a:solidFill>
              <a:srgbClr val="888181"/>
            </a:solidFill>
            <a:ln>
              <a:noFill/>
            </a:ln>
          </p:spPr>
        </p:sp>
        <p:sp>
          <p:nvSpPr>
            <p:cNvPr id="1931" name="Graph element 841"/>
            <p:cNvSpPr/>
            <p:nvPr/>
          </p:nvSpPr>
          <p:spPr>
            <a:xfrm>
              <a:off x="178567" y="124748"/>
              <a:ext cx="2851" cy="87323"/>
            </a:xfrm>
            <a:custGeom>
              <a:avLst/>
              <a:gdLst/>
              <a:ahLst/>
              <a:cxnLst/>
              <a:rect l="0" t="0" r="r" b="b"/>
              <a:pathLst>
                <a:path w="2851" h="87323" stroke="0" extrusionOk="0">
                  <a:moveTo>
                    <a:pt x="0" y="87323"/>
                  </a:moveTo>
                  <a:lnTo>
                    <a:pt x="2851" y="87323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87323"/>
                  </a:lnTo>
                  <a:close/>
                </a:path>
              </a:pathLst>
            </a:custGeom>
            <a:solidFill>
              <a:srgbClr val="888181"/>
            </a:solidFill>
            <a:ln>
              <a:noFill/>
            </a:ln>
          </p:spPr>
        </p:sp>
        <p:sp>
          <p:nvSpPr>
            <p:cNvPr id="1932" name="Graph element 842"/>
            <p:cNvSpPr/>
            <p:nvPr/>
          </p:nvSpPr>
          <p:spPr>
            <a:xfrm>
              <a:off x="183914" y="1014019"/>
              <a:ext cx="2851" cy="14257"/>
            </a:xfrm>
            <a:custGeom>
              <a:avLst/>
              <a:gdLst/>
              <a:ahLst/>
              <a:cxnLst/>
              <a:rect l="0" t="0" r="r" b="b"/>
              <a:pathLst>
                <a:path w="2851" h="14257" stroke="0" extrusionOk="0">
                  <a:moveTo>
                    <a:pt x="0" y="14257"/>
                  </a:moveTo>
                  <a:lnTo>
                    <a:pt x="2851" y="14257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4257"/>
                  </a:lnTo>
                  <a:close/>
                </a:path>
              </a:pathLst>
            </a:custGeom>
            <a:solidFill>
              <a:srgbClr val="BA4C4D"/>
            </a:solidFill>
            <a:ln>
              <a:noFill/>
            </a:ln>
          </p:spPr>
        </p:sp>
        <p:sp>
          <p:nvSpPr>
            <p:cNvPr id="1933" name="Graph element 843"/>
            <p:cNvSpPr/>
            <p:nvPr/>
          </p:nvSpPr>
          <p:spPr>
            <a:xfrm>
              <a:off x="1825235" y="1395747"/>
              <a:ext cx="152548" cy="104432"/>
            </a:xfrm>
            <a:custGeom>
              <a:avLst/>
              <a:gdLst/>
              <a:ahLst/>
              <a:cxnLst/>
              <a:rect l="0" t="0" r="r" b="b"/>
              <a:pathLst>
                <a:path w="152548" h="104432" stroke="0" extrusionOk="0">
                  <a:moveTo>
                    <a:pt x="0" y="0"/>
                  </a:moveTo>
                  <a:lnTo>
                    <a:pt x="0" y="104432"/>
                  </a:lnTo>
                  <a:lnTo>
                    <a:pt x="152548" y="104432"/>
                  </a:lnTo>
                  <a:lnTo>
                    <a:pt x="15254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61A6"/>
            </a:solidFill>
            <a:ln>
              <a:noFill/>
            </a:ln>
          </p:spPr>
        </p:sp>
        <p:sp>
          <p:nvSpPr>
            <p:cNvPr id="1934" name="Graph element 844"/>
            <p:cNvSpPr/>
            <p:nvPr/>
          </p:nvSpPr>
          <p:spPr>
            <a:xfrm>
              <a:off x="354996" y="1395747"/>
              <a:ext cx="514316" cy="104432"/>
            </a:xfrm>
            <a:custGeom>
              <a:avLst/>
              <a:gdLst/>
              <a:ahLst/>
              <a:cxnLst/>
              <a:rect l="0" t="0" r="r" b="b"/>
              <a:pathLst>
                <a:path w="514316" h="104432" stroke="0" extrusionOk="0">
                  <a:moveTo>
                    <a:pt x="0" y="0"/>
                  </a:moveTo>
                  <a:lnTo>
                    <a:pt x="0" y="104432"/>
                  </a:lnTo>
                  <a:lnTo>
                    <a:pt x="514316" y="104432"/>
                  </a:lnTo>
                  <a:lnTo>
                    <a:pt x="51431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D272B"/>
            </a:solidFill>
            <a:ln>
              <a:noFill/>
            </a:ln>
          </p:spPr>
        </p:sp>
        <p:sp>
          <p:nvSpPr>
            <p:cNvPr id="1935" name="Graph element 845"/>
            <p:cNvSpPr/>
            <p:nvPr/>
          </p:nvSpPr>
          <p:spPr>
            <a:xfrm>
              <a:off x="333611" y="1395747"/>
              <a:ext cx="18890" cy="104432"/>
            </a:xfrm>
            <a:custGeom>
              <a:avLst/>
              <a:gdLst/>
              <a:ahLst/>
              <a:cxnLst/>
              <a:rect l="0" t="0" r="r" b="b"/>
              <a:pathLst>
                <a:path w="18890" h="104432" stroke="0" extrusionOk="0">
                  <a:moveTo>
                    <a:pt x="0" y="0"/>
                  </a:moveTo>
                  <a:lnTo>
                    <a:pt x="0" y="104432"/>
                  </a:lnTo>
                  <a:lnTo>
                    <a:pt x="18890" y="104432"/>
                  </a:lnTo>
                  <a:lnTo>
                    <a:pt x="1889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D272B"/>
            </a:solidFill>
            <a:ln>
              <a:noFill/>
            </a:ln>
          </p:spPr>
        </p:sp>
        <p:sp>
          <p:nvSpPr>
            <p:cNvPr id="1936" name="Graph element 846"/>
            <p:cNvSpPr/>
            <p:nvPr/>
          </p:nvSpPr>
          <p:spPr>
            <a:xfrm>
              <a:off x="185696" y="1395747"/>
              <a:ext cx="145420" cy="104432"/>
            </a:xfrm>
            <a:custGeom>
              <a:avLst/>
              <a:gdLst/>
              <a:ahLst/>
              <a:cxnLst/>
              <a:rect l="0" t="0" r="r" b="b"/>
              <a:pathLst>
                <a:path w="145420" h="104432" stroke="0" extrusionOk="0">
                  <a:moveTo>
                    <a:pt x="0" y="0"/>
                  </a:moveTo>
                  <a:lnTo>
                    <a:pt x="0" y="104432"/>
                  </a:lnTo>
                  <a:lnTo>
                    <a:pt x="145420" y="104432"/>
                  </a:lnTo>
                  <a:lnTo>
                    <a:pt x="14542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D272B"/>
            </a:solidFill>
            <a:ln>
              <a:noFill/>
            </a:ln>
          </p:spPr>
        </p:sp>
        <p:sp>
          <p:nvSpPr>
            <p:cNvPr id="1937" name="Graph element 847"/>
            <p:cNvSpPr/>
            <p:nvPr/>
          </p:nvSpPr>
          <p:spPr>
            <a:xfrm>
              <a:off x="351432" y="1395747"/>
              <a:ext cx="4633" cy="104432"/>
            </a:xfrm>
            <a:custGeom>
              <a:avLst/>
              <a:gdLst/>
              <a:ahLst/>
              <a:cxnLst/>
              <a:rect l="0" t="0" r="r" b="b"/>
              <a:pathLst>
                <a:path w="4633" h="104432" stroke="0" extrusionOk="0">
                  <a:moveTo>
                    <a:pt x="0" y="0"/>
                  </a:moveTo>
                  <a:lnTo>
                    <a:pt x="0" y="104432"/>
                  </a:lnTo>
                  <a:lnTo>
                    <a:pt x="4633" y="104432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8161A"/>
            </a:solidFill>
            <a:ln>
              <a:noFill/>
            </a:ln>
          </p:spPr>
        </p:sp>
        <p:sp>
          <p:nvSpPr>
            <p:cNvPr id="1938" name="Graph element 848"/>
            <p:cNvSpPr/>
            <p:nvPr/>
          </p:nvSpPr>
          <p:spPr>
            <a:xfrm>
              <a:off x="330046" y="1395747"/>
              <a:ext cx="4633" cy="104432"/>
            </a:xfrm>
            <a:custGeom>
              <a:avLst/>
              <a:gdLst/>
              <a:ahLst/>
              <a:cxnLst/>
              <a:rect l="0" t="0" r="r" b="b"/>
              <a:pathLst>
                <a:path w="4633" h="104432" stroke="0" extrusionOk="0">
                  <a:moveTo>
                    <a:pt x="0" y="0"/>
                  </a:moveTo>
                  <a:lnTo>
                    <a:pt x="0" y="104432"/>
                  </a:lnTo>
                  <a:lnTo>
                    <a:pt x="4633" y="104432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8161A"/>
            </a:solidFill>
            <a:ln>
              <a:noFill/>
            </a:ln>
          </p:spPr>
        </p:sp>
        <p:sp>
          <p:nvSpPr>
            <p:cNvPr id="1939" name="Graph element 849"/>
            <p:cNvSpPr/>
            <p:nvPr/>
          </p:nvSpPr>
          <p:spPr>
            <a:xfrm>
              <a:off x="183914" y="1397172"/>
              <a:ext cx="2851" cy="101580"/>
            </a:xfrm>
            <a:custGeom>
              <a:avLst/>
              <a:gdLst/>
              <a:ahLst/>
              <a:cxnLst/>
              <a:rect l="0" t="0" r="r" b="b"/>
              <a:pathLst>
                <a:path w="2851" h="101580" stroke="0" extrusionOk="0">
                  <a:moveTo>
                    <a:pt x="0" y="101580"/>
                  </a:moveTo>
                  <a:lnTo>
                    <a:pt x="2851" y="101580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101580"/>
                  </a:lnTo>
                  <a:close/>
                </a:path>
              </a:pathLst>
            </a:custGeom>
            <a:solidFill>
              <a:srgbClr val="98161A"/>
            </a:solidFill>
            <a:ln>
              <a:noFill/>
            </a:ln>
          </p:spPr>
        </p:sp>
        <p:sp>
          <p:nvSpPr>
            <p:cNvPr id="1940" name="Graph element 850"/>
            <p:cNvSpPr/>
            <p:nvPr/>
          </p:nvSpPr>
          <p:spPr>
            <a:xfrm>
              <a:off x="1967803" y="1851966"/>
              <a:ext cx="4633" cy="6416"/>
            </a:xfrm>
            <a:custGeom>
              <a:avLst/>
              <a:gdLst/>
              <a:ahLst/>
              <a:cxnLst/>
              <a:rect l="0" t="0" r="r" b="b"/>
              <a:pathLst>
                <a:path w="4633" h="6416" stroke="0" extrusionOk="0">
                  <a:moveTo>
                    <a:pt x="0" y="0"/>
                  </a:moveTo>
                  <a:lnTo>
                    <a:pt x="0" y="6416"/>
                  </a:lnTo>
                  <a:lnTo>
                    <a:pt x="4633" y="6416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  <p:sp>
          <p:nvSpPr>
            <p:cNvPr id="1941" name="Graph element 851"/>
            <p:cNvSpPr/>
            <p:nvPr/>
          </p:nvSpPr>
          <p:spPr>
            <a:xfrm>
              <a:off x="1605801" y="1851966"/>
              <a:ext cx="8432" cy="4633"/>
            </a:xfrm>
            <a:custGeom>
              <a:avLst/>
              <a:gdLst/>
              <a:ahLst/>
              <a:cxnLst/>
              <a:rect l="0" t="0" r="r" b="b"/>
              <a:pathLst>
                <a:path w="8432" h="4633" stroke="0" extrusionOk="0">
                  <a:moveTo>
                    <a:pt x="4633" y="0"/>
                  </a:moveTo>
                  <a:lnTo>
                    <a:pt x="0" y="4633"/>
                  </a:lnTo>
                  <a:lnTo>
                    <a:pt x="8432" y="4633"/>
                  </a:lnTo>
                  <a:lnTo>
                    <a:pt x="8432" y="0"/>
                  </a:lnTo>
                  <a:lnTo>
                    <a:pt x="4633" y="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  <p:sp>
          <p:nvSpPr>
            <p:cNvPr id="1942" name="Graph element 852"/>
            <p:cNvSpPr/>
            <p:nvPr/>
          </p:nvSpPr>
          <p:spPr>
            <a:xfrm>
              <a:off x="1249614" y="1851966"/>
              <a:ext cx="4633" cy="8198"/>
            </a:xfrm>
            <a:custGeom>
              <a:avLst/>
              <a:gdLst/>
              <a:ahLst/>
              <a:cxnLst/>
              <a:rect l="0" t="0" r="r" b="b"/>
              <a:pathLst>
                <a:path w="4633" h="8198" stroke="0" extrusionOk="0">
                  <a:moveTo>
                    <a:pt x="0" y="0"/>
                  </a:moveTo>
                  <a:lnTo>
                    <a:pt x="0" y="8198"/>
                  </a:lnTo>
                  <a:lnTo>
                    <a:pt x="4633" y="8198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  <p:sp>
          <p:nvSpPr>
            <p:cNvPr id="1943" name="Graph element 853"/>
            <p:cNvSpPr/>
            <p:nvPr/>
          </p:nvSpPr>
          <p:spPr>
            <a:xfrm>
              <a:off x="889038" y="1851966"/>
              <a:ext cx="7006" cy="8198"/>
            </a:xfrm>
            <a:custGeom>
              <a:avLst/>
              <a:gdLst/>
              <a:ahLst/>
              <a:cxnLst/>
              <a:rect l="0" t="0" r="r" b="b"/>
              <a:pathLst>
                <a:path w="7006" h="8198" stroke="0" extrusionOk="0">
                  <a:moveTo>
                    <a:pt x="3208" y="0"/>
                  </a:moveTo>
                  <a:lnTo>
                    <a:pt x="0" y="3208"/>
                  </a:lnTo>
                  <a:lnTo>
                    <a:pt x="2373" y="5580"/>
                  </a:lnTo>
                  <a:lnTo>
                    <a:pt x="2373" y="8198"/>
                  </a:lnTo>
                  <a:lnTo>
                    <a:pt x="7006" y="8198"/>
                  </a:lnTo>
                  <a:lnTo>
                    <a:pt x="7006" y="0"/>
                  </a:lnTo>
                  <a:lnTo>
                    <a:pt x="3208" y="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  <p:sp>
          <p:nvSpPr>
            <p:cNvPr id="1944" name="Graph element 854"/>
            <p:cNvSpPr/>
            <p:nvPr/>
          </p:nvSpPr>
          <p:spPr>
            <a:xfrm>
              <a:off x="531425" y="1851966"/>
              <a:ext cx="7006" cy="6416"/>
            </a:xfrm>
            <a:custGeom>
              <a:avLst/>
              <a:gdLst/>
              <a:ahLst/>
              <a:cxnLst/>
              <a:rect l="0" t="0" r="r" b="b"/>
              <a:pathLst>
                <a:path w="7006" h="6416" stroke="0" extrusionOk="0">
                  <a:moveTo>
                    <a:pt x="0" y="0"/>
                  </a:moveTo>
                  <a:lnTo>
                    <a:pt x="0" y="6416"/>
                  </a:lnTo>
                  <a:lnTo>
                    <a:pt x="3798" y="6416"/>
                  </a:lnTo>
                  <a:lnTo>
                    <a:pt x="7006" y="3208"/>
                  </a:lnTo>
                  <a:lnTo>
                    <a:pt x="37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  <p:sp>
          <p:nvSpPr>
            <p:cNvPr id="1945" name="Graph element 855"/>
            <p:cNvSpPr/>
            <p:nvPr/>
          </p:nvSpPr>
          <p:spPr>
            <a:xfrm>
              <a:off x="187121" y="1848402"/>
              <a:ext cx="1789236" cy="2851"/>
            </a:xfrm>
            <a:custGeom>
              <a:avLst/>
              <a:gdLst/>
              <a:ahLst/>
              <a:cxnLst/>
              <a:rect l="0" t="0" r="r" b="b"/>
              <a:pathLst>
                <a:path w="1789236" h="2851" stroke="0" extrusionOk="0">
                  <a:moveTo>
                    <a:pt x="1789236" y="2851"/>
                  </a:moveTo>
                  <a:lnTo>
                    <a:pt x="1789236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9236" y="2851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  <p:sp>
          <p:nvSpPr>
            <p:cNvPr id="1946" name="Graph element 856"/>
            <p:cNvSpPr/>
            <p:nvPr/>
          </p:nvSpPr>
          <p:spPr>
            <a:xfrm>
              <a:off x="171439" y="1786028"/>
              <a:ext cx="11762" cy="7006"/>
            </a:xfrm>
            <a:custGeom>
              <a:avLst/>
              <a:gdLst/>
              <a:ahLst/>
              <a:cxnLst/>
              <a:rect l="0" t="0" r="r" b="b"/>
              <a:pathLst>
                <a:path w="11762" h="7006" stroke="0" extrusionOk="0">
                  <a:moveTo>
                    <a:pt x="0" y="0"/>
                  </a:moveTo>
                  <a:lnTo>
                    <a:pt x="0" y="4633"/>
                  </a:lnTo>
                  <a:lnTo>
                    <a:pt x="6181" y="4633"/>
                  </a:lnTo>
                  <a:lnTo>
                    <a:pt x="8554" y="7006"/>
                  </a:lnTo>
                  <a:lnTo>
                    <a:pt x="11762" y="3798"/>
                  </a:lnTo>
                  <a:lnTo>
                    <a:pt x="1176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  <p:sp>
          <p:nvSpPr>
            <p:cNvPr id="1947" name="Graph element 857"/>
            <p:cNvSpPr/>
            <p:nvPr/>
          </p:nvSpPr>
          <p:spPr>
            <a:xfrm>
              <a:off x="169657" y="1704051"/>
              <a:ext cx="13544" cy="6416"/>
            </a:xfrm>
            <a:custGeom>
              <a:avLst/>
              <a:gdLst/>
              <a:ahLst/>
              <a:cxnLst/>
              <a:rect l="0" t="0" r="r" b="b"/>
              <a:pathLst>
                <a:path w="13544" h="6416" stroke="0" extrusionOk="0">
                  <a:moveTo>
                    <a:pt x="0" y="0"/>
                  </a:moveTo>
                  <a:lnTo>
                    <a:pt x="0" y="6416"/>
                  </a:lnTo>
                  <a:lnTo>
                    <a:pt x="13544" y="6416"/>
                  </a:lnTo>
                  <a:lnTo>
                    <a:pt x="1354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  <p:sp>
          <p:nvSpPr>
            <p:cNvPr id="1948" name="Graph element 858"/>
            <p:cNvSpPr/>
            <p:nvPr/>
          </p:nvSpPr>
          <p:spPr>
            <a:xfrm>
              <a:off x="169657" y="1621484"/>
              <a:ext cx="13544" cy="7006"/>
            </a:xfrm>
            <a:custGeom>
              <a:avLst/>
              <a:gdLst/>
              <a:ahLst/>
              <a:cxnLst/>
              <a:rect l="0" t="0" r="r" b="b"/>
              <a:pathLst>
                <a:path w="13544" h="7006" stroke="0" extrusionOk="0">
                  <a:moveTo>
                    <a:pt x="10336" y="0"/>
                  </a:moveTo>
                  <a:lnTo>
                    <a:pt x="7964" y="2373"/>
                  </a:lnTo>
                  <a:lnTo>
                    <a:pt x="0" y="2373"/>
                  </a:lnTo>
                  <a:lnTo>
                    <a:pt x="0" y="7006"/>
                  </a:lnTo>
                  <a:lnTo>
                    <a:pt x="13544" y="7006"/>
                  </a:lnTo>
                  <a:lnTo>
                    <a:pt x="13544" y="3208"/>
                  </a:lnTo>
                  <a:lnTo>
                    <a:pt x="10336" y="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  <p:sp>
          <p:nvSpPr>
            <p:cNvPr id="1949" name="Graph element 859"/>
            <p:cNvSpPr/>
            <p:nvPr/>
          </p:nvSpPr>
          <p:spPr>
            <a:xfrm>
              <a:off x="173221" y="1539507"/>
              <a:ext cx="9980" cy="9379"/>
            </a:xfrm>
            <a:custGeom>
              <a:avLst/>
              <a:gdLst/>
              <a:ahLst/>
              <a:cxnLst/>
              <a:rect l="0" t="0" r="r" b="b"/>
              <a:pathLst>
                <a:path w="9980" h="9379" stroke="0" extrusionOk="0">
                  <a:moveTo>
                    <a:pt x="6772" y="0"/>
                  </a:moveTo>
                  <a:lnTo>
                    <a:pt x="4399" y="2373"/>
                  </a:lnTo>
                  <a:lnTo>
                    <a:pt x="0" y="2373"/>
                  </a:lnTo>
                  <a:lnTo>
                    <a:pt x="0" y="7006"/>
                  </a:lnTo>
                  <a:lnTo>
                    <a:pt x="4399" y="7006"/>
                  </a:lnTo>
                  <a:lnTo>
                    <a:pt x="6772" y="9379"/>
                  </a:lnTo>
                  <a:lnTo>
                    <a:pt x="9980" y="6171"/>
                  </a:lnTo>
                  <a:lnTo>
                    <a:pt x="9980" y="3208"/>
                  </a:lnTo>
                  <a:lnTo>
                    <a:pt x="6772" y="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  <p:sp>
          <p:nvSpPr>
            <p:cNvPr id="1950" name="Graph element 860"/>
            <p:cNvSpPr/>
            <p:nvPr/>
          </p:nvSpPr>
          <p:spPr>
            <a:xfrm>
              <a:off x="181775" y="1497327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  <p:sp>
          <p:nvSpPr>
            <p:cNvPr id="1951" name="Graph element 861"/>
            <p:cNvSpPr/>
            <p:nvPr/>
          </p:nvSpPr>
          <p:spPr>
            <a:xfrm>
              <a:off x="1290246" y="1156944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  <p:sp>
          <p:nvSpPr>
            <p:cNvPr id="1952" name="Graph element 862"/>
            <p:cNvSpPr/>
            <p:nvPr/>
          </p:nvSpPr>
          <p:spPr>
            <a:xfrm>
              <a:off x="1253596" y="1157362"/>
              <a:ext cx="4216" cy="238028"/>
            </a:xfrm>
            <a:custGeom>
              <a:avLst/>
              <a:gdLst/>
              <a:ahLst/>
              <a:cxnLst/>
              <a:rect l="0" t="0" r="r" b="b"/>
              <a:pathLst>
                <a:path w="4216" h="238028" stroke="0" extrusionOk="0">
                  <a:moveTo>
                    <a:pt x="1365" y="3381"/>
                  </a:moveTo>
                  <a:lnTo>
                    <a:pt x="1365" y="238028"/>
                  </a:lnTo>
                  <a:lnTo>
                    <a:pt x="4216" y="238028"/>
                  </a:lnTo>
                  <a:lnTo>
                    <a:pt x="4216" y="2200"/>
                  </a:lnTo>
                  <a:lnTo>
                    <a:pt x="2016" y="0"/>
                  </a:lnTo>
                  <a:lnTo>
                    <a:pt x="0" y="2016"/>
                  </a:lnTo>
                  <a:lnTo>
                    <a:pt x="1365" y="3381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  <p:sp>
          <p:nvSpPr>
            <p:cNvPr id="1953" name="Graph element 863"/>
            <p:cNvSpPr/>
            <p:nvPr/>
          </p:nvSpPr>
          <p:spPr>
            <a:xfrm>
              <a:off x="351432" y="1157362"/>
              <a:ext cx="4216" cy="238028"/>
            </a:xfrm>
            <a:custGeom>
              <a:avLst/>
              <a:gdLst/>
              <a:ahLst/>
              <a:cxnLst/>
              <a:rect l="0" t="0" r="r" b="b"/>
              <a:pathLst>
                <a:path w="4216" h="238028" stroke="0" extrusionOk="0">
                  <a:moveTo>
                    <a:pt x="0" y="2200"/>
                  </a:moveTo>
                  <a:lnTo>
                    <a:pt x="0" y="238028"/>
                  </a:lnTo>
                  <a:lnTo>
                    <a:pt x="2851" y="238028"/>
                  </a:lnTo>
                  <a:lnTo>
                    <a:pt x="2851" y="3381"/>
                  </a:lnTo>
                  <a:lnTo>
                    <a:pt x="4216" y="2016"/>
                  </a:lnTo>
                  <a:lnTo>
                    <a:pt x="2200" y="0"/>
                  </a:lnTo>
                  <a:lnTo>
                    <a:pt x="0" y="220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  <p:sp>
          <p:nvSpPr>
            <p:cNvPr id="1954" name="Graph element 864"/>
            <p:cNvSpPr/>
            <p:nvPr/>
          </p:nvSpPr>
          <p:spPr>
            <a:xfrm>
              <a:off x="331472" y="1156944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  <p:sp>
          <p:nvSpPr>
            <p:cNvPr id="1955" name="Graph element 865"/>
            <p:cNvSpPr/>
            <p:nvPr/>
          </p:nvSpPr>
          <p:spPr>
            <a:xfrm>
              <a:off x="181775" y="1156944"/>
              <a:ext cx="1782" cy="2851"/>
            </a:xfrm>
            <a:custGeom>
              <a:avLst/>
              <a:gdLst/>
              <a:ahLst/>
              <a:cxnLst/>
              <a:rect l="0" t="0" r="r" b="b"/>
              <a:pathLst>
                <a:path w="1782" h="2851" stroke="0" extrusionOk="0">
                  <a:moveTo>
                    <a:pt x="1782" y="2851"/>
                  </a:moveTo>
                  <a:lnTo>
                    <a:pt x="1782" y="0"/>
                  </a:lnTo>
                  <a:lnTo>
                    <a:pt x="0" y="0"/>
                  </a:lnTo>
                  <a:lnTo>
                    <a:pt x="0" y="2851"/>
                  </a:lnTo>
                  <a:lnTo>
                    <a:pt x="1782" y="2851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  <p:sp>
          <p:nvSpPr>
            <p:cNvPr id="1956" name="Graph element 866"/>
            <p:cNvSpPr/>
            <p:nvPr/>
          </p:nvSpPr>
          <p:spPr>
            <a:xfrm>
              <a:off x="169657" y="1010812"/>
              <a:ext cx="13544" cy="7006"/>
            </a:xfrm>
            <a:custGeom>
              <a:avLst/>
              <a:gdLst/>
              <a:ahLst/>
              <a:cxnLst/>
              <a:rect l="0" t="0" r="r" b="b"/>
              <a:pathLst>
                <a:path w="13544" h="7006" stroke="0" extrusionOk="0">
                  <a:moveTo>
                    <a:pt x="0" y="0"/>
                  </a:moveTo>
                  <a:lnTo>
                    <a:pt x="0" y="4633"/>
                  </a:lnTo>
                  <a:lnTo>
                    <a:pt x="7964" y="4633"/>
                  </a:lnTo>
                  <a:lnTo>
                    <a:pt x="10336" y="7006"/>
                  </a:lnTo>
                  <a:lnTo>
                    <a:pt x="13544" y="3798"/>
                  </a:lnTo>
                  <a:lnTo>
                    <a:pt x="1354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  <p:sp>
          <p:nvSpPr>
            <p:cNvPr id="1957" name="Graph element 867"/>
            <p:cNvSpPr/>
            <p:nvPr/>
          </p:nvSpPr>
          <p:spPr>
            <a:xfrm>
              <a:off x="169657" y="811215"/>
              <a:ext cx="13544" cy="7006"/>
            </a:xfrm>
            <a:custGeom>
              <a:avLst/>
              <a:gdLst/>
              <a:ahLst/>
              <a:cxnLst/>
              <a:rect l="0" t="0" r="r" b="b"/>
              <a:pathLst>
                <a:path w="13544" h="7006" stroke="0" extrusionOk="0">
                  <a:moveTo>
                    <a:pt x="0" y="0"/>
                  </a:moveTo>
                  <a:lnTo>
                    <a:pt x="0" y="4633"/>
                  </a:lnTo>
                  <a:lnTo>
                    <a:pt x="7964" y="4633"/>
                  </a:lnTo>
                  <a:lnTo>
                    <a:pt x="10336" y="7006"/>
                  </a:lnTo>
                  <a:lnTo>
                    <a:pt x="13544" y="3798"/>
                  </a:lnTo>
                  <a:lnTo>
                    <a:pt x="1354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  <p:sp>
          <p:nvSpPr>
            <p:cNvPr id="1958" name="Graph element 868"/>
            <p:cNvSpPr/>
            <p:nvPr/>
          </p:nvSpPr>
          <p:spPr>
            <a:xfrm>
              <a:off x="169657" y="611619"/>
              <a:ext cx="13544" cy="7006"/>
            </a:xfrm>
            <a:custGeom>
              <a:avLst/>
              <a:gdLst/>
              <a:ahLst/>
              <a:cxnLst/>
              <a:rect l="0" t="0" r="r" b="b"/>
              <a:pathLst>
                <a:path w="13544" h="7006" stroke="0" extrusionOk="0">
                  <a:moveTo>
                    <a:pt x="0" y="0"/>
                  </a:moveTo>
                  <a:lnTo>
                    <a:pt x="0" y="4633"/>
                  </a:lnTo>
                  <a:lnTo>
                    <a:pt x="7964" y="4633"/>
                  </a:lnTo>
                  <a:lnTo>
                    <a:pt x="10336" y="7006"/>
                  </a:lnTo>
                  <a:lnTo>
                    <a:pt x="13544" y="3798"/>
                  </a:lnTo>
                  <a:lnTo>
                    <a:pt x="1354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  <p:sp>
          <p:nvSpPr>
            <p:cNvPr id="1959" name="Graph element 869"/>
            <p:cNvSpPr/>
            <p:nvPr/>
          </p:nvSpPr>
          <p:spPr>
            <a:xfrm>
              <a:off x="169657" y="412023"/>
              <a:ext cx="13544" cy="7006"/>
            </a:xfrm>
            <a:custGeom>
              <a:avLst/>
              <a:gdLst/>
              <a:ahLst/>
              <a:cxnLst/>
              <a:rect l="0" t="0" r="r" b="b"/>
              <a:pathLst>
                <a:path w="13544" h="7006" stroke="0" extrusionOk="0">
                  <a:moveTo>
                    <a:pt x="0" y="0"/>
                  </a:moveTo>
                  <a:lnTo>
                    <a:pt x="0" y="4633"/>
                  </a:lnTo>
                  <a:lnTo>
                    <a:pt x="7964" y="4633"/>
                  </a:lnTo>
                  <a:lnTo>
                    <a:pt x="10336" y="7006"/>
                  </a:lnTo>
                  <a:lnTo>
                    <a:pt x="13544" y="3798"/>
                  </a:lnTo>
                  <a:lnTo>
                    <a:pt x="1354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  <p:sp>
          <p:nvSpPr>
            <p:cNvPr id="1960" name="Graph element 870"/>
            <p:cNvSpPr/>
            <p:nvPr/>
          </p:nvSpPr>
          <p:spPr>
            <a:xfrm>
              <a:off x="169657" y="212427"/>
              <a:ext cx="13544" cy="7006"/>
            </a:xfrm>
            <a:custGeom>
              <a:avLst/>
              <a:gdLst/>
              <a:ahLst/>
              <a:cxnLst/>
              <a:rect l="0" t="0" r="r" b="b"/>
              <a:pathLst>
                <a:path w="13544" h="7006" stroke="0" extrusionOk="0">
                  <a:moveTo>
                    <a:pt x="0" y="0"/>
                  </a:moveTo>
                  <a:lnTo>
                    <a:pt x="0" y="4633"/>
                  </a:lnTo>
                  <a:lnTo>
                    <a:pt x="7964" y="4633"/>
                  </a:lnTo>
                  <a:lnTo>
                    <a:pt x="10336" y="7006"/>
                  </a:lnTo>
                  <a:lnTo>
                    <a:pt x="13544" y="3798"/>
                  </a:lnTo>
                  <a:lnTo>
                    <a:pt x="1354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  <p:sp>
          <p:nvSpPr>
            <p:cNvPr id="1961" name="Graph element 871"/>
            <p:cNvSpPr/>
            <p:nvPr/>
          </p:nvSpPr>
          <p:spPr>
            <a:xfrm>
              <a:off x="180349" y="1511584"/>
              <a:ext cx="1797434" cy="343234"/>
            </a:xfrm>
            <a:custGeom>
              <a:avLst/>
              <a:gdLst/>
              <a:ahLst/>
              <a:cxnLst/>
              <a:rect l="0" t="0" r="r" b="b"/>
              <a:pathLst>
                <a:path w="1797434" h="343234" stroke="0" extrusionOk="0">
                  <a:moveTo>
                    <a:pt x="0" y="0"/>
                  </a:moveTo>
                  <a:lnTo>
                    <a:pt x="0" y="30530"/>
                  </a:lnTo>
                  <a:lnTo>
                    <a:pt x="1782" y="32312"/>
                  </a:lnTo>
                  <a:lnTo>
                    <a:pt x="1782" y="32913"/>
                  </a:lnTo>
                  <a:lnTo>
                    <a:pt x="0" y="34695"/>
                  </a:lnTo>
                  <a:lnTo>
                    <a:pt x="0" y="110725"/>
                  </a:lnTo>
                  <a:lnTo>
                    <a:pt x="1782" y="112507"/>
                  </a:lnTo>
                  <a:lnTo>
                    <a:pt x="1782" y="114890"/>
                  </a:lnTo>
                  <a:lnTo>
                    <a:pt x="0" y="116672"/>
                  </a:lnTo>
                  <a:lnTo>
                    <a:pt x="0" y="192702"/>
                  </a:lnTo>
                  <a:lnTo>
                    <a:pt x="1782" y="194484"/>
                  </a:lnTo>
                  <a:lnTo>
                    <a:pt x="1782" y="196867"/>
                  </a:lnTo>
                  <a:lnTo>
                    <a:pt x="0" y="198649"/>
                  </a:lnTo>
                  <a:lnTo>
                    <a:pt x="0" y="274679"/>
                  </a:lnTo>
                  <a:lnTo>
                    <a:pt x="1782" y="276461"/>
                  </a:lnTo>
                  <a:lnTo>
                    <a:pt x="1782" y="278844"/>
                  </a:lnTo>
                  <a:lnTo>
                    <a:pt x="0" y="280626"/>
                  </a:lnTo>
                  <a:lnTo>
                    <a:pt x="0" y="338835"/>
                  </a:lnTo>
                  <a:lnTo>
                    <a:pt x="1782" y="340617"/>
                  </a:lnTo>
                  <a:lnTo>
                    <a:pt x="1782" y="343234"/>
                  </a:lnTo>
                  <a:lnTo>
                    <a:pt x="351309" y="343234"/>
                  </a:lnTo>
                  <a:lnTo>
                    <a:pt x="353091" y="341452"/>
                  </a:lnTo>
                  <a:lnTo>
                    <a:pt x="355475" y="341452"/>
                  </a:lnTo>
                  <a:lnTo>
                    <a:pt x="357257" y="343234"/>
                  </a:lnTo>
                  <a:lnTo>
                    <a:pt x="709513" y="343234"/>
                  </a:lnTo>
                  <a:lnTo>
                    <a:pt x="711295" y="341452"/>
                  </a:lnTo>
                  <a:lnTo>
                    <a:pt x="713678" y="341452"/>
                  </a:lnTo>
                  <a:lnTo>
                    <a:pt x="715460" y="343234"/>
                  </a:lnTo>
                  <a:lnTo>
                    <a:pt x="1069499" y="343234"/>
                  </a:lnTo>
                  <a:lnTo>
                    <a:pt x="1071281" y="341452"/>
                  </a:lnTo>
                  <a:lnTo>
                    <a:pt x="1071882" y="341452"/>
                  </a:lnTo>
                  <a:lnTo>
                    <a:pt x="1073664" y="343234"/>
                  </a:lnTo>
                  <a:lnTo>
                    <a:pt x="1427702" y="343234"/>
                  </a:lnTo>
                  <a:lnTo>
                    <a:pt x="1429485" y="341452"/>
                  </a:lnTo>
                  <a:lnTo>
                    <a:pt x="1431868" y="341452"/>
                  </a:lnTo>
                  <a:lnTo>
                    <a:pt x="1433650" y="343234"/>
                  </a:lnTo>
                  <a:lnTo>
                    <a:pt x="1787688" y="343234"/>
                  </a:lnTo>
                  <a:lnTo>
                    <a:pt x="1789470" y="341452"/>
                  </a:lnTo>
                  <a:lnTo>
                    <a:pt x="1790071" y="341452"/>
                  </a:lnTo>
                  <a:lnTo>
                    <a:pt x="1791853" y="343234"/>
                  </a:lnTo>
                  <a:lnTo>
                    <a:pt x="1797434" y="343234"/>
                  </a:lnTo>
                  <a:lnTo>
                    <a:pt x="1797434" y="338600"/>
                  </a:lnTo>
                  <a:lnTo>
                    <a:pt x="5580" y="338600"/>
                  </a:lnTo>
                  <a:lnTo>
                    <a:pt x="4633" y="337654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1962" name="Graph element 872"/>
            <p:cNvSpPr/>
            <p:nvPr/>
          </p:nvSpPr>
          <p:spPr>
            <a:xfrm>
              <a:off x="1288820" y="1158726"/>
              <a:ext cx="4633" cy="238090"/>
            </a:xfrm>
            <a:custGeom>
              <a:avLst/>
              <a:gdLst/>
              <a:ahLst/>
              <a:cxnLst/>
              <a:rect l="0" t="0" r="r" b="b"/>
              <a:pathLst>
                <a:path w="4633" h="238090" stroke="0" extrusionOk="0">
                  <a:moveTo>
                    <a:pt x="0" y="0"/>
                  </a:moveTo>
                  <a:lnTo>
                    <a:pt x="0" y="238090"/>
                  </a:lnTo>
                  <a:lnTo>
                    <a:pt x="4633" y="238090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1963" name="Graph element 873"/>
            <p:cNvSpPr/>
            <p:nvPr/>
          </p:nvSpPr>
          <p:spPr>
            <a:xfrm>
              <a:off x="1253178" y="1160152"/>
              <a:ext cx="2851" cy="235238"/>
            </a:xfrm>
            <a:custGeom>
              <a:avLst/>
              <a:gdLst/>
              <a:ahLst/>
              <a:cxnLst/>
              <a:rect l="0" t="0" r="r" b="b"/>
              <a:pathLst>
                <a:path w="2851" h="235238" stroke="0" extrusionOk="0">
                  <a:moveTo>
                    <a:pt x="0" y="235238"/>
                  </a:moveTo>
                  <a:lnTo>
                    <a:pt x="2851" y="235238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3523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1964" name="Graph element 874"/>
            <p:cNvSpPr/>
            <p:nvPr/>
          </p:nvSpPr>
          <p:spPr>
            <a:xfrm>
              <a:off x="353214" y="1160152"/>
              <a:ext cx="2851" cy="235238"/>
            </a:xfrm>
            <a:custGeom>
              <a:avLst/>
              <a:gdLst/>
              <a:ahLst/>
              <a:cxnLst/>
              <a:rect l="0" t="0" r="r" b="b"/>
              <a:pathLst>
                <a:path w="2851" h="235238" stroke="0" extrusionOk="0">
                  <a:moveTo>
                    <a:pt x="0" y="235238"/>
                  </a:moveTo>
                  <a:lnTo>
                    <a:pt x="2851" y="235238"/>
                  </a:lnTo>
                  <a:lnTo>
                    <a:pt x="2851" y="0"/>
                  </a:lnTo>
                  <a:lnTo>
                    <a:pt x="0" y="0"/>
                  </a:lnTo>
                  <a:lnTo>
                    <a:pt x="0" y="23523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1965" name="Graph element 875"/>
            <p:cNvSpPr/>
            <p:nvPr/>
          </p:nvSpPr>
          <p:spPr>
            <a:xfrm>
              <a:off x="330046" y="1158726"/>
              <a:ext cx="4633" cy="238090"/>
            </a:xfrm>
            <a:custGeom>
              <a:avLst/>
              <a:gdLst/>
              <a:ahLst/>
              <a:cxnLst/>
              <a:rect l="0" t="0" r="r" b="b"/>
              <a:pathLst>
                <a:path w="4633" h="238090" stroke="0" extrusionOk="0">
                  <a:moveTo>
                    <a:pt x="0" y="0"/>
                  </a:moveTo>
                  <a:lnTo>
                    <a:pt x="0" y="238090"/>
                  </a:lnTo>
                  <a:lnTo>
                    <a:pt x="4633" y="238090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1966" name="Graph element 876"/>
            <p:cNvSpPr/>
            <p:nvPr/>
          </p:nvSpPr>
          <p:spPr>
            <a:xfrm>
              <a:off x="180349" y="1158726"/>
              <a:ext cx="4633" cy="339670"/>
            </a:xfrm>
            <a:custGeom>
              <a:avLst/>
              <a:gdLst/>
              <a:ahLst/>
              <a:cxnLst/>
              <a:rect l="0" t="0" r="r" b="b"/>
              <a:pathLst>
                <a:path w="4633" h="339670" stroke="0" extrusionOk="0">
                  <a:moveTo>
                    <a:pt x="0" y="0"/>
                  </a:moveTo>
                  <a:lnTo>
                    <a:pt x="0" y="339670"/>
                  </a:lnTo>
                  <a:lnTo>
                    <a:pt x="4633" y="339670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1967" name="Graph element 877"/>
            <p:cNvSpPr/>
            <p:nvPr/>
          </p:nvSpPr>
          <p:spPr>
            <a:xfrm>
              <a:off x="180349" y="123322"/>
              <a:ext cx="4633" cy="1022217"/>
            </a:xfrm>
            <a:custGeom>
              <a:avLst/>
              <a:gdLst/>
              <a:ahLst/>
              <a:cxnLst/>
              <a:rect l="0" t="0" r="r" b="b"/>
              <a:pathLst>
                <a:path w="4633" h="1022217" stroke="0" extrusionOk="0">
                  <a:moveTo>
                    <a:pt x="0" y="0"/>
                  </a:moveTo>
                  <a:lnTo>
                    <a:pt x="0" y="89340"/>
                  </a:lnTo>
                  <a:lnTo>
                    <a:pt x="1782" y="91122"/>
                  </a:lnTo>
                  <a:lnTo>
                    <a:pt x="1782" y="93505"/>
                  </a:lnTo>
                  <a:lnTo>
                    <a:pt x="0" y="95287"/>
                  </a:lnTo>
                  <a:lnTo>
                    <a:pt x="0" y="288936"/>
                  </a:lnTo>
                  <a:lnTo>
                    <a:pt x="1782" y="290718"/>
                  </a:lnTo>
                  <a:lnTo>
                    <a:pt x="1782" y="293101"/>
                  </a:lnTo>
                  <a:lnTo>
                    <a:pt x="0" y="294883"/>
                  </a:lnTo>
                  <a:lnTo>
                    <a:pt x="0" y="488532"/>
                  </a:lnTo>
                  <a:lnTo>
                    <a:pt x="1782" y="490314"/>
                  </a:lnTo>
                  <a:lnTo>
                    <a:pt x="1782" y="492697"/>
                  </a:lnTo>
                  <a:lnTo>
                    <a:pt x="0" y="494479"/>
                  </a:lnTo>
                  <a:lnTo>
                    <a:pt x="0" y="688128"/>
                  </a:lnTo>
                  <a:lnTo>
                    <a:pt x="1782" y="689910"/>
                  </a:lnTo>
                  <a:lnTo>
                    <a:pt x="1782" y="692293"/>
                  </a:lnTo>
                  <a:lnTo>
                    <a:pt x="0" y="694075"/>
                  </a:lnTo>
                  <a:lnTo>
                    <a:pt x="0" y="887724"/>
                  </a:lnTo>
                  <a:lnTo>
                    <a:pt x="1782" y="889506"/>
                  </a:lnTo>
                  <a:lnTo>
                    <a:pt x="1782" y="891889"/>
                  </a:lnTo>
                  <a:lnTo>
                    <a:pt x="0" y="893671"/>
                  </a:lnTo>
                  <a:lnTo>
                    <a:pt x="0" y="1022217"/>
                  </a:lnTo>
                  <a:lnTo>
                    <a:pt x="4633" y="1022217"/>
                  </a:lnTo>
                  <a:lnTo>
                    <a:pt x="4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1968" name="Text: Citrate cycle (TCA cycle)"/>
            <p:cNvSpPr/>
            <p:nvPr/>
          </p:nvSpPr>
          <p:spPr>
            <a:xfrm>
              <a:off x="187121" y="29390"/>
              <a:ext cx="693240" cy="84408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492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Citrate cycle (TCA cycle)</a:t>
              </a:r>
            </a:p>
          </p:txBody>
        </p:sp>
        <p:sp>
          <p:nvSpPr>
            <p:cNvPr id="1969" name="Text: 4"/>
            <p:cNvSpPr/>
            <p:nvPr/>
          </p:nvSpPr>
          <p:spPr>
            <a:xfrm>
              <a:off x="139004" y="1526244"/>
              <a:ext cx="30714" cy="53837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14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1970" name="Text: 2"/>
            <p:cNvSpPr/>
            <p:nvPr/>
          </p:nvSpPr>
          <p:spPr>
            <a:xfrm>
              <a:off x="139004" y="1606153"/>
              <a:ext cx="32691" cy="57202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34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1971" name="Text: 0"/>
            <p:cNvSpPr/>
            <p:nvPr/>
          </p:nvSpPr>
          <p:spPr>
            <a:xfrm>
              <a:off x="137222" y="1688197"/>
              <a:ext cx="31716" cy="56413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29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1972" name="Text: -2"/>
            <p:cNvSpPr/>
            <p:nvPr/>
          </p:nvSpPr>
          <p:spPr>
            <a:xfrm>
              <a:off x="115837" y="1770107"/>
              <a:ext cx="49899" cy="57202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34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-2</a:t>
              </a:r>
            </a:p>
          </p:txBody>
        </p:sp>
        <p:sp>
          <p:nvSpPr>
            <p:cNvPr id="1973" name="Text: 200"/>
            <p:cNvSpPr/>
            <p:nvPr/>
          </p:nvSpPr>
          <p:spPr>
            <a:xfrm>
              <a:off x="1578947" y="1871754"/>
              <a:ext cx="77327" cy="56413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29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200</a:t>
              </a:r>
            </a:p>
          </p:txBody>
        </p:sp>
        <p:sp>
          <p:nvSpPr>
            <p:cNvPr id="1974" name="Text: 50"/>
            <p:cNvSpPr/>
            <p:nvPr/>
          </p:nvSpPr>
          <p:spPr>
            <a:xfrm>
              <a:off x="515029" y="1871754"/>
              <a:ext cx="54521" cy="56413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29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50</a:t>
              </a:r>
            </a:p>
          </p:txBody>
        </p:sp>
        <p:sp>
          <p:nvSpPr>
            <p:cNvPr id="1975" name="Text: 250"/>
            <p:cNvSpPr/>
            <p:nvPr/>
          </p:nvSpPr>
          <p:spPr>
            <a:xfrm>
              <a:off x="1938933" y="1871754"/>
              <a:ext cx="77327" cy="56413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29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250</a:t>
              </a:r>
            </a:p>
          </p:txBody>
        </p:sp>
        <p:sp>
          <p:nvSpPr>
            <p:cNvPr id="1976" name="Text: 100"/>
            <p:cNvSpPr/>
            <p:nvPr/>
          </p:nvSpPr>
          <p:spPr>
            <a:xfrm>
              <a:off x="862540" y="1871754"/>
              <a:ext cx="77327" cy="56413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29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100</a:t>
              </a:r>
            </a:p>
          </p:txBody>
        </p:sp>
        <p:sp>
          <p:nvSpPr>
            <p:cNvPr id="1977" name="Text: 150"/>
            <p:cNvSpPr/>
            <p:nvPr/>
          </p:nvSpPr>
          <p:spPr>
            <a:xfrm>
              <a:off x="1222526" y="1871754"/>
              <a:ext cx="77327" cy="56413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29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150</a:t>
              </a:r>
            </a:p>
          </p:txBody>
        </p:sp>
        <p:sp>
          <p:nvSpPr>
            <p:cNvPr id="1978" name="Text: Rank in Ordered Dataset"/>
            <p:cNvSpPr/>
            <p:nvPr/>
          </p:nvSpPr>
          <p:spPr>
            <a:xfrm>
              <a:off x="794820" y="1922759"/>
              <a:ext cx="586313" cy="70479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411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Rank in Ordered Dataset</a:t>
              </a:r>
            </a:p>
          </p:txBody>
        </p:sp>
        <p:sp>
          <p:nvSpPr>
            <p:cNvPr id="1979" name="Text: Running Enrichment Score"/>
            <p:cNvSpPr/>
            <p:nvPr/>
          </p:nvSpPr>
          <p:spPr>
            <a:xfrm rot="16200000">
              <a:off x="-252168" y="598408"/>
              <a:ext cx="630866" cy="70263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410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Running Enrichment Score</a:t>
              </a:r>
            </a:p>
          </p:txBody>
        </p:sp>
        <p:sp>
          <p:nvSpPr>
            <p:cNvPr id="1980" name="Text: Ranked List Metric"/>
            <p:cNvSpPr/>
            <p:nvPr/>
          </p:nvSpPr>
          <p:spPr>
            <a:xfrm rot="16200000">
              <a:off x="-160501" y="1645660"/>
              <a:ext cx="436839" cy="69735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407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Ranked List Metric</a:t>
              </a:r>
            </a:p>
          </p:txBody>
        </p:sp>
        <p:sp>
          <p:nvSpPr>
            <p:cNvPr id="1981" name="Text: 0.8"/>
            <p:cNvSpPr/>
            <p:nvPr/>
          </p:nvSpPr>
          <p:spPr>
            <a:xfrm>
              <a:off x="103362" y="196573"/>
              <a:ext cx="65910" cy="56413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29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0.8</a:t>
              </a:r>
            </a:p>
          </p:txBody>
        </p:sp>
        <p:sp>
          <p:nvSpPr>
            <p:cNvPr id="1982" name="Text: 0.6"/>
            <p:cNvSpPr/>
            <p:nvPr/>
          </p:nvSpPr>
          <p:spPr>
            <a:xfrm>
              <a:off x="103362" y="396169"/>
              <a:ext cx="65910" cy="56413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29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0.6</a:t>
              </a:r>
            </a:p>
          </p:txBody>
        </p:sp>
        <p:sp>
          <p:nvSpPr>
            <p:cNvPr id="1983" name="Text: 0.4"/>
            <p:cNvSpPr/>
            <p:nvPr/>
          </p:nvSpPr>
          <p:spPr>
            <a:xfrm>
              <a:off x="103362" y="595765"/>
              <a:ext cx="65910" cy="56413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29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0.4</a:t>
              </a:r>
            </a:p>
          </p:txBody>
        </p:sp>
        <p:sp>
          <p:nvSpPr>
            <p:cNvPr id="1984" name="Text: 0.2"/>
            <p:cNvSpPr/>
            <p:nvPr/>
          </p:nvSpPr>
          <p:spPr>
            <a:xfrm>
              <a:off x="103362" y="795361"/>
              <a:ext cx="65910" cy="56413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29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0.2</a:t>
              </a:r>
            </a:p>
          </p:txBody>
        </p:sp>
        <p:sp>
          <p:nvSpPr>
            <p:cNvPr id="1985" name="Text: 0.0"/>
            <p:cNvSpPr/>
            <p:nvPr/>
          </p:nvSpPr>
          <p:spPr>
            <a:xfrm>
              <a:off x="103362" y="994957"/>
              <a:ext cx="65910" cy="56413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29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0.0</a:t>
              </a:r>
            </a:p>
          </p:txBody>
        </p:sp>
      </p:grp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B3D33A50-1827-1A26-1A16-C42563D2E9F2}"/>
              </a:ext>
            </a:extLst>
          </p:cNvPr>
          <p:cNvGrpSpPr/>
          <p:nvPr/>
        </p:nvGrpSpPr>
        <p:grpSpPr>
          <a:xfrm>
            <a:off x="2911603" y="2592745"/>
            <a:ext cx="1986539" cy="1853051"/>
            <a:chOff x="4239125" y="2625816"/>
            <a:chExt cx="2374398" cy="2214846"/>
          </a:xfrm>
        </p:grpSpPr>
        <p:grpSp>
          <p:nvGrpSpPr>
            <p:cNvPr id="72" name="图片 71 — editable">
              <a:extLst>
                <a:ext uri="{FF2B5EF4-FFF2-40B4-BE49-F238E27FC236}">
                  <a16:creationId xmlns:a16="http://schemas.microsoft.com/office/drawing/2014/main" id="{6DCA51D3-8C02-8B1C-F269-A703CB3FE2BE}"/>
                </a:ext>
              </a:extLst>
            </p:cNvPr>
            <p:cNvGrpSpPr/>
            <p:nvPr/>
          </p:nvGrpSpPr>
          <p:grpSpPr>
            <a:xfrm>
              <a:off x="4239125" y="2625816"/>
              <a:ext cx="2065279" cy="2214846"/>
              <a:chOff x="0" y="0"/>
              <a:chExt cx="2065279" cy="2214850"/>
            </a:xfrm>
          </p:grpSpPr>
          <p:sp>
            <p:nvSpPr>
              <p:cNvPr id="1986" name="Panel background"/>
              <p:cNvSpPr/>
              <p:nvPr/>
            </p:nvSpPr>
            <p:spPr>
              <a:xfrm>
                <a:off x="0" y="0"/>
                <a:ext cx="2065279" cy="22148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987" name="Graph element 1"/>
              <p:cNvSpPr/>
              <p:nvPr/>
            </p:nvSpPr>
            <p:spPr>
              <a:xfrm>
                <a:off x="1610646" y="988621"/>
                <a:ext cx="3394" cy="2122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2122" stroke="0" extrusionOk="0">
                    <a:moveTo>
                      <a:pt x="0" y="2122"/>
                    </a:moveTo>
                    <a:lnTo>
                      <a:pt x="3394" y="2122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F7F7F7"/>
              </a:solidFill>
              <a:ln>
                <a:noFill/>
              </a:ln>
            </p:spPr>
          </p:sp>
          <p:sp>
            <p:nvSpPr>
              <p:cNvPr id="1988" name="Graph element 2"/>
              <p:cNvSpPr/>
              <p:nvPr/>
            </p:nvSpPr>
            <p:spPr>
              <a:xfrm>
                <a:off x="1409600" y="737083"/>
                <a:ext cx="5019" cy="5443"/>
              </a:xfrm>
              <a:custGeom>
                <a:avLst/>
                <a:gdLst/>
                <a:ahLst/>
                <a:cxnLst/>
                <a:rect l="0" t="0" r="r" b="b"/>
                <a:pathLst>
                  <a:path w="5019" h="5443" stroke="0" extrusionOk="0">
                    <a:moveTo>
                      <a:pt x="1624" y="4025"/>
                    </a:moveTo>
                    <a:lnTo>
                      <a:pt x="1624" y="5443"/>
                    </a:lnTo>
                    <a:lnTo>
                      <a:pt x="5019" y="5443"/>
                    </a:lnTo>
                    <a:lnTo>
                      <a:pt x="5019" y="2619"/>
                    </a:lnTo>
                    <a:lnTo>
                      <a:pt x="2400" y="0"/>
                    </a:lnTo>
                    <a:lnTo>
                      <a:pt x="0" y="2400"/>
                    </a:lnTo>
                    <a:lnTo>
                      <a:pt x="1624" y="4025"/>
                    </a:lnTo>
                    <a:close/>
                  </a:path>
                </a:pathLst>
              </a:custGeom>
              <a:solidFill>
                <a:srgbClr val="F7F7F7"/>
              </a:solidFill>
              <a:ln>
                <a:noFill/>
              </a:ln>
            </p:spPr>
          </p:sp>
          <p:sp>
            <p:nvSpPr>
              <p:cNvPr id="1989" name="Graph element 3"/>
              <p:cNvSpPr/>
              <p:nvPr/>
            </p:nvSpPr>
            <p:spPr>
              <a:xfrm>
                <a:off x="1309113" y="572952"/>
                <a:ext cx="7916" cy="7916"/>
              </a:xfrm>
              <a:custGeom>
                <a:avLst/>
                <a:gdLst/>
                <a:ahLst/>
                <a:cxnLst/>
                <a:rect l="0" t="0" r="r" b="b"/>
                <a:pathLst>
                  <a:path w="7916" h="7916" stroke="0" extrusionOk="0">
                    <a:moveTo>
                      <a:pt x="7916" y="0"/>
                    </a:moveTo>
                    <a:lnTo>
                      <a:pt x="0" y="7916"/>
                    </a:lnTo>
                    <a:lnTo>
                      <a:pt x="7916" y="7916"/>
                    </a:lnTo>
                    <a:lnTo>
                      <a:pt x="7916" y="0"/>
                    </a:lnTo>
                    <a:close/>
                  </a:path>
                </a:pathLst>
              </a:custGeom>
              <a:solidFill>
                <a:srgbClr val="F7F7F7"/>
              </a:solidFill>
              <a:ln>
                <a:noFill/>
              </a:ln>
            </p:spPr>
          </p:sp>
          <p:sp>
            <p:nvSpPr>
              <p:cNvPr id="1990" name="Graph element 4"/>
              <p:cNvSpPr/>
              <p:nvPr/>
            </p:nvSpPr>
            <p:spPr>
              <a:xfrm>
                <a:off x="784956" y="2028582"/>
                <a:ext cx="2122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2122" h="3394" stroke="0" extrusionOk="0">
                    <a:moveTo>
                      <a:pt x="2122" y="3394"/>
                    </a:moveTo>
                    <a:lnTo>
                      <a:pt x="2122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2122" y="3394"/>
                    </a:lnTo>
                    <a:close/>
                  </a:path>
                </a:pathLst>
              </a:custGeom>
              <a:solidFill>
                <a:srgbClr val="F5F3F3"/>
              </a:solidFill>
              <a:ln>
                <a:noFill/>
              </a:ln>
            </p:spPr>
          </p:sp>
          <p:sp>
            <p:nvSpPr>
              <p:cNvPr id="1991" name="Graph element 5"/>
              <p:cNvSpPr/>
              <p:nvPr/>
            </p:nvSpPr>
            <p:spPr>
              <a:xfrm>
                <a:off x="771027" y="1984527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F5F3F3"/>
              </a:solidFill>
              <a:ln>
                <a:noFill/>
              </a:ln>
            </p:spPr>
          </p:sp>
          <p:sp>
            <p:nvSpPr>
              <p:cNvPr id="1992" name="Graph element 6"/>
              <p:cNvSpPr/>
              <p:nvPr/>
            </p:nvSpPr>
            <p:spPr>
              <a:xfrm>
                <a:off x="819822" y="1980284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2122" y="4522"/>
                    </a:moveTo>
                    <a:lnTo>
                      <a:pt x="4522" y="2122"/>
                    </a:lnTo>
                    <a:lnTo>
                      <a:pt x="2400" y="0"/>
                    </a:lnTo>
                    <a:lnTo>
                      <a:pt x="0" y="2400"/>
                    </a:lnTo>
                    <a:lnTo>
                      <a:pt x="2122" y="4522"/>
                    </a:lnTo>
                    <a:close/>
                  </a:path>
                </a:pathLst>
              </a:custGeom>
              <a:solidFill>
                <a:srgbClr val="F5F3F3"/>
              </a:solidFill>
              <a:ln>
                <a:noFill/>
              </a:ln>
            </p:spPr>
          </p:sp>
          <p:sp>
            <p:nvSpPr>
              <p:cNvPr id="1993" name="Graph element 7"/>
              <p:cNvSpPr/>
              <p:nvPr/>
            </p:nvSpPr>
            <p:spPr>
              <a:xfrm>
                <a:off x="628887" y="1842387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2122" y="4522"/>
                    </a:moveTo>
                    <a:lnTo>
                      <a:pt x="4522" y="2122"/>
                    </a:lnTo>
                    <a:lnTo>
                      <a:pt x="2400" y="0"/>
                    </a:lnTo>
                    <a:lnTo>
                      <a:pt x="0" y="2400"/>
                    </a:lnTo>
                    <a:lnTo>
                      <a:pt x="2122" y="4522"/>
                    </a:lnTo>
                    <a:close/>
                  </a:path>
                </a:pathLst>
              </a:custGeom>
              <a:solidFill>
                <a:srgbClr val="F5F3F3"/>
              </a:solidFill>
              <a:ln>
                <a:noFill/>
              </a:ln>
            </p:spPr>
          </p:sp>
          <p:sp>
            <p:nvSpPr>
              <p:cNvPr id="1994" name="Graph element 8"/>
              <p:cNvSpPr/>
              <p:nvPr/>
            </p:nvSpPr>
            <p:spPr>
              <a:xfrm>
                <a:off x="1765515" y="1463838"/>
                <a:ext cx="3394" cy="2122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2122" stroke="0" extrusionOk="0">
                    <a:moveTo>
                      <a:pt x="0" y="2122"/>
                    </a:moveTo>
                    <a:lnTo>
                      <a:pt x="3394" y="2122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F5F3F3"/>
              </a:solidFill>
              <a:ln>
                <a:noFill/>
              </a:ln>
            </p:spPr>
          </p:sp>
          <p:sp>
            <p:nvSpPr>
              <p:cNvPr id="1995" name="Graph element 9"/>
              <p:cNvSpPr/>
              <p:nvPr/>
            </p:nvSpPr>
            <p:spPr>
              <a:xfrm>
                <a:off x="1708235" y="1359884"/>
                <a:ext cx="3394" cy="4243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4243" stroke="0" extrusionOk="0">
                    <a:moveTo>
                      <a:pt x="0" y="4243"/>
                    </a:moveTo>
                    <a:lnTo>
                      <a:pt x="3394" y="4243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4243"/>
                    </a:lnTo>
                    <a:close/>
                  </a:path>
                </a:pathLst>
              </a:custGeom>
              <a:solidFill>
                <a:srgbClr val="F5F3F3"/>
              </a:solidFill>
              <a:ln>
                <a:noFill/>
              </a:ln>
            </p:spPr>
          </p:sp>
          <p:sp>
            <p:nvSpPr>
              <p:cNvPr id="1996" name="Graph element 10"/>
              <p:cNvSpPr/>
              <p:nvPr/>
            </p:nvSpPr>
            <p:spPr>
              <a:xfrm>
                <a:off x="1502946" y="1326861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F5F3F3"/>
              </a:solidFill>
              <a:ln>
                <a:noFill/>
              </a:ln>
            </p:spPr>
          </p:sp>
          <p:sp>
            <p:nvSpPr>
              <p:cNvPr id="1997" name="Graph element 11"/>
              <p:cNvSpPr/>
              <p:nvPr/>
            </p:nvSpPr>
            <p:spPr>
              <a:xfrm>
                <a:off x="1511432" y="1312011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F5F3F3"/>
              </a:solidFill>
              <a:ln>
                <a:noFill/>
              </a:ln>
            </p:spPr>
          </p:sp>
          <p:sp>
            <p:nvSpPr>
              <p:cNvPr id="1998" name="Graph element 12"/>
              <p:cNvSpPr/>
              <p:nvPr/>
            </p:nvSpPr>
            <p:spPr>
              <a:xfrm>
                <a:off x="1539012" y="1295039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F5F3F3"/>
              </a:solidFill>
              <a:ln>
                <a:noFill/>
              </a:ln>
            </p:spPr>
          </p:sp>
          <p:sp>
            <p:nvSpPr>
              <p:cNvPr id="1999" name="Graph element 13"/>
              <p:cNvSpPr/>
              <p:nvPr/>
            </p:nvSpPr>
            <p:spPr>
              <a:xfrm>
                <a:off x="1547498" y="1280188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F5F3F3"/>
              </a:solidFill>
              <a:ln>
                <a:noFill/>
              </a:ln>
            </p:spPr>
          </p:sp>
          <p:sp>
            <p:nvSpPr>
              <p:cNvPr id="2000" name="Graph element 14"/>
              <p:cNvSpPr/>
              <p:nvPr/>
            </p:nvSpPr>
            <p:spPr>
              <a:xfrm>
                <a:off x="1575077" y="1263216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F5F3F3"/>
              </a:solidFill>
              <a:ln>
                <a:noFill/>
              </a:ln>
            </p:spPr>
          </p:sp>
          <p:sp>
            <p:nvSpPr>
              <p:cNvPr id="2001" name="Graph element 15"/>
              <p:cNvSpPr/>
              <p:nvPr/>
            </p:nvSpPr>
            <p:spPr>
              <a:xfrm>
                <a:off x="1583563" y="1248366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F5F3F3"/>
              </a:solidFill>
              <a:ln>
                <a:noFill/>
              </a:ln>
            </p:spPr>
          </p:sp>
          <p:sp>
            <p:nvSpPr>
              <p:cNvPr id="2002" name="Graph element 16"/>
              <p:cNvSpPr/>
              <p:nvPr/>
            </p:nvSpPr>
            <p:spPr>
              <a:xfrm>
                <a:off x="130333" y="1091374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2122" y="4522"/>
                    </a:moveTo>
                    <a:lnTo>
                      <a:pt x="4522" y="2122"/>
                    </a:lnTo>
                    <a:lnTo>
                      <a:pt x="2400" y="0"/>
                    </a:lnTo>
                    <a:lnTo>
                      <a:pt x="0" y="2400"/>
                    </a:lnTo>
                    <a:lnTo>
                      <a:pt x="2122" y="4522"/>
                    </a:lnTo>
                    <a:close/>
                  </a:path>
                </a:pathLst>
              </a:custGeom>
              <a:solidFill>
                <a:srgbClr val="F5F3F3"/>
              </a:solidFill>
              <a:ln>
                <a:noFill/>
              </a:ln>
            </p:spPr>
          </p:sp>
          <p:sp>
            <p:nvSpPr>
              <p:cNvPr id="2003" name="Graph element 17"/>
              <p:cNvSpPr/>
              <p:nvPr/>
            </p:nvSpPr>
            <p:spPr>
              <a:xfrm>
                <a:off x="1580520" y="923776"/>
                <a:ext cx="5443" cy="5019"/>
              </a:xfrm>
              <a:custGeom>
                <a:avLst/>
                <a:gdLst/>
                <a:ahLst/>
                <a:cxnLst/>
                <a:rect l="0" t="0" r="r" b="b"/>
                <a:pathLst>
                  <a:path w="5443" h="5019" stroke="0" extrusionOk="0">
                    <a:moveTo>
                      <a:pt x="0" y="1624"/>
                    </a:moveTo>
                    <a:lnTo>
                      <a:pt x="0" y="5019"/>
                    </a:lnTo>
                    <a:lnTo>
                      <a:pt x="2825" y="5019"/>
                    </a:lnTo>
                    <a:lnTo>
                      <a:pt x="5443" y="2400"/>
                    </a:lnTo>
                    <a:lnTo>
                      <a:pt x="3043" y="0"/>
                    </a:lnTo>
                    <a:lnTo>
                      <a:pt x="1418" y="1624"/>
                    </a:lnTo>
                    <a:lnTo>
                      <a:pt x="0" y="1624"/>
                    </a:lnTo>
                    <a:close/>
                  </a:path>
                </a:pathLst>
              </a:custGeom>
              <a:solidFill>
                <a:srgbClr val="F5F3F3"/>
              </a:solidFill>
              <a:ln>
                <a:noFill/>
              </a:ln>
            </p:spPr>
          </p:sp>
          <p:sp>
            <p:nvSpPr>
              <p:cNvPr id="2004" name="Graph element 18"/>
              <p:cNvSpPr/>
              <p:nvPr/>
            </p:nvSpPr>
            <p:spPr>
              <a:xfrm>
                <a:off x="1494460" y="868616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2122" y="4522"/>
                    </a:moveTo>
                    <a:lnTo>
                      <a:pt x="4522" y="2122"/>
                    </a:lnTo>
                    <a:lnTo>
                      <a:pt x="2400" y="0"/>
                    </a:lnTo>
                    <a:lnTo>
                      <a:pt x="0" y="2400"/>
                    </a:lnTo>
                    <a:lnTo>
                      <a:pt x="2122" y="4522"/>
                    </a:lnTo>
                    <a:close/>
                  </a:path>
                </a:pathLst>
              </a:custGeom>
              <a:solidFill>
                <a:srgbClr val="F5F3F3"/>
              </a:solidFill>
              <a:ln>
                <a:noFill/>
              </a:ln>
            </p:spPr>
          </p:sp>
          <p:sp>
            <p:nvSpPr>
              <p:cNvPr id="2005" name="Graph element 19"/>
              <p:cNvSpPr/>
              <p:nvPr/>
            </p:nvSpPr>
            <p:spPr>
              <a:xfrm>
                <a:off x="1303028" y="865574"/>
                <a:ext cx="3394" cy="2122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2122" stroke="0" extrusionOk="0">
                    <a:moveTo>
                      <a:pt x="0" y="2122"/>
                    </a:moveTo>
                    <a:lnTo>
                      <a:pt x="3394" y="2122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F5F3F3"/>
              </a:solidFill>
              <a:ln>
                <a:noFill/>
              </a:ln>
            </p:spPr>
          </p:sp>
          <p:sp>
            <p:nvSpPr>
              <p:cNvPr id="2006" name="Graph element 20"/>
              <p:cNvSpPr/>
              <p:nvPr/>
            </p:nvSpPr>
            <p:spPr>
              <a:xfrm>
                <a:off x="1303028" y="854966"/>
                <a:ext cx="3394" cy="2122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2122" stroke="0" extrusionOk="0">
                    <a:moveTo>
                      <a:pt x="0" y="2122"/>
                    </a:moveTo>
                    <a:lnTo>
                      <a:pt x="3394" y="2122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F5F3F3"/>
              </a:solidFill>
              <a:ln>
                <a:noFill/>
              </a:ln>
            </p:spPr>
          </p:sp>
          <p:sp>
            <p:nvSpPr>
              <p:cNvPr id="2007" name="Graph element 21"/>
              <p:cNvSpPr/>
              <p:nvPr/>
            </p:nvSpPr>
            <p:spPr>
              <a:xfrm>
                <a:off x="1750665" y="640694"/>
                <a:ext cx="3394" cy="4243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4243" stroke="0" extrusionOk="0">
                    <a:moveTo>
                      <a:pt x="0" y="4243"/>
                    </a:moveTo>
                    <a:lnTo>
                      <a:pt x="3394" y="4243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4243"/>
                    </a:lnTo>
                    <a:close/>
                  </a:path>
                </a:pathLst>
              </a:custGeom>
              <a:solidFill>
                <a:srgbClr val="F5F3F3"/>
              </a:solidFill>
              <a:ln>
                <a:noFill/>
              </a:ln>
            </p:spPr>
          </p:sp>
          <p:sp>
            <p:nvSpPr>
              <p:cNvPr id="2008" name="Graph element 22"/>
              <p:cNvSpPr/>
              <p:nvPr/>
            </p:nvSpPr>
            <p:spPr>
              <a:xfrm>
                <a:off x="401886" y="221558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F5F3F3"/>
              </a:solidFill>
              <a:ln>
                <a:noFill/>
              </a:ln>
            </p:spPr>
          </p:sp>
          <p:sp>
            <p:nvSpPr>
              <p:cNvPr id="2009" name="Graph element 23"/>
              <p:cNvSpPr/>
              <p:nvPr/>
            </p:nvSpPr>
            <p:spPr>
              <a:xfrm>
                <a:off x="416736" y="213072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F5F3F3"/>
              </a:solidFill>
              <a:ln>
                <a:noFill/>
              </a:ln>
            </p:spPr>
          </p:sp>
          <p:sp>
            <p:nvSpPr>
              <p:cNvPr id="2010" name="Graph element 24"/>
              <p:cNvSpPr/>
              <p:nvPr/>
            </p:nvSpPr>
            <p:spPr>
              <a:xfrm>
                <a:off x="433708" y="185492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F5F3F3"/>
              </a:solidFill>
              <a:ln>
                <a:noFill/>
              </a:ln>
            </p:spPr>
          </p:sp>
          <p:sp>
            <p:nvSpPr>
              <p:cNvPr id="2011" name="Graph element 25"/>
              <p:cNvSpPr/>
              <p:nvPr/>
            </p:nvSpPr>
            <p:spPr>
              <a:xfrm>
                <a:off x="448559" y="177006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F5F3F3"/>
              </a:solidFill>
              <a:ln>
                <a:noFill/>
              </a:ln>
            </p:spPr>
          </p:sp>
          <p:sp>
            <p:nvSpPr>
              <p:cNvPr id="2012" name="Graph element 26"/>
              <p:cNvSpPr/>
              <p:nvPr/>
            </p:nvSpPr>
            <p:spPr>
              <a:xfrm>
                <a:off x="463409" y="160034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F5F3F3"/>
              </a:solidFill>
              <a:ln>
                <a:noFill/>
              </a:ln>
            </p:spPr>
          </p:sp>
          <p:sp>
            <p:nvSpPr>
              <p:cNvPr id="2013" name="Graph element 27"/>
              <p:cNvSpPr/>
              <p:nvPr/>
            </p:nvSpPr>
            <p:spPr>
              <a:xfrm>
                <a:off x="465531" y="149427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F5F3F3"/>
              </a:solidFill>
              <a:ln>
                <a:noFill/>
              </a:ln>
            </p:spPr>
          </p:sp>
          <p:sp>
            <p:nvSpPr>
              <p:cNvPr id="2014" name="Graph element 28"/>
              <p:cNvSpPr/>
              <p:nvPr/>
            </p:nvSpPr>
            <p:spPr>
              <a:xfrm>
                <a:off x="480381" y="140941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F5F3F3"/>
              </a:solidFill>
              <a:ln>
                <a:noFill/>
              </a:ln>
            </p:spPr>
          </p:sp>
          <p:sp>
            <p:nvSpPr>
              <p:cNvPr id="2015" name="Graph element 29"/>
              <p:cNvSpPr/>
              <p:nvPr/>
            </p:nvSpPr>
            <p:spPr>
              <a:xfrm>
                <a:off x="480381" y="132455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F5F3F3"/>
              </a:solidFill>
              <a:ln>
                <a:noFill/>
              </a:ln>
            </p:spPr>
          </p:sp>
          <p:sp>
            <p:nvSpPr>
              <p:cNvPr id="2016" name="Graph element 30"/>
              <p:cNvSpPr/>
              <p:nvPr/>
            </p:nvSpPr>
            <p:spPr>
              <a:xfrm>
                <a:off x="495232" y="123969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F5F3F3"/>
              </a:solidFill>
              <a:ln>
                <a:noFill/>
              </a:ln>
            </p:spPr>
          </p:sp>
          <p:sp>
            <p:nvSpPr>
              <p:cNvPr id="2017" name="Graph element 31"/>
              <p:cNvSpPr/>
              <p:nvPr/>
            </p:nvSpPr>
            <p:spPr>
              <a:xfrm>
                <a:off x="497353" y="113361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F5F3F3"/>
              </a:solidFill>
              <a:ln>
                <a:noFill/>
              </a:ln>
            </p:spPr>
          </p:sp>
          <p:sp>
            <p:nvSpPr>
              <p:cNvPr id="2018" name="Graph element 32"/>
              <p:cNvSpPr/>
              <p:nvPr/>
            </p:nvSpPr>
            <p:spPr>
              <a:xfrm>
                <a:off x="533419" y="100632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F5F3F3"/>
              </a:solidFill>
              <a:ln>
                <a:noFill/>
              </a:ln>
            </p:spPr>
          </p:sp>
          <p:sp>
            <p:nvSpPr>
              <p:cNvPr id="2019" name="Graph element 33"/>
              <p:cNvSpPr/>
              <p:nvPr/>
            </p:nvSpPr>
            <p:spPr>
              <a:xfrm>
                <a:off x="615236" y="2153751"/>
                <a:ext cx="2122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2122" h="3394" stroke="0" extrusionOk="0">
                    <a:moveTo>
                      <a:pt x="2122" y="3394"/>
                    </a:moveTo>
                    <a:lnTo>
                      <a:pt x="2122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2122" y="3394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</p:sp>
          <p:sp>
            <p:nvSpPr>
              <p:cNvPr id="2020" name="Graph element 34"/>
              <p:cNvSpPr/>
              <p:nvPr/>
            </p:nvSpPr>
            <p:spPr>
              <a:xfrm>
                <a:off x="637373" y="2143640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</p:sp>
          <p:sp>
            <p:nvSpPr>
              <p:cNvPr id="2021" name="Graph element 35"/>
              <p:cNvSpPr/>
              <p:nvPr/>
            </p:nvSpPr>
            <p:spPr>
              <a:xfrm>
                <a:off x="647483" y="2119382"/>
                <a:ext cx="3394" cy="6365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6365" stroke="0" extrusionOk="0">
                    <a:moveTo>
                      <a:pt x="0" y="6365"/>
                    </a:moveTo>
                    <a:lnTo>
                      <a:pt x="3394" y="6365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6365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</p:sp>
          <p:sp>
            <p:nvSpPr>
              <p:cNvPr id="2022" name="Graph element 36"/>
              <p:cNvSpPr/>
              <p:nvPr/>
            </p:nvSpPr>
            <p:spPr>
              <a:xfrm>
                <a:off x="1025111" y="2117261"/>
                <a:ext cx="3394" cy="6365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6365" stroke="0" extrusionOk="0">
                    <a:moveTo>
                      <a:pt x="0" y="6365"/>
                    </a:moveTo>
                    <a:lnTo>
                      <a:pt x="3394" y="6365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6365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</p:sp>
          <p:sp>
            <p:nvSpPr>
              <p:cNvPr id="2023" name="Graph element 37"/>
              <p:cNvSpPr/>
              <p:nvPr/>
            </p:nvSpPr>
            <p:spPr>
              <a:xfrm>
                <a:off x="1015000" y="2094846"/>
                <a:ext cx="6643" cy="6643"/>
              </a:xfrm>
              <a:custGeom>
                <a:avLst/>
                <a:gdLst/>
                <a:ahLst/>
                <a:cxnLst/>
                <a:rect l="0" t="0" r="r" b="b"/>
                <a:pathLst>
                  <a:path w="6643" h="6643" stroke="0" extrusionOk="0">
                    <a:moveTo>
                      <a:pt x="4243" y="6643"/>
                    </a:moveTo>
                    <a:lnTo>
                      <a:pt x="6643" y="4243"/>
                    </a:lnTo>
                    <a:lnTo>
                      <a:pt x="2400" y="0"/>
                    </a:lnTo>
                    <a:lnTo>
                      <a:pt x="0" y="2400"/>
                    </a:lnTo>
                    <a:lnTo>
                      <a:pt x="4243" y="6643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</p:sp>
          <p:sp>
            <p:nvSpPr>
              <p:cNvPr id="2024" name="Graph element 38"/>
              <p:cNvSpPr/>
              <p:nvPr/>
            </p:nvSpPr>
            <p:spPr>
              <a:xfrm>
                <a:off x="992864" y="2085863"/>
                <a:ext cx="4243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4243" h="3394" stroke="0" extrusionOk="0">
                    <a:moveTo>
                      <a:pt x="4243" y="3394"/>
                    </a:moveTo>
                    <a:lnTo>
                      <a:pt x="4243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4243" y="3394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</p:sp>
          <p:sp>
            <p:nvSpPr>
              <p:cNvPr id="2025" name="Graph element 39"/>
              <p:cNvSpPr/>
              <p:nvPr/>
            </p:nvSpPr>
            <p:spPr>
              <a:xfrm>
                <a:off x="619903" y="1820250"/>
                <a:ext cx="3394" cy="2122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2122" stroke="0" extrusionOk="0">
                    <a:moveTo>
                      <a:pt x="0" y="2122"/>
                    </a:moveTo>
                    <a:lnTo>
                      <a:pt x="3394" y="2122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</p:sp>
          <p:sp>
            <p:nvSpPr>
              <p:cNvPr id="2026" name="Graph element 40"/>
              <p:cNvSpPr/>
              <p:nvPr/>
            </p:nvSpPr>
            <p:spPr>
              <a:xfrm>
                <a:off x="1672666" y="1717218"/>
                <a:ext cx="6643" cy="6643"/>
              </a:xfrm>
              <a:custGeom>
                <a:avLst/>
                <a:gdLst/>
                <a:ahLst/>
                <a:cxnLst/>
                <a:rect l="0" t="0" r="r" b="b"/>
                <a:pathLst>
                  <a:path w="6643" h="6643" stroke="0" extrusionOk="0">
                    <a:moveTo>
                      <a:pt x="4243" y="6643"/>
                    </a:moveTo>
                    <a:lnTo>
                      <a:pt x="6643" y="4243"/>
                    </a:lnTo>
                    <a:lnTo>
                      <a:pt x="2400" y="0"/>
                    </a:lnTo>
                    <a:lnTo>
                      <a:pt x="0" y="2400"/>
                    </a:lnTo>
                    <a:lnTo>
                      <a:pt x="4243" y="6643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</p:sp>
          <p:sp>
            <p:nvSpPr>
              <p:cNvPr id="2027" name="Graph element 41"/>
              <p:cNvSpPr/>
              <p:nvPr/>
            </p:nvSpPr>
            <p:spPr>
              <a:xfrm>
                <a:off x="1729450" y="1699325"/>
                <a:ext cx="3394" cy="2122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2122" stroke="0" extrusionOk="0">
                    <a:moveTo>
                      <a:pt x="0" y="2122"/>
                    </a:moveTo>
                    <a:lnTo>
                      <a:pt x="3394" y="2122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</p:sp>
          <p:sp>
            <p:nvSpPr>
              <p:cNvPr id="2028" name="Graph element 42"/>
              <p:cNvSpPr/>
              <p:nvPr/>
            </p:nvSpPr>
            <p:spPr>
              <a:xfrm>
                <a:off x="1729450" y="1692960"/>
                <a:ext cx="3394" cy="2122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2122" stroke="0" extrusionOk="0">
                    <a:moveTo>
                      <a:pt x="0" y="2122"/>
                    </a:moveTo>
                    <a:lnTo>
                      <a:pt x="3394" y="2122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</p:sp>
          <p:sp>
            <p:nvSpPr>
              <p:cNvPr id="2029" name="Graph element 43"/>
              <p:cNvSpPr/>
              <p:nvPr/>
            </p:nvSpPr>
            <p:spPr>
              <a:xfrm>
                <a:off x="1692960" y="1663683"/>
                <a:ext cx="2122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2122" h="3394" stroke="0" extrusionOk="0">
                    <a:moveTo>
                      <a:pt x="2122" y="3394"/>
                    </a:moveTo>
                    <a:lnTo>
                      <a:pt x="2122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2122" y="3394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</p:sp>
          <p:sp>
            <p:nvSpPr>
              <p:cNvPr id="2030" name="Graph element 44"/>
              <p:cNvSpPr/>
              <p:nvPr/>
            </p:nvSpPr>
            <p:spPr>
              <a:xfrm>
                <a:off x="1997256" y="1543255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</p:sp>
          <p:sp>
            <p:nvSpPr>
              <p:cNvPr id="2031" name="Graph element 45"/>
              <p:cNvSpPr/>
              <p:nvPr/>
            </p:nvSpPr>
            <p:spPr>
              <a:xfrm>
                <a:off x="2007367" y="1525361"/>
                <a:ext cx="3394" cy="2122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2122" stroke="0" extrusionOk="0">
                    <a:moveTo>
                      <a:pt x="0" y="2122"/>
                    </a:moveTo>
                    <a:lnTo>
                      <a:pt x="3394" y="2122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</p:sp>
          <p:sp>
            <p:nvSpPr>
              <p:cNvPr id="2032" name="Graph element 46"/>
              <p:cNvSpPr/>
              <p:nvPr/>
            </p:nvSpPr>
            <p:spPr>
              <a:xfrm>
                <a:off x="1710356" y="1362005"/>
                <a:ext cx="3394" cy="4243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4243" stroke="0" extrusionOk="0">
                    <a:moveTo>
                      <a:pt x="0" y="4243"/>
                    </a:moveTo>
                    <a:lnTo>
                      <a:pt x="3394" y="4243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4243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</p:sp>
          <p:sp>
            <p:nvSpPr>
              <p:cNvPr id="2033" name="Graph element 47"/>
              <p:cNvSpPr/>
              <p:nvPr/>
            </p:nvSpPr>
            <p:spPr>
              <a:xfrm>
                <a:off x="49219" y="1285631"/>
                <a:ext cx="3394" cy="2122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2122" stroke="0" extrusionOk="0">
                    <a:moveTo>
                      <a:pt x="0" y="2122"/>
                    </a:moveTo>
                    <a:lnTo>
                      <a:pt x="3394" y="2122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</p:sp>
          <p:sp>
            <p:nvSpPr>
              <p:cNvPr id="2034" name="Graph element 48"/>
              <p:cNvSpPr/>
              <p:nvPr/>
            </p:nvSpPr>
            <p:spPr>
              <a:xfrm>
                <a:off x="58202" y="1265338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</p:sp>
          <p:sp>
            <p:nvSpPr>
              <p:cNvPr id="2035" name="Graph element 49"/>
              <p:cNvSpPr/>
              <p:nvPr/>
            </p:nvSpPr>
            <p:spPr>
              <a:xfrm>
                <a:off x="1622950" y="1254233"/>
                <a:ext cx="2122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2122" h="3394" stroke="0" extrusionOk="0">
                    <a:moveTo>
                      <a:pt x="2122" y="3394"/>
                    </a:moveTo>
                    <a:lnTo>
                      <a:pt x="2122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2122" y="3394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</p:sp>
          <p:sp>
            <p:nvSpPr>
              <p:cNvPr id="2036" name="Graph element 50"/>
              <p:cNvSpPr/>
              <p:nvPr/>
            </p:nvSpPr>
            <p:spPr>
              <a:xfrm>
                <a:off x="1616586" y="1254233"/>
                <a:ext cx="2122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2122" h="3394" stroke="0" extrusionOk="0">
                    <a:moveTo>
                      <a:pt x="2122" y="3394"/>
                    </a:moveTo>
                    <a:lnTo>
                      <a:pt x="2122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2122" y="3394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</p:sp>
          <p:sp>
            <p:nvSpPr>
              <p:cNvPr id="2037" name="Graph element 51"/>
              <p:cNvSpPr/>
              <p:nvPr/>
            </p:nvSpPr>
            <p:spPr>
              <a:xfrm>
                <a:off x="1650954" y="1217743"/>
                <a:ext cx="3394" cy="2122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2122" stroke="0" extrusionOk="0">
                    <a:moveTo>
                      <a:pt x="0" y="2122"/>
                    </a:moveTo>
                    <a:lnTo>
                      <a:pt x="3394" y="2122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</p:sp>
          <p:sp>
            <p:nvSpPr>
              <p:cNvPr id="2038" name="Graph element 52"/>
              <p:cNvSpPr/>
              <p:nvPr/>
            </p:nvSpPr>
            <p:spPr>
              <a:xfrm>
                <a:off x="1614889" y="1183799"/>
                <a:ext cx="3394" cy="6365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6365" stroke="0" extrusionOk="0">
                    <a:moveTo>
                      <a:pt x="0" y="6365"/>
                    </a:moveTo>
                    <a:lnTo>
                      <a:pt x="3394" y="6365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6365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</p:sp>
          <p:sp>
            <p:nvSpPr>
              <p:cNvPr id="2039" name="Graph element 53"/>
              <p:cNvSpPr/>
              <p:nvPr/>
            </p:nvSpPr>
            <p:spPr>
              <a:xfrm>
                <a:off x="384416" y="1164706"/>
                <a:ext cx="3394" cy="2122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2122" stroke="0" extrusionOk="0">
                    <a:moveTo>
                      <a:pt x="0" y="2122"/>
                    </a:moveTo>
                    <a:lnTo>
                      <a:pt x="3394" y="2122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</p:sp>
          <p:sp>
            <p:nvSpPr>
              <p:cNvPr id="2040" name="Graph element 54"/>
              <p:cNvSpPr/>
              <p:nvPr/>
            </p:nvSpPr>
            <p:spPr>
              <a:xfrm>
                <a:off x="1619132" y="1156220"/>
                <a:ext cx="3394" cy="10608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10608" stroke="0" extrusionOk="0">
                    <a:moveTo>
                      <a:pt x="0" y="10608"/>
                    </a:moveTo>
                    <a:lnTo>
                      <a:pt x="3394" y="10608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10608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</p:sp>
          <p:sp>
            <p:nvSpPr>
              <p:cNvPr id="2041" name="Graph element 55"/>
              <p:cNvSpPr/>
              <p:nvPr/>
            </p:nvSpPr>
            <p:spPr>
              <a:xfrm>
                <a:off x="376428" y="1142290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2122" y="4522"/>
                    </a:moveTo>
                    <a:lnTo>
                      <a:pt x="4522" y="2122"/>
                    </a:lnTo>
                    <a:lnTo>
                      <a:pt x="2400" y="0"/>
                    </a:lnTo>
                    <a:lnTo>
                      <a:pt x="0" y="2400"/>
                    </a:lnTo>
                    <a:lnTo>
                      <a:pt x="2122" y="4522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</p:sp>
          <p:sp>
            <p:nvSpPr>
              <p:cNvPr id="2042" name="Graph element 56"/>
              <p:cNvSpPr/>
              <p:nvPr/>
            </p:nvSpPr>
            <p:spPr>
              <a:xfrm>
                <a:off x="356413" y="1131186"/>
                <a:ext cx="2122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2122" h="3394" stroke="0" extrusionOk="0">
                    <a:moveTo>
                      <a:pt x="2122" y="3394"/>
                    </a:moveTo>
                    <a:lnTo>
                      <a:pt x="2122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2122" y="3394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</p:sp>
          <p:sp>
            <p:nvSpPr>
              <p:cNvPr id="2043" name="Graph element 57"/>
              <p:cNvSpPr/>
              <p:nvPr/>
            </p:nvSpPr>
            <p:spPr>
              <a:xfrm>
                <a:off x="347927" y="1131186"/>
                <a:ext cx="2122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2122" h="3394" stroke="0" extrusionOk="0">
                    <a:moveTo>
                      <a:pt x="2122" y="3394"/>
                    </a:moveTo>
                    <a:lnTo>
                      <a:pt x="2122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2122" y="3394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</p:sp>
          <p:sp>
            <p:nvSpPr>
              <p:cNvPr id="2044" name="Graph element 58"/>
              <p:cNvSpPr/>
              <p:nvPr/>
            </p:nvSpPr>
            <p:spPr>
              <a:xfrm>
                <a:off x="1612767" y="1126519"/>
                <a:ext cx="3394" cy="10608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10608" stroke="0" extrusionOk="0">
                    <a:moveTo>
                      <a:pt x="0" y="10608"/>
                    </a:moveTo>
                    <a:lnTo>
                      <a:pt x="3394" y="10608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10608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</p:sp>
          <p:sp>
            <p:nvSpPr>
              <p:cNvPr id="2045" name="Graph element 59"/>
              <p:cNvSpPr/>
              <p:nvPr/>
            </p:nvSpPr>
            <p:spPr>
              <a:xfrm>
                <a:off x="1617010" y="1098939"/>
                <a:ext cx="3394" cy="10608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10608" stroke="0" extrusionOk="0">
                    <a:moveTo>
                      <a:pt x="0" y="10608"/>
                    </a:moveTo>
                    <a:lnTo>
                      <a:pt x="3394" y="10608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10608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</p:sp>
          <p:sp>
            <p:nvSpPr>
              <p:cNvPr id="2046" name="Graph element 60"/>
              <p:cNvSpPr/>
              <p:nvPr/>
            </p:nvSpPr>
            <p:spPr>
              <a:xfrm>
                <a:off x="1610646" y="1069238"/>
                <a:ext cx="3394" cy="10608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10608" stroke="0" extrusionOk="0">
                    <a:moveTo>
                      <a:pt x="0" y="10608"/>
                    </a:moveTo>
                    <a:lnTo>
                      <a:pt x="3394" y="10608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10608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</p:sp>
          <p:sp>
            <p:nvSpPr>
              <p:cNvPr id="2047" name="Graph element 61"/>
              <p:cNvSpPr/>
              <p:nvPr/>
            </p:nvSpPr>
            <p:spPr>
              <a:xfrm>
                <a:off x="1614889" y="1041658"/>
                <a:ext cx="3394" cy="10608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10608" stroke="0" extrusionOk="0">
                    <a:moveTo>
                      <a:pt x="0" y="10608"/>
                    </a:moveTo>
                    <a:lnTo>
                      <a:pt x="3394" y="10608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10608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</p:sp>
          <p:sp>
            <p:nvSpPr>
              <p:cNvPr id="2048" name="Graph element 62"/>
              <p:cNvSpPr/>
              <p:nvPr/>
            </p:nvSpPr>
            <p:spPr>
              <a:xfrm>
                <a:off x="1608524" y="1014079"/>
                <a:ext cx="3394" cy="6365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6365" stroke="0" extrusionOk="0">
                    <a:moveTo>
                      <a:pt x="0" y="6365"/>
                    </a:moveTo>
                    <a:lnTo>
                      <a:pt x="3394" y="6365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6365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</p:sp>
          <p:sp>
            <p:nvSpPr>
              <p:cNvPr id="2049" name="Graph element 63"/>
              <p:cNvSpPr/>
              <p:nvPr/>
            </p:nvSpPr>
            <p:spPr>
              <a:xfrm>
                <a:off x="148930" y="1011957"/>
                <a:ext cx="3394" cy="8486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8486" stroke="0" extrusionOk="0">
                    <a:moveTo>
                      <a:pt x="0" y="8486"/>
                    </a:moveTo>
                    <a:lnTo>
                      <a:pt x="3394" y="8486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8486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</p:sp>
          <p:sp>
            <p:nvSpPr>
              <p:cNvPr id="2050" name="Graph element 64"/>
              <p:cNvSpPr/>
              <p:nvPr/>
            </p:nvSpPr>
            <p:spPr>
              <a:xfrm>
                <a:off x="1612767" y="988621"/>
                <a:ext cx="3394" cy="2122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2122" stroke="0" extrusionOk="0">
                    <a:moveTo>
                      <a:pt x="0" y="2122"/>
                    </a:moveTo>
                    <a:lnTo>
                      <a:pt x="3394" y="2122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</p:sp>
          <p:sp>
            <p:nvSpPr>
              <p:cNvPr id="2051" name="Graph element 65"/>
              <p:cNvSpPr/>
              <p:nvPr/>
            </p:nvSpPr>
            <p:spPr>
              <a:xfrm>
                <a:off x="153173" y="988621"/>
                <a:ext cx="3394" cy="8486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8486" stroke="0" extrusionOk="0">
                    <a:moveTo>
                      <a:pt x="0" y="8486"/>
                    </a:moveTo>
                    <a:lnTo>
                      <a:pt x="3394" y="8486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8486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</p:sp>
          <p:sp>
            <p:nvSpPr>
              <p:cNvPr id="2052" name="Graph element 66"/>
              <p:cNvSpPr/>
              <p:nvPr/>
            </p:nvSpPr>
            <p:spPr>
              <a:xfrm>
                <a:off x="146808" y="961041"/>
                <a:ext cx="3394" cy="10608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10608" stroke="0" extrusionOk="0">
                    <a:moveTo>
                      <a:pt x="0" y="10608"/>
                    </a:moveTo>
                    <a:lnTo>
                      <a:pt x="3394" y="10608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10608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</p:sp>
          <p:sp>
            <p:nvSpPr>
              <p:cNvPr id="2053" name="Graph element 67"/>
              <p:cNvSpPr/>
              <p:nvPr/>
            </p:nvSpPr>
            <p:spPr>
              <a:xfrm>
                <a:off x="151051" y="937705"/>
                <a:ext cx="3394" cy="10608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10608" stroke="0" extrusionOk="0">
                    <a:moveTo>
                      <a:pt x="0" y="10608"/>
                    </a:moveTo>
                    <a:lnTo>
                      <a:pt x="3394" y="10608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10608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</p:sp>
          <p:sp>
            <p:nvSpPr>
              <p:cNvPr id="2054" name="Graph element 68"/>
              <p:cNvSpPr/>
              <p:nvPr/>
            </p:nvSpPr>
            <p:spPr>
              <a:xfrm>
                <a:off x="144687" y="912247"/>
                <a:ext cx="3394" cy="8486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8486" stroke="0" extrusionOk="0">
                    <a:moveTo>
                      <a:pt x="0" y="8486"/>
                    </a:moveTo>
                    <a:lnTo>
                      <a:pt x="3394" y="8486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8486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</p:sp>
          <p:sp>
            <p:nvSpPr>
              <p:cNvPr id="2055" name="Graph element 69"/>
              <p:cNvSpPr/>
              <p:nvPr/>
            </p:nvSpPr>
            <p:spPr>
              <a:xfrm>
                <a:off x="148930" y="888910"/>
                <a:ext cx="3394" cy="8486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8486" stroke="0" extrusionOk="0">
                    <a:moveTo>
                      <a:pt x="0" y="8486"/>
                    </a:moveTo>
                    <a:lnTo>
                      <a:pt x="3394" y="8486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8486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</p:sp>
          <p:sp>
            <p:nvSpPr>
              <p:cNvPr id="2056" name="Graph element 70"/>
              <p:cNvSpPr/>
              <p:nvPr/>
            </p:nvSpPr>
            <p:spPr>
              <a:xfrm>
                <a:off x="1886441" y="884667"/>
                <a:ext cx="3394" cy="6365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6365" stroke="0" extrusionOk="0">
                    <a:moveTo>
                      <a:pt x="0" y="6365"/>
                    </a:moveTo>
                    <a:lnTo>
                      <a:pt x="3394" y="6365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6365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</p:sp>
          <p:sp>
            <p:nvSpPr>
              <p:cNvPr id="2057" name="Graph element 71"/>
              <p:cNvSpPr/>
              <p:nvPr/>
            </p:nvSpPr>
            <p:spPr>
              <a:xfrm>
                <a:off x="150627" y="868119"/>
                <a:ext cx="2122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2122" h="3394" stroke="0" extrusionOk="0">
                    <a:moveTo>
                      <a:pt x="2122" y="3394"/>
                    </a:moveTo>
                    <a:lnTo>
                      <a:pt x="2122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2122" y="3394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</p:sp>
          <p:sp>
            <p:nvSpPr>
              <p:cNvPr id="2058" name="Graph element 72"/>
              <p:cNvSpPr/>
              <p:nvPr/>
            </p:nvSpPr>
            <p:spPr>
              <a:xfrm>
                <a:off x="1876331" y="862252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2122" y="4522"/>
                    </a:moveTo>
                    <a:lnTo>
                      <a:pt x="4522" y="2122"/>
                    </a:lnTo>
                    <a:lnTo>
                      <a:pt x="2400" y="0"/>
                    </a:lnTo>
                    <a:lnTo>
                      <a:pt x="0" y="2400"/>
                    </a:lnTo>
                    <a:lnTo>
                      <a:pt x="2122" y="4522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</p:sp>
          <p:sp>
            <p:nvSpPr>
              <p:cNvPr id="2059" name="Graph element 73"/>
              <p:cNvSpPr/>
              <p:nvPr/>
            </p:nvSpPr>
            <p:spPr>
              <a:xfrm>
                <a:off x="119726" y="858009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2122" y="4522"/>
                    </a:moveTo>
                    <a:lnTo>
                      <a:pt x="4522" y="2122"/>
                    </a:lnTo>
                    <a:lnTo>
                      <a:pt x="2400" y="0"/>
                    </a:lnTo>
                    <a:lnTo>
                      <a:pt x="0" y="2400"/>
                    </a:lnTo>
                    <a:lnTo>
                      <a:pt x="2122" y="4522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</p:sp>
          <p:sp>
            <p:nvSpPr>
              <p:cNvPr id="2060" name="Graph element 74"/>
              <p:cNvSpPr/>
              <p:nvPr/>
            </p:nvSpPr>
            <p:spPr>
              <a:xfrm>
                <a:off x="1854194" y="853269"/>
                <a:ext cx="2122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2122" h="3394" stroke="0" extrusionOk="0">
                    <a:moveTo>
                      <a:pt x="2122" y="3394"/>
                    </a:moveTo>
                    <a:lnTo>
                      <a:pt x="2122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2122" y="3394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</p:sp>
          <p:sp>
            <p:nvSpPr>
              <p:cNvPr id="2061" name="Graph element 75"/>
              <p:cNvSpPr/>
              <p:nvPr/>
            </p:nvSpPr>
            <p:spPr>
              <a:xfrm>
                <a:off x="176509" y="835872"/>
                <a:ext cx="3394" cy="4243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4243" stroke="0" extrusionOk="0">
                    <a:moveTo>
                      <a:pt x="0" y="4243"/>
                    </a:moveTo>
                    <a:lnTo>
                      <a:pt x="3394" y="4243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4243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</p:sp>
          <p:sp>
            <p:nvSpPr>
              <p:cNvPr id="2062" name="Graph element 76"/>
              <p:cNvSpPr/>
              <p:nvPr/>
            </p:nvSpPr>
            <p:spPr>
              <a:xfrm>
                <a:off x="1376856" y="787502"/>
                <a:ext cx="2122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2122" h="3394" stroke="0" extrusionOk="0">
                    <a:moveTo>
                      <a:pt x="2122" y="3394"/>
                    </a:moveTo>
                    <a:lnTo>
                      <a:pt x="2122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2122" y="3394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</p:sp>
          <p:sp>
            <p:nvSpPr>
              <p:cNvPr id="2063" name="Graph element 77"/>
              <p:cNvSpPr/>
              <p:nvPr/>
            </p:nvSpPr>
            <p:spPr>
              <a:xfrm>
                <a:off x="1404860" y="763741"/>
                <a:ext cx="3394" cy="2122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2122" stroke="0" extrusionOk="0">
                    <a:moveTo>
                      <a:pt x="0" y="2122"/>
                    </a:moveTo>
                    <a:lnTo>
                      <a:pt x="3394" y="2122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</p:sp>
          <p:sp>
            <p:nvSpPr>
              <p:cNvPr id="2064" name="Graph element 78"/>
              <p:cNvSpPr/>
              <p:nvPr/>
            </p:nvSpPr>
            <p:spPr>
              <a:xfrm>
                <a:off x="1409103" y="717068"/>
                <a:ext cx="3394" cy="2122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2122" stroke="0" extrusionOk="0">
                    <a:moveTo>
                      <a:pt x="0" y="2122"/>
                    </a:moveTo>
                    <a:lnTo>
                      <a:pt x="3394" y="2122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</p:sp>
          <p:sp>
            <p:nvSpPr>
              <p:cNvPr id="2065" name="Graph element 79"/>
              <p:cNvSpPr/>
              <p:nvPr/>
            </p:nvSpPr>
            <p:spPr>
              <a:xfrm>
                <a:off x="1415467" y="704339"/>
                <a:ext cx="3394" cy="2122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2122" stroke="0" extrusionOk="0">
                    <a:moveTo>
                      <a:pt x="0" y="2122"/>
                    </a:moveTo>
                    <a:lnTo>
                      <a:pt x="3394" y="2122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</p:sp>
          <p:sp>
            <p:nvSpPr>
              <p:cNvPr id="2066" name="Graph element 80"/>
              <p:cNvSpPr/>
              <p:nvPr/>
            </p:nvSpPr>
            <p:spPr>
              <a:xfrm>
                <a:off x="1321697" y="700521"/>
                <a:ext cx="27580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27580" h="3394" stroke="0" extrusionOk="0">
                    <a:moveTo>
                      <a:pt x="27580" y="3394"/>
                    </a:moveTo>
                    <a:lnTo>
                      <a:pt x="27580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27580" y="3394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</p:sp>
          <p:sp>
            <p:nvSpPr>
              <p:cNvPr id="2067" name="Graph element 81"/>
              <p:cNvSpPr/>
              <p:nvPr/>
            </p:nvSpPr>
            <p:spPr>
              <a:xfrm>
                <a:off x="1448987" y="698399"/>
                <a:ext cx="21215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21215" h="3394" stroke="0" extrusionOk="0">
                    <a:moveTo>
                      <a:pt x="21215" y="3394"/>
                    </a:moveTo>
                    <a:lnTo>
                      <a:pt x="21215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21215" y="3394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</p:sp>
          <p:sp>
            <p:nvSpPr>
              <p:cNvPr id="2068" name="Graph element 82"/>
              <p:cNvSpPr/>
              <p:nvPr/>
            </p:nvSpPr>
            <p:spPr>
              <a:xfrm>
                <a:off x="1260173" y="696278"/>
                <a:ext cx="29701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29701" h="3394" stroke="0" extrusionOk="0">
                    <a:moveTo>
                      <a:pt x="29701" y="3394"/>
                    </a:moveTo>
                    <a:lnTo>
                      <a:pt x="29701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29701" y="3394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</p:sp>
          <p:sp>
            <p:nvSpPr>
              <p:cNvPr id="2069" name="Graph element 83"/>
              <p:cNvSpPr/>
              <p:nvPr/>
            </p:nvSpPr>
            <p:spPr>
              <a:xfrm>
                <a:off x="1534272" y="695853"/>
                <a:ext cx="3394" cy="4243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4243" stroke="0" extrusionOk="0">
                    <a:moveTo>
                      <a:pt x="0" y="4243"/>
                    </a:moveTo>
                    <a:lnTo>
                      <a:pt x="3394" y="4243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4243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</p:sp>
          <p:sp>
            <p:nvSpPr>
              <p:cNvPr id="2070" name="Graph element 84"/>
              <p:cNvSpPr/>
              <p:nvPr/>
            </p:nvSpPr>
            <p:spPr>
              <a:xfrm>
                <a:off x="1389585" y="691610"/>
                <a:ext cx="25034" cy="5940"/>
              </a:xfrm>
              <a:custGeom>
                <a:avLst/>
                <a:gdLst/>
                <a:ahLst/>
                <a:cxnLst/>
                <a:rect l="0" t="0" r="r" b="b"/>
                <a:pathLst>
                  <a:path w="25034" h="5940" stroke="0" extrusionOk="0">
                    <a:moveTo>
                      <a:pt x="0" y="2546"/>
                    </a:moveTo>
                    <a:lnTo>
                      <a:pt x="0" y="5940"/>
                    </a:lnTo>
                    <a:lnTo>
                      <a:pt x="21918" y="5940"/>
                    </a:lnTo>
                    <a:lnTo>
                      <a:pt x="25034" y="2825"/>
                    </a:lnTo>
                    <a:lnTo>
                      <a:pt x="25034" y="0"/>
                    </a:lnTo>
                    <a:lnTo>
                      <a:pt x="21639" y="0"/>
                    </a:lnTo>
                    <a:lnTo>
                      <a:pt x="21639" y="1418"/>
                    </a:lnTo>
                    <a:lnTo>
                      <a:pt x="20512" y="2546"/>
                    </a:lnTo>
                    <a:lnTo>
                      <a:pt x="0" y="2546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</p:sp>
          <p:sp>
            <p:nvSpPr>
              <p:cNvPr id="2071" name="Graph element 85"/>
              <p:cNvSpPr/>
              <p:nvPr/>
            </p:nvSpPr>
            <p:spPr>
              <a:xfrm>
                <a:off x="1616586" y="683549"/>
                <a:ext cx="2122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2122" h="3394" stroke="0" extrusionOk="0">
                    <a:moveTo>
                      <a:pt x="2122" y="3394"/>
                    </a:moveTo>
                    <a:lnTo>
                      <a:pt x="2122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2122" y="3394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</p:sp>
          <p:sp>
            <p:nvSpPr>
              <p:cNvPr id="2072" name="Graph element 86"/>
              <p:cNvSpPr/>
              <p:nvPr/>
            </p:nvSpPr>
            <p:spPr>
              <a:xfrm>
                <a:off x="1574156" y="683549"/>
                <a:ext cx="2122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2122" h="3394" stroke="0" extrusionOk="0">
                    <a:moveTo>
                      <a:pt x="2122" y="3394"/>
                    </a:moveTo>
                    <a:lnTo>
                      <a:pt x="2122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2122" y="3394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</p:sp>
          <p:sp>
            <p:nvSpPr>
              <p:cNvPr id="2073" name="Graph element 87"/>
              <p:cNvSpPr/>
              <p:nvPr/>
            </p:nvSpPr>
            <p:spPr>
              <a:xfrm>
                <a:off x="1633558" y="681427"/>
                <a:ext cx="2122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2122" h="3394" stroke="0" extrusionOk="0">
                    <a:moveTo>
                      <a:pt x="2122" y="3394"/>
                    </a:moveTo>
                    <a:lnTo>
                      <a:pt x="2122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2122" y="3394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</p:sp>
          <p:sp>
            <p:nvSpPr>
              <p:cNvPr id="2074" name="Graph element 88"/>
              <p:cNvSpPr/>
              <p:nvPr/>
            </p:nvSpPr>
            <p:spPr>
              <a:xfrm>
                <a:off x="1608100" y="679306"/>
                <a:ext cx="2122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2122" h="3394" stroke="0" extrusionOk="0">
                    <a:moveTo>
                      <a:pt x="2122" y="3394"/>
                    </a:moveTo>
                    <a:lnTo>
                      <a:pt x="2122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2122" y="3394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</p:sp>
          <p:sp>
            <p:nvSpPr>
              <p:cNvPr id="2075" name="Graph element 89"/>
              <p:cNvSpPr/>
              <p:nvPr/>
            </p:nvSpPr>
            <p:spPr>
              <a:xfrm>
                <a:off x="1625072" y="677184"/>
                <a:ext cx="2122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2122" h="3394" stroke="0" extrusionOk="0">
                    <a:moveTo>
                      <a:pt x="2122" y="3394"/>
                    </a:moveTo>
                    <a:lnTo>
                      <a:pt x="2122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2122" y="3394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</p:sp>
          <p:sp>
            <p:nvSpPr>
              <p:cNvPr id="2076" name="Graph element 90"/>
              <p:cNvSpPr/>
              <p:nvPr/>
            </p:nvSpPr>
            <p:spPr>
              <a:xfrm>
                <a:off x="1417589" y="678881"/>
                <a:ext cx="3394" cy="4243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4243" stroke="0" extrusionOk="0">
                    <a:moveTo>
                      <a:pt x="0" y="4243"/>
                    </a:moveTo>
                    <a:lnTo>
                      <a:pt x="3394" y="4243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4243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</p:sp>
          <p:sp>
            <p:nvSpPr>
              <p:cNvPr id="2077" name="Graph element 91"/>
              <p:cNvSpPr/>
              <p:nvPr/>
            </p:nvSpPr>
            <p:spPr>
              <a:xfrm>
                <a:off x="1701446" y="672941"/>
                <a:ext cx="2122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2122" h="3394" stroke="0" extrusionOk="0">
                    <a:moveTo>
                      <a:pt x="2122" y="3394"/>
                    </a:moveTo>
                    <a:lnTo>
                      <a:pt x="2122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2122" y="3394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</p:sp>
          <p:sp>
            <p:nvSpPr>
              <p:cNvPr id="2078" name="Graph element 92"/>
              <p:cNvSpPr/>
              <p:nvPr/>
            </p:nvSpPr>
            <p:spPr>
              <a:xfrm>
                <a:off x="1718418" y="670819"/>
                <a:ext cx="2122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2122" h="3394" stroke="0" extrusionOk="0">
                    <a:moveTo>
                      <a:pt x="2122" y="3394"/>
                    </a:moveTo>
                    <a:lnTo>
                      <a:pt x="2122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2122" y="3394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</p:sp>
          <p:sp>
            <p:nvSpPr>
              <p:cNvPr id="2079" name="Graph element 93"/>
              <p:cNvSpPr/>
              <p:nvPr/>
            </p:nvSpPr>
            <p:spPr>
              <a:xfrm>
                <a:off x="1524161" y="671317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2122" y="4522"/>
                    </a:moveTo>
                    <a:lnTo>
                      <a:pt x="4522" y="2122"/>
                    </a:lnTo>
                    <a:lnTo>
                      <a:pt x="2400" y="0"/>
                    </a:lnTo>
                    <a:lnTo>
                      <a:pt x="0" y="2400"/>
                    </a:lnTo>
                    <a:lnTo>
                      <a:pt x="2122" y="4522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</p:sp>
          <p:sp>
            <p:nvSpPr>
              <p:cNvPr id="2080" name="Graph element 94"/>
              <p:cNvSpPr/>
              <p:nvPr/>
            </p:nvSpPr>
            <p:spPr>
              <a:xfrm>
                <a:off x="1692960" y="668698"/>
                <a:ext cx="2122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2122" h="3394" stroke="0" extrusionOk="0">
                    <a:moveTo>
                      <a:pt x="2122" y="3394"/>
                    </a:moveTo>
                    <a:lnTo>
                      <a:pt x="2122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2122" y="3394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</p:sp>
          <p:sp>
            <p:nvSpPr>
              <p:cNvPr id="2081" name="Graph element 95"/>
              <p:cNvSpPr/>
              <p:nvPr/>
            </p:nvSpPr>
            <p:spPr>
              <a:xfrm>
                <a:off x="1709932" y="666576"/>
                <a:ext cx="2122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2122" h="3394" stroke="0" extrusionOk="0">
                    <a:moveTo>
                      <a:pt x="2122" y="3394"/>
                    </a:moveTo>
                    <a:lnTo>
                      <a:pt x="2122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2122" y="3394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</p:sp>
          <p:sp>
            <p:nvSpPr>
              <p:cNvPr id="2082" name="Graph element 96"/>
              <p:cNvSpPr/>
              <p:nvPr/>
            </p:nvSpPr>
            <p:spPr>
              <a:xfrm>
                <a:off x="1413346" y="668274"/>
                <a:ext cx="3394" cy="2122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2122" stroke="0" extrusionOk="0">
                    <a:moveTo>
                      <a:pt x="0" y="2122"/>
                    </a:moveTo>
                    <a:lnTo>
                      <a:pt x="3394" y="2122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</p:sp>
          <p:sp>
            <p:nvSpPr>
              <p:cNvPr id="2083" name="Graph element 97"/>
              <p:cNvSpPr/>
              <p:nvPr/>
            </p:nvSpPr>
            <p:spPr>
              <a:xfrm>
                <a:off x="1726904" y="664455"/>
                <a:ext cx="2122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2122" h="3394" stroke="0" extrusionOk="0">
                    <a:moveTo>
                      <a:pt x="2122" y="3394"/>
                    </a:moveTo>
                    <a:lnTo>
                      <a:pt x="2122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2122" y="3394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</p:sp>
          <p:sp>
            <p:nvSpPr>
              <p:cNvPr id="2084" name="Graph element 98"/>
              <p:cNvSpPr/>
              <p:nvPr/>
            </p:nvSpPr>
            <p:spPr>
              <a:xfrm>
                <a:off x="1419710" y="655545"/>
                <a:ext cx="3394" cy="2122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2122" stroke="0" extrusionOk="0">
                    <a:moveTo>
                      <a:pt x="0" y="2122"/>
                    </a:moveTo>
                    <a:lnTo>
                      <a:pt x="3394" y="2122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</p:sp>
          <p:sp>
            <p:nvSpPr>
              <p:cNvPr id="2085" name="Graph element 99"/>
              <p:cNvSpPr/>
              <p:nvPr/>
            </p:nvSpPr>
            <p:spPr>
              <a:xfrm>
                <a:off x="1421832" y="632208"/>
                <a:ext cx="3394" cy="2122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2122" stroke="0" extrusionOk="0">
                    <a:moveTo>
                      <a:pt x="0" y="2122"/>
                    </a:moveTo>
                    <a:lnTo>
                      <a:pt x="3394" y="2122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</p:sp>
          <p:sp>
            <p:nvSpPr>
              <p:cNvPr id="2086" name="Graph element 100"/>
              <p:cNvSpPr/>
              <p:nvPr/>
            </p:nvSpPr>
            <p:spPr>
              <a:xfrm>
                <a:off x="1316254" y="577970"/>
                <a:ext cx="5443" cy="5019"/>
              </a:xfrm>
              <a:custGeom>
                <a:avLst/>
                <a:gdLst/>
                <a:ahLst/>
                <a:cxnLst/>
                <a:rect l="0" t="0" r="r" b="b"/>
                <a:pathLst>
                  <a:path w="5443" h="5019" stroke="0" extrusionOk="0">
                    <a:moveTo>
                      <a:pt x="2619" y="5019"/>
                    </a:moveTo>
                    <a:lnTo>
                      <a:pt x="5443" y="5019"/>
                    </a:lnTo>
                    <a:lnTo>
                      <a:pt x="5443" y="1624"/>
                    </a:lnTo>
                    <a:lnTo>
                      <a:pt x="4025" y="1624"/>
                    </a:lnTo>
                    <a:lnTo>
                      <a:pt x="2400" y="0"/>
                    </a:lnTo>
                    <a:lnTo>
                      <a:pt x="0" y="2400"/>
                    </a:lnTo>
                    <a:lnTo>
                      <a:pt x="2619" y="5019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</p:sp>
          <p:sp>
            <p:nvSpPr>
              <p:cNvPr id="2087" name="Graph element 101"/>
              <p:cNvSpPr/>
              <p:nvPr/>
            </p:nvSpPr>
            <p:spPr>
              <a:xfrm>
                <a:off x="1428196" y="560077"/>
                <a:ext cx="3394" cy="2122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2122" stroke="0" extrusionOk="0">
                    <a:moveTo>
                      <a:pt x="0" y="2122"/>
                    </a:moveTo>
                    <a:lnTo>
                      <a:pt x="3394" y="2122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</p:sp>
          <p:sp>
            <p:nvSpPr>
              <p:cNvPr id="2088" name="Graph element 102"/>
              <p:cNvSpPr/>
              <p:nvPr/>
            </p:nvSpPr>
            <p:spPr>
              <a:xfrm>
                <a:off x="1423953" y="549469"/>
                <a:ext cx="3394" cy="2122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2122" stroke="0" extrusionOk="0">
                    <a:moveTo>
                      <a:pt x="0" y="2122"/>
                    </a:moveTo>
                    <a:lnTo>
                      <a:pt x="3394" y="2122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</p:sp>
          <p:sp>
            <p:nvSpPr>
              <p:cNvPr id="2089" name="Graph element 103"/>
              <p:cNvSpPr/>
              <p:nvPr/>
            </p:nvSpPr>
            <p:spPr>
              <a:xfrm>
                <a:off x="381871" y="288949"/>
                <a:ext cx="2122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2122" h="3394" stroke="0" extrusionOk="0">
                    <a:moveTo>
                      <a:pt x="2122" y="3394"/>
                    </a:moveTo>
                    <a:lnTo>
                      <a:pt x="2122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2122" y="3394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</p:sp>
          <p:sp>
            <p:nvSpPr>
              <p:cNvPr id="2090" name="Graph element 104"/>
              <p:cNvSpPr/>
              <p:nvPr/>
            </p:nvSpPr>
            <p:spPr>
              <a:xfrm>
                <a:off x="407753" y="260945"/>
                <a:ext cx="3394" cy="2122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2122" stroke="0" extrusionOk="0">
                    <a:moveTo>
                      <a:pt x="0" y="2122"/>
                    </a:moveTo>
                    <a:lnTo>
                      <a:pt x="3394" y="2122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</p:sp>
          <p:sp>
            <p:nvSpPr>
              <p:cNvPr id="2091" name="Graph element 105"/>
              <p:cNvSpPr/>
              <p:nvPr/>
            </p:nvSpPr>
            <p:spPr>
              <a:xfrm>
                <a:off x="350970" y="234287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</p:sp>
          <p:sp>
            <p:nvSpPr>
              <p:cNvPr id="2092" name="Graph element 106"/>
              <p:cNvSpPr/>
              <p:nvPr/>
            </p:nvSpPr>
            <p:spPr>
              <a:xfrm>
                <a:off x="1555487" y="167599"/>
                <a:ext cx="3394" cy="2122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2122" stroke="0" extrusionOk="0">
                    <a:moveTo>
                      <a:pt x="0" y="2122"/>
                    </a:moveTo>
                    <a:lnTo>
                      <a:pt x="3394" y="2122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</p:sp>
          <p:sp>
            <p:nvSpPr>
              <p:cNvPr id="2093" name="Graph element 107"/>
              <p:cNvSpPr/>
              <p:nvPr/>
            </p:nvSpPr>
            <p:spPr>
              <a:xfrm>
                <a:off x="1409103" y="1393828"/>
                <a:ext cx="3394" cy="2122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2122" stroke="0" extrusionOk="0">
                    <a:moveTo>
                      <a:pt x="0" y="2122"/>
                    </a:moveTo>
                    <a:lnTo>
                      <a:pt x="3394" y="2122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F2EAE9"/>
              </a:solidFill>
              <a:ln>
                <a:noFill/>
              </a:ln>
            </p:spPr>
          </p:sp>
          <p:sp>
            <p:nvSpPr>
              <p:cNvPr id="2094" name="Graph element 108"/>
              <p:cNvSpPr/>
              <p:nvPr/>
            </p:nvSpPr>
            <p:spPr>
              <a:xfrm>
                <a:off x="1611143" y="976813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2122" y="4522"/>
                    </a:moveTo>
                    <a:lnTo>
                      <a:pt x="4522" y="2122"/>
                    </a:lnTo>
                    <a:lnTo>
                      <a:pt x="2400" y="0"/>
                    </a:lnTo>
                    <a:lnTo>
                      <a:pt x="0" y="2400"/>
                    </a:lnTo>
                    <a:lnTo>
                      <a:pt x="2122" y="4522"/>
                    </a:lnTo>
                    <a:close/>
                  </a:path>
                </a:pathLst>
              </a:custGeom>
              <a:solidFill>
                <a:srgbClr val="F2EAE9"/>
              </a:solidFill>
              <a:ln>
                <a:noFill/>
              </a:ln>
            </p:spPr>
          </p:sp>
          <p:sp>
            <p:nvSpPr>
              <p:cNvPr id="2095" name="Graph element 109"/>
              <p:cNvSpPr/>
              <p:nvPr/>
            </p:nvSpPr>
            <p:spPr>
              <a:xfrm>
                <a:off x="1228351" y="723857"/>
                <a:ext cx="2122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2122" h="3394" stroke="0" extrusionOk="0">
                    <a:moveTo>
                      <a:pt x="2122" y="3394"/>
                    </a:moveTo>
                    <a:lnTo>
                      <a:pt x="2122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2122" y="3394"/>
                    </a:lnTo>
                    <a:close/>
                  </a:path>
                </a:pathLst>
              </a:custGeom>
              <a:solidFill>
                <a:srgbClr val="F2EAE9"/>
              </a:solidFill>
              <a:ln>
                <a:noFill/>
              </a:ln>
            </p:spPr>
          </p:sp>
          <p:sp>
            <p:nvSpPr>
              <p:cNvPr id="2096" name="Graph element 110"/>
              <p:cNvSpPr/>
              <p:nvPr/>
            </p:nvSpPr>
            <p:spPr>
              <a:xfrm>
                <a:off x="1621750" y="397643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2122" y="4522"/>
                    </a:moveTo>
                    <a:lnTo>
                      <a:pt x="4522" y="2122"/>
                    </a:lnTo>
                    <a:lnTo>
                      <a:pt x="2400" y="0"/>
                    </a:lnTo>
                    <a:lnTo>
                      <a:pt x="0" y="2400"/>
                    </a:lnTo>
                    <a:lnTo>
                      <a:pt x="2122" y="4522"/>
                    </a:lnTo>
                    <a:close/>
                  </a:path>
                </a:pathLst>
              </a:custGeom>
              <a:solidFill>
                <a:srgbClr val="F2EAE9"/>
              </a:solidFill>
              <a:ln>
                <a:noFill/>
              </a:ln>
            </p:spPr>
          </p:sp>
          <p:sp>
            <p:nvSpPr>
              <p:cNvPr id="2097" name="Graph element 111"/>
              <p:cNvSpPr/>
              <p:nvPr/>
            </p:nvSpPr>
            <p:spPr>
              <a:xfrm>
                <a:off x="1426572" y="828308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E8E8E8"/>
              </a:solidFill>
              <a:ln>
                <a:noFill/>
              </a:ln>
            </p:spPr>
          </p:sp>
          <p:sp>
            <p:nvSpPr>
              <p:cNvPr id="2098" name="Graph element 112"/>
              <p:cNvSpPr/>
              <p:nvPr/>
            </p:nvSpPr>
            <p:spPr>
              <a:xfrm>
                <a:off x="1515178" y="725554"/>
                <a:ext cx="3394" cy="6365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6365" stroke="0" extrusionOk="0">
                    <a:moveTo>
                      <a:pt x="0" y="6365"/>
                    </a:moveTo>
                    <a:lnTo>
                      <a:pt x="3394" y="6365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6365"/>
                    </a:lnTo>
                    <a:close/>
                  </a:path>
                </a:pathLst>
              </a:custGeom>
              <a:solidFill>
                <a:srgbClr val="E8E8E8"/>
              </a:solidFill>
              <a:ln>
                <a:noFill/>
              </a:ln>
            </p:spPr>
          </p:sp>
          <p:sp>
            <p:nvSpPr>
              <p:cNvPr id="2099" name="Graph element 113"/>
              <p:cNvSpPr/>
              <p:nvPr/>
            </p:nvSpPr>
            <p:spPr>
              <a:xfrm>
                <a:off x="908004" y="2066769"/>
                <a:ext cx="2122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2122" h="3394" stroke="0" extrusionOk="0">
                    <a:moveTo>
                      <a:pt x="2122" y="3394"/>
                    </a:moveTo>
                    <a:lnTo>
                      <a:pt x="2122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2122" y="3394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</p:sp>
          <p:sp>
            <p:nvSpPr>
              <p:cNvPr id="2100" name="Graph element 114"/>
              <p:cNvSpPr/>
              <p:nvPr/>
            </p:nvSpPr>
            <p:spPr>
              <a:xfrm>
                <a:off x="1701446" y="1663683"/>
                <a:ext cx="2122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2122" h="3394" stroke="0" extrusionOk="0">
                    <a:moveTo>
                      <a:pt x="2122" y="3394"/>
                    </a:moveTo>
                    <a:lnTo>
                      <a:pt x="2122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2122" y="3394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</p:sp>
          <p:sp>
            <p:nvSpPr>
              <p:cNvPr id="2101" name="Graph element 115"/>
              <p:cNvSpPr/>
              <p:nvPr/>
            </p:nvSpPr>
            <p:spPr>
              <a:xfrm>
                <a:off x="1943722" y="1512632"/>
                <a:ext cx="3394" cy="2122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2122" stroke="0" extrusionOk="0">
                    <a:moveTo>
                      <a:pt x="0" y="2122"/>
                    </a:moveTo>
                    <a:lnTo>
                      <a:pt x="3394" y="2122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</p:sp>
          <p:sp>
            <p:nvSpPr>
              <p:cNvPr id="2102" name="Graph element 116"/>
              <p:cNvSpPr/>
              <p:nvPr/>
            </p:nvSpPr>
            <p:spPr>
              <a:xfrm>
                <a:off x="1507189" y="1322618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</p:sp>
          <p:sp>
            <p:nvSpPr>
              <p:cNvPr id="2103" name="Graph element 117"/>
              <p:cNvSpPr/>
              <p:nvPr/>
            </p:nvSpPr>
            <p:spPr>
              <a:xfrm>
                <a:off x="1507189" y="1316254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</p:sp>
          <p:sp>
            <p:nvSpPr>
              <p:cNvPr id="2104" name="Graph element 118"/>
              <p:cNvSpPr/>
              <p:nvPr/>
            </p:nvSpPr>
            <p:spPr>
              <a:xfrm>
                <a:off x="1543255" y="1290796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</p:sp>
          <p:sp>
            <p:nvSpPr>
              <p:cNvPr id="2105" name="Graph element 119"/>
              <p:cNvSpPr/>
              <p:nvPr/>
            </p:nvSpPr>
            <p:spPr>
              <a:xfrm>
                <a:off x="1543255" y="1284431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</p:sp>
          <p:sp>
            <p:nvSpPr>
              <p:cNvPr id="2106" name="Graph element 120"/>
              <p:cNvSpPr/>
              <p:nvPr/>
            </p:nvSpPr>
            <p:spPr>
              <a:xfrm>
                <a:off x="102754" y="1265338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2122" y="4522"/>
                    </a:moveTo>
                    <a:lnTo>
                      <a:pt x="4522" y="2122"/>
                    </a:lnTo>
                    <a:lnTo>
                      <a:pt x="2400" y="0"/>
                    </a:lnTo>
                    <a:lnTo>
                      <a:pt x="0" y="2400"/>
                    </a:lnTo>
                    <a:lnTo>
                      <a:pt x="2122" y="452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</p:sp>
          <p:sp>
            <p:nvSpPr>
              <p:cNvPr id="2107" name="Graph element 121"/>
              <p:cNvSpPr/>
              <p:nvPr/>
            </p:nvSpPr>
            <p:spPr>
              <a:xfrm>
                <a:off x="1579320" y="1258973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</p:sp>
          <p:sp>
            <p:nvSpPr>
              <p:cNvPr id="2108" name="Graph element 122"/>
              <p:cNvSpPr/>
              <p:nvPr/>
            </p:nvSpPr>
            <p:spPr>
              <a:xfrm>
                <a:off x="1511432" y="726476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2122" y="4522"/>
                    </a:moveTo>
                    <a:lnTo>
                      <a:pt x="4522" y="2122"/>
                    </a:lnTo>
                    <a:lnTo>
                      <a:pt x="2400" y="0"/>
                    </a:lnTo>
                    <a:lnTo>
                      <a:pt x="0" y="2400"/>
                    </a:lnTo>
                    <a:lnTo>
                      <a:pt x="2122" y="452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</p:sp>
          <p:sp>
            <p:nvSpPr>
              <p:cNvPr id="2109" name="Graph element 123"/>
              <p:cNvSpPr/>
              <p:nvPr/>
            </p:nvSpPr>
            <p:spPr>
              <a:xfrm>
                <a:off x="1260173" y="723857"/>
                <a:ext cx="2122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2122" h="3394" stroke="0" extrusionOk="0">
                    <a:moveTo>
                      <a:pt x="2122" y="3394"/>
                    </a:moveTo>
                    <a:lnTo>
                      <a:pt x="2122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2122" y="3394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</p:sp>
          <p:sp>
            <p:nvSpPr>
              <p:cNvPr id="2110" name="Graph element 124"/>
              <p:cNvSpPr/>
              <p:nvPr/>
            </p:nvSpPr>
            <p:spPr>
              <a:xfrm>
                <a:off x="1515178" y="721311"/>
                <a:ext cx="3394" cy="2122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2122" stroke="0" extrusionOk="0">
                    <a:moveTo>
                      <a:pt x="0" y="2122"/>
                    </a:moveTo>
                    <a:lnTo>
                      <a:pt x="3394" y="2122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</p:sp>
          <p:sp>
            <p:nvSpPr>
              <p:cNvPr id="2111" name="Graph element 125"/>
              <p:cNvSpPr/>
              <p:nvPr/>
            </p:nvSpPr>
            <p:spPr>
              <a:xfrm>
                <a:off x="412493" y="217315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</p:sp>
          <p:sp>
            <p:nvSpPr>
              <p:cNvPr id="2112" name="Graph element 126"/>
              <p:cNvSpPr/>
              <p:nvPr/>
            </p:nvSpPr>
            <p:spPr>
              <a:xfrm>
                <a:off x="1529604" y="193481"/>
                <a:ext cx="2122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2122" h="3394" stroke="0" extrusionOk="0">
                    <a:moveTo>
                      <a:pt x="2122" y="3394"/>
                    </a:moveTo>
                    <a:lnTo>
                      <a:pt x="2122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2122" y="3394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</p:sp>
          <p:sp>
            <p:nvSpPr>
              <p:cNvPr id="2113" name="Graph element 127"/>
              <p:cNvSpPr/>
              <p:nvPr/>
            </p:nvSpPr>
            <p:spPr>
              <a:xfrm>
                <a:off x="444316" y="181249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</p:sp>
          <p:sp>
            <p:nvSpPr>
              <p:cNvPr id="2114" name="Graph element 128"/>
              <p:cNvSpPr/>
              <p:nvPr/>
            </p:nvSpPr>
            <p:spPr>
              <a:xfrm>
                <a:off x="437951" y="181249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</p:sp>
          <p:sp>
            <p:nvSpPr>
              <p:cNvPr id="2115" name="Graph element 129"/>
              <p:cNvSpPr/>
              <p:nvPr/>
            </p:nvSpPr>
            <p:spPr>
              <a:xfrm>
                <a:off x="490989" y="128212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</p:sp>
          <p:sp>
            <p:nvSpPr>
              <p:cNvPr id="2116" name="Graph element 130"/>
              <p:cNvSpPr/>
              <p:nvPr/>
            </p:nvSpPr>
            <p:spPr>
              <a:xfrm>
                <a:off x="484624" y="128212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</p:sp>
          <p:sp>
            <p:nvSpPr>
              <p:cNvPr id="2117" name="Graph element 131"/>
              <p:cNvSpPr/>
              <p:nvPr/>
            </p:nvSpPr>
            <p:spPr>
              <a:xfrm>
                <a:off x="1585685" y="435830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2122" y="4522"/>
                    </a:moveTo>
                    <a:lnTo>
                      <a:pt x="4522" y="2122"/>
                    </a:lnTo>
                    <a:lnTo>
                      <a:pt x="2400" y="0"/>
                    </a:lnTo>
                    <a:lnTo>
                      <a:pt x="0" y="2400"/>
                    </a:lnTo>
                    <a:lnTo>
                      <a:pt x="2122" y="4522"/>
                    </a:lnTo>
                    <a:close/>
                  </a:path>
                </a:pathLst>
              </a:custGeom>
              <a:solidFill>
                <a:srgbClr val="E6E0DF"/>
              </a:solidFill>
              <a:ln>
                <a:noFill/>
              </a:ln>
            </p:spPr>
          </p:sp>
          <p:sp>
            <p:nvSpPr>
              <p:cNvPr id="2118" name="Graph element 132"/>
              <p:cNvSpPr/>
              <p:nvPr/>
            </p:nvSpPr>
            <p:spPr>
              <a:xfrm>
                <a:off x="1640844" y="1244123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DCDCDC"/>
              </a:solidFill>
              <a:ln>
                <a:noFill/>
              </a:ln>
            </p:spPr>
          </p:sp>
          <p:sp>
            <p:nvSpPr>
              <p:cNvPr id="2119" name="Graph element 133"/>
              <p:cNvSpPr/>
              <p:nvPr/>
            </p:nvSpPr>
            <p:spPr>
              <a:xfrm>
                <a:off x="1619132" y="1171070"/>
                <a:ext cx="3394" cy="10608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10608" stroke="0" extrusionOk="0">
                    <a:moveTo>
                      <a:pt x="0" y="10608"/>
                    </a:moveTo>
                    <a:lnTo>
                      <a:pt x="3394" y="10608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10608"/>
                    </a:lnTo>
                    <a:close/>
                  </a:path>
                </a:pathLst>
              </a:custGeom>
              <a:solidFill>
                <a:srgbClr val="DCDCDC"/>
              </a:solidFill>
              <a:ln>
                <a:noFill/>
              </a:ln>
            </p:spPr>
          </p:sp>
          <p:sp>
            <p:nvSpPr>
              <p:cNvPr id="2120" name="Graph element 134"/>
              <p:cNvSpPr/>
              <p:nvPr/>
            </p:nvSpPr>
            <p:spPr>
              <a:xfrm>
                <a:off x="1614889" y="1168949"/>
                <a:ext cx="3394" cy="10608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10608" stroke="0" extrusionOk="0">
                    <a:moveTo>
                      <a:pt x="0" y="10608"/>
                    </a:moveTo>
                    <a:lnTo>
                      <a:pt x="3394" y="10608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10608"/>
                    </a:lnTo>
                    <a:close/>
                  </a:path>
                </a:pathLst>
              </a:custGeom>
              <a:solidFill>
                <a:srgbClr val="DCDCDC"/>
              </a:solidFill>
              <a:ln>
                <a:noFill/>
              </a:ln>
            </p:spPr>
          </p:sp>
          <p:sp>
            <p:nvSpPr>
              <p:cNvPr id="2121" name="Graph element 135"/>
              <p:cNvSpPr/>
              <p:nvPr/>
            </p:nvSpPr>
            <p:spPr>
              <a:xfrm>
                <a:off x="1617010" y="1113789"/>
                <a:ext cx="3394" cy="10608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10608" stroke="0" extrusionOk="0">
                    <a:moveTo>
                      <a:pt x="0" y="10608"/>
                    </a:moveTo>
                    <a:lnTo>
                      <a:pt x="3394" y="10608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10608"/>
                    </a:lnTo>
                    <a:close/>
                  </a:path>
                </a:pathLst>
              </a:custGeom>
              <a:solidFill>
                <a:srgbClr val="DCDCDC"/>
              </a:solidFill>
              <a:ln>
                <a:noFill/>
              </a:ln>
            </p:spPr>
          </p:sp>
          <p:sp>
            <p:nvSpPr>
              <p:cNvPr id="2122" name="Graph element 136"/>
              <p:cNvSpPr/>
              <p:nvPr/>
            </p:nvSpPr>
            <p:spPr>
              <a:xfrm>
                <a:off x="1612767" y="1111668"/>
                <a:ext cx="3394" cy="10608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10608" stroke="0" extrusionOk="0">
                    <a:moveTo>
                      <a:pt x="0" y="10608"/>
                    </a:moveTo>
                    <a:lnTo>
                      <a:pt x="3394" y="10608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10608"/>
                    </a:lnTo>
                    <a:close/>
                  </a:path>
                </a:pathLst>
              </a:custGeom>
              <a:solidFill>
                <a:srgbClr val="DCDCDC"/>
              </a:solidFill>
              <a:ln>
                <a:noFill/>
              </a:ln>
            </p:spPr>
          </p:sp>
          <p:sp>
            <p:nvSpPr>
              <p:cNvPr id="2123" name="Graph element 137"/>
              <p:cNvSpPr/>
              <p:nvPr/>
            </p:nvSpPr>
            <p:spPr>
              <a:xfrm>
                <a:off x="1614889" y="1056509"/>
                <a:ext cx="3394" cy="10608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10608" stroke="0" extrusionOk="0">
                    <a:moveTo>
                      <a:pt x="0" y="10608"/>
                    </a:moveTo>
                    <a:lnTo>
                      <a:pt x="3394" y="10608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10608"/>
                    </a:lnTo>
                    <a:close/>
                  </a:path>
                </a:pathLst>
              </a:custGeom>
              <a:solidFill>
                <a:srgbClr val="DCDCDC"/>
              </a:solidFill>
              <a:ln>
                <a:noFill/>
              </a:ln>
            </p:spPr>
          </p:sp>
          <p:sp>
            <p:nvSpPr>
              <p:cNvPr id="2124" name="Graph element 138"/>
              <p:cNvSpPr/>
              <p:nvPr/>
            </p:nvSpPr>
            <p:spPr>
              <a:xfrm>
                <a:off x="1610646" y="1054387"/>
                <a:ext cx="3394" cy="10608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10608" stroke="0" extrusionOk="0">
                    <a:moveTo>
                      <a:pt x="0" y="10608"/>
                    </a:moveTo>
                    <a:lnTo>
                      <a:pt x="3394" y="10608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10608"/>
                    </a:lnTo>
                    <a:close/>
                  </a:path>
                </a:pathLst>
              </a:custGeom>
              <a:solidFill>
                <a:srgbClr val="DCDCDC"/>
              </a:solidFill>
              <a:ln>
                <a:noFill/>
              </a:ln>
            </p:spPr>
          </p:sp>
          <p:sp>
            <p:nvSpPr>
              <p:cNvPr id="2125" name="Graph element 139"/>
              <p:cNvSpPr/>
              <p:nvPr/>
            </p:nvSpPr>
            <p:spPr>
              <a:xfrm>
                <a:off x="153173" y="1001350"/>
                <a:ext cx="3394" cy="8486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8486" stroke="0" extrusionOk="0">
                    <a:moveTo>
                      <a:pt x="0" y="8486"/>
                    </a:moveTo>
                    <a:lnTo>
                      <a:pt x="3394" y="8486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8486"/>
                    </a:lnTo>
                    <a:close/>
                  </a:path>
                </a:pathLst>
              </a:custGeom>
              <a:solidFill>
                <a:srgbClr val="DCDCDC"/>
              </a:solidFill>
              <a:ln>
                <a:noFill/>
              </a:ln>
            </p:spPr>
          </p:sp>
          <p:sp>
            <p:nvSpPr>
              <p:cNvPr id="2126" name="Graph element 140"/>
              <p:cNvSpPr/>
              <p:nvPr/>
            </p:nvSpPr>
            <p:spPr>
              <a:xfrm>
                <a:off x="148930" y="999228"/>
                <a:ext cx="3394" cy="8486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8486" stroke="0" extrusionOk="0">
                    <a:moveTo>
                      <a:pt x="0" y="8486"/>
                    </a:moveTo>
                    <a:lnTo>
                      <a:pt x="3394" y="8486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8486"/>
                    </a:lnTo>
                    <a:close/>
                  </a:path>
                </a:pathLst>
              </a:custGeom>
              <a:solidFill>
                <a:srgbClr val="DCDCDC"/>
              </a:solidFill>
              <a:ln>
                <a:noFill/>
              </a:ln>
            </p:spPr>
          </p:sp>
          <p:sp>
            <p:nvSpPr>
              <p:cNvPr id="2127" name="Graph element 141"/>
              <p:cNvSpPr/>
              <p:nvPr/>
            </p:nvSpPr>
            <p:spPr>
              <a:xfrm>
                <a:off x="151051" y="950434"/>
                <a:ext cx="3394" cy="8486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8486" stroke="0" extrusionOk="0">
                    <a:moveTo>
                      <a:pt x="0" y="8486"/>
                    </a:moveTo>
                    <a:lnTo>
                      <a:pt x="3394" y="8486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8486"/>
                    </a:lnTo>
                    <a:close/>
                  </a:path>
                </a:pathLst>
              </a:custGeom>
              <a:solidFill>
                <a:srgbClr val="DCDCDC"/>
              </a:solidFill>
              <a:ln>
                <a:noFill/>
              </a:ln>
            </p:spPr>
          </p:sp>
          <p:sp>
            <p:nvSpPr>
              <p:cNvPr id="2128" name="Graph element 142"/>
              <p:cNvSpPr/>
              <p:nvPr/>
            </p:nvSpPr>
            <p:spPr>
              <a:xfrm>
                <a:off x="146808" y="950434"/>
                <a:ext cx="3394" cy="8486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8486" stroke="0" extrusionOk="0">
                    <a:moveTo>
                      <a:pt x="0" y="8486"/>
                    </a:moveTo>
                    <a:lnTo>
                      <a:pt x="3394" y="8486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8486"/>
                    </a:lnTo>
                    <a:close/>
                  </a:path>
                </a:pathLst>
              </a:custGeom>
              <a:solidFill>
                <a:srgbClr val="DCDCDC"/>
              </a:solidFill>
              <a:ln>
                <a:noFill/>
              </a:ln>
            </p:spPr>
          </p:sp>
          <p:sp>
            <p:nvSpPr>
              <p:cNvPr id="2129" name="Graph element 143"/>
              <p:cNvSpPr/>
              <p:nvPr/>
            </p:nvSpPr>
            <p:spPr>
              <a:xfrm>
                <a:off x="148930" y="901639"/>
                <a:ext cx="3394" cy="8486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8486" stroke="0" extrusionOk="0">
                    <a:moveTo>
                      <a:pt x="0" y="8486"/>
                    </a:moveTo>
                    <a:lnTo>
                      <a:pt x="3394" y="8486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8486"/>
                    </a:lnTo>
                    <a:close/>
                  </a:path>
                </a:pathLst>
              </a:custGeom>
              <a:solidFill>
                <a:srgbClr val="DCDCDC"/>
              </a:solidFill>
              <a:ln>
                <a:noFill/>
              </a:ln>
            </p:spPr>
          </p:sp>
          <p:sp>
            <p:nvSpPr>
              <p:cNvPr id="2130" name="Graph element 144"/>
              <p:cNvSpPr/>
              <p:nvPr/>
            </p:nvSpPr>
            <p:spPr>
              <a:xfrm>
                <a:off x="144687" y="899518"/>
                <a:ext cx="3394" cy="8486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8486" stroke="0" extrusionOk="0">
                    <a:moveTo>
                      <a:pt x="0" y="8486"/>
                    </a:moveTo>
                    <a:lnTo>
                      <a:pt x="3394" y="8486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8486"/>
                    </a:lnTo>
                    <a:close/>
                  </a:path>
                </a:pathLst>
              </a:custGeom>
              <a:solidFill>
                <a:srgbClr val="DCDCDC"/>
              </a:solidFill>
              <a:ln>
                <a:noFill/>
              </a:ln>
            </p:spPr>
          </p:sp>
          <p:sp>
            <p:nvSpPr>
              <p:cNvPr id="2131" name="Graph element 145"/>
              <p:cNvSpPr/>
              <p:nvPr/>
            </p:nvSpPr>
            <p:spPr>
              <a:xfrm>
                <a:off x="1409103" y="774349"/>
                <a:ext cx="3394" cy="2122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2122" stroke="0" extrusionOk="0">
                    <a:moveTo>
                      <a:pt x="0" y="2122"/>
                    </a:moveTo>
                    <a:lnTo>
                      <a:pt x="3394" y="2122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DCDCDC"/>
              </a:solidFill>
              <a:ln>
                <a:noFill/>
              </a:ln>
            </p:spPr>
          </p:sp>
          <p:sp>
            <p:nvSpPr>
              <p:cNvPr id="2132" name="Graph element 146"/>
              <p:cNvSpPr/>
              <p:nvPr/>
            </p:nvSpPr>
            <p:spPr>
              <a:xfrm>
                <a:off x="1413346" y="721311"/>
                <a:ext cx="3394" cy="2122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2122" stroke="0" extrusionOk="0">
                    <a:moveTo>
                      <a:pt x="0" y="2122"/>
                    </a:moveTo>
                    <a:lnTo>
                      <a:pt x="3394" y="2122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DCDCDC"/>
              </a:solidFill>
              <a:ln>
                <a:noFill/>
              </a:ln>
            </p:spPr>
          </p:sp>
          <p:sp>
            <p:nvSpPr>
              <p:cNvPr id="2133" name="Graph element 147"/>
              <p:cNvSpPr/>
              <p:nvPr/>
            </p:nvSpPr>
            <p:spPr>
              <a:xfrm>
                <a:off x="1409103" y="721311"/>
                <a:ext cx="3394" cy="2122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2122" stroke="0" extrusionOk="0">
                    <a:moveTo>
                      <a:pt x="0" y="2122"/>
                    </a:moveTo>
                    <a:lnTo>
                      <a:pt x="3394" y="2122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DCDCDC"/>
              </a:solidFill>
              <a:ln>
                <a:noFill/>
              </a:ln>
            </p:spPr>
          </p:sp>
          <p:sp>
            <p:nvSpPr>
              <p:cNvPr id="2134" name="Graph element 148"/>
              <p:cNvSpPr/>
              <p:nvPr/>
            </p:nvSpPr>
            <p:spPr>
              <a:xfrm>
                <a:off x="1287753" y="700521"/>
                <a:ext cx="29701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29701" h="3394" stroke="0" extrusionOk="0">
                    <a:moveTo>
                      <a:pt x="29701" y="3394"/>
                    </a:moveTo>
                    <a:lnTo>
                      <a:pt x="29701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29701" y="3394"/>
                    </a:lnTo>
                    <a:close/>
                  </a:path>
                </a:pathLst>
              </a:custGeom>
              <a:solidFill>
                <a:srgbClr val="DCDCDC"/>
              </a:solidFill>
              <a:ln>
                <a:noFill/>
              </a:ln>
            </p:spPr>
          </p:sp>
          <p:sp>
            <p:nvSpPr>
              <p:cNvPr id="2135" name="Graph element 149"/>
              <p:cNvSpPr/>
              <p:nvPr/>
            </p:nvSpPr>
            <p:spPr>
              <a:xfrm>
                <a:off x="1419286" y="698399"/>
                <a:ext cx="25458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25458" h="3394" stroke="0" extrusionOk="0">
                    <a:moveTo>
                      <a:pt x="25458" y="3394"/>
                    </a:moveTo>
                    <a:lnTo>
                      <a:pt x="25458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25458" y="3394"/>
                    </a:lnTo>
                    <a:close/>
                  </a:path>
                </a:pathLst>
              </a:custGeom>
              <a:solidFill>
                <a:srgbClr val="DCDCDC"/>
              </a:solidFill>
              <a:ln>
                <a:noFill/>
              </a:ln>
            </p:spPr>
          </p:sp>
          <p:sp>
            <p:nvSpPr>
              <p:cNvPr id="2136" name="Graph element 150"/>
              <p:cNvSpPr/>
              <p:nvPr/>
            </p:nvSpPr>
            <p:spPr>
              <a:xfrm>
                <a:off x="1294117" y="696278"/>
                <a:ext cx="27580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27580" h="3394" stroke="0" extrusionOk="0">
                    <a:moveTo>
                      <a:pt x="27580" y="3394"/>
                    </a:moveTo>
                    <a:lnTo>
                      <a:pt x="27580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27580" y="3394"/>
                    </a:lnTo>
                    <a:close/>
                  </a:path>
                </a:pathLst>
              </a:custGeom>
              <a:solidFill>
                <a:srgbClr val="DCDCDC"/>
              </a:solidFill>
              <a:ln>
                <a:noFill/>
              </a:ln>
            </p:spPr>
          </p:sp>
          <p:sp>
            <p:nvSpPr>
              <p:cNvPr id="2137" name="Graph element 151"/>
              <p:cNvSpPr/>
              <p:nvPr/>
            </p:nvSpPr>
            <p:spPr>
              <a:xfrm>
                <a:off x="1421408" y="694156"/>
                <a:ext cx="29701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29701" h="3394" stroke="0" extrusionOk="0">
                    <a:moveTo>
                      <a:pt x="29701" y="3394"/>
                    </a:moveTo>
                    <a:lnTo>
                      <a:pt x="29701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29701" y="3394"/>
                    </a:lnTo>
                    <a:close/>
                  </a:path>
                </a:pathLst>
              </a:custGeom>
              <a:solidFill>
                <a:srgbClr val="DCDCDC"/>
              </a:solidFill>
              <a:ln>
                <a:noFill/>
              </a:ln>
            </p:spPr>
          </p:sp>
          <p:sp>
            <p:nvSpPr>
              <p:cNvPr id="2138" name="Graph element 152"/>
              <p:cNvSpPr/>
              <p:nvPr/>
            </p:nvSpPr>
            <p:spPr>
              <a:xfrm>
                <a:off x="1544455" y="692035"/>
                <a:ext cx="2122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2122" h="3394" stroke="0" extrusionOk="0">
                    <a:moveTo>
                      <a:pt x="2122" y="3394"/>
                    </a:moveTo>
                    <a:lnTo>
                      <a:pt x="2122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2122" y="3394"/>
                    </a:lnTo>
                    <a:close/>
                  </a:path>
                </a:pathLst>
              </a:custGeom>
              <a:solidFill>
                <a:srgbClr val="DCDCDC"/>
              </a:solidFill>
              <a:ln>
                <a:noFill/>
              </a:ln>
            </p:spPr>
          </p:sp>
          <p:sp>
            <p:nvSpPr>
              <p:cNvPr id="2139" name="Graph element 153"/>
              <p:cNvSpPr/>
              <p:nvPr/>
            </p:nvSpPr>
            <p:spPr>
              <a:xfrm>
                <a:off x="1544455" y="687792"/>
                <a:ext cx="2122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2122" h="3394" stroke="0" extrusionOk="0">
                    <a:moveTo>
                      <a:pt x="2122" y="3394"/>
                    </a:moveTo>
                    <a:lnTo>
                      <a:pt x="2122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2122" y="3394"/>
                    </a:lnTo>
                    <a:close/>
                  </a:path>
                </a:pathLst>
              </a:custGeom>
              <a:solidFill>
                <a:srgbClr val="DCDCDC"/>
              </a:solidFill>
              <a:ln>
                <a:noFill/>
              </a:ln>
            </p:spPr>
          </p:sp>
          <p:sp>
            <p:nvSpPr>
              <p:cNvPr id="2140" name="Graph element 154"/>
              <p:cNvSpPr/>
              <p:nvPr/>
            </p:nvSpPr>
            <p:spPr>
              <a:xfrm>
                <a:off x="1646287" y="679306"/>
                <a:ext cx="2122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2122" h="3394" stroke="0" extrusionOk="0">
                    <a:moveTo>
                      <a:pt x="2122" y="3394"/>
                    </a:moveTo>
                    <a:lnTo>
                      <a:pt x="2122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2122" y="3394"/>
                    </a:lnTo>
                    <a:close/>
                  </a:path>
                </a:pathLst>
              </a:custGeom>
              <a:solidFill>
                <a:srgbClr val="DCDCDC"/>
              </a:solidFill>
              <a:ln>
                <a:noFill/>
              </a:ln>
            </p:spPr>
          </p:sp>
          <p:sp>
            <p:nvSpPr>
              <p:cNvPr id="2141" name="Graph element 155"/>
              <p:cNvSpPr/>
              <p:nvPr/>
            </p:nvSpPr>
            <p:spPr>
              <a:xfrm>
                <a:off x="1663259" y="677184"/>
                <a:ext cx="2122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2122" h="3394" stroke="0" extrusionOk="0">
                    <a:moveTo>
                      <a:pt x="2122" y="3394"/>
                    </a:moveTo>
                    <a:lnTo>
                      <a:pt x="2122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2122" y="3394"/>
                    </a:lnTo>
                    <a:close/>
                  </a:path>
                </a:pathLst>
              </a:custGeom>
              <a:solidFill>
                <a:srgbClr val="DCDCDC"/>
              </a:solidFill>
              <a:ln>
                <a:noFill/>
              </a:ln>
            </p:spPr>
          </p:sp>
          <p:sp>
            <p:nvSpPr>
              <p:cNvPr id="2142" name="Graph element 156"/>
              <p:cNvSpPr/>
              <p:nvPr/>
            </p:nvSpPr>
            <p:spPr>
              <a:xfrm>
                <a:off x="1680231" y="675063"/>
                <a:ext cx="2122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2122" h="3394" stroke="0" extrusionOk="0">
                    <a:moveTo>
                      <a:pt x="2122" y="3394"/>
                    </a:moveTo>
                    <a:lnTo>
                      <a:pt x="2122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2122" y="3394"/>
                    </a:lnTo>
                    <a:close/>
                  </a:path>
                </a:pathLst>
              </a:custGeom>
              <a:solidFill>
                <a:srgbClr val="DCDCDC"/>
              </a:solidFill>
              <a:ln>
                <a:noFill/>
              </a:ln>
            </p:spPr>
          </p:sp>
          <p:sp>
            <p:nvSpPr>
              <p:cNvPr id="2143" name="Graph element 157"/>
              <p:cNvSpPr/>
              <p:nvPr/>
            </p:nvSpPr>
            <p:spPr>
              <a:xfrm>
                <a:off x="1646287" y="675063"/>
                <a:ext cx="2122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2122" h="3394" stroke="0" extrusionOk="0">
                    <a:moveTo>
                      <a:pt x="2122" y="3394"/>
                    </a:moveTo>
                    <a:lnTo>
                      <a:pt x="2122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2122" y="3394"/>
                    </a:lnTo>
                    <a:close/>
                  </a:path>
                </a:pathLst>
              </a:custGeom>
              <a:solidFill>
                <a:srgbClr val="DCDCDC"/>
              </a:solidFill>
              <a:ln>
                <a:noFill/>
              </a:ln>
            </p:spPr>
          </p:sp>
          <p:sp>
            <p:nvSpPr>
              <p:cNvPr id="2144" name="Graph element 158"/>
              <p:cNvSpPr/>
              <p:nvPr/>
            </p:nvSpPr>
            <p:spPr>
              <a:xfrm>
                <a:off x="1697203" y="672941"/>
                <a:ext cx="2122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2122" h="3394" stroke="0" extrusionOk="0">
                    <a:moveTo>
                      <a:pt x="2122" y="3394"/>
                    </a:moveTo>
                    <a:lnTo>
                      <a:pt x="2122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2122" y="3394"/>
                    </a:lnTo>
                    <a:close/>
                  </a:path>
                </a:pathLst>
              </a:custGeom>
              <a:solidFill>
                <a:srgbClr val="DCDCDC"/>
              </a:solidFill>
              <a:ln>
                <a:noFill/>
              </a:ln>
            </p:spPr>
          </p:sp>
          <p:sp>
            <p:nvSpPr>
              <p:cNvPr id="2145" name="Graph element 159"/>
              <p:cNvSpPr/>
              <p:nvPr/>
            </p:nvSpPr>
            <p:spPr>
              <a:xfrm>
                <a:off x="1663259" y="672941"/>
                <a:ext cx="2122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2122" h="3394" stroke="0" extrusionOk="0">
                    <a:moveTo>
                      <a:pt x="2122" y="3394"/>
                    </a:moveTo>
                    <a:lnTo>
                      <a:pt x="2122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2122" y="3394"/>
                    </a:lnTo>
                    <a:close/>
                  </a:path>
                </a:pathLst>
              </a:custGeom>
              <a:solidFill>
                <a:srgbClr val="DCDCDC"/>
              </a:solidFill>
              <a:ln>
                <a:noFill/>
              </a:ln>
            </p:spPr>
          </p:sp>
          <p:sp>
            <p:nvSpPr>
              <p:cNvPr id="2146" name="Graph element 160"/>
              <p:cNvSpPr/>
              <p:nvPr/>
            </p:nvSpPr>
            <p:spPr>
              <a:xfrm>
                <a:off x="1417589" y="674638"/>
                <a:ext cx="3394" cy="2122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2122" stroke="0" extrusionOk="0">
                    <a:moveTo>
                      <a:pt x="0" y="2122"/>
                    </a:moveTo>
                    <a:lnTo>
                      <a:pt x="3394" y="2122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DCDCDC"/>
              </a:solidFill>
              <a:ln>
                <a:noFill/>
              </a:ln>
            </p:spPr>
          </p:sp>
          <p:sp>
            <p:nvSpPr>
              <p:cNvPr id="2147" name="Graph element 161"/>
              <p:cNvSpPr/>
              <p:nvPr/>
            </p:nvSpPr>
            <p:spPr>
              <a:xfrm>
                <a:off x="1413346" y="674638"/>
                <a:ext cx="3394" cy="2122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2122" stroke="0" extrusionOk="0">
                    <a:moveTo>
                      <a:pt x="0" y="2122"/>
                    </a:moveTo>
                    <a:lnTo>
                      <a:pt x="3394" y="2122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DCDCDC"/>
              </a:solidFill>
              <a:ln>
                <a:noFill/>
              </a:ln>
            </p:spPr>
          </p:sp>
          <p:sp>
            <p:nvSpPr>
              <p:cNvPr id="2148" name="Graph element 162"/>
              <p:cNvSpPr/>
              <p:nvPr/>
            </p:nvSpPr>
            <p:spPr>
              <a:xfrm>
                <a:off x="1714175" y="670819"/>
                <a:ext cx="2122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2122" h="3394" stroke="0" extrusionOk="0">
                    <a:moveTo>
                      <a:pt x="2122" y="3394"/>
                    </a:moveTo>
                    <a:lnTo>
                      <a:pt x="2122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2122" y="3394"/>
                    </a:lnTo>
                    <a:close/>
                  </a:path>
                </a:pathLst>
              </a:custGeom>
              <a:solidFill>
                <a:srgbClr val="DCDCDC"/>
              </a:solidFill>
              <a:ln>
                <a:noFill/>
              </a:ln>
            </p:spPr>
          </p:sp>
          <p:sp>
            <p:nvSpPr>
              <p:cNvPr id="2149" name="Graph element 163"/>
              <p:cNvSpPr/>
              <p:nvPr/>
            </p:nvSpPr>
            <p:spPr>
              <a:xfrm>
                <a:off x="1680231" y="670819"/>
                <a:ext cx="2122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2122" h="3394" stroke="0" extrusionOk="0">
                    <a:moveTo>
                      <a:pt x="2122" y="3394"/>
                    </a:moveTo>
                    <a:lnTo>
                      <a:pt x="2122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2122" y="3394"/>
                    </a:lnTo>
                    <a:close/>
                  </a:path>
                </a:pathLst>
              </a:custGeom>
              <a:solidFill>
                <a:srgbClr val="DCDCDC"/>
              </a:solidFill>
              <a:ln>
                <a:noFill/>
              </a:ln>
            </p:spPr>
          </p:sp>
          <p:sp>
            <p:nvSpPr>
              <p:cNvPr id="2150" name="Graph element 164"/>
              <p:cNvSpPr/>
              <p:nvPr/>
            </p:nvSpPr>
            <p:spPr>
              <a:xfrm>
                <a:off x="1697203" y="668698"/>
                <a:ext cx="2122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2122" h="3394" stroke="0" extrusionOk="0">
                    <a:moveTo>
                      <a:pt x="2122" y="3394"/>
                    </a:moveTo>
                    <a:lnTo>
                      <a:pt x="2122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2122" y="3394"/>
                    </a:lnTo>
                    <a:close/>
                  </a:path>
                </a:pathLst>
              </a:custGeom>
              <a:solidFill>
                <a:srgbClr val="DCDCDC"/>
              </a:solidFill>
              <a:ln>
                <a:noFill/>
              </a:ln>
            </p:spPr>
          </p:sp>
          <p:sp>
            <p:nvSpPr>
              <p:cNvPr id="2151" name="Graph element 165"/>
              <p:cNvSpPr/>
              <p:nvPr/>
            </p:nvSpPr>
            <p:spPr>
              <a:xfrm>
                <a:off x="1415467" y="649180"/>
                <a:ext cx="3394" cy="4243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4243" stroke="0" extrusionOk="0">
                    <a:moveTo>
                      <a:pt x="0" y="4243"/>
                    </a:moveTo>
                    <a:lnTo>
                      <a:pt x="3394" y="4243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4243"/>
                    </a:lnTo>
                    <a:close/>
                  </a:path>
                </a:pathLst>
              </a:custGeom>
              <a:solidFill>
                <a:srgbClr val="DCDCDC"/>
              </a:solidFill>
              <a:ln>
                <a:noFill/>
              </a:ln>
            </p:spPr>
          </p:sp>
          <p:sp>
            <p:nvSpPr>
              <p:cNvPr id="2152" name="Graph element 166"/>
              <p:cNvSpPr/>
              <p:nvPr/>
            </p:nvSpPr>
            <p:spPr>
              <a:xfrm>
                <a:off x="1421832" y="625844"/>
                <a:ext cx="3394" cy="2122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2122" stroke="0" extrusionOk="0">
                    <a:moveTo>
                      <a:pt x="0" y="2122"/>
                    </a:moveTo>
                    <a:lnTo>
                      <a:pt x="3394" y="2122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DCDCDC"/>
              </a:solidFill>
              <a:ln>
                <a:noFill/>
              </a:ln>
            </p:spPr>
          </p:sp>
          <p:sp>
            <p:nvSpPr>
              <p:cNvPr id="2153" name="Graph element 167"/>
              <p:cNvSpPr/>
              <p:nvPr/>
            </p:nvSpPr>
            <p:spPr>
              <a:xfrm>
                <a:off x="1417589" y="625844"/>
                <a:ext cx="3394" cy="2122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2122" stroke="0" extrusionOk="0">
                    <a:moveTo>
                      <a:pt x="0" y="2122"/>
                    </a:moveTo>
                    <a:lnTo>
                      <a:pt x="3394" y="2122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DCDCDC"/>
              </a:solidFill>
              <a:ln>
                <a:noFill/>
              </a:ln>
            </p:spPr>
          </p:sp>
          <p:sp>
            <p:nvSpPr>
              <p:cNvPr id="2154" name="Graph element 168"/>
              <p:cNvSpPr/>
              <p:nvPr/>
            </p:nvSpPr>
            <p:spPr>
              <a:xfrm>
                <a:off x="1428196" y="553712"/>
                <a:ext cx="3394" cy="2122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2122" stroke="0" extrusionOk="0">
                    <a:moveTo>
                      <a:pt x="0" y="2122"/>
                    </a:moveTo>
                    <a:lnTo>
                      <a:pt x="3394" y="2122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DCDCDC"/>
              </a:solidFill>
              <a:ln>
                <a:noFill/>
              </a:ln>
            </p:spPr>
          </p:sp>
          <p:sp>
            <p:nvSpPr>
              <p:cNvPr id="2155" name="Graph element 169"/>
              <p:cNvSpPr/>
              <p:nvPr/>
            </p:nvSpPr>
            <p:spPr>
              <a:xfrm>
                <a:off x="1423953" y="553712"/>
                <a:ext cx="3394" cy="2122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2122" stroke="0" extrusionOk="0">
                    <a:moveTo>
                      <a:pt x="0" y="2122"/>
                    </a:moveTo>
                    <a:lnTo>
                      <a:pt x="3394" y="2122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DCDCDC"/>
              </a:solidFill>
              <a:ln>
                <a:noFill/>
              </a:ln>
            </p:spPr>
          </p:sp>
          <p:sp>
            <p:nvSpPr>
              <p:cNvPr id="2156" name="Graph element 170"/>
              <p:cNvSpPr/>
              <p:nvPr/>
            </p:nvSpPr>
            <p:spPr>
              <a:xfrm>
                <a:off x="1692960" y="1727328"/>
                <a:ext cx="2122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2122" h="3394" stroke="0" extrusionOk="0">
                    <a:moveTo>
                      <a:pt x="2122" y="3394"/>
                    </a:moveTo>
                    <a:lnTo>
                      <a:pt x="2122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2122" y="3394"/>
                    </a:lnTo>
                    <a:close/>
                  </a:path>
                </a:pathLst>
              </a:custGeom>
              <a:solidFill>
                <a:srgbClr val="D8D8D8"/>
              </a:solidFill>
              <a:ln>
                <a:noFill/>
              </a:ln>
            </p:spPr>
          </p:sp>
          <p:sp>
            <p:nvSpPr>
              <p:cNvPr id="2157" name="Graph element 171"/>
              <p:cNvSpPr/>
              <p:nvPr/>
            </p:nvSpPr>
            <p:spPr>
              <a:xfrm>
                <a:off x="1719339" y="1672666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2122" y="4522"/>
                    </a:moveTo>
                    <a:lnTo>
                      <a:pt x="4522" y="2122"/>
                    </a:lnTo>
                    <a:lnTo>
                      <a:pt x="2400" y="0"/>
                    </a:lnTo>
                    <a:lnTo>
                      <a:pt x="0" y="2400"/>
                    </a:lnTo>
                    <a:lnTo>
                      <a:pt x="2122" y="4522"/>
                    </a:lnTo>
                    <a:close/>
                  </a:path>
                </a:pathLst>
              </a:custGeom>
              <a:solidFill>
                <a:srgbClr val="D8D8D8"/>
              </a:solidFill>
              <a:ln>
                <a:noFill/>
              </a:ln>
            </p:spPr>
          </p:sp>
          <p:sp>
            <p:nvSpPr>
              <p:cNvPr id="2158" name="Graph element 172"/>
              <p:cNvSpPr/>
              <p:nvPr/>
            </p:nvSpPr>
            <p:spPr>
              <a:xfrm>
                <a:off x="1697203" y="1663683"/>
                <a:ext cx="2122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2122" h="3394" stroke="0" extrusionOk="0">
                    <a:moveTo>
                      <a:pt x="2122" y="3394"/>
                    </a:moveTo>
                    <a:lnTo>
                      <a:pt x="2122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2122" y="3394"/>
                    </a:lnTo>
                    <a:close/>
                  </a:path>
                </a:pathLst>
              </a:custGeom>
              <a:solidFill>
                <a:srgbClr val="D8D8D8"/>
              </a:solidFill>
              <a:ln>
                <a:noFill/>
              </a:ln>
            </p:spPr>
          </p:sp>
          <p:sp>
            <p:nvSpPr>
              <p:cNvPr id="2159" name="Graph element 173"/>
              <p:cNvSpPr/>
              <p:nvPr/>
            </p:nvSpPr>
            <p:spPr>
              <a:xfrm>
                <a:off x="2007367" y="1521118"/>
                <a:ext cx="3394" cy="2122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2122" stroke="0" extrusionOk="0">
                    <a:moveTo>
                      <a:pt x="0" y="2122"/>
                    </a:moveTo>
                    <a:lnTo>
                      <a:pt x="3394" y="2122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D8D8D8"/>
              </a:solidFill>
              <a:ln>
                <a:noFill/>
              </a:ln>
            </p:spPr>
          </p:sp>
          <p:sp>
            <p:nvSpPr>
              <p:cNvPr id="2160" name="Graph element 174"/>
              <p:cNvSpPr/>
              <p:nvPr/>
            </p:nvSpPr>
            <p:spPr>
              <a:xfrm>
                <a:off x="49219" y="1289874"/>
                <a:ext cx="3394" cy="2122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2122" stroke="0" extrusionOk="0">
                    <a:moveTo>
                      <a:pt x="0" y="2122"/>
                    </a:moveTo>
                    <a:lnTo>
                      <a:pt x="3394" y="2122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D8D8D8"/>
              </a:solidFill>
              <a:ln>
                <a:noFill/>
              </a:ln>
            </p:spPr>
          </p:sp>
          <p:sp>
            <p:nvSpPr>
              <p:cNvPr id="2161" name="Graph element 175"/>
              <p:cNvSpPr/>
              <p:nvPr/>
            </p:nvSpPr>
            <p:spPr>
              <a:xfrm>
                <a:off x="1435058" y="826186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2122" y="4522"/>
                    </a:moveTo>
                    <a:lnTo>
                      <a:pt x="4522" y="2122"/>
                    </a:lnTo>
                    <a:lnTo>
                      <a:pt x="2400" y="0"/>
                    </a:lnTo>
                    <a:lnTo>
                      <a:pt x="0" y="2400"/>
                    </a:lnTo>
                    <a:lnTo>
                      <a:pt x="2122" y="4522"/>
                    </a:lnTo>
                    <a:close/>
                  </a:path>
                </a:pathLst>
              </a:custGeom>
              <a:solidFill>
                <a:srgbClr val="D8D8D8"/>
              </a:solidFill>
              <a:ln>
                <a:noFill/>
              </a:ln>
            </p:spPr>
          </p:sp>
          <p:sp>
            <p:nvSpPr>
              <p:cNvPr id="2162" name="Graph element 176"/>
              <p:cNvSpPr/>
              <p:nvPr/>
            </p:nvSpPr>
            <p:spPr>
              <a:xfrm>
                <a:off x="148505" y="804474"/>
                <a:ext cx="2122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2122" h="3394" stroke="0" extrusionOk="0">
                    <a:moveTo>
                      <a:pt x="2122" y="3394"/>
                    </a:moveTo>
                    <a:lnTo>
                      <a:pt x="2122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2122" y="3394"/>
                    </a:lnTo>
                    <a:close/>
                  </a:path>
                </a:pathLst>
              </a:custGeom>
              <a:solidFill>
                <a:srgbClr val="D8D8D8"/>
              </a:solidFill>
              <a:ln>
                <a:noFill/>
              </a:ln>
            </p:spPr>
          </p:sp>
          <p:sp>
            <p:nvSpPr>
              <p:cNvPr id="2163" name="Graph element 177"/>
              <p:cNvSpPr/>
              <p:nvPr/>
            </p:nvSpPr>
            <p:spPr>
              <a:xfrm>
                <a:off x="140019" y="804474"/>
                <a:ext cx="2122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2122" h="3394" stroke="0" extrusionOk="0">
                    <a:moveTo>
                      <a:pt x="2122" y="3394"/>
                    </a:moveTo>
                    <a:lnTo>
                      <a:pt x="2122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2122" y="3394"/>
                    </a:lnTo>
                    <a:close/>
                  </a:path>
                </a:pathLst>
              </a:custGeom>
              <a:solidFill>
                <a:srgbClr val="D8D8D8"/>
              </a:solidFill>
              <a:ln>
                <a:noFill/>
              </a:ln>
            </p:spPr>
          </p:sp>
          <p:sp>
            <p:nvSpPr>
              <p:cNvPr id="2164" name="Graph element 178"/>
              <p:cNvSpPr/>
              <p:nvPr/>
            </p:nvSpPr>
            <p:spPr>
              <a:xfrm>
                <a:off x="1583563" y="450680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2122" y="4522"/>
                    </a:moveTo>
                    <a:lnTo>
                      <a:pt x="4522" y="2122"/>
                    </a:lnTo>
                    <a:lnTo>
                      <a:pt x="2400" y="0"/>
                    </a:lnTo>
                    <a:lnTo>
                      <a:pt x="0" y="2400"/>
                    </a:lnTo>
                    <a:lnTo>
                      <a:pt x="2122" y="4522"/>
                    </a:lnTo>
                    <a:close/>
                  </a:path>
                </a:pathLst>
              </a:custGeom>
              <a:solidFill>
                <a:srgbClr val="D8D8D8"/>
              </a:solidFill>
              <a:ln>
                <a:noFill/>
              </a:ln>
            </p:spPr>
          </p:sp>
          <p:sp>
            <p:nvSpPr>
              <p:cNvPr id="2165" name="Graph element 179"/>
              <p:cNvSpPr/>
              <p:nvPr/>
            </p:nvSpPr>
            <p:spPr>
              <a:xfrm>
                <a:off x="375506" y="288949"/>
                <a:ext cx="2122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2122" h="3394" stroke="0" extrusionOk="0">
                    <a:moveTo>
                      <a:pt x="2122" y="3394"/>
                    </a:moveTo>
                    <a:lnTo>
                      <a:pt x="2122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2122" y="3394"/>
                    </a:lnTo>
                    <a:close/>
                  </a:path>
                </a:pathLst>
              </a:custGeom>
              <a:solidFill>
                <a:srgbClr val="D8D8D8"/>
              </a:solidFill>
              <a:ln>
                <a:noFill/>
              </a:ln>
            </p:spPr>
          </p:sp>
          <p:sp>
            <p:nvSpPr>
              <p:cNvPr id="2166" name="Graph element 180"/>
              <p:cNvSpPr/>
              <p:nvPr/>
            </p:nvSpPr>
            <p:spPr>
              <a:xfrm>
                <a:off x="371263" y="225304"/>
                <a:ext cx="2122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2122" h="3394" stroke="0" extrusionOk="0">
                    <a:moveTo>
                      <a:pt x="2122" y="3394"/>
                    </a:moveTo>
                    <a:lnTo>
                      <a:pt x="2122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2122" y="3394"/>
                    </a:lnTo>
                    <a:close/>
                  </a:path>
                </a:pathLst>
              </a:custGeom>
              <a:solidFill>
                <a:srgbClr val="D8D8D8"/>
              </a:solidFill>
              <a:ln>
                <a:noFill/>
              </a:ln>
            </p:spPr>
          </p:sp>
          <p:sp>
            <p:nvSpPr>
              <p:cNvPr id="2167" name="Graph element 181"/>
              <p:cNvSpPr/>
              <p:nvPr/>
            </p:nvSpPr>
            <p:spPr>
              <a:xfrm>
                <a:off x="1523240" y="193481"/>
                <a:ext cx="4243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4243" h="3394" stroke="0" extrusionOk="0">
                    <a:moveTo>
                      <a:pt x="4243" y="3394"/>
                    </a:moveTo>
                    <a:lnTo>
                      <a:pt x="4243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4243" y="3394"/>
                    </a:lnTo>
                    <a:close/>
                  </a:path>
                </a:pathLst>
              </a:custGeom>
              <a:solidFill>
                <a:srgbClr val="D8D8D8"/>
              </a:solidFill>
              <a:ln>
                <a:noFill/>
              </a:ln>
            </p:spPr>
          </p:sp>
          <p:sp>
            <p:nvSpPr>
              <p:cNvPr id="2168" name="Graph element 182"/>
              <p:cNvSpPr/>
              <p:nvPr/>
            </p:nvSpPr>
            <p:spPr>
              <a:xfrm>
                <a:off x="1555487" y="161234"/>
                <a:ext cx="3394" cy="4243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4243" stroke="0" extrusionOk="0">
                    <a:moveTo>
                      <a:pt x="0" y="4243"/>
                    </a:moveTo>
                    <a:lnTo>
                      <a:pt x="3394" y="4243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4243"/>
                    </a:lnTo>
                    <a:close/>
                  </a:path>
                </a:pathLst>
              </a:custGeom>
              <a:solidFill>
                <a:srgbClr val="D8D8D8"/>
              </a:solidFill>
              <a:ln>
                <a:noFill/>
              </a:ln>
            </p:spPr>
          </p:sp>
          <p:sp>
            <p:nvSpPr>
              <p:cNvPr id="2169" name="Graph element 183"/>
              <p:cNvSpPr/>
              <p:nvPr/>
            </p:nvSpPr>
            <p:spPr>
              <a:xfrm>
                <a:off x="1527483" y="129836"/>
                <a:ext cx="2122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2122" h="3394" stroke="0" extrusionOk="0">
                    <a:moveTo>
                      <a:pt x="2122" y="3394"/>
                    </a:moveTo>
                    <a:lnTo>
                      <a:pt x="2122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2122" y="3394"/>
                    </a:lnTo>
                    <a:close/>
                  </a:path>
                </a:pathLst>
              </a:custGeom>
              <a:solidFill>
                <a:srgbClr val="D8D8D8"/>
              </a:solidFill>
              <a:ln>
                <a:noFill/>
              </a:ln>
            </p:spPr>
          </p:sp>
          <p:sp>
            <p:nvSpPr>
              <p:cNvPr id="2170" name="Graph element 184"/>
              <p:cNvSpPr/>
              <p:nvPr/>
            </p:nvSpPr>
            <p:spPr>
              <a:xfrm>
                <a:off x="1521118" y="129836"/>
                <a:ext cx="2122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2122" h="3394" stroke="0" extrusionOk="0">
                    <a:moveTo>
                      <a:pt x="2122" y="3394"/>
                    </a:moveTo>
                    <a:lnTo>
                      <a:pt x="2122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2122" y="3394"/>
                    </a:lnTo>
                    <a:close/>
                  </a:path>
                </a:pathLst>
              </a:custGeom>
              <a:solidFill>
                <a:srgbClr val="D8D8D8"/>
              </a:solidFill>
              <a:ln>
                <a:noFill/>
              </a:ln>
            </p:spPr>
          </p:sp>
          <p:sp>
            <p:nvSpPr>
              <p:cNvPr id="2171" name="Graph element 185"/>
              <p:cNvSpPr/>
              <p:nvPr/>
            </p:nvSpPr>
            <p:spPr>
              <a:xfrm>
                <a:off x="838915" y="2026958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2122" y="4522"/>
                    </a:moveTo>
                    <a:lnTo>
                      <a:pt x="4522" y="2122"/>
                    </a:lnTo>
                    <a:lnTo>
                      <a:pt x="2400" y="0"/>
                    </a:lnTo>
                    <a:lnTo>
                      <a:pt x="0" y="2400"/>
                    </a:lnTo>
                    <a:lnTo>
                      <a:pt x="2122" y="4522"/>
                    </a:lnTo>
                    <a:close/>
                  </a:path>
                </a:pathLst>
              </a:custGeom>
              <a:solidFill>
                <a:srgbClr val="D3D2D2"/>
              </a:solidFill>
              <a:ln>
                <a:noFill/>
              </a:ln>
            </p:spPr>
          </p:sp>
          <p:sp>
            <p:nvSpPr>
              <p:cNvPr id="2172" name="Graph element 186"/>
              <p:cNvSpPr/>
              <p:nvPr/>
            </p:nvSpPr>
            <p:spPr>
              <a:xfrm>
                <a:off x="1459595" y="1364551"/>
                <a:ext cx="2122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2122" h="3394" stroke="0" extrusionOk="0">
                    <a:moveTo>
                      <a:pt x="2122" y="3394"/>
                    </a:moveTo>
                    <a:lnTo>
                      <a:pt x="2122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2122" y="3394"/>
                    </a:lnTo>
                    <a:close/>
                  </a:path>
                </a:pathLst>
              </a:custGeom>
              <a:solidFill>
                <a:srgbClr val="D3D2D2"/>
              </a:solidFill>
              <a:ln>
                <a:noFill/>
              </a:ln>
            </p:spPr>
          </p:sp>
          <p:sp>
            <p:nvSpPr>
              <p:cNvPr id="2173" name="Graph element 187"/>
              <p:cNvSpPr/>
              <p:nvPr/>
            </p:nvSpPr>
            <p:spPr>
              <a:xfrm>
                <a:off x="1494460" y="1333226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D3D2D2"/>
              </a:solidFill>
              <a:ln>
                <a:noFill/>
              </a:ln>
            </p:spPr>
          </p:sp>
          <p:sp>
            <p:nvSpPr>
              <p:cNvPr id="2174" name="Graph element 188"/>
              <p:cNvSpPr/>
              <p:nvPr/>
            </p:nvSpPr>
            <p:spPr>
              <a:xfrm>
                <a:off x="1502946" y="1320497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D3D2D2"/>
              </a:solidFill>
              <a:ln>
                <a:noFill/>
              </a:ln>
            </p:spPr>
          </p:sp>
          <p:sp>
            <p:nvSpPr>
              <p:cNvPr id="2175" name="Graph element 189"/>
              <p:cNvSpPr/>
              <p:nvPr/>
            </p:nvSpPr>
            <p:spPr>
              <a:xfrm>
                <a:off x="1519918" y="1305646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D3D2D2"/>
              </a:solidFill>
              <a:ln>
                <a:noFill/>
              </a:ln>
            </p:spPr>
          </p:sp>
          <p:sp>
            <p:nvSpPr>
              <p:cNvPr id="2176" name="Graph element 190"/>
              <p:cNvSpPr/>
              <p:nvPr/>
            </p:nvSpPr>
            <p:spPr>
              <a:xfrm>
                <a:off x="1530526" y="1301403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D3D2D2"/>
              </a:solidFill>
              <a:ln>
                <a:noFill/>
              </a:ln>
            </p:spPr>
          </p:sp>
          <p:sp>
            <p:nvSpPr>
              <p:cNvPr id="2177" name="Graph element 191"/>
              <p:cNvSpPr/>
              <p:nvPr/>
            </p:nvSpPr>
            <p:spPr>
              <a:xfrm>
                <a:off x="1539012" y="1288674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D3D2D2"/>
              </a:solidFill>
              <a:ln>
                <a:noFill/>
              </a:ln>
            </p:spPr>
          </p:sp>
          <p:sp>
            <p:nvSpPr>
              <p:cNvPr id="2178" name="Graph element 192"/>
              <p:cNvSpPr/>
              <p:nvPr/>
            </p:nvSpPr>
            <p:spPr>
              <a:xfrm>
                <a:off x="1566591" y="1269581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D3D2D2"/>
              </a:solidFill>
              <a:ln>
                <a:noFill/>
              </a:ln>
            </p:spPr>
          </p:sp>
          <p:sp>
            <p:nvSpPr>
              <p:cNvPr id="2179" name="Graph element 193"/>
              <p:cNvSpPr/>
              <p:nvPr/>
            </p:nvSpPr>
            <p:spPr>
              <a:xfrm>
                <a:off x="1575077" y="1256852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D3D2D2"/>
              </a:solidFill>
              <a:ln>
                <a:noFill/>
              </a:ln>
            </p:spPr>
          </p:sp>
          <p:sp>
            <p:nvSpPr>
              <p:cNvPr id="2180" name="Graph element 194"/>
              <p:cNvSpPr/>
              <p:nvPr/>
            </p:nvSpPr>
            <p:spPr>
              <a:xfrm>
                <a:off x="1423953" y="759498"/>
                <a:ext cx="3394" cy="2122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2122" stroke="0" extrusionOk="0">
                    <a:moveTo>
                      <a:pt x="0" y="2122"/>
                    </a:moveTo>
                    <a:lnTo>
                      <a:pt x="3394" y="2122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D3D2D2"/>
              </a:solidFill>
              <a:ln>
                <a:noFill/>
              </a:ln>
            </p:spPr>
          </p:sp>
          <p:sp>
            <p:nvSpPr>
              <p:cNvPr id="2181" name="Graph element 195"/>
              <p:cNvSpPr/>
              <p:nvPr/>
            </p:nvSpPr>
            <p:spPr>
              <a:xfrm>
                <a:off x="408250" y="221558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D3D2D2"/>
              </a:solidFill>
              <a:ln>
                <a:noFill/>
              </a:ln>
            </p:spPr>
          </p:sp>
          <p:sp>
            <p:nvSpPr>
              <p:cNvPr id="2182" name="Graph element 196"/>
              <p:cNvSpPr/>
              <p:nvPr/>
            </p:nvSpPr>
            <p:spPr>
              <a:xfrm>
                <a:off x="423101" y="204586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D3D2D2"/>
              </a:solidFill>
              <a:ln>
                <a:noFill/>
              </a:ln>
            </p:spPr>
          </p:sp>
          <p:sp>
            <p:nvSpPr>
              <p:cNvPr id="2183" name="Graph element 197"/>
              <p:cNvSpPr/>
              <p:nvPr/>
            </p:nvSpPr>
            <p:spPr>
              <a:xfrm>
                <a:off x="427344" y="193978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D3D2D2"/>
              </a:solidFill>
              <a:ln>
                <a:noFill/>
              </a:ln>
            </p:spPr>
          </p:sp>
          <p:sp>
            <p:nvSpPr>
              <p:cNvPr id="2184" name="Graph element 198"/>
              <p:cNvSpPr/>
              <p:nvPr/>
            </p:nvSpPr>
            <p:spPr>
              <a:xfrm>
                <a:off x="442194" y="177006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D3D2D2"/>
              </a:solidFill>
              <a:ln>
                <a:noFill/>
              </a:ln>
            </p:spPr>
          </p:sp>
          <p:sp>
            <p:nvSpPr>
              <p:cNvPr id="2185" name="Graph element 199"/>
              <p:cNvSpPr/>
              <p:nvPr/>
            </p:nvSpPr>
            <p:spPr>
              <a:xfrm>
                <a:off x="454923" y="168520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D3D2D2"/>
              </a:solidFill>
              <a:ln>
                <a:noFill/>
              </a:ln>
            </p:spPr>
          </p:sp>
          <p:sp>
            <p:nvSpPr>
              <p:cNvPr id="2186" name="Graph element 200"/>
              <p:cNvSpPr/>
              <p:nvPr/>
            </p:nvSpPr>
            <p:spPr>
              <a:xfrm>
                <a:off x="474017" y="140941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D3D2D2"/>
              </a:solidFill>
              <a:ln>
                <a:noFill/>
              </a:ln>
            </p:spPr>
          </p:sp>
          <p:sp>
            <p:nvSpPr>
              <p:cNvPr id="2187" name="Graph element 201"/>
              <p:cNvSpPr/>
              <p:nvPr/>
            </p:nvSpPr>
            <p:spPr>
              <a:xfrm>
                <a:off x="486746" y="132455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D3D2D2"/>
              </a:solidFill>
              <a:ln>
                <a:noFill/>
              </a:ln>
            </p:spPr>
          </p:sp>
          <p:sp>
            <p:nvSpPr>
              <p:cNvPr id="2188" name="Graph element 202"/>
              <p:cNvSpPr/>
              <p:nvPr/>
            </p:nvSpPr>
            <p:spPr>
              <a:xfrm>
                <a:off x="505839" y="104875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D3D2D2"/>
              </a:solidFill>
              <a:ln>
                <a:noFill/>
              </a:ln>
            </p:spPr>
          </p:sp>
          <p:sp>
            <p:nvSpPr>
              <p:cNvPr id="2189" name="Graph element 203"/>
              <p:cNvSpPr/>
              <p:nvPr/>
            </p:nvSpPr>
            <p:spPr>
              <a:xfrm>
                <a:off x="1790973" y="1438380"/>
                <a:ext cx="3394" cy="2122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2122" stroke="0" extrusionOk="0">
                    <a:moveTo>
                      <a:pt x="0" y="2122"/>
                    </a:moveTo>
                    <a:lnTo>
                      <a:pt x="3394" y="2122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E5CAC7"/>
              </a:solidFill>
              <a:ln>
                <a:noFill/>
              </a:ln>
            </p:spPr>
          </p:sp>
          <p:sp>
            <p:nvSpPr>
              <p:cNvPr id="2190" name="Graph element 204"/>
              <p:cNvSpPr/>
              <p:nvPr/>
            </p:nvSpPr>
            <p:spPr>
              <a:xfrm>
                <a:off x="1762970" y="1404860"/>
                <a:ext cx="2122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2122" h="3394" stroke="0" extrusionOk="0">
                    <a:moveTo>
                      <a:pt x="2122" y="3394"/>
                    </a:moveTo>
                    <a:lnTo>
                      <a:pt x="2122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2122" y="3394"/>
                    </a:lnTo>
                    <a:close/>
                  </a:path>
                </a:pathLst>
              </a:custGeom>
              <a:solidFill>
                <a:srgbClr val="E5CAC7"/>
              </a:solidFill>
              <a:ln>
                <a:noFill/>
              </a:ln>
            </p:spPr>
          </p:sp>
          <p:sp>
            <p:nvSpPr>
              <p:cNvPr id="2191" name="Graph element 205"/>
              <p:cNvSpPr/>
              <p:nvPr/>
            </p:nvSpPr>
            <p:spPr>
              <a:xfrm>
                <a:off x="1754484" y="1404860"/>
                <a:ext cx="2122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2122" h="3394" stroke="0" extrusionOk="0">
                    <a:moveTo>
                      <a:pt x="2122" y="3394"/>
                    </a:moveTo>
                    <a:lnTo>
                      <a:pt x="2122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2122" y="3394"/>
                    </a:lnTo>
                    <a:close/>
                  </a:path>
                </a:pathLst>
              </a:custGeom>
              <a:solidFill>
                <a:srgbClr val="E5CAC7"/>
              </a:solidFill>
              <a:ln>
                <a:noFill/>
              </a:ln>
            </p:spPr>
          </p:sp>
          <p:sp>
            <p:nvSpPr>
              <p:cNvPr id="2192" name="Graph element 206"/>
              <p:cNvSpPr/>
              <p:nvPr/>
            </p:nvSpPr>
            <p:spPr>
              <a:xfrm>
                <a:off x="121350" y="1067116"/>
                <a:ext cx="3394" cy="4243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4243" stroke="0" extrusionOk="0">
                    <a:moveTo>
                      <a:pt x="0" y="4243"/>
                    </a:moveTo>
                    <a:lnTo>
                      <a:pt x="3394" y="4243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4243"/>
                    </a:lnTo>
                    <a:close/>
                  </a:path>
                </a:pathLst>
              </a:custGeom>
              <a:solidFill>
                <a:srgbClr val="E5CAC7"/>
              </a:solidFill>
              <a:ln>
                <a:noFill/>
              </a:ln>
            </p:spPr>
          </p:sp>
          <p:sp>
            <p:nvSpPr>
              <p:cNvPr id="2193" name="Graph element 207"/>
              <p:cNvSpPr/>
              <p:nvPr/>
            </p:nvSpPr>
            <p:spPr>
              <a:xfrm>
                <a:off x="130333" y="1044701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E5CAC7"/>
              </a:solidFill>
              <a:ln>
                <a:noFill/>
              </a:ln>
            </p:spPr>
          </p:sp>
          <p:sp>
            <p:nvSpPr>
              <p:cNvPr id="2194" name="Graph element 208"/>
              <p:cNvSpPr/>
              <p:nvPr/>
            </p:nvSpPr>
            <p:spPr>
              <a:xfrm>
                <a:off x="1572459" y="948312"/>
                <a:ext cx="3394" cy="4243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4243" stroke="0" extrusionOk="0">
                    <a:moveTo>
                      <a:pt x="0" y="4243"/>
                    </a:moveTo>
                    <a:lnTo>
                      <a:pt x="3394" y="4243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4243"/>
                    </a:lnTo>
                    <a:close/>
                  </a:path>
                </a:pathLst>
              </a:custGeom>
              <a:solidFill>
                <a:srgbClr val="E5CAC7"/>
              </a:solidFill>
              <a:ln>
                <a:noFill/>
              </a:ln>
            </p:spPr>
          </p:sp>
          <p:sp>
            <p:nvSpPr>
              <p:cNvPr id="2195" name="Graph element 209"/>
              <p:cNvSpPr/>
              <p:nvPr/>
            </p:nvSpPr>
            <p:spPr>
              <a:xfrm>
                <a:off x="1644590" y="944069"/>
                <a:ext cx="3394" cy="2122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2122" stroke="0" extrusionOk="0">
                    <a:moveTo>
                      <a:pt x="0" y="2122"/>
                    </a:moveTo>
                    <a:lnTo>
                      <a:pt x="3394" y="2122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E5CAC7"/>
              </a:solidFill>
              <a:ln>
                <a:noFill/>
              </a:ln>
            </p:spPr>
          </p:sp>
          <p:sp>
            <p:nvSpPr>
              <p:cNvPr id="2196" name="Graph element 210"/>
              <p:cNvSpPr/>
              <p:nvPr/>
            </p:nvSpPr>
            <p:spPr>
              <a:xfrm>
                <a:off x="1580520" y="397146"/>
                <a:ext cx="2122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2122" h="3394" stroke="0" extrusionOk="0">
                    <a:moveTo>
                      <a:pt x="2122" y="3394"/>
                    </a:moveTo>
                    <a:lnTo>
                      <a:pt x="2122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2122" y="3394"/>
                    </a:lnTo>
                    <a:close/>
                  </a:path>
                </a:pathLst>
              </a:custGeom>
              <a:solidFill>
                <a:srgbClr val="E5CAC7"/>
              </a:solidFill>
              <a:ln>
                <a:noFill/>
              </a:ln>
            </p:spPr>
          </p:sp>
          <p:sp>
            <p:nvSpPr>
              <p:cNvPr id="2197" name="Graph element 211"/>
              <p:cNvSpPr/>
              <p:nvPr/>
            </p:nvSpPr>
            <p:spPr>
              <a:xfrm>
                <a:off x="673438" y="1795714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2122" y="4522"/>
                    </a:moveTo>
                    <a:lnTo>
                      <a:pt x="4522" y="2122"/>
                    </a:lnTo>
                    <a:lnTo>
                      <a:pt x="2400" y="0"/>
                    </a:lnTo>
                    <a:lnTo>
                      <a:pt x="0" y="2400"/>
                    </a:lnTo>
                    <a:lnTo>
                      <a:pt x="2122" y="4522"/>
                    </a:lnTo>
                    <a:close/>
                  </a:path>
                </a:pathLst>
              </a:custGeom>
              <a:solidFill>
                <a:srgbClr val="CBCBCB"/>
              </a:solidFill>
              <a:ln>
                <a:noFill/>
              </a:ln>
            </p:spPr>
          </p:sp>
          <p:sp>
            <p:nvSpPr>
              <p:cNvPr id="2198" name="Graph element 212"/>
              <p:cNvSpPr/>
              <p:nvPr/>
            </p:nvSpPr>
            <p:spPr>
              <a:xfrm>
                <a:off x="1619132" y="1185921"/>
                <a:ext cx="3394" cy="4243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4243" stroke="0" extrusionOk="0">
                    <a:moveTo>
                      <a:pt x="0" y="4243"/>
                    </a:moveTo>
                    <a:lnTo>
                      <a:pt x="3394" y="4243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4243"/>
                    </a:lnTo>
                    <a:close/>
                  </a:path>
                </a:pathLst>
              </a:custGeom>
              <a:solidFill>
                <a:srgbClr val="CBCBCB"/>
              </a:solidFill>
              <a:ln>
                <a:noFill/>
              </a:ln>
            </p:spPr>
          </p:sp>
          <p:sp>
            <p:nvSpPr>
              <p:cNvPr id="2199" name="Graph element 213"/>
              <p:cNvSpPr/>
              <p:nvPr/>
            </p:nvSpPr>
            <p:spPr>
              <a:xfrm>
                <a:off x="1614889" y="1154098"/>
                <a:ext cx="3394" cy="10608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10608" stroke="0" extrusionOk="0">
                    <a:moveTo>
                      <a:pt x="0" y="10608"/>
                    </a:moveTo>
                    <a:lnTo>
                      <a:pt x="3394" y="10608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10608"/>
                    </a:lnTo>
                    <a:close/>
                  </a:path>
                </a:pathLst>
              </a:custGeom>
              <a:solidFill>
                <a:srgbClr val="CBCBCB"/>
              </a:solidFill>
              <a:ln>
                <a:noFill/>
              </a:ln>
            </p:spPr>
          </p:sp>
          <p:sp>
            <p:nvSpPr>
              <p:cNvPr id="2200" name="Graph element 214"/>
              <p:cNvSpPr/>
              <p:nvPr/>
            </p:nvSpPr>
            <p:spPr>
              <a:xfrm>
                <a:off x="1617010" y="1128640"/>
                <a:ext cx="3394" cy="10608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10608" stroke="0" extrusionOk="0">
                    <a:moveTo>
                      <a:pt x="0" y="10608"/>
                    </a:moveTo>
                    <a:lnTo>
                      <a:pt x="3394" y="10608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10608"/>
                    </a:lnTo>
                    <a:close/>
                  </a:path>
                </a:pathLst>
              </a:custGeom>
              <a:solidFill>
                <a:srgbClr val="CBCBCB"/>
              </a:solidFill>
              <a:ln>
                <a:noFill/>
              </a:ln>
            </p:spPr>
          </p:sp>
          <p:sp>
            <p:nvSpPr>
              <p:cNvPr id="2201" name="Graph element 215"/>
              <p:cNvSpPr/>
              <p:nvPr/>
            </p:nvSpPr>
            <p:spPr>
              <a:xfrm>
                <a:off x="1612767" y="1096817"/>
                <a:ext cx="3394" cy="10608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10608" stroke="0" extrusionOk="0">
                    <a:moveTo>
                      <a:pt x="0" y="10608"/>
                    </a:moveTo>
                    <a:lnTo>
                      <a:pt x="3394" y="10608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10608"/>
                    </a:lnTo>
                    <a:close/>
                  </a:path>
                </a:pathLst>
              </a:custGeom>
              <a:solidFill>
                <a:srgbClr val="CBCBCB"/>
              </a:solidFill>
              <a:ln>
                <a:noFill/>
              </a:ln>
            </p:spPr>
          </p:sp>
          <p:sp>
            <p:nvSpPr>
              <p:cNvPr id="2202" name="Graph element 216"/>
              <p:cNvSpPr/>
              <p:nvPr/>
            </p:nvSpPr>
            <p:spPr>
              <a:xfrm>
                <a:off x="1614889" y="1071359"/>
                <a:ext cx="3394" cy="10608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10608" stroke="0" extrusionOk="0">
                    <a:moveTo>
                      <a:pt x="0" y="10608"/>
                    </a:moveTo>
                    <a:lnTo>
                      <a:pt x="3394" y="10608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10608"/>
                    </a:lnTo>
                    <a:close/>
                  </a:path>
                </a:pathLst>
              </a:custGeom>
              <a:solidFill>
                <a:srgbClr val="CBCBCB"/>
              </a:solidFill>
              <a:ln>
                <a:noFill/>
              </a:ln>
            </p:spPr>
          </p:sp>
          <p:sp>
            <p:nvSpPr>
              <p:cNvPr id="2203" name="Graph element 217"/>
              <p:cNvSpPr/>
              <p:nvPr/>
            </p:nvSpPr>
            <p:spPr>
              <a:xfrm>
                <a:off x="1610646" y="1039537"/>
                <a:ext cx="3394" cy="10608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10608" stroke="0" extrusionOk="0">
                    <a:moveTo>
                      <a:pt x="0" y="10608"/>
                    </a:moveTo>
                    <a:lnTo>
                      <a:pt x="3394" y="10608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10608"/>
                    </a:lnTo>
                    <a:close/>
                  </a:path>
                </a:pathLst>
              </a:custGeom>
              <a:solidFill>
                <a:srgbClr val="CBCBCB"/>
              </a:solidFill>
              <a:ln>
                <a:noFill/>
              </a:ln>
            </p:spPr>
          </p:sp>
          <p:sp>
            <p:nvSpPr>
              <p:cNvPr id="2204" name="Graph element 218"/>
              <p:cNvSpPr/>
              <p:nvPr/>
            </p:nvSpPr>
            <p:spPr>
              <a:xfrm>
                <a:off x="153173" y="1014079"/>
                <a:ext cx="3394" cy="8486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8486" stroke="0" extrusionOk="0">
                    <a:moveTo>
                      <a:pt x="0" y="8486"/>
                    </a:moveTo>
                    <a:lnTo>
                      <a:pt x="3394" y="8486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8486"/>
                    </a:lnTo>
                    <a:close/>
                  </a:path>
                </a:pathLst>
              </a:custGeom>
              <a:solidFill>
                <a:srgbClr val="CBCBCB"/>
              </a:solidFill>
              <a:ln>
                <a:noFill/>
              </a:ln>
            </p:spPr>
          </p:sp>
          <p:sp>
            <p:nvSpPr>
              <p:cNvPr id="2205" name="Graph element 219"/>
              <p:cNvSpPr/>
              <p:nvPr/>
            </p:nvSpPr>
            <p:spPr>
              <a:xfrm>
                <a:off x="1612767" y="1011957"/>
                <a:ext cx="3394" cy="12729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12729" stroke="0" extrusionOk="0">
                    <a:moveTo>
                      <a:pt x="0" y="12729"/>
                    </a:moveTo>
                    <a:lnTo>
                      <a:pt x="3394" y="12729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12729"/>
                    </a:lnTo>
                    <a:close/>
                  </a:path>
                </a:pathLst>
              </a:custGeom>
              <a:solidFill>
                <a:srgbClr val="CBCBCB"/>
              </a:solidFill>
              <a:ln>
                <a:noFill/>
              </a:ln>
            </p:spPr>
          </p:sp>
          <p:sp>
            <p:nvSpPr>
              <p:cNvPr id="2206" name="Graph element 220"/>
              <p:cNvSpPr/>
              <p:nvPr/>
            </p:nvSpPr>
            <p:spPr>
              <a:xfrm>
                <a:off x="148930" y="986499"/>
                <a:ext cx="3394" cy="8486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8486" stroke="0" extrusionOk="0">
                    <a:moveTo>
                      <a:pt x="0" y="8486"/>
                    </a:moveTo>
                    <a:lnTo>
                      <a:pt x="3394" y="8486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8486"/>
                    </a:lnTo>
                    <a:close/>
                  </a:path>
                </a:pathLst>
              </a:custGeom>
              <a:solidFill>
                <a:srgbClr val="CBCBCB"/>
              </a:solidFill>
              <a:ln>
                <a:noFill/>
              </a:ln>
            </p:spPr>
          </p:sp>
          <p:sp>
            <p:nvSpPr>
              <p:cNvPr id="2207" name="Graph element 221"/>
              <p:cNvSpPr/>
              <p:nvPr/>
            </p:nvSpPr>
            <p:spPr>
              <a:xfrm>
                <a:off x="151051" y="963163"/>
                <a:ext cx="3394" cy="8486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8486" stroke="0" extrusionOk="0">
                    <a:moveTo>
                      <a:pt x="0" y="8486"/>
                    </a:moveTo>
                    <a:lnTo>
                      <a:pt x="3394" y="8486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8486"/>
                    </a:lnTo>
                    <a:close/>
                  </a:path>
                </a:pathLst>
              </a:custGeom>
              <a:solidFill>
                <a:srgbClr val="CBCBCB"/>
              </a:solidFill>
              <a:ln>
                <a:noFill/>
              </a:ln>
            </p:spPr>
          </p:sp>
          <p:sp>
            <p:nvSpPr>
              <p:cNvPr id="2208" name="Graph element 222"/>
              <p:cNvSpPr/>
              <p:nvPr/>
            </p:nvSpPr>
            <p:spPr>
              <a:xfrm>
                <a:off x="146808" y="937705"/>
                <a:ext cx="3394" cy="8486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8486" stroke="0" extrusionOk="0">
                    <a:moveTo>
                      <a:pt x="0" y="8486"/>
                    </a:moveTo>
                    <a:lnTo>
                      <a:pt x="3394" y="8486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8486"/>
                    </a:lnTo>
                    <a:close/>
                  </a:path>
                </a:pathLst>
              </a:custGeom>
              <a:solidFill>
                <a:srgbClr val="CBCBCB"/>
              </a:solidFill>
              <a:ln>
                <a:noFill/>
              </a:ln>
            </p:spPr>
          </p:sp>
          <p:sp>
            <p:nvSpPr>
              <p:cNvPr id="2209" name="Graph element 223"/>
              <p:cNvSpPr/>
              <p:nvPr/>
            </p:nvSpPr>
            <p:spPr>
              <a:xfrm>
                <a:off x="148930" y="914368"/>
                <a:ext cx="3394" cy="8486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8486" stroke="0" extrusionOk="0">
                    <a:moveTo>
                      <a:pt x="0" y="8486"/>
                    </a:moveTo>
                    <a:lnTo>
                      <a:pt x="3394" y="8486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8486"/>
                    </a:lnTo>
                    <a:close/>
                  </a:path>
                </a:pathLst>
              </a:custGeom>
              <a:solidFill>
                <a:srgbClr val="CBCBCB"/>
              </a:solidFill>
              <a:ln>
                <a:noFill/>
              </a:ln>
            </p:spPr>
          </p:sp>
          <p:sp>
            <p:nvSpPr>
              <p:cNvPr id="2210" name="Graph element 224"/>
              <p:cNvSpPr/>
              <p:nvPr/>
            </p:nvSpPr>
            <p:spPr>
              <a:xfrm>
                <a:off x="144687" y="886789"/>
                <a:ext cx="3394" cy="8486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8486" stroke="0" extrusionOk="0">
                    <a:moveTo>
                      <a:pt x="0" y="8486"/>
                    </a:moveTo>
                    <a:lnTo>
                      <a:pt x="3394" y="8486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8486"/>
                    </a:lnTo>
                    <a:close/>
                  </a:path>
                </a:pathLst>
              </a:custGeom>
              <a:solidFill>
                <a:srgbClr val="CBCBCB"/>
              </a:solidFill>
              <a:ln>
                <a:noFill/>
              </a:ln>
            </p:spPr>
          </p:sp>
          <p:sp>
            <p:nvSpPr>
              <p:cNvPr id="2211" name="Graph element 225"/>
              <p:cNvSpPr/>
              <p:nvPr/>
            </p:nvSpPr>
            <p:spPr>
              <a:xfrm>
                <a:off x="1322618" y="836794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CBCBCB"/>
              </a:solidFill>
              <a:ln>
                <a:noFill/>
              </a:ln>
            </p:spPr>
          </p:sp>
          <p:sp>
            <p:nvSpPr>
              <p:cNvPr id="2212" name="Graph element 226"/>
              <p:cNvSpPr/>
              <p:nvPr/>
            </p:nvSpPr>
            <p:spPr>
              <a:xfrm>
                <a:off x="1390506" y="775270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2122" y="4522"/>
                    </a:moveTo>
                    <a:lnTo>
                      <a:pt x="4522" y="2122"/>
                    </a:lnTo>
                    <a:lnTo>
                      <a:pt x="2400" y="0"/>
                    </a:lnTo>
                    <a:lnTo>
                      <a:pt x="0" y="2400"/>
                    </a:lnTo>
                    <a:lnTo>
                      <a:pt x="2122" y="4522"/>
                    </a:lnTo>
                    <a:close/>
                  </a:path>
                </a:pathLst>
              </a:custGeom>
              <a:solidFill>
                <a:srgbClr val="CBCBCB"/>
              </a:solidFill>
              <a:ln>
                <a:noFill/>
              </a:ln>
            </p:spPr>
          </p:sp>
          <p:sp>
            <p:nvSpPr>
              <p:cNvPr id="2213" name="Graph element 227"/>
              <p:cNvSpPr/>
              <p:nvPr/>
            </p:nvSpPr>
            <p:spPr>
              <a:xfrm>
                <a:off x="1409103" y="763741"/>
                <a:ext cx="3394" cy="4243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4243" stroke="0" extrusionOk="0">
                    <a:moveTo>
                      <a:pt x="0" y="4243"/>
                    </a:moveTo>
                    <a:lnTo>
                      <a:pt x="3394" y="4243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4243"/>
                    </a:lnTo>
                    <a:close/>
                  </a:path>
                </a:pathLst>
              </a:custGeom>
              <a:solidFill>
                <a:srgbClr val="CBCBCB"/>
              </a:solidFill>
              <a:ln>
                <a:noFill/>
              </a:ln>
            </p:spPr>
          </p:sp>
          <p:sp>
            <p:nvSpPr>
              <p:cNvPr id="2214" name="Graph element 228"/>
              <p:cNvSpPr/>
              <p:nvPr/>
            </p:nvSpPr>
            <p:spPr>
              <a:xfrm>
                <a:off x="1413346" y="714947"/>
                <a:ext cx="3394" cy="2122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2122" stroke="0" extrusionOk="0">
                    <a:moveTo>
                      <a:pt x="0" y="2122"/>
                    </a:moveTo>
                    <a:lnTo>
                      <a:pt x="3394" y="2122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CBCBCB"/>
              </a:solidFill>
              <a:ln>
                <a:noFill/>
              </a:ln>
            </p:spPr>
          </p:sp>
          <p:sp>
            <p:nvSpPr>
              <p:cNvPr id="2215" name="Graph element 229"/>
              <p:cNvSpPr/>
              <p:nvPr/>
            </p:nvSpPr>
            <p:spPr>
              <a:xfrm>
                <a:off x="1411224" y="704339"/>
                <a:ext cx="3394" cy="2122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2122" stroke="0" extrusionOk="0">
                    <a:moveTo>
                      <a:pt x="0" y="2122"/>
                    </a:moveTo>
                    <a:lnTo>
                      <a:pt x="3394" y="2122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CBCBCB"/>
              </a:solidFill>
              <a:ln>
                <a:noFill/>
              </a:ln>
            </p:spPr>
          </p:sp>
          <p:sp>
            <p:nvSpPr>
              <p:cNvPr id="2216" name="Graph element 230"/>
              <p:cNvSpPr/>
              <p:nvPr/>
            </p:nvSpPr>
            <p:spPr>
              <a:xfrm>
                <a:off x="1258052" y="700521"/>
                <a:ext cx="25458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25458" h="3394" stroke="0" extrusionOk="0">
                    <a:moveTo>
                      <a:pt x="25458" y="3394"/>
                    </a:moveTo>
                    <a:lnTo>
                      <a:pt x="25458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25458" y="3394"/>
                    </a:lnTo>
                    <a:close/>
                  </a:path>
                </a:pathLst>
              </a:custGeom>
              <a:solidFill>
                <a:srgbClr val="CBCBCB"/>
              </a:solidFill>
              <a:ln>
                <a:noFill/>
              </a:ln>
            </p:spPr>
          </p:sp>
          <p:sp>
            <p:nvSpPr>
              <p:cNvPr id="2217" name="Graph element 231"/>
              <p:cNvSpPr/>
              <p:nvPr/>
            </p:nvSpPr>
            <p:spPr>
              <a:xfrm>
                <a:off x="1385342" y="698399"/>
                <a:ext cx="25458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25458" h="3394" stroke="0" extrusionOk="0">
                    <a:moveTo>
                      <a:pt x="25458" y="3394"/>
                    </a:moveTo>
                    <a:lnTo>
                      <a:pt x="25458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25458" y="3394"/>
                    </a:lnTo>
                    <a:close/>
                  </a:path>
                </a:pathLst>
              </a:custGeom>
              <a:solidFill>
                <a:srgbClr val="CBCBCB"/>
              </a:solidFill>
              <a:ln>
                <a:noFill/>
              </a:ln>
            </p:spPr>
          </p:sp>
          <p:sp>
            <p:nvSpPr>
              <p:cNvPr id="2218" name="Graph element 232"/>
              <p:cNvSpPr/>
              <p:nvPr/>
            </p:nvSpPr>
            <p:spPr>
              <a:xfrm>
                <a:off x="1325940" y="696278"/>
                <a:ext cx="21215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21215" h="3394" stroke="0" extrusionOk="0">
                    <a:moveTo>
                      <a:pt x="21215" y="3394"/>
                    </a:moveTo>
                    <a:lnTo>
                      <a:pt x="21215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21215" y="3394"/>
                    </a:lnTo>
                    <a:close/>
                  </a:path>
                </a:pathLst>
              </a:custGeom>
              <a:solidFill>
                <a:srgbClr val="CBCBCB"/>
              </a:solidFill>
              <a:ln>
                <a:noFill/>
              </a:ln>
            </p:spPr>
          </p:sp>
          <p:sp>
            <p:nvSpPr>
              <p:cNvPr id="2219" name="Graph element 233"/>
              <p:cNvSpPr/>
              <p:nvPr/>
            </p:nvSpPr>
            <p:spPr>
              <a:xfrm>
                <a:off x="1453230" y="694156"/>
                <a:ext cx="16972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16972" h="3394" stroke="0" extrusionOk="0">
                    <a:moveTo>
                      <a:pt x="16972" y="3394"/>
                    </a:moveTo>
                    <a:lnTo>
                      <a:pt x="16972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16972" y="3394"/>
                    </a:lnTo>
                    <a:close/>
                  </a:path>
                </a:pathLst>
              </a:custGeom>
              <a:solidFill>
                <a:srgbClr val="CBCBCB"/>
              </a:solidFill>
              <a:ln>
                <a:noFill/>
              </a:ln>
            </p:spPr>
          </p:sp>
          <p:sp>
            <p:nvSpPr>
              <p:cNvPr id="2220" name="Graph element 234"/>
              <p:cNvSpPr/>
              <p:nvPr/>
            </p:nvSpPr>
            <p:spPr>
              <a:xfrm>
                <a:off x="1415467" y="691610"/>
                <a:ext cx="3394" cy="4243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4243" stroke="0" extrusionOk="0">
                    <a:moveTo>
                      <a:pt x="0" y="4243"/>
                    </a:moveTo>
                    <a:lnTo>
                      <a:pt x="3394" y="4243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4243"/>
                    </a:lnTo>
                    <a:close/>
                  </a:path>
                </a:pathLst>
              </a:custGeom>
              <a:solidFill>
                <a:srgbClr val="CBCBCB"/>
              </a:solidFill>
              <a:ln>
                <a:noFill/>
              </a:ln>
            </p:spPr>
          </p:sp>
          <p:sp>
            <p:nvSpPr>
              <p:cNvPr id="2221" name="Graph element 235"/>
              <p:cNvSpPr/>
              <p:nvPr/>
            </p:nvSpPr>
            <p:spPr>
              <a:xfrm>
                <a:off x="1591128" y="685670"/>
                <a:ext cx="2122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2122" h="3394" stroke="0" extrusionOk="0">
                    <a:moveTo>
                      <a:pt x="2122" y="3394"/>
                    </a:moveTo>
                    <a:lnTo>
                      <a:pt x="2122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2122" y="3394"/>
                    </a:lnTo>
                    <a:close/>
                  </a:path>
                </a:pathLst>
              </a:custGeom>
              <a:solidFill>
                <a:srgbClr val="CBCBCB"/>
              </a:solidFill>
              <a:ln>
                <a:noFill/>
              </a:ln>
            </p:spPr>
          </p:sp>
          <p:sp>
            <p:nvSpPr>
              <p:cNvPr id="2222" name="Graph element 236"/>
              <p:cNvSpPr/>
              <p:nvPr/>
            </p:nvSpPr>
            <p:spPr>
              <a:xfrm>
                <a:off x="1608100" y="683549"/>
                <a:ext cx="2122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2122" h="3394" stroke="0" extrusionOk="0">
                    <a:moveTo>
                      <a:pt x="2122" y="3394"/>
                    </a:moveTo>
                    <a:lnTo>
                      <a:pt x="2122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2122" y="3394"/>
                    </a:lnTo>
                    <a:close/>
                  </a:path>
                </a:pathLst>
              </a:custGeom>
              <a:solidFill>
                <a:srgbClr val="CBCBCB"/>
              </a:solidFill>
              <a:ln>
                <a:noFill/>
              </a:ln>
            </p:spPr>
          </p:sp>
          <p:sp>
            <p:nvSpPr>
              <p:cNvPr id="2223" name="Graph element 237"/>
              <p:cNvSpPr/>
              <p:nvPr/>
            </p:nvSpPr>
            <p:spPr>
              <a:xfrm>
                <a:off x="1582642" y="683549"/>
                <a:ext cx="2122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2122" h="3394" stroke="0" extrusionOk="0">
                    <a:moveTo>
                      <a:pt x="2122" y="3394"/>
                    </a:moveTo>
                    <a:lnTo>
                      <a:pt x="2122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2122" y="3394"/>
                    </a:lnTo>
                    <a:close/>
                  </a:path>
                </a:pathLst>
              </a:custGeom>
              <a:solidFill>
                <a:srgbClr val="CBCBCB"/>
              </a:solidFill>
              <a:ln>
                <a:noFill/>
              </a:ln>
            </p:spPr>
          </p:sp>
          <p:sp>
            <p:nvSpPr>
              <p:cNvPr id="2224" name="Graph element 238"/>
              <p:cNvSpPr/>
              <p:nvPr/>
            </p:nvSpPr>
            <p:spPr>
              <a:xfrm>
                <a:off x="1625072" y="681427"/>
                <a:ext cx="2122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2122" h="3394" stroke="0" extrusionOk="0">
                    <a:moveTo>
                      <a:pt x="2122" y="3394"/>
                    </a:moveTo>
                    <a:lnTo>
                      <a:pt x="2122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2122" y="3394"/>
                    </a:lnTo>
                    <a:close/>
                  </a:path>
                </a:pathLst>
              </a:custGeom>
              <a:solidFill>
                <a:srgbClr val="CBCBCB"/>
              </a:solidFill>
              <a:ln>
                <a:noFill/>
              </a:ln>
            </p:spPr>
          </p:sp>
          <p:sp>
            <p:nvSpPr>
              <p:cNvPr id="2225" name="Graph element 239"/>
              <p:cNvSpPr/>
              <p:nvPr/>
            </p:nvSpPr>
            <p:spPr>
              <a:xfrm>
                <a:off x="1616586" y="679306"/>
                <a:ext cx="2122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2122" h="3394" stroke="0" extrusionOk="0">
                    <a:moveTo>
                      <a:pt x="2122" y="3394"/>
                    </a:moveTo>
                    <a:lnTo>
                      <a:pt x="2122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2122" y="3394"/>
                    </a:lnTo>
                    <a:close/>
                  </a:path>
                </a:pathLst>
              </a:custGeom>
              <a:solidFill>
                <a:srgbClr val="CBCBCB"/>
              </a:solidFill>
              <a:ln>
                <a:noFill/>
              </a:ln>
            </p:spPr>
          </p:sp>
          <p:sp>
            <p:nvSpPr>
              <p:cNvPr id="2226" name="Graph element 240"/>
              <p:cNvSpPr/>
              <p:nvPr/>
            </p:nvSpPr>
            <p:spPr>
              <a:xfrm>
                <a:off x="1413346" y="681003"/>
                <a:ext cx="3394" cy="2122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2122" stroke="0" extrusionOk="0">
                    <a:moveTo>
                      <a:pt x="0" y="2122"/>
                    </a:moveTo>
                    <a:lnTo>
                      <a:pt x="3394" y="2122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CBCBCB"/>
              </a:solidFill>
              <a:ln>
                <a:noFill/>
              </a:ln>
            </p:spPr>
          </p:sp>
          <p:sp>
            <p:nvSpPr>
              <p:cNvPr id="2227" name="Graph element 241"/>
              <p:cNvSpPr/>
              <p:nvPr/>
            </p:nvSpPr>
            <p:spPr>
              <a:xfrm>
                <a:off x="1675988" y="675063"/>
                <a:ext cx="2122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2122" h="3394" stroke="0" extrusionOk="0">
                    <a:moveTo>
                      <a:pt x="2122" y="3394"/>
                    </a:moveTo>
                    <a:lnTo>
                      <a:pt x="2122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2122" y="3394"/>
                    </a:lnTo>
                    <a:close/>
                  </a:path>
                </a:pathLst>
              </a:custGeom>
              <a:solidFill>
                <a:srgbClr val="CBCBCB"/>
              </a:solidFill>
              <a:ln>
                <a:noFill/>
              </a:ln>
            </p:spPr>
          </p:sp>
          <p:sp>
            <p:nvSpPr>
              <p:cNvPr id="2228" name="Graph element 242"/>
              <p:cNvSpPr/>
              <p:nvPr/>
            </p:nvSpPr>
            <p:spPr>
              <a:xfrm>
                <a:off x="1709932" y="670819"/>
                <a:ext cx="2122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2122" h="3394" stroke="0" extrusionOk="0">
                    <a:moveTo>
                      <a:pt x="2122" y="3394"/>
                    </a:moveTo>
                    <a:lnTo>
                      <a:pt x="2122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2122" y="3394"/>
                    </a:lnTo>
                    <a:close/>
                  </a:path>
                </a:pathLst>
              </a:custGeom>
              <a:solidFill>
                <a:srgbClr val="CBCBCB"/>
              </a:solidFill>
              <a:ln>
                <a:noFill/>
              </a:ln>
            </p:spPr>
          </p:sp>
          <p:sp>
            <p:nvSpPr>
              <p:cNvPr id="2229" name="Graph element 243"/>
              <p:cNvSpPr/>
              <p:nvPr/>
            </p:nvSpPr>
            <p:spPr>
              <a:xfrm>
                <a:off x="1726904" y="668698"/>
                <a:ext cx="2122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2122" h="3394" stroke="0" extrusionOk="0">
                    <a:moveTo>
                      <a:pt x="2122" y="3394"/>
                    </a:moveTo>
                    <a:lnTo>
                      <a:pt x="2122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2122" y="3394"/>
                    </a:lnTo>
                    <a:close/>
                  </a:path>
                </a:pathLst>
              </a:custGeom>
              <a:solidFill>
                <a:srgbClr val="CBCBCB"/>
              </a:solidFill>
              <a:ln>
                <a:noFill/>
              </a:ln>
            </p:spPr>
          </p:sp>
          <p:sp>
            <p:nvSpPr>
              <p:cNvPr id="2230" name="Graph element 244"/>
              <p:cNvSpPr/>
              <p:nvPr/>
            </p:nvSpPr>
            <p:spPr>
              <a:xfrm>
                <a:off x="1701446" y="668698"/>
                <a:ext cx="2122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2122" h="3394" stroke="0" extrusionOk="0">
                    <a:moveTo>
                      <a:pt x="2122" y="3394"/>
                    </a:moveTo>
                    <a:lnTo>
                      <a:pt x="2122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2122" y="3394"/>
                    </a:lnTo>
                    <a:close/>
                  </a:path>
                </a:pathLst>
              </a:custGeom>
              <a:solidFill>
                <a:srgbClr val="CBCBCB"/>
              </a:solidFill>
              <a:ln>
                <a:noFill/>
              </a:ln>
            </p:spPr>
          </p:sp>
          <p:sp>
            <p:nvSpPr>
              <p:cNvPr id="2231" name="Graph element 245"/>
              <p:cNvSpPr/>
              <p:nvPr/>
            </p:nvSpPr>
            <p:spPr>
              <a:xfrm>
                <a:off x="1718418" y="666576"/>
                <a:ext cx="2122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2122" h="3394" stroke="0" extrusionOk="0">
                    <a:moveTo>
                      <a:pt x="2122" y="3394"/>
                    </a:moveTo>
                    <a:lnTo>
                      <a:pt x="2122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2122" y="3394"/>
                    </a:lnTo>
                    <a:close/>
                  </a:path>
                </a:pathLst>
              </a:custGeom>
              <a:solidFill>
                <a:srgbClr val="CBCBCB"/>
              </a:solidFill>
              <a:ln>
                <a:noFill/>
              </a:ln>
            </p:spPr>
          </p:sp>
          <p:sp>
            <p:nvSpPr>
              <p:cNvPr id="2232" name="Graph element 246"/>
              <p:cNvSpPr/>
              <p:nvPr/>
            </p:nvSpPr>
            <p:spPr>
              <a:xfrm>
                <a:off x="1417589" y="668274"/>
                <a:ext cx="3394" cy="2122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2122" stroke="0" extrusionOk="0">
                    <a:moveTo>
                      <a:pt x="0" y="2122"/>
                    </a:moveTo>
                    <a:lnTo>
                      <a:pt x="3394" y="2122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CBCBCB"/>
              </a:solidFill>
              <a:ln>
                <a:noFill/>
              </a:ln>
            </p:spPr>
          </p:sp>
          <p:sp>
            <p:nvSpPr>
              <p:cNvPr id="2233" name="Graph element 247"/>
              <p:cNvSpPr/>
              <p:nvPr/>
            </p:nvSpPr>
            <p:spPr>
              <a:xfrm>
                <a:off x="1415467" y="655545"/>
                <a:ext cx="3394" cy="2122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2122" stroke="0" extrusionOk="0">
                    <a:moveTo>
                      <a:pt x="0" y="2122"/>
                    </a:moveTo>
                    <a:lnTo>
                      <a:pt x="3394" y="2122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CBCBCB"/>
              </a:solidFill>
              <a:ln>
                <a:noFill/>
              </a:ln>
            </p:spPr>
          </p:sp>
          <p:sp>
            <p:nvSpPr>
              <p:cNvPr id="2234" name="Graph element 248"/>
              <p:cNvSpPr/>
              <p:nvPr/>
            </p:nvSpPr>
            <p:spPr>
              <a:xfrm>
                <a:off x="1417589" y="632208"/>
                <a:ext cx="3394" cy="2122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2122" stroke="0" extrusionOk="0">
                    <a:moveTo>
                      <a:pt x="0" y="2122"/>
                    </a:moveTo>
                    <a:lnTo>
                      <a:pt x="3394" y="2122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CBCBCB"/>
              </a:solidFill>
              <a:ln>
                <a:noFill/>
              </a:ln>
            </p:spPr>
          </p:sp>
          <p:sp>
            <p:nvSpPr>
              <p:cNvPr id="2235" name="Graph element 249"/>
              <p:cNvSpPr/>
              <p:nvPr/>
            </p:nvSpPr>
            <p:spPr>
              <a:xfrm>
                <a:off x="1423953" y="560077"/>
                <a:ext cx="3394" cy="2122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2122" stroke="0" extrusionOk="0">
                    <a:moveTo>
                      <a:pt x="0" y="2122"/>
                    </a:moveTo>
                    <a:lnTo>
                      <a:pt x="3394" y="2122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CBCBCB"/>
              </a:solidFill>
              <a:ln>
                <a:noFill/>
              </a:ln>
            </p:spPr>
          </p:sp>
          <p:sp>
            <p:nvSpPr>
              <p:cNvPr id="2236" name="Graph element 250"/>
              <p:cNvSpPr/>
              <p:nvPr/>
            </p:nvSpPr>
            <p:spPr>
              <a:xfrm>
                <a:off x="1428196" y="547348"/>
                <a:ext cx="3394" cy="2122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2122" stroke="0" extrusionOk="0">
                    <a:moveTo>
                      <a:pt x="0" y="2122"/>
                    </a:moveTo>
                    <a:lnTo>
                      <a:pt x="3394" y="2122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CBCBCB"/>
              </a:solidFill>
              <a:ln>
                <a:noFill/>
              </a:ln>
            </p:spPr>
          </p:sp>
          <p:sp>
            <p:nvSpPr>
              <p:cNvPr id="2237" name="Graph element 251"/>
              <p:cNvSpPr/>
              <p:nvPr/>
            </p:nvSpPr>
            <p:spPr>
              <a:xfrm>
                <a:off x="1752786" y="1459595"/>
                <a:ext cx="3394" cy="6365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6365" stroke="0" extrusionOk="0">
                    <a:moveTo>
                      <a:pt x="0" y="6365"/>
                    </a:moveTo>
                    <a:lnTo>
                      <a:pt x="3394" y="6365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6365"/>
                    </a:lnTo>
                    <a:close/>
                  </a:path>
                </a:pathLst>
              </a:custGeom>
              <a:solidFill>
                <a:srgbClr val="F6B6B1"/>
              </a:solidFill>
              <a:ln>
                <a:noFill/>
              </a:ln>
            </p:spPr>
          </p:sp>
          <p:sp>
            <p:nvSpPr>
              <p:cNvPr id="2238" name="Graph element 252"/>
              <p:cNvSpPr/>
              <p:nvPr/>
            </p:nvSpPr>
            <p:spPr>
              <a:xfrm>
                <a:off x="1435058" y="1403235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F8B3AC"/>
              </a:solidFill>
              <a:ln>
                <a:noFill/>
              </a:ln>
            </p:spPr>
          </p:sp>
          <p:sp>
            <p:nvSpPr>
              <p:cNvPr id="2239" name="Graph element 253"/>
              <p:cNvSpPr/>
              <p:nvPr/>
            </p:nvSpPr>
            <p:spPr>
              <a:xfrm>
                <a:off x="1249566" y="872362"/>
                <a:ext cx="2122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2122" h="3394" stroke="0" extrusionOk="0">
                    <a:moveTo>
                      <a:pt x="2122" y="3394"/>
                    </a:moveTo>
                    <a:lnTo>
                      <a:pt x="2122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2122" y="3394"/>
                    </a:lnTo>
                    <a:close/>
                  </a:path>
                </a:pathLst>
              </a:custGeom>
              <a:solidFill>
                <a:srgbClr val="F8B3AC"/>
              </a:solidFill>
              <a:ln>
                <a:noFill/>
              </a:ln>
            </p:spPr>
          </p:sp>
          <p:sp>
            <p:nvSpPr>
              <p:cNvPr id="2240" name="Graph element 254"/>
              <p:cNvSpPr/>
              <p:nvPr/>
            </p:nvSpPr>
            <p:spPr>
              <a:xfrm>
                <a:off x="743448" y="1935733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C7C7C7"/>
              </a:solidFill>
              <a:ln>
                <a:noFill/>
              </a:ln>
            </p:spPr>
          </p:sp>
          <p:sp>
            <p:nvSpPr>
              <p:cNvPr id="2241" name="Graph element 255"/>
              <p:cNvSpPr/>
              <p:nvPr/>
            </p:nvSpPr>
            <p:spPr>
              <a:xfrm>
                <a:off x="1497503" y="1324740"/>
                <a:ext cx="6922" cy="8765"/>
              </a:xfrm>
              <a:custGeom>
                <a:avLst/>
                <a:gdLst/>
                <a:ahLst/>
                <a:cxnLst/>
                <a:rect l="0" t="0" r="r" b="b"/>
                <a:pathLst>
                  <a:path w="6922" h="8765" stroke="0" extrusionOk="0">
                    <a:moveTo>
                      <a:pt x="0" y="3322"/>
                    </a:moveTo>
                    <a:lnTo>
                      <a:pt x="2122" y="5443"/>
                    </a:lnTo>
                    <a:lnTo>
                      <a:pt x="1200" y="6365"/>
                    </a:lnTo>
                    <a:lnTo>
                      <a:pt x="3600" y="8765"/>
                    </a:lnTo>
                    <a:lnTo>
                      <a:pt x="6922" y="5443"/>
                    </a:lnTo>
                    <a:lnTo>
                      <a:pt x="4800" y="3322"/>
                    </a:lnTo>
                    <a:lnTo>
                      <a:pt x="5722" y="2400"/>
                    </a:lnTo>
                    <a:lnTo>
                      <a:pt x="3322" y="0"/>
                    </a:lnTo>
                    <a:lnTo>
                      <a:pt x="0" y="3322"/>
                    </a:lnTo>
                    <a:close/>
                  </a:path>
                </a:pathLst>
              </a:custGeom>
              <a:solidFill>
                <a:srgbClr val="C7C7C7"/>
              </a:solidFill>
              <a:ln>
                <a:noFill/>
              </a:ln>
            </p:spPr>
          </p:sp>
          <p:sp>
            <p:nvSpPr>
              <p:cNvPr id="2242" name="Graph element 256"/>
              <p:cNvSpPr/>
              <p:nvPr/>
            </p:nvSpPr>
            <p:spPr>
              <a:xfrm>
                <a:off x="1515675" y="1314132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C7C7C7"/>
              </a:solidFill>
              <a:ln>
                <a:noFill/>
              </a:ln>
            </p:spPr>
          </p:sp>
          <p:sp>
            <p:nvSpPr>
              <p:cNvPr id="2243" name="Graph element 257"/>
              <p:cNvSpPr/>
              <p:nvPr/>
            </p:nvSpPr>
            <p:spPr>
              <a:xfrm>
                <a:off x="1533569" y="1292917"/>
                <a:ext cx="6922" cy="8765"/>
              </a:xfrm>
              <a:custGeom>
                <a:avLst/>
                <a:gdLst/>
                <a:ahLst/>
                <a:cxnLst/>
                <a:rect l="0" t="0" r="r" b="b"/>
                <a:pathLst>
                  <a:path w="6922" h="8765" stroke="0" extrusionOk="0">
                    <a:moveTo>
                      <a:pt x="0" y="3322"/>
                    </a:moveTo>
                    <a:lnTo>
                      <a:pt x="2122" y="5443"/>
                    </a:lnTo>
                    <a:lnTo>
                      <a:pt x="1200" y="6365"/>
                    </a:lnTo>
                    <a:lnTo>
                      <a:pt x="3600" y="8765"/>
                    </a:lnTo>
                    <a:lnTo>
                      <a:pt x="6922" y="5443"/>
                    </a:lnTo>
                    <a:lnTo>
                      <a:pt x="4800" y="3322"/>
                    </a:lnTo>
                    <a:lnTo>
                      <a:pt x="5722" y="2400"/>
                    </a:lnTo>
                    <a:lnTo>
                      <a:pt x="3322" y="0"/>
                    </a:lnTo>
                    <a:lnTo>
                      <a:pt x="0" y="3322"/>
                    </a:lnTo>
                    <a:close/>
                  </a:path>
                </a:pathLst>
              </a:custGeom>
              <a:solidFill>
                <a:srgbClr val="C7C7C7"/>
              </a:solidFill>
              <a:ln>
                <a:noFill/>
              </a:ln>
            </p:spPr>
          </p:sp>
          <p:sp>
            <p:nvSpPr>
              <p:cNvPr id="2244" name="Graph element 258"/>
              <p:cNvSpPr/>
              <p:nvPr/>
            </p:nvSpPr>
            <p:spPr>
              <a:xfrm>
                <a:off x="1551741" y="1282310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C7C7C7"/>
              </a:solidFill>
              <a:ln>
                <a:noFill/>
              </a:ln>
            </p:spPr>
          </p:sp>
          <p:sp>
            <p:nvSpPr>
              <p:cNvPr id="2245" name="Graph element 259"/>
              <p:cNvSpPr/>
              <p:nvPr/>
            </p:nvSpPr>
            <p:spPr>
              <a:xfrm>
                <a:off x="1569634" y="1261095"/>
                <a:ext cx="6922" cy="8765"/>
              </a:xfrm>
              <a:custGeom>
                <a:avLst/>
                <a:gdLst/>
                <a:ahLst/>
                <a:cxnLst/>
                <a:rect l="0" t="0" r="r" b="b"/>
                <a:pathLst>
                  <a:path w="6922" h="8765" stroke="0" extrusionOk="0">
                    <a:moveTo>
                      <a:pt x="0" y="3322"/>
                    </a:moveTo>
                    <a:lnTo>
                      <a:pt x="2122" y="5443"/>
                    </a:lnTo>
                    <a:lnTo>
                      <a:pt x="1200" y="6365"/>
                    </a:lnTo>
                    <a:lnTo>
                      <a:pt x="3600" y="8765"/>
                    </a:lnTo>
                    <a:lnTo>
                      <a:pt x="6922" y="5443"/>
                    </a:lnTo>
                    <a:lnTo>
                      <a:pt x="4800" y="3322"/>
                    </a:lnTo>
                    <a:lnTo>
                      <a:pt x="5722" y="2400"/>
                    </a:lnTo>
                    <a:lnTo>
                      <a:pt x="3322" y="0"/>
                    </a:lnTo>
                    <a:lnTo>
                      <a:pt x="0" y="3322"/>
                    </a:lnTo>
                    <a:close/>
                  </a:path>
                </a:pathLst>
              </a:custGeom>
              <a:solidFill>
                <a:srgbClr val="C7C7C7"/>
              </a:solidFill>
              <a:ln>
                <a:noFill/>
              </a:ln>
            </p:spPr>
          </p:sp>
          <p:sp>
            <p:nvSpPr>
              <p:cNvPr id="2246" name="Graph element 260"/>
              <p:cNvSpPr/>
              <p:nvPr/>
            </p:nvSpPr>
            <p:spPr>
              <a:xfrm>
                <a:off x="1322618" y="584335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2122" y="4522"/>
                    </a:moveTo>
                    <a:lnTo>
                      <a:pt x="4522" y="2122"/>
                    </a:lnTo>
                    <a:lnTo>
                      <a:pt x="2400" y="0"/>
                    </a:lnTo>
                    <a:lnTo>
                      <a:pt x="0" y="2400"/>
                    </a:lnTo>
                    <a:lnTo>
                      <a:pt x="2122" y="4522"/>
                    </a:lnTo>
                    <a:close/>
                  </a:path>
                </a:pathLst>
              </a:custGeom>
              <a:solidFill>
                <a:srgbClr val="C7C7C7"/>
              </a:solidFill>
              <a:ln>
                <a:noFill/>
              </a:ln>
            </p:spPr>
          </p:sp>
          <p:sp>
            <p:nvSpPr>
              <p:cNvPr id="2247" name="Graph element 261"/>
              <p:cNvSpPr/>
              <p:nvPr/>
            </p:nvSpPr>
            <p:spPr>
              <a:xfrm>
                <a:off x="399764" y="224601"/>
                <a:ext cx="8765" cy="6922"/>
              </a:xfrm>
              <a:custGeom>
                <a:avLst/>
                <a:gdLst/>
                <a:ahLst/>
                <a:cxnLst/>
                <a:rect l="0" t="0" r="r" b="b"/>
                <a:pathLst>
                  <a:path w="8765" h="6922" stroke="0" extrusionOk="0">
                    <a:moveTo>
                      <a:pt x="0" y="3322"/>
                    </a:moveTo>
                    <a:lnTo>
                      <a:pt x="2400" y="5722"/>
                    </a:lnTo>
                    <a:lnTo>
                      <a:pt x="3322" y="4800"/>
                    </a:lnTo>
                    <a:lnTo>
                      <a:pt x="5443" y="6922"/>
                    </a:lnTo>
                    <a:lnTo>
                      <a:pt x="8765" y="3600"/>
                    </a:lnTo>
                    <a:lnTo>
                      <a:pt x="6365" y="1200"/>
                    </a:lnTo>
                    <a:lnTo>
                      <a:pt x="5443" y="2122"/>
                    </a:lnTo>
                    <a:lnTo>
                      <a:pt x="3322" y="0"/>
                    </a:lnTo>
                    <a:lnTo>
                      <a:pt x="0" y="3322"/>
                    </a:lnTo>
                    <a:close/>
                  </a:path>
                </a:pathLst>
              </a:custGeom>
              <a:solidFill>
                <a:srgbClr val="C7C7C7"/>
              </a:solidFill>
              <a:ln>
                <a:noFill/>
              </a:ln>
            </p:spPr>
          </p:sp>
          <p:sp>
            <p:nvSpPr>
              <p:cNvPr id="2248" name="Graph element 262"/>
              <p:cNvSpPr/>
              <p:nvPr/>
            </p:nvSpPr>
            <p:spPr>
              <a:xfrm>
                <a:off x="414615" y="208829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C7C7C7"/>
              </a:solidFill>
              <a:ln>
                <a:noFill/>
              </a:ln>
            </p:spPr>
          </p:sp>
          <p:sp>
            <p:nvSpPr>
              <p:cNvPr id="2249" name="Graph element 263"/>
              <p:cNvSpPr/>
              <p:nvPr/>
            </p:nvSpPr>
            <p:spPr>
              <a:xfrm>
                <a:off x="435830" y="189735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C7C7C7"/>
              </a:solidFill>
              <a:ln>
                <a:noFill/>
              </a:ln>
            </p:spPr>
          </p:sp>
          <p:sp>
            <p:nvSpPr>
              <p:cNvPr id="2250" name="Graph element 264"/>
              <p:cNvSpPr/>
              <p:nvPr/>
            </p:nvSpPr>
            <p:spPr>
              <a:xfrm>
                <a:off x="446437" y="171563"/>
                <a:ext cx="8765" cy="6922"/>
              </a:xfrm>
              <a:custGeom>
                <a:avLst/>
                <a:gdLst/>
                <a:ahLst/>
                <a:cxnLst/>
                <a:rect l="0" t="0" r="r" b="b"/>
                <a:pathLst>
                  <a:path w="8765" h="6922" stroke="0" extrusionOk="0">
                    <a:moveTo>
                      <a:pt x="0" y="3322"/>
                    </a:moveTo>
                    <a:lnTo>
                      <a:pt x="2400" y="5722"/>
                    </a:lnTo>
                    <a:lnTo>
                      <a:pt x="3322" y="4800"/>
                    </a:lnTo>
                    <a:lnTo>
                      <a:pt x="5443" y="6922"/>
                    </a:lnTo>
                    <a:lnTo>
                      <a:pt x="8765" y="3600"/>
                    </a:lnTo>
                    <a:lnTo>
                      <a:pt x="6365" y="1200"/>
                    </a:lnTo>
                    <a:lnTo>
                      <a:pt x="5443" y="2122"/>
                    </a:lnTo>
                    <a:lnTo>
                      <a:pt x="3322" y="0"/>
                    </a:lnTo>
                    <a:lnTo>
                      <a:pt x="0" y="3322"/>
                    </a:lnTo>
                    <a:close/>
                  </a:path>
                </a:pathLst>
              </a:custGeom>
              <a:solidFill>
                <a:srgbClr val="C7C7C7"/>
              </a:solidFill>
              <a:ln>
                <a:noFill/>
              </a:ln>
            </p:spPr>
          </p:sp>
          <p:sp>
            <p:nvSpPr>
              <p:cNvPr id="2251" name="Graph element 265"/>
              <p:cNvSpPr/>
              <p:nvPr/>
            </p:nvSpPr>
            <p:spPr>
              <a:xfrm>
                <a:off x="478260" y="135498"/>
                <a:ext cx="8765" cy="6922"/>
              </a:xfrm>
              <a:custGeom>
                <a:avLst/>
                <a:gdLst/>
                <a:ahLst/>
                <a:cxnLst/>
                <a:rect l="0" t="0" r="r" b="b"/>
                <a:pathLst>
                  <a:path w="8765" h="6922" stroke="0" extrusionOk="0">
                    <a:moveTo>
                      <a:pt x="0" y="3322"/>
                    </a:moveTo>
                    <a:lnTo>
                      <a:pt x="2400" y="5722"/>
                    </a:lnTo>
                    <a:lnTo>
                      <a:pt x="3322" y="4800"/>
                    </a:lnTo>
                    <a:lnTo>
                      <a:pt x="5443" y="6922"/>
                    </a:lnTo>
                    <a:lnTo>
                      <a:pt x="8765" y="3600"/>
                    </a:lnTo>
                    <a:lnTo>
                      <a:pt x="6365" y="1200"/>
                    </a:lnTo>
                    <a:lnTo>
                      <a:pt x="5443" y="2122"/>
                    </a:lnTo>
                    <a:lnTo>
                      <a:pt x="3322" y="0"/>
                    </a:lnTo>
                    <a:lnTo>
                      <a:pt x="0" y="3322"/>
                    </a:lnTo>
                    <a:close/>
                  </a:path>
                </a:pathLst>
              </a:custGeom>
              <a:solidFill>
                <a:srgbClr val="C7C7C7"/>
              </a:solidFill>
              <a:ln>
                <a:noFill/>
              </a:ln>
            </p:spPr>
          </p:sp>
          <p:sp>
            <p:nvSpPr>
              <p:cNvPr id="2252" name="Graph element 266"/>
              <p:cNvSpPr/>
              <p:nvPr/>
            </p:nvSpPr>
            <p:spPr>
              <a:xfrm>
                <a:off x="988621" y="2149508"/>
                <a:ext cx="2122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2122" h="3394" stroke="0" extrusionOk="0">
                    <a:moveTo>
                      <a:pt x="2122" y="3394"/>
                    </a:moveTo>
                    <a:lnTo>
                      <a:pt x="2122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2122" y="3394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</p:spPr>
          </p:sp>
          <p:sp>
            <p:nvSpPr>
              <p:cNvPr id="2253" name="Graph element 267"/>
              <p:cNvSpPr/>
              <p:nvPr/>
            </p:nvSpPr>
            <p:spPr>
              <a:xfrm>
                <a:off x="961466" y="2121504"/>
                <a:ext cx="3394" cy="2122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2122" stroke="0" extrusionOk="0">
                    <a:moveTo>
                      <a:pt x="0" y="2122"/>
                    </a:moveTo>
                    <a:lnTo>
                      <a:pt x="3394" y="2122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</p:spPr>
          </p:sp>
          <p:sp>
            <p:nvSpPr>
              <p:cNvPr id="2254" name="Graph element 268"/>
              <p:cNvSpPr/>
              <p:nvPr/>
            </p:nvSpPr>
            <p:spPr>
              <a:xfrm>
                <a:off x="583838" y="2119382"/>
                <a:ext cx="3394" cy="2122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2122" stroke="0" extrusionOk="0">
                    <a:moveTo>
                      <a:pt x="0" y="2122"/>
                    </a:moveTo>
                    <a:lnTo>
                      <a:pt x="3394" y="2122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</p:spPr>
          </p:sp>
          <p:sp>
            <p:nvSpPr>
              <p:cNvPr id="2255" name="Graph element 269"/>
              <p:cNvSpPr/>
              <p:nvPr/>
            </p:nvSpPr>
            <p:spPr>
              <a:xfrm>
                <a:off x="959841" y="2099089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</p:spPr>
          </p:sp>
          <p:sp>
            <p:nvSpPr>
              <p:cNvPr id="2256" name="Graph element 270"/>
              <p:cNvSpPr/>
              <p:nvPr/>
            </p:nvSpPr>
            <p:spPr>
              <a:xfrm>
                <a:off x="610993" y="2090106"/>
                <a:ext cx="2122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2122" h="3394" stroke="0" extrusionOk="0">
                    <a:moveTo>
                      <a:pt x="2122" y="3394"/>
                    </a:moveTo>
                    <a:lnTo>
                      <a:pt x="2122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2122" y="3394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</p:spPr>
          </p:sp>
          <p:sp>
            <p:nvSpPr>
              <p:cNvPr id="2257" name="Graph element 271"/>
              <p:cNvSpPr/>
              <p:nvPr/>
            </p:nvSpPr>
            <p:spPr>
              <a:xfrm>
                <a:off x="664952" y="2088481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2122" y="4522"/>
                    </a:moveTo>
                    <a:lnTo>
                      <a:pt x="4522" y="2122"/>
                    </a:lnTo>
                    <a:lnTo>
                      <a:pt x="2400" y="0"/>
                    </a:lnTo>
                    <a:lnTo>
                      <a:pt x="0" y="2400"/>
                    </a:lnTo>
                    <a:lnTo>
                      <a:pt x="2122" y="4522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</p:spPr>
          </p:sp>
          <p:sp>
            <p:nvSpPr>
              <p:cNvPr id="2258" name="Graph element 272"/>
              <p:cNvSpPr/>
              <p:nvPr/>
            </p:nvSpPr>
            <p:spPr>
              <a:xfrm>
                <a:off x="934383" y="2084238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</p:spPr>
          </p:sp>
          <p:sp>
            <p:nvSpPr>
              <p:cNvPr id="2259" name="Graph element 273"/>
              <p:cNvSpPr/>
              <p:nvPr/>
            </p:nvSpPr>
            <p:spPr>
              <a:xfrm>
                <a:off x="688289" y="2073631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2122" y="4522"/>
                    </a:moveTo>
                    <a:lnTo>
                      <a:pt x="4522" y="2122"/>
                    </a:lnTo>
                    <a:lnTo>
                      <a:pt x="2400" y="0"/>
                    </a:lnTo>
                    <a:lnTo>
                      <a:pt x="0" y="2400"/>
                    </a:lnTo>
                    <a:lnTo>
                      <a:pt x="2122" y="4522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</p:spPr>
          </p:sp>
          <p:sp>
            <p:nvSpPr>
              <p:cNvPr id="2260" name="Graph element 274"/>
              <p:cNvSpPr/>
              <p:nvPr/>
            </p:nvSpPr>
            <p:spPr>
              <a:xfrm>
                <a:off x="908925" y="2069388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</p:spPr>
          </p:sp>
          <p:sp>
            <p:nvSpPr>
              <p:cNvPr id="2261" name="Graph element 275"/>
              <p:cNvSpPr/>
              <p:nvPr/>
            </p:nvSpPr>
            <p:spPr>
              <a:xfrm>
                <a:off x="751437" y="2034522"/>
                <a:ext cx="3394" cy="2122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2122" stroke="0" extrusionOk="0">
                    <a:moveTo>
                      <a:pt x="0" y="2122"/>
                    </a:moveTo>
                    <a:lnTo>
                      <a:pt x="3394" y="2122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</p:spPr>
          </p:sp>
          <p:sp>
            <p:nvSpPr>
              <p:cNvPr id="2262" name="Graph element 276"/>
              <p:cNvSpPr/>
              <p:nvPr/>
            </p:nvSpPr>
            <p:spPr>
              <a:xfrm>
                <a:off x="832551" y="2024836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</p:spPr>
          </p:sp>
          <p:sp>
            <p:nvSpPr>
              <p:cNvPr id="2263" name="Graph element 277"/>
              <p:cNvSpPr/>
              <p:nvPr/>
            </p:nvSpPr>
            <p:spPr>
              <a:xfrm>
                <a:off x="683549" y="1824493"/>
                <a:ext cx="3394" cy="2122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2122" stroke="0" extrusionOk="0">
                    <a:moveTo>
                      <a:pt x="0" y="2122"/>
                    </a:moveTo>
                    <a:lnTo>
                      <a:pt x="3394" y="2122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</p:spPr>
          </p:sp>
          <p:sp>
            <p:nvSpPr>
              <p:cNvPr id="2264" name="Graph element 278"/>
              <p:cNvSpPr/>
              <p:nvPr/>
            </p:nvSpPr>
            <p:spPr>
              <a:xfrm>
                <a:off x="683549" y="1816007"/>
                <a:ext cx="3394" cy="2122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2122" stroke="0" extrusionOk="0">
                    <a:moveTo>
                      <a:pt x="0" y="2122"/>
                    </a:moveTo>
                    <a:lnTo>
                      <a:pt x="3394" y="2122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</p:spPr>
          </p:sp>
          <p:sp>
            <p:nvSpPr>
              <p:cNvPr id="2265" name="Graph element 279"/>
              <p:cNvSpPr/>
              <p:nvPr/>
            </p:nvSpPr>
            <p:spPr>
              <a:xfrm>
                <a:off x="1697203" y="1727328"/>
                <a:ext cx="2122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2122" h="3394" stroke="0" extrusionOk="0">
                    <a:moveTo>
                      <a:pt x="2122" y="3394"/>
                    </a:moveTo>
                    <a:lnTo>
                      <a:pt x="2122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2122" y="3394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</p:spPr>
          </p:sp>
          <p:sp>
            <p:nvSpPr>
              <p:cNvPr id="2266" name="Graph element 280"/>
              <p:cNvSpPr/>
              <p:nvPr/>
            </p:nvSpPr>
            <p:spPr>
              <a:xfrm>
                <a:off x="1665805" y="1695082"/>
                <a:ext cx="3394" cy="4243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4243" stroke="0" extrusionOk="0">
                    <a:moveTo>
                      <a:pt x="0" y="4243"/>
                    </a:moveTo>
                    <a:lnTo>
                      <a:pt x="3394" y="4243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4243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</p:spPr>
          </p:sp>
          <p:sp>
            <p:nvSpPr>
              <p:cNvPr id="2267" name="Graph element 281"/>
              <p:cNvSpPr/>
              <p:nvPr/>
            </p:nvSpPr>
            <p:spPr>
              <a:xfrm>
                <a:off x="1943722" y="1521118"/>
                <a:ext cx="3394" cy="2122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2122" stroke="0" extrusionOk="0">
                    <a:moveTo>
                      <a:pt x="0" y="2122"/>
                    </a:moveTo>
                    <a:lnTo>
                      <a:pt x="3394" y="2122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</p:spPr>
          </p:sp>
          <p:sp>
            <p:nvSpPr>
              <p:cNvPr id="2268" name="Graph element 282"/>
              <p:cNvSpPr/>
              <p:nvPr/>
            </p:nvSpPr>
            <p:spPr>
              <a:xfrm>
                <a:off x="1942097" y="1507189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</p:spPr>
          </p:sp>
          <p:sp>
            <p:nvSpPr>
              <p:cNvPr id="2269" name="Graph element 283"/>
              <p:cNvSpPr/>
              <p:nvPr/>
            </p:nvSpPr>
            <p:spPr>
              <a:xfrm>
                <a:off x="1914518" y="1496582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</p:spPr>
          </p:sp>
          <p:sp>
            <p:nvSpPr>
              <p:cNvPr id="2270" name="Graph element 284"/>
              <p:cNvSpPr/>
              <p:nvPr/>
            </p:nvSpPr>
            <p:spPr>
              <a:xfrm>
                <a:off x="1886938" y="1485974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</p:spPr>
          </p:sp>
          <p:sp>
            <p:nvSpPr>
              <p:cNvPr id="2271" name="Graph element 285"/>
              <p:cNvSpPr/>
              <p:nvPr/>
            </p:nvSpPr>
            <p:spPr>
              <a:xfrm>
                <a:off x="1859359" y="1475367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</p:spPr>
          </p:sp>
          <p:sp>
            <p:nvSpPr>
              <p:cNvPr id="2272" name="Graph element 286"/>
              <p:cNvSpPr/>
              <p:nvPr/>
            </p:nvSpPr>
            <p:spPr>
              <a:xfrm>
                <a:off x="1736311" y="1403235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</p:spPr>
          </p:sp>
          <p:sp>
            <p:nvSpPr>
              <p:cNvPr id="2273" name="Graph element 287"/>
              <p:cNvSpPr/>
              <p:nvPr/>
            </p:nvSpPr>
            <p:spPr>
              <a:xfrm>
                <a:off x="1685395" y="1324740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</p:spPr>
          </p:sp>
          <p:sp>
            <p:nvSpPr>
              <p:cNvPr id="2274" name="Graph element 288"/>
              <p:cNvSpPr/>
              <p:nvPr/>
            </p:nvSpPr>
            <p:spPr>
              <a:xfrm>
                <a:off x="1681152" y="1318375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</p:spPr>
          </p:sp>
          <p:sp>
            <p:nvSpPr>
              <p:cNvPr id="2275" name="Graph element 289"/>
              <p:cNvSpPr/>
              <p:nvPr/>
            </p:nvSpPr>
            <p:spPr>
              <a:xfrm>
                <a:off x="112864" y="1289874"/>
                <a:ext cx="3394" cy="2122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2122" stroke="0" extrusionOk="0">
                    <a:moveTo>
                      <a:pt x="0" y="2122"/>
                    </a:moveTo>
                    <a:lnTo>
                      <a:pt x="3394" y="2122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</p:spPr>
          </p:sp>
          <p:sp>
            <p:nvSpPr>
              <p:cNvPr id="2276" name="Graph element 290"/>
              <p:cNvSpPr/>
              <p:nvPr/>
            </p:nvSpPr>
            <p:spPr>
              <a:xfrm>
                <a:off x="1657816" y="1282310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</p:spPr>
          </p:sp>
          <p:sp>
            <p:nvSpPr>
              <p:cNvPr id="2277" name="Graph element 291"/>
              <p:cNvSpPr/>
              <p:nvPr/>
            </p:nvSpPr>
            <p:spPr>
              <a:xfrm>
                <a:off x="1587309" y="1221986"/>
                <a:ext cx="3394" cy="4243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4243" stroke="0" extrusionOk="0">
                    <a:moveTo>
                      <a:pt x="0" y="4243"/>
                    </a:moveTo>
                    <a:lnTo>
                      <a:pt x="3394" y="4243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4243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</p:spPr>
          </p:sp>
          <p:sp>
            <p:nvSpPr>
              <p:cNvPr id="2278" name="Graph element 292"/>
              <p:cNvSpPr/>
              <p:nvPr/>
            </p:nvSpPr>
            <p:spPr>
              <a:xfrm>
                <a:off x="350048" y="1194831"/>
                <a:ext cx="6365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6365" h="3394" stroke="0" extrusionOk="0">
                    <a:moveTo>
                      <a:pt x="6365" y="3394"/>
                    </a:moveTo>
                    <a:lnTo>
                      <a:pt x="6365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6365" y="3394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</p:spPr>
          </p:sp>
          <p:sp>
            <p:nvSpPr>
              <p:cNvPr id="2279" name="Graph element 293"/>
              <p:cNvSpPr/>
              <p:nvPr/>
            </p:nvSpPr>
            <p:spPr>
              <a:xfrm>
                <a:off x="119726" y="1169870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2122" y="4522"/>
                    </a:moveTo>
                    <a:lnTo>
                      <a:pt x="4522" y="2122"/>
                    </a:lnTo>
                    <a:lnTo>
                      <a:pt x="2400" y="0"/>
                    </a:lnTo>
                    <a:lnTo>
                      <a:pt x="0" y="2400"/>
                    </a:lnTo>
                    <a:lnTo>
                      <a:pt x="2122" y="4522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</p:spPr>
          </p:sp>
          <p:sp>
            <p:nvSpPr>
              <p:cNvPr id="2280" name="Graph element 294"/>
              <p:cNvSpPr/>
              <p:nvPr/>
            </p:nvSpPr>
            <p:spPr>
              <a:xfrm>
                <a:off x="121847" y="1163505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2122" y="4522"/>
                    </a:moveTo>
                    <a:lnTo>
                      <a:pt x="4522" y="2122"/>
                    </a:lnTo>
                    <a:lnTo>
                      <a:pt x="2400" y="0"/>
                    </a:lnTo>
                    <a:lnTo>
                      <a:pt x="0" y="2400"/>
                    </a:lnTo>
                    <a:lnTo>
                      <a:pt x="2122" y="4522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</p:spPr>
          </p:sp>
          <p:sp>
            <p:nvSpPr>
              <p:cNvPr id="2281" name="Graph element 295"/>
              <p:cNvSpPr/>
              <p:nvPr/>
            </p:nvSpPr>
            <p:spPr>
              <a:xfrm>
                <a:off x="123969" y="1157141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2122" y="4522"/>
                    </a:moveTo>
                    <a:lnTo>
                      <a:pt x="4522" y="2122"/>
                    </a:lnTo>
                    <a:lnTo>
                      <a:pt x="2400" y="0"/>
                    </a:lnTo>
                    <a:lnTo>
                      <a:pt x="0" y="2400"/>
                    </a:lnTo>
                    <a:lnTo>
                      <a:pt x="2122" y="4522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</p:spPr>
          </p:sp>
          <p:sp>
            <p:nvSpPr>
              <p:cNvPr id="2282" name="Graph element 296"/>
              <p:cNvSpPr/>
              <p:nvPr/>
            </p:nvSpPr>
            <p:spPr>
              <a:xfrm>
                <a:off x="312782" y="1144412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</p:spPr>
          </p:sp>
          <p:sp>
            <p:nvSpPr>
              <p:cNvPr id="2283" name="Graph element 297"/>
              <p:cNvSpPr/>
              <p:nvPr/>
            </p:nvSpPr>
            <p:spPr>
              <a:xfrm>
                <a:off x="308539" y="1142290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</p:spPr>
          </p:sp>
          <p:sp>
            <p:nvSpPr>
              <p:cNvPr id="2284" name="Graph element 298"/>
              <p:cNvSpPr/>
              <p:nvPr/>
            </p:nvSpPr>
            <p:spPr>
              <a:xfrm>
                <a:off x="255502" y="1116832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</p:spPr>
          </p:sp>
          <p:sp>
            <p:nvSpPr>
              <p:cNvPr id="2285" name="Graph element 299"/>
              <p:cNvSpPr/>
              <p:nvPr/>
            </p:nvSpPr>
            <p:spPr>
              <a:xfrm>
                <a:off x="251259" y="1114711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</p:spPr>
          </p:sp>
          <p:sp>
            <p:nvSpPr>
              <p:cNvPr id="2286" name="Graph element 300"/>
              <p:cNvSpPr/>
              <p:nvPr/>
            </p:nvSpPr>
            <p:spPr>
              <a:xfrm>
                <a:off x="202464" y="1091374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</p:spPr>
          </p:sp>
          <p:sp>
            <p:nvSpPr>
              <p:cNvPr id="2287" name="Graph element 301"/>
              <p:cNvSpPr/>
              <p:nvPr/>
            </p:nvSpPr>
            <p:spPr>
              <a:xfrm>
                <a:off x="198221" y="1089253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</p:spPr>
          </p:sp>
          <p:sp>
            <p:nvSpPr>
              <p:cNvPr id="2288" name="Graph element 302"/>
              <p:cNvSpPr/>
              <p:nvPr/>
            </p:nvSpPr>
            <p:spPr>
              <a:xfrm>
                <a:off x="193978" y="1087131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</p:spPr>
          </p:sp>
          <p:sp>
            <p:nvSpPr>
              <p:cNvPr id="2289" name="Graph element 303"/>
              <p:cNvSpPr/>
              <p:nvPr/>
            </p:nvSpPr>
            <p:spPr>
              <a:xfrm>
                <a:off x="1849951" y="916914"/>
                <a:ext cx="2122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2122" h="3394" stroke="0" extrusionOk="0">
                    <a:moveTo>
                      <a:pt x="2122" y="3394"/>
                    </a:moveTo>
                    <a:lnTo>
                      <a:pt x="2122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2122" y="3394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</p:spPr>
          </p:sp>
          <p:sp>
            <p:nvSpPr>
              <p:cNvPr id="2290" name="Graph element 304"/>
              <p:cNvSpPr/>
              <p:nvPr/>
            </p:nvSpPr>
            <p:spPr>
              <a:xfrm>
                <a:off x="1587806" y="900439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</p:spPr>
          </p:sp>
          <p:sp>
            <p:nvSpPr>
              <p:cNvPr id="2291" name="Graph element 305"/>
              <p:cNvSpPr/>
              <p:nvPr/>
            </p:nvSpPr>
            <p:spPr>
              <a:xfrm>
                <a:off x="1526283" y="891953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</p:spPr>
          </p:sp>
          <p:sp>
            <p:nvSpPr>
              <p:cNvPr id="2292" name="Graph element 306"/>
              <p:cNvSpPr/>
              <p:nvPr/>
            </p:nvSpPr>
            <p:spPr>
              <a:xfrm>
                <a:off x="1581442" y="885588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</p:spPr>
          </p:sp>
          <p:sp>
            <p:nvSpPr>
              <p:cNvPr id="2293" name="Graph element 307"/>
              <p:cNvSpPr/>
              <p:nvPr/>
            </p:nvSpPr>
            <p:spPr>
              <a:xfrm>
                <a:off x="1822796" y="884667"/>
                <a:ext cx="3394" cy="6365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6365" stroke="0" extrusionOk="0">
                    <a:moveTo>
                      <a:pt x="0" y="6365"/>
                    </a:moveTo>
                    <a:lnTo>
                      <a:pt x="3394" y="6365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6365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</p:spPr>
          </p:sp>
          <p:sp>
            <p:nvSpPr>
              <p:cNvPr id="2294" name="Graph element 308"/>
              <p:cNvSpPr/>
              <p:nvPr/>
            </p:nvSpPr>
            <p:spPr>
              <a:xfrm>
                <a:off x="1570834" y="860130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</p:spPr>
          </p:sp>
          <p:sp>
            <p:nvSpPr>
              <p:cNvPr id="2295" name="Graph element 309"/>
              <p:cNvSpPr/>
              <p:nvPr/>
            </p:nvSpPr>
            <p:spPr>
              <a:xfrm>
                <a:off x="1356562" y="832551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2122" y="4522"/>
                    </a:moveTo>
                    <a:lnTo>
                      <a:pt x="4522" y="2122"/>
                    </a:lnTo>
                    <a:lnTo>
                      <a:pt x="2400" y="0"/>
                    </a:lnTo>
                    <a:lnTo>
                      <a:pt x="0" y="2400"/>
                    </a:lnTo>
                    <a:lnTo>
                      <a:pt x="2122" y="4522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</p:spPr>
          </p:sp>
          <p:sp>
            <p:nvSpPr>
              <p:cNvPr id="2296" name="Graph element 310"/>
              <p:cNvSpPr/>
              <p:nvPr/>
            </p:nvSpPr>
            <p:spPr>
              <a:xfrm>
                <a:off x="1326861" y="832551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</p:spPr>
          </p:sp>
          <p:sp>
            <p:nvSpPr>
              <p:cNvPr id="2297" name="Graph element 311"/>
              <p:cNvSpPr/>
              <p:nvPr/>
            </p:nvSpPr>
            <p:spPr>
              <a:xfrm>
                <a:off x="1829658" y="830429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</p:spPr>
          </p:sp>
          <p:sp>
            <p:nvSpPr>
              <p:cNvPr id="2298" name="Graph element 312"/>
              <p:cNvSpPr/>
              <p:nvPr/>
            </p:nvSpPr>
            <p:spPr>
              <a:xfrm>
                <a:off x="1371413" y="824065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2122" y="4522"/>
                    </a:moveTo>
                    <a:lnTo>
                      <a:pt x="4522" y="2122"/>
                    </a:lnTo>
                    <a:lnTo>
                      <a:pt x="2400" y="0"/>
                    </a:lnTo>
                    <a:lnTo>
                      <a:pt x="0" y="2400"/>
                    </a:lnTo>
                    <a:lnTo>
                      <a:pt x="2122" y="4522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</p:spPr>
          </p:sp>
          <p:sp>
            <p:nvSpPr>
              <p:cNvPr id="2299" name="Graph element 313"/>
              <p:cNvSpPr/>
              <p:nvPr/>
            </p:nvSpPr>
            <p:spPr>
              <a:xfrm>
                <a:off x="1553862" y="819822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</p:spPr>
          </p:sp>
          <p:sp>
            <p:nvSpPr>
              <p:cNvPr id="2300" name="Graph element 314"/>
              <p:cNvSpPr/>
              <p:nvPr/>
            </p:nvSpPr>
            <p:spPr>
              <a:xfrm>
                <a:off x="1823293" y="815579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</p:spPr>
          </p:sp>
          <p:sp>
            <p:nvSpPr>
              <p:cNvPr id="2301" name="Graph element 315"/>
              <p:cNvSpPr/>
              <p:nvPr/>
            </p:nvSpPr>
            <p:spPr>
              <a:xfrm>
                <a:off x="1816929" y="800728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</p:spPr>
          </p:sp>
          <p:sp>
            <p:nvSpPr>
              <p:cNvPr id="2302" name="Graph element 316"/>
              <p:cNvSpPr/>
              <p:nvPr/>
            </p:nvSpPr>
            <p:spPr>
              <a:xfrm>
                <a:off x="1371413" y="787999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</p:spPr>
          </p:sp>
          <p:sp>
            <p:nvSpPr>
              <p:cNvPr id="2303" name="Graph element 317"/>
              <p:cNvSpPr/>
              <p:nvPr/>
            </p:nvSpPr>
            <p:spPr>
              <a:xfrm>
                <a:off x="1536890" y="779513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</p:spPr>
          </p:sp>
          <p:sp>
            <p:nvSpPr>
              <p:cNvPr id="2304" name="Graph element 318"/>
              <p:cNvSpPr/>
              <p:nvPr/>
            </p:nvSpPr>
            <p:spPr>
              <a:xfrm>
                <a:off x="1356562" y="779513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</p:spPr>
          </p:sp>
          <p:sp>
            <p:nvSpPr>
              <p:cNvPr id="2305" name="Graph element 319"/>
              <p:cNvSpPr/>
              <p:nvPr/>
            </p:nvSpPr>
            <p:spPr>
              <a:xfrm>
                <a:off x="1341712" y="771027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</p:spPr>
          </p:sp>
          <p:sp>
            <p:nvSpPr>
              <p:cNvPr id="2306" name="Graph element 320"/>
              <p:cNvSpPr/>
              <p:nvPr/>
            </p:nvSpPr>
            <p:spPr>
              <a:xfrm>
                <a:off x="1802078" y="766784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</p:spPr>
          </p:sp>
          <p:sp>
            <p:nvSpPr>
              <p:cNvPr id="2307" name="Graph element 321"/>
              <p:cNvSpPr/>
              <p:nvPr/>
            </p:nvSpPr>
            <p:spPr>
              <a:xfrm>
                <a:off x="1321842" y="762044"/>
                <a:ext cx="7916" cy="7916"/>
              </a:xfrm>
              <a:custGeom>
                <a:avLst/>
                <a:gdLst/>
                <a:ahLst/>
                <a:cxnLst/>
                <a:rect l="0" t="0" r="r" b="b"/>
                <a:pathLst>
                  <a:path w="7916" h="7916" stroke="0" extrusionOk="0">
                    <a:moveTo>
                      <a:pt x="0" y="0"/>
                    </a:moveTo>
                    <a:lnTo>
                      <a:pt x="7916" y="7916"/>
                    </a:lnTo>
                    <a:lnTo>
                      <a:pt x="791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</p:spPr>
          </p:sp>
          <p:sp>
            <p:nvSpPr>
              <p:cNvPr id="2308" name="Graph element 322"/>
              <p:cNvSpPr/>
              <p:nvPr/>
            </p:nvSpPr>
            <p:spPr>
              <a:xfrm>
                <a:off x="1795714" y="751934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</p:spPr>
          </p:sp>
          <p:sp>
            <p:nvSpPr>
              <p:cNvPr id="2309" name="Graph element 323"/>
              <p:cNvSpPr/>
              <p:nvPr/>
            </p:nvSpPr>
            <p:spPr>
              <a:xfrm>
                <a:off x="1252609" y="720111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</p:spPr>
          </p:sp>
          <p:sp>
            <p:nvSpPr>
              <p:cNvPr id="2310" name="Graph element 324"/>
              <p:cNvSpPr/>
              <p:nvPr/>
            </p:nvSpPr>
            <p:spPr>
              <a:xfrm>
                <a:off x="1774499" y="703139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</p:spPr>
          </p:sp>
          <p:sp>
            <p:nvSpPr>
              <p:cNvPr id="2311" name="Graph element 325"/>
              <p:cNvSpPr/>
              <p:nvPr/>
            </p:nvSpPr>
            <p:spPr>
              <a:xfrm>
                <a:off x="1470626" y="691610"/>
                <a:ext cx="3394" cy="2122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2122" stroke="0" extrusionOk="0">
                    <a:moveTo>
                      <a:pt x="0" y="2122"/>
                    </a:moveTo>
                    <a:lnTo>
                      <a:pt x="3394" y="2122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</p:spPr>
          </p:sp>
          <p:sp>
            <p:nvSpPr>
              <p:cNvPr id="2312" name="Graph element 326"/>
              <p:cNvSpPr/>
              <p:nvPr/>
            </p:nvSpPr>
            <p:spPr>
              <a:xfrm>
                <a:off x="1449908" y="662831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</p:spPr>
          </p:sp>
          <p:sp>
            <p:nvSpPr>
              <p:cNvPr id="2313" name="Graph element 327"/>
              <p:cNvSpPr/>
              <p:nvPr/>
            </p:nvSpPr>
            <p:spPr>
              <a:xfrm>
                <a:off x="1485974" y="656466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</p:spPr>
          </p:sp>
          <p:sp>
            <p:nvSpPr>
              <p:cNvPr id="2314" name="Graph element 328"/>
              <p:cNvSpPr/>
              <p:nvPr/>
            </p:nvSpPr>
            <p:spPr>
              <a:xfrm>
                <a:off x="1515675" y="652223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2122" y="4522"/>
                    </a:moveTo>
                    <a:lnTo>
                      <a:pt x="4522" y="2122"/>
                    </a:lnTo>
                    <a:lnTo>
                      <a:pt x="2400" y="0"/>
                    </a:lnTo>
                    <a:lnTo>
                      <a:pt x="0" y="2400"/>
                    </a:lnTo>
                    <a:lnTo>
                      <a:pt x="2122" y="4522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</p:spPr>
          </p:sp>
          <p:sp>
            <p:nvSpPr>
              <p:cNvPr id="2315" name="Graph element 329"/>
              <p:cNvSpPr/>
              <p:nvPr/>
            </p:nvSpPr>
            <p:spPr>
              <a:xfrm>
                <a:off x="1326861" y="650102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</p:spPr>
          </p:sp>
          <p:sp>
            <p:nvSpPr>
              <p:cNvPr id="2316" name="Graph element 330"/>
              <p:cNvSpPr/>
              <p:nvPr/>
            </p:nvSpPr>
            <p:spPr>
              <a:xfrm>
                <a:off x="1517797" y="645859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2122" y="4522"/>
                    </a:moveTo>
                    <a:lnTo>
                      <a:pt x="4522" y="2122"/>
                    </a:lnTo>
                    <a:lnTo>
                      <a:pt x="2400" y="0"/>
                    </a:lnTo>
                    <a:lnTo>
                      <a:pt x="0" y="2400"/>
                    </a:lnTo>
                    <a:lnTo>
                      <a:pt x="2122" y="4522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</p:spPr>
          </p:sp>
          <p:sp>
            <p:nvSpPr>
              <p:cNvPr id="2317" name="Graph element 331"/>
              <p:cNvSpPr/>
              <p:nvPr/>
            </p:nvSpPr>
            <p:spPr>
              <a:xfrm>
                <a:off x="1481731" y="645859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</p:spPr>
          </p:sp>
          <p:sp>
            <p:nvSpPr>
              <p:cNvPr id="2318" name="Graph element 332"/>
              <p:cNvSpPr/>
              <p:nvPr/>
            </p:nvSpPr>
            <p:spPr>
              <a:xfrm>
                <a:off x="1324740" y="645859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</p:spPr>
          </p:sp>
          <p:sp>
            <p:nvSpPr>
              <p:cNvPr id="2319" name="Graph element 333"/>
              <p:cNvSpPr/>
              <p:nvPr/>
            </p:nvSpPr>
            <p:spPr>
              <a:xfrm>
                <a:off x="1322618" y="641616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</p:spPr>
          </p:sp>
          <p:sp>
            <p:nvSpPr>
              <p:cNvPr id="2320" name="Graph element 334"/>
              <p:cNvSpPr/>
              <p:nvPr/>
            </p:nvSpPr>
            <p:spPr>
              <a:xfrm>
                <a:off x="1519918" y="639494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2122" y="4522"/>
                    </a:moveTo>
                    <a:lnTo>
                      <a:pt x="4522" y="2122"/>
                    </a:lnTo>
                    <a:lnTo>
                      <a:pt x="2400" y="0"/>
                    </a:lnTo>
                    <a:lnTo>
                      <a:pt x="0" y="2400"/>
                    </a:lnTo>
                    <a:lnTo>
                      <a:pt x="2122" y="4522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</p:spPr>
          </p:sp>
          <p:sp>
            <p:nvSpPr>
              <p:cNvPr id="2321" name="Graph element 335"/>
              <p:cNvSpPr/>
              <p:nvPr/>
            </p:nvSpPr>
            <p:spPr>
              <a:xfrm>
                <a:off x="1320497" y="637373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</p:spPr>
          </p:sp>
          <p:sp>
            <p:nvSpPr>
              <p:cNvPr id="2322" name="Graph element 336"/>
              <p:cNvSpPr/>
              <p:nvPr/>
            </p:nvSpPr>
            <p:spPr>
              <a:xfrm>
                <a:off x="1477488" y="635251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</p:spPr>
          </p:sp>
          <p:sp>
            <p:nvSpPr>
              <p:cNvPr id="2323" name="Graph element 337"/>
              <p:cNvSpPr/>
              <p:nvPr/>
            </p:nvSpPr>
            <p:spPr>
              <a:xfrm>
                <a:off x="1405357" y="635251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</p:spPr>
          </p:sp>
          <p:sp>
            <p:nvSpPr>
              <p:cNvPr id="2324" name="Graph element 338"/>
              <p:cNvSpPr/>
              <p:nvPr/>
            </p:nvSpPr>
            <p:spPr>
              <a:xfrm>
                <a:off x="1473245" y="624644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</p:spPr>
          </p:sp>
          <p:sp>
            <p:nvSpPr>
              <p:cNvPr id="2325" name="Graph element 339"/>
              <p:cNvSpPr/>
              <p:nvPr/>
            </p:nvSpPr>
            <p:spPr>
              <a:xfrm>
                <a:off x="1549619" y="552512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2122" y="4522"/>
                    </a:moveTo>
                    <a:lnTo>
                      <a:pt x="4522" y="2122"/>
                    </a:lnTo>
                    <a:lnTo>
                      <a:pt x="2400" y="0"/>
                    </a:lnTo>
                    <a:lnTo>
                      <a:pt x="0" y="2400"/>
                    </a:lnTo>
                    <a:lnTo>
                      <a:pt x="2122" y="4522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</p:spPr>
          </p:sp>
          <p:sp>
            <p:nvSpPr>
              <p:cNvPr id="2326" name="Graph element 340"/>
              <p:cNvSpPr/>
              <p:nvPr/>
            </p:nvSpPr>
            <p:spPr>
              <a:xfrm>
                <a:off x="1579320" y="348848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</p:spPr>
          </p:sp>
          <p:sp>
            <p:nvSpPr>
              <p:cNvPr id="2327" name="Graph element 341"/>
              <p:cNvSpPr/>
              <p:nvPr/>
            </p:nvSpPr>
            <p:spPr>
              <a:xfrm>
                <a:off x="344108" y="256702"/>
                <a:ext cx="3394" cy="4243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4243" stroke="0" extrusionOk="0">
                    <a:moveTo>
                      <a:pt x="0" y="4243"/>
                    </a:moveTo>
                    <a:lnTo>
                      <a:pt x="3394" y="4243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4243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</p:spPr>
          </p:sp>
          <p:sp>
            <p:nvSpPr>
              <p:cNvPr id="2328" name="Graph element 342"/>
              <p:cNvSpPr/>
              <p:nvPr/>
            </p:nvSpPr>
            <p:spPr>
              <a:xfrm>
                <a:off x="1545376" y="138819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2122" y="4522"/>
                    </a:moveTo>
                    <a:lnTo>
                      <a:pt x="4522" y="2122"/>
                    </a:lnTo>
                    <a:lnTo>
                      <a:pt x="2400" y="0"/>
                    </a:lnTo>
                    <a:lnTo>
                      <a:pt x="0" y="2400"/>
                    </a:lnTo>
                    <a:lnTo>
                      <a:pt x="2122" y="4522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</p:spPr>
          </p:sp>
          <p:sp>
            <p:nvSpPr>
              <p:cNvPr id="2329" name="Graph element 343"/>
              <p:cNvSpPr/>
              <p:nvPr/>
            </p:nvSpPr>
            <p:spPr>
              <a:xfrm>
                <a:off x="637373" y="2099089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2122" y="4522"/>
                    </a:moveTo>
                    <a:lnTo>
                      <a:pt x="4522" y="2122"/>
                    </a:lnTo>
                    <a:lnTo>
                      <a:pt x="2400" y="0"/>
                    </a:lnTo>
                    <a:lnTo>
                      <a:pt x="0" y="2400"/>
                    </a:lnTo>
                    <a:lnTo>
                      <a:pt x="2122" y="4522"/>
                    </a:lnTo>
                    <a:close/>
                  </a:path>
                </a:pathLst>
              </a:custGeom>
              <a:solidFill>
                <a:srgbClr val="BEBEBE"/>
              </a:solidFill>
              <a:ln>
                <a:noFill/>
              </a:ln>
            </p:spPr>
          </p:sp>
          <p:sp>
            <p:nvSpPr>
              <p:cNvPr id="2330" name="Graph element 344"/>
              <p:cNvSpPr/>
              <p:nvPr/>
            </p:nvSpPr>
            <p:spPr>
              <a:xfrm>
                <a:off x="1674788" y="1672666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BEBEBE"/>
              </a:solidFill>
              <a:ln>
                <a:noFill/>
              </a:ln>
            </p:spPr>
          </p:sp>
          <p:sp>
            <p:nvSpPr>
              <p:cNvPr id="2331" name="Graph element 345"/>
              <p:cNvSpPr/>
              <p:nvPr/>
            </p:nvSpPr>
            <p:spPr>
              <a:xfrm>
                <a:off x="1712975" y="1625993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2122" y="4522"/>
                    </a:moveTo>
                    <a:lnTo>
                      <a:pt x="4522" y="2122"/>
                    </a:lnTo>
                    <a:lnTo>
                      <a:pt x="2400" y="0"/>
                    </a:lnTo>
                    <a:lnTo>
                      <a:pt x="0" y="2400"/>
                    </a:lnTo>
                    <a:lnTo>
                      <a:pt x="2122" y="4522"/>
                    </a:lnTo>
                    <a:close/>
                  </a:path>
                </a:pathLst>
              </a:custGeom>
              <a:solidFill>
                <a:srgbClr val="BEBEBE"/>
              </a:solidFill>
              <a:ln>
                <a:noFill/>
              </a:ln>
            </p:spPr>
          </p:sp>
          <p:sp>
            <p:nvSpPr>
              <p:cNvPr id="2332" name="Graph element 346"/>
              <p:cNvSpPr/>
              <p:nvPr/>
            </p:nvSpPr>
            <p:spPr>
              <a:xfrm>
                <a:off x="1458394" y="1360805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BEBEBE"/>
              </a:solidFill>
              <a:ln>
                <a:noFill/>
              </a:ln>
            </p:spPr>
          </p:sp>
          <p:sp>
            <p:nvSpPr>
              <p:cNvPr id="2333" name="Graph element 347"/>
              <p:cNvSpPr/>
              <p:nvPr/>
            </p:nvSpPr>
            <p:spPr>
              <a:xfrm>
                <a:off x="1494460" y="1328983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BEBEBE"/>
              </a:solidFill>
              <a:ln>
                <a:noFill/>
              </a:ln>
            </p:spPr>
          </p:sp>
          <p:sp>
            <p:nvSpPr>
              <p:cNvPr id="2334" name="Graph element 348"/>
              <p:cNvSpPr/>
              <p:nvPr/>
            </p:nvSpPr>
            <p:spPr>
              <a:xfrm>
                <a:off x="1502946" y="1324740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BEBEBE"/>
              </a:solidFill>
              <a:ln>
                <a:noFill/>
              </a:ln>
            </p:spPr>
          </p:sp>
          <p:sp>
            <p:nvSpPr>
              <p:cNvPr id="2335" name="Graph element 349"/>
              <p:cNvSpPr/>
              <p:nvPr/>
            </p:nvSpPr>
            <p:spPr>
              <a:xfrm>
                <a:off x="1519918" y="1309889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BEBEBE"/>
              </a:solidFill>
              <a:ln>
                <a:noFill/>
              </a:ln>
            </p:spPr>
          </p:sp>
          <p:sp>
            <p:nvSpPr>
              <p:cNvPr id="2336" name="Graph element 350"/>
              <p:cNvSpPr/>
              <p:nvPr/>
            </p:nvSpPr>
            <p:spPr>
              <a:xfrm>
                <a:off x="1530526" y="1297160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BEBEBE"/>
              </a:solidFill>
              <a:ln>
                <a:noFill/>
              </a:ln>
            </p:spPr>
          </p:sp>
          <p:sp>
            <p:nvSpPr>
              <p:cNvPr id="2337" name="Graph element 351"/>
              <p:cNvSpPr/>
              <p:nvPr/>
            </p:nvSpPr>
            <p:spPr>
              <a:xfrm>
                <a:off x="1539012" y="1292917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BEBEBE"/>
              </a:solidFill>
              <a:ln>
                <a:noFill/>
              </a:ln>
            </p:spPr>
          </p:sp>
          <p:sp>
            <p:nvSpPr>
              <p:cNvPr id="2338" name="Graph element 352"/>
              <p:cNvSpPr/>
              <p:nvPr/>
            </p:nvSpPr>
            <p:spPr>
              <a:xfrm>
                <a:off x="1555984" y="1278067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BEBEBE"/>
              </a:solidFill>
              <a:ln>
                <a:noFill/>
              </a:ln>
            </p:spPr>
          </p:sp>
          <p:sp>
            <p:nvSpPr>
              <p:cNvPr id="2339" name="Graph element 353"/>
              <p:cNvSpPr/>
              <p:nvPr/>
            </p:nvSpPr>
            <p:spPr>
              <a:xfrm>
                <a:off x="1566591" y="1265338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BEBEBE"/>
              </a:solidFill>
              <a:ln>
                <a:noFill/>
              </a:ln>
            </p:spPr>
          </p:sp>
          <p:sp>
            <p:nvSpPr>
              <p:cNvPr id="2340" name="Graph element 354"/>
              <p:cNvSpPr/>
              <p:nvPr/>
            </p:nvSpPr>
            <p:spPr>
              <a:xfrm>
                <a:off x="1575077" y="1261095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BEBEBE"/>
              </a:solidFill>
              <a:ln>
                <a:noFill/>
              </a:ln>
            </p:spPr>
          </p:sp>
          <p:sp>
            <p:nvSpPr>
              <p:cNvPr id="2341" name="Graph element 355"/>
              <p:cNvSpPr/>
              <p:nvPr/>
            </p:nvSpPr>
            <p:spPr>
              <a:xfrm>
                <a:off x="1585685" y="1248366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BEBEBE"/>
              </a:solidFill>
              <a:ln>
                <a:noFill/>
              </a:ln>
            </p:spPr>
          </p:sp>
          <p:sp>
            <p:nvSpPr>
              <p:cNvPr id="2342" name="Graph element 356"/>
              <p:cNvSpPr/>
              <p:nvPr/>
            </p:nvSpPr>
            <p:spPr>
              <a:xfrm>
                <a:off x="1592049" y="1246244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BEBEBE"/>
              </a:solidFill>
              <a:ln>
                <a:noFill/>
              </a:ln>
            </p:spPr>
          </p:sp>
          <p:sp>
            <p:nvSpPr>
              <p:cNvPr id="2343" name="Graph element 357"/>
              <p:cNvSpPr/>
              <p:nvPr/>
            </p:nvSpPr>
            <p:spPr>
              <a:xfrm>
                <a:off x="1640844" y="1199571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2122" y="4522"/>
                    </a:moveTo>
                    <a:lnTo>
                      <a:pt x="4522" y="2122"/>
                    </a:lnTo>
                    <a:lnTo>
                      <a:pt x="2400" y="0"/>
                    </a:lnTo>
                    <a:lnTo>
                      <a:pt x="0" y="2400"/>
                    </a:lnTo>
                    <a:lnTo>
                      <a:pt x="2122" y="4522"/>
                    </a:lnTo>
                    <a:close/>
                  </a:path>
                </a:pathLst>
              </a:custGeom>
              <a:solidFill>
                <a:srgbClr val="BEBEBE"/>
              </a:solidFill>
              <a:ln>
                <a:noFill/>
              </a:ln>
            </p:spPr>
          </p:sp>
          <p:sp>
            <p:nvSpPr>
              <p:cNvPr id="2344" name="Graph element 358"/>
              <p:cNvSpPr/>
              <p:nvPr/>
            </p:nvSpPr>
            <p:spPr>
              <a:xfrm>
                <a:off x="1369291" y="798607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BEBEBE"/>
              </a:solidFill>
              <a:ln>
                <a:noFill/>
              </a:ln>
            </p:spPr>
          </p:sp>
          <p:sp>
            <p:nvSpPr>
              <p:cNvPr id="2345" name="Graph element 359"/>
              <p:cNvSpPr/>
              <p:nvPr/>
            </p:nvSpPr>
            <p:spPr>
              <a:xfrm>
                <a:off x="353091" y="278838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2122" y="4522"/>
                    </a:moveTo>
                    <a:lnTo>
                      <a:pt x="4522" y="2122"/>
                    </a:lnTo>
                    <a:lnTo>
                      <a:pt x="2400" y="0"/>
                    </a:lnTo>
                    <a:lnTo>
                      <a:pt x="0" y="2400"/>
                    </a:lnTo>
                    <a:lnTo>
                      <a:pt x="2122" y="4522"/>
                    </a:lnTo>
                    <a:close/>
                  </a:path>
                </a:pathLst>
              </a:custGeom>
              <a:solidFill>
                <a:srgbClr val="BEBEBE"/>
              </a:solidFill>
              <a:ln>
                <a:noFill/>
              </a:ln>
            </p:spPr>
          </p:sp>
          <p:sp>
            <p:nvSpPr>
              <p:cNvPr id="2346" name="Graph element 360"/>
              <p:cNvSpPr/>
              <p:nvPr/>
            </p:nvSpPr>
            <p:spPr>
              <a:xfrm>
                <a:off x="399764" y="230044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BEBEBE"/>
              </a:solidFill>
              <a:ln>
                <a:noFill/>
              </a:ln>
            </p:spPr>
          </p:sp>
          <p:sp>
            <p:nvSpPr>
              <p:cNvPr id="2347" name="Graph element 361"/>
              <p:cNvSpPr/>
              <p:nvPr/>
            </p:nvSpPr>
            <p:spPr>
              <a:xfrm>
                <a:off x="404007" y="221558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BEBEBE"/>
              </a:solidFill>
              <a:ln>
                <a:noFill/>
              </a:ln>
            </p:spPr>
          </p:sp>
          <p:sp>
            <p:nvSpPr>
              <p:cNvPr id="2348" name="Graph element 362"/>
              <p:cNvSpPr/>
              <p:nvPr/>
            </p:nvSpPr>
            <p:spPr>
              <a:xfrm>
                <a:off x="418858" y="204586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BEBEBE"/>
              </a:solidFill>
              <a:ln>
                <a:noFill/>
              </a:ln>
            </p:spPr>
          </p:sp>
          <p:sp>
            <p:nvSpPr>
              <p:cNvPr id="2349" name="Graph element 363"/>
              <p:cNvSpPr/>
              <p:nvPr/>
            </p:nvSpPr>
            <p:spPr>
              <a:xfrm>
                <a:off x="431587" y="193978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BEBEBE"/>
              </a:solidFill>
              <a:ln>
                <a:noFill/>
              </a:ln>
            </p:spPr>
          </p:sp>
          <p:sp>
            <p:nvSpPr>
              <p:cNvPr id="2350" name="Graph element 364"/>
              <p:cNvSpPr/>
              <p:nvPr/>
            </p:nvSpPr>
            <p:spPr>
              <a:xfrm>
                <a:off x="435830" y="185492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BEBEBE"/>
              </a:solidFill>
              <a:ln>
                <a:noFill/>
              </a:ln>
            </p:spPr>
          </p:sp>
          <p:sp>
            <p:nvSpPr>
              <p:cNvPr id="2351" name="Graph element 365"/>
              <p:cNvSpPr/>
              <p:nvPr/>
            </p:nvSpPr>
            <p:spPr>
              <a:xfrm>
                <a:off x="1500825" y="183371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2122" y="4522"/>
                    </a:moveTo>
                    <a:lnTo>
                      <a:pt x="4522" y="2122"/>
                    </a:lnTo>
                    <a:lnTo>
                      <a:pt x="2400" y="0"/>
                    </a:lnTo>
                    <a:lnTo>
                      <a:pt x="0" y="2400"/>
                    </a:lnTo>
                    <a:lnTo>
                      <a:pt x="2122" y="4522"/>
                    </a:lnTo>
                    <a:close/>
                  </a:path>
                </a:pathLst>
              </a:custGeom>
              <a:solidFill>
                <a:srgbClr val="BEBEBE"/>
              </a:solidFill>
              <a:ln>
                <a:noFill/>
              </a:ln>
            </p:spPr>
          </p:sp>
          <p:sp>
            <p:nvSpPr>
              <p:cNvPr id="2352" name="Graph element 366"/>
              <p:cNvSpPr/>
              <p:nvPr/>
            </p:nvSpPr>
            <p:spPr>
              <a:xfrm>
                <a:off x="446437" y="177006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BEBEBE"/>
              </a:solidFill>
              <a:ln>
                <a:noFill/>
              </a:ln>
            </p:spPr>
          </p:sp>
          <p:sp>
            <p:nvSpPr>
              <p:cNvPr id="2353" name="Graph element 367"/>
              <p:cNvSpPr/>
              <p:nvPr/>
            </p:nvSpPr>
            <p:spPr>
              <a:xfrm>
                <a:off x="450680" y="168520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BEBEBE"/>
              </a:solidFill>
              <a:ln>
                <a:noFill/>
              </a:ln>
            </p:spPr>
          </p:sp>
          <p:sp>
            <p:nvSpPr>
              <p:cNvPr id="2354" name="Graph element 368"/>
              <p:cNvSpPr/>
              <p:nvPr/>
            </p:nvSpPr>
            <p:spPr>
              <a:xfrm>
                <a:off x="463409" y="157913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BEBEBE"/>
              </a:solidFill>
              <a:ln>
                <a:noFill/>
              </a:ln>
            </p:spPr>
          </p:sp>
          <p:sp>
            <p:nvSpPr>
              <p:cNvPr id="2355" name="Graph element 369"/>
              <p:cNvSpPr/>
              <p:nvPr/>
            </p:nvSpPr>
            <p:spPr>
              <a:xfrm>
                <a:off x="465531" y="151548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BEBEBE"/>
              </a:solidFill>
              <a:ln>
                <a:noFill/>
              </a:ln>
            </p:spPr>
          </p:sp>
          <p:sp>
            <p:nvSpPr>
              <p:cNvPr id="2356" name="Graph element 370"/>
              <p:cNvSpPr/>
              <p:nvPr/>
            </p:nvSpPr>
            <p:spPr>
              <a:xfrm>
                <a:off x="478260" y="140941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BEBEBE"/>
              </a:solidFill>
              <a:ln>
                <a:noFill/>
              </a:ln>
            </p:spPr>
          </p:sp>
          <p:sp>
            <p:nvSpPr>
              <p:cNvPr id="2357" name="Graph element 371"/>
              <p:cNvSpPr/>
              <p:nvPr/>
            </p:nvSpPr>
            <p:spPr>
              <a:xfrm>
                <a:off x="1500825" y="138819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BEBEBE"/>
              </a:solidFill>
              <a:ln>
                <a:noFill/>
              </a:ln>
            </p:spPr>
          </p:sp>
          <p:sp>
            <p:nvSpPr>
              <p:cNvPr id="2358" name="Graph element 372"/>
              <p:cNvSpPr/>
              <p:nvPr/>
            </p:nvSpPr>
            <p:spPr>
              <a:xfrm>
                <a:off x="482503" y="132455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BEBEBE"/>
              </a:solidFill>
              <a:ln>
                <a:noFill/>
              </a:ln>
            </p:spPr>
          </p:sp>
          <p:sp>
            <p:nvSpPr>
              <p:cNvPr id="2359" name="Graph element 373"/>
              <p:cNvSpPr/>
              <p:nvPr/>
            </p:nvSpPr>
            <p:spPr>
              <a:xfrm>
                <a:off x="497353" y="115483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BEBEBE"/>
              </a:solidFill>
              <a:ln>
                <a:noFill/>
              </a:ln>
            </p:spPr>
          </p:sp>
          <p:sp>
            <p:nvSpPr>
              <p:cNvPr id="2360" name="Graph element 374"/>
              <p:cNvSpPr/>
              <p:nvPr/>
            </p:nvSpPr>
            <p:spPr>
              <a:xfrm>
                <a:off x="510082" y="104875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BEBEBE"/>
              </a:solidFill>
              <a:ln>
                <a:noFill/>
              </a:ln>
            </p:spPr>
          </p:sp>
          <p:sp>
            <p:nvSpPr>
              <p:cNvPr id="2361" name="Graph element 375"/>
              <p:cNvSpPr/>
              <p:nvPr/>
            </p:nvSpPr>
            <p:spPr>
              <a:xfrm>
                <a:off x="908004" y="2068890"/>
                <a:ext cx="57281" cy="35217"/>
              </a:xfrm>
              <a:custGeom>
                <a:avLst/>
                <a:gdLst/>
                <a:ahLst/>
                <a:cxnLst/>
                <a:rect l="0" t="0" r="r" b="b"/>
                <a:pathLst>
                  <a:path w="57281" h="35217" stroke="0" extrusionOk="0">
                    <a:moveTo>
                      <a:pt x="0" y="3394"/>
                    </a:moveTo>
                    <a:lnTo>
                      <a:pt x="1418" y="3394"/>
                    </a:lnTo>
                    <a:lnTo>
                      <a:pt x="3540" y="5516"/>
                    </a:lnTo>
                    <a:lnTo>
                      <a:pt x="5662" y="5516"/>
                    </a:lnTo>
                    <a:lnTo>
                      <a:pt x="9905" y="9759"/>
                    </a:lnTo>
                    <a:lnTo>
                      <a:pt x="12026" y="9759"/>
                    </a:lnTo>
                    <a:lnTo>
                      <a:pt x="14148" y="11880"/>
                    </a:lnTo>
                    <a:lnTo>
                      <a:pt x="16269" y="11880"/>
                    </a:lnTo>
                    <a:lnTo>
                      <a:pt x="20512" y="16123"/>
                    </a:lnTo>
                    <a:lnTo>
                      <a:pt x="22634" y="16123"/>
                    </a:lnTo>
                    <a:lnTo>
                      <a:pt x="24755" y="18245"/>
                    </a:lnTo>
                    <a:lnTo>
                      <a:pt x="26877" y="18245"/>
                    </a:lnTo>
                    <a:lnTo>
                      <a:pt x="28998" y="20366"/>
                    </a:lnTo>
                    <a:lnTo>
                      <a:pt x="31120" y="20366"/>
                    </a:lnTo>
                    <a:lnTo>
                      <a:pt x="35363" y="24609"/>
                    </a:lnTo>
                    <a:lnTo>
                      <a:pt x="37484" y="24609"/>
                    </a:lnTo>
                    <a:lnTo>
                      <a:pt x="39606" y="26731"/>
                    </a:lnTo>
                    <a:lnTo>
                      <a:pt x="41727" y="26731"/>
                    </a:lnTo>
                    <a:lnTo>
                      <a:pt x="45970" y="30974"/>
                    </a:lnTo>
                    <a:lnTo>
                      <a:pt x="48092" y="30974"/>
                    </a:lnTo>
                    <a:lnTo>
                      <a:pt x="50213" y="33095"/>
                    </a:lnTo>
                    <a:lnTo>
                      <a:pt x="52335" y="33095"/>
                    </a:lnTo>
                    <a:lnTo>
                      <a:pt x="54456" y="35217"/>
                    </a:lnTo>
                    <a:lnTo>
                      <a:pt x="57281" y="35217"/>
                    </a:lnTo>
                    <a:lnTo>
                      <a:pt x="57281" y="31823"/>
                    </a:lnTo>
                    <a:lnTo>
                      <a:pt x="55862" y="31823"/>
                    </a:lnTo>
                    <a:lnTo>
                      <a:pt x="53741" y="29701"/>
                    </a:lnTo>
                    <a:lnTo>
                      <a:pt x="51619" y="29701"/>
                    </a:lnTo>
                    <a:lnTo>
                      <a:pt x="47376" y="25458"/>
                    </a:lnTo>
                    <a:lnTo>
                      <a:pt x="45255" y="25458"/>
                    </a:lnTo>
                    <a:lnTo>
                      <a:pt x="43133" y="23337"/>
                    </a:lnTo>
                    <a:lnTo>
                      <a:pt x="41012" y="23337"/>
                    </a:lnTo>
                    <a:lnTo>
                      <a:pt x="36769" y="19094"/>
                    </a:lnTo>
                    <a:lnTo>
                      <a:pt x="34647" y="19094"/>
                    </a:lnTo>
                    <a:lnTo>
                      <a:pt x="32526" y="16972"/>
                    </a:lnTo>
                    <a:lnTo>
                      <a:pt x="30404" y="16972"/>
                    </a:lnTo>
                    <a:lnTo>
                      <a:pt x="28283" y="14851"/>
                    </a:lnTo>
                    <a:lnTo>
                      <a:pt x="26161" y="14851"/>
                    </a:lnTo>
                    <a:lnTo>
                      <a:pt x="21918" y="10608"/>
                    </a:lnTo>
                    <a:lnTo>
                      <a:pt x="19797" y="10608"/>
                    </a:lnTo>
                    <a:lnTo>
                      <a:pt x="17675" y="8486"/>
                    </a:lnTo>
                    <a:lnTo>
                      <a:pt x="15554" y="8486"/>
                    </a:lnTo>
                    <a:lnTo>
                      <a:pt x="11311" y="4243"/>
                    </a:lnTo>
                    <a:lnTo>
                      <a:pt x="9189" y="4243"/>
                    </a:lnTo>
                    <a:lnTo>
                      <a:pt x="7068" y="2122"/>
                    </a:lnTo>
                    <a:lnTo>
                      <a:pt x="4946" y="2122"/>
                    </a:lnTo>
                    <a:lnTo>
                      <a:pt x="2825" y="0"/>
                    </a:lnTo>
                    <a:lnTo>
                      <a:pt x="0" y="3394"/>
                    </a:lnTo>
                    <a:close/>
                  </a:path>
                </a:pathLst>
              </a:custGeom>
              <a:solidFill>
                <a:srgbClr val="BABABA"/>
              </a:solidFill>
              <a:ln>
                <a:noFill/>
              </a:ln>
            </p:spPr>
          </p:sp>
          <p:sp>
            <p:nvSpPr>
              <p:cNvPr id="2362" name="Graph element 376"/>
              <p:cNvSpPr/>
              <p:nvPr/>
            </p:nvSpPr>
            <p:spPr>
              <a:xfrm>
                <a:off x="640840" y="2068890"/>
                <a:ext cx="59257" cy="37338"/>
              </a:xfrm>
              <a:custGeom>
                <a:avLst/>
                <a:gdLst/>
                <a:ahLst/>
                <a:cxnLst/>
                <a:rect l="0" t="0" r="r" b="b"/>
                <a:pathLst>
                  <a:path w="59257" h="37338" stroke="0" extrusionOk="0">
                    <a:moveTo>
                      <a:pt x="56432" y="0"/>
                    </a:moveTo>
                    <a:lnTo>
                      <a:pt x="54310" y="2122"/>
                    </a:lnTo>
                    <a:lnTo>
                      <a:pt x="52189" y="2122"/>
                    </a:lnTo>
                    <a:lnTo>
                      <a:pt x="47946" y="6365"/>
                    </a:lnTo>
                    <a:lnTo>
                      <a:pt x="45824" y="6365"/>
                    </a:lnTo>
                    <a:lnTo>
                      <a:pt x="41581" y="10608"/>
                    </a:lnTo>
                    <a:lnTo>
                      <a:pt x="39460" y="10608"/>
                    </a:lnTo>
                    <a:lnTo>
                      <a:pt x="35217" y="14851"/>
                    </a:lnTo>
                    <a:lnTo>
                      <a:pt x="33095" y="14851"/>
                    </a:lnTo>
                    <a:lnTo>
                      <a:pt x="30974" y="16972"/>
                    </a:lnTo>
                    <a:lnTo>
                      <a:pt x="28852" y="16972"/>
                    </a:lnTo>
                    <a:lnTo>
                      <a:pt x="24609" y="21215"/>
                    </a:lnTo>
                    <a:lnTo>
                      <a:pt x="22488" y="21215"/>
                    </a:lnTo>
                    <a:lnTo>
                      <a:pt x="18245" y="25458"/>
                    </a:lnTo>
                    <a:lnTo>
                      <a:pt x="16123" y="25458"/>
                    </a:lnTo>
                    <a:lnTo>
                      <a:pt x="11880" y="29701"/>
                    </a:lnTo>
                    <a:lnTo>
                      <a:pt x="9759" y="29701"/>
                    </a:lnTo>
                    <a:lnTo>
                      <a:pt x="7637" y="31823"/>
                    </a:lnTo>
                    <a:lnTo>
                      <a:pt x="5516" y="31823"/>
                    </a:lnTo>
                    <a:lnTo>
                      <a:pt x="0" y="37338"/>
                    </a:lnTo>
                    <a:lnTo>
                      <a:pt x="6922" y="37338"/>
                    </a:lnTo>
                    <a:lnTo>
                      <a:pt x="11165" y="33095"/>
                    </a:lnTo>
                    <a:lnTo>
                      <a:pt x="13286" y="33095"/>
                    </a:lnTo>
                    <a:lnTo>
                      <a:pt x="17529" y="28852"/>
                    </a:lnTo>
                    <a:lnTo>
                      <a:pt x="19651" y="28852"/>
                    </a:lnTo>
                    <a:lnTo>
                      <a:pt x="21772" y="26731"/>
                    </a:lnTo>
                    <a:lnTo>
                      <a:pt x="23894" y="26731"/>
                    </a:lnTo>
                    <a:lnTo>
                      <a:pt x="28137" y="22488"/>
                    </a:lnTo>
                    <a:lnTo>
                      <a:pt x="30258" y="22488"/>
                    </a:lnTo>
                    <a:lnTo>
                      <a:pt x="34501" y="18245"/>
                    </a:lnTo>
                    <a:lnTo>
                      <a:pt x="36623" y="18245"/>
                    </a:lnTo>
                    <a:lnTo>
                      <a:pt x="38744" y="16123"/>
                    </a:lnTo>
                    <a:lnTo>
                      <a:pt x="40866" y="16123"/>
                    </a:lnTo>
                    <a:lnTo>
                      <a:pt x="45109" y="11880"/>
                    </a:lnTo>
                    <a:lnTo>
                      <a:pt x="47230" y="11880"/>
                    </a:lnTo>
                    <a:lnTo>
                      <a:pt x="51473" y="7637"/>
                    </a:lnTo>
                    <a:lnTo>
                      <a:pt x="53595" y="7637"/>
                    </a:lnTo>
                    <a:lnTo>
                      <a:pt x="57838" y="3394"/>
                    </a:lnTo>
                    <a:lnTo>
                      <a:pt x="59257" y="3394"/>
                    </a:lnTo>
                    <a:lnTo>
                      <a:pt x="59257" y="0"/>
                    </a:lnTo>
                    <a:lnTo>
                      <a:pt x="56432" y="0"/>
                    </a:lnTo>
                    <a:close/>
                  </a:path>
                </a:pathLst>
              </a:custGeom>
              <a:solidFill>
                <a:srgbClr val="BABABA"/>
              </a:solidFill>
              <a:ln>
                <a:noFill/>
              </a:ln>
            </p:spPr>
          </p:sp>
          <p:sp>
            <p:nvSpPr>
              <p:cNvPr id="2363" name="Graph element 377"/>
              <p:cNvSpPr/>
              <p:nvPr/>
            </p:nvSpPr>
            <p:spPr>
              <a:xfrm>
                <a:off x="734962" y="2043930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BABABA"/>
              </a:solidFill>
              <a:ln>
                <a:noFill/>
              </a:ln>
            </p:spPr>
          </p:sp>
          <p:sp>
            <p:nvSpPr>
              <p:cNvPr id="2364" name="Graph element 378"/>
              <p:cNvSpPr/>
              <p:nvPr/>
            </p:nvSpPr>
            <p:spPr>
              <a:xfrm>
                <a:off x="751158" y="2024339"/>
                <a:ext cx="18948" cy="11880"/>
              </a:xfrm>
              <a:custGeom>
                <a:avLst/>
                <a:gdLst/>
                <a:ahLst/>
                <a:cxnLst/>
                <a:rect l="0" t="0" r="r" b="b"/>
                <a:pathLst>
                  <a:path w="18948" h="11880" stroke="0" extrusionOk="0">
                    <a:moveTo>
                      <a:pt x="16123" y="0"/>
                    </a:moveTo>
                    <a:lnTo>
                      <a:pt x="11880" y="4243"/>
                    </a:lnTo>
                    <a:lnTo>
                      <a:pt x="9759" y="4243"/>
                    </a:lnTo>
                    <a:lnTo>
                      <a:pt x="7637" y="6365"/>
                    </a:lnTo>
                    <a:lnTo>
                      <a:pt x="5516" y="6365"/>
                    </a:lnTo>
                    <a:lnTo>
                      <a:pt x="0" y="11880"/>
                    </a:lnTo>
                    <a:lnTo>
                      <a:pt x="6922" y="11880"/>
                    </a:lnTo>
                    <a:lnTo>
                      <a:pt x="11165" y="7637"/>
                    </a:lnTo>
                    <a:lnTo>
                      <a:pt x="13286" y="7637"/>
                    </a:lnTo>
                    <a:lnTo>
                      <a:pt x="17529" y="3394"/>
                    </a:lnTo>
                    <a:lnTo>
                      <a:pt x="18948" y="3394"/>
                    </a:lnTo>
                    <a:lnTo>
                      <a:pt x="18948" y="0"/>
                    </a:lnTo>
                    <a:lnTo>
                      <a:pt x="16123" y="0"/>
                    </a:lnTo>
                    <a:close/>
                  </a:path>
                </a:pathLst>
              </a:custGeom>
              <a:solidFill>
                <a:srgbClr val="BABABA"/>
              </a:solidFill>
              <a:ln>
                <a:noFill/>
              </a:ln>
            </p:spPr>
          </p:sp>
          <p:sp>
            <p:nvSpPr>
              <p:cNvPr id="2365" name="Graph element 379"/>
              <p:cNvSpPr/>
              <p:nvPr/>
            </p:nvSpPr>
            <p:spPr>
              <a:xfrm>
                <a:off x="828308" y="2022714"/>
                <a:ext cx="13008" cy="8765"/>
              </a:xfrm>
              <a:custGeom>
                <a:avLst/>
                <a:gdLst/>
                <a:ahLst/>
                <a:cxnLst/>
                <a:rect l="0" t="0" r="r" b="b"/>
                <a:pathLst>
                  <a:path w="13008" h="8765" stroke="0" extrusionOk="0">
                    <a:moveTo>
                      <a:pt x="2619" y="5019"/>
                    </a:moveTo>
                    <a:lnTo>
                      <a:pt x="4740" y="5019"/>
                    </a:lnTo>
                    <a:lnTo>
                      <a:pt x="6862" y="7140"/>
                    </a:lnTo>
                    <a:lnTo>
                      <a:pt x="8983" y="7140"/>
                    </a:lnTo>
                    <a:lnTo>
                      <a:pt x="10608" y="8765"/>
                    </a:lnTo>
                    <a:lnTo>
                      <a:pt x="13008" y="6365"/>
                    </a:lnTo>
                    <a:lnTo>
                      <a:pt x="10389" y="3746"/>
                    </a:lnTo>
                    <a:lnTo>
                      <a:pt x="8268" y="3746"/>
                    </a:lnTo>
                    <a:lnTo>
                      <a:pt x="6146" y="1624"/>
                    </a:lnTo>
                    <a:lnTo>
                      <a:pt x="4025" y="1624"/>
                    </a:lnTo>
                    <a:lnTo>
                      <a:pt x="2400" y="0"/>
                    </a:lnTo>
                    <a:lnTo>
                      <a:pt x="0" y="2400"/>
                    </a:lnTo>
                    <a:lnTo>
                      <a:pt x="2619" y="5019"/>
                    </a:lnTo>
                    <a:close/>
                  </a:path>
                </a:pathLst>
              </a:custGeom>
              <a:solidFill>
                <a:srgbClr val="BABABA"/>
              </a:solidFill>
              <a:ln>
                <a:noFill/>
              </a:ln>
            </p:spPr>
          </p:sp>
          <p:sp>
            <p:nvSpPr>
              <p:cNvPr id="2366" name="Graph element 380"/>
              <p:cNvSpPr/>
              <p:nvPr/>
            </p:nvSpPr>
            <p:spPr>
              <a:xfrm>
                <a:off x="673438" y="1849030"/>
                <a:ext cx="106354" cy="131533"/>
              </a:xfrm>
              <a:custGeom>
                <a:avLst/>
                <a:gdLst/>
                <a:ahLst/>
                <a:cxnLst/>
                <a:rect l="0" t="0" r="r" b="b"/>
                <a:pathLst>
                  <a:path w="106354" h="131533" stroke="0" extrusionOk="0">
                    <a:moveTo>
                      <a:pt x="0" y="0"/>
                    </a:moveTo>
                    <a:lnTo>
                      <a:pt x="3746" y="3746"/>
                    </a:lnTo>
                    <a:lnTo>
                      <a:pt x="3746" y="5867"/>
                    </a:lnTo>
                    <a:lnTo>
                      <a:pt x="10110" y="12232"/>
                    </a:lnTo>
                    <a:lnTo>
                      <a:pt x="10110" y="14353"/>
                    </a:lnTo>
                    <a:lnTo>
                      <a:pt x="18596" y="22839"/>
                    </a:lnTo>
                    <a:lnTo>
                      <a:pt x="18596" y="24961"/>
                    </a:lnTo>
                    <a:lnTo>
                      <a:pt x="27082" y="33447"/>
                    </a:lnTo>
                    <a:lnTo>
                      <a:pt x="27082" y="35568"/>
                    </a:lnTo>
                    <a:lnTo>
                      <a:pt x="33447" y="41933"/>
                    </a:lnTo>
                    <a:lnTo>
                      <a:pt x="33447" y="44054"/>
                    </a:lnTo>
                    <a:lnTo>
                      <a:pt x="41933" y="52540"/>
                    </a:lnTo>
                    <a:lnTo>
                      <a:pt x="41933" y="54662"/>
                    </a:lnTo>
                    <a:lnTo>
                      <a:pt x="50419" y="63148"/>
                    </a:lnTo>
                    <a:lnTo>
                      <a:pt x="50419" y="65270"/>
                    </a:lnTo>
                    <a:lnTo>
                      <a:pt x="56784" y="71634"/>
                    </a:lnTo>
                    <a:lnTo>
                      <a:pt x="56784" y="73756"/>
                    </a:lnTo>
                    <a:lnTo>
                      <a:pt x="65270" y="82242"/>
                    </a:lnTo>
                    <a:lnTo>
                      <a:pt x="65270" y="84363"/>
                    </a:lnTo>
                    <a:lnTo>
                      <a:pt x="73756" y="92849"/>
                    </a:lnTo>
                    <a:lnTo>
                      <a:pt x="73756" y="94971"/>
                    </a:lnTo>
                    <a:lnTo>
                      <a:pt x="80120" y="101335"/>
                    </a:lnTo>
                    <a:lnTo>
                      <a:pt x="80120" y="103457"/>
                    </a:lnTo>
                    <a:lnTo>
                      <a:pt x="88606" y="111943"/>
                    </a:lnTo>
                    <a:lnTo>
                      <a:pt x="88606" y="114064"/>
                    </a:lnTo>
                    <a:lnTo>
                      <a:pt x="97092" y="122550"/>
                    </a:lnTo>
                    <a:lnTo>
                      <a:pt x="97092" y="124672"/>
                    </a:lnTo>
                    <a:lnTo>
                      <a:pt x="103954" y="131533"/>
                    </a:lnTo>
                    <a:lnTo>
                      <a:pt x="106354" y="129133"/>
                    </a:lnTo>
                    <a:lnTo>
                      <a:pt x="102608" y="125387"/>
                    </a:lnTo>
                    <a:lnTo>
                      <a:pt x="102608" y="123266"/>
                    </a:lnTo>
                    <a:lnTo>
                      <a:pt x="94122" y="114780"/>
                    </a:lnTo>
                    <a:lnTo>
                      <a:pt x="94122" y="112658"/>
                    </a:lnTo>
                    <a:lnTo>
                      <a:pt x="87757" y="106294"/>
                    </a:lnTo>
                    <a:lnTo>
                      <a:pt x="87757" y="104172"/>
                    </a:lnTo>
                    <a:lnTo>
                      <a:pt x="79271" y="95686"/>
                    </a:lnTo>
                    <a:lnTo>
                      <a:pt x="79271" y="93565"/>
                    </a:lnTo>
                    <a:lnTo>
                      <a:pt x="70785" y="85079"/>
                    </a:lnTo>
                    <a:lnTo>
                      <a:pt x="70785" y="82957"/>
                    </a:lnTo>
                    <a:lnTo>
                      <a:pt x="64421" y="76593"/>
                    </a:lnTo>
                    <a:lnTo>
                      <a:pt x="64421" y="74471"/>
                    </a:lnTo>
                    <a:lnTo>
                      <a:pt x="55935" y="65985"/>
                    </a:lnTo>
                    <a:lnTo>
                      <a:pt x="55935" y="63864"/>
                    </a:lnTo>
                    <a:lnTo>
                      <a:pt x="47449" y="55377"/>
                    </a:lnTo>
                    <a:lnTo>
                      <a:pt x="47449" y="53256"/>
                    </a:lnTo>
                    <a:lnTo>
                      <a:pt x="41084" y="46891"/>
                    </a:lnTo>
                    <a:lnTo>
                      <a:pt x="41084" y="44770"/>
                    </a:lnTo>
                    <a:lnTo>
                      <a:pt x="32598" y="36284"/>
                    </a:lnTo>
                    <a:lnTo>
                      <a:pt x="32598" y="34162"/>
                    </a:lnTo>
                    <a:lnTo>
                      <a:pt x="24112" y="25676"/>
                    </a:lnTo>
                    <a:lnTo>
                      <a:pt x="24112" y="23555"/>
                    </a:lnTo>
                    <a:lnTo>
                      <a:pt x="17748" y="17190"/>
                    </a:lnTo>
                    <a:lnTo>
                      <a:pt x="17748" y="15069"/>
                    </a:lnTo>
                    <a:lnTo>
                      <a:pt x="9262" y="6583"/>
                    </a:lnTo>
                    <a:lnTo>
                      <a:pt x="9262" y="446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ABABA"/>
              </a:solidFill>
              <a:ln>
                <a:noFill/>
              </a:ln>
            </p:spPr>
          </p:sp>
          <p:sp>
            <p:nvSpPr>
              <p:cNvPr id="2367" name="Graph element 381"/>
              <p:cNvSpPr/>
              <p:nvPr/>
            </p:nvSpPr>
            <p:spPr>
              <a:xfrm>
                <a:off x="1704489" y="1500825"/>
                <a:ext cx="41084" cy="165756"/>
              </a:xfrm>
              <a:custGeom>
                <a:avLst/>
                <a:gdLst/>
                <a:ahLst/>
                <a:cxnLst/>
                <a:rect l="0" t="0" r="r" b="b"/>
                <a:pathLst>
                  <a:path w="41084" h="165756" stroke="0" extrusionOk="0">
                    <a:moveTo>
                      <a:pt x="40309" y="0"/>
                    </a:moveTo>
                    <a:lnTo>
                      <a:pt x="37690" y="2619"/>
                    </a:lnTo>
                    <a:lnTo>
                      <a:pt x="37690" y="8983"/>
                    </a:lnTo>
                    <a:lnTo>
                      <a:pt x="35568" y="11105"/>
                    </a:lnTo>
                    <a:lnTo>
                      <a:pt x="35568" y="17469"/>
                    </a:lnTo>
                    <a:lnTo>
                      <a:pt x="33447" y="19591"/>
                    </a:lnTo>
                    <a:lnTo>
                      <a:pt x="33447" y="25955"/>
                    </a:lnTo>
                    <a:lnTo>
                      <a:pt x="31325" y="28077"/>
                    </a:lnTo>
                    <a:lnTo>
                      <a:pt x="31325" y="34441"/>
                    </a:lnTo>
                    <a:lnTo>
                      <a:pt x="29204" y="36563"/>
                    </a:lnTo>
                    <a:lnTo>
                      <a:pt x="29204" y="45049"/>
                    </a:lnTo>
                    <a:lnTo>
                      <a:pt x="27082" y="47170"/>
                    </a:lnTo>
                    <a:lnTo>
                      <a:pt x="27082" y="53535"/>
                    </a:lnTo>
                    <a:lnTo>
                      <a:pt x="24961" y="55656"/>
                    </a:lnTo>
                    <a:lnTo>
                      <a:pt x="24961" y="62021"/>
                    </a:lnTo>
                    <a:lnTo>
                      <a:pt x="22839" y="64142"/>
                    </a:lnTo>
                    <a:lnTo>
                      <a:pt x="22839" y="70507"/>
                    </a:lnTo>
                    <a:lnTo>
                      <a:pt x="20718" y="72628"/>
                    </a:lnTo>
                    <a:lnTo>
                      <a:pt x="20718" y="81114"/>
                    </a:lnTo>
                    <a:lnTo>
                      <a:pt x="18596" y="83236"/>
                    </a:lnTo>
                    <a:lnTo>
                      <a:pt x="18596" y="89600"/>
                    </a:lnTo>
                    <a:lnTo>
                      <a:pt x="16475" y="91722"/>
                    </a:lnTo>
                    <a:lnTo>
                      <a:pt x="16475" y="98086"/>
                    </a:lnTo>
                    <a:lnTo>
                      <a:pt x="14353" y="100208"/>
                    </a:lnTo>
                    <a:lnTo>
                      <a:pt x="14353" y="106572"/>
                    </a:lnTo>
                    <a:lnTo>
                      <a:pt x="12232" y="108694"/>
                    </a:lnTo>
                    <a:lnTo>
                      <a:pt x="12232" y="117180"/>
                    </a:lnTo>
                    <a:lnTo>
                      <a:pt x="10110" y="119301"/>
                    </a:lnTo>
                    <a:lnTo>
                      <a:pt x="10110" y="125666"/>
                    </a:lnTo>
                    <a:lnTo>
                      <a:pt x="7989" y="127787"/>
                    </a:lnTo>
                    <a:lnTo>
                      <a:pt x="7989" y="134152"/>
                    </a:lnTo>
                    <a:lnTo>
                      <a:pt x="5867" y="136273"/>
                    </a:lnTo>
                    <a:lnTo>
                      <a:pt x="5867" y="142638"/>
                    </a:lnTo>
                    <a:lnTo>
                      <a:pt x="3746" y="144759"/>
                    </a:lnTo>
                    <a:lnTo>
                      <a:pt x="3746" y="151124"/>
                    </a:lnTo>
                    <a:lnTo>
                      <a:pt x="1624" y="153245"/>
                    </a:lnTo>
                    <a:lnTo>
                      <a:pt x="1624" y="161731"/>
                    </a:lnTo>
                    <a:lnTo>
                      <a:pt x="0" y="163356"/>
                    </a:lnTo>
                    <a:lnTo>
                      <a:pt x="2400" y="165756"/>
                    </a:lnTo>
                    <a:lnTo>
                      <a:pt x="5019" y="163137"/>
                    </a:lnTo>
                    <a:lnTo>
                      <a:pt x="5019" y="156773"/>
                    </a:lnTo>
                    <a:lnTo>
                      <a:pt x="7140" y="154651"/>
                    </a:lnTo>
                    <a:lnTo>
                      <a:pt x="7140" y="148287"/>
                    </a:lnTo>
                    <a:lnTo>
                      <a:pt x="9262" y="146165"/>
                    </a:lnTo>
                    <a:lnTo>
                      <a:pt x="9262" y="139801"/>
                    </a:lnTo>
                    <a:lnTo>
                      <a:pt x="11383" y="137679"/>
                    </a:lnTo>
                    <a:lnTo>
                      <a:pt x="11383" y="129193"/>
                    </a:lnTo>
                    <a:lnTo>
                      <a:pt x="13505" y="127072"/>
                    </a:lnTo>
                    <a:lnTo>
                      <a:pt x="13505" y="120707"/>
                    </a:lnTo>
                    <a:lnTo>
                      <a:pt x="15626" y="118586"/>
                    </a:lnTo>
                    <a:lnTo>
                      <a:pt x="15626" y="112221"/>
                    </a:lnTo>
                    <a:lnTo>
                      <a:pt x="17748" y="110100"/>
                    </a:lnTo>
                    <a:lnTo>
                      <a:pt x="17748" y="103735"/>
                    </a:lnTo>
                    <a:lnTo>
                      <a:pt x="19869" y="101614"/>
                    </a:lnTo>
                    <a:lnTo>
                      <a:pt x="19869" y="93128"/>
                    </a:lnTo>
                    <a:lnTo>
                      <a:pt x="21991" y="91006"/>
                    </a:lnTo>
                    <a:lnTo>
                      <a:pt x="21991" y="84642"/>
                    </a:lnTo>
                    <a:lnTo>
                      <a:pt x="24112" y="82520"/>
                    </a:lnTo>
                    <a:lnTo>
                      <a:pt x="24112" y="76156"/>
                    </a:lnTo>
                    <a:lnTo>
                      <a:pt x="26234" y="74034"/>
                    </a:lnTo>
                    <a:lnTo>
                      <a:pt x="26234" y="67670"/>
                    </a:lnTo>
                    <a:lnTo>
                      <a:pt x="28355" y="65548"/>
                    </a:lnTo>
                    <a:lnTo>
                      <a:pt x="28355" y="59184"/>
                    </a:lnTo>
                    <a:lnTo>
                      <a:pt x="30477" y="57062"/>
                    </a:lnTo>
                    <a:lnTo>
                      <a:pt x="30477" y="48576"/>
                    </a:lnTo>
                    <a:lnTo>
                      <a:pt x="32598" y="46455"/>
                    </a:lnTo>
                    <a:lnTo>
                      <a:pt x="32598" y="40090"/>
                    </a:lnTo>
                    <a:lnTo>
                      <a:pt x="34720" y="37969"/>
                    </a:lnTo>
                    <a:lnTo>
                      <a:pt x="34720" y="31604"/>
                    </a:lnTo>
                    <a:lnTo>
                      <a:pt x="36841" y="29483"/>
                    </a:lnTo>
                    <a:lnTo>
                      <a:pt x="36841" y="23118"/>
                    </a:lnTo>
                    <a:lnTo>
                      <a:pt x="38963" y="20997"/>
                    </a:lnTo>
                    <a:lnTo>
                      <a:pt x="38963" y="12511"/>
                    </a:lnTo>
                    <a:lnTo>
                      <a:pt x="41084" y="10389"/>
                    </a:lnTo>
                    <a:lnTo>
                      <a:pt x="41084" y="4025"/>
                    </a:lnTo>
                    <a:lnTo>
                      <a:pt x="40309" y="0"/>
                    </a:lnTo>
                    <a:close/>
                  </a:path>
                </a:pathLst>
              </a:custGeom>
              <a:solidFill>
                <a:srgbClr val="BABABA"/>
              </a:solidFill>
              <a:ln>
                <a:noFill/>
              </a:ln>
            </p:spPr>
          </p:sp>
          <p:sp>
            <p:nvSpPr>
              <p:cNvPr id="2368" name="Graph element 382"/>
              <p:cNvSpPr/>
              <p:nvPr/>
            </p:nvSpPr>
            <p:spPr>
              <a:xfrm>
                <a:off x="1850097" y="1472748"/>
                <a:ext cx="96522" cy="38963"/>
              </a:xfrm>
              <a:custGeom>
                <a:avLst/>
                <a:gdLst/>
                <a:ahLst/>
                <a:cxnLst/>
                <a:rect l="0" t="0" r="r" b="b"/>
                <a:pathLst>
                  <a:path w="96522" h="38963" stroke="0" extrusionOk="0">
                    <a:moveTo>
                      <a:pt x="0" y="0"/>
                    </a:moveTo>
                    <a:lnTo>
                      <a:pt x="5516" y="5516"/>
                    </a:lnTo>
                    <a:lnTo>
                      <a:pt x="9759" y="5516"/>
                    </a:lnTo>
                    <a:lnTo>
                      <a:pt x="11880" y="7637"/>
                    </a:lnTo>
                    <a:lnTo>
                      <a:pt x="14002" y="7637"/>
                    </a:lnTo>
                    <a:lnTo>
                      <a:pt x="16123" y="9759"/>
                    </a:lnTo>
                    <a:lnTo>
                      <a:pt x="20366" y="9759"/>
                    </a:lnTo>
                    <a:lnTo>
                      <a:pt x="22488" y="11880"/>
                    </a:lnTo>
                    <a:lnTo>
                      <a:pt x="26731" y="11880"/>
                    </a:lnTo>
                    <a:lnTo>
                      <a:pt x="28852" y="14002"/>
                    </a:lnTo>
                    <a:lnTo>
                      <a:pt x="30974" y="14002"/>
                    </a:lnTo>
                    <a:lnTo>
                      <a:pt x="33095" y="16123"/>
                    </a:lnTo>
                    <a:lnTo>
                      <a:pt x="37338" y="16123"/>
                    </a:lnTo>
                    <a:lnTo>
                      <a:pt x="39460" y="18245"/>
                    </a:lnTo>
                    <a:lnTo>
                      <a:pt x="41581" y="18245"/>
                    </a:lnTo>
                    <a:lnTo>
                      <a:pt x="43703" y="20366"/>
                    </a:lnTo>
                    <a:lnTo>
                      <a:pt x="47946" y="20366"/>
                    </a:lnTo>
                    <a:lnTo>
                      <a:pt x="50067" y="22488"/>
                    </a:lnTo>
                    <a:lnTo>
                      <a:pt x="54310" y="22488"/>
                    </a:lnTo>
                    <a:lnTo>
                      <a:pt x="56432" y="24609"/>
                    </a:lnTo>
                    <a:lnTo>
                      <a:pt x="58554" y="24609"/>
                    </a:lnTo>
                    <a:lnTo>
                      <a:pt x="60675" y="26731"/>
                    </a:lnTo>
                    <a:lnTo>
                      <a:pt x="64918" y="26731"/>
                    </a:lnTo>
                    <a:lnTo>
                      <a:pt x="67040" y="28852"/>
                    </a:lnTo>
                    <a:lnTo>
                      <a:pt x="69161" y="28852"/>
                    </a:lnTo>
                    <a:lnTo>
                      <a:pt x="71283" y="30974"/>
                    </a:lnTo>
                    <a:lnTo>
                      <a:pt x="75526" y="30974"/>
                    </a:lnTo>
                    <a:lnTo>
                      <a:pt x="77647" y="33095"/>
                    </a:lnTo>
                    <a:lnTo>
                      <a:pt x="81890" y="33095"/>
                    </a:lnTo>
                    <a:lnTo>
                      <a:pt x="84012" y="35217"/>
                    </a:lnTo>
                    <a:lnTo>
                      <a:pt x="86133" y="35217"/>
                    </a:lnTo>
                    <a:lnTo>
                      <a:pt x="88255" y="37338"/>
                    </a:lnTo>
                    <a:lnTo>
                      <a:pt x="92498" y="37338"/>
                    </a:lnTo>
                    <a:lnTo>
                      <a:pt x="94122" y="38963"/>
                    </a:lnTo>
                    <a:lnTo>
                      <a:pt x="96522" y="36563"/>
                    </a:lnTo>
                    <a:lnTo>
                      <a:pt x="93904" y="33944"/>
                    </a:lnTo>
                    <a:lnTo>
                      <a:pt x="91782" y="33944"/>
                    </a:lnTo>
                    <a:lnTo>
                      <a:pt x="89661" y="31823"/>
                    </a:lnTo>
                    <a:lnTo>
                      <a:pt x="85418" y="31823"/>
                    </a:lnTo>
                    <a:lnTo>
                      <a:pt x="83296" y="29701"/>
                    </a:lnTo>
                    <a:lnTo>
                      <a:pt x="79053" y="29701"/>
                    </a:lnTo>
                    <a:lnTo>
                      <a:pt x="76932" y="27580"/>
                    </a:lnTo>
                    <a:lnTo>
                      <a:pt x="74810" y="27580"/>
                    </a:lnTo>
                    <a:lnTo>
                      <a:pt x="72689" y="25458"/>
                    </a:lnTo>
                    <a:lnTo>
                      <a:pt x="68446" y="25458"/>
                    </a:lnTo>
                    <a:lnTo>
                      <a:pt x="66324" y="23337"/>
                    </a:lnTo>
                    <a:lnTo>
                      <a:pt x="64203" y="23337"/>
                    </a:lnTo>
                    <a:lnTo>
                      <a:pt x="62081" y="21215"/>
                    </a:lnTo>
                    <a:lnTo>
                      <a:pt x="57838" y="21215"/>
                    </a:lnTo>
                    <a:lnTo>
                      <a:pt x="55717" y="19094"/>
                    </a:lnTo>
                    <a:lnTo>
                      <a:pt x="51473" y="19094"/>
                    </a:lnTo>
                    <a:lnTo>
                      <a:pt x="49352" y="16972"/>
                    </a:lnTo>
                    <a:lnTo>
                      <a:pt x="47230" y="16972"/>
                    </a:lnTo>
                    <a:lnTo>
                      <a:pt x="45109" y="14851"/>
                    </a:lnTo>
                    <a:lnTo>
                      <a:pt x="40866" y="14851"/>
                    </a:lnTo>
                    <a:lnTo>
                      <a:pt x="38744" y="12729"/>
                    </a:lnTo>
                    <a:lnTo>
                      <a:pt x="36623" y="12729"/>
                    </a:lnTo>
                    <a:lnTo>
                      <a:pt x="34501" y="10608"/>
                    </a:lnTo>
                    <a:lnTo>
                      <a:pt x="30258" y="10608"/>
                    </a:lnTo>
                    <a:lnTo>
                      <a:pt x="28137" y="8486"/>
                    </a:lnTo>
                    <a:lnTo>
                      <a:pt x="23894" y="8486"/>
                    </a:lnTo>
                    <a:lnTo>
                      <a:pt x="21772" y="6365"/>
                    </a:lnTo>
                    <a:lnTo>
                      <a:pt x="19651" y="6365"/>
                    </a:lnTo>
                    <a:lnTo>
                      <a:pt x="17529" y="4243"/>
                    </a:lnTo>
                    <a:lnTo>
                      <a:pt x="13286" y="4243"/>
                    </a:lnTo>
                    <a:lnTo>
                      <a:pt x="11165" y="2122"/>
                    </a:lnTo>
                    <a:lnTo>
                      <a:pt x="9043" y="2122"/>
                    </a:lnTo>
                    <a:lnTo>
                      <a:pt x="692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ABABA"/>
              </a:solidFill>
              <a:ln>
                <a:noFill/>
              </a:ln>
            </p:spPr>
          </p:sp>
          <p:sp>
            <p:nvSpPr>
              <p:cNvPr id="2369" name="Graph element 383"/>
              <p:cNvSpPr/>
              <p:nvPr/>
            </p:nvSpPr>
            <p:spPr>
              <a:xfrm>
                <a:off x="1788573" y="1449411"/>
                <a:ext cx="33798" cy="14002"/>
              </a:xfrm>
              <a:custGeom>
                <a:avLst/>
                <a:gdLst/>
                <a:ahLst/>
                <a:cxnLst/>
                <a:rect l="0" t="0" r="r" b="b"/>
                <a:pathLst>
                  <a:path w="33798" h="14002" stroke="0" extrusionOk="0">
                    <a:moveTo>
                      <a:pt x="0" y="0"/>
                    </a:moveTo>
                    <a:lnTo>
                      <a:pt x="5516" y="5516"/>
                    </a:lnTo>
                    <a:lnTo>
                      <a:pt x="9759" y="5516"/>
                    </a:lnTo>
                    <a:lnTo>
                      <a:pt x="11880" y="7637"/>
                    </a:lnTo>
                    <a:lnTo>
                      <a:pt x="16123" y="7637"/>
                    </a:lnTo>
                    <a:lnTo>
                      <a:pt x="18245" y="9759"/>
                    </a:lnTo>
                    <a:lnTo>
                      <a:pt x="20366" y="9759"/>
                    </a:lnTo>
                    <a:lnTo>
                      <a:pt x="22488" y="11880"/>
                    </a:lnTo>
                    <a:lnTo>
                      <a:pt x="26731" y="11880"/>
                    </a:lnTo>
                    <a:lnTo>
                      <a:pt x="28852" y="14002"/>
                    </a:lnTo>
                    <a:lnTo>
                      <a:pt x="33798" y="14002"/>
                    </a:lnTo>
                    <a:lnTo>
                      <a:pt x="33798" y="10608"/>
                    </a:lnTo>
                    <a:lnTo>
                      <a:pt x="30258" y="10608"/>
                    </a:lnTo>
                    <a:lnTo>
                      <a:pt x="28137" y="8486"/>
                    </a:lnTo>
                    <a:lnTo>
                      <a:pt x="26015" y="8486"/>
                    </a:lnTo>
                    <a:lnTo>
                      <a:pt x="23894" y="6365"/>
                    </a:lnTo>
                    <a:lnTo>
                      <a:pt x="19651" y="6365"/>
                    </a:lnTo>
                    <a:lnTo>
                      <a:pt x="17529" y="4243"/>
                    </a:lnTo>
                    <a:lnTo>
                      <a:pt x="13286" y="4243"/>
                    </a:lnTo>
                    <a:lnTo>
                      <a:pt x="11165" y="2122"/>
                    </a:lnTo>
                    <a:lnTo>
                      <a:pt x="9043" y="2122"/>
                    </a:lnTo>
                    <a:lnTo>
                      <a:pt x="692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ABABA"/>
              </a:solidFill>
              <a:ln>
                <a:noFill/>
              </a:ln>
            </p:spPr>
          </p:sp>
          <p:sp>
            <p:nvSpPr>
              <p:cNvPr id="2370" name="Graph element 384"/>
              <p:cNvSpPr/>
              <p:nvPr/>
            </p:nvSpPr>
            <p:spPr>
              <a:xfrm>
                <a:off x="1721461" y="1382299"/>
                <a:ext cx="21991" cy="32598"/>
              </a:xfrm>
              <a:custGeom>
                <a:avLst/>
                <a:gdLst/>
                <a:ahLst/>
                <a:cxnLst/>
                <a:rect l="0" t="0" r="r" b="b"/>
                <a:pathLst>
                  <a:path w="21991" h="32598" stroke="0" extrusionOk="0">
                    <a:moveTo>
                      <a:pt x="0" y="0"/>
                    </a:moveTo>
                    <a:lnTo>
                      <a:pt x="1624" y="1624"/>
                    </a:lnTo>
                    <a:lnTo>
                      <a:pt x="1624" y="3746"/>
                    </a:lnTo>
                    <a:lnTo>
                      <a:pt x="5867" y="7989"/>
                    </a:lnTo>
                    <a:lnTo>
                      <a:pt x="5867" y="10110"/>
                    </a:lnTo>
                    <a:lnTo>
                      <a:pt x="7989" y="12232"/>
                    </a:lnTo>
                    <a:lnTo>
                      <a:pt x="7989" y="14353"/>
                    </a:lnTo>
                    <a:lnTo>
                      <a:pt x="12232" y="18596"/>
                    </a:lnTo>
                    <a:lnTo>
                      <a:pt x="12232" y="20718"/>
                    </a:lnTo>
                    <a:lnTo>
                      <a:pt x="16475" y="24961"/>
                    </a:lnTo>
                    <a:lnTo>
                      <a:pt x="16475" y="27082"/>
                    </a:lnTo>
                    <a:lnTo>
                      <a:pt x="21991" y="32598"/>
                    </a:lnTo>
                    <a:lnTo>
                      <a:pt x="21991" y="25676"/>
                    </a:lnTo>
                    <a:lnTo>
                      <a:pt x="17748" y="21433"/>
                    </a:lnTo>
                    <a:lnTo>
                      <a:pt x="17748" y="19312"/>
                    </a:lnTo>
                    <a:lnTo>
                      <a:pt x="13505" y="15069"/>
                    </a:lnTo>
                    <a:lnTo>
                      <a:pt x="13505" y="12947"/>
                    </a:lnTo>
                    <a:lnTo>
                      <a:pt x="9262" y="8704"/>
                    </a:lnTo>
                    <a:lnTo>
                      <a:pt x="9262" y="6583"/>
                    </a:lnTo>
                    <a:lnTo>
                      <a:pt x="5019" y="2340"/>
                    </a:lnTo>
                    <a:lnTo>
                      <a:pt x="5019" y="21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ABABA"/>
              </a:solidFill>
              <a:ln>
                <a:noFill/>
              </a:ln>
            </p:spPr>
          </p:sp>
          <p:sp>
            <p:nvSpPr>
              <p:cNvPr id="2371" name="Graph element 385"/>
              <p:cNvSpPr/>
              <p:nvPr/>
            </p:nvSpPr>
            <p:spPr>
              <a:xfrm>
                <a:off x="1438380" y="1379899"/>
                <a:ext cx="5443" cy="5019"/>
              </a:xfrm>
              <a:custGeom>
                <a:avLst/>
                <a:gdLst/>
                <a:ahLst/>
                <a:cxnLst/>
                <a:rect l="0" t="0" r="r" b="b"/>
                <a:pathLst>
                  <a:path w="5443" h="5019" stroke="0" extrusionOk="0">
                    <a:moveTo>
                      <a:pt x="0" y="1624"/>
                    </a:moveTo>
                    <a:lnTo>
                      <a:pt x="0" y="5019"/>
                    </a:lnTo>
                    <a:lnTo>
                      <a:pt x="2825" y="5019"/>
                    </a:lnTo>
                    <a:lnTo>
                      <a:pt x="5443" y="2400"/>
                    </a:lnTo>
                    <a:lnTo>
                      <a:pt x="3043" y="0"/>
                    </a:lnTo>
                    <a:lnTo>
                      <a:pt x="1418" y="1624"/>
                    </a:lnTo>
                    <a:lnTo>
                      <a:pt x="0" y="1624"/>
                    </a:lnTo>
                    <a:close/>
                  </a:path>
                </a:pathLst>
              </a:custGeom>
              <a:solidFill>
                <a:srgbClr val="BABABA"/>
              </a:solidFill>
              <a:ln>
                <a:noFill/>
              </a:ln>
            </p:spPr>
          </p:sp>
          <p:sp>
            <p:nvSpPr>
              <p:cNvPr id="2372" name="Graph element 386"/>
              <p:cNvSpPr/>
              <p:nvPr/>
            </p:nvSpPr>
            <p:spPr>
              <a:xfrm>
                <a:off x="1460516" y="1360805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BABABA"/>
              </a:solidFill>
              <a:ln>
                <a:noFill/>
              </a:ln>
            </p:spPr>
          </p:sp>
          <p:sp>
            <p:nvSpPr>
              <p:cNvPr id="2373" name="Graph element 387"/>
              <p:cNvSpPr/>
              <p:nvPr/>
            </p:nvSpPr>
            <p:spPr>
              <a:xfrm>
                <a:off x="1633704" y="1249990"/>
                <a:ext cx="62578" cy="89879"/>
              </a:xfrm>
              <a:custGeom>
                <a:avLst/>
                <a:gdLst/>
                <a:ahLst/>
                <a:cxnLst/>
                <a:rect l="0" t="0" r="r" b="b"/>
                <a:pathLst>
                  <a:path w="62578" h="89879" stroke="0" extrusionOk="0">
                    <a:moveTo>
                      <a:pt x="0" y="0"/>
                    </a:moveTo>
                    <a:lnTo>
                      <a:pt x="6643" y="6643"/>
                    </a:lnTo>
                    <a:lnTo>
                      <a:pt x="6643" y="8765"/>
                    </a:lnTo>
                    <a:lnTo>
                      <a:pt x="10886" y="13008"/>
                    </a:lnTo>
                    <a:lnTo>
                      <a:pt x="10886" y="15129"/>
                    </a:lnTo>
                    <a:lnTo>
                      <a:pt x="15129" y="19372"/>
                    </a:lnTo>
                    <a:lnTo>
                      <a:pt x="15129" y="21494"/>
                    </a:lnTo>
                    <a:lnTo>
                      <a:pt x="17251" y="23615"/>
                    </a:lnTo>
                    <a:lnTo>
                      <a:pt x="17251" y="25737"/>
                    </a:lnTo>
                    <a:lnTo>
                      <a:pt x="21494" y="29980"/>
                    </a:lnTo>
                    <a:lnTo>
                      <a:pt x="21494" y="32101"/>
                    </a:lnTo>
                    <a:lnTo>
                      <a:pt x="25737" y="36344"/>
                    </a:lnTo>
                    <a:lnTo>
                      <a:pt x="25737" y="38466"/>
                    </a:lnTo>
                    <a:lnTo>
                      <a:pt x="29980" y="42709"/>
                    </a:lnTo>
                    <a:lnTo>
                      <a:pt x="29980" y="44830"/>
                    </a:lnTo>
                    <a:lnTo>
                      <a:pt x="34223" y="49073"/>
                    </a:lnTo>
                    <a:lnTo>
                      <a:pt x="34223" y="51195"/>
                    </a:lnTo>
                    <a:lnTo>
                      <a:pt x="38466" y="55438"/>
                    </a:lnTo>
                    <a:lnTo>
                      <a:pt x="38466" y="57559"/>
                    </a:lnTo>
                    <a:lnTo>
                      <a:pt x="40587" y="59681"/>
                    </a:lnTo>
                    <a:lnTo>
                      <a:pt x="40587" y="61802"/>
                    </a:lnTo>
                    <a:lnTo>
                      <a:pt x="44830" y="66045"/>
                    </a:lnTo>
                    <a:lnTo>
                      <a:pt x="44830" y="68167"/>
                    </a:lnTo>
                    <a:lnTo>
                      <a:pt x="49073" y="72410"/>
                    </a:lnTo>
                    <a:lnTo>
                      <a:pt x="49073" y="74531"/>
                    </a:lnTo>
                    <a:lnTo>
                      <a:pt x="53316" y="78774"/>
                    </a:lnTo>
                    <a:lnTo>
                      <a:pt x="53316" y="80896"/>
                    </a:lnTo>
                    <a:lnTo>
                      <a:pt x="57559" y="85139"/>
                    </a:lnTo>
                    <a:lnTo>
                      <a:pt x="57559" y="87260"/>
                    </a:lnTo>
                    <a:lnTo>
                      <a:pt x="60178" y="89879"/>
                    </a:lnTo>
                    <a:lnTo>
                      <a:pt x="62578" y="87479"/>
                    </a:lnTo>
                    <a:lnTo>
                      <a:pt x="60954" y="85854"/>
                    </a:lnTo>
                    <a:lnTo>
                      <a:pt x="60954" y="83733"/>
                    </a:lnTo>
                    <a:lnTo>
                      <a:pt x="58832" y="81611"/>
                    </a:lnTo>
                    <a:lnTo>
                      <a:pt x="58832" y="79490"/>
                    </a:lnTo>
                    <a:lnTo>
                      <a:pt x="54589" y="75247"/>
                    </a:lnTo>
                    <a:lnTo>
                      <a:pt x="54589" y="73125"/>
                    </a:lnTo>
                    <a:lnTo>
                      <a:pt x="50346" y="68882"/>
                    </a:lnTo>
                    <a:lnTo>
                      <a:pt x="50346" y="66761"/>
                    </a:lnTo>
                    <a:lnTo>
                      <a:pt x="46103" y="62518"/>
                    </a:lnTo>
                    <a:lnTo>
                      <a:pt x="46103" y="60396"/>
                    </a:lnTo>
                    <a:lnTo>
                      <a:pt x="41860" y="56153"/>
                    </a:lnTo>
                    <a:lnTo>
                      <a:pt x="41860" y="54032"/>
                    </a:lnTo>
                    <a:lnTo>
                      <a:pt x="37617" y="49789"/>
                    </a:lnTo>
                    <a:lnTo>
                      <a:pt x="37617" y="47667"/>
                    </a:lnTo>
                    <a:lnTo>
                      <a:pt x="35496" y="45546"/>
                    </a:lnTo>
                    <a:lnTo>
                      <a:pt x="35496" y="43424"/>
                    </a:lnTo>
                    <a:lnTo>
                      <a:pt x="31253" y="39181"/>
                    </a:lnTo>
                    <a:lnTo>
                      <a:pt x="31253" y="37060"/>
                    </a:lnTo>
                    <a:lnTo>
                      <a:pt x="27010" y="32817"/>
                    </a:lnTo>
                    <a:lnTo>
                      <a:pt x="27010" y="30695"/>
                    </a:lnTo>
                    <a:lnTo>
                      <a:pt x="22767" y="26452"/>
                    </a:lnTo>
                    <a:lnTo>
                      <a:pt x="22767" y="24331"/>
                    </a:lnTo>
                    <a:lnTo>
                      <a:pt x="18524" y="20088"/>
                    </a:lnTo>
                    <a:lnTo>
                      <a:pt x="18524" y="17966"/>
                    </a:lnTo>
                    <a:lnTo>
                      <a:pt x="14281" y="13723"/>
                    </a:lnTo>
                    <a:lnTo>
                      <a:pt x="14281" y="11602"/>
                    </a:lnTo>
                    <a:lnTo>
                      <a:pt x="10038" y="7359"/>
                    </a:lnTo>
                    <a:lnTo>
                      <a:pt x="10038" y="5237"/>
                    </a:lnTo>
                    <a:lnTo>
                      <a:pt x="7916" y="3116"/>
                    </a:lnTo>
                    <a:lnTo>
                      <a:pt x="791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ABABA"/>
              </a:solidFill>
              <a:ln>
                <a:noFill/>
              </a:ln>
            </p:spPr>
          </p:sp>
          <p:sp>
            <p:nvSpPr>
              <p:cNvPr id="2374" name="Graph element 388"/>
              <p:cNvSpPr/>
              <p:nvPr/>
            </p:nvSpPr>
            <p:spPr>
              <a:xfrm>
                <a:off x="1483077" y="1244123"/>
                <a:ext cx="111094" cy="98365"/>
              </a:xfrm>
              <a:custGeom>
                <a:avLst/>
                <a:gdLst/>
                <a:ahLst/>
                <a:cxnLst/>
                <a:rect l="0" t="0" r="r" b="b"/>
                <a:pathLst>
                  <a:path w="111094" h="98365" stroke="0" extrusionOk="0">
                    <a:moveTo>
                      <a:pt x="111094" y="0"/>
                    </a:moveTo>
                    <a:lnTo>
                      <a:pt x="103105" y="7989"/>
                    </a:lnTo>
                    <a:lnTo>
                      <a:pt x="100984" y="7989"/>
                    </a:lnTo>
                    <a:lnTo>
                      <a:pt x="84012" y="24961"/>
                    </a:lnTo>
                    <a:lnTo>
                      <a:pt x="81890" y="24961"/>
                    </a:lnTo>
                    <a:lnTo>
                      <a:pt x="67040" y="39811"/>
                    </a:lnTo>
                    <a:lnTo>
                      <a:pt x="64918" y="39811"/>
                    </a:lnTo>
                    <a:lnTo>
                      <a:pt x="47946" y="56784"/>
                    </a:lnTo>
                    <a:lnTo>
                      <a:pt x="45824" y="56784"/>
                    </a:lnTo>
                    <a:lnTo>
                      <a:pt x="30974" y="71634"/>
                    </a:lnTo>
                    <a:lnTo>
                      <a:pt x="28852" y="71634"/>
                    </a:lnTo>
                    <a:lnTo>
                      <a:pt x="11880" y="88606"/>
                    </a:lnTo>
                    <a:lnTo>
                      <a:pt x="9759" y="88606"/>
                    </a:lnTo>
                    <a:lnTo>
                      <a:pt x="0" y="98365"/>
                    </a:lnTo>
                    <a:lnTo>
                      <a:pt x="6922" y="98365"/>
                    </a:lnTo>
                    <a:lnTo>
                      <a:pt x="23894" y="81393"/>
                    </a:lnTo>
                    <a:lnTo>
                      <a:pt x="26015" y="81393"/>
                    </a:lnTo>
                    <a:lnTo>
                      <a:pt x="40866" y="66542"/>
                    </a:lnTo>
                    <a:lnTo>
                      <a:pt x="42987" y="66542"/>
                    </a:lnTo>
                    <a:lnTo>
                      <a:pt x="59960" y="49570"/>
                    </a:lnTo>
                    <a:lnTo>
                      <a:pt x="62081" y="49570"/>
                    </a:lnTo>
                    <a:lnTo>
                      <a:pt x="76932" y="34720"/>
                    </a:lnTo>
                    <a:lnTo>
                      <a:pt x="79053" y="34720"/>
                    </a:lnTo>
                    <a:lnTo>
                      <a:pt x="96025" y="17748"/>
                    </a:lnTo>
                    <a:lnTo>
                      <a:pt x="98147" y="17748"/>
                    </a:lnTo>
                    <a:lnTo>
                      <a:pt x="111094" y="0"/>
                    </a:lnTo>
                    <a:close/>
                  </a:path>
                </a:pathLst>
              </a:custGeom>
              <a:solidFill>
                <a:srgbClr val="BABABA"/>
              </a:solidFill>
              <a:ln>
                <a:noFill/>
              </a:ln>
            </p:spPr>
          </p:sp>
          <p:sp>
            <p:nvSpPr>
              <p:cNvPr id="2375" name="Graph element 389"/>
              <p:cNvSpPr/>
              <p:nvPr/>
            </p:nvSpPr>
            <p:spPr>
              <a:xfrm>
                <a:off x="91649" y="1101060"/>
                <a:ext cx="54310" cy="162434"/>
              </a:xfrm>
              <a:custGeom>
                <a:avLst/>
                <a:gdLst/>
                <a:ahLst/>
                <a:cxnLst/>
                <a:rect l="0" t="0" r="r" b="b"/>
                <a:pathLst>
                  <a:path w="54310" h="162434" stroke="0" extrusionOk="0">
                    <a:moveTo>
                      <a:pt x="50916" y="0"/>
                    </a:moveTo>
                    <a:lnTo>
                      <a:pt x="50916" y="3540"/>
                    </a:lnTo>
                    <a:lnTo>
                      <a:pt x="48795" y="5662"/>
                    </a:lnTo>
                    <a:lnTo>
                      <a:pt x="48795" y="9905"/>
                    </a:lnTo>
                    <a:lnTo>
                      <a:pt x="46673" y="12026"/>
                    </a:lnTo>
                    <a:lnTo>
                      <a:pt x="46673" y="16269"/>
                    </a:lnTo>
                    <a:lnTo>
                      <a:pt x="44552" y="18391"/>
                    </a:lnTo>
                    <a:lnTo>
                      <a:pt x="44552" y="22634"/>
                    </a:lnTo>
                    <a:lnTo>
                      <a:pt x="42430" y="24755"/>
                    </a:lnTo>
                    <a:lnTo>
                      <a:pt x="42430" y="31120"/>
                    </a:lnTo>
                    <a:lnTo>
                      <a:pt x="40309" y="33241"/>
                    </a:lnTo>
                    <a:lnTo>
                      <a:pt x="40309" y="37484"/>
                    </a:lnTo>
                    <a:lnTo>
                      <a:pt x="38187" y="39606"/>
                    </a:lnTo>
                    <a:lnTo>
                      <a:pt x="38187" y="43849"/>
                    </a:lnTo>
                    <a:lnTo>
                      <a:pt x="36066" y="45970"/>
                    </a:lnTo>
                    <a:lnTo>
                      <a:pt x="36066" y="50213"/>
                    </a:lnTo>
                    <a:lnTo>
                      <a:pt x="33944" y="52335"/>
                    </a:lnTo>
                    <a:lnTo>
                      <a:pt x="33944" y="56578"/>
                    </a:lnTo>
                    <a:lnTo>
                      <a:pt x="31823" y="58699"/>
                    </a:lnTo>
                    <a:lnTo>
                      <a:pt x="31823" y="62942"/>
                    </a:lnTo>
                    <a:lnTo>
                      <a:pt x="29701" y="65064"/>
                    </a:lnTo>
                    <a:lnTo>
                      <a:pt x="29701" y="69307"/>
                    </a:lnTo>
                    <a:lnTo>
                      <a:pt x="27580" y="71428"/>
                    </a:lnTo>
                    <a:lnTo>
                      <a:pt x="27580" y="75671"/>
                    </a:lnTo>
                    <a:lnTo>
                      <a:pt x="25458" y="77793"/>
                    </a:lnTo>
                    <a:lnTo>
                      <a:pt x="25458" y="82036"/>
                    </a:lnTo>
                    <a:lnTo>
                      <a:pt x="23337" y="84157"/>
                    </a:lnTo>
                    <a:lnTo>
                      <a:pt x="23337" y="88400"/>
                    </a:lnTo>
                    <a:lnTo>
                      <a:pt x="21215" y="90522"/>
                    </a:lnTo>
                    <a:lnTo>
                      <a:pt x="21215" y="94765"/>
                    </a:lnTo>
                    <a:lnTo>
                      <a:pt x="19094" y="96886"/>
                    </a:lnTo>
                    <a:lnTo>
                      <a:pt x="19094" y="101129"/>
                    </a:lnTo>
                    <a:lnTo>
                      <a:pt x="16972" y="103251"/>
                    </a:lnTo>
                    <a:lnTo>
                      <a:pt x="16972" y="107494"/>
                    </a:lnTo>
                    <a:lnTo>
                      <a:pt x="14851" y="109615"/>
                    </a:lnTo>
                    <a:lnTo>
                      <a:pt x="14851" y="113858"/>
                    </a:lnTo>
                    <a:lnTo>
                      <a:pt x="12729" y="115980"/>
                    </a:lnTo>
                    <a:lnTo>
                      <a:pt x="12729" y="120223"/>
                    </a:lnTo>
                    <a:lnTo>
                      <a:pt x="10608" y="122344"/>
                    </a:lnTo>
                    <a:lnTo>
                      <a:pt x="10608" y="126587"/>
                    </a:lnTo>
                    <a:lnTo>
                      <a:pt x="8486" y="128709"/>
                    </a:lnTo>
                    <a:lnTo>
                      <a:pt x="8486" y="132952"/>
                    </a:lnTo>
                    <a:lnTo>
                      <a:pt x="6365" y="135073"/>
                    </a:lnTo>
                    <a:lnTo>
                      <a:pt x="6365" y="139316"/>
                    </a:lnTo>
                    <a:lnTo>
                      <a:pt x="4243" y="141438"/>
                    </a:lnTo>
                    <a:lnTo>
                      <a:pt x="4243" y="145681"/>
                    </a:lnTo>
                    <a:lnTo>
                      <a:pt x="2122" y="147802"/>
                    </a:lnTo>
                    <a:lnTo>
                      <a:pt x="2122" y="154167"/>
                    </a:lnTo>
                    <a:lnTo>
                      <a:pt x="0" y="156288"/>
                    </a:lnTo>
                    <a:lnTo>
                      <a:pt x="0" y="159816"/>
                    </a:lnTo>
                    <a:lnTo>
                      <a:pt x="2619" y="162434"/>
                    </a:lnTo>
                    <a:lnTo>
                      <a:pt x="5019" y="160034"/>
                    </a:lnTo>
                    <a:lnTo>
                      <a:pt x="3394" y="158410"/>
                    </a:lnTo>
                    <a:lnTo>
                      <a:pt x="3394" y="157694"/>
                    </a:lnTo>
                    <a:lnTo>
                      <a:pt x="5516" y="155573"/>
                    </a:lnTo>
                    <a:lnTo>
                      <a:pt x="5516" y="151330"/>
                    </a:lnTo>
                    <a:lnTo>
                      <a:pt x="7637" y="149208"/>
                    </a:lnTo>
                    <a:lnTo>
                      <a:pt x="7637" y="144965"/>
                    </a:lnTo>
                    <a:lnTo>
                      <a:pt x="9759" y="142844"/>
                    </a:lnTo>
                    <a:lnTo>
                      <a:pt x="9759" y="138601"/>
                    </a:lnTo>
                    <a:lnTo>
                      <a:pt x="11880" y="136479"/>
                    </a:lnTo>
                    <a:lnTo>
                      <a:pt x="11880" y="132236"/>
                    </a:lnTo>
                    <a:lnTo>
                      <a:pt x="14002" y="130115"/>
                    </a:lnTo>
                    <a:lnTo>
                      <a:pt x="14002" y="125872"/>
                    </a:lnTo>
                    <a:lnTo>
                      <a:pt x="16123" y="123750"/>
                    </a:lnTo>
                    <a:lnTo>
                      <a:pt x="16123" y="119507"/>
                    </a:lnTo>
                    <a:lnTo>
                      <a:pt x="18245" y="117386"/>
                    </a:lnTo>
                    <a:lnTo>
                      <a:pt x="18245" y="113143"/>
                    </a:lnTo>
                    <a:lnTo>
                      <a:pt x="20366" y="111021"/>
                    </a:lnTo>
                    <a:lnTo>
                      <a:pt x="20366" y="106778"/>
                    </a:lnTo>
                    <a:lnTo>
                      <a:pt x="22488" y="104657"/>
                    </a:lnTo>
                    <a:lnTo>
                      <a:pt x="22488" y="98292"/>
                    </a:lnTo>
                    <a:lnTo>
                      <a:pt x="24609" y="96171"/>
                    </a:lnTo>
                    <a:lnTo>
                      <a:pt x="24609" y="91928"/>
                    </a:lnTo>
                    <a:lnTo>
                      <a:pt x="26731" y="89806"/>
                    </a:lnTo>
                    <a:lnTo>
                      <a:pt x="26731" y="85563"/>
                    </a:lnTo>
                    <a:lnTo>
                      <a:pt x="28852" y="83442"/>
                    </a:lnTo>
                    <a:lnTo>
                      <a:pt x="28852" y="79199"/>
                    </a:lnTo>
                    <a:lnTo>
                      <a:pt x="30974" y="77077"/>
                    </a:lnTo>
                    <a:lnTo>
                      <a:pt x="30974" y="72834"/>
                    </a:lnTo>
                    <a:lnTo>
                      <a:pt x="33095" y="70713"/>
                    </a:lnTo>
                    <a:lnTo>
                      <a:pt x="33095" y="66470"/>
                    </a:lnTo>
                    <a:lnTo>
                      <a:pt x="35217" y="64348"/>
                    </a:lnTo>
                    <a:lnTo>
                      <a:pt x="35217" y="60105"/>
                    </a:lnTo>
                    <a:lnTo>
                      <a:pt x="37338" y="57984"/>
                    </a:lnTo>
                    <a:lnTo>
                      <a:pt x="37338" y="53741"/>
                    </a:lnTo>
                    <a:lnTo>
                      <a:pt x="39460" y="51619"/>
                    </a:lnTo>
                    <a:lnTo>
                      <a:pt x="39460" y="47376"/>
                    </a:lnTo>
                    <a:lnTo>
                      <a:pt x="41581" y="45255"/>
                    </a:lnTo>
                    <a:lnTo>
                      <a:pt x="41581" y="41012"/>
                    </a:lnTo>
                    <a:lnTo>
                      <a:pt x="43703" y="38890"/>
                    </a:lnTo>
                    <a:lnTo>
                      <a:pt x="43703" y="34647"/>
                    </a:lnTo>
                    <a:lnTo>
                      <a:pt x="45824" y="32526"/>
                    </a:lnTo>
                    <a:lnTo>
                      <a:pt x="45824" y="28283"/>
                    </a:lnTo>
                    <a:lnTo>
                      <a:pt x="47946" y="26161"/>
                    </a:lnTo>
                    <a:lnTo>
                      <a:pt x="47946" y="21918"/>
                    </a:lnTo>
                    <a:lnTo>
                      <a:pt x="50067" y="19797"/>
                    </a:lnTo>
                    <a:lnTo>
                      <a:pt x="50067" y="15554"/>
                    </a:lnTo>
                    <a:lnTo>
                      <a:pt x="52189" y="13432"/>
                    </a:lnTo>
                    <a:lnTo>
                      <a:pt x="52189" y="9189"/>
                    </a:lnTo>
                    <a:lnTo>
                      <a:pt x="54310" y="7068"/>
                    </a:lnTo>
                    <a:lnTo>
                      <a:pt x="50916" y="0"/>
                    </a:lnTo>
                    <a:close/>
                  </a:path>
                </a:pathLst>
              </a:custGeom>
              <a:solidFill>
                <a:srgbClr val="BABABA"/>
              </a:solidFill>
              <a:ln>
                <a:noFill/>
              </a:ln>
            </p:spPr>
          </p:sp>
          <p:sp>
            <p:nvSpPr>
              <p:cNvPr id="2376" name="Graph element 390"/>
              <p:cNvSpPr/>
              <p:nvPr/>
            </p:nvSpPr>
            <p:spPr>
              <a:xfrm>
                <a:off x="188814" y="1084513"/>
                <a:ext cx="133655" cy="67040"/>
              </a:xfrm>
              <a:custGeom>
                <a:avLst/>
                <a:gdLst/>
                <a:ahLst/>
                <a:cxnLst/>
                <a:rect l="0" t="0" r="r" b="b"/>
                <a:pathLst>
                  <a:path w="133655" h="67040" stroke="0" extrusionOk="0">
                    <a:moveTo>
                      <a:pt x="0" y="3394"/>
                    </a:moveTo>
                    <a:lnTo>
                      <a:pt x="1418" y="3394"/>
                    </a:lnTo>
                    <a:lnTo>
                      <a:pt x="3540" y="5516"/>
                    </a:lnTo>
                    <a:lnTo>
                      <a:pt x="5662" y="5516"/>
                    </a:lnTo>
                    <a:lnTo>
                      <a:pt x="7783" y="7637"/>
                    </a:lnTo>
                    <a:lnTo>
                      <a:pt x="9905" y="7637"/>
                    </a:lnTo>
                    <a:lnTo>
                      <a:pt x="12026" y="9759"/>
                    </a:lnTo>
                    <a:lnTo>
                      <a:pt x="14148" y="9759"/>
                    </a:lnTo>
                    <a:lnTo>
                      <a:pt x="16269" y="11880"/>
                    </a:lnTo>
                    <a:lnTo>
                      <a:pt x="18391" y="11880"/>
                    </a:lnTo>
                    <a:lnTo>
                      <a:pt x="20512" y="14002"/>
                    </a:lnTo>
                    <a:lnTo>
                      <a:pt x="22634" y="14002"/>
                    </a:lnTo>
                    <a:lnTo>
                      <a:pt x="24755" y="16123"/>
                    </a:lnTo>
                    <a:lnTo>
                      <a:pt x="26877" y="16123"/>
                    </a:lnTo>
                    <a:lnTo>
                      <a:pt x="28998" y="18245"/>
                    </a:lnTo>
                    <a:lnTo>
                      <a:pt x="31120" y="18245"/>
                    </a:lnTo>
                    <a:lnTo>
                      <a:pt x="33241" y="20366"/>
                    </a:lnTo>
                    <a:lnTo>
                      <a:pt x="35363" y="20366"/>
                    </a:lnTo>
                    <a:lnTo>
                      <a:pt x="37484" y="22488"/>
                    </a:lnTo>
                    <a:lnTo>
                      <a:pt x="39606" y="22488"/>
                    </a:lnTo>
                    <a:lnTo>
                      <a:pt x="41727" y="24609"/>
                    </a:lnTo>
                    <a:lnTo>
                      <a:pt x="43849" y="24609"/>
                    </a:lnTo>
                    <a:lnTo>
                      <a:pt x="45970" y="26731"/>
                    </a:lnTo>
                    <a:lnTo>
                      <a:pt x="50213" y="26731"/>
                    </a:lnTo>
                    <a:lnTo>
                      <a:pt x="52335" y="28852"/>
                    </a:lnTo>
                    <a:lnTo>
                      <a:pt x="54456" y="28852"/>
                    </a:lnTo>
                    <a:lnTo>
                      <a:pt x="56578" y="30974"/>
                    </a:lnTo>
                    <a:lnTo>
                      <a:pt x="58699" y="30974"/>
                    </a:lnTo>
                    <a:lnTo>
                      <a:pt x="60821" y="33095"/>
                    </a:lnTo>
                    <a:lnTo>
                      <a:pt x="62942" y="33095"/>
                    </a:lnTo>
                    <a:lnTo>
                      <a:pt x="65064" y="35217"/>
                    </a:lnTo>
                    <a:lnTo>
                      <a:pt x="67185" y="35217"/>
                    </a:lnTo>
                    <a:lnTo>
                      <a:pt x="69307" y="37338"/>
                    </a:lnTo>
                    <a:lnTo>
                      <a:pt x="71428" y="37338"/>
                    </a:lnTo>
                    <a:lnTo>
                      <a:pt x="73550" y="39460"/>
                    </a:lnTo>
                    <a:lnTo>
                      <a:pt x="75671" y="39460"/>
                    </a:lnTo>
                    <a:lnTo>
                      <a:pt x="77793" y="41581"/>
                    </a:lnTo>
                    <a:lnTo>
                      <a:pt x="79914" y="41581"/>
                    </a:lnTo>
                    <a:lnTo>
                      <a:pt x="82036" y="43703"/>
                    </a:lnTo>
                    <a:lnTo>
                      <a:pt x="84157" y="43703"/>
                    </a:lnTo>
                    <a:lnTo>
                      <a:pt x="86279" y="45824"/>
                    </a:lnTo>
                    <a:lnTo>
                      <a:pt x="88400" y="45824"/>
                    </a:lnTo>
                    <a:lnTo>
                      <a:pt x="90522" y="47946"/>
                    </a:lnTo>
                    <a:lnTo>
                      <a:pt x="92643" y="47946"/>
                    </a:lnTo>
                    <a:lnTo>
                      <a:pt x="94765" y="50067"/>
                    </a:lnTo>
                    <a:lnTo>
                      <a:pt x="96886" y="50067"/>
                    </a:lnTo>
                    <a:lnTo>
                      <a:pt x="99008" y="52189"/>
                    </a:lnTo>
                    <a:lnTo>
                      <a:pt x="103251" y="52189"/>
                    </a:lnTo>
                    <a:lnTo>
                      <a:pt x="105372" y="54310"/>
                    </a:lnTo>
                    <a:lnTo>
                      <a:pt x="107494" y="54310"/>
                    </a:lnTo>
                    <a:lnTo>
                      <a:pt x="109615" y="56432"/>
                    </a:lnTo>
                    <a:lnTo>
                      <a:pt x="111737" y="56432"/>
                    </a:lnTo>
                    <a:lnTo>
                      <a:pt x="113858" y="58554"/>
                    </a:lnTo>
                    <a:lnTo>
                      <a:pt x="115980" y="58554"/>
                    </a:lnTo>
                    <a:lnTo>
                      <a:pt x="118101" y="60675"/>
                    </a:lnTo>
                    <a:lnTo>
                      <a:pt x="120223" y="60675"/>
                    </a:lnTo>
                    <a:lnTo>
                      <a:pt x="122344" y="62797"/>
                    </a:lnTo>
                    <a:lnTo>
                      <a:pt x="124466" y="62797"/>
                    </a:lnTo>
                    <a:lnTo>
                      <a:pt x="126587" y="64918"/>
                    </a:lnTo>
                    <a:lnTo>
                      <a:pt x="128709" y="64918"/>
                    </a:lnTo>
                    <a:lnTo>
                      <a:pt x="130830" y="67040"/>
                    </a:lnTo>
                    <a:lnTo>
                      <a:pt x="133655" y="67040"/>
                    </a:lnTo>
                    <a:lnTo>
                      <a:pt x="133655" y="63645"/>
                    </a:lnTo>
                    <a:lnTo>
                      <a:pt x="132236" y="63645"/>
                    </a:lnTo>
                    <a:lnTo>
                      <a:pt x="130115" y="61524"/>
                    </a:lnTo>
                    <a:lnTo>
                      <a:pt x="127993" y="61524"/>
                    </a:lnTo>
                    <a:lnTo>
                      <a:pt x="125872" y="59402"/>
                    </a:lnTo>
                    <a:lnTo>
                      <a:pt x="123750" y="59402"/>
                    </a:lnTo>
                    <a:lnTo>
                      <a:pt x="121629" y="57281"/>
                    </a:lnTo>
                    <a:lnTo>
                      <a:pt x="119507" y="57281"/>
                    </a:lnTo>
                    <a:lnTo>
                      <a:pt x="117386" y="55159"/>
                    </a:lnTo>
                    <a:lnTo>
                      <a:pt x="115264" y="55159"/>
                    </a:lnTo>
                    <a:lnTo>
                      <a:pt x="113143" y="53038"/>
                    </a:lnTo>
                    <a:lnTo>
                      <a:pt x="111021" y="53038"/>
                    </a:lnTo>
                    <a:lnTo>
                      <a:pt x="108900" y="50916"/>
                    </a:lnTo>
                    <a:lnTo>
                      <a:pt x="106778" y="50916"/>
                    </a:lnTo>
                    <a:lnTo>
                      <a:pt x="104657" y="48795"/>
                    </a:lnTo>
                    <a:lnTo>
                      <a:pt x="102535" y="48795"/>
                    </a:lnTo>
                    <a:lnTo>
                      <a:pt x="100414" y="46673"/>
                    </a:lnTo>
                    <a:lnTo>
                      <a:pt x="98292" y="46673"/>
                    </a:lnTo>
                    <a:lnTo>
                      <a:pt x="96171" y="44552"/>
                    </a:lnTo>
                    <a:lnTo>
                      <a:pt x="94049" y="44552"/>
                    </a:lnTo>
                    <a:lnTo>
                      <a:pt x="91928" y="42430"/>
                    </a:lnTo>
                    <a:lnTo>
                      <a:pt x="87685" y="42430"/>
                    </a:lnTo>
                    <a:lnTo>
                      <a:pt x="85563" y="40309"/>
                    </a:lnTo>
                    <a:lnTo>
                      <a:pt x="83442" y="40309"/>
                    </a:lnTo>
                    <a:lnTo>
                      <a:pt x="81320" y="38187"/>
                    </a:lnTo>
                    <a:lnTo>
                      <a:pt x="79199" y="38187"/>
                    </a:lnTo>
                    <a:lnTo>
                      <a:pt x="77077" y="36066"/>
                    </a:lnTo>
                    <a:lnTo>
                      <a:pt x="74956" y="36066"/>
                    </a:lnTo>
                    <a:lnTo>
                      <a:pt x="72834" y="33944"/>
                    </a:lnTo>
                    <a:lnTo>
                      <a:pt x="70713" y="33944"/>
                    </a:lnTo>
                    <a:lnTo>
                      <a:pt x="68591" y="31823"/>
                    </a:lnTo>
                    <a:lnTo>
                      <a:pt x="66470" y="31823"/>
                    </a:lnTo>
                    <a:lnTo>
                      <a:pt x="64348" y="29701"/>
                    </a:lnTo>
                    <a:lnTo>
                      <a:pt x="62227" y="29701"/>
                    </a:lnTo>
                    <a:lnTo>
                      <a:pt x="60105" y="27580"/>
                    </a:lnTo>
                    <a:lnTo>
                      <a:pt x="57984" y="27580"/>
                    </a:lnTo>
                    <a:lnTo>
                      <a:pt x="55862" y="25458"/>
                    </a:lnTo>
                    <a:lnTo>
                      <a:pt x="53741" y="25458"/>
                    </a:lnTo>
                    <a:lnTo>
                      <a:pt x="51619" y="23337"/>
                    </a:lnTo>
                    <a:lnTo>
                      <a:pt x="49498" y="23337"/>
                    </a:lnTo>
                    <a:lnTo>
                      <a:pt x="47376" y="21215"/>
                    </a:lnTo>
                    <a:lnTo>
                      <a:pt x="45255" y="21215"/>
                    </a:lnTo>
                    <a:lnTo>
                      <a:pt x="43133" y="19094"/>
                    </a:lnTo>
                    <a:lnTo>
                      <a:pt x="41012" y="19094"/>
                    </a:lnTo>
                    <a:lnTo>
                      <a:pt x="38890" y="16972"/>
                    </a:lnTo>
                    <a:lnTo>
                      <a:pt x="36769" y="16972"/>
                    </a:lnTo>
                    <a:lnTo>
                      <a:pt x="34647" y="14851"/>
                    </a:lnTo>
                    <a:lnTo>
                      <a:pt x="32526" y="14851"/>
                    </a:lnTo>
                    <a:lnTo>
                      <a:pt x="30404" y="12729"/>
                    </a:lnTo>
                    <a:lnTo>
                      <a:pt x="26161" y="12729"/>
                    </a:lnTo>
                    <a:lnTo>
                      <a:pt x="24040" y="10608"/>
                    </a:lnTo>
                    <a:lnTo>
                      <a:pt x="21918" y="10608"/>
                    </a:lnTo>
                    <a:lnTo>
                      <a:pt x="19797" y="8486"/>
                    </a:lnTo>
                    <a:lnTo>
                      <a:pt x="17675" y="8486"/>
                    </a:lnTo>
                    <a:lnTo>
                      <a:pt x="15554" y="6365"/>
                    </a:lnTo>
                    <a:lnTo>
                      <a:pt x="13432" y="6365"/>
                    </a:lnTo>
                    <a:lnTo>
                      <a:pt x="11311" y="4243"/>
                    </a:lnTo>
                    <a:lnTo>
                      <a:pt x="9189" y="4243"/>
                    </a:lnTo>
                    <a:lnTo>
                      <a:pt x="7068" y="2122"/>
                    </a:lnTo>
                    <a:lnTo>
                      <a:pt x="4946" y="2122"/>
                    </a:lnTo>
                    <a:lnTo>
                      <a:pt x="2825" y="0"/>
                    </a:lnTo>
                    <a:lnTo>
                      <a:pt x="0" y="3394"/>
                    </a:lnTo>
                    <a:close/>
                  </a:path>
                </a:pathLst>
              </a:custGeom>
              <a:solidFill>
                <a:srgbClr val="BABABA"/>
              </a:solidFill>
              <a:ln>
                <a:noFill/>
              </a:ln>
            </p:spPr>
          </p:sp>
          <p:sp>
            <p:nvSpPr>
              <p:cNvPr id="2377" name="Graph element 391"/>
              <p:cNvSpPr/>
              <p:nvPr/>
            </p:nvSpPr>
            <p:spPr>
              <a:xfrm>
                <a:off x="1610646" y="1014079"/>
                <a:ext cx="9759" cy="176085"/>
              </a:xfrm>
              <a:custGeom>
                <a:avLst/>
                <a:gdLst/>
                <a:ahLst/>
                <a:cxnLst/>
                <a:rect l="0" t="0" r="r" b="b"/>
                <a:pathLst>
                  <a:path w="9759" h="176085" stroke="0" extrusionOk="0">
                    <a:moveTo>
                      <a:pt x="0" y="0"/>
                    </a:moveTo>
                    <a:lnTo>
                      <a:pt x="0" y="21918"/>
                    </a:lnTo>
                    <a:lnTo>
                      <a:pt x="2122" y="24040"/>
                    </a:lnTo>
                    <a:lnTo>
                      <a:pt x="2122" y="79199"/>
                    </a:lnTo>
                    <a:lnTo>
                      <a:pt x="4243" y="81320"/>
                    </a:lnTo>
                    <a:lnTo>
                      <a:pt x="4243" y="136479"/>
                    </a:lnTo>
                    <a:lnTo>
                      <a:pt x="6365" y="138601"/>
                    </a:lnTo>
                    <a:lnTo>
                      <a:pt x="6365" y="176085"/>
                    </a:lnTo>
                    <a:lnTo>
                      <a:pt x="9759" y="176085"/>
                    </a:lnTo>
                    <a:lnTo>
                      <a:pt x="9759" y="126587"/>
                    </a:lnTo>
                    <a:lnTo>
                      <a:pt x="7637" y="124466"/>
                    </a:lnTo>
                    <a:lnTo>
                      <a:pt x="7637" y="69307"/>
                    </a:lnTo>
                    <a:lnTo>
                      <a:pt x="5516" y="67185"/>
                    </a:lnTo>
                    <a:lnTo>
                      <a:pt x="5516" y="12026"/>
                    </a:lnTo>
                    <a:lnTo>
                      <a:pt x="3394" y="99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ABABA"/>
              </a:solidFill>
              <a:ln>
                <a:noFill/>
              </a:ln>
            </p:spPr>
          </p:sp>
          <p:sp>
            <p:nvSpPr>
              <p:cNvPr id="2378" name="Graph element 392"/>
              <p:cNvSpPr/>
              <p:nvPr/>
            </p:nvSpPr>
            <p:spPr>
              <a:xfrm>
                <a:off x="1646287" y="891177"/>
                <a:ext cx="177782" cy="52468"/>
              </a:xfrm>
              <a:custGeom>
                <a:avLst/>
                <a:gdLst/>
                <a:ahLst/>
                <a:cxnLst/>
                <a:rect l="0" t="0" r="r" b="b"/>
                <a:pathLst>
                  <a:path w="177782" h="52468" stroke="0" extrusionOk="0">
                    <a:moveTo>
                      <a:pt x="177782" y="0"/>
                    </a:moveTo>
                    <a:lnTo>
                      <a:pt x="173260" y="4522"/>
                    </a:lnTo>
                    <a:lnTo>
                      <a:pt x="166896" y="4522"/>
                    </a:lnTo>
                    <a:lnTo>
                      <a:pt x="164774" y="6643"/>
                    </a:lnTo>
                    <a:lnTo>
                      <a:pt x="158410" y="6643"/>
                    </a:lnTo>
                    <a:lnTo>
                      <a:pt x="156288" y="8765"/>
                    </a:lnTo>
                    <a:lnTo>
                      <a:pt x="152045" y="8765"/>
                    </a:lnTo>
                    <a:lnTo>
                      <a:pt x="149924" y="10886"/>
                    </a:lnTo>
                    <a:lnTo>
                      <a:pt x="143559" y="10886"/>
                    </a:lnTo>
                    <a:lnTo>
                      <a:pt x="141438" y="13008"/>
                    </a:lnTo>
                    <a:lnTo>
                      <a:pt x="135073" y="13008"/>
                    </a:lnTo>
                    <a:lnTo>
                      <a:pt x="132952" y="15129"/>
                    </a:lnTo>
                    <a:lnTo>
                      <a:pt x="126587" y="15129"/>
                    </a:lnTo>
                    <a:lnTo>
                      <a:pt x="124466" y="17251"/>
                    </a:lnTo>
                    <a:lnTo>
                      <a:pt x="118101" y="17251"/>
                    </a:lnTo>
                    <a:lnTo>
                      <a:pt x="115980" y="19372"/>
                    </a:lnTo>
                    <a:lnTo>
                      <a:pt x="109615" y="19372"/>
                    </a:lnTo>
                    <a:lnTo>
                      <a:pt x="107494" y="21494"/>
                    </a:lnTo>
                    <a:lnTo>
                      <a:pt x="101129" y="21494"/>
                    </a:lnTo>
                    <a:lnTo>
                      <a:pt x="99008" y="23615"/>
                    </a:lnTo>
                    <a:lnTo>
                      <a:pt x="94765" y="23615"/>
                    </a:lnTo>
                    <a:lnTo>
                      <a:pt x="92643" y="25737"/>
                    </a:lnTo>
                    <a:lnTo>
                      <a:pt x="86279" y="25737"/>
                    </a:lnTo>
                    <a:lnTo>
                      <a:pt x="84157" y="27858"/>
                    </a:lnTo>
                    <a:lnTo>
                      <a:pt x="77793" y="27858"/>
                    </a:lnTo>
                    <a:lnTo>
                      <a:pt x="75671" y="29980"/>
                    </a:lnTo>
                    <a:lnTo>
                      <a:pt x="69307" y="29980"/>
                    </a:lnTo>
                    <a:lnTo>
                      <a:pt x="67185" y="32101"/>
                    </a:lnTo>
                    <a:lnTo>
                      <a:pt x="60821" y="32101"/>
                    </a:lnTo>
                    <a:lnTo>
                      <a:pt x="58699" y="34223"/>
                    </a:lnTo>
                    <a:lnTo>
                      <a:pt x="52335" y="34223"/>
                    </a:lnTo>
                    <a:lnTo>
                      <a:pt x="50213" y="36344"/>
                    </a:lnTo>
                    <a:lnTo>
                      <a:pt x="45970" y="36344"/>
                    </a:lnTo>
                    <a:lnTo>
                      <a:pt x="43849" y="38466"/>
                    </a:lnTo>
                    <a:lnTo>
                      <a:pt x="37484" y="38466"/>
                    </a:lnTo>
                    <a:lnTo>
                      <a:pt x="35363" y="40587"/>
                    </a:lnTo>
                    <a:lnTo>
                      <a:pt x="28998" y="40587"/>
                    </a:lnTo>
                    <a:lnTo>
                      <a:pt x="26877" y="42709"/>
                    </a:lnTo>
                    <a:lnTo>
                      <a:pt x="20512" y="42709"/>
                    </a:lnTo>
                    <a:lnTo>
                      <a:pt x="18391" y="44830"/>
                    </a:lnTo>
                    <a:lnTo>
                      <a:pt x="12026" y="44830"/>
                    </a:lnTo>
                    <a:lnTo>
                      <a:pt x="9905" y="46952"/>
                    </a:lnTo>
                    <a:lnTo>
                      <a:pt x="3540" y="46952"/>
                    </a:lnTo>
                    <a:lnTo>
                      <a:pt x="1418" y="49073"/>
                    </a:lnTo>
                    <a:lnTo>
                      <a:pt x="0" y="49073"/>
                    </a:lnTo>
                    <a:lnTo>
                      <a:pt x="0" y="52468"/>
                    </a:lnTo>
                    <a:lnTo>
                      <a:pt x="4946" y="52468"/>
                    </a:lnTo>
                    <a:lnTo>
                      <a:pt x="7068" y="50346"/>
                    </a:lnTo>
                    <a:lnTo>
                      <a:pt x="13432" y="50346"/>
                    </a:lnTo>
                    <a:lnTo>
                      <a:pt x="15554" y="48225"/>
                    </a:lnTo>
                    <a:lnTo>
                      <a:pt x="19797" y="48225"/>
                    </a:lnTo>
                    <a:lnTo>
                      <a:pt x="21918" y="46103"/>
                    </a:lnTo>
                    <a:lnTo>
                      <a:pt x="28283" y="46103"/>
                    </a:lnTo>
                    <a:lnTo>
                      <a:pt x="30404" y="43982"/>
                    </a:lnTo>
                    <a:lnTo>
                      <a:pt x="36769" y="43982"/>
                    </a:lnTo>
                    <a:lnTo>
                      <a:pt x="38890" y="41860"/>
                    </a:lnTo>
                    <a:lnTo>
                      <a:pt x="45255" y="41860"/>
                    </a:lnTo>
                    <a:lnTo>
                      <a:pt x="47376" y="39739"/>
                    </a:lnTo>
                    <a:lnTo>
                      <a:pt x="53741" y="39739"/>
                    </a:lnTo>
                    <a:lnTo>
                      <a:pt x="55862" y="37617"/>
                    </a:lnTo>
                    <a:lnTo>
                      <a:pt x="62227" y="37617"/>
                    </a:lnTo>
                    <a:lnTo>
                      <a:pt x="64348" y="35496"/>
                    </a:lnTo>
                    <a:lnTo>
                      <a:pt x="70713" y="35496"/>
                    </a:lnTo>
                    <a:lnTo>
                      <a:pt x="72834" y="33374"/>
                    </a:lnTo>
                    <a:lnTo>
                      <a:pt x="77077" y="33374"/>
                    </a:lnTo>
                    <a:lnTo>
                      <a:pt x="79199" y="31253"/>
                    </a:lnTo>
                    <a:lnTo>
                      <a:pt x="85563" y="31253"/>
                    </a:lnTo>
                    <a:lnTo>
                      <a:pt x="87685" y="29131"/>
                    </a:lnTo>
                    <a:lnTo>
                      <a:pt x="94049" y="29131"/>
                    </a:lnTo>
                    <a:lnTo>
                      <a:pt x="96171" y="27010"/>
                    </a:lnTo>
                    <a:lnTo>
                      <a:pt x="102535" y="27010"/>
                    </a:lnTo>
                    <a:lnTo>
                      <a:pt x="104657" y="24888"/>
                    </a:lnTo>
                    <a:lnTo>
                      <a:pt x="111021" y="24888"/>
                    </a:lnTo>
                    <a:lnTo>
                      <a:pt x="113143" y="22767"/>
                    </a:lnTo>
                    <a:lnTo>
                      <a:pt x="119507" y="22767"/>
                    </a:lnTo>
                    <a:lnTo>
                      <a:pt x="121629" y="20645"/>
                    </a:lnTo>
                    <a:lnTo>
                      <a:pt x="127993" y="20645"/>
                    </a:lnTo>
                    <a:lnTo>
                      <a:pt x="130115" y="18524"/>
                    </a:lnTo>
                    <a:lnTo>
                      <a:pt x="134358" y="18524"/>
                    </a:lnTo>
                    <a:lnTo>
                      <a:pt x="136479" y="16402"/>
                    </a:lnTo>
                    <a:lnTo>
                      <a:pt x="142844" y="16402"/>
                    </a:lnTo>
                    <a:lnTo>
                      <a:pt x="144965" y="14281"/>
                    </a:lnTo>
                    <a:lnTo>
                      <a:pt x="151330" y="14281"/>
                    </a:lnTo>
                    <a:lnTo>
                      <a:pt x="153451" y="12159"/>
                    </a:lnTo>
                    <a:lnTo>
                      <a:pt x="159816" y="12159"/>
                    </a:lnTo>
                    <a:lnTo>
                      <a:pt x="161937" y="10038"/>
                    </a:lnTo>
                    <a:lnTo>
                      <a:pt x="168302" y="10038"/>
                    </a:lnTo>
                    <a:lnTo>
                      <a:pt x="170423" y="7916"/>
                    </a:lnTo>
                    <a:lnTo>
                      <a:pt x="177782" y="7916"/>
                    </a:lnTo>
                    <a:lnTo>
                      <a:pt x="177782" y="0"/>
                    </a:lnTo>
                    <a:close/>
                  </a:path>
                </a:pathLst>
              </a:custGeom>
              <a:solidFill>
                <a:srgbClr val="BABABA"/>
              </a:solidFill>
              <a:ln>
                <a:noFill/>
              </a:ln>
            </p:spPr>
          </p:sp>
          <p:sp>
            <p:nvSpPr>
              <p:cNvPr id="2379" name="Graph element 393"/>
              <p:cNvSpPr/>
              <p:nvPr/>
            </p:nvSpPr>
            <p:spPr>
              <a:xfrm>
                <a:off x="1288674" y="870738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BABABA"/>
              </a:solidFill>
              <a:ln>
                <a:noFill/>
              </a:ln>
            </p:spPr>
          </p:sp>
          <p:sp>
            <p:nvSpPr>
              <p:cNvPr id="2380" name="Graph element 394"/>
              <p:cNvSpPr/>
              <p:nvPr/>
            </p:nvSpPr>
            <p:spPr>
              <a:xfrm>
                <a:off x="144687" y="871938"/>
                <a:ext cx="11880" cy="167453"/>
              </a:xfrm>
              <a:custGeom>
                <a:avLst/>
                <a:gdLst/>
                <a:ahLst/>
                <a:cxnLst/>
                <a:rect l="0" t="0" r="r" b="b"/>
                <a:pathLst>
                  <a:path w="11880" h="167453" stroke="0" extrusionOk="0">
                    <a:moveTo>
                      <a:pt x="0" y="0"/>
                    </a:moveTo>
                    <a:lnTo>
                      <a:pt x="0" y="11311"/>
                    </a:lnTo>
                    <a:lnTo>
                      <a:pt x="2122" y="13432"/>
                    </a:lnTo>
                    <a:lnTo>
                      <a:pt x="2122" y="62227"/>
                    </a:lnTo>
                    <a:lnTo>
                      <a:pt x="4243" y="64348"/>
                    </a:lnTo>
                    <a:lnTo>
                      <a:pt x="4243" y="113143"/>
                    </a:lnTo>
                    <a:lnTo>
                      <a:pt x="6365" y="115264"/>
                    </a:lnTo>
                    <a:lnTo>
                      <a:pt x="6365" y="161937"/>
                    </a:lnTo>
                    <a:lnTo>
                      <a:pt x="11880" y="167453"/>
                    </a:lnTo>
                    <a:lnTo>
                      <a:pt x="11880" y="154167"/>
                    </a:lnTo>
                    <a:lnTo>
                      <a:pt x="9759" y="152045"/>
                    </a:lnTo>
                    <a:lnTo>
                      <a:pt x="9759" y="103251"/>
                    </a:lnTo>
                    <a:lnTo>
                      <a:pt x="7637" y="101129"/>
                    </a:lnTo>
                    <a:lnTo>
                      <a:pt x="7637" y="52335"/>
                    </a:lnTo>
                    <a:lnTo>
                      <a:pt x="5516" y="50213"/>
                    </a:lnTo>
                    <a:lnTo>
                      <a:pt x="5516" y="3540"/>
                    </a:lnTo>
                    <a:lnTo>
                      <a:pt x="3394" y="141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ABABA"/>
              </a:solidFill>
              <a:ln>
                <a:noFill/>
              </a:ln>
            </p:spPr>
          </p:sp>
          <p:sp>
            <p:nvSpPr>
              <p:cNvPr id="2381" name="Graph element 395"/>
              <p:cNvSpPr/>
              <p:nvPr/>
            </p:nvSpPr>
            <p:spPr>
              <a:xfrm>
                <a:off x="1492339" y="871017"/>
                <a:ext cx="88182" cy="59899"/>
              </a:xfrm>
              <a:custGeom>
                <a:avLst/>
                <a:gdLst/>
                <a:ahLst/>
                <a:cxnLst/>
                <a:rect l="0" t="0" r="r" b="b"/>
                <a:pathLst>
                  <a:path w="88182" h="59899" stroke="0" extrusionOk="0">
                    <a:moveTo>
                      <a:pt x="0" y="0"/>
                    </a:moveTo>
                    <a:lnTo>
                      <a:pt x="4740" y="4740"/>
                    </a:lnTo>
                    <a:lnTo>
                      <a:pt x="6862" y="4740"/>
                    </a:lnTo>
                    <a:lnTo>
                      <a:pt x="11105" y="8983"/>
                    </a:lnTo>
                    <a:lnTo>
                      <a:pt x="13226" y="8983"/>
                    </a:lnTo>
                    <a:lnTo>
                      <a:pt x="17469" y="13226"/>
                    </a:lnTo>
                    <a:lnTo>
                      <a:pt x="19591" y="13226"/>
                    </a:lnTo>
                    <a:lnTo>
                      <a:pt x="23834" y="17469"/>
                    </a:lnTo>
                    <a:lnTo>
                      <a:pt x="25955" y="17469"/>
                    </a:lnTo>
                    <a:lnTo>
                      <a:pt x="32320" y="23834"/>
                    </a:lnTo>
                    <a:lnTo>
                      <a:pt x="34441" y="23834"/>
                    </a:lnTo>
                    <a:lnTo>
                      <a:pt x="38684" y="28077"/>
                    </a:lnTo>
                    <a:lnTo>
                      <a:pt x="40806" y="28077"/>
                    </a:lnTo>
                    <a:lnTo>
                      <a:pt x="45049" y="32320"/>
                    </a:lnTo>
                    <a:lnTo>
                      <a:pt x="47170" y="32320"/>
                    </a:lnTo>
                    <a:lnTo>
                      <a:pt x="53535" y="38684"/>
                    </a:lnTo>
                    <a:lnTo>
                      <a:pt x="55656" y="38684"/>
                    </a:lnTo>
                    <a:lnTo>
                      <a:pt x="59899" y="42927"/>
                    </a:lnTo>
                    <a:lnTo>
                      <a:pt x="62021" y="42927"/>
                    </a:lnTo>
                    <a:lnTo>
                      <a:pt x="66264" y="47170"/>
                    </a:lnTo>
                    <a:lnTo>
                      <a:pt x="68385" y="47170"/>
                    </a:lnTo>
                    <a:lnTo>
                      <a:pt x="74750" y="53535"/>
                    </a:lnTo>
                    <a:lnTo>
                      <a:pt x="76871" y="53535"/>
                    </a:lnTo>
                    <a:lnTo>
                      <a:pt x="81114" y="57778"/>
                    </a:lnTo>
                    <a:lnTo>
                      <a:pt x="83236" y="57778"/>
                    </a:lnTo>
                    <a:lnTo>
                      <a:pt x="85357" y="59899"/>
                    </a:lnTo>
                    <a:lnTo>
                      <a:pt x="88182" y="59899"/>
                    </a:lnTo>
                    <a:lnTo>
                      <a:pt x="88182" y="56505"/>
                    </a:lnTo>
                    <a:lnTo>
                      <a:pt x="86763" y="56505"/>
                    </a:lnTo>
                    <a:lnTo>
                      <a:pt x="82520" y="52262"/>
                    </a:lnTo>
                    <a:lnTo>
                      <a:pt x="80399" y="52262"/>
                    </a:lnTo>
                    <a:lnTo>
                      <a:pt x="76156" y="48019"/>
                    </a:lnTo>
                    <a:lnTo>
                      <a:pt x="74034" y="48019"/>
                    </a:lnTo>
                    <a:lnTo>
                      <a:pt x="69791" y="43776"/>
                    </a:lnTo>
                    <a:lnTo>
                      <a:pt x="67670" y="43776"/>
                    </a:lnTo>
                    <a:lnTo>
                      <a:pt x="61305" y="37411"/>
                    </a:lnTo>
                    <a:lnTo>
                      <a:pt x="59184" y="37411"/>
                    </a:lnTo>
                    <a:lnTo>
                      <a:pt x="54941" y="33168"/>
                    </a:lnTo>
                    <a:lnTo>
                      <a:pt x="52819" y="33168"/>
                    </a:lnTo>
                    <a:lnTo>
                      <a:pt x="48576" y="28925"/>
                    </a:lnTo>
                    <a:lnTo>
                      <a:pt x="46455" y="28925"/>
                    </a:lnTo>
                    <a:lnTo>
                      <a:pt x="40090" y="22561"/>
                    </a:lnTo>
                    <a:lnTo>
                      <a:pt x="37969" y="22561"/>
                    </a:lnTo>
                    <a:lnTo>
                      <a:pt x="33726" y="18318"/>
                    </a:lnTo>
                    <a:lnTo>
                      <a:pt x="31604" y="18318"/>
                    </a:lnTo>
                    <a:lnTo>
                      <a:pt x="27361" y="14075"/>
                    </a:lnTo>
                    <a:lnTo>
                      <a:pt x="25240" y="14075"/>
                    </a:lnTo>
                    <a:lnTo>
                      <a:pt x="18875" y="7710"/>
                    </a:lnTo>
                    <a:lnTo>
                      <a:pt x="16754" y="7710"/>
                    </a:lnTo>
                    <a:lnTo>
                      <a:pt x="12511" y="3467"/>
                    </a:lnTo>
                    <a:lnTo>
                      <a:pt x="10389" y="3467"/>
                    </a:lnTo>
                    <a:lnTo>
                      <a:pt x="8268" y="134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ABABA"/>
              </a:solidFill>
              <a:ln>
                <a:noFill/>
              </a:ln>
            </p:spPr>
          </p:sp>
          <p:sp>
            <p:nvSpPr>
              <p:cNvPr id="2382" name="Graph element 396"/>
              <p:cNvSpPr/>
              <p:nvPr/>
            </p:nvSpPr>
            <p:spPr>
              <a:xfrm>
                <a:off x="1306846" y="861755"/>
                <a:ext cx="2122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2122" h="3394" stroke="0" extrusionOk="0">
                    <a:moveTo>
                      <a:pt x="2122" y="3394"/>
                    </a:moveTo>
                    <a:lnTo>
                      <a:pt x="2122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2122" y="3394"/>
                    </a:lnTo>
                    <a:close/>
                  </a:path>
                </a:pathLst>
              </a:custGeom>
              <a:solidFill>
                <a:srgbClr val="BABABA"/>
              </a:solidFill>
              <a:ln>
                <a:noFill/>
              </a:ln>
            </p:spPr>
          </p:sp>
          <p:sp>
            <p:nvSpPr>
              <p:cNvPr id="2383" name="Graph element 397"/>
              <p:cNvSpPr/>
              <p:nvPr/>
            </p:nvSpPr>
            <p:spPr>
              <a:xfrm>
                <a:off x="1568216" y="852845"/>
                <a:ext cx="28852" cy="63645"/>
              </a:xfrm>
              <a:custGeom>
                <a:avLst/>
                <a:gdLst/>
                <a:ahLst/>
                <a:cxnLst/>
                <a:rect l="0" t="0" r="r" b="b"/>
                <a:pathLst>
                  <a:path w="28852" h="63645" stroke="0" extrusionOk="0">
                    <a:moveTo>
                      <a:pt x="0" y="0"/>
                    </a:moveTo>
                    <a:lnTo>
                      <a:pt x="0" y="4946"/>
                    </a:lnTo>
                    <a:lnTo>
                      <a:pt x="2122" y="7068"/>
                    </a:lnTo>
                    <a:lnTo>
                      <a:pt x="2122" y="9189"/>
                    </a:lnTo>
                    <a:lnTo>
                      <a:pt x="4243" y="11311"/>
                    </a:lnTo>
                    <a:lnTo>
                      <a:pt x="4243" y="15554"/>
                    </a:lnTo>
                    <a:lnTo>
                      <a:pt x="6365" y="17675"/>
                    </a:lnTo>
                    <a:lnTo>
                      <a:pt x="6365" y="19797"/>
                    </a:lnTo>
                    <a:lnTo>
                      <a:pt x="8486" y="21918"/>
                    </a:lnTo>
                    <a:lnTo>
                      <a:pt x="8486" y="24040"/>
                    </a:lnTo>
                    <a:lnTo>
                      <a:pt x="10608" y="26161"/>
                    </a:lnTo>
                    <a:lnTo>
                      <a:pt x="10608" y="30404"/>
                    </a:lnTo>
                    <a:lnTo>
                      <a:pt x="12729" y="32526"/>
                    </a:lnTo>
                    <a:lnTo>
                      <a:pt x="12729" y="34647"/>
                    </a:lnTo>
                    <a:lnTo>
                      <a:pt x="14851" y="36769"/>
                    </a:lnTo>
                    <a:lnTo>
                      <a:pt x="14851" y="38890"/>
                    </a:lnTo>
                    <a:lnTo>
                      <a:pt x="16972" y="41012"/>
                    </a:lnTo>
                    <a:lnTo>
                      <a:pt x="16972" y="45255"/>
                    </a:lnTo>
                    <a:lnTo>
                      <a:pt x="19094" y="47376"/>
                    </a:lnTo>
                    <a:lnTo>
                      <a:pt x="19094" y="49498"/>
                    </a:lnTo>
                    <a:lnTo>
                      <a:pt x="21215" y="51619"/>
                    </a:lnTo>
                    <a:lnTo>
                      <a:pt x="21215" y="55862"/>
                    </a:lnTo>
                    <a:lnTo>
                      <a:pt x="23337" y="57984"/>
                    </a:lnTo>
                    <a:lnTo>
                      <a:pt x="23337" y="60105"/>
                    </a:lnTo>
                    <a:lnTo>
                      <a:pt x="25458" y="62227"/>
                    </a:lnTo>
                    <a:lnTo>
                      <a:pt x="25458" y="63645"/>
                    </a:lnTo>
                    <a:lnTo>
                      <a:pt x="28852" y="63645"/>
                    </a:lnTo>
                    <a:lnTo>
                      <a:pt x="28852" y="60821"/>
                    </a:lnTo>
                    <a:lnTo>
                      <a:pt x="26731" y="58699"/>
                    </a:lnTo>
                    <a:lnTo>
                      <a:pt x="26731" y="54456"/>
                    </a:lnTo>
                    <a:lnTo>
                      <a:pt x="24609" y="52335"/>
                    </a:lnTo>
                    <a:lnTo>
                      <a:pt x="24609" y="50213"/>
                    </a:lnTo>
                    <a:lnTo>
                      <a:pt x="22488" y="48092"/>
                    </a:lnTo>
                    <a:lnTo>
                      <a:pt x="22488" y="45970"/>
                    </a:lnTo>
                    <a:lnTo>
                      <a:pt x="20366" y="43849"/>
                    </a:lnTo>
                    <a:lnTo>
                      <a:pt x="20366" y="39606"/>
                    </a:lnTo>
                    <a:lnTo>
                      <a:pt x="18245" y="37484"/>
                    </a:lnTo>
                    <a:lnTo>
                      <a:pt x="18245" y="35363"/>
                    </a:lnTo>
                    <a:lnTo>
                      <a:pt x="16123" y="33241"/>
                    </a:lnTo>
                    <a:lnTo>
                      <a:pt x="16123" y="28998"/>
                    </a:lnTo>
                    <a:lnTo>
                      <a:pt x="14002" y="26877"/>
                    </a:lnTo>
                    <a:lnTo>
                      <a:pt x="14002" y="24755"/>
                    </a:lnTo>
                    <a:lnTo>
                      <a:pt x="11880" y="22634"/>
                    </a:lnTo>
                    <a:lnTo>
                      <a:pt x="11880" y="20512"/>
                    </a:lnTo>
                    <a:lnTo>
                      <a:pt x="9759" y="18391"/>
                    </a:lnTo>
                    <a:lnTo>
                      <a:pt x="9759" y="14148"/>
                    </a:lnTo>
                    <a:lnTo>
                      <a:pt x="7637" y="12026"/>
                    </a:lnTo>
                    <a:lnTo>
                      <a:pt x="7637" y="9905"/>
                    </a:lnTo>
                    <a:lnTo>
                      <a:pt x="5516" y="7783"/>
                    </a:lnTo>
                    <a:lnTo>
                      <a:pt x="5516" y="56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ABABA"/>
              </a:solidFill>
              <a:ln>
                <a:noFill/>
              </a:ln>
            </p:spPr>
          </p:sp>
          <p:sp>
            <p:nvSpPr>
              <p:cNvPr id="2384" name="Graph element 398"/>
              <p:cNvSpPr/>
              <p:nvPr/>
            </p:nvSpPr>
            <p:spPr>
              <a:xfrm>
                <a:off x="1305646" y="851644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BABABA"/>
              </a:solidFill>
              <a:ln>
                <a:noFill/>
              </a:ln>
            </p:spPr>
          </p:sp>
          <p:sp>
            <p:nvSpPr>
              <p:cNvPr id="2385" name="Graph element 399"/>
              <p:cNvSpPr/>
              <p:nvPr/>
            </p:nvSpPr>
            <p:spPr>
              <a:xfrm>
                <a:off x="1432015" y="825689"/>
                <a:ext cx="2122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2122" h="3394" stroke="0" extrusionOk="0">
                    <a:moveTo>
                      <a:pt x="2122" y="3394"/>
                    </a:moveTo>
                    <a:lnTo>
                      <a:pt x="2122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2122" y="3394"/>
                    </a:lnTo>
                    <a:close/>
                  </a:path>
                </a:pathLst>
              </a:custGeom>
              <a:solidFill>
                <a:srgbClr val="BABABA"/>
              </a:solidFill>
              <a:ln>
                <a:noFill/>
              </a:ln>
            </p:spPr>
          </p:sp>
          <p:sp>
            <p:nvSpPr>
              <p:cNvPr id="2386" name="Graph element 400"/>
              <p:cNvSpPr/>
              <p:nvPr/>
            </p:nvSpPr>
            <p:spPr>
              <a:xfrm>
                <a:off x="1355641" y="819046"/>
                <a:ext cx="22912" cy="18524"/>
              </a:xfrm>
              <a:custGeom>
                <a:avLst/>
                <a:gdLst/>
                <a:ahLst/>
                <a:cxnLst/>
                <a:rect l="0" t="0" r="r" b="b"/>
                <a:pathLst>
                  <a:path w="22912" h="18524" stroke="0" extrusionOk="0">
                    <a:moveTo>
                      <a:pt x="22912" y="0"/>
                    </a:moveTo>
                    <a:lnTo>
                      <a:pt x="16269" y="6643"/>
                    </a:lnTo>
                    <a:lnTo>
                      <a:pt x="14148" y="6643"/>
                    </a:lnTo>
                    <a:lnTo>
                      <a:pt x="12026" y="8765"/>
                    </a:lnTo>
                    <a:lnTo>
                      <a:pt x="9905" y="8765"/>
                    </a:lnTo>
                    <a:lnTo>
                      <a:pt x="5662" y="13008"/>
                    </a:lnTo>
                    <a:lnTo>
                      <a:pt x="3540" y="13008"/>
                    </a:lnTo>
                    <a:lnTo>
                      <a:pt x="1418" y="15129"/>
                    </a:lnTo>
                    <a:lnTo>
                      <a:pt x="0" y="15129"/>
                    </a:lnTo>
                    <a:lnTo>
                      <a:pt x="0" y="18524"/>
                    </a:lnTo>
                    <a:lnTo>
                      <a:pt x="2825" y="18524"/>
                    </a:lnTo>
                    <a:lnTo>
                      <a:pt x="4946" y="16402"/>
                    </a:lnTo>
                    <a:lnTo>
                      <a:pt x="7068" y="16402"/>
                    </a:lnTo>
                    <a:lnTo>
                      <a:pt x="9189" y="14281"/>
                    </a:lnTo>
                    <a:lnTo>
                      <a:pt x="11311" y="14281"/>
                    </a:lnTo>
                    <a:lnTo>
                      <a:pt x="15554" y="10038"/>
                    </a:lnTo>
                    <a:lnTo>
                      <a:pt x="17675" y="10038"/>
                    </a:lnTo>
                    <a:lnTo>
                      <a:pt x="19797" y="7916"/>
                    </a:lnTo>
                    <a:lnTo>
                      <a:pt x="22912" y="7916"/>
                    </a:lnTo>
                    <a:lnTo>
                      <a:pt x="22912" y="0"/>
                    </a:lnTo>
                    <a:close/>
                  </a:path>
                </a:pathLst>
              </a:custGeom>
              <a:solidFill>
                <a:srgbClr val="BABABA"/>
              </a:solidFill>
              <a:ln>
                <a:noFill/>
              </a:ln>
            </p:spPr>
          </p:sp>
          <p:sp>
            <p:nvSpPr>
              <p:cNvPr id="2387" name="Graph element 401"/>
              <p:cNvSpPr/>
              <p:nvPr/>
            </p:nvSpPr>
            <p:spPr>
              <a:xfrm>
                <a:off x="1331104" y="800728"/>
                <a:ext cx="40309" cy="34223"/>
              </a:xfrm>
              <a:custGeom>
                <a:avLst/>
                <a:gdLst/>
                <a:ahLst/>
                <a:cxnLst/>
                <a:rect l="0" t="0" r="r" b="b"/>
                <a:pathLst>
                  <a:path w="40309" h="34223" stroke="0" extrusionOk="0">
                    <a:moveTo>
                      <a:pt x="40309" y="0"/>
                    </a:moveTo>
                    <a:lnTo>
                      <a:pt x="38684" y="1624"/>
                    </a:lnTo>
                    <a:lnTo>
                      <a:pt x="36563" y="1624"/>
                    </a:lnTo>
                    <a:lnTo>
                      <a:pt x="28077" y="10110"/>
                    </a:lnTo>
                    <a:lnTo>
                      <a:pt x="25955" y="10110"/>
                    </a:lnTo>
                    <a:lnTo>
                      <a:pt x="17469" y="18596"/>
                    </a:lnTo>
                    <a:lnTo>
                      <a:pt x="15348" y="18596"/>
                    </a:lnTo>
                    <a:lnTo>
                      <a:pt x="6862" y="27082"/>
                    </a:lnTo>
                    <a:lnTo>
                      <a:pt x="4740" y="27082"/>
                    </a:lnTo>
                    <a:lnTo>
                      <a:pt x="0" y="31823"/>
                    </a:lnTo>
                    <a:lnTo>
                      <a:pt x="2400" y="34223"/>
                    </a:lnTo>
                    <a:lnTo>
                      <a:pt x="4025" y="32598"/>
                    </a:lnTo>
                    <a:lnTo>
                      <a:pt x="6146" y="32598"/>
                    </a:lnTo>
                    <a:lnTo>
                      <a:pt x="14632" y="24112"/>
                    </a:lnTo>
                    <a:lnTo>
                      <a:pt x="16754" y="24112"/>
                    </a:lnTo>
                    <a:lnTo>
                      <a:pt x="25240" y="15626"/>
                    </a:lnTo>
                    <a:lnTo>
                      <a:pt x="27361" y="15626"/>
                    </a:lnTo>
                    <a:lnTo>
                      <a:pt x="35847" y="7140"/>
                    </a:lnTo>
                    <a:lnTo>
                      <a:pt x="37969" y="7140"/>
                    </a:lnTo>
                    <a:lnTo>
                      <a:pt x="40309" y="0"/>
                    </a:lnTo>
                    <a:close/>
                  </a:path>
                </a:pathLst>
              </a:custGeom>
              <a:solidFill>
                <a:srgbClr val="BABABA"/>
              </a:solidFill>
              <a:ln>
                <a:noFill/>
              </a:ln>
            </p:spPr>
          </p:sp>
          <p:sp>
            <p:nvSpPr>
              <p:cNvPr id="2388" name="Graph element 402"/>
              <p:cNvSpPr/>
              <p:nvPr/>
            </p:nvSpPr>
            <p:spPr>
              <a:xfrm>
                <a:off x="1530526" y="767063"/>
                <a:ext cx="32101" cy="67888"/>
              </a:xfrm>
              <a:custGeom>
                <a:avLst/>
                <a:gdLst/>
                <a:ahLst/>
                <a:cxnLst/>
                <a:rect l="0" t="0" r="r" b="b"/>
                <a:pathLst>
                  <a:path w="32101" h="67888" stroke="0" extrusionOk="0">
                    <a:moveTo>
                      <a:pt x="0" y="0"/>
                    </a:moveTo>
                    <a:lnTo>
                      <a:pt x="1624" y="1624"/>
                    </a:lnTo>
                    <a:lnTo>
                      <a:pt x="1624" y="3746"/>
                    </a:lnTo>
                    <a:lnTo>
                      <a:pt x="3746" y="5867"/>
                    </a:lnTo>
                    <a:lnTo>
                      <a:pt x="3746" y="10110"/>
                    </a:lnTo>
                    <a:lnTo>
                      <a:pt x="5867" y="12232"/>
                    </a:lnTo>
                    <a:lnTo>
                      <a:pt x="5867" y="14353"/>
                    </a:lnTo>
                    <a:lnTo>
                      <a:pt x="7989" y="16475"/>
                    </a:lnTo>
                    <a:lnTo>
                      <a:pt x="7989" y="20718"/>
                    </a:lnTo>
                    <a:lnTo>
                      <a:pt x="10110" y="22839"/>
                    </a:lnTo>
                    <a:lnTo>
                      <a:pt x="10110" y="24961"/>
                    </a:lnTo>
                    <a:lnTo>
                      <a:pt x="12232" y="27082"/>
                    </a:lnTo>
                    <a:lnTo>
                      <a:pt x="12232" y="29204"/>
                    </a:lnTo>
                    <a:lnTo>
                      <a:pt x="14353" y="31325"/>
                    </a:lnTo>
                    <a:lnTo>
                      <a:pt x="14353" y="35568"/>
                    </a:lnTo>
                    <a:lnTo>
                      <a:pt x="16475" y="37690"/>
                    </a:lnTo>
                    <a:lnTo>
                      <a:pt x="16475" y="39811"/>
                    </a:lnTo>
                    <a:lnTo>
                      <a:pt x="18596" y="41933"/>
                    </a:lnTo>
                    <a:lnTo>
                      <a:pt x="18596" y="44054"/>
                    </a:lnTo>
                    <a:lnTo>
                      <a:pt x="20718" y="46176"/>
                    </a:lnTo>
                    <a:lnTo>
                      <a:pt x="20718" y="50419"/>
                    </a:lnTo>
                    <a:lnTo>
                      <a:pt x="22839" y="52540"/>
                    </a:lnTo>
                    <a:lnTo>
                      <a:pt x="22839" y="54662"/>
                    </a:lnTo>
                    <a:lnTo>
                      <a:pt x="24961" y="56784"/>
                    </a:lnTo>
                    <a:lnTo>
                      <a:pt x="24961" y="61027"/>
                    </a:lnTo>
                    <a:lnTo>
                      <a:pt x="27082" y="63148"/>
                    </a:lnTo>
                    <a:lnTo>
                      <a:pt x="27082" y="65270"/>
                    </a:lnTo>
                    <a:lnTo>
                      <a:pt x="29701" y="67888"/>
                    </a:lnTo>
                    <a:lnTo>
                      <a:pt x="32101" y="65488"/>
                    </a:lnTo>
                    <a:lnTo>
                      <a:pt x="30477" y="63864"/>
                    </a:lnTo>
                    <a:lnTo>
                      <a:pt x="30477" y="59621"/>
                    </a:lnTo>
                    <a:lnTo>
                      <a:pt x="28355" y="57499"/>
                    </a:lnTo>
                    <a:lnTo>
                      <a:pt x="28355" y="55377"/>
                    </a:lnTo>
                    <a:lnTo>
                      <a:pt x="26234" y="53256"/>
                    </a:lnTo>
                    <a:lnTo>
                      <a:pt x="26234" y="49013"/>
                    </a:lnTo>
                    <a:lnTo>
                      <a:pt x="24112" y="46891"/>
                    </a:lnTo>
                    <a:lnTo>
                      <a:pt x="24112" y="44770"/>
                    </a:lnTo>
                    <a:lnTo>
                      <a:pt x="21991" y="42648"/>
                    </a:lnTo>
                    <a:lnTo>
                      <a:pt x="21991" y="40527"/>
                    </a:lnTo>
                    <a:lnTo>
                      <a:pt x="19869" y="38405"/>
                    </a:lnTo>
                    <a:lnTo>
                      <a:pt x="19869" y="34162"/>
                    </a:lnTo>
                    <a:lnTo>
                      <a:pt x="17748" y="32041"/>
                    </a:lnTo>
                    <a:lnTo>
                      <a:pt x="17748" y="29919"/>
                    </a:lnTo>
                    <a:lnTo>
                      <a:pt x="15626" y="27798"/>
                    </a:lnTo>
                    <a:lnTo>
                      <a:pt x="15626" y="25676"/>
                    </a:lnTo>
                    <a:lnTo>
                      <a:pt x="13505" y="23555"/>
                    </a:lnTo>
                    <a:lnTo>
                      <a:pt x="13505" y="19312"/>
                    </a:lnTo>
                    <a:lnTo>
                      <a:pt x="11383" y="17190"/>
                    </a:lnTo>
                    <a:lnTo>
                      <a:pt x="11383" y="15069"/>
                    </a:lnTo>
                    <a:lnTo>
                      <a:pt x="9262" y="12947"/>
                    </a:lnTo>
                    <a:lnTo>
                      <a:pt x="9262" y="8704"/>
                    </a:lnTo>
                    <a:lnTo>
                      <a:pt x="7140" y="6583"/>
                    </a:lnTo>
                    <a:lnTo>
                      <a:pt x="7140" y="4461"/>
                    </a:lnTo>
                    <a:lnTo>
                      <a:pt x="5019" y="2340"/>
                    </a:lnTo>
                    <a:lnTo>
                      <a:pt x="5019" y="21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ABABA"/>
              </a:solidFill>
              <a:ln>
                <a:noFill/>
              </a:ln>
            </p:spPr>
          </p:sp>
          <p:sp>
            <p:nvSpPr>
              <p:cNvPr id="2389" name="Graph element 403"/>
              <p:cNvSpPr/>
              <p:nvPr/>
            </p:nvSpPr>
            <p:spPr>
              <a:xfrm>
                <a:off x="1330183" y="764166"/>
                <a:ext cx="48370" cy="33374"/>
              </a:xfrm>
              <a:custGeom>
                <a:avLst/>
                <a:gdLst/>
                <a:ahLst/>
                <a:cxnLst/>
                <a:rect l="0" t="0" r="r" b="b"/>
                <a:pathLst>
                  <a:path w="48370" h="33374" stroke="0" extrusionOk="0">
                    <a:moveTo>
                      <a:pt x="0" y="3394"/>
                    </a:moveTo>
                    <a:lnTo>
                      <a:pt x="1418" y="3394"/>
                    </a:lnTo>
                    <a:lnTo>
                      <a:pt x="5662" y="7637"/>
                    </a:lnTo>
                    <a:lnTo>
                      <a:pt x="7783" y="7637"/>
                    </a:lnTo>
                    <a:lnTo>
                      <a:pt x="9905" y="9759"/>
                    </a:lnTo>
                    <a:lnTo>
                      <a:pt x="12026" y="9759"/>
                    </a:lnTo>
                    <a:lnTo>
                      <a:pt x="14148" y="11880"/>
                    </a:lnTo>
                    <a:lnTo>
                      <a:pt x="16269" y="11880"/>
                    </a:lnTo>
                    <a:lnTo>
                      <a:pt x="20512" y="16123"/>
                    </a:lnTo>
                    <a:lnTo>
                      <a:pt x="22634" y="16123"/>
                    </a:lnTo>
                    <a:lnTo>
                      <a:pt x="24755" y="18245"/>
                    </a:lnTo>
                    <a:lnTo>
                      <a:pt x="26877" y="18245"/>
                    </a:lnTo>
                    <a:lnTo>
                      <a:pt x="28998" y="20366"/>
                    </a:lnTo>
                    <a:lnTo>
                      <a:pt x="31120" y="20366"/>
                    </a:lnTo>
                    <a:lnTo>
                      <a:pt x="35363" y="24609"/>
                    </a:lnTo>
                    <a:lnTo>
                      <a:pt x="37484" y="24609"/>
                    </a:lnTo>
                    <a:lnTo>
                      <a:pt x="39606" y="26731"/>
                    </a:lnTo>
                    <a:lnTo>
                      <a:pt x="41727" y="26731"/>
                    </a:lnTo>
                    <a:lnTo>
                      <a:pt x="48370" y="33374"/>
                    </a:lnTo>
                    <a:lnTo>
                      <a:pt x="48370" y="25458"/>
                    </a:lnTo>
                    <a:lnTo>
                      <a:pt x="45255" y="25458"/>
                    </a:lnTo>
                    <a:lnTo>
                      <a:pt x="43133" y="23337"/>
                    </a:lnTo>
                    <a:lnTo>
                      <a:pt x="41012" y="23337"/>
                    </a:lnTo>
                    <a:lnTo>
                      <a:pt x="36769" y="19094"/>
                    </a:lnTo>
                    <a:lnTo>
                      <a:pt x="34647" y="19094"/>
                    </a:lnTo>
                    <a:lnTo>
                      <a:pt x="32526" y="16972"/>
                    </a:lnTo>
                    <a:lnTo>
                      <a:pt x="30404" y="16972"/>
                    </a:lnTo>
                    <a:lnTo>
                      <a:pt x="28283" y="14851"/>
                    </a:lnTo>
                    <a:lnTo>
                      <a:pt x="26161" y="14851"/>
                    </a:lnTo>
                    <a:lnTo>
                      <a:pt x="21918" y="10608"/>
                    </a:lnTo>
                    <a:lnTo>
                      <a:pt x="19797" y="10608"/>
                    </a:lnTo>
                    <a:lnTo>
                      <a:pt x="17675" y="8486"/>
                    </a:lnTo>
                    <a:lnTo>
                      <a:pt x="15554" y="8486"/>
                    </a:lnTo>
                    <a:lnTo>
                      <a:pt x="13432" y="6365"/>
                    </a:lnTo>
                    <a:lnTo>
                      <a:pt x="11311" y="6365"/>
                    </a:lnTo>
                    <a:lnTo>
                      <a:pt x="7068" y="2122"/>
                    </a:lnTo>
                    <a:lnTo>
                      <a:pt x="4946" y="2122"/>
                    </a:lnTo>
                    <a:lnTo>
                      <a:pt x="2825" y="0"/>
                    </a:lnTo>
                    <a:lnTo>
                      <a:pt x="0" y="3394"/>
                    </a:lnTo>
                    <a:close/>
                  </a:path>
                </a:pathLst>
              </a:custGeom>
              <a:solidFill>
                <a:srgbClr val="BABABA"/>
              </a:solidFill>
              <a:ln>
                <a:noFill/>
              </a:ln>
            </p:spPr>
          </p:sp>
          <p:sp>
            <p:nvSpPr>
              <p:cNvPr id="2390" name="Graph element 404"/>
              <p:cNvSpPr/>
              <p:nvPr/>
            </p:nvSpPr>
            <p:spPr>
              <a:xfrm>
                <a:off x="1411224" y="762044"/>
                <a:ext cx="10183" cy="12159"/>
              </a:xfrm>
              <a:custGeom>
                <a:avLst/>
                <a:gdLst/>
                <a:ahLst/>
                <a:cxnLst/>
                <a:rect l="0" t="0" r="r" b="b"/>
                <a:pathLst>
                  <a:path w="10183" h="12159" stroke="0" extrusionOk="0">
                    <a:moveTo>
                      <a:pt x="7359" y="0"/>
                    </a:moveTo>
                    <a:lnTo>
                      <a:pt x="3116" y="4243"/>
                    </a:lnTo>
                    <a:lnTo>
                      <a:pt x="0" y="4243"/>
                    </a:lnTo>
                    <a:lnTo>
                      <a:pt x="0" y="12159"/>
                    </a:lnTo>
                    <a:lnTo>
                      <a:pt x="8765" y="3394"/>
                    </a:lnTo>
                    <a:lnTo>
                      <a:pt x="10183" y="3394"/>
                    </a:lnTo>
                    <a:lnTo>
                      <a:pt x="10183" y="0"/>
                    </a:lnTo>
                    <a:lnTo>
                      <a:pt x="7359" y="0"/>
                    </a:lnTo>
                    <a:close/>
                  </a:path>
                </a:pathLst>
              </a:custGeom>
              <a:solidFill>
                <a:srgbClr val="BABABA"/>
              </a:solidFill>
              <a:ln>
                <a:noFill/>
              </a:ln>
            </p:spPr>
          </p:sp>
          <p:sp>
            <p:nvSpPr>
              <p:cNvPr id="2391" name="Graph element 405"/>
              <p:cNvSpPr/>
              <p:nvPr/>
            </p:nvSpPr>
            <p:spPr>
              <a:xfrm>
                <a:off x="1379899" y="760698"/>
                <a:ext cx="15905" cy="19591"/>
              </a:xfrm>
              <a:custGeom>
                <a:avLst/>
                <a:gdLst/>
                <a:ahLst/>
                <a:cxnLst/>
                <a:rect l="0" t="0" r="r" b="b"/>
                <a:pathLst>
                  <a:path w="15905" h="19591" stroke="0" extrusionOk="0">
                    <a:moveTo>
                      <a:pt x="0" y="0"/>
                    </a:moveTo>
                    <a:lnTo>
                      <a:pt x="1624" y="1624"/>
                    </a:lnTo>
                    <a:lnTo>
                      <a:pt x="1624" y="3746"/>
                    </a:lnTo>
                    <a:lnTo>
                      <a:pt x="3746" y="5867"/>
                    </a:lnTo>
                    <a:lnTo>
                      <a:pt x="3746" y="7989"/>
                    </a:lnTo>
                    <a:lnTo>
                      <a:pt x="5867" y="10110"/>
                    </a:lnTo>
                    <a:lnTo>
                      <a:pt x="5867" y="12232"/>
                    </a:lnTo>
                    <a:lnTo>
                      <a:pt x="7989" y="14353"/>
                    </a:lnTo>
                    <a:lnTo>
                      <a:pt x="7989" y="19591"/>
                    </a:lnTo>
                    <a:lnTo>
                      <a:pt x="15905" y="19591"/>
                    </a:lnTo>
                    <a:lnTo>
                      <a:pt x="11383" y="15069"/>
                    </a:lnTo>
                    <a:lnTo>
                      <a:pt x="11383" y="12947"/>
                    </a:lnTo>
                    <a:lnTo>
                      <a:pt x="9262" y="10826"/>
                    </a:lnTo>
                    <a:lnTo>
                      <a:pt x="9262" y="8704"/>
                    </a:lnTo>
                    <a:lnTo>
                      <a:pt x="7140" y="6583"/>
                    </a:lnTo>
                    <a:lnTo>
                      <a:pt x="7140" y="4461"/>
                    </a:lnTo>
                    <a:lnTo>
                      <a:pt x="5019" y="2340"/>
                    </a:lnTo>
                    <a:lnTo>
                      <a:pt x="5019" y="21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ABABA"/>
              </a:solidFill>
              <a:ln>
                <a:noFill/>
              </a:ln>
            </p:spPr>
          </p:sp>
          <p:sp>
            <p:nvSpPr>
              <p:cNvPr id="2392" name="Graph element 406"/>
              <p:cNvSpPr/>
              <p:nvPr/>
            </p:nvSpPr>
            <p:spPr>
              <a:xfrm>
                <a:off x="1406981" y="740405"/>
                <a:ext cx="5516" cy="27580"/>
              </a:xfrm>
              <a:custGeom>
                <a:avLst/>
                <a:gdLst/>
                <a:ahLst/>
                <a:cxnLst/>
                <a:rect l="0" t="0" r="r" b="b"/>
                <a:pathLst>
                  <a:path w="5516" h="27580" stroke="0" extrusionOk="0">
                    <a:moveTo>
                      <a:pt x="0" y="20512"/>
                    </a:moveTo>
                    <a:lnTo>
                      <a:pt x="0" y="27580"/>
                    </a:lnTo>
                    <a:lnTo>
                      <a:pt x="3394" y="27580"/>
                    </a:lnTo>
                    <a:lnTo>
                      <a:pt x="3394" y="21918"/>
                    </a:lnTo>
                    <a:lnTo>
                      <a:pt x="5516" y="19797"/>
                    </a:lnTo>
                    <a:lnTo>
                      <a:pt x="5516" y="0"/>
                    </a:lnTo>
                    <a:lnTo>
                      <a:pt x="2122" y="0"/>
                    </a:lnTo>
                    <a:lnTo>
                      <a:pt x="2122" y="18391"/>
                    </a:lnTo>
                    <a:lnTo>
                      <a:pt x="0" y="20512"/>
                    </a:lnTo>
                    <a:close/>
                  </a:path>
                </a:pathLst>
              </a:custGeom>
              <a:solidFill>
                <a:srgbClr val="BABABA"/>
              </a:solidFill>
              <a:ln>
                <a:noFill/>
              </a:ln>
            </p:spPr>
          </p:sp>
          <p:sp>
            <p:nvSpPr>
              <p:cNvPr id="2393" name="Graph element 407"/>
              <p:cNvSpPr/>
              <p:nvPr/>
            </p:nvSpPr>
            <p:spPr>
              <a:xfrm>
                <a:off x="1465959" y="722233"/>
                <a:ext cx="5443" cy="5019"/>
              </a:xfrm>
              <a:custGeom>
                <a:avLst/>
                <a:gdLst/>
                <a:ahLst/>
                <a:cxnLst/>
                <a:rect l="0" t="0" r="r" b="b"/>
                <a:pathLst>
                  <a:path w="5443" h="5019" stroke="0" extrusionOk="0">
                    <a:moveTo>
                      <a:pt x="0" y="1624"/>
                    </a:moveTo>
                    <a:lnTo>
                      <a:pt x="0" y="5019"/>
                    </a:lnTo>
                    <a:lnTo>
                      <a:pt x="2825" y="5019"/>
                    </a:lnTo>
                    <a:lnTo>
                      <a:pt x="5443" y="2400"/>
                    </a:lnTo>
                    <a:lnTo>
                      <a:pt x="3043" y="0"/>
                    </a:lnTo>
                    <a:lnTo>
                      <a:pt x="1418" y="1624"/>
                    </a:lnTo>
                    <a:lnTo>
                      <a:pt x="0" y="1624"/>
                    </a:lnTo>
                    <a:close/>
                  </a:path>
                </a:pathLst>
              </a:custGeom>
              <a:solidFill>
                <a:srgbClr val="BABABA"/>
              </a:solidFill>
              <a:ln>
                <a:noFill/>
              </a:ln>
            </p:spPr>
          </p:sp>
          <p:sp>
            <p:nvSpPr>
              <p:cNvPr id="2394" name="Graph element 408"/>
              <p:cNvSpPr/>
              <p:nvPr/>
            </p:nvSpPr>
            <p:spPr>
              <a:xfrm>
                <a:off x="1473245" y="715868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BABABA"/>
              </a:solidFill>
              <a:ln>
                <a:noFill/>
              </a:ln>
            </p:spPr>
          </p:sp>
          <p:sp>
            <p:nvSpPr>
              <p:cNvPr id="2395" name="Graph element 409"/>
              <p:cNvSpPr/>
              <p:nvPr/>
            </p:nvSpPr>
            <p:spPr>
              <a:xfrm>
                <a:off x="1242001" y="715371"/>
                <a:ext cx="16051" cy="9759"/>
              </a:xfrm>
              <a:custGeom>
                <a:avLst/>
                <a:gdLst/>
                <a:ahLst/>
                <a:cxnLst/>
                <a:rect l="0" t="0" r="r" b="b"/>
                <a:pathLst>
                  <a:path w="16051" h="9759" stroke="0" extrusionOk="0">
                    <a:moveTo>
                      <a:pt x="0" y="776"/>
                    </a:moveTo>
                    <a:lnTo>
                      <a:pt x="4740" y="5516"/>
                    </a:lnTo>
                    <a:lnTo>
                      <a:pt x="6862" y="5516"/>
                    </a:lnTo>
                    <a:lnTo>
                      <a:pt x="8983" y="7637"/>
                    </a:lnTo>
                    <a:lnTo>
                      <a:pt x="11105" y="7637"/>
                    </a:lnTo>
                    <a:lnTo>
                      <a:pt x="13226" y="9759"/>
                    </a:lnTo>
                    <a:lnTo>
                      <a:pt x="16051" y="9759"/>
                    </a:lnTo>
                    <a:lnTo>
                      <a:pt x="16051" y="6365"/>
                    </a:lnTo>
                    <a:lnTo>
                      <a:pt x="14632" y="6365"/>
                    </a:lnTo>
                    <a:lnTo>
                      <a:pt x="12511" y="4243"/>
                    </a:lnTo>
                    <a:lnTo>
                      <a:pt x="10389" y="4243"/>
                    </a:lnTo>
                    <a:lnTo>
                      <a:pt x="6146" y="0"/>
                    </a:lnTo>
                    <a:lnTo>
                      <a:pt x="0" y="776"/>
                    </a:lnTo>
                    <a:close/>
                  </a:path>
                </a:pathLst>
              </a:custGeom>
              <a:solidFill>
                <a:srgbClr val="BABABA"/>
              </a:solidFill>
              <a:ln>
                <a:noFill/>
              </a:ln>
            </p:spPr>
          </p:sp>
          <p:sp>
            <p:nvSpPr>
              <p:cNvPr id="2396" name="Graph element 410"/>
              <p:cNvSpPr/>
              <p:nvPr/>
            </p:nvSpPr>
            <p:spPr>
              <a:xfrm>
                <a:off x="1411224" y="702218"/>
                <a:ext cx="5516" cy="21215"/>
              </a:xfrm>
              <a:custGeom>
                <a:avLst/>
                <a:gdLst/>
                <a:ahLst/>
                <a:cxnLst/>
                <a:rect l="0" t="0" r="r" b="b"/>
                <a:pathLst>
                  <a:path w="5516" h="21215" stroke="0" extrusionOk="0">
                    <a:moveTo>
                      <a:pt x="2122" y="0"/>
                    </a:moveTo>
                    <a:lnTo>
                      <a:pt x="2122" y="5662"/>
                    </a:lnTo>
                    <a:lnTo>
                      <a:pt x="0" y="7783"/>
                    </a:lnTo>
                    <a:lnTo>
                      <a:pt x="0" y="21215"/>
                    </a:lnTo>
                    <a:lnTo>
                      <a:pt x="3394" y="21215"/>
                    </a:lnTo>
                    <a:lnTo>
                      <a:pt x="3394" y="13432"/>
                    </a:lnTo>
                    <a:lnTo>
                      <a:pt x="5516" y="11311"/>
                    </a:lnTo>
                    <a:lnTo>
                      <a:pt x="2122" y="0"/>
                    </a:lnTo>
                    <a:close/>
                  </a:path>
                </a:pathLst>
              </a:custGeom>
              <a:solidFill>
                <a:srgbClr val="BABABA"/>
              </a:solidFill>
              <a:ln>
                <a:noFill/>
              </a:ln>
            </p:spPr>
          </p:sp>
          <p:sp>
            <p:nvSpPr>
              <p:cNvPr id="2397" name="Graph element 411"/>
              <p:cNvSpPr/>
              <p:nvPr/>
            </p:nvSpPr>
            <p:spPr>
              <a:xfrm>
                <a:off x="1351822" y="698120"/>
                <a:ext cx="13505" cy="26513"/>
              </a:xfrm>
              <a:custGeom>
                <a:avLst/>
                <a:gdLst/>
                <a:ahLst/>
                <a:cxnLst/>
                <a:rect l="0" t="0" r="r" b="b"/>
                <a:pathLst>
                  <a:path w="13505" h="26513" stroke="0" extrusionOk="0">
                    <a:moveTo>
                      <a:pt x="0" y="0"/>
                    </a:moveTo>
                    <a:lnTo>
                      <a:pt x="0" y="6922"/>
                    </a:lnTo>
                    <a:lnTo>
                      <a:pt x="2122" y="9043"/>
                    </a:lnTo>
                    <a:lnTo>
                      <a:pt x="2122" y="11165"/>
                    </a:lnTo>
                    <a:lnTo>
                      <a:pt x="4243" y="13286"/>
                    </a:lnTo>
                    <a:lnTo>
                      <a:pt x="4243" y="15408"/>
                    </a:lnTo>
                    <a:lnTo>
                      <a:pt x="6365" y="17529"/>
                    </a:lnTo>
                    <a:lnTo>
                      <a:pt x="6365" y="19651"/>
                    </a:lnTo>
                    <a:lnTo>
                      <a:pt x="8486" y="21772"/>
                    </a:lnTo>
                    <a:lnTo>
                      <a:pt x="8486" y="23894"/>
                    </a:lnTo>
                    <a:lnTo>
                      <a:pt x="11105" y="26513"/>
                    </a:lnTo>
                    <a:lnTo>
                      <a:pt x="13505" y="24112"/>
                    </a:lnTo>
                    <a:lnTo>
                      <a:pt x="11880" y="22488"/>
                    </a:lnTo>
                    <a:lnTo>
                      <a:pt x="11880" y="20366"/>
                    </a:lnTo>
                    <a:lnTo>
                      <a:pt x="9759" y="18245"/>
                    </a:lnTo>
                    <a:lnTo>
                      <a:pt x="9759" y="16123"/>
                    </a:lnTo>
                    <a:lnTo>
                      <a:pt x="7637" y="14002"/>
                    </a:lnTo>
                    <a:lnTo>
                      <a:pt x="7637" y="9759"/>
                    </a:lnTo>
                    <a:lnTo>
                      <a:pt x="5516" y="7637"/>
                    </a:lnTo>
                    <a:lnTo>
                      <a:pt x="5516" y="551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ABABA"/>
              </a:solidFill>
              <a:ln>
                <a:noFill/>
              </a:ln>
            </p:spPr>
          </p:sp>
          <p:sp>
            <p:nvSpPr>
              <p:cNvPr id="2398" name="Graph element 412"/>
              <p:cNvSpPr/>
              <p:nvPr/>
            </p:nvSpPr>
            <p:spPr>
              <a:xfrm>
                <a:off x="1419286" y="696278"/>
                <a:ext cx="50916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50916" h="3394" stroke="0" extrusionOk="0">
                    <a:moveTo>
                      <a:pt x="50916" y="3394"/>
                    </a:moveTo>
                    <a:lnTo>
                      <a:pt x="50916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50916" y="3394"/>
                    </a:lnTo>
                    <a:close/>
                  </a:path>
                </a:pathLst>
              </a:custGeom>
              <a:solidFill>
                <a:srgbClr val="BABABA"/>
              </a:solidFill>
              <a:ln>
                <a:noFill/>
              </a:ln>
            </p:spPr>
          </p:sp>
          <p:sp>
            <p:nvSpPr>
              <p:cNvPr id="2399" name="Graph element 413"/>
              <p:cNvSpPr/>
              <p:nvPr/>
            </p:nvSpPr>
            <p:spPr>
              <a:xfrm>
                <a:off x="1356065" y="696278"/>
                <a:ext cx="54735" cy="5516"/>
              </a:xfrm>
              <a:custGeom>
                <a:avLst/>
                <a:gdLst/>
                <a:ahLst/>
                <a:cxnLst/>
                <a:rect l="0" t="0" r="r" b="b"/>
                <a:pathLst>
                  <a:path w="54735" h="5516" stroke="0" extrusionOk="0">
                    <a:moveTo>
                      <a:pt x="0" y="0"/>
                    </a:moveTo>
                    <a:lnTo>
                      <a:pt x="0" y="5516"/>
                    </a:lnTo>
                    <a:lnTo>
                      <a:pt x="25737" y="5516"/>
                    </a:lnTo>
                    <a:lnTo>
                      <a:pt x="27858" y="3394"/>
                    </a:lnTo>
                    <a:lnTo>
                      <a:pt x="54735" y="3394"/>
                    </a:lnTo>
                    <a:lnTo>
                      <a:pt x="5473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ABABA"/>
              </a:solidFill>
              <a:ln>
                <a:noFill/>
              </a:ln>
            </p:spPr>
          </p:sp>
          <p:sp>
            <p:nvSpPr>
              <p:cNvPr id="2400" name="Graph element 414"/>
              <p:cNvSpPr/>
              <p:nvPr/>
            </p:nvSpPr>
            <p:spPr>
              <a:xfrm>
                <a:off x="1769758" y="691610"/>
                <a:ext cx="77926" cy="167174"/>
              </a:xfrm>
              <a:custGeom>
                <a:avLst/>
                <a:gdLst/>
                <a:ahLst/>
                <a:cxnLst/>
                <a:rect l="0" t="0" r="r" b="b"/>
                <a:pathLst>
                  <a:path w="77926" h="167174" stroke="0" extrusionOk="0">
                    <a:moveTo>
                      <a:pt x="0" y="0"/>
                    </a:moveTo>
                    <a:lnTo>
                      <a:pt x="0" y="2825"/>
                    </a:lnTo>
                    <a:lnTo>
                      <a:pt x="2122" y="4946"/>
                    </a:lnTo>
                    <a:lnTo>
                      <a:pt x="2122" y="9189"/>
                    </a:lnTo>
                    <a:lnTo>
                      <a:pt x="4243" y="11311"/>
                    </a:lnTo>
                    <a:lnTo>
                      <a:pt x="4243" y="13432"/>
                    </a:lnTo>
                    <a:lnTo>
                      <a:pt x="6365" y="15554"/>
                    </a:lnTo>
                    <a:lnTo>
                      <a:pt x="6365" y="17675"/>
                    </a:lnTo>
                    <a:lnTo>
                      <a:pt x="8486" y="19797"/>
                    </a:lnTo>
                    <a:lnTo>
                      <a:pt x="8486" y="24040"/>
                    </a:lnTo>
                    <a:lnTo>
                      <a:pt x="10608" y="26161"/>
                    </a:lnTo>
                    <a:lnTo>
                      <a:pt x="10608" y="28283"/>
                    </a:lnTo>
                    <a:lnTo>
                      <a:pt x="12729" y="30404"/>
                    </a:lnTo>
                    <a:lnTo>
                      <a:pt x="12729" y="32526"/>
                    </a:lnTo>
                    <a:lnTo>
                      <a:pt x="14851" y="34647"/>
                    </a:lnTo>
                    <a:lnTo>
                      <a:pt x="14851" y="38890"/>
                    </a:lnTo>
                    <a:lnTo>
                      <a:pt x="16972" y="41012"/>
                    </a:lnTo>
                    <a:lnTo>
                      <a:pt x="16972" y="43133"/>
                    </a:lnTo>
                    <a:lnTo>
                      <a:pt x="19094" y="45255"/>
                    </a:lnTo>
                    <a:lnTo>
                      <a:pt x="19094" y="47376"/>
                    </a:lnTo>
                    <a:lnTo>
                      <a:pt x="21215" y="49498"/>
                    </a:lnTo>
                    <a:lnTo>
                      <a:pt x="21215" y="53741"/>
                    </a:lnTo>
                    <a:lnTo>
                      <a:pt x="23337" y="55862"/>
                    </a:lnTo>
                    <a:lnTo>
                      <a:pt x="23337" y="57984"/>
                    </a:lnTo>
                    <a:lnTo>
                      <a:pt x="25458" y="60105"/>
                    </a:lnTo>
                    <a:lnTo>
                      <a:pt x="25458" y="62227"/>
                    </a:lnTo>
                    <a:lnTo>
                      <a:pt x="27580" y="64348"/>
                    </a:lnTo>
                    <a:lnTo>
                      <a:pt x="27580" y="66470"/>
                    </a:lnTo>
                    <a:lnTo>
                      <a:pt x="29701" y="68591"/>
                    </a:lnTo>
                    <a:lnTo>
                      <a:pt x="29701" y="72834"/>
                    </a:lnTo>
                    <a:lnTo>
                      <a:pt x="31823" y="74956"/>
                    </a:lnTo>
                    <a:lnTo>
                      <a:pt x="31823" y="77077"/>
                    </a:lnTo>
                    <a:lnTo>
                      <a:pt x="33944" y="79199"/>
                    </a:lnTo>
                    <a:lnTo>
                      <a:pt x="33944" y="81320"/>
                    </a:lnTo>
                    <a:lnTo>
                      <a:pt x="36066" y="83442"/>
                    </a:lnTo>
                    <a:lnTo>
                      <a:pt x="36066" y="87685"/>
                    </a:lnTo>
                    <a:lnTo>
                      <a:pt x="38187" y="89806"/>
                    </a:lnTo>
                    <a:lnTo>
                      <a:pt x="38187" y="91928"/>
                    </a:lnTo>
                    <a:lnTo>
                      <a:pt x="40309" y="94049"/>
                    </a:lnTo>
                    <a:lnTo>
                      <a:pt x="40309" y="96171"/>
                    </a:lnTo>
                    <a:lnTo>
                      <a:pt x="42430" y="98292"/>
                    </a:lnTo>
                    <a:lnTo>
                      <a:pt x="42430" y="102535"/>
                    </a:lnTo>
                    <a:lnTo>
                      <a:pt x="44552" y="104657"/>
                    </a:lnTo>
                    <a:lnTo>
                      <a:pt x="44552" y="106778"/>
                    </a:lnTo>
                    <a:lnTo>
                      <a:pt x="46673" y="108900"/>
                    </a:lnTo>
                    <a:lnTo>
                      <a:pt x="46673" y="111021"/>
                    </a:lnTo>
                    <a:lnTo>
                      <a:pt x="48795" y="113143"/>
                    </a:lnTo>
                    <a:lnTo>
                      <a:pt x="48795" y="117386"/>
                    </a:lnTo>
                    <a:lnTo>
                      <a:pt x="50916" y="119507"/>
                    </a:lnTo>
                    <a:lnTo>
                      <a:pt x="50916" y="121629"/>
                    </a:lnTo>
                    <a:lnTo>
                      <a:pt x="53038" y="123750"/>
                    </a:lnTo>
                    <a:lnTo>
                      <a:pt x="53038" y="125872"/>
                    </a:lnTo>
                    <a:lnTo>
                      <a:pt x="55159" y="127993"/>
                    </a:lnTo>
                    <a:lnTo>
                      <a:pt x="55159" y="130115"/>
                    </a:lnTo>
                    <a:lnTo>
                      <a:pt x="57281" y="132236"/>
                    </a:lnTo>
                    <a:lnTo>
                      <a:pt x="57281" y="136479"/>
                    </a:lnTo>
                    <a:lnTo>
                      <a:pt x="59402" y="138601"/>
                    </a:lnTo>
                    <a:lnTo>
                      <a:pt x="59402" y="140722"/>
                    </a:lnTo>
                    <a:lnTo>
                      <a:pt x="61524" y="142844"/>
                    </a:lnTo>
                    <a:lnTo>
                      <a:pt x="61524" y="144965"/>
                    </a:lnTo>
                    <a:lnTo>
                      <a:pt x="63645" y="147087"/>
                    </a:lnTo>
                    <a:lnTo>
                      <a:pt x="63645" y="151330"/>
                    </a:lnTo>
                    <a:lnTo>
                      <a:pt x="65767" y="153451"/>
                    </a:lnTo>
                    <a:lnTo>
                      <a:pt x="65767" y="155573"/>
                    </a:lnTo>
                    <a:lnTo>
                      <a:pt x="67888" y="157694"/>
                    </a:lnTo>
                    <a:lnTo>
                      <a:pt x="67888" y="159816"/>
                    </a:lnTo>
                    <a:lnTo>
                      <a:pt x="70010" y="161937"/>
                    </a:lnTo>
                    <a:lnTo>
                      <a:pt x="70010" y="167174"/>
                    </a:lnTo>
                    <a:lnTo>
                      <a:pt x="77926" y="167174"/>
                    </a:lnTo>
                    <a:lnTo>
                      <a:pt x="73404" y="162653"/>
                    </a:lnTo>
                    <a:lnTo>
                      <a:pt x="73404" y="160531"/>
                    </a:lnTo>
                    <a:lnTo>
                      <a:pt x="71283" y="158410"/>
                    </a:lnTo>
                    <a:lnTo>
                      <a:pt x="71283" y="156288"/>
                    </a:lnTo>
                    <a:lnTo>
                      <a:pt x="69161" y="154167"/>
                    </a:lnTo>
                    <a:lnTo>
                      <a:pt x="69161" y="149924"/>
                    </a:lnTo>
                    <a:lnTo>
                      <a:pt x="67040" y="147802"/>
                    </a:lnTo>
                    <a:lnTo>
                      <a:pt x="67040" y="145681"/>
                    </a:lnTo>
                    <a:lnTo>
                      <a:pt x="64918" y="143559"/>
                    </a:lnTo>
                    <a:lnTo>
                      <a:pt x="64918" y="141438"/>
                    </a:lnTo>
                    <a:lnTo>
                      <a:pt x="62797" y="139316"/>
                    </a:lnTo>
                    <a:lnTo>
                      <a:pt x="62797" y="135073"/>
                    </a:lnTo>
                    <a:lnTo>
                      <a:pt x="60675" y="132952"/>
                    </a:lnTo>
                    <a:lnTo>
                      <a:pt x="60675" y="130830"/>
                    </a:lnTo>
                    <a:lnTo>
                      <a:pt x="58554" y="128709"/>
                    </a:lnTo>
                    <a:lnTo>
                      <a:pt x="58554" y="126587"/>
                    </a:lnTo>
                    <a:lnTo>
                      <a:pt x="56432" y="124466"/>
                    </a:lnTo>
                    <a:lnTo>
                      <a:pt x="56432" y="122344"/>
                    </a:lnTo>
                    <a:lnTo>
                      <a:pt x="54310" y="120223"/>
                    </a:lnTo>
                    <a:lnTo>
                      <a:pt x="54310" y="115980"/>
                    </a:lnTo>
                    <a:lnTo>
                      <a:pt x="52189" y="113858"/>
                    </a:lnTo>
                    <a:lnTo>
                      <a:pt x="52189" y="111737"/>
                    </a:lnTo>
                    <a:lnTo>
                      <a:pt x="50067" y="109615"/>
                    </a:lnTo>
                    <a:lnTo>
                      <a:pt x="50067" y="107494"/>
                    </a:lnTo>
                    <a:lnTo>
                      <a:pt x="47946" y="105372"/>
                    </a:lnTo>
                    <a:lnTo>
                      <a:pt x="47946" y="101129"/>
                    </a:lnTo>
                    <a:lnTo>
                      <a:pt x="45824" y="99008"/>
                    </a:lnTo>
                    <a:lnTo>
                      <a:pt x="45824" y="96886"/>
                    </a:lnTo>
                    <a:lnTo>
                      <a:pt x="43703" y="94765"/>
                    </a:lnTo>
                    <a:lnTo>
                      <a:pt x="43703" y="92643"/>
                    </a:lnTo>
                    <a:lnTo>
                      <a:pt x="41581" y="90522"/>
                    </a:lnTo>
                    <a:lnTo>
                      <a:pt x="41581" y="86279"/>
                    </a:lnTo>
                    <a:lnTo>
                      <a:pt x="39460" y="84157"/>
                    </a:lnTo>
                    <a:lnTo>
                      <a:pt x="39460" y="82036"/>
                    </a:lnTo>
                    <a:lnTo>
                      <a:pt x="37338" y="79914"/>
                    </a:lnTo>
                    <a:lnTo>
                      <a:pt x="37338" y="77793"/>
                    </a:lnTo>
                    <a:lnTo>
                      <a:pt x="35217" y="75671"/>
                    </a:lnTo>
                    <a:lnTo>
                      <a:pt x="35217" y="71428"/>
                    </a:lnTo>
                    <a:lnTo>
                      <a:pt x="33095" y="69307"/>
                    </a:lnTo>
                    <a:lnTo>
                      <a:pt x="33095" y="67185"/>
                    </a:lnTo>
                    <a:lnTo>
                      <a:pt x="30974" y="65064"/>
                    </a:lnTo>
                    <a:lnTo>
                      <a:pt x="30974" y="62942"/>
                    </a:lnTo>
                    <a:lnTo>
                      <a:pt x="28852" y="60821"/>
                    </a:lnTo>
                    <a:lnTo>
                      <a:pt x="28852" y="58699"/>
                    </a:lnTo>
                    <a:lnTo>
                      <a:pt x="26731" y="56578"/>
                    </a:lnTo>
                    <a:lnTo>
                      <a:pt x="26731" y="52335"/>
                    </a:lnTo>
                    <a:lnTo>
                      <a:pt x="24609" y="50213"/>
                    </a:lnTo>
                    <a:lnTo>
                      <a:pt x="24609" y="48092"/>
                    </a:lnTo>
                    <a:lnTo>
                      <a:pt x="22488" y="45970"/>
                    </a:lnTo>
                    <a:lnTo>
                      <a:pt x="22488" y="43849"/>
                    </a:lnTo>
                    <a:lnTo>
                      <a:pt x="20366" y="41727"/>
                    </a:lnTo>
                    <a:lnTo>
                      <a:pt x="20366" y="37484"/>
                    </a:lnTo>
                    <a:lnTo>
                      <a:pt x="18245" y="35363"/>
                    </a:lnTo>
                    <a:lnTo>
                      <a:pt x="18245" y="33241"/>
                    </a:lnTo>
                    <a:lnTo>
                      <a:pt x="16123" y="31120"/>
                    </a:lnTo>
                    <a:lnTo>
                      <a:pt x="16123" y="28998"/>
                    </a:lnTo>
                    <a:lnTo>
                      <a:pt x="14002" y="26877"/>
                    </a:lnTo>
                    <a:lnTo>
                      <a:pt x="14002" y="22634"/>
                    </a:lnTo>
                    <a:lnTo>
                      <a:pt x="11880" y="20512"/>
                    </a:lnTo>
                    <a:lnTo>
                      <a:pt x="11880" y="18391"/>
                    </a:lnTo>
                    <a:lnTo>
                      <a:pt x="9759" y="16269"/>
                    </a:lnTo>
                    <a:lnTo>
                      <a:pt x="9759" y="14148"/>
                    </a:lnTo>
                    <a:lnTo>
                      <a:pt x="7637" y="12026"/>
                    </a:lnTo>
                    <a:lnTo>
                      <a:pt x="7637" y="7783"/>
                    </a:lnTo>
                    <a:lnTo>
                      <a:pt x="5516" y="5662"/>
                    </a:lnTo>
                    <a:lnTo>
                      <a:pt x="5516" y="3540"/>
                    </a:lnTo>
                    <a:lnTo>
                      <a:pt x="3394" y="141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ABABA"/>
              </a:solidFill>
              <a:ln>
                <a:noFill/>
              </a:ln>
            </p:spPr>
          </p:sp>
          <p:sp>
            <p:nvSpPr>
              <p:cNvPr id="2401" name="Graph element 415"/>
              <p:cNvSpPr/>
              <p:nvPr/>
            </p:nvSpPr>
            <p:spPr>
              <a:xfrm>
                <a:off x="1532647" y="666576"/>
                <a:ext cx="198500" cy="31253"/>
              </a:xfrm>
              <a:custGeom>
                <a:avLst/>
                <a:gdLst/>
                <a:ahLst/>
                <a:cxnLst/>
                <a:rect l="0" t="0" r="r" b="b"/>
                <a:pathLst>
                  <a:path w="198500" h="31253" stroke="0" extrusionOk="0">
                    <a:moveTo>
                      <a:pt x="189311" y="0"/>
                    </a:moveTo>
                    <a:lnTo>
                      <a:pt x="187189" y="2122"/>
                    </a:lnTo>
                    <a:lnTo>
                      <a:pt x="172339" y="2122"/>
                    </a:lnTo>
                    <a:lnTo>
                      <a:pt x="170217" y="4243"/>
                    </a:lnTo>
                    <a:lnTo>
                      <a:pt x="155367" y="4243"/>
                    </a:lnTo>
                    <a:lnTo>
                      <a:pt x="153245" y="6365"/>
                    </a:lnTo>
                    <a:lnTo>
                      <a:pt x="138395" y="6365"/>
                    </a:lnTo>
                    <a:lnTo>
                      <a:pt x="136273" y="8486"/>
                    </a:lnTo>
                    <a:lnTo>
                      <a:pt x="121423" y="8486"/>
                    </a:lnTo>
                    <a:lnTo>
                      <a:pt x="119301" y="10608"/>
                    </a:lnTo>
                    <a:lnTo>
                      <a:pt x="104451" y="10608"/>
                    </a:lnTo>
                    <a:lnTo>
                      <a:pt x="102329" y="12729"/>
                    </a:lnTo>
                    <a:lnTo>
                      <a:pt x="87479" y="12729"/>
                    </a:lnTo>
                    <a:lnTo>
                      <a:pt x="85357" y="14851"/>
                    </a:lnTo>
                    <a:lnTo>
                      <a:pt x="70507" y="14851"/>
                    </a:lnTo>
                    <a:lnTo>
                      <a:pt x="68385" y="16972"/>
                    </a:lnTo>
                    <a:lnTo>
                      <a:pt x="53535" y="16972"/>
                    </a:lnTo>
                    <a:lnTo>
                      <a:pt x="51413" y="19094"/>
                    </a:lnTo>
                    <a:lnTo>
                      <a:pt x="36563" y="19094"/>
                    </a:lnTo>
                    <a:lnTo>
                      <a:pt x="34441" y="21215"/>
                    </a:lnTo>
                    <a:lnTo>
                      <a:pt x="19591" y="21215"/>
                    </a:lnTo>
                    <a:lnTo>
                      <a:pt x="17469" y="23337"/>
                    </a:lnTo>
                    <a:lnTo>
                      <a:pt x="4025" y="23337"/>
                    </a:lnTo>
                    <a:lnTo>
                      <a:pt x="2400" y="21712"/>
                    </a:lnTo>
                    <a:lnTo>
                      <a:pt x="0" y="24112"/>
                    </a:lnTo>
                    <a:lnTo>
                      <a:pt x="1624" y="25737"/>
                    </a:lnTo>
                    <a:lnTo>
                      <a:pt x="1624" y="31253"/>
                    </a:lnTo>
                    <a:lnTo>
                      <a:pt x="6146" y="26731"/>
                    </a:lnTo>
                    <a:lnTo>
                      <a:pt x="23118" y="26731"/>
                    </a:lnTo>
                    <a:lnTo>
                      <a:pt x="25240" y="24609"/>
                    </a:lnTo>
                    <a:lnTo>
                      <a:pt x="37969" y="24609"/>
                    </a:lnTo>
                    <a:lnTo>
                      <a:pt x="40090" y="22488"/>
                    </a:lnTo>
                    <a:lnTo>
                      <a:pt x="54941" y="22488"/>
                    </a:lnTo>
                    <a:lnTo>
                      <a:pt x="57062" y="20366"/>
                    </a:lnTo>
                    <a:lnTo>
                      <a:pt x="71913" y="20366"/>
                    </a:lnTo>
                    <a:lnTo>
                      <a:pt x="74034" y="18245"/>
                    </a:lnTo>
                    <a:lnTo>
                      <a:pt x="88885" y="18245"/>
                    </a:lnTo>
                    <a:lnTo>
                      <a:pt x="91006" y="16123"/>
                    </a:lnTo>
                    <a:lnTo>
                      <a:pt x="105857" y="16123"/>
                    </a:lnTo>
                    <a:lnTo>
                      <a:pt x="107978" y="14002"/>
                    </a:lnTo>
                    <a:lnTo>
                      <a:pt x="124950" y="14002"/>
                    </a:lnTo>
                    <a:lnTo>
                      <a:pt x="127072" y="11880"/>
                    </a:lnTo>
                    <a:lnTo>
                      <a:pt x="141922" y="11880"/>
                    </a:lnTo>
                    <a:lnTo>
                      <a:pt x="144044" y="9759"/>
                    </a:lnTo>
                    <a:lnTo>
                      <a:pt x="158894" y="9759"/>
                    </a:lnTo>
                    <a:lnTo>
                      <a:pt x="161016" y="7637"/>
                    </a:lnTo>
                    <a:lnTo>
                      <a:pt x="175866" y="7637"/>
                    </a:lnTo>
                    <a:lnTo>
                      <a:pt x="177988" y="5516"/>
                    </a:lnTo>
                    <a:lnTo>
                      <a:pt x="190717" y="5516"/>
                    </a:lnTo>
                    <a:lnTo>
                      <a:pt x="192838" y="3394"/>
                    </a:lnTo>
                    <a:lnTo>
                      <a:pt x="198500" y="3394"/>
                    </a:lnTo>
                    <a:lnTo>
                      <a:pt x="198500" y="0"/>
                    </a:lnTo>
                    <a:lnTo>
                      <a:pt x="189311" y="0"/>
                    </a:lnTo>
                    <a:close/>
                  </a:path>
                </a:pathLst>
              </a:custGeom>
              <a:solidFill>
                <a:srgbClr val="BABABA"/>
              </a:solidFill>
              <a:ln>
                <a:noFill/>
              </a:ln>
            </p:spPr>
          </p:sp>
          <p:sp>
            <p:nvSpPr>
              <p:cNvPr id="2402" name="Graph element 416"/>
              <p:cNvSpPr/>
              <p:nvPr/>
            </p:nvSpPr>
            <p:spPr>
              <a:xfrm>
                <a:off x="1413346" y="649180"/>
                <a:ext cx="7637" cy="44552"/>
              </a:xfrm>
              <a:custGeom>
                <a:avLst/>
                <a:gdLst/>
                <a:ahLst/>
                <a:cxnLst/>
                <a:rect l="0" t="0" r="r" b="b"/>
                <a:pathLst>
                  <a:path w="7637" h="44552" stroke="0" extrusionOk="0">
                    <a:moveTo>
                      <a:pt x="4243" y="0"/>
                    </a:moveTo>
                    <a:lnTo>
                      <a:pt x="4243" y="9905"/>
                    </a:lnTo>
                    <a:lnTo>
                      <a:pt x="2122" y="12026"/>
                    </a:lnTo>
                    <a:lnTo>
                      <a:pt x="2122" y="33241"/>
                    </a:lnTo>
                    <a:lnTo>
                      <a:pt x="0" y="35363"/>
                    </a:lnTo>
                    <a:lnTo>
                      <a:pt x="0" y="44552"/>
                    </a:lnTo>
                    <a:lnTo>
                      <a:pt x="3394" y="44552"/>
                    </a:lnTo>
                    <a:lnTo>
                      <a:pt x="3394" y="41012"/>
                    </a:lnTo>
                    <a:lnTo>
                      <a:pt x="5516" y="38890"/>
                    </a:lnTo>
                    <a:lnTo>
                      <a:pt x="5516" y="17675"/>
                    </a:lnTo>
                    <a:lnTo>
                      <a:pt x="7637" y="15554"/>
                    </a:lnTo>
                    <a:lnTo>
                      <a:pt x="4243" y="0"/>
                    </a:lnTo>
                    <a:close/>
                  </a:path>
                </a:pathLst>
              </a:custGeom>
              <a:solidFill>
                <a:srgbClr val="BABABA"/>
              </a:solidFill>
              <a:ln>
                <a:noFill/>
              </a:ln>
            </p:spPr>
          </p:sp>
          <p:sp>
            <p:nvSpPr>
              <p:cNvPr id="2403" name="Graph element 417"/>
              <p:cNvSpPr/>
              <p:nvPr/>
            </p:nvSpPr>
            <p:spPr>
              <a:xfrm>
                <a:off x="1422329" y="647483"/>
                <a:ext cx="53316" cy="32598"/>
              </a:xfrm>
              <a:custGeom>
                <a:avLst/>
                <a:gdLst/>
                <a:ahLst/>
                <a:cxnLst/>
                <a:rect l="0" t="0" r="r" b="b"/>
                <a:pathLst>
                  <a:path w="53316" h="32598" stroke="0" extrusionOk="0">
                    <a:moveTo>
                      <a:pt x="0" y="776"/>
                    </a:moveTo>
                    <a:lnTo>
                      <a:pt x="2619" y="3394"/>
                    </a:lnTo>
                    <a:lnTo>
                      <a:pt x="4740" y="3394"/>
                    </a:lnTo>
                    <a:lnTo>
                      <a:pt x="8983" y="7637"/>
                    </a:lnTo>
                    <a:lnTo>
                      <a:pt x="11105" y="7637"/>
                    </a:lnTo>
                    <a:lnTo>
                      <a:pt x="15348" y="11880"/>
                    </a:lnTo>
                    <a:lnTo>
                      <a:pt x="17469" y="11880"/>
                    </a:lnTo>
                    <a:lnTo>
                      <a:pt x="19591" y="14002"/>
                    </a:lnTo>
                    <a:lnTo>
                      <a:pt x="21712" y="14002"/>
                    </a:lnTo>
                    <a:lnTo>
                      <a:pt x="25955" y="18245"/>
                    </a:lnTo>
                    <a:lnTo>
                      <a:pt x="28077" y="18245"/>
                    </a:lnTo>
                    <a:lnTo>
                      <a:pt x="32320" y="22488"/>
                    </a:lnTo>
                    <a:lnTo>
                      <a:pt x="34441" y="22488"/>
                    </a:lnTo>
                    <a:lnTo>
                      <a:pt x="36563" y="24609"/>
                    </a:lnTo>
                    <a:lnTo>
                      <a:pt x="38684" y="24609"/>
                    </a:lnTo>
                    <a:lnTo>
                      <a:pt x="42927" y="28852"/>
                    </a:lnTo>
                    <a:lnTo>
                      <a:pt x="45049" y="28852"/>
                    </a:lnTo>
                    <a:lnTo>
                      <a:pt x="47170" y="30974"/>
                    </a:lnTo>
                    <a:lnTo>
                      <a:pt x="49292" y="30974"/>
                    </a:lnTo>
                    <a:lnTo>
                      <a:pt x="50916" y="32598"/>
                    </a:lnTo>
                    <a:lnTo>
                      <a:pt x="53316" y="30198"/>
                    </a:lnTo>
                    <a:lnTo>
                      <a:pt x="50698" y="27580"/>
                    </a:lnTo>
                    <a:lnTo>
                      <a:pt x="48576" y="27580"/>
                    </a:lnTo>
                    <a:lnTo>
                      <a:pt x="44333" y="23337"/>
                    </a:lnTo>
                    <a:lnTo>
                      <a:pt x="42212" y="23337"/>
                    </a:lnTo>
                    <a:lnTo>
                      <a:pt x="40090" y="21215"/>
                    </a:lnTo>
                    <a:lnTo>
                      <a:pt x="37969" y="21215"/>
                    </a:lnTo>
                    <a:lnTo>
                      <a:pt x="33726" y="16972"/>
                    </a:lnTo>
                    <a:lnTo>
                      <a:pt x="31604" y="16972"/>
                    </a:lnTo>
                    <a:lnTo>
                      <a:pt x="27361" y="12729"/>
                    </a:lnTo>
                    <a:lnTo>
                      <a:pt x="25240" y="12729"/>
                    </a:lnTo>
                    <a:lnTo>
                      <a:pt x="23118" y="10608"/>
                    </a:lnTo>
                    <a:lnTo>
                      <a:pt x="20997" y="10608"/>
                    </a:lnTo>
                    <a:lnTo>
                      <a:pt x="16754" y="6365"/>
                    </a:lnTo>
                    <a:lnTo>
                      <a:pt x="14632" y="6365"/>
                    </a:lnTo>
                    <a:lnTo>
                      <a:pt x="12511" y="4243"/>
                    </a:lnTo>
                    <a:lnTo>
                      <a:pt x="10389" y="4243"/>
                    </a:lnTo>
                    <a:lnTo>
                      <a:pt x="6146" y="0"/>
                    </a:lnTo>
                    <a:lnTo>
                      <a:pt x="0" y="776"/>
                    </a:lnTo>
                    <a:close/>
                  </a:path>
                </a:pathLst>
              </a:custGeom>
              <a:solidFill>
                <a:srgbClr val="BABABA"/>
              </a:solidFill>
              <a:ln>
                <a:noFill/>
              </a:ln>
            </p:spPr>
          </p:sp>
          <p:sp>
            <p:nvSpPr>
              <p:cNvPr id="2404" name="Graph element 418"/>
              <p:cNvSpPr/>
              <p:nvPr/>
            </p:nvSpPr>
            <p:spPr>
              <a:xfrm>
                <a:off x="1245747" y="627044"/>
                <a:ext cx="108972" cy="76871"/>
              </a:xfrm>
              <a:custGeom>
                <a:avLst/>
                <a:gdLst/>
                <a:ahLst/>
                <a:cxnLst/>
                <a:rect l="0" t="0" r="r" b="b"/>
                <a:pathLst>
                  <a:path w="108972" h="76871" stroke="0" extrusionOk="0">
                    <a:moveTo>
                      <a:pt x="68385" y="0"/>
                    </a:moveTo>
                    <a:lnTo>
                      <a:pt x="70010" y="1624"/>
                    </a:lnTo>
                    <a:lnTo>
                      <a:pt x="70010" y="3746"/>
                    </a:lnTo>
                    <a:lnTo>
                      <a:pt x="72131" y="5867"/>
                    </a:lnTo>
                    <a:lnTo>
                      <a:pt x="72131" y="7989"/>
                    </a:lnTo>
                    <a:lnTo>
                      <a:pt x="74253" y="10110"/>
                    </a:lnTo>
                    <a:lnTo>
                      <a:pt x="74253" y="12232"/>
                    </a:lnTo>
                    <a:lnTo>
                      <a:pt x="76374" y="14353"/>
                    </a:lnTo>
                    <a:lnTo>
                      <a:pt x="76374" y="16475"/>
                    </a:lnTo>
                    <a:lnTo>
                      <a:pt x="78496" y="18596"/>
                    </a:lnTo>
                    <a:lnTo>
                      <a:pt x="78496" y="20718"/>
                    </a:lnTo>
                    <a:lnTo>
                      <a:pt x="80617" y="22839"/>
                    </a:lnTo>
                    <a:lnTo>
                      <a:pt x="80617" y="24961"/>
                    </a:lnTo>
                    <a:lnTo>
                      <a:pt x="82739" y="27082"/>
                    </a:lnTo>
                    <a:lnTo>
                      <a:pt x="82739" y="29204"/>
                    </a:lnTo>
                    <a:lnTo>
                      <a:pt x="84860" y="31325"/>
                    </a:lnTo>
                    <a:lnTo>
                      <a:pt x="84860" y="33447"/>
                    </a:lnTo>
                    <a:lnTo>
                      <a:pt x="86982" y="35568"/>
                    </a:lnTo>
                    <a:lnTo>
                      <a:pt x="86982" y="37690"/>
                    </a:lnTo>
                    <a:lnTo>
                      <a:pt x="89103" y="39811"/>
                    </a:lnTo>
                    <a:lnTo>
                      <a:pt x="89103" y="41933"/>
                    </a:lnTo>
                    <a:lnTo>
                      <a:pt x="91225" y="44054"/>
                    </a:lnTo>
                    <a:lnTo>
                      <a:pt x="91225" y="46176"/>
                    </a:lnTo>
                    <a:lnTo>
                      <a:pt x="93346" y="48297"/>
                    </a:lnTo>
                    <a:lnTo>
                      <a:pt x="93346" y="50419"/>
                    </a:lnTo>
                    <a:lnTo>
                      <a:pt x="95468" y="52540"/>
                    </a:lnTo>
                    <a:lnTo>
                      <a:pt x="95468" y="56784"/>
                    </a:lnTo>
                    <a:lnTo>
                      <a:pt x="97589" y="58905"/>
                    </a:lnTo>
                    <a:lnTo>
                      <a:pt x="97589" y="61027"/>
                    </a:lnTo>
                    <a:lnTo>
                      <a:pt x="99711" y="63148"/>
                    </a:lnTo>
                    <a:lnTo>
                      <a:pt x="99711" y="65270"/>
                    </a:lnTo>
                    <a:lnTo>
                      <a:pt x="101832" y="67391"/>
                    </a:lnTo>
                    <a:lnTo>
                      <a:pt x="101832" y="70228"/>
                    </a:lnTo>
                    <a:lnTo>
                      <a:pt x="100705" y="71355"/>
                    </a:lnTo>
                    <a:lnTo>
                      <a:pt x="0" y="71355"/>
                    </a:lnTo>
                    <a:lnTo>
                      <a:pt x="0" y="76871"/>
                    </a:lnTo>
                    <a:lnTo>
                      <a:pt x="8765" y="76871"/>
                    </a:lnTo>
                    <a:lnTo>
                      <a:pt x="10886" y="74750"/>
                    </a:lnTo>
                    <a:lnTo>
                      <a:pt x="102111" y="74750"/>
                    </a:lnTo>
                    <a:lnTo>
                      <a:pt x="105651" y="71210"/>
                    </a:lnTo>
                    <a:lnTo>
                      <a:pt x="106572" y="72131"/>
                    </a:lnTo>
                    <a:lnTo>
                      <a:pt x="108972" y="69731"/>
                    </a:lnTo>
                    <a:lnTo>
                      <a:pt x="105227" y="65985"/>
                    </a:lnTo>
                    <a:lnTo>
                      <a:pt x="105227" y="63864"/>
                    </a:lnTo>
                    <a:lnTo>
                      <a:pt x="103105" y="61742"/>
                    </a:lnTo>
                    <a:lnTo>
                      <a:pt x="103105" y="59621"/>
                    </a:lnTo>
                    <a:lnTo>
                      <a:pt x="100984" y="57499"/>
                    </a:lnTo>
                    <a:lnTo>
                      <a:pt x="100984" y="55377"/>
                    </a:lnTo>
                    <a:lnTo>
                      <a:pt x="98862" y="53256"/>
                    </a:lnTo>
                    <a:lnTo>
                      <a:pt x="98862" y="51134"/>
                    </a:lnTo>
                    <a:lnTo>
                      <a:pt x="96741" y="49013"/>
                    </a:lnTo>
                    <a:lnTo>
                      <a:pt x="96741" y="46891"/>
                    </a:lnTo>
                    <a:lnTo>
                      <a:pt x="94619" y="44770"/>
                    </a:lnTo>
                    <a:lnTo>
                      <a:pt x="94619" y="42648"/>
                    </a:lnTo>
                    <a:lnTo>
                      <a:pt x="92498" y="40527"/>
                    </a:lnTo>
                    <a:lnTo>
                      <a:pt x="92498" y="38405"/>
                    </a:lnTo>
                    <a:lnTo>
                      <a:pt x="90376" y="36284"/>
                    </a:lnTo>
                    <a:lnTo>
                      <a:pt x="90376" y="34162"/>
                    </a:lnTo>
                    <a:lnTo>
                      <a:pt x="88255" y="32041"/>
                    </a:lnTo>
                    <a:lnTo>
                      <a:pt x="88255" y="29919"/>
                    </a:lnTo>
                    <a:lnTo>
                      <a:pt x="86133" y="27798"/>
                    </a:lnTo>
                    <a:lnTo>
                      <a:pt x="86133" y="25676"/>
                    </a:lnTo>
                    <a:lnTo>
                      <a:pt x="84012" y="23555"/>
                    </a:lnTo>
                    <a:lnTo>
                      <a:pt x="84012" y="21433"/>
                    </a:lnTo>
                    <a:lnTo>
                      <a:pt x="81890" y="19312"/>
                    </a:lnTo>
                    <a:lnTo>
                      <a:pt x="81890" y="17190"/>
                    </a:lnTo>
                    <a:lnTo>
                      <a:pt x="79769" y="15069"/>
                    </a:lnTo>
                    <a:lnTo>
                      <a:pt x="79769" y="12947"/>
                    </a:lnTo>
                    <a:lnTo>
                      <a:pt x="77647" y="10826"/>
                    </a:lnTo>
                    <a:lnTo>
                      <a:pt x="77647" y="8704"/>
                    </a:lnTo>
                    <a:lnTo>
                      <a:pt x="75526" y="6583"/>
                    </a:lnTo>
                    <a:lnTo>
                      <a:pt x="75526" y="4461"/>
                    </a:lnTo>
                    <a:lnTo>
                      <a:pt x="73404" y="2340"/>
                    </a:lnTo>
                    <a:lnTo>
                      <a:pt x="73404" y="218"/>
                    </a:lnTo>
                    <a:lnTo>
                      <a:pt x="68385" y="0"/>
                    </a:lnTo>
                    <a:close/>
                  </a:path>
                </a:pathLst>
              </a:custGeom>
              <a:solidFill>
                <a:srgbClr val="BABABA"/>
              </a:solidFill>
              <a:ln>
                <a:noFill/>
              </a:ln>
            </p:spPr>
          </p:sp>
          <p:sp>
            <p:nvSpPr>
              <p:cNvPr id="2405" name="Graph element 419"/>
              <p:cNvSpPr/>
              <p:nvPr/>
            </p:nvSpPr>
            <p:spPr>
              <a:xfrm>
                <a:off x="1472748" y="623722"/>
                <a:ext cx="20366" cy="46527"/>
              </a:xfrm>
              <a:custGeom>
                <a:avLst/>
                <a:gdLst/>
                <a:ahLst/>
                <a:cxnLst/>
                <a:rect l="0" t="0" r="r" b="b"/>
                <a:pathLst>
                  <a:path w="20366" h="46527" stroke="0" extrusionOk="0">
                    <a:moveTo>
                      <a:pt x="0" y="0"/>
                    </a:moveTo>
                    <a:lnTo>
                      <a:pt x="0" y="2825"/>
                    </a:lnTo>
                    <a:lnTo>
                      <a:pt x="2122" y="4946"/>
                    </a:lnTo>
                    <a:lnTo>
                      <a:pt x="2122" y="9189"/>
                    </a:lnTo>
                    <a:lnTo>
                      <a:pt x="4243" y="11311"/>
                    </a:lnTo>
                    <a:lnTo>
                      <a:pt x="4243" y="13432"/>
                    </a:lnTo>
                    <a:lnTo>
                      <a:pt x="6365" y="15554"/>
                    </a:lnTo>
                    <a:lnTo>
                      <a:pt x="6365" y="19797"/>
                    </a:lnTo>
                    <a:lnTo>
                      <a:pt x="8486" y="21918"/>
                    </a:lnTo>
                    <a:lnTo>
                      <a:pt x="8486" y="24040"/>
                    </a:lnTo>
                    <a:lnTo>
                      <a:pt x="10608" y="26161"/>
                    </a:lnTo>
                    <a:lnTo>
                      <a:pt x="10608" y="30404"/>
                    </a:lnTo>
                    <a:lnTo>
                      <a:pt x="12729" y="32526"/>
                    </a:lnTo>
                    <a:lnTo>
                      <a:pt x="12729" y="34647"/>
                    </a:lnTo>
                    <a:lnTo>
                      <a:pt x="14851" y="36769"/>
                    </a:lnTo>
                    <a:lnTo>
                      <a:pt x="14851" y="41012"/>
                    </a:lnTo>
                    <a:lnTo>
                      <a:pt x="20366" y="46527"/>
                    </a:lnTo>
                    <a:lnTo>
                      <a:pt x="20366" y="39606"/>
                    </a:lnTo>
                    <a:lnTo>
                      <a:pt x="18245" y="37484"/>
                    </a:lnTo>
                    <a:lnTo>
                      <a:pt x="18245" y="35363"/>
                    </a:lnTo>
                    <a:lnTo>
                      <a:pt x="16123" y="33241"/>
                    </a:lnTo>
                    <a:lnTo>
                      <a:pt x="16123" y="28998"/>
                    </a:lnTo>
                    <a:lnTo>
                      <a:pt x="14002" y="26877"/>
                    </a:lnTo>
                    <a:lnTo>
                      <a:pt x="14002" y="24755"/>
                    </a:lnTo>
                    <a:lnTo>
                      <a:pt x="11880" y="22634"/>
                    </a:lnTo>
                    <a:lnTo>
                      <a:pt x="11880" y="18391"/>
                    </a:lnTo>
                    <a:lnTo>
                      <a:pt x="9759" y="16269"/>
                    </a:lnTo>
                    <a:lnTo>
                      <a:pt x="9759" y="14148"/>
                    </a:lnTo>
                    <a:lnTo>
                      <a:pt x="7637" y="12026"/>
                    </a:lnTo>
                    <a:lnTo>
                      <a:pt x="7637" y="7783"/>
                    </a:lnTo>
                    <a:lnTo>
                      <a:pt x="5516" y="5662"/>
                    </a:lnTo>
                    <a:lnTo>
                      <a:pt x="5516" y="3540"/>
                    </a:lnTo>
                    <a:lnTo>
                      <a:pt x="3394" y="141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ABABA"/>
              </a:solidFill>
              <a:ln>
                <a:noFill/>
              </a:ln>
            </p:spPr>
          </p:sp>
          <p:sp>
            <p:nvSpPr>
              <p:cNvPr id="2406" name="Graph element 420"/>
              <p:cNvSpPr/>
              <p:nvPr/>
            </p:nvSpPr>
            <p:spPr>
              <a:xfrm>
                <a:off x="1417589" y="623722"/>
                <a:ext cx="5516" cy="18669"/>
              </a:xfrm>
              <a:custGeom>
                <a:avLst/>
                <a:gdLst/>
                <a:ahLst/>
                <a:cxnLst/>
                <a:rect l="0" t="0" r="r" b="b"/>
                <a:pathLst>
                  <a:path w="5516" h="18669" stroke="0" extrusionOk="0">
                    <a:moveTo>
                      <a:pt x="2122" y="0"/>
                    </a:moveTo>
                    <a:lnTo>
                      <a:pt x="2122" y="12026"/>
                    </a:lnTo>
                    <a:lnTo>
                      <a:pt x="0" y="14148"/>
                    </a:lnTo>
                    <a:lnTo>
                      <a:pt x="0" y="18669"/>
                    </a:lnTo>
                    <a:lnTo>
                      <a:pt x="5516" y="18669"/>
                    </a:lnTo>
                    <a:lnTo>
                      <a:pt x="2122" y="0"/>
                    </a:lnTo>
                    <a:close/>
                  </a:path>
                </a:pathLst>
              </a:custGeom>
              <a:solidFill>
                <a:srgbClr val="BABABA"/>
              </a:solidFill>
              <a:ln>
                <a:noFill/>
              </a:ln>
            </p:spPr>
          </p:sp>
          <p:sp>
            <p:nvSpPr>
              <p:cNvPr id="2407" name="Graph element 421"/>
              <p:cNvSpPr/>
              <p:nvPr/>
            </p:nvSpPr>
            <p:spPr>
              <a:xfrm>
                <a:off x="1381099" y="619903"/>
                <a:ext cx="37266" cy="26234"/>
              </a:xfrm>
              <a:custGeom>
                <a:avLst/>
                <a:gdLst/>
                <a:ahLst/>
                <a:cxnLst/>
                <a:rect l="0" t="0" r="r" b="b"/>
                <a:pathLst>
                  <a:path w="37266" h="26234" stroke="0" extrusionOk="0">
                    <a:moveTo>
                      <a:pt x="0" y="3394"/>
                    </a:moveTo>
                    <a:lnTo>
                      <a:pt x="1418" y="3394"/>
                    </a:lnTo>
                    <a:lnTo>
                      <a:pt x="5662" y="7637"/>
                    </a:lnTo>
                    <a:lnTo>
                      <a:pt x="7783" y="7637"/>
                    </a:lnTo>
                    <a:lnTo>
                      <a:pt x="12026" y="11880"/>
                    </a:lnTo>
                    <a:lnTo>
                      <a:pt x="14148" y="11880"/>
                    </a:lnTo>
                    <a:lnTo>
                      <a:pt x="16269" y="14002"/>
                    </a:lnTo>
                    <a:lnTo>
                      <a:pt x="18391" y="14002"/>
                    </a:lnTo>
                    <a:lnTo>
                      <a:pt x="22634" y="18245"/>
                    </a:lnTo>
                    <a:lnTo>
                      <a:pt x="24755" y="18245"/>
                    </a:lnTo>
                    <a:lnTo>
                      <a:pt x="28998" y="22488"/>
                    </a:lnTo>
                    <a:lnTo>
                      <a:pt x="31120" y="22488"/>
                    </a:lnTo>
                    <a:lnTo>
                      <a:pt x="34865" y="26234"/>
                    </a:lnTo>
                    <a:lnTo>
                      <a:pt x="37266" y="23834"/>
                    </a:lnTo>
                    <a:lnTo>
                      <a:pt x="30404" y="16972"/>
                    </a:lnTo>
                    <a:lnTo>
                      <a:pt x="28283" y="16972"/>
                    </a:lnTo>
                    <a:lnTo>
                      <a:pt x="24040" y="12729"/>
                    </a:lnTo>
                    <a:lnTo>
                      <a:pt x="21918" y="12729"/>
                    </a:lnTo>
                    <a:lnTo>
                      <a:pt x="19797" y="10608"/>
                    </a:lnTo>
                    <a:lnTo>
                      <a:pt x="17675" y="10608"/>
                    </a:lnTo>
                    <a:lnTo>
                      <a:pt x="13432" y="6365"/>
                    </a:lnTo>
                    <a:lnTo>
                      <a:pt x="11311" y="6365"/>
                    </a:lnTo>
                    <a:lnTo>
                      <a:pt x="9189" y="4243"/>
                    </a:lnTo>
                    <a:lnTo>
                      <a:pt x="7068" y="4243"/>
                    </a:lnTo>
                    <a:lnTo>
                      <a:pt x="2825" y="0"/>
                    </a:lnTo>
                    <a:lnTo>
                      <a:pt x="0" y="3394"/>
                    </a:lnTo>
                    <a:close/>
                  </a:path>
                </a:pathLst>
              </a:custGeom>
              <a:solidFill>
                <a:srgbClr val="BABABA"/>
              </a:solidFill>
              <a:ln>
                <a:noFill/>
              </a:ln>
            </p:spPr>
          </p:sp>
          <p:sp>
            <p:nvSpPr>
              <p:cNvPr id="2408" name="Graph element 422"/>
              <p:cNvSpPr/>
              <p:nvPr/>
            </p:nvSpPr>
            <p:spPr>
              <a:xfrm>
                <a:off x="1308968" y="575352"/>
                <a:ext cx="2122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2122" h="3394" stroke="0" extrusionOk="0">
                    <a:moveTo>
                      <a:pt x="2122" y="3394"/>
                    </a:moveTo>
                    <a:lnTo>
                      <a:pt x="2122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2122" y="3394"/>
                    </a:lnTo>
                    <a:close/>
                  </a:path>
                </a:pathLst>
              </a:custGeom>
              <a:solidFill>
                <a:srgbClr val="BABABA"/>
              </a:solidFill>
              <a:ln>
                <a:noFill/>
              </a:ln>
            </p:spPr>
          </p:sp>
          <p:sp>
            <p:nvSpPr>
              <p:cNvPr id="2409" name="Graph element 423"/>
              <p:cNvSpPr/>
              <p:nvPr/>
            </p:nvSpPr>
            <p:spPr>
              <a:xfrm>
                <a:off x="1423953" y="543529"/>
                <a:ext cx="10038" cy="31398"/>
              </a:xfrm>
              <a:custGeom>
                <a:avLst/>
                <a:gdLst/>
                <a:ahLst/>
                <a:cxnLst/>
                <a:rect l="0" t="0" r="r" b="b"/>
                <a:pathLst>
                  <a:path w="10038" h="31398" stroke="0" extrusionOk="0">
                    <a:moveTo>
                      <a:pt x="2122" y="0"/>
                    </a:moveTo>
                    <a:lnTo>
                      <a:pt x="2122" y="20088"/>
                    </a:lnTo>
                    <a:lnTo>
                      <a:pt x="0" y="22209"/>
                    </a:lnTo>
                    <a:lnTo>
                      <a:pt x="0" y="31398"/>
                    </a:lnTo>
                    <a:lnTo>
                      <a:pt x="3394" y="31398"/>
                    </a:lnTo>
                    <a:lnTo>
                      <a:pt x="3394" y="27858"/>
                    </a:lnTo>
                    <a:lnTo>
                      <a:pt x="5516" y="25737"/>
                    </a:lnTo>
                    <a:lnTo>
                      <a:pt x="5516" y="4522"/>
                    </a:lnTo>
                    <a:lnTo>
                      <a:pt x="10038" y="0"/>
                    </a:lnTo>
                    <a:lnTo>
                      <a:pt x="2122" y="0"/>
                    </a:lnTo>
                    <a:close/>
                  </a:path>
                </a:pathLst>
              </a:custGeom>
              <a:solidFill>
                <a:srgbClr val="BABABA"/>
              </a:solidFill>
              <a:ln>
                <a:noFill/>
              </a:ln>
            </p:spPr>
          </p:sp>
          <p:sp>
            <p:nvSpPr>
              <p:cNvPr id="2410" name="Graph element 424"/>
              <p:cNvSpPr/>
              <p:nvPr/>
            </p:nvSpPr>
            <p:spPr>
              <a:xfrm>
                <a:off x="1440925" y="543105"/>
                <a:ext cx="18245" cy="40309"/>
              </a:xfrm>
              <a:custGeom>
                <a:avLst/>
                <a:gdLst/>
                <a:ahLst/>
                <a:cxnLst/>
                <a:rect l="0" t="0" r="r" b="b"/>
                <a:pathLst>
                  <a:path w="18245" h="40309" stroke="0" extrusionOk="0">
                    <a:moveTo>
                      <a:pt x="0" y="0"/>
                    </a:moveTo>
                    <a:lnTo>
                      <a:pt x="0" y="4946"/>
                    </a:lnTo>
                    <a:lnTo>
                      <a:pt x="2122" y="7068"/>
                    </a:lnTo>
                    <a:lnTo>
                      <a:pt x="2122" y="9189"/>
                    </a:lnTo>
                    <a:lnTo>
                      <a:pt x="4243" y="11311"/>
                    </a:lnTo>
                    <a:lnTo>
                      <a:pt x="4243" y="15554"/>
                    </a:lnTo>
                    <a:lnTo>
                      <a:pt x="6365" y="17675"/>
                    </a:lnTo>
                    <a:lnTo>
                      <a:pt x="6365" y="19797"/>
                    </a:lnTo>
                    <a:lnTo>
                      <a:pt x="8486" y="21918"/>
                    </a:lnTo>
                    <a:lnTo>
                      <a:pt x="8486" y="26161"/>
                    </a:lnTo>
                    <a:lnTo>
                      <a:pt x="10608" y="28283"/>
                    </a:lnTo>
                    <a:lnTo>
                      <a:pt x="10608" y="30404"/>
                    </a:lnTo>
                    <a:lnTo>
                      <a:pt x="12729" y="32526"/>
                    </a:lnTo>
                    <a:lnTo>
                      <a:pt x="12729" y="36769"/>
                    </a:lnTo>
                    <a:lnTo>
                      <a:pt x="14851" y="38890"/>
                    </a:lnTo>
                    <a:lnTo>
                      <a:pt x="14851" y="40309"/>
                    </a:lnTo>
                    <a:lnTo>
                      <a:pt x="18245" y="40309"/>
                    </a:lnTo>
                    <a:lnTo>
                      <a:pt x="18245" y="35363"/>
                    </a:lnTo>
                    <a:lnTo>
                      <a:pt x="16123" y="33241"/>
                    </a:lnTo>
                    <a:lnTo>
                      <a:pt x="16123" y="31120"/>
                    </a:lnTo>
                    <a:lnTo>
                      <a:pt x="14002" y="28998"/>
                    </a:lnTo>
                    <a:lnTo>
                      <a:pt x="14002" y="24755"/>
                    </a:lnTo>
                    <a:lnTo>
                      <a:pt x="11880" y="22634"/>
                    </a:lnTo>
                    <a:lnTo>
                      <a:pt x="11880" y="20512"/>
                    </a:lnTo>
                    <a:lnTo>
                      <a:pt x="9759" y="18391"/>
                    </a:lnTo>
                    <a:lnTo>
                      <a:pt x="9759" y="14148"/>
                    </a:lnTo>
                    <a:lnTo>
                      <a:pt x="7637" y="12026"/>
                    </a:lnTo>
                    <a:lnTo>
                      <a:pt x="7637" y="9905"/>
                    </a:lnTo>
                    <a:lnTo>
                      <a:pt x="5516" y="7783"/>
                    </a:lnTo>
                    <a:lnTo>
                      <a:pt x="5516" y="3540"/>
                    </a:lnTo>
                    <a:lnTo>
                      <a:pt x="3394" y="141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ABABA"/>
              </a:solidFill>
              <a:ln>
                <a:noFill/>
              </a:ln>
            </p:spPr>
          </p:sp>
          <p:sp>
            <p:nvSpPr>
              <p:cNvPr id="2411" name="Graph element 425"/>
              <p:cNvSpPr/>
              <p:nvPr/>
            </p:nvSpPr>
            <p:spPr>
              <a:xfrm>
                <a:off x="1508535" y="500675"/>
                <a:ext cx="63075" cy="167174"/>
              </a:xfrm>
              <a:custGeom>
                <a:avLst/>
                <a:gdLst/>
                <a:ahLst/>
                <a:cxnLst/>
                <a:rect l="0" t="0" r="r" b="b"/>
                <a:pathLst>
                  <a:path w="63075" h="167174" stroke="0" extrusionOk="0">
                    <a:moveTo>
                      <a:pt x="59681" y="0"/>
                    </a:moveTo>
                    <a:lnTo>
                      <a:pt x="59681" y="1418"/>
                    </a:lnTo>
                    <a:lnTo>
                      <a:pt x="57559" y="3540"/>
                    </a:lnTo>
                    <a:lnTo>
                      <a:pt x="57559" y="7783"/>
                    </a:lnTo>
                    <a:lnTo>
                      <a:pt x="55438" y="9905"/>
                    </a:lnTo>
                    <a:lnTo>
                      <a:pt x="55438" y="14148"/>
                    </a:lnTo>
                    <a:lnTo>
                      <a:pt x="53316" y="16269"/>
                    </a:lnTo>
                    <a:lnTo>
                      <a:pt x="53316" y="20512"/>
                    </a:lnTo>
                    <a:lnTo>
                      <a:pt x="51195" y="22634"/>
                    </a:lnTo>
                    <a:lnTo>
                      <a:pt x="51195" y="26877"/>
                    </a:lnTo>
                    <a:lnTo>
                      <a:pt x="49073" y="28998"/>
                    </a:lnTo>
                    <a:lnTo>
                      <a:pt x="49073" y="33241"/>
                    </a:lnTo>
                    <a:lnTo>
                      <a:pt x="46952" y="35363"/>
                    </a:lnTo>
                    <a:lnTo>
                      <a:pt x="46952" y="39606"/>
                    </a:lnTo>
                    <a:lnTo>
                      <a:pt x="44830" y="41727"/>
                    </a:lnTo>
                    <a:lnTo>
                      <a:pt x="44830" y="45970"/>
                    </a:lnTo>
                    <a:lnTo>
                      <a:pt x="42709" y="48092"/>
                    </a:lnTo>
                    <a:lnTo>
                      <a:pt x="42709" y="52335"/>
                    </a:lnTo>
                    <a:lnTo>
                      <a:pt x="40587" y="54456"/>
                    </a:lnTo>
                    <a:lnTo>
                      <a:pt x="40587" y="58699"/>
                    </a:lnTo>
                    <a:lnTo>
                      <a:pt x="38466" y="60821"/>
                    </a:lnTo>
                    <a:lnTo>
                      <a:pt x="38466" y="65064"/>
                    </a:lnTo>
                    <a:lnTo>
                      <a:pt x="36344" y="67185"/>
                    </a:lnTo>
                    <a:lnTo>
                      <a:pt x="36344" y="71428"/>
                    </a:lnTo>
                    <a:lnTo>
                      <a:pt x="34223" y="73550"/>
                    </a:lnTo>
                    <a:lnTo>
                      <a:pt x="34223" y="77793"/>
                    </a:lnTo>
                    <a:lnTo>
                      <a:pt x="32101" y="79914"/>
                    </a:lnTo>
                    <a:lnTo>
                      <a:pt x="32101" y="82036"/>
                    </a:lnTo>
                    <a:lnTo>
                      <a:pt x="29980" y="84157"/>
                    </a:lnTo>
                    <a:lnTo>
                      <a:pt x="29980" y="88400"/>
                    </a:lnTo>
                    <a:lnTo>
                      <a:pt x="27858" y="90522"/>
                    </a:lnTo>
                    <a:lnTo>
                      <a:pt x="27858" y="94765"/>
                    </a:lnTo>
                    <a:lnTo>
                      <a:pt x="25737" y="96886"/>
                    </a:lnTo>
                    <a:lnTo>
                      <a:pt x="25737" y="101129"/>
                    </a:lnTo>
                    <a:lnTo>
                      <a:pt x="23615" y="103251"/>
                    </a:lnTo>
                    <a:lnTo>
                      <a:pt x="23615" y="107494"/>
                    </a:lnTo>
                    <a:lnTo>
                      <a:pt x="21494" y="109615"/>
                    </a:lnTo>
                    <a:lnTo>
                      <a:pt x="21494" y="113858"/>
                    </a:lnTo>
                    <a:lnTo>
                      <a:pt x="19372" y="115980"/>
                    </a:lnTo>
                    <a:lnTo>
                      <a:pt x="19372" y="120223"/>
                    </a:lnTo>
                    <a:lnTo>
                      <a:pt x="17251" y="122344"/>
                    </a:lnTo>
                    <a:lnTo>
                      <a:pt x="17251" y="126587"/>
                    </a:lnTo>
                    <a:lnTo>
                      <a:pt x="15129" y="128709"/>
                    </a:lnTo>
                    <a:lnTo>
                      <a:pt x="15129" y="132952"/>
                    </a:lnTo>
                    <a:lnTo>
                      <a:pt x="13008" y="135073"/>
                    </a:lnTo>
                    <a:lnTo>
                      <a:pt x="13008" y="139316"/>
                    </a:lnTo>
                    <a:lnTo>
                      <a:pt x="10886" y="141438"/>
                    </a:lnTo>
                    <a:lnTo>
                      <a:pt x="10886" y="145681"/>
                    </a:lnTo>
                    <a:lnTo>
                      <a:pt x="8765" y="147802"/>
                    </a:lnTo>
                    <a:lnTo>
                      <a:pt x="8765" y="152045"/>
                    </a:lnTo>
                    <a:lnTo>
                      <a:pt x="6643" y="154167"/>
                    </a:lnTo>
                    <a:lnTo>
                      <a:pt x="6643" y="158410"/>
                    </a:lnTo>
                    <a:lnTo>
                      <a:pt x="4522" y="160531"/>
                    </a:lnTo>
                    <a:lnTo>
                      <a:pt x="4522" y="162653"/>
                    </a:lnTo>
                    <a:lnTo>
                      <a:pt x="0" y="167174"/>
                    </a:lnTo>
                    <a:lnTo>
                      <a:pt x="7916" y="167174"/>
                    </a:lnTo>
                    <a:lnTo>
                      <a:pt x="7916" y="161937"/>
                    </a:lnTo>
                    <a:lnTo>
                      <a:pt x="10038" y="159816"/>
                    </a:lnTo>
                    <a:lnTo>
                      <a:pt x="10038" y="155573"/>
                    </a:lnTo>
                    <a:lnTo>
                      <a:pt x="12159" y="153451"/>
                    </a:lnTo>
                    <a:lnTo>
                      <a:pt x="12159" y="149208"/>
                    </a:lnTo>
                    <a:lnTo>
                      <a:pt x="14281" y="147087"/>
                    </a:lnTo>
                    <a:lnTo>
                      <a:pt x="14281" y="142844"/>
                    </a:lnTo>
                    <a:lnTo>
                      <a:pt x="16402" y="140722"/>
                    </a:lnTo>
                    <a:lnTo>
                      <a:pt x="16402" y="136479"/>
                    </a:lnTo>
                    <a:lnTo>
                      <a:pt x="18524" y="134358"/>
                    </a:lnTo>
                    <a:lnTo>
                      <a:pt x="18524" y="130115"/>
                    </a:lnTo>
                    <a:lnTo>
                      <a:pt x="20645" y="127993"/>
                    </a:lnTo>
                    <a:lnTo>
                      <a:pt x="20645" y="123750"/>
                    </a:lnTo>
                    <a:lnTo>
                      <a:pt x="22767" y="121629"/>
                    </a:lnTo>
                    <a:lnTo>
                      <a:pt x="22767" y="119507"/>
                    </a:lnTo>
                    <a:lnTo>
                      <a:pt x="24888" y="117386"/>
                    </a:lnTo>
                    <a:lnTo>
                      <a:pt x="24888" y="113143"/>
                    </a:lnTo>
                    <a:lnTo>
                      <a:pt x="27010" y="111021"/>
                    </a:lnTo>
                    <a:lnTo>
                      <a:pt x="27010" y="106778"/>
                    </a:lnTo>
                    <a:lnTo>
                      <a:pt x="29131" y="104657"/>
                    </a:lnTo>
                    <a:lnTo>
                      <a:pt x="29131" y="100414"/>
                    </a:lnTo>
                    <a:lnTo>
                      <a:pt x="31253" y="98292"/>
                    </a:lnTo>
                    <a:lnTo>
                      <a:pt x="31253" y="94049"/>
                    </a:lnTo>
                    <a:lnTo>
                      <a:pt x="33374" y="91928"/>
                    </a:lnTo>
                    <a:lnTo>
                      <a:pt x="33374" y="87685"/>
                    </a:lnTo>
                    <a:lnTo>
                      <a:pt x="35496" y="85563"/>
                    </a:lnTo>
                    <a:lnTo>
                      <a:pt x="35496" y="81320"/>
                    </a:lnTo>
                    <a:lnTo>
                      <a:pt x="37617" y="79199"/>
                    </a:lnTo>
                    <a:lnTo>
                      <a:pt x="37617" y="74956"/>
                    </a:lnTo>
                    <a:lnTo>
                      <a:pt x="39739" y="72834"/>
                    </a:lnTo>
                    <a:lnTo>
                      <a:pt x="39739" y="68591"/>
                    </a:lnTo>
                    <a:lnTo>
                      <a:pt x="41860" y="66470"/>
                    </a:lnTo>
                    <a:lnTo>
                      <a:pt x="41860" y="62227"/>
                    </a:lnTo>
                    <a:lnTo>
                      <a:pt x="43982" y="60105"/>
                    </a:lnTo>
                    <a:lnTo>
                      <a:pt x="43982" y="55862"/>
                    </a:lnTo>
                    <a:lnTo>
                      <a:pt x="46103" y="53741"/>
                    </a:lnTo>
                    <a:lnTo>
                      <a:pt x="46103" y="49498"/>
                    </a:lnTo>
                    <a:lnTo>
                      <a:pt x="48225" y="47376"/>
                    </a:lnTo>
                    <a:lnTo>
                      <a:pt x="48225" y="43133"/>
                    </a:lnTo>
                    <a:lnTo>
                      <a:pt x="50346" y="41012"/>
                    </a:lnTo>
                    <a:lnTo>
                      <a:pt x="50346" y="36769"/>
                    </a:lnTo>
                    <a:lnTo>
                      <a:pt x="52468" y="34647"/>
                    </a:lnTo>
                    <a:lnTo>
                      <a:pt x="52468" y="30404"/>
                    </a:lnTo>
                    <a:lnTo>
                      <a:pt x="54589" y="28283"/>
                    </a:lnTo>
                    <a:lnTo>
                      <a:pt x="54589" y="26161"/>
                    </a:lnTo>
                    <a:lnTo>
                      <a:pt x="56711" y="24040"/>
                    </a:lnTo>
                    <a:lnTo>
                      <a:pt x="56711" y="19797"/>
                    </a:lnTo>
                    <a:lnTo>
                      <a:pt x="58832" y="17675"/>
                    </a:lnTo>
                    <a:lnTo>
                      <a:pt x="58832" y="13432"/>
                    </a:lnTo>
                    <a:lnTo>
                      <a:pt x="60954" y="11311"/>
                    </a:lnTo>
                    <a:lnTo>
                      <a:pt x="60954" y="7068"/>
                    </a:lnTo>
                    <a:lnTo>
                      <a:pt x="63075" y="4946"/>
                    </a:lnTo>
                    <a:lnTo>
                      <a:pt x="59681" y="0"/>
                    </a:lnTo>
                    <a:close/>
                  </a:path>
                </a:pathLst>
              </a:custGeom>
              <a:solidFill>
                <a:srgbClr val="BABABA"/>
              </a:solidFill>
              <a:ln>
                <a:noFill/>
              </a:ln>
            </p:spPr>
          </p:sp>
          <p:sp>
            <p:nvSpPr>
              <p:cNvPr id="2412" name="Graph element 426"/>
              <p:cNvSpPr/>
              <p:nvPr/>
            </p:nvSpPr>
            <p:spPr>
              <a:xfrm>
                <a:off x="1585188" y="440073"/>
                <a:ext cx="7140" cy="11808"/>
              </a:xfrm>
              <a:custGeom>
                <a:avLst/>
                <a:gdLst/>
                <a:ahLst/>
                <a:cxnLst/>
                <a:rect l="0" t="0" r="r" b="b"/>
                <a:pathLst>
                  <a:path w="7140" h="11808" stroke="0" extrusionOk="0">
                    <a:moveTo>
                      <a:pt x="0" y="8983"/>
                    </a:moveTo>
                    <a:lnTo>
                      <a:pt x="0" y="11808"/>
                    </a:lnTo>
                    <a:lnTo>
                      <a:pt x="3394" y="11808"/>
                    </a:lnTo>
                    <a:lnTo>
                      <a:pt x="3394" y="10389"/>
                    </a:lnTo>
                    <a:lnTo>
                      <a:pt x="5516" y="8268"/>
                    </a:lnTo>
                    <a:lnTo>
                      <a:pt x="5516" y="4025"/>
                    </a:lnTo>
                    <a:lnTo>
                      <a:pt x="7140" y="2400"/>
                    </a:lnTo>
                    <a:lnTo>
                      <a:pt x="4740" y="0"/>
                    </a:lnTo>
                    <a:lnTo>
                      <a:pt x="2122" y="2619"/>
                    </a:lnTo>
                    <a:lnTo>
                      <a:pt x="2122" y="6862"/>
                    </a:lnTo>
                    <a:lnTo>
                      <a:pt x="0" y="8983"/>
                    </a:lnTo>
                    <a:close/>
                  </a:path>
                </a:pathLst>
              </a:custGeom>
              <a:solidFill>
                <a:srgbClr val="BABABA"/>
              </a:solidFill>
              <a:ln>
                <a:noFill/>
              </a:ln>
            </p:spPr>
          </p:sp>
          <p:sp>
            <p:nvSpPr>
              <p:cNvPr id="2413" name="Graph element 427"/>
              <p:cNvSpPr/>
              <p:nvPr/>
            </p:nvSpPr>
            <p:spPr>
              <a:xfrm>
                <a:off x="1532647" y="196378"/>
                <a:ext cx="53813" cy="168375"/>
              </a:xfrm>
              <a:custGeom>
                <a:avLst/>
                <a:gdLst/>
                <a:ahLst/>
                <a:cxnLst/>
                <a:rect l="0" t="0" r="r" b="b"/>
                <a:pathLst>
                  <a:path w="53813" h="168375" stroke="0" extrusionOk="0">
                    <a:moveTo>
                      <a:pt x="0" y="0"/>
                    </a:moveTo>
                    <a:lnTo>
                      <a:pt x="1624" y="1624"/>
                    </a:lnTo>
                    <a:lnTo>
                      <a:pt x="1624" y="5867"/>
                    </a:lnTo>
                    <a:lnTo>
                      <a:pt x="3746" y="7989"/>
                    </a:lnTo>
                    <a:lnTo>
                      <a:pt x="3746" y="14353"/>
                    </a:lnTo>
                    <a:lnTo>
                      <a:pt x="5867" y="16475"/>
                    </a:lnTo>
                    <a:lnTo>
                      <a:pt x="5867" y="20718"/>
                    </a:lnTo>
                    <a:lnTo>
                      <a:pt x="7989" y="22839"/>
                    </a:lnTo>
                    <a:lnTo>
                      <a:pt x="7989" y="27082"/>
                    </a:lnTo>
                    <a:lnTo>
                      <a:pt x="10110" y="29204"/>
                    </a:lnTo>
                    <a:lnTo>
                      <a:pt x="10110" y="35568"/>
                    </a:lnTo>
                    <a:lnTo>
                      <a:pt x="12232" y="37690"/>
                    </a:lnTo>
                    <a:lnTo>
                      <a:pt x="12232" y="41933"/>
                    </a:lnTo>
                    <a:lnTo>
                      <a:pt x="14353" y="44054"/>
                    </a:lnTo>
                    <a:lnTo>
                      <a:pt x="14353" y="48297"/>
                    </a:lnTo>
                    <a:lnTo>
                      <a:pt x="16475" y="50419"/>
                    </a:lnTo>
                    <a:lnTo>
                      <a:pt x="16475" y="56784"/>
                    </a:lnTo>
                    <a:lnTo>
                      <a:pt x="18596" y="58905"/>
                    </a:lnTo>
                    <a:lnTo>
                      <a:pt x="18596" y="63148"/>
                    </a:lnTo>
                    <a:lnTo>
                      <a:pt x="20718" y="65270"/>
                    </a:lnTo>
                    <a:lnTo>
                      <a:pt x="20718" y="69513"/>
                    </a:lnTo>
                    <a:lnTo>
                      <a:pt x="22839" y="71634"/>
                    </a:lnTo>
                    <a:lnTo>
                      <a:pt x="22839" y="77999"/>
                    </a:lnTo>
                    <a:lnTo>
                      <a:pt x="24961" y="80120"/>
                    </a:lnTo>
                    <a:lnTo>
                      <a:pt x="24961" y="84363"/>
                    </a:lnTo>
                    <a:lnTo>
                      <a:pt x="27082" y="86485"/>
                    </a:lnTo>
                    <a:lnTo>
                      <a:pt x="27082" y="90728"/>
                    </a:lnTo>
                    <a:lnTo>
                      <a:pt x="29204" y="92849"/>
                    </a:lnTo>
                    <a:lnTo>
                      <a:pt x="29204" y="99214"/>
                    </a:lnTo>
                    <a:lnTo>
                      <a:pt x="31325" y="101335"/>
                    </a:lnTo>
                    <a:lnTo>
                      <a:pt x="31325" y="105578"/>
                    </a:lnTo>
                    <a:lnTo>
                      <a:pt x="33447" y="107700"/>
                    </a:lnTo>
                    <a:lnTo>
                      <a:pt x="33447" y="111943"/>
                    </a:lnTo>
                    <a:lnTo>
                      <a:pt x="35568" y="114064"/>
                    </a:lnTo>
                    <a:lnTo>
                      <a:pt x="35568" y="120429"/>
                    </a:lnTo>
                    <a:lnTo>
                      <a:pt x="37690" y="122550"/>
                    </a:lnTo>
                    <a:lnTo>
                      <a:pt x="37690" y="126793"/>
                    </a:lnTo>
                    <a:lnTo>
                      <a:pt x="39811" y="128915"/>
                    </a:lnTo>
                    <a:lnTo>
                      <a:pt x="39811" y="133158"/>
                    </a:lnTo>
                    <a:lnTo>
                      <a:pt x="41933" y="135279"/>
                    </a:lnTo>
                    <a:lnTo>
                      <a:pt x="41933" y="141644"/>
                    </a:lnTo>
                    <a:lnTo>
                      <a:pt x="44054" y="143765"/>
                    </a:lnTo>
                    <a:lnTo>
                      <a:pt x="44054" y="148008"/>
                    </a:lnTo>
                    <a:lnTo>
                      <a:pt x="46176" y="150130"/>
                    </a:lnTo>
                    <a:lnTo>
                      <a:pt x="46176" y="154373"/>
                    </a:lnTo>
                    <a:lnTo>
                      <a:pt x="48297" y="156494"/>
                    </a:lnTo>
                    <a:lnTo>
                      <a:pt x="48297" y="162859"/>
                    </a:lnTo>
                    <a:lnTo>
                      <a:pt x="53813" y="168375"/>
                    </a:lnTo>
                    <a:lnTo>
                      <a:pt x="53813" y="161453"/>
                    </a:lnTo>
                    <a:lnTo>
                      <a:pt x="51692" y="159331"/>
                    </a:lnTo>
                    <a:lnTo>
                      <a:pt x="51692" y="155088"/>
                    </a:lnTo>
                    <a:lnTo>
                      <a:pt x="49570" y="152967"/>
                    </a:lnTo>
                    <a:lnTo>
                      <a:pt x="49570" y="146602"/>
                    </a:lnTo>
                    <a:lnTo>
                      <a:pt x="47449" y="144481"/>
                    </a:lnTo>
                    <a:lnTo>
                      <a:pt x="47449" y="140238"/>
                    </a:lnTo>
                    <a:lnTo>
                      <a:pt x="45327" y="138116"/>
                    </a:lnTo>
                    <a:lnTo>
                      <a:pt x="45327" y="133873"/>
                    </a:lnTo>
                    <a:lnTo>
                      <a:pt x="43206" y="131752"/>
                    </a:lnTo>
                    <a:lnTo>
                      <a:pt x="43206" y="125387"/>
                    </a:lnTo>
                    <a:lnTo>
                      <a:pt x="41084" y="123266"/>
                    </a:lnTo>
                    <a:lnTo>
                      <a:pt x="41084" y="119023"/>
                    </a:lnTo>
                    <a:lnTo>
                      <a:pt x="38963" y="116901"/>
                    </a:lnTo>
                    <a:lnTo>
                      <a:pt x="38963" y="112658"/>
                    </a:lnTo>
                    <a:lnTo>
                      <a:pt x="36841" y="110537"/>
                    </a:lnTo>
                    <a:lnTo>
                      <a:pt x="36841" y="106294"/>
                    </a:lnTo>
                    <a:lnTo>
                      <a:pt x="34720" y="104172"/>
                    </a:lnTo>
                    <a:lnTo>
                      <a:pt x="34720" y="97808"/>
                    </a:lnTo>
                    <a:lnTo>
                      <a:pt x="32598" y="95686"/>
                    </a:lnTo>
                    <a:lnTo>
                      <a:pt x="32598" y="91443"/>
                    </a:lnTo>
                    <a:lnTo>
                      <a:pt x="30477" y="89322"/>
                    </a:lnTo>
                    <a:lnTo>
                      <a:pt x="30477" y="82957"/>
                    </a:lnTo>
                    <a:lnTo>
                      <a:pt x="28355" y="80836"/>
                    </a:lnTo>
                    <a:lnTo>
                      <a:pt x="28355" y="76593"/>
                    </a:lnTo>
                    <a:lnTo>
                      <a:pt x="26234" y="74471"/>
                    </a:lnTo>
                    <a:lnTo>
                      <a:pt x="26234" y="70228"/>
                    </a:lnTo>
                    <a:lnTo>
                      <a:pt x="24112" y="68107"/>
                    </a:lnTo>
                    <a:lnTo>
                      <a:pt x="24112" y="63864"/>
                    </a:lnTo>
                    <a:lnTo>
                      <a:pt x="21991" y="61742"/>
                    </a:lnTo>
                    <a:lnTo>
                      <a:pt x="21991" y="55377"/>
                    </a:lnTo>
                    <a:lnTo>
                      <a:pt x="19869" y="53256"/>
                    </a:lnTo>
                    <a:lnTo>
                      <a:pt x="19869" y="49013"/>
                    </a:lnTo>
                    <a:lnTo>
                      <a:pt x="17748" y="46891"/>
                    </a:lnTo>
                    <a:lnTo>
                      <a:pt x="17748" y="42648"/>
                    </a:lnTo>
                    <a:lnTo>
                      <a:pt x="15626" y="40527"/>
                    </a:lnTo>
                    <a:lnTo>
                      <a:pt x="15626" y="34162"/>
                    </a:lnTo>
                    <a:lnTo>
                      <a:pt x="13505" y="32041"/>
                    </a:lnTo>
                    <a:lnTo>
                      <a:pt x="13505" y="27798"/>
                    </a:lnTo>
                    <a:lnTo>
                      <a:pt x="11383" y="25676"/>
                    </a:lnTo>
                    <a:lnTo>
                      <a:pt x="11383" y="21433"/>
                    </a:lnTo>
                    <a:lnTo>
                      <a:pt x="9262" y="19312"/>
                    </a:lnTo>
                    <a:lnTo>
                      <a:pt x="9262" y="12947"/>
                    </a:lnTo>
                    <a:lnTo>
                      <a:pt x="7140" y="10826"/>
                    </a:lnTo>
                    <a:lnTo>
                      <a:pt x="7140" y="6583"/>
                    </a:lnTo>
                    <a:lnTo>
                      <a:pt x="5019" y="4461"/>
                    </a:lnTo>
                    <a:lnTo>
                      <a:pt x="5019" y="21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ABABA"/>
              </a:solidFill>
              <a:ln>
                <a:noFill/>
              </a:ln>
            </p:spPr>
          </p:sp>
          <p:sp>
            <p:nvSpPr>
              <p:cNvPr id="2414" name="Graph element 428"/>
              <p:cNvSpPr/>
              <p:nvPr/>
            </p:nvSpPr>
            <p:spPr>
              <a:xfrm>
                <a:off x="397643" y="104875"/>
                <a:ext cx="113216" cy="129690"/>
              </a:xfrm>
              <a:custGeom>
                <a:avLst/>
                <a:gdLst/>
                <a:ahLst/>
                <a:cxnLst/>
                <a:rect l="0" t="0" r="r" b="b"/>
                <a:pathLst>
                  <a:path w="113216" h="129690" stroke="0" extrusionOk="0">
                    <a:moveTo>
                      <a:pt x="112440" y="0"/>
                    </a:moveTo>
                    <a:lnTo>
                      <a:pt x="103457" y="8983"/>
                    </a:lnTo>
                    <a:lnTo>
                      <a:pt x="103457" y="11105"/>
                    </a:lnTo>
                    <a:lnTo>
                      <a:pt x="88606" y="25955"/>
                    </a:lnTo>
                    <a:lnTo>
                      <a:pt x="88606" y="28077"/>
                    </a:lnTo>
                    <a:lnTo>
                      <a:pt x="71634" y="45049"/>
                    </a:lnTo>
                    <a:lnTo>
                      <a:pt x="71634" y="47170"/>
                    </a:lnTo>
                    <a:lnTo>
                      <a:pt x="56784" y="62021"/>
                    </a:lnTo>
                    <a:lnTo>
                      <a:pt x="56784" y="64142"/>
                    </a:lnTo>
                    <a:lnTo>
                      <a:pt x="41933" y="78993"/>
                    </a:lnTo>
                    <a:lnTo>
                      <a:pt x="41933" y="81114"/>
                    </a:lnTo>
                    <a:lnTo>
                      <a:pt x="24961" y="98086"/>
                    </a:lnTo>
                    <a:lnTo>
                      <a:pt x="24961" y="100208"/>
                    </a:lnTo>
                    <a:lnTo>
                      <a:pt x="10110" y="115058"/>
                    </a:lnTo>
                    <a:lnTo>
                      <a:pt x="10110" y="117180"/>
                    </a:lnTo>
                    <a:lnTo>
                      <a:pt x="0" y="127290"/>
                    </a:lnTo>
                    <a:lnTo>
                      <a:pt x="2400" y="129690"/>
                    </a:lnTo>
                    <a:lnTo>
                      <a:pt x="19869" y="112221"/>
                    </a:lnTo>
                    <a:lnTo>
                      <a:pt x="19869" y="110100"/>
                    </a:lnTo>
                    <a:lnTo>
                      <a:pt x="34720" y="95249"/>
                    </a:lnTo>
                    <a:lnTo>
                      <a:pt x="34720" y="93128"/>
                    </a:lnTo>
                    <a:lnTo>
                      <a:pt x="49570" y="78277"/>
                    </a:lnTo>
                    <a:lnTo>
                      <a:pt x="49570" y="76156"/>
                    </a:lnTo>
                    <a:lnTo>
                      <a:pt x="66542" y="59184"/>
                    </a:lnTo>
                    <a:lnTo>
                      <a:pt x="66542" y="57062"/>
                    </a:lnTo>
                    <a:lnTo>
                      <a:pt x="81393" y="42212"/>
                    </a:lnTo>
                    <a:lnTo>
                      <a:pt x="81393" y="40090"/>
                    </a:lnTo>
                    <a:lnTo>
                      <a:pt x="98365" y="23118"/>
                    </a:lnTo>
                    <a:lnTo>
                      <a:pt x="98365" y="20997"/>
                    </a:lnTo>
                    <a:lnTo>
                      <a:pt x="113216" y="6146"/>
                    </a:lnTo>
                    <a:lnTo>
                      <a:pt x="112440" y="0"/>
                    </a:lnTo>
                    <a:close/>
                  </a:path>
                </a:pathLst>
              </a:custGeom>
              <a:solidFill>
                <a:srgbClr val="BABABA"/>
              </a:solidFill>
              <a:ln>
                <a:noFill/>
              </a:ln>
            </p:spPr>
          </p:sp>
          <p:sp>
            <p:nvSpPr>
              <p:cNvPr id="2415" name="Graph element 429"/>
              <p:cNvSpPr/>
              <p:nvPr/>
            </p:nvSpPr>
            <p:spPr>
              <a:xfrm>
                <a:off x="1674788" y="1717218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2122" y="4522"/>
                    </a:moveTo>
                    <a:lnTo>
                      <a:pt x="4522" y="2122"/>
                    </a:lnTo>
                    <a:lnTo>
                      <a:pt x="2400" y="0"/>
                    </a:lnTo>
                    <a:lnTo>
                      <a:pt x="0" y="2400"/>
                    </a:lnTo>
                    <a:lnTo>
                      <a:pt x="2122" y="4522"/>
                    </a:lnTo>
                    <a:close/>
                  </a:path>
                </a:pathLst>
              </a:custGeom>
              <a:solidFill>
                <a:srgbClr val="B7B7B7"/>
              </a:solidFill>
              <a:ln>
                <a:noFill/>
              </a:ln>
            </p:spPr>
          </p:sp>
          <p:sp>
            <p:nvSpPr>
              <p:cNvPr id="2416" name="Graph element 430"/>
              <p:cNvSpPr/>
              <p:nvPr/>
            </p:nvSpPr>
            <p:spPr>
              <a:xfrm>
                <a:off x="1997256" y="1541133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B7B7B7"/>
              </a:solidFill>
              <a:ln>
                <a:noFill/>
              </a:ln>
            </p:spPr>
          </p:sp>
          <p:sp>
            <p:nvSpPr>
              <p:cNvPr id="2417" name="Graph element 431"/>
              <p:cNvSpPr/>
              <p:nvPr/>
            </p:nvSpPr>
            <p:spPr>
              <a:xfrm>
                <a:off x="1999378" y="1500825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2122" y="4522"/>
                    </a:moveTo>
                    <a:lnTo>
                      <a:pt x="4522" y="2122"/>
                    </a:lnTo>
                    <a:lnTo>
                      <a:pt x="2400" y="0"/>
                    </a:lnTo>
                    <a:lnTo>
                      <a:pt x="0" y="2400"/>
                    </a:lnTo>
                    <a:lnTo>
                      <a:pt x="2122" y="4522"/>
                    </a:lnTo>
                    <a:close/>
                  </a:path>
                </a:pathLst>
              </a:custGeom>
              <a:solidFill>
                <a:srgbClr val="B7B7B7"/>
              </a:solidFill>
              <a:ln>
                <a:noFill/>
              </a:ln>
            </p:spPr>
          </p:sp>
          <p:sp>
            <p:nvSpPr>
              <p:cNvPr id="2418" name="Graph element 432"/>
              <p:cNvSpPr/>
              <p:nvPr/>
            </p:nvSpPr>
            <p:spPr>
              <a:xfrm>
                <a:off x="58202" y="1267459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B7B7B7"/>
              </a:solidFill>
              <a:ln>
                <a:noFill/>
              </a:ln>
            </p:spPr>
          </p:sp>
          <p:sp>
            <p:nvSpPr>
              <p:cNvPr id="2419" name="Graph element 433"/>
              <p:cNvSpPr/>
              <p:nvPr/>
            </p:nvSpPr>
            <p:spPr>
              <a:xfrm>
                <a:off x="1596292" y="1199571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B7B7B7"/>
              </a:solidFill>
              <a:ln>
                <a:noFill/>
              </a:ln>
            </p:spPr>
          </p:sp>
          <p:sp>
            <p:nvSpPr>
              <p:cNvPr id="2420" name="Graph element 434"/>
              <p:cNvSpPr/>
              <p:nvPr/>
            </p:nvSpPr>
            <p:spPr>
              <a:xfrm>
                <a:off x="121847" y="858009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2122" y="4522"/>
                    </a:moveTo>
                    <a:lnTo>
                      <a:pt x="4522" y="2122"/>
                    </a:lnTo>
                    <a:lnTo>
                      <a:pt x="2400" y="0"/>
                    </a:lnTo>
                    <a:lnTo>
                      <a:pt x="0" y="2400"/>
                    </a:lnTo>
                    <a:lnTo>
                      <a:pt x="2122" y="4522"/>
                    </a:lnTo>
                    <a:close/>
                  </a:path>
                </a:pathLst>
              </a:custGeom>
              <a:solidFill>
                <a:srgbClr val="B7B7B7"/>
              </a:solidFill>
              <a:ln>
                <a:noFill/>
              </a:ln>
            </p:spPr>
          </p:sp>
          <p:sp>
            <p:nvSpPr>
              <p:cNvPr id="2421" name="Graph element 435"/>
              <p:cNvSpPr/>
              <p:nvPr/>
            </p:nvSpPr>
            <p:spPr>
              <a:xfrm>
                <a:off x="1373037" y="799807"/>
                <a:ext cx="3394" cy="2122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2122" stroke="0" extrusionOk="0">
                    <a:moveTo>
                      <a:pt x="0" y="2122"/>
                    </a:moveTo>
                    <a:lnTo>
                      <a:pt x="3394" y="2122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B7B7B7"/>
              </a:solidFill>
              <a:ln>
                <a:noFill/>
              </a:ln>
            </p:spPr>
          </p:sp>
          <p:sp>
            <p:nvSpPr>
              <p:cNvPr id="2422" name="Graph element 436"/>
              <p:cNvSpPr/>
              <p:nvPr/>
            </p:nvSpPr>
            <p:spPr>
              <a:xfrm>
                <a:off x="1377777" y="787999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B7B7B7"/>
              </a:solidFill>
              <a:ln>
                <a:noFill/>
              </a:ln>
            </p:spPr>
          </p:sp>
          <p:sp>
            <p:nvSpPr>
              <p:cNvPr id="2423" name="Graph element 437"/>
              <p:cNvSpPr/>
              <p:nvPr/>
            </p:nvSpPr>
            <p:spPr>
              <a:xfrm>
                <a:off x="1402314" y="774773"/>
                <a:ext cx="2122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2122" h="3394" stroke="0" extrusionOk="0">
                    <a:moveTo>
                      <a:pt x="2122" y="3394"/>
                    </a:moveTo>
                    <a:lnTo>
                      <a:pt x="2122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2122" y="3394"/>
                    </a:lnTo>
                    <a:close/>
                  </a:path>
                </a:pathLst>
              </a:custGeom>
              <a:solidFill>
                <a:srgbClr val="B7B7B7"/>
              </a:solidFill>
              <a:ln>
                <a:noFill/>
              </a:ln>
            </p:spPr>
          </p:sp>
          <p:sp>
            <p:nvSpPr>
              <p:cNvPr id="2424" name="Graph element 438"/>
              <p:cNvSpPr/>
              <p:nvPr/>
            </p:nvSpPr>
            <p:spPr>
              <a:xfrm>
                <a:off x="353091" y="234287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B7B7B7"/>
              </a:solidFill>
              <a:ln>
                <a:noFill/>
              </a:ln>
            </p:spPr>
          </p:sp>
          <p:sp>
            <p:nvSpPr>
              <p:cNvPr id="2425" name="Graph element 439"/>
              <p:cNvSpPr/>
              <p:nvPr/>
            </p:nvSpPr>
            <p:spPr>
              <a:xfrm>
                <a:off x="585959" y="2089403"/>
                <a:ext cx="62797" cy="65621"/>
              </a:xfrm>
              <a:custGeom>
                <a:avLst/>
                <a:gdLst/>
                <a:ahLst/>
                <a:cxnLst/>
                <a:rect l="0" t="0" r="r" b="b"/>
                <a:pathLst>
                  <a:path w="62797" h="65621" stroke="0" extrusionOk="0">
                    <a:moveTo>
                      <a:pt x="31398" y="0"/>
                    </a:moveTo>
                    <a:lnTo>
                      <a:pt x="28574" y="2825"/>
                    </a:lnTo>
                    <a:lnTo>
                      <a:pt x="20088" y="2825"/>
                    </a:lnTo>
                    <a:lnTo>
                      <a:pt x="17966" y="4946"/>
                    </a:lnTo>
                    <a:lnTo>
                      <a:pt x="15845" y="4946"/>
                    </a:lnTo>
                    <a:lnTo>
                      <a:pt x="13723" y="7068"/>
                    </a:lnTo>
                    <a:lnTo>
                      <a:pt x="11602" y="7068"/>
                    </a:lnTo>
                    <a:lnTo>
                      <a:pt x="4243" y="14426"/>
                    </a:lnTo>
                    <a:lnTo>
                      <a:pt x="4243" y="16548"/>
                    </a:lnTo>
                    <a:lnTo>
                      <a:pt x="2122" y="18669"/>
                    </a:lnTo>
                    <a:lnTo>
                      <a:pt x="2122" y="20791"/>
                    </a:lnTo>
                    <a:lnTo>
                      <a:pt x="0" y="22912"/>
                    </a:lnTo>
                    <a:lnTo>
                      <a:pt x="0" y="43412"/>
                    </a:lnTo>
                    <a:lnTo>
                      <a:pt x="2122" y="45533"/>
                    </a:lnTo>
                    <a:lnTo>
                      <a:pt x="2122" y="47655"/>
                    </a:lnTo>
                    <a:lnTo>
                      <a:pt x="4243" y="49776"/>
                    </a:lnTo>
                    <a:lnTo>
                      <a:pt x="4243" y="51898"/>
                    </a:lnTo>
                    <a:lnTo>
                      <a:pt x="13723" y="61378"/>
                    </a:lnTo>
                    <a:lnTo>
                      <a:pt x="15845" y="61378"/>
                    </a:lnTo>
                    <a:lnTo>
                      <a:pt x="17966" y="63500"/>
                    </a:lnTo>
                    <a:lnTo>
                      <a:pt x="22209" y="63500"/>
                    </a:lnTo>
                    <a:lnTo>
                      <a:pt x="24331" y="65621"/>
                    </a:lnTo>
                    <a:lnTo>
                      <a:pt x="36344" y="65621"/>
                    </a:lnTo>
                    <a:lnTo>
                      <a:pt x="38466" y="63500"/>
                    </a:lnTo>
                    <a:lnTo>
                      <a:pt x="42709" y="63500"/>
                    </a:lnTo>
                    <a:lnTo>
                      <a:pt x="44830" y="61378"/>
                    </a:lnTo>
                    <a:lnTo>
                      <a:pt x="46952" y="61378"/>
                    </a:lnTo>
                    <a:lnTo>
                      <a:pt x="51195" y="57135"/>
                    </a:lnTo>
                    <a:lnTo>
                      <a:pt x="54310" y="57135"/>
                    </a:lnTo>
                    <a:lnTo>
                      <a:pt x="54310" y="54019"/>
                    </a:lnTo>
                    <a:lnTo>
                      <a:pt x="58554" y="49776"/>
                    </a:lnTo>
                    <a:lnTo>
                      <a:pt x="58554" y="47655"/>
                    </a:lnTo>
                    <a:lnTo>
                      <a:pt x="60675" y="45533"/>
                    </a:lnTo>
                    <a:lnTo>
                      <a:pt x="60675" y="41290"/>
                    </a:lnTo>
                    <a:lnTo>
                      <a:pt x="62797" y="39169"/>
                    </a:lnTo>
                    <a:lnTo>
                      <a:pt x="62797" y="27155"/>
                    </a:lnTo>
                    <a:lnTo>
                      <a:pt x="60675" y="25034"/>
                    </a:lnTo>
                    <a:lnTo>
                      <a:pt x="60675" y="20791"/>
                    </a:lnTo>
                    <a:lnTo>
                      <a:pt x="58554" y="18669"/>
                    </a:lnTo>
                    <a:lnTo>
                      <a:pt x="58554" y="16548"/>
                    </a:lnTo>
                    <a:lnTo>
                      <a:pt x="49073" y="7068"/>
                    </a:lnTo>
                    <a:lnTo>
                      <a:pt x="46952" y="7068"/>
                    </a:lnTo>
                    <a:lnTo>
                      <a:pt x="42709" y="2825"/>
                    </a:lnTo>
                    <a:lnTo>
                      <a:pt x="34223" y="2825"/>
                    </a:lnTo>
                    <a:lnTo>
                      <a:pt x="31398" y="0"/>
                    </a:lnTo>
                    <a:close/>
                  </a:path>
                </a:pathLst>
              </a:custGeom>
              <a:solidFill>
                <a:srgbClr val="B3B3B3"/>
              </a:solidFill>
              <a:ln>
                <a:noFill/>
              </a:ln>
            </p:spPr>
          </p:sp>
          <p:sp>
            <p:nvSpPr>
              <p:cNvPr id="2426" name="Graph element 440"/>
              <p:cNvSpPr/>
              <p:nvPr/>
            </p:nvSpPr>
            <p:spPr>
              <a:xfrm>
                <a:off x="963587" y="2087984"/>
                <a:ext cx="62797" cy="64918"/>
              </a:xfrm>
              <a:custGeom>
                <a:avLst/>
                <a:gdLst/>
                <a:ahLst/>
                <a:cxnLst/>
                <a:rect l="0" t="0" r="r" b="b"/>
                <a:pathLst>
                  <a:path w="62797" h="64918" stroke="0" extrusionOk="0">
                    <a:moveTo>
                      <a:pt x="24331" y="0"/>
                    </a:moveTo>
                    <a:lnTo>
                      <a:pt x="22209" y="2122"/>
                    </a:lnTo>
                    <a:lnTo>
                      <a:pt x="17966" y="2122"/>
                    </a:lnTo>
                    <a:lnTo>
                      <a:pt x="15845" y="4243"/>
                    </a:lnTo>
                    <a:lnTo>
                      <a:pt x="13723" y="4243"/>
                    </a:lnTo>
                    <a:lnTo>
                      <a:pt x="2122" y="15845"/>
                    </a:lnTo>
                    <a:lnTo>
                      <a:pt x="2122" y="20088"/>
                    </a:lnTo>
                    <a:lnTo>
                      <a:pt x="0" y="22209"/>
                    </a:lnTo>
                    <a:lnTo>
                      <a:pt x="0" y="42709"/>
                    </a:lnTo>
                    <a:lnTo>
                      <a:pt x="2122" y="44830"/>
                    </a:lnTo>
                    <a:lnTo>
                      <a:pt x="2122" y="46952"/>
                    </a:lnTo>
                    <a:lnTo>
                      <a:pt x="4243" y="49073"/>
                    </a:lnTo>
                    <a:lnTo>
                      <a:pt x="4243" y="51195"/>
                    </a:lnTo>
                    <a:lnTo>
                      <a:pt x="11602" y="58554"/>
                    </a:lnTo>
                    <a:lnTo>
                      <a:pt x="13723" y="58554"/>
                    </a:lnTo>
                    <a:lnTo>
                      <a:pt x="15845" y="60675"/>
                    </a:lnTo>
                    <a:lnTo>
                      <a:pt x="17966" y="60675"/>
                    </a:lnTo>
                    <a:lnTo>
                      <a:pt x="20088" y="62797"/>
                    </a:lnTo>
                    <a:lnTo>
                      <a:pt x="26452" y="62797"/>
                    </a:lnTo>
                    <a:lnTo>
                      <a:pt x="28574" y="64918"/>
                    </a:lnTo>
                    <a:lnTo>
                      <a:pt x="32101" y="64918"/>
                    </a:lnTo>
                    <a:lnTo>
                      <a:pt x="34223" y="62797"/>
                    </a:lnTo>
                    <a:lnTo>
                      <a:pt x="42709" y="62797"/>
                    </a:lnTo>
                    <a:lnTo>
                      <a:pt x="44830" y="60675"/>
                    </a:lnTo>
                    <a:lnTo>
                      <a:pt x="46952" y="60675"/>
                    </a:lnTo>
                    <a:lnTo>
                      <a:pt x="58554" y="49073"/>
                    </a:lnTo>
                    <a:lnTo>
                      <a:pt x="58554" y="46952"/>
                    </a:lnTo>
                    <a:lnTo>
                      <a:pt x="60675" y="44830"/>
                    </a:lnTo>
                    <a:lnTo>
                      <a:pt x="60675" y="40587"/>
                    </a:lnTo>
                    <a:lnTo>
                      <a:pt x="62797" y="38466"/>
                    </a:lnTo>
                    <a:lnTo>
                      <a:pt x="62797" y="26452"/>
                    </a:lnTo>
                    <a:lnTo>
                      <a:pt x="60675" y="24331"/>
                    </a:lnTo>
                    <a:lnTo>
                      <a:pt x="60675" y="20088"/>
                    </a:lnTo>
                    <a:lnTo>
                      <a:pt x="58554" y="17966"/>
                    </a:lnTo>
                    <a:lnTo>
                      <a:pt x="58554" y="15845"/>
                    </a:lnTo>
                    <a:lnTo>
                      <a:pt x="54310" y="11602"/>
                    </a:lnTo>
                    <a:lnTo>
                      <a:pt x="54310" y="8486"/>
                    </a:lnTo>
                    <a:lnTo>
                      <a:pt x="51195" y="8486"/>
                    </a:lnTo>
                    <a:lnTo>
                      <a:pt x="46952" y="4243"/>
                    </a:lnTo>
                    <a:lnTo>
                      <a:pt x="44830" y="4243"/>
                    </a:lnTo>
                    <a:lnTo>
                      <a:pt x="42709" y="2122"/>
                    </a:lnTo>
                    <a:lnTo>
                      <a:pt x="38466" y="2122"/>
                    </a:lnTo>
                    <a:lnTo>
                      <a:pt x="36344" y="0"/>
                    </a:lnTo>
                    <a:lnTo>
                      <a:pt x="24331" y="0"/>
                    </a:lnTo>
                    <a:close/>
                  </a:path>
                </a:pathLst>
              </a:custGeom>
              <a:solidFill>
                <a:srgbClr val="B3B3B3"/>
              </a:solidFill>
              <a:ln>
                <a:noFill/>
              </a:ln>
            </p:spPr>
          </p:sp>
          <p:sp>
            <p:nvSpPr>
              <p:cNvPr id="2427" name="Graph element 441"/>
              <p:cNvSpPr/>
              <p:nvPr/>
            </p:nvSpPr>
            <p:spPr>
              <a:xfrm>
                <a:off x="622025" y="1788852"/>
                <a:ext cx="64918" cy="64918"/>
              </a:xfrm>
              <a:custGeom>
                <a:avLst/>
                <a:gdLst/>
                <a:ahLst/>
                <a:cxnLst/>
                <a:rect l="0" t="0" r="r" b="b"/>
                <a:pathLst>
                  <a:path w="64918" h="64918" stroke="0" extrusionOk="0">
                    <a:moveTo>
                      <a:pt x="28574" y="0"/>
                    </a:moveTo>
                    <a:lnTo>
                      <a:pt x="26452" y="2122"/>
                    </a:lnTo>
                    <a:lnTo>
                      <a:pt x="20088" y="2122"/>
                    </a:lnTo>
                    <a:lnTo>
                      <a:pt x="17966" y="4243"/>
                    </a:lnTo>
                    <a:lnTo>
                      <a:pt x="15845" y="4243"/>
                    </a:lnTo>
                    <a:lnTo>
                      <a:pt x="4243" y="15845"/>
                    </a:lnTo>
                    <a:lnTo>
                      <a:pt x="4243" y="17966"/>
                    </a:lnTo>
                    <a:lnTo>
                      <a:pt x="2122" y="20088"/>
                    </a:lnTo>
                    <a:lnTo>
                      <a:pt x="2122" y="24331"/>
                    </a:lnTo>
                    <a:lnTo>
                      <a:pt x="0" y="26452"/>
                    </a:lnTo>
                    <a:lnTo>
                      <a:pt x="0" y="38466"/>
                    </a:lnTo>
                    <a:lnTo>
                      <a:pt x="2122" y="40587"/>
                    </a:lnTo>
                    <a:lnTo>
                      <a:pt x="2122" y="44830"/>
                    </a:lnTo>
                    <a:lnTo>
                      <a:pt x="4243" y="46952"/>
                    </a:lnTo>
                    <a:lnTo>
                      <a:pt x="4243" y="49073"/>
                    </a:lnTo>
                    <a:lnTo>
                      <a:pt x="15845" y="60675"/>
                    </a:lnTo>
                    <a:lnTo>
                      <a:pt x="17966" y="60675"/>
                    </a:lnTo>
                    <a:lnTo>
                      <a:pt x="20088" y="62797"/>
                    </a:lnTo>
                    <a:lnTo>
                      <a:pt x="24331" y="62797"/>
                    </a:lnTo>
                    <a:lnTo>
                      <a:pt x="26452" y="64918"/>
                    </a:lnTo>
                    <a:lnTo>
                      <a:pt x="36344" y="64918"/>
                    </a:lnTo>
                    <a:lnTo>
                      <a:pt x="38466" y="62797"/>
                    </a:lnTo>
                    <a:lnTo>
                      <a:pt x="44830" y="62797"/>
                    </a:lnTo>
                    <a:lnTo>
                      <a:pt x="49073" y="58554"/>
                    </a:lnTo>
                    <a:lnTo>
                      <a:pt x="51195" y="58554"/>
                    </a:lnTo>
                    <a:lnTo>
                      <a:pt x="58554" y="51195"/>
                    </a:lnTo>
                    <a:lnTo>
                      <a:pt x="58554" y="49073"/>
                    </a:lnTo>
                    <a:lnTo>
                      <a:pt x="60675" y="46952"/>
                    </a:lnTo>
                    <a:lnTo>
                      <a:pt x="60675" y="44830"/>
                    </a:lnTo>
                    <a:lnTo>
                      <a:pt x="62797" y="42709"/>
                    </a:lnTo>
                    <a:lnTo>
                      <a:pt x="62797" y="36344"/>
                    </a:lnTo>
                    <a:lnTo>
                      <a:pt x="64918" y="34223"/>
                    </a:lnTo>
                    <a:lnTo>
                      <a:pt x="64918" y="30695"/>
                    </a:lnTo>
                    <a:lnTo>
                      <a:pt x="62797" y="28574"/>
                    </a:lnTo>
                    <a:lnTo>
                      <a:pt x="62797" y="22209"/>
                    </a:lnTo>
                    <a:lnTo>
                      <a:pt x="60675" y="20088"/>
                    </a:lnTo>
                    <a:lnTo>
                      <a:pt x="60675" y="17966"/>
                    </a:lnTo>
                    <a:lnTo>
                      <a:pt x="58554" y="15845"/>
                    </a:lnTo>
                    <a:lnTo>
                      <a:pt x="58554" y="13723"/>
                    </a:lnTo>
                    <a:lnTo>
                      <a:pt x="51195" y="6365"/>
                    </a:lnTo>
                    <a:lnTo>
                      <a:pt x="49073" y="6365"/>
                    </a:lnTo>
                    <a:lnTo>
                      <a:pt x="46952" y="4243"/>
                    </a:lnTo>
                    <a:lnTo>
                      <a:pt x="44830" y="4243"/>
                    </a:lnTo>
                    <a:lnTo>
                      <a:pt x="42709" y="2122"/>
                    </a:lnTo>
                    <a:lnTo>
                      <a:pt x="38466" y="2122"/>
                    </a:lnTo>
                    <a:lnTo>
                      <a:pt x="36344" y="0"/>
                    </a:lnTo>
                    <a:lnTo>
                      <a:pt x="28574" y="0"/>
                    </a:lnTo>
                    <a:close/>
                  </a:path>
                </a:pathLst>
              </a:custGeom>
              <a:solidFill>
                <a:srgbClr val="B3B3B3"/>
              </a:solidFill>
              <a:ln>
                <a:noFill/>
              </a:ln>
            </p:spPr>
          </p:sp>
          <p:sp>
            <p:nvSpPr>
              <p:cNvPr id="2428" name="Graph element 442"/>
              <p:cNvSpPr/>
              <p:nvPr/>
            </p:nvSpPr>
            <p:spPr>
              <a:xfrm>
                <a:off x="1667926" y="1665805"/>
                <a:ext cx="62797" cy="62797"/>
              </a:xfrm>
              <a:custGeom>
                <a:avLst/>
                <a:gdLst/>
                <a:ahLst/>
                <a:cxnLst/>
                <a:rect l="0" t="0" r="r" b="b"/>
                <a:pathLst>
                  <a:path w="62797" h="62797" stroke="0" extrusionOk="0">
                    <a:moveTo>
                      <a:pt x="24331" y="0"/>
                    </a:moveTo>
                    <a:lnTo>
                      <a:pt x="22209" y="2122"/>
                    </a:lnTo>
                    <a:lnTo>
                      <a:pt x="17966" y="2122"/>
                    </a:lnTo>
                    <a:lnTo>
                      <a:pt x="15845" y="4243"/>
                    </a:lnTo>
                    <a:lnTo>
                      <a:pt x="13723" y="4243"/>
                    </a:lnTo>
                    <a:lnTo>
                      <a:pt x="4243" y="13723"/>
                    </a:lnTo>
                    <a:lnTo>
                      <a:pt x="4243" y="15845"/>
                    </a:lnTo>
                    <a:lnTo>
                      <a:pt x="2122" y="17966"/>
                    </a:lnTo>
                    <a:lnTo>
                      <a:pt x="2122" y="20088"/>
                    </a:lnTo>
                    <a:lnTo>
                      <a:pt x="0" y="22209"/>
                    </a:lnTo>
                    <a:lnTo>
                      <a:pt x="0" y="40587"/>
                    </a:lnTo>
                    <a:lnTo>
                      <a:pt x="2122" y="42709"/>
                    </a:lnTo>
                    <a:lnTo>
                      <a:pt x="2122" y="46952"/>
                    </a:lnTo>
                    <a:lnTo>
                      <a:pt x="15845" y="60675"/>
                    </a:lnTo>
                    <a:lnTo>
                      <a:pt x="20088" y="60675"/>
                    </a:lnTo>
                    <a:lnTo>
                      <a:pt x="22209" y="62797"/>
                    </a:lnTo>
                    <a:lnTo>
                      <a:pt x="40587" y="62797"/>
                    </a:lnTo>
                    <a:lnTo>
                      <a:pt x="42709" y="60675"/>
                    </a:lnTo>
                    <a:lnTo>
                      <a:pt x="44830" y="60675"/>
                    </a:lnTo>
                    <a:lnTo>
                      <a:pt x="46952" y="58554"/>
                    </a:lnTo>
                    <a:lnTo>
                      <a:pt x="49073" y="58554"/>
                    </a:lnTo>
                    <a:lnTo>
                      <a:pt x="58554" y="49073"/>
                    </a:lnTo>
                    <a:lnTo>
                      <a:pt x="58554" y="46952"/>
                    </a:lnTo>
                    <a:lnTo>
                      <a:pt x="60675" y="44830"/>
                    </a:lnTo>
                    <a:lnTo>
                      <a:pt x="60675" y="40587"/>
                    </a:lnTo>
                    <a:lnTo>
                      <a:pt x="62797" y="38466"/>
                    </a:lnTo>
                    <a:lnTo>
                      <a:pt x="62797" y="24331"/>
                    </a:lnTo>
                    <a:lnTo>
                      <a:pt x="60675" y="22209"/>
                    </a:lnTo>
                    <a:lnTo>
                      <a:pt x="60675" y="17966"/>
                    </a:lnTo>
                    <a:lnTo>
                      <a:pt x="56432" y="13723"/>
                    </a:lnTo>
                    <a:lnTo>
                      <a:pt x="56432" y="11602"/>
                    </a:lnTo>
                    <a:lnTo>
                      <a:pt x="51195" y="6365"/>
                    </a:lnTo>
                    <a:lnTo>
                      <a:pt x="49073" y="6365"/>
                    </a:lnTo>
                    <a:lnTo>
                      <a:pt x="44830" y="2122"/>
                    </a:lnTo>
                    <a:lnTo>
                      <a:pt x="40587" y="2122"/>
                    </a:lnTo>
                    <a:lnTo>
                      <a:pt x="38466" y="0"/>
                    </a:lnTo>
                    <a:lnTo>
                      <a:pt x="24331" y="0"/>
                    </a:lnTo>
                    <a:close/>
                  </a:path>
                </a:pathLst>
              </a:custGeom>
              <a:solidFill>
                <a:srgbClr val="B3B3B3"/>
              </a:solidFill>
              <a:ln>
                <a:noFill/>
              </a:ln>
            </p:spPr>
          </p:sp>
          <p:sp>
            <p:nvSpPr>
              <p:cNvPr id="2429" name="Graph element 443"/>
              <p:cNvSpPr/>
              <p:nvPr/>
            </p:nvSpPr>
            <p:spPr>
              <a:xfrm>
                <a:off x="1945843" y="1489720"/>
                <a:ext cx="62797" cy="64918"/>
              </a:xfrm>
              <a:custGeom>
                <a:avLst/>
                <a:gdLst/>
                <a:ahLst/>
                <a:cxnLst/>
                <a:rect l="0" t="0" r="r" b="b"/>
                <a:pathLst>
                  <a:path w="62797" h="64918" stroke="0" extrusionOk="0">
                    <a:moveTo>
                      <a:pt x="26452" y="0"/>
                    </a:moveTo>
                    <a:lnTo>
                      <a:pt x="24331" y="2122"/>
                    </a:lnTo>
                    <a:lnTo>
                      <a:pt x="20088" y="2122"/>
                    </a:lnTo>
                    <a:lnTo>
                      <a:pt x="17966" y="4243"/>
                    </a:lnTo>
                    <a:lnTo>
                      <a:pt x="15845" y="4243"/>
                    </a:lnTo>
                    <a:lnTo>
                      <a:pt x="13723" y="6365"/>
                    </a:lnTo>
                    <a:lnTo>
                      <a:pt x="11602" y="6365"/>
                    </a:lnTo>
                    <a:lnTo>
                      <a:pt x="4243" y="13723"/>
                    </a:lnTo>
                    <a:lnTo>
                      <a:pt x="4243" y="15845"/>
                    </a:lnTo>
                    <a:lnTo>
                      <a:pt x="2122" y="17966"/>
                    </a:lnTo>
                    <a:lnTo>
                      <a:pt x="2122" y="20088"/>
                    </a:lnTo>
                    <a:lnTo>
                      <a:pt x="0" y="22209"/>
                    </a:lnTo>
                    <a:lnTo>
                      <a:pt x="0" y="40587"/>
                    </a:lnTo>
                    <a:lnTo>
                      <a:pt x="2122" y="42709"/>
                    </a:lnTo>
                    <a:lnTo>
                      <a:pt x="2122" y="46952"/>
                    </a:lnTo>
                    <a:lnTo>
                      <a:pt x="6365" y="51195"/>
                    </a:lnTo>
                    <a:lnTo>
                      <a:pt x="6365" y="53316"/>
                    </a:lnTo>
                    <a:lnTo>
                      <a:pt x="9480" y="56432"/>
                    </a:lnTo>
                    <a:lnTo>
                      <a:pt x="11602" y="56432"/>
                    </a:lnTo>
                    <a:lnTo>
                      <a:pt x="15845" y="60675"/>
                    </a:lnTo>
                    <a:lnTo>
                      <a:pt x="17966" y="60675"/>
                    </a:lnTo>
                    <a:lnTo>
                      <a:pt x="20088" y="62797"/>
                    </a:lnTo>
                    <a:lnTo>
                      <a:pt x="26452" y="62797"/>
                    </a:lnTo>
                    <a:lnTo>
                      <a:pt x="28574" y="64918"/>
                    </a:lnTo>
                    <a:lnTo>
                      <a:pt x="34223" y="64918"/>
                    </a:lnTo>
                    <a:lnTo>
                      <a:pt x="36344" y="62797"/>
                    </a:lnTo>
                    <a:lnTo>
                      <a:pt x="42709" y="62797"/>
                    </a:lnTo>
                    <a:lnTo>
                      <a:pt x="44830" y="60675"/>
                    </a:lnTo>
                    <a:lnTo>
                      <a:pt x="46952" y="60675"/>
                    </a:lnTo>
                    <a:lnTo>
                      <a:pt x="58554" y="49073"/>
                    </a:lnTo>
                    <a:lnTo>
                      <a:pt x="58554" y="46952"/>
                    </a:lnTo>
                    <a:lnTo>
                      <a:pt x="60675" y="44830"/>
                    </a:lnTo>
                    <a:lnTo>
                      <a:pt x="60675" y="42709"/>
                    </a:lnTo>
                    <a:lnTo>
                      <a:pt x="62797" y="40587"/>
                    </a:lnTo>
                    <a:lnTo>
                      <a:pt x="62797" y="24331"/>
                    </a:lnTo>
                    <a:lnTo>
                      <a:pt x="60675" y="22209"/>
                    </a:lnTo>
                    <a:lnTo>
                      <a:pt x="60675" y="20088"/>
                    </a:lnTo>
                    <a:lnTo>
                      <a:pt x="58554" y="17966"/>
                    </a:lnTo>
                    <a:lnTo>
                      <a:pt x="58554" y="15845"/>
                    </a:lnTo>
                    <a:lnTo>
                      <a:pt x="54310" y="11602"/>
                    </a:lnTo>
                    <a:lnTo>
                      <a:pt x="54310" y="8486"/>
                    </a:lnTo>
                    <a:lnTo>
                      <a:pt x="51195" y="8486"/>
                    </a:lnTo>
                    <a:lnTo>
                      <a:pt x="46952" y="4243"/>
                    </a:lnTo>
                    <a:lnTo>
                      <a:pt x="44830" y="4243"/>
                    </a:lnTo>
                    <a:lnTo>
                      <a:pt x="42709" y="2122"/>
                    </a:lnTo>
                    <a:lnTo>
                      <a:pt x="38466" y="2122"/>
                    </a:lnTo>
                    <a:lnTo>
                      <a:pt x="36344" y="0"/>
                    </a:lnTo>
                    <a:lnTo>
                      <a:pt x="26452" y="0"/>
                    </a:lnTo>
                    <a:close/>
                  </a:path>
                </a:pathLst>
              </a:custGeom>
              <a:solidFill>
                <a:srgbClr val="B3B3B3"/>
              </a:solidFill>
              <a:ln>
                <a:noFill/>
              </a:ln>
            </p:spPr>
          </p:sp>
          <p:sp>
            <p:nvSpPr>
              <p:cNvPr id="2430" name="Graph element 444"/>
              <p:cNvSpPr/>
              <p:nvPr/>
            </p:nvSpPr>
            <p:spPr>
              <a:xfrm>
                <a:off x="51340" y="1258476"/>
                <a:ext cx="62797" cy="64918"/>
              </a:xfrm>
              <a:custGeom>
                <a:avLst/>
                <a:gdLst/>
                <a:ahLst/>
                <a:cxnLst/>
                <a:rect l="0" t="0" r="r" b="b"/>
                <a:pathLst>
                  <a:path w="62797" h="64918" stroke="0" extrusionOk="0">
                    <a:moveTo>
                      <a:pt x="30695" y="0"/>
                    </a:moveTo>
                    <a:lnTo>
                      <a:pt x="28574" y="2122"/>
                    </a:lnTo>
                    <a:lnTo>
                      <a:pt x="20088" y="2122"/>
                    </a:lnTo>
                    <a:lnTo>
                      <a:pt x="17966" y="4243"/>
                    </a:lnTo>
                    <a:lnTo>
                      <a:pt x="15845" y="4243"/>
                    </a:lnTo>
                    <a:lnTo>
                      <a:pt x="4243" y="15845"/>
                    </a:lnTo>
                    <a:lnTo>
                      <a:pt x="4243" y="17966"/>
                    </a:lnTo>
                    <a:lnTo>
                      <a:pt x="2122" y="20088"/>
                    </a:lnTo>
                    <a:lnTo>
                      <a:pt x="2122" y="22209"/>
                    </a:lnTo>
                    <a:lnTo>
                      <a:pt x="0" y="24331"/>
                    </a:lnTo>
                    <a:lnTo>
                      <a:pt x="0" y="40587"/>
                    </a:lnTo>
                    <a:lnTo>
                      <a:pt x="2122" y="42709"/>
                    </a:lnTo>
                    <a:lnTo>
                      <a:pt x="2122" y="44830"/>
                    </a:lnTo>
                    <a:lnTo>
                      <a:pt x="4243" y="46952"/>
                    </a:lnTo>
                    <a:lnTo>
                      <a:pt x="4243" y="49073"/>
                    </a:lnTo>
                    <a:lnTo>
                      <a:pt x="8486" y="53316"/>
                    </a:lnTo>
                    <a:lnTo>
                      <a:pt x="8486" y="56432"/>
                    </a:lnTo>
                    <a:lnTo>
                      <a:pt x="11602" y="56432"/>
                    </a:lnTo>
                    <a:lnTo>
                      <a:pt x="15845" y="60675"/>
                    </a:lnTo>
                    <a:lnTo>
                      <a:pt x="17966" y="60675"/>
                    </a:lnTo>
                    <a:lnTo>
                      <a:pt x="20088" y="62797"/>
                    </a:lnTo>
                    <a:lnTo>
                      <a:pt x="24331" y="62797"/>
                    </a:lnTo>
                    <a:lnTo>
                      <a:pt x="26452" y="64918"/>
                    </a:lnTo>
                    <a:lnTo>
                      <a:pt x="36344" y="64918"/>
                    </a:lnTo>
                    <a:lnTo>
                      <a:pt x="38466" y="62797"/>
                    </a:lnTo>
                    <a:lnTo>
                      <a:pt x="42709" y="62797"/>
                    </a:lnTo>
                    <a:lnTo>
                      <a:pt x="44830" y="60675"/>
                    </a:lnTo>
                    <a:lnTo>
                      <a:pt x="46952" y="60675"/>
                    </a:lnTo>
                    <a:lnTo>
                      <a:pt x="49073" y="58554"/>
                    </a:lnTo>
                    <a:lnTo>
                      <a:pt x="51195" y="58554"/>
                    </a:lnTo>
                    <a:lnTo>
                      <a:pt x="58554" y="51195"/>
                    </a:lnTo>
                    <a:lnTo>
                      <a:pt x="58554" y="49073"/>
                    </a:lnTo>
                    <a:lnTo>
                      <a:pt x="60675" y="46952"/>
                    </a:lnTo>
                    <a:lnTo>
                      <a:pt x="60675" y="44830"/>
                    </a:lnTo>
                    <a:lnTo>
                      <a:pt x="62797" y="42709"/>
                    </a:lnTo>
                    <a:lnTo>
                      <a:pt x="62797" y="22209"/>
                    </a:lnTo>
                    <a:lnTo>
                      <a:pt x="60675" y="20088"/>
                    </a:lnTo>
                    <a:lnTo>
                      <a:pt x="60675" y="17966"/>
                    </a:lnTo>
                    <a:lnTo>
                      <a:pt x="56432" y="13723"/>
                    </a:lnTo>
                    <a:lnTo>
                      <a:pt x="56432" y="11602"/>
                    </a:lnTo>
                    <a:lnTo>
                      <a:pt x="53316" y="8486"/>
                    </a:lnTo>
                    <a:lnTo>
                      <a:pt x="51195" y="8486"/>
                    </a:lnTo>
                    <a:lnTo>
                      <a:pt x="46952" y="4243"/>
                    </a:lnTo>
                    <a:lnTo>
                      <a:pt x="44830" y="4243"/>
                    </a:lnTo>
                    <a:lnTo>
                      <a:pt x="42709" y="2122"/>
                    </a:lnTo>
                    <a:lnTo>
                      <a:pt x="36344" y="2122"/>
                    </a:lnTo>
                    <a:lnTo>
                      <a:pt x="34223" y="0"/>
                    </a:lnTo>
                    <a:lnTo>
                      <a:pt x="30695" y="0"/>
                    </a:lnTo>
                    <a:close/>
                  </a:path>
                </a:pathLst>
              </a:custGeom>
              <a:solidFill>
                <a:srgbClr val="B3B3B3"/>
              </a:solidFill>
              <a:ln>
                <a:noFill/>
              </a:ln>
            </p:spPr>
          </p:sp>
          <p:sp>
            <p:nvSpPr>
              <p:cNvPr id="2431" name="Graph element 445"/>
              <p:cNvSpPr/>
              <p:nvPr/>
            </p:nvSpPr>
            <p:spPr>
              <a:xfrm>
                <a:off x="1589431" y="1189885"/>
                <a:ext cx="62797" cy="65621"/>
              </a:xfrm>
              <a:custGeom>
                <a:avLst/>
                <a:gdLst/>
                <a:ahLst/>
                <a:cxnLst/>
                <a:rect l="0" t="0" r="r" b="b"/>
                <a:pathLst>
                  <a:path w="62797" h="65621" stroke="0" extrusionOk="0">
                    <a:moveTo>
                      <a:pt x="29277" y="0"/>
                    </a:moveTo>
                    <a:lnTo>
                      <a:pt x="26452" y="2825"/>
                    </a:lnTo>
                    <a:lnTo>
                      <a:pt x="22209" y="2825"/>
                    </a:lnTo>
                    <a:lnTo>
                      <a:pt x="20088" y="4946"/>
                    </a:lnTo>
                    <a:lnTo>
                      <a:pt x="15845" y="4946"/>
                    </a:lnTo>
                    <a:lnTo>
                      <a:pt x="2122" y="18669"/>
                    </a:lnTo>
                    <a:lnTo>
                      <a:pt x="2122" y="22912"/>
                    </a:lnTo>
                    <a:lnTo>
                      <a:pt x="0" y="25034"/>
                    </a:lnTo>
                    <a:lnTo>
                      <a:pt x="0" y="43412"/>
                    </a:lnTo>
                    <a:lnTo>
                      <a:pt x="2122" y="45533"/>
                    </a:lnTo>
                    <a:lnTo>
                      <a:pt x="2122" y="47655"/>
                    </a:lnTo>
                    <a:lnTo>
                      <a:pt x="4243" y="49776"/>
                    </a:lnTo>
                    <a:lnTo>
                      <a:pt x="4243" y="51898"/>
                    </a:lnTo>
                    <a:lnTo>
                      <a:pt x="6365" y="54019"/>
                    </a:lnTo>
                    <a:lnTo>
                      <a:pt x="6365" y="57135"/>
                    </a:lnTo>
                    <a:lnTo>
                      <a:pt x="9480" y="57135"/>
                    </a:lnTo>
                    <a:lnTo>
                      <a:pt x="13723" y="61378"/>
                    </a:lnTo>
                    <a:lnTo>
                      <a:pt x="15845" y="61378"/>
                    </a:lnTo>
                    <a:lnTo>
                      <a:pt x="17966" y="63500"/>
                    </a:lnTo>
                    <a:lnTo>
                      <a:pt x="22209" y="63500"/>
                    </a:lnTo>
                    <a:lnTo>
                      <a:pt x="24331" y="65621"/>
                    </a:lnTo>
                    <a:lnTo>
                      <a:pt x="38466" y="65621"/>
                    </a:lnTo>
                    <a:lnTo>
                      <a:pt x="40587" y="63500"/>
                    </a:lnTo>
                    <a:lnTo>
                      <a:pt x="44830" y="63500"/>
                    </a:lnTo>
                    <a:lnTo>
                      <a:pt x="46952" y="61378"/>
                    </a:lnTo>
                    <a:lnTo>
                      <a:pt x="49073" y="61378"/>
                    </a:lnTo>
                    <a:lnTo>
                      <a:pt x="56432" y="54019"/>
                    </a:lnTo>
                    <a:lnTo>
                      <a:pt x="56432" y="51898"/>
                    </a:lnTo>
                    <a:lnTo>
                      <a:pt x="60675" y="47655"/>
                    </a:lnTo>
                    <a:lnTo>
                      <a:pt x="60675" y="43412"/>
                    </a:lnTo>
                    <a:lnTo>
                      <a:pt x="62797" y="41290"/>
                    </a:lnTo>
                    <a:lnTo>
                      <a:pt x="62797" y="27155"/>
                    </a:lnTo>
                    <a:lnTo>
                      <a:pt x="60675" y="25034"/>
                    </a:lnTo>
                    <a:lnTo>
                      <a:pt x="60675" y="20791"/>
                    </a:lnTo>
                    <a:lnTo>
                      <a:pt x="58554" y="18669"/>
                    </a:lnTo>
                    <a:lnTo>
                      <a:pt x="58554" y="16548"/>
                    </a:lnTo>
                    <a:lnTo>
                      <a:pt x="49073" y="7068"/>
                    </a:lnTo>
                    <a:lnTo>
                      <a:pt x="46952" y="7068"/>
                    </a:lnTo>
                    <a:lnTo>
                      <a:pt x="44830" y="4946"/>
                    </a:lnTo>
                    <a:lnTo>
                      <a:pt x="42709" y="4946"/>
                    </a:lnTo>
                    <a:lnTo>
                      <a:pt x="40587" y="2825"/>
                    </a:lnTo>
                    <a:lnTo>
                      <a:pt x="32101" y="2825"/>
                    </a:lnTo>
                    <a:lnTo>
                      <a:pt x="29277" y="0"/>
                    </a:lnTo>
                    <a:close/>
                  </a:path>
                </a:pathLst>
              </a:custGeom>
              <a:solidFill>
                <a:srgbClr val="B3B3B3"/>
              </a:solidFill>
              <a:ln>
                <a:noFill/>
              </a:ln>
            </p:spPr>
          </p:sp>
          <p:sp>
            <p:nvSpPr>
              <p:cNvPr id="2432" name="Graph element 446"/>
              <p:cNvSpPr/>
              <p:nvPr/>
            </p:nvSpPr>
            <p:spPr>
              <a:xfrm>
                <a:off x="320771" y="1133307"/>
                <a:ext cx="64918" cy="62797"/>
              </a:xfrm>
              <a:custGeom>
                <a:avLst/>
                <a:gdLst/>
                <a:ahLst/>
                <a:cxnLst/>
                <a:rect l="0" t="0" r="r" b="b"/>
                <a:pathLst>
                  <a:path w="64918" h="62797" stroke="0" extrusionOk="0">
                    <a:moveTo>
                      <a:pt x="26452" y="0"/>
                    </a:moveTo>
                    <a:lnTo>
                      <a:pt x="24331" y="2122"/>
                    </a:lnTo>
                    <a:lnTo>
                      <a:pt x="20088" y="2122"/>
                    </a:lnTo>
                    <a:lnTo>
                      <a:pt x="17966" y="4243"/>
                    </a:lnTo>
                    <a:lnTo>
                      <a:pt x="15845" y="4243"/>
                    </a:lnTo>
                    <a:lnTo>
                      <a:pt x="4243" y="15845"/>
                    </a:lnTo>
                    <a:lnTo>
                      <a:pt x="4243" y="17966"/>
                    </a:lnTo>
                    <a:lnTo>
                      <a:pt x="2122" y="20088"/>
                    </a:lnTo>
                    <a:lnTo>
                      <a:pt x="2122" y="28574"/>
                    </a:lnTo>
                    <a:lnTo>
                      <a:pt x="0" y="30695"/>
                    </a:lnTo>
                    <a:lnTo>
                      <a:pt x="0" y="34223"/>
                    </a:lnTo>
                    <a:lnTo>
                      <a:pt x="2122" y="36344"/>
                    </a:lnTo>
                    <a:lnTo>
                      <a:pt x="2122" y="42709"/>
                    </a:lnTo>
                    <a:lnTo>
                      <a:pt x="4243" y="44830"/>
                    </a:lnTo>
                    <a:lnTo>
                      <a:pt x="4243" y="46952"/>
                    </a:lnTo>
                    <a:lnTo>
                      <a:pt x="6365" y="49073"/>
                    </a:lnTo>
                    <a:lnTo>
                      <a:pt x="6365" y="51195"/>
                    </a:lnTo>
                    <a:lnTo>
                      <a:pt x="11602" y="56432"/>
                    </a:lnTo>
                    <a:lnTo>
                      <a:pt x="13723" y="56432"/>
                    </a:lnTo>
                    <a:lnTo>
                      <a:pt x="17966" y="60675"/>
                    </a:lnTo>
                    <a:lnTo>
                      <a:pt x="20088" y="60675"/>
                    </a:lnTo>
                    <a:lnTo>
                      <a:pt x="22209" y="62797"/>
                    </a:lnTo>
                    <a:lnTo>
                      <a:pt x="42709" y="62797"/>
                    </a:lnTo>
                    <a:lnTo>
                      <a:pt x="44830" y="60675"/>
                    </a:lnTo>
                    <a:lnTo>
                      <a:pt x="46952" y="60675"/>
                    </a:lnTo>
                    <a:lnTo>
                      <a:pt x="49073" y="58554"/>
                    </a:lnTo>
                    <a:lnTo>
                      <a:pt x="51195" y="58554"/>
                    </a:lnTo>
                    <a:lnTo>
                      <a:pt x="58554" y="51195"/>
                    </a:lnTo>
                    <a:lnTo>
                      <a:pt x="58554" y="49073"/>
                    </a:lnTo>
                    <a:lnTo>
                      <a:pt x="62797" y="44830"/>
                    </a:lnTo>
                    <a:lnTo>
                      <a:pt x="62797" y="40587"/>
                    </a:lnTo>
                    <a:lnTo>
                      <a:pt x="64918" y="38466"/>
                    </a:lnTo>
                    <a:lnTo>
                      <a:pt x="64918" y="26452"/>
                    </a:lnTo>
                    <a:lnTo>
                      <a:pt x="62797" y="24331"/>
                    </a:lnTo>
                    <a:lnTo>
                      <a:pt x="62797" y="20088"/>
                    </a:lnTo>
                    <a:lnTo>
                      <a:pt x="60675" y="17966"/>
                    </a:lnTo>
                    <a:lnTo>
                      <a:pt x="60675" y="15845"/>
                    </a:lnTo>
                    <a:lnTo>
                      <a:pt x="56432" y="11602"/>
                    </a:lnTo>
                    <a:lnTo>
                      <a:pt x="56432" y="8486"/>
                    </a:lnTo>
                    <a:lnTo>
                      <a:pt x="53316" y="8486"/>
                    </a:lnTo>
                    <a:lnTo>
                      <a:pt x="49073" y="4243"/>
                    </a:lnTo>
                    <a:lnTo>
                      <a:pt x="46952" y="4243"/>
                    </a:lnTo>
                    <a:lnTo>
                      <a:pt x="44830" y="2122"/>
                    </a:lnTo>
                    <a:lnTo>
                      <a:pt x="42709" y="2122"/>
                    </a:lnTo>
                    <a:lnTo>
                      <a:pt x="40587" y="0"/>
                    </a:lnTo>
                    <a:lnTo>
                      <a:pt x="26452" y="0"/>
                    </a:lnTo>
                    <a:close/>
                  </a:path>
                </a:pathLst>
              </a:custGeom>
              <a:solidFill>
                <a:srgbClr val="B3B3B3"/>
              </a:solidFill>
              <a:ln>
                <a:noFill/>
              </a:ln>
            </p:spPr>
          </p:sp>
          <p:sp>
            <p:nvSpPr>
              <p:cNvPr id="2433" name="Graph element 447"/>
              <p:cNvSpPr/>
              <p:nvPr/>
            </p:nvSpPr>
            <p:spPr>
              <a:xfrm>
                <a:off x="1824918" y="855390"/>
                <a:ext cx="62797" cy="64918"/>
              </a:xfrm>
              <a:custGeom>
                <a:avLst/>
                <a:gdLst/>
                <a:ahLst/>
                <a:cxnLst/>
                <a:rect l="0" t="0" r="r" b="b"/>
                <a:pathLst>
                  <a:path w="62797" h="64918" stroke="0" extrusionOk="0">
                    <a:moveTo>
                      <a:pt x="24331" y="0"/>
                    </a:moveTo>
                    <a:lnTo>
                      <a:pt x="22209" y="2122"/>
                    </a:lnTo>
                    <a:lnTo>
                      <a:pt x="17966" y="2122"/>
                    </a:lnTo>
                    <a:lnTo>
                      <a:pt x="15845" y="4243"/>
                    </a:lnTo>
                    <a:lnTo>
                      <a:pt x="13723" y="4243"/>
                    </a:lnTo>
                    <a:lnTo>
                      <a:pt x="4243" y="13723"/>
                    </a:lnTo>
                    <a:lnTo>
                      <a:pt x="4243" y="15845"/>
                    </a:lnTo>
                    <a:lnTo>
                      <a:pt x="2122" y="17966"/>
                    </a:lnTo>
                    <a:lnTo>
                      <a:pt x="2122" y="20088"/>
                    </a:lnTo>
                    <a:lnTo>
                      <a:pt x="0" y="22209"/>
                    </a:lnTo>
                    <a:lnTo>
                      <a:pt x="0" y="42709"/>
                    </a:lnTo>
                    <a:lnTo>
                      <a:pt x="2122" y="44830"/>
                    </a:lnTo>
                    <a:lnTo>
                      <a:pt x="2122" y="46952"/>
                    </a:lnTo>
                    <a:lnTo>
                      <a:pt x="4243" y="49073"/>
                    </a:lnTo>
                    <a:lnTo>
                      <a:pt x="4243" y="51195"/>
                    </a:lnTo>
                    <a:lnTo>
                      <a:pt x="11602" y="58554"/>
                    </a:lnTo>
                    <a:lnTo>
                      <a:pt x="13723" y="58554"/>
                    </a:lnTo>
                    <a:lnTo>
                      <a:pt x="15845" y="60675"/>
                    </a:lnTo>
                    <a:lnTo>
                      <a:pt x="17966" y="60675"/>
                    </a:lnTo>
                    <a:lnTo>
                      <a:pt x="20088" y="62797"/>
                    </a:lnTo>
                    <a:lnTo>
                      <a:pt x="26452" y="62797"/>
                    </a:lnTo>
                    <a:lnTo>
                      <a:pt x="28574" y="64918"/>
                    </a:lnTo>
                    <a:lnTo>
                      <a:pt x="32101" y="64918"/>
                    </a:lnTo>
                    <a:lnTo>
                      <a:pt x="34223" y="62797"/>
                    </a:lnTo>
                    <a:lnTo>
                      <a:pt x="42709" y="62797"/>
                    </a:lnTo>
                    <a:lnTo>
                      <a:pt x="44830" y="60675"/>
                    </a:lnTo>
                    <a:lnTo>
                      <a:pt x="46952" y="60675"/>
                    </a:lnTo>
                    <a:lnTo>
                      <a:pt x="58554" y="49073"/>
                    </a:lnTo>
                    <a:lnTo>
                      <a:pt x="58554" y="46952"/>
                    </a:lnTo>
                    <a:lnTo>
                      <a:pt x="60675" y="44830"/>
                    </a:lnTo>
                    <a:lnTo>
                      <a:pt x="60675" y="40587"/>
                    </a:lnTo>
                    <a:lnTo>
                      <a:pt x="62797" y="38466"/>
                    </a:lnTo>
                    <a:lnTo>
                      <a:pt x="62797" y="26452"/>
                    </a:lnTo>
                    <a:lnTo>
                      <a:pt x="60675" y="24331"/>
                    </a:lnTo>
                    <a:lnTo>
                      <a:pt x="60675" y="20088"/>
                    </a:lnTo>
                    <a:lnTo>
                      <a:pt x="58554" y="17966"/>
                    </a:lnTo>
                    <a:lnTo>
                      <a:pt x="58554" y="15845"/>
                    </a:lnTo>
                    <a:lnTo>
                      <a:pt x="54310" y="11602"/>
                    </a:lnTo>
                    <a:lnTo>
                      <a:pt x="54310" y="8486"/>
                    </a:lnTo>
                    <a:lnTo>
                      <a:pt x="51195" y="8486"/>
                    </a:lnTo>
                    <a:lnTo>
                      <a:pt x="46952" y="4243"/>
                    </a:lnTo>
                    <a:lnTo>
                      <a:pt x="44830" y="4243"/>
                    </a:lnTo>
                    <a:lnTo>
                      <a:pt x="42709" y="2122"/>
                    </a:lnTo>
                    <a:lnTo>
                      <a:pt x="38466" y="2122"/>
                    </a:lnTo>
                    <a:lnTo>
                      <a:pt x="36344" y="0"/>
                    </a:lnTo>
                    <a:lnTo>
                      <a:pt x="24331" y="0"/>
                    </a:lnTo>
                    <a:close/>
                  </a:path>
                </a:pathLst>
              </a:custGeom>
              <a:solidFill>
                <a:srgbClr val="B3B3B3"/>
              </a:solidFill>
              <a:ln>
                <a:noFill/>
              </a:ln>
            </p:spPr>
          </p:sp>
          <p:sp>
            <p:nvSpPr>
              <p:cNvPr id="2434" name="Graph element 448"/>
              <p:cNvSpPr/>
              <p:nvPr/>
            </p:nvSpPr>
            <p:spPr>
              <a:xfrm>
                <a:off x="112161" y="806596"/>
                <a:ext cx="65621" cy="62797"/>
              </a:xfrm>
              <a:custGeom>
                <a:avLst/>
                <a:gdLst/>
                <a:ahLst/>
                <a:cxnLst/>
                <a:rect l="0" t="0" r="r" b="b"/>
                <a:pathLst>
                  <a:path w="65621" h="62797" stroke="0" extrusionOk="0">
                    <a:moveTo>
                      <a:pt x="25034" y="0"/>
                    </a:moveTo>
                    <a:lnTo>
                      <a:pt x="22912" y="2122"/>
                    </a:lnTo>
                    <a:lnTo>
                      <a:pt x="18669" y="2122"/>
                    </a:lnTo>
                    <a:lnTo>
                      <a:pt x="12305" y="8486"/>
                    </a:lnTo>
                    <a:lnTo>
                      <a:pt x="9189" y="8486"/>
                    </a:lnTo>
                    <a:lnTo>
                      <a:pt x="9189" y="11602"/>
                    </a:lnTo>
                    <a:lnTo>
                      <a:pt x="4946" y="15845"/>
                    </a:lnTo>
                    <a:lnTo>
                      <a:pt x="4946" y="17966"/>
                    </a:lnTo>
                    <a:lnTo>
                      <a:pt x="2825" y="20088"/>
                    </a:lnTo>
                    <a:lnTo>
                      <a:pt x="2825" y="28574"/>
                    </a:lnTo>
                    <a:lnTo>
                      <a:pt x="0" y="31398"/>
                    </a:lnTo>
                    <a:lnTo>
                      <a:pt x="2825" y="34223"/>
                    </a:lnTo>
                    <a:lnTo>
                      <a:pt x="2825" y="42709"/>
                    </a:lnTo>
                    <a:lnTo>
                      <a:pt x="4946" y="44830"/>
                    </a:lnTo>
                    <a:lnTo>
                      <a:pt x="4946" y="46952"/>
                    </a:lnTo>
                    <a:lnTo>
                      <a:pt x="16548" y="58554"/>
                    </a:lnTo>
                    <a:lnTo>
                      <a:pt x="18669" y="58554"/>
                    </a:lnTo>
                    <a:lnTo>
                      <a:pt x="20791" y="60675"/>
                    </a:lnTo>
                    <a:lnTo>
                      <a:pt x="22912" y="60675"/>
                    </a:lnTo>
                    <a:lnTo>
                      <a:pt x="25034" y="62797"/>
                    </a:lnTo>
                    <a:lnTo>
                      <a:pt x="41290" y="62797"/>
                    </a:lnTo>
                    <a:lnTo>
                      <a:pt x="43412" y="60675"/>
                    </a:lnTo>
                    <a:lnTo>
                      <a:pt x="47655" y="60675"/>
                    </a:lnTo>
                    <a:lnTo>
                      <a:pt x="51898" y="56432"/>
                    </a:lnTo>
                    <a:lnTo>
                      <a:pt x="54019" y="56432"/>
                    </a:lnTo>
                    <a:lnTo>
                      <a:pt x="59257" y="51195"/>
                    </a:lnTo>
                    <a:lnTo>
                      <a:pt x="59257" y="49073"/>
                    </a:lnTo>
                    <a:lnTo>
                      <a:pt x="61378" y="46952"/>
                    </a:lnTo>
                    <a:lnTo>
                      <a:pt x="61378" y="44830"/>
                    </a:lnTo>
                    <a:lnTo>
                      <a:pt x="63500" y="42709"/>
                    </a:lnTo>
                    <a:lnTo>
                      <a:pt x="63500" y="40587"/>
                    </a:lnTo>
                    <a:lnTo>
                      <a:pt x="65621" y="38466"/>
                    </a:lnTo>
                    <a:lnTo>
                      <a:pt x="65621" y="24331"/>
                    </a:lnTo>
                    <a:lnTo>
                      <a:pt x="63500" y="22209"/>
                    </a:lnTo>
                    <a:lnTo>
                      <a:pt x="63500" y="17966"/>
                    </a:lnTo>
                    <a:lnTo>
                      <a:pt x="59257" y="13723"/>
                    </a:lnTo>
                    <a:lnTo>
                      <a:pt x="59257" y="11602"/>
                    </a:lnTo>
                    <a:lnTo>
                      <a:pt x="51898" y="4243"/>
                    </a:lnTo>
                    <a:lnTo>
                      <a:pt x="49776" y="4243"/>
                    </a:lnTo>
                    <a:lnTo>
                      <a:pt x="47655" y="2122"/>
                    </a:lnTo>
                    <a:lnTo>
                      <a:pt x="45533" y="2122"/>
                    </a:lnTo>
                    <a:lnTo>
                      <a:pt x="43412" y="0"/>
                    </a:lnTo>
                    <a:lnTo>
                      <a:pt x="25034" y="0"/>
                    </a:lnTo>
                    <a:close/>
                  </a:path>
                </a:pathLst>
              </a:custGeom>
              <a:solidFill>
                <a:srgbClr val="B3B3B3"/>
              </a:solidFill>
              <a:ln>
                <a:noFill/>
              </a:ln>
            </p:spPr>
          </p:sp>
          <p:sp>
            <p:nvSpPr>
              <p:cNvPr id="2435" name="Graph element 449"/>
              <p:cNvSpPr/>
              <p:nvPr/>
            </p:nvSpPr>
            <p:spPr>
              <a:xfrm>
                <a:off x="1373037" y="768409"/>
                <a:ext cx="64918" cy="71283"/>
              </a:xfrm>
              <a:custGeom>
                <a:avLst/>
                <a:gdLst/>
                <a:ahLst/>
                <a:cxnLst/>
                <a:rect l="0" t="0" r="r" b="b"/>
                <a:pathLst>
                  <a:path w="64918" h="71283" stroke="0" extrusionOk="0">
                    <a:moveTo>
                      <a:pt x="33944" y="0"/>
                    </a:moveTo>
                    <a:lnTo>
                      <a:pt x="33944" y="3116"/>
                    </a:lnTo>
                    <a:lnTo>
                      <a:pt x="31823" y="5237"/>
                    </a:lnTo>
                    <a:lnTo>
                      <a:pt x="31823" y="7359"/>
                    </a:lnTo>
                    <a:lnTo>
                      <a:pt x="30695" y="8486"/>
                    </a:lnTo>
                    <a:lnTo>
                      <a:pt x="24331" y="8486"/>
                    </a:lnTo>
                    <a:lnTo>
                      <a:pt x="22209" y="10608"/>
                    </a:lnTo>
                    <a:lnTo>
                      <a:pt x="17966" y="10608"/>
                    </a:lnTo>
                    <a:lnTo>
                      <a:pt x="13723" y="14851"/>
                    </a:lnTo>
                    <a:lnTo>
                      <a:pt x="11602" y="14851"/>
                    </a:lnTo>
                    <a:lnTo>
                      <a:pt x="8486" y="17966"/>
                    </a:lnTo>
                    <a:lnTo>
                      <a:pt x="8486" y="20088"/>
                    </a:lnTo>
                    <a:lnTo>
                      <a:pt x="4243" y="24331"/>
                    </a:lnTo>
                    <a:lnTo>
                      <a:pt x="4243" y="26452"/>
                    </a:lnTo>
                    <a:lnTo>
                      <a:pt x="2122" y="28574"/>
                    </a:lnTo>
                    <a:lnTo>
                      <a:pt x="2122" y="32817"/>
                    </a:lnTo>
                    <a:lnTo>
                      <a:pt x="0" y="34938"/>
                    </a:lnTo>
                    <a:lnTo>
                      <a:pt x="0" y="44830"/>
                    </a:lnTo>
                    <a:lnTo>
                      <a:pt x="2122" y="46952"/>
                    </a:lnTo>
                    <a:lnTo>
                      <a:pt x="2122" y="51195"/>
                    </a:lnTo>
                    <a:lnTo>
                      <a:pt x="4243" y="53316"/>
                    </a:lnTo>
                    <a:lnTo>
                      <a:pt x="4243" y="55438"/>
                    </a:lnTo>
                    <a:lnTo>
                      <a:pt x="6365" y="57559"/>
                    </a:lnTo>
                    <a:lnTo>
                      <a:pt x="6365" y="59681"/>
                    </a:lnTo>
                    <a:lnTo>
                      <a:pt x="11602" y="64918"/>
                    </a:lnTo>
                    <a:lnTo>
                      <a:pt x="13723" y="64918"/>
                    </a:lnTo>
                    <a:lnTo>
                      <a:pt x="15845" y="67040"/>
                    </a:lnTo>
                    <a:lnTo>
                      <a:pt x="17966" y="67040"/>
                    </a:lnTo>
                    <a:lnTo>
                      <a:pt x="20088" y="69161"/>
                    </a:lnTo>
                    <a:lnTo>
                      <a:pt x="22209" y="69161"/>
                    </a:lnTo>
                    <a:lnTo>
                      <a:pt x="24331" y="71283"/>
                    </a:lnTo>
                    <a:lnTo>
                      <a:pt x="27858" y="71283"/>
                    </a:lnTo>
                    <a:lnTo>
                      <a:pt x="32101" y="67040"/>
                    </a:lnTo>
                    <a:lnTo>
                      <a:pt x="49073" y="67040"/>
                    </a:lnTo>
                    <a:lnTo>
                      <a:pt x="51195" y="64918"/>
                    </a:lnTo>
                    <a:lnTo>
                      <a:pt x="53316" y="64918"/>
                    </a:lnTo>
                    <a:lnTo>
                      <a:pt x="58554" y="59681"/>
                    </a:lnTo>
                    <a:lnTo>
                      <a:pt x="58554" y="57559"/>
                    </a:lnTo>
                    <a:lnTo>
                      <a:pt x="60675" y="55438"/>
                    </a:lnTo>
                    <a:lnTo>
                      <a:pt x="60675" y="53316"/>
                    </a:lnTo>
                    <a:lnTo>
                      <a:pt x="62797" y="51195"/>
                    </a:lnTo>
                    <a:lnTo>
                      <a:pt x="62797" y="44830"/>
                    </a:lnTo>
                    <a:lnTo>
                      <a:pt x="64918" y="42709"/>
                    </a:lnTo>
                    <a:lnTo>
                      <a:pt x="64918" y="37060"/>
                    </a:lnTo>
                    <a:lnTo>
                      <a:pt x="62797" y="34938"/>
                    </a:lnTo>
                    <a:lnTo>
                      <a:pt x="62797" y="28574"/>
                    </a:lnTo>
                    <a:lnTo>
                      <a:pt x="60675" y="26452"/>
                    </a:lnTo>
                    <a:lnTo>
                      <a:pt x="60675" y="24331"/>
                    </a:lnTo>
                    <a:lnTo>
                      <a:pt x="56432" y="20088"/>
                    </a:lnTo>
                    <a:lnTo>
                      <a:pt x="56432" y="16972"/>
                    </a:lnTo>
                    <a:lnTo>
                      <a:pt x="53316" y="16972"/>
                    </a:lnTo>
                    <a:lnTo>
                      <a:pt x="49073" y="12729"/>
                    </a:lnTo>
                    <a:lnTo>
                      <a:pt x="46952" y="12729"/>
                    </a:lnTo>
                    <a:lnTo>
                      <a:pt x="44830" y="10608"/>
                    </a:lnTo>
                    <a:lnTo>
                      <a:pt x="42709" y="10608"/>
                    </a:lnTo>
                    <a:lnTo>
                      <a:pt x="40587" y="8486"/>
                    </a:lnTo>
                    <a:lnTo>
                      <a:pt x="36344" y="8486"/>
                    </a:lnTo>
                    <a:lnTo>
                      <a:pt x="35920" y="8062"/>
                    </a:lnTo>
                    <a:lnTo>
                      <a:pt x="39460" y="4522"/>
                    </a:lnTo>
                    <a:lnTo>
                      <a:pt x="39460" y="0"/>
                    </a:lnTo>
                    <a:lnTo>
                      <a:pt x="33944" y="0"/>
                    </a:lnTo>
                    <a:close/>
                  </a:path>
                </a:pathLst>
              </a:custGeom>
              <a:solidFill>
                <a:srgbClr val="B3B3B3"/>
              </a:solidFill>
              <a:ln>
                <a:noFill/>
              </a:ln>
            </p:spPr>
          </p:sp>
          <p:sp>
            <p:nvSpPr>
              <p:cNvPr id="2436" name="Graph element 450"/>
              <p:cNvSpPr/>
              <p:nvPr/>
            </p:nvSpPr>
            <p:spPr>
              <a:xfrm>
                <a:off x="1408824" y="696278"/>
                <a:ext cx="12438" cy="6219"/>
              </a:xfrm>
              <a:custGeom>
                <a:avLst/>
                <a:gdLst/>
                <a:ahLst/>
                <a:cxnLst/>
                <a:rect l="0" t="0" r="r" b="b"/>
                <a:pathLst>
                  <a:path w="12438" h="6219" stroke="0" extrusionOk="0">
                    <a:moveTo>
                      <a:pt x="0" y="0"/>
                    </a:moveTo>
                    <a:lnTo>
                      <a:pt x="6219" y="6219"/>
                    </a:lnTo>
                    <a:lnTo>
                      <a:pt x="1243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3B3"/>
              </a:solidFill>
              <a:ln>
                <a:noFill/>
              </a:ln>
            </p:spPr>
          </p:sp>
          <p:sp>
            <p:nvSpPr>
              <p:cNvPr id="2437" name="Graph element 451"/>
              <p:cNvSpPr/>
              <p:nvPr/>
            </p:nvSpPr>
            <p:spPr>
              <a:xfrm>
                <a:off x="1349701" y="693877"/>
                <a:ext cx="7916" cy="7916"/>
              </a:xfrm>
              <a:custGeom>
                <a:avLst/>
                <a:gdLst/>
                <a:ahLst/>
                <a:cxnLst/>
                <a:rect l="0" t="0" r="r" b="b"/>
                <a:pathLst>
                  <a:path w="7916" h="7916" stroke="0" extrusionOk="0">
                    <a:moveTo>
                      <a:pt x="0" y="0"/>
                    </a:moveTo>
                    <a:lnTo>
                      <a:pt x="0" y="7916"/>
                    </a:lnTo>
                    <a:lnTo>
                      <a:pt x="7916" y="791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3B3"/>
              </a:solidFill>
              <a:ln>
                <a:noFill/>
              </a:ln>
            </p:spPr>
          </p:sp>
          <p:sp>
            <p:nvSpPr>
              <p:cNvPr id="2438" name="Graph element 452"/>
              <p:cNvSpPr/>
              <p:nvPr/>
            </p:nvSpPr>
            <p:spPr>
              <a:xfrm>
                <a:off x="1470626" y="664455"/>
                <a:ext cx="64918" cy="63500"/>
              </a:xfrm>
              <a:custGeom>
                <a:avLst/>
                <a:gdLst/>
                <a:ahLst/>
                <a:cxnLst/>
                <a:rect l="0" t="0" r="r" b="b"/>
                <a:pathLst>
                  <a:path w="64918" h="63500" stroke="0" extrusionOk="0">
                    <a:moveTo>
                      <a:pt x="28574" y="0"/>
                    </a:moveTo>
                    <a:lnTo>
                      <a:pt x="26452" y="2122"/>
                    </a:lnTo>
                    <a:lnTo>
                      <a:pt x="20088" y="2122"/>
                    </a:lnTo>
                    <a:lnTo>
                      <a:pt x="15845" y="6365"/>
                    </a:lnTo>
                    <a:lnTo>
                      <a:pt x="13723" y="6365"/>
                    </a:lnTo>
                    <a:lnTo>
                      <a:pt x="4243" y="15845"/>
                    </a:lnTo>
                    <a:lnTo>
                      <a:pt x="4243" y="20088"/>
                    </a:lnTo>
                    <a:lnTo>
                      <a:pt x="2122" y="22209"/>
                    </a:lnTo>
                    <a:lnTo>
                      <a:pt x="2122" y="28574"/>
                    </a:lnTo>
                    <a:lnTo>
                      <a:pt x="0" y="30695"/>
                    </a:lnTo>
                    <a:lnTo>
                      <a:pt x="0" y="34223"/>
                    </a:lnTo>
                    <a:lnTo>
                      <a:pt x="2122" y="36344"/>
                    </a:lnTo>
                    <a:lnTo>
                      <a:pt x="2122" y="42709"/>
                    </a:lnTo>
                    <a:lnTo>
                      <a:pt x="4243" y="44830"/>
                    </a:lnTo>
                    <a:lnTo>
                      <a:pt x="4243" y="46952"/>
                    </a:lnTo>
                    <a:lnTo>
                      <a:pt x="6365" y="49073"/>
                    </a:lnTo>
                    <a:lnTo>
                      <a:pt x="6365" y="51195"/>
                    </a:lnTo>
                    <a:lnTo>
                      <a:pt x="13723" y="58554"/>
                    </a:lnTo>
                    <a:lnTo>
                      <a:pt x="15845" y="58554"/>
                    </a:lnTo>
                    <a:lnTo>
                      <a:pt x="17966" y="60675"/>
                    </a:lnTo>
                    <a:lnTo>
                      <a:pt x="20088" y="60675"/>
                    </a:lnTo>
                    <a:lnTo>
                      <a:pt x="22912" y="63500"/>
                    </a:lnTo>
                    <a:lnTo>
                      <a:pt x="25737" y="60675"/>
                    </a:lnTo>
                    <a:lnTo>
                      <a:pt x="39181" y="60675"/>
                    </a:lnTo>
                    <a:lnTo>
                      <a:pt x="41303" y="62797"/>
                    </a:lnTo>
                    <a:lnTo>
                      <a:pt x="45824" y="62797"/>
                    </a:lnTo>
                    <a:lnTo>
                      <a:pt x="45824" y="55438"/>
                    </a:lnTo>
                    <a:lnTo>
                      <a:pt x="51195" y="50067"/>
                    </a:lnTo>
                    <a:lnTo>
                      <a:pt x="54032" y="50067"/>
                    </a:lnTo>
                    <a:lnTo>
                      <a:pt x="56856" y="52892"/>
                    </a:lnTo>
                    <a:lnTo>
                      <a:pt x="60675" y="49073"/>
                    </a:lnTo>
                    <a:lnTo>
                      <a:pt x="60675" y="46952"/>
                    </a:lnTo>
                    <a:lnTo>
                      <a:pt x="62797" y="44830"/>
                    </a:lnTo>
                    <a:lnTo>
                      <a:pt x="62797" y="40587"/>
                    </a:lnTo>
                    <a:lnTo>
                      <a:pt x="64918" y="38466"/>
                    </a:lnTo>
                    <a:lnTo>
                      <a:pt x="64918" y="26452"/>
                    </a:lnTo>
                    <a:lnTo>
                      <a:pt x="62797" y="24331"/>
                    </a:lnTo>
                    <a:lnTo>
                      <a:pt x="62797" y="20088"/>
                    </a:lnTo>
                    <a:lnTo>
                      <a:pt x="60675" y="17966"/>
                    </a:lnTo>
                    <a:lnTo>
                      <a:pt x="60675" y="15845"/>
                    </a:lnTo>
                    <a:lnTo>
                      <a:pt x="49073" y="4243"/>
                    </a:lnTo>
                    <a:lnTo>
                      <a:pt x="46952" y="4243"/>
                    </a:lnTo>
                    <a:lnTo>
                      <a:pt x="44830" y="2122"/>
                    </a:lnTo>
                    <a:lnTo>
                      <a:pt x="40587" y="2122"/>
                    </a:lnTo>
                    <a:lnTo>
                      <a:pt x="38466" y="0"/>
                    </a:lnTo>
                    <a:lnTo>
                      <a:pt x="28574" y="0"/>
                    </a:lnTo>
                    <a:close/>
                  </a:path>
                </a:pathLst>
              </a:custGeom>
              <a:solidFill>
                <a:srgbClr val="B3B3B3"/>
              </a:solidFill>
              <a:ln>
                <a:noFill/>
              </a:ln>
            </p:spPr>
          </p:sp>
          <p:sp>
            <p:nvSpPr>
              <p:cNvPr id="2439" name="Graph element 453"/>
              <p:cNvSpPr/>
              <p:nvPr/>
            </p:nvSpPr>
            <p:spPr>
              <a:xfrm>
                <a:off x="1417589" y="638718"/>
                <a:ext cx="5516" cy="10038"/>
              </a:xfrm>
              <a:custGeom>
                <a:avLst/>
                <a:gdLst/>
                <a:ahLst/>
                <a:cxnLst/>
                <a:rect l="0" t="0" r="r" b="b"/>
                <a:pathLst>
                  <a:path w="5516" h="10038" stroke="0" extrusionOk="0">
                    <a:moveTo>
                      <a:pt x="0" y="0"/>
                    </a:moveTo>
                    <a:lnTo>
                      <a:pt x="0" y="10038"/>
                    </a:lnTo>
                    <a:lnTo>
                      <a:pt x="5516" y="10038"/>
                    </a:lnTo>
                    <a:lnTo>
                      <a:pt x="5516" y="551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3B3"/>
              </a:solidFill>
              <a:ln>
                <a:noFill/>
              </a:ln>
            </p:spPr>
          </p:sp>
          <p:sp>
            <p:nvSpPr>
              <p:cNvPr id="2440" name="Graph element 454"/>
              <p:cNvSpPr/>
              <p:nvPr/>
            </p:nvSpPr>
            <p:spPr>
              <a:xfrm>
                <a:off x="346229" y="227425"/>
                <a:ext cx="62797" cy="62797"/>
              </a:xfrm>
              <a:custGeom>
                <a:avLst/>
                <a:gdLst/>
                <a:ahLst/>
                <a:cxnLst/>
                <a:rect l="0" t="0" r="r" b="b"/>
                <a:pathLst>
                  <a:path w="62797" h="62797" stroke="0" extrusionOk="0">
                    <a:moveTo>
                      <a:pt x="22209" y="0"/>
                    </a:moveTo>
                    <a:lnTo>
                      <a:pt x="20088" y="2122"/>
                    </a:lnTo>
                    <a:lnTo>
                      <a:pt x="17966" y="2122"/>
                    </a:lnTo>
                    <a:lnTo>
                      <a:pt x="15845" y="4243"/>
                    </a:lnTo>
                    <a:lnTo>
                      <a:pt x="13723" y="4243"/>
                    </a:lnTo>
                    <a:lnTo>
                      <a:pt x="2122" y="15845"/>
                    </a:lnTo>
                    <a:lnTo>
                      <a:pt x="2122" y="20088"/>
                    </a:lnTo>
                    <a:lnTo>
                      <a:pt x="0" y="22209"/>
                    </a:lnTo>
                    <a:lnTo>
                      <a:pt x="0" y="40587"/>
                    </a:lnTo>
                    <a:lnTo>
                      <a:pt x="2122" y="42709"/>
                    </a:lnTo>
                    <a:lnTo>
                      <a:pt x="2122" y="44830"/>
                    </a:lnTo>
                    <a:lnTo>
                      <a:pt x="4243" y="46952"/>
                    </a:lnTo>
                    <a:lnTo>
                      <a:pt x="4243" y="49073"/>
                    </a:lnTo>
                    <a:lnTo>
                      <a:pt x="13723" y="58554"/>
                    </a:lnTo>
                    <a:lnTo>
                      <a:pt x="15845" y="58554"/>
                    </a:lnTo>
                    <a:lnTo>
                      <a:pt x="17966" y="60675"/>
                    </a:lnTo>
                    <a:lnTo>
                      <a:pt x="20088" y="60675"/>
                    </a:lnTo>
                    <a:lnTo>
                      <a:pt x="22209" y="62797"/>
                    </a:lnTo>
                    <a:lnTo>
                      <a:pt x="38466" y="62797"/>
                    </a:lnTo>
                    <a:lnTo>
                      <a:pt x="40587" y="60675"/>
                    </a:lnTo>
                    <a:lnTo>
                      <a:pt x="44830" y="60675"/>
                    </a:lnTo>
                    <a:lnTo>
                      <a:pt x="49073" y="56432"/>
                    </a:lnTo>
                    <a:lnTo>
                      <a:pt x="51195" y="56432"/>
                    </a:lnTo>
                    <a:lnTo>
                      <a:pt x="56432" y="51195"/>
                    </a:lnTo>
                    <a:lnTo>
                      <a:pt x="56432" y="49073"/>
                    </a:lnTo>
                    <a:lnTo>
                      <a:pt x="60675" y="44830"/>
                    </a:lnTo>
                    <a:lnTo>
                      <a:pt x="60675" y="40587"/>
                    </a:lnTo>
                    <a:lnTo>
                      <a:pt x="62797" y="38466"/>
                    </a:lnTo>
                    <a:lnTo>
                      <a:pt x="62797" y="24331"/>
                    </a:lnTo>
                    <a:lnTo>
                      <a:pt x="60675" y="22209"/>
                    </a:lnTo>
                    <a:lnTo>
                      <a:pt x="60675" y="17966"/>
                    </a:lnTo>
                    <a:lnTo>
                      <a:pt x="58554" y="15845"/>
                    </a:lnTo>
                    <a:lnTo>
                      <a:pt x="58554" y="13723"/>
                    </a:lnTo>
                    <a:lnTo>
                      <a:pt x="54310" y="9480"/>
                    </a:lnTo>
                    <a:lnTo>
                      <a:pt x="54310" y="6365"/>
                    </a:lnTo>
                    <a:lnTo>
                      <a:pt x="51195" y="6365"/>
                    </a:lnTo>
                    <a:lnTo>
                      <a:pt x="49073" y="4243"/>
                    </a:lnTo>
                    <a:lnTo>
                      <a:pt x="46952" y="4243"/>
                    </a:lnTo>
                    <a:lnTo>
                      <a:pt x="44830" y="2122"/>
                    </a:lnTo>
                    <a:lnTo>
                      <a:pt x="42709" y="2122"/>
                    </a:lnTo>
                    <a:lnTo>
                      <a:pt x="40587" y="0"/>
                    </a:lnTo>
                    <a:lnTo>
                      <a:pt x="22209" y="0"/>
                    </a:lnTo>
                    <a:close/>
                  </a:path>
                </a:pathLst>
              </a:custGeom>
              <a:solidFill>
                <a:srgbClr val="B3B3B3"/>
              </a:solidFill>
              <a:ln>
                <a:noFill/>
              </a:ln>
            </p:spPr>
          </p:sp>
          <p:sp>
            <p:nvSpPr>
              <p:cNvPr id="2441" name="Graph element 455"/>
              <p:cNvSpPr/>
              <p:nvPr/>
            </p:nvSpPr>
            <p:spPr>
              <a:xfrm>
                <a:off x="1493963" y="131958"/>
                <a:ext cx="62797" cy="62797"/>
              </a:xfrm>
              <a:custGeom>
                <a:avLst/>
                <a:gdLst/>
                <a:ahLst/>
                <a:cxnLst/>
                <a:rect l="0" t="0" r="r" b="b"/>
                <a:pathLst>
                  <a:path w="62797" h="62797" stroke="0" extrusionOk="0">
                    <a:moveTo>
                      <a:pt x="22209" y="0"/>
                    </a:moveTo>
                    <a:lnTo>
                      <a:pt x="20088" y="2122"/>
                    </a:lnTo>
                    <a:lnTo>
                      <a:pt x="17966" y="2122"/>
                    </a:lnTo>
                    <a:lnTo>
                      <a:pt x="15845" y="4243"/>
                    </a:lnTo>
                    <a:lnTo>
                      <a:pt x="13723" y="4243"/>
                    </a:lnTo>
                    <a:lnTo>
                      <a:pt x="4243" y="13723"/>
                    </a:lnTo>
                    <a:lnTo>
                      <a:pt x="4243" y="15845"/>
                    </a:lnTo>
                    <a:lnTo>
                      <a:pt x="2122" y="17966"/>
                    </a:lnTo>
                    <a:lnTo>
                      <a:pt x="2122" y="20088"/>
                    </a:lnTo>
                    <a:lnTo>
                      <a:pt x="0" y="22209"/>
                    </a:lnTo>
                    <a:lnTo>
                      <a:pt x="0" y="40587"/>
                    </a:lnTo>
                    <a:lnTo>
                      <a:pt x="2122" y="42709"/>
                    </a:lnTo>
                    <a:lnTo>
                      <a:pt x="2122" y="44830"/>
                    </a:lnTo>
                    <a:lnTo>
                      <a:pt x="4243" y="46952"/>
                    </a:lnTo>
                    <a:lnTo>
                      <a:pt x="4243" y="49073"/>
                    </a:lnTo>
                    <a:lnTo>
                      <a:pt x="13723" y="58554"/>
                    </a:lnTo>
                    <a:lnTo>
                      <a:pt x="15845" y="58554"/>
                    </a:lnTo>
                    <a:lnTo>
                      <a:pt x="17966" y="60675"/>
                    </a:lnTo>
                    <a:lnTo>
                      <a:pt x="20088" y="60675"/>
                    </a:lnTo>
                    <a:lnTo>
                      <a:pt x="22209" y="62797"/>
                    </a:lnTo>
                    <a:lnTo>
                      <a:pt x="40587" y="62797"/>
                    </a:lnTo>
                    <a:lnTo>
                      <a:pt x="42709" y="60675"/>
                    </a:lnTo>
                    <a:lnTo>
                      <a:pt x="44830" y="60675"/>
                    </a:lnTo>
                    <a:lnTo>
                      <a:pt x="46952" y="58554"/>
                    </a:lnTo>
                    <a:lnTo>
                      <a:pt x="49073" y="58554"/>
                    </a:lnTo>
                    <a:lnTo>
                      <a:pt x="58554" y="49073"/>
                    </a:lnTo>
                    <a:lnTo>
                      <a:pt x="58554" y="46952"/>
                    </a:lnTo>
                    <a:lnTo>
                      <a:pt x="60675" y="44830"/>
                    </a:lnTo>
                    <a:lnTo>
                      <a:pt x="60675" y="40587"/>
                    </a:lnTo>
                    <a:lnTo>
                      <a:pt x="62797" y="38466"/>
                    </a:lnTo>
                    <a:lnTo>
                      <a:pt x="62797" y="24331"/>
                    </a:lnTo>
                    <a:lnTo>
                      <a:pt x="60675" y="22209"/>
                    </a:lnTo>
                    <a:lnTo>
                      <a:pt x="60675" y="17966"/>
                    </a:lnTo>
                    <a:lnTo>
                      <a:pt x="58554" y="15845"/>
                    </a:lnTo>
                    <a:lnTo>
                      <a:pt x="58554" y="13723"/>
                    </a:lnTo>
                    <a:lnTo>
                      <a:pt x="49073" y="4243"/>
                    </a:lnTo>
                    <a:lnTo>
                      <a:pt x="46952" y="4243"/>
                    </a:lnTo>
                    <a:lnTo>
                      <a:pt x="44830" y="2122"/>
                    </a:lnTo>
                    <a:lnTo>
                      <a:pt x="42709" y="2122"/>
                    </a:lnTo>
                    <a:lnTo>
                      <a:pt x="40587" y="0"/>
                    </a:lnTo>
                    <a:lnTo>
                      <a:pt x="22209" y="0"/>
                    </a:lnTo>
                    <a:close/>
                  </a:path>
                </a:pathLst>
              </a:custGeom>
              <a:solidFill>
                <a:srgbClr val="B3B3B3"/>
              </a:solidFill>
              <a:ln>
                <a:noFill/>
              </a:ln>
            </p:spPr>
          </p:sp>
          <p:sp>
            <p:nvSpPr>
              <p:cNvPr id="2442" name="Graph element 456"/>
              <p:cNvSpPr/>
              <p:nvPr/>
            </p:nvSpPr>
            <p:spPr>
              <a:xfrm>
                <a:off x="819822" y="2026958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ED928A"/>
              </a:solidFill>
              <a:ln>
                <a:noFill/>
              </a:ln>
            </p:spPr>
          </p:sp>
          <p:sp>
            <p:nvSpPr>
              <p:cNvPr id="2443" name="Graph element 457"/>
              <p:cNvSpPr/>
              <p:nvPr/>
            </p:nvSpPr>
            <p:spPr>
              <a:xfrm>
                <a:off x="771027" y="2022714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2122" y="4522"/>
                    </a:moveTo>
                    <a:lnTo>
                      <a:pt x="4522" y="2122"/>
                    </a:lnTo>
                    <a:lnTo>
                      <a:pt x="2400" y="0"/>
                    </a:lnTo>
                    <a:lnTo>
                      <a:pt x="0" y="2400"/>
                    </a:lnTo>
                    <a:lnTo>
                      <a:pt x="2122" y="4522"/>
                    </a:lnTo>
                    <a:close/>
                  </a:path>
                </a:pathLst>
              </a:custGeom>
              <a:solidFill>
                <a:srgbClr val="ED928A"/>
              </a:solidFill>
              <a:ln>
                <a:noFill/>
              </a:ln>
            </p:spPr>
          </p:sp>
          <p:sp>
            <p:nvSpPr>
              <p:cNvPr id="2444" name="Graph element 458"/>
              <p:cNvSpPr/>
              <p:nvPr/>
            </p:nvSpPr>
            <p:spPr>
              <a:xfrm>
                <a:off x="766287" y="2009064"/>
                <a:ext cx="3394" cy="2122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2122" stroke="0" extrusionOk="0">
                    <a:moveTo>
                      <a:pt x="0" y="2122"/>
                    </a:moveTo>
                    <a:lnTo>
                      <a:pt x="3394" y="2122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ED928A"/>
              </a:solidFill>
              <a:ln>
                <a:noFill/>
              </a:ln>
            </p:spPr>
          </p:sp>
          <p:sp>
            <p:nvSpPr>
              <p:cNvPr id="2445" name="Graph element 459"/>
              <p:cNvSpPr/>
              <p:nvPr/>
            </p:nvSpPr>
            <p:spPr>
              <a:xfrm>
                <a:off x="829932" y="2004821"/>
                <a:ext cx="3394" cy="4243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4243" stroke="0" extrusionOk="0">
                    <a:moveTo>
                      <a:pt x="0" y="4243"/>
                    </a:moveTo>
                    <a:lnTo>
                      <a:pt x="3394" y="4243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4243"/>
                    </a:lnTo>
                    <a:close/>
                  </a:path>
                </a:pathLst>
              </a:custGeom>
              <a:solidFill>
                <a:srgbClr val="ED928A"/>
              </a:solidFill>
              <a:ln>
                <a:noFill/>
              </a:ln>
            </p:spPr>
          </p:sp>
          <p:sp>
            <p:nvSpPr>
              <p:cNvPr id="2446" name="Graph element 460"/>
              <p:cNvSpPr/>
              <p:nvPr/>
            </p:nvSpPr>
            <p:spPr>
              <a:xfrm>
                <a:off x="766287" y="2000578"/>
                <a:ext cx="3394" cy="2122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2122" stroke="0" extrusionOk="0">
                    <a:moveTo>
                      <a:pt x="0" y="2122"/>
                    </a:moveTo>
                    <a:lnTo>
                      <a:pt x="3394" y="2122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ED928A"/>
              </a:solidFill>
              <a:ln>
                <a:noFill/>
              </a:ln>
            </p:spPr>
          </p:sp>
          <p:sp>
            <p:nvSpPr>
              <p:cNvPr id="2447" name="Graph element 461"/>
              <p:cNvSpPr/>
              <p:nvPr/>
            </p:nvSpPr>
            <p:spPr>
              <a:xfrm>
                <a:off x="793442" y="1973423"/>
                <a:ext cx="2122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2122" h="3394" stroke="0" extrusionOk="0">
                    <a:moveTo>
                      <a:pt x="2122" y="3394"/>
                    </a:moveTo>
                    <a:lnTo>
                      <a:pt x="2122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2122" y="3394"/>
                    </a:lnTo>
                    <a:close/>
                  </a:path>
                </a:pathLst>
              </a:custGeom>
              <a:solidFill>
                <a:srgbClr val="ED928A"/>
              </a:solidFill>
              <a:ln>
                <a:noFill/>
              </a:ln>
            </p:spPr>
          </p:sp>
          <p:sp>
            <p:nvSpPr>
              <p:cNvPr id="2448" name="Graph element 462"/>
              <p:cNvSpPr/>
              <p:nvPr/>
            </p:nvSpPr>
            <p:spPr>
              <a:xfrm>
                <a:off x="1778244" y="1457473"/>
                <a:ext cx="7140" cy="7565"/>
              </a:xfrm>
              <a:custGeom>
                <a:avLst/>
                <a:gdLst/>
                <a:ahLst/>
                <a:cxnLst/>
                <a:rect l="0" t="0" r="r" b="b"/>
                <a:pathLst>
                  <a:path w="7140" h="7565" stroke="0" extrusionOk="0">
                    <a:moveTo>
                      <a:pt x="0" y="2825"/>
                    </a:moveTo>
                    <a:lnTo>
                      <a:pt x="1418" y="4243"/>
                    </a:lnTo>
                    <a:lnTo>
                      <a:pt x="497" y="5164"/>
                    </a:lnTo>
                    <a:lnTo>
                      <a:pt x="2897" y="7565"/>
                    </a:lnTo>
                    <a:lnTo>
                      <a:pt x="7140" y="3322"/>
                    </a:lnTo>
                    <a:lnTo>
                      <a:pt x="4740" y="921"/>
                    </a:lnTo>
                    <a:lnTo>
                      <a:pt x="3819" y="1843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2825"/>
                    </a:lnTo>
                    <a:close/>
                  </a:path>
                </a:pathLst>
              </a:custGeom>
              <a:solidFill>
                <a:srgbClr val="ED928A"/>
              </a:solidFill>
              <a:ln>
                <a:noFill/>
              </a:ln>
            </p:spPr>
          </p:sp>
          <p:sp>
            <p:nvSpPr>
              <p:cNvPr id="2449" name="Graph element 463"/>
              <p:cNvSpPr/>
              <p:nvPr/>
            </p:nvSpPr>
            <p:spPr>
              <a:xfrm>
                <a:off x="1413843" y="1403235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2122" y="4522"/>
                    </a:moveTo>
                    <a:lnTo>
                      <a:pt x="4522" y="2122"/>
                    </a:lnTo>
                    <a:lnTo>
                      <a:pt x="2400" y="0"/>
                    </a:lnTo>
                    <a:lnTo>
                      <a:pt x="0" y="2400"/>
                    </a:lnTo>
                    <a:lnTo>
                      <a:pt x="2122" y="4522"/>
                    </a:lnTo>
                    <a:close/>
                  </a:path>
                </a:pathLst>
              </a:custGeom>
              <a:solidFill>
                <a:srgbClr val="ED928A"/>
              </a:solidFill>
              <a:ln>
                <a:noFill/>
              </a:ln>
            </p:spPr>
          </p:sp>
          <p:sp>
            <p:nvSpPr>
              <p:cNvPr id="2450" name="Graph element 464"/>
              <p:cNvSpPr/>
              <p:nvPr/>
            </p:nvSpPr>
            <p:spPr>
              <a:xfrm>
                <a:off x="1435058" y="1382020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2122" y="4522"/>
                    </a:moveTo>
                    <a:lnTo>
                      <a:pt x="4522" y="2122"/>
                    </a:lnTo>
                    <a:lnTo>
                      <a:pt x="2400" y="0"/>
                    </a:lnTo>
                    <a:lnTo>
                      <a:pt x="0" y="2400"/>
                    </a:lnTo>
                    <a:lnTo>
                      <a:pt x="2122" y="4522"/>
                    </a:lnTo>
                    <a:close/>
                  </a:path>
                </a:pathLst>
              </a:custGeom>
              <a:solidFill>
                <a:srgbClr val="ED928A"/>
              </a:solidFill>
              <a:ln>
                <a:noFill/>
              </a:ln>
            </p:spPr>
          </p:sp>
          <p:sp>
            <p:nvSpPr>
              <p:cNvPr id="2451" name="Graph element 465"/>
              <p:cNvSpPr/>
              <p:nvPr/>
            </p:nvSpPr>
            <p:spPr>
              <a:xfrm>
                <a:off x="1413843" y="1382020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ED928A"/>
              </a:solidFill>
              <a:ln>
                <a:noFill/>
              </a:ln>
            </p:spPr>
          </p:sp>
          <p:sp>
            <p:nvSpPr>
              <p:cNvPr id="2452" name="Graph element 466"/>
              <p:cNvSpPr/>
              <p:nvPr/>
            </p:nvSpPr>
            <p:spPr>
              <a:xfrm>
                <a:off x="172266" y="1052266"/>
                <a:ext cx="3394" cy="36066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36066" stroke="0" extrusionOk="0">
                    <a:moveTo>
                      <a:pt x="0" y="36066"/>
                    </a:moveTo>
                    <a:lnTo>
                      <a:pt x="3394" y="36066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36066"/>
                    </a:lnTo>
                    <a:close/>
                  </a:path>
                </a:pathLst>
              </a:custGeom>
              <a:solidFill>
                <a:srgbClr val="ED928A"/>
              </a:solidFill>
              <a:ln>
                <a:noFill/>
              </a:ln>
            </p:spPr>
          </p:sp>
          <p:sp>
            <p:nvSpPr>
              <p:cNvPr id="2453" name="Graph element 467"/>
              <p:cNvSpPr/>
              <p:nvPr/>
            </p:nvSpPr>
            <p:spPr>
              <a:xfrm>
                <a:off x="1614889" y="982256"/>
                <a:ext cx="3394" cy="2122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2122" stroke="0" extrusionOk="0">
                    <a:moveTo>
                      <a:pt x="0" y="2122"/>
                    </a:moveTo>
                    <a:lnTo>
                      <a:pt x="3394" y="2122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ED928A"/>
              </a:solidFill>
              <a:ln>
                <a:noFill/>
              </a:ln>
            </p:spPr>
          </p:sp>
          <p:sp>
            <p:nvSpPr>
              <p:cNvPr id="2454" name="Graph element 468"/>
              <p:cNvSpPr/>
              <p:nvPr/>
            </p:nvSpPr>
            <p:spPr>
              <a:xfrm>
                <a:off x="1585685" y="964084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2122" y="4522"/>
                    </a:moveTo>
                    <a:lnTo>
                      <a:pt x="4522" y="2122"/>
                    </a:lnTo>
                    <a:lnTo>
                      <a:pt x="2400" y="0"/>
                    </a:lnTo>
                    <a:lnTo>
                      <a:pt x="0" y="2400"/>
                    </a:lnTo>
                    <a:lnTo>
                      <a:pt x="2122" y="4522"/>
                    </a:lnTo>
                    <a:close/>
                  </a:path>
                </a:pathLst>
              </a:custGeom>
              <a:solidFill>
                <a:srgbClr val="ED928A"/>
              </a:solidFill>
              <a:ln>
                <a:noFill/>
              </a:ln>
            </p:spPr>
          </p:sp>
          <p:sp>
            <p:nvSpPr>
              <p:cNvPr id="2455" name="Graph element 469"/>
              <p:cNvSpPr/>
              <p:nvPr/>
            </p:nvSpPr>
            <p:spPr>
              <a:xfrm>
                <a:off x="1644590" y="950434"/>
                <a:ext cx="3394" cy="2122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2122" stroke="0" extrusionOk="0">
                    <a:moveTo>
                      <a:pt x="0" y="2122"/>
                    </a:moveTo>
                    <a:lnTo>
                      <a:pt x="3394" y="2122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ED928A"/>
              </a:solidFill>
              <a:ln>
                <a:noFill/>
              </a:ln>
            </p:spPr>
          </p:sp>
          <p:sp>
            <p:nvSpPr>
              <p:cNvPr id="2456" name="Graph element 470"/>
              <p:cNvSpPr/>
              <p:nvPr/>
            </p:nvSpPr>
            <p:spPr>
              <a:xfrm>
                <a:off x="1268659" y="912671"/>
                <a:ext cx="2122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2122" h="3394" stroke="0" extrusionOk="0">
                    <a:moveTo>
                      <a:pt x="2122" y="3394"/>
                    </a:moveTo>
                    <a:lnTo>
                      <a:pt x="2122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2122" y="3394"/>
                    </a:lnTo>
                    <a:close/>
                  </a:path>
                </a:pathLst>
              </a:custGeom>
              <a:solidFill>
                <a:srgbClr val="ED928A"/>
              </a:solidFill>
              <a:ln>
                <a:noFill/>
              </a:ln>
            </p:spPr>
          </p:sp>
          <p:sp>
            <p:nvSpPr>
              <p:cNvPr id="2457" name="Graph element 471"/>
              <p:cNvSpPr/>
              <p:nvPr/>
            </p:nvSpPr>
            <p:spPr>
              <a:xfrm>
                <a:off x="1290299" y="886789"/>
                <a:ext cx="3394" cy="2122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2122" stroke="0" extrusionOk="0">
                    <a:moveTo>
                      <a:pt x="0" y="2122"/>
                    </a:moveTo>
                    <a:lnTo>
                      <a:pt x="3394" y="2122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ED928A"/>
              </a:solidFill>
              <a:ln>
                <a:noFill/>
              </a:ln>
            </p:spPr>
          </p:sp>
          <p:sp>
            <p:nvSpPr>
              <p:cNvPr id="2458" name="Graph element 472"/>
              <p:cNvSpPr/>
              <p:nvPr/>
            </p:nvSpPr>
            <p:spPr>
              <a:xfrm>
                <a:off x="1243626" y="700096"/>
                <a:ext cx="3394" cy="4243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4243" stroke="0" extrusionOk="0">
                    <a:moveTo>
                      <a:pt x="0" y="4243"/>
                    </a:moveTo>
                    <a:lnTo>
                      <a:pt x="3394" y="4243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4243"/>
                    </a:lnTo>
                    <a:close/>
                  </a:path>
                </a:pathLst>
              </a:custGeom>
              <a:solidFill>
                <a:srgbClr val="ED928A"/>
              </a:solidFill>
              <a:ln>
                <a:noFill/>
              </a:ln>
            </p:spPr>
          </p:sp>
          <p:sp>
            <p:nvSpPr>
              <p:cNvPr id="2459" name="Graph element 473"/>
              <p:cNvSpPr/>
              <p:nvPr/>
            </p:nvSpPr>
            <p:spPr>
              <a:xfrm>
                <a:off x="1760848" y="689913"/>
                <a:ext cx="2122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2122" h="3394" stroke="0" extrusionOk="0">
                    <a:moveTo>
                      <a:pt x="2122" y="3394"/>
                    </a:moveTo>
                    <a:lnTo>
                      <a:pt x="2122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2122" y="3394"/>
                    </a:lnTo>
                    <a:close/>
                  </a:path>
                </a:pathLst>
              </a:custGeom>
              <a:solidFill>
                <a:srgbClr val="ED928A"/>
              </a:solidFill>
              <a:ln>
                <a:noFill/>
              </a:ln>
            </p:spPr>
          </p:sp>
          <p:sp>
            <p:nvSpPr>
              <p:cNvPr id="2460" name="Graph element 474"/>
              <p:cNvSpPr/>
              <p:nvPr/>
            </p:nvSpPr>
            <p:spPr>
              <a:xfrm>
                <a:off x="1754484" y="689913"/>
                <a:ext cx="2122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2122" h="3394" stroke="0" extrusionOk="0">
                    <a:moveTo>
                      <a:pt x="2122" y="3394"/>
                    </a:moveTo>
                    <a:lnTo>
                      <a:pt x="2122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2122" y="3394"/>
                    </a:lnTo>
                    <a:close/>
                  </a:path>
                </a:pathLst>
              </a:custGeom>
              <a:solidFill>
                <a:srgbClr val="ED928A"/>
              </a:solidFill>
              <a:ln>
                <a:noFill/>
              </a:ln>
            </p:spPr>
          </p:sp>
          <p:sp>
            <p:nvSpPr>
              <p:cNvPr id="2461" name="Graph element 475"/>
              <p:cNvSpPr/>
              <p:nvPr/>
            </p:nvSpPr>
            <p:spPr>
              <a:xfrm>
                <a:off x="1197450" y="679803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ED928A"/>
              </a:solidFill>
              <a:ln>
                <a:noFill/>
              </a:ln>
            </p:spPr>
          </p:sp>
          <p:sp>
            <p:nvSpPr>
              <p:cNvPr id="2462" name="Graph element 476"/>
              <p:cNvSpPr/>
              <p:nvPr/>
            </p:nvSpPr>
            <p:spPr>
              <a:xfrm>
                <a:off x="1215622" y="672941"/>
                <a:ext cx="6365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6365" h="3394" stroke="0" extrusionOk="0">
                    <a:moveTo>
                      <a:pt x="6365" y="3394"/>
                    </a:moveTo>
                    <a:lnTo>
                      <a:pt x="6365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6365" y="3394"/>
                    </a:lnTo>
                    <a:close/>
                  </a:path>
                </a:pathLst>
              </a:custGeom>
              <a:solidFill>
                <a:srgbClr val="ED928A"/>
              </a:solidFill>
              <a:ln>
                <a:noFill/>
              </a:ln>
            </p:spPr>
          </p:sp>
          <p:sp>
            <p:nvSpPr>
              <p:cNvPr id="2463" name="Graph element 477"/>
              <p:cNvSpPr/>
              <p:nvPr/>
            </p:nvSpPr>
            <p:spPr>
              <a:xfrm>
                <a:off x="1784609" y="664031"/>
                <a:ext cx="3394" cy="2122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2122" stroke="0" extrusionOk="0">
                    <a:moveTo>
                      <a:pt x="0" y="2122"/>
                    </a:moveTo>
                    <a:lnTo>
                      <a:pt x="3394" y="2122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ED928A"/>
              </a:solidFill>
              <a:ln>
                <a:noFill/>
              </a:ln>
            </p:spPr>
          </p:sp>
          <p:sp>
            <p:nvSpPr>
              <p:cNvPr id="2464" name="Graph element 478"/>
              <p:cNvSpPr/>
              <p:nvPr/>
            </p:nvSpPr>
            <p:spPr>
              <a:xfrm>
                <a:off x="1301403" y="577970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ED928A"/>
              </a:solidFill>
              <a:ln>
                <a:noFill/>
              </a:ln>
            </p:spPr>
          </p:sp>
          <p:sp>
            <p:nvSpPr>
              <p:cNvPr id="2465" name="Graph element 479"/>
              <p:cNvSpPr/>
              <p:nvPr/>
            </p:nvSpPr>
            <p:spPr>
              <a:xfrm>
                <a:off x="1263216" y="577970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2122" y="4522"/>
                    </a:moveTo>
                    <a:lnTo>
                      <a:pt x="4522" y="2122"/>
                    </a:lnTo>
                    <a:lnTo>
                      <a:pt x="2400" y="0"/>
                    </a:lnTo>
                    <a:lnTo>
                      <a:pt x="0" y="2400"/>
                    </a:lnTo>
                    <a:lnTo>
                      <a:pt x="2122" y="4522"/>
                    </a:lnTo>
                    <a:close/>
                  </a:path>
                </a:pathLst>
              </a:custGeom>
              <a:solidFill>
                <a:srgbClr val="ED928A"/>
              </a:solidFill>
              <a:ln>
                <a:noFill/>
              </a:ln>
            </p:spPr>
          </p:sp>
          <p:sp>
            <p:nvSpPr>
              <p:cNvPr id="2466" name="Graph element 480"/>
              <p:cNvSpPr/>
              <p:nvPr/>
            </p:nvSpPr>
            <p:spPr>
              <a:xfrm>
                <a:off x="1309392" y="555834"/>
                <a:ext cx="3394" cy="2122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2122" stroke="0" extrusionOk="0">
                    <a:moveTo>
                      <a:pt x="0" y="2122"/>
                    </a:moveTo>
                    <a:lnTo>
                      <a:pt x="3394" y="2122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ED928A"/>
              </a:solidFill>
              <a:ln>
                <a:noFill/>
              </a:ln>
            </p:spPr>
          </p:sp>
          <p:sp>
            <p:nvSpPr>
              <p:cNvPr id="2467" name="Graph element 481"/>
              <p:cNvSpPr/>
              <p:nvPr/>
            </p:nvSpPr>
            <p:spPr>
              <a:xfrm>
                <a:off x="1427772" y="541408"/>
                <a:ext cx="4243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4243" h="3394" stroke="0" extrusionOk="0">
                    <a:moveTo>
                      <a:pt x="4243" y="3394"/>
                    </a:moveTo>
                    <a:lnTo>
                      <a:pt x="4243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4243" y="3394"/>
                    </a:lnTo>
                    <a:close/>
                  </a:path>
                </a:pathLst>
              </a:custGeom>
              <a:solidFill>
                <a:srgbClr val="ED928A"/>
              </a:solidFill>
              <a:ln>
                <a:noFill/>
              </a:ln>
            </p:spPr>
          </p:sp>
          <p:sp>
            <p:nvSpPr>
              <p:cNvPr id="2468" name="Graph element 482"/>
              <p:cNvSpPr/>
              <p:nvPr/>
            </p:nvSpPr>
            <p:spPr>
              <a:xfrm>
                <a:off x="1441422" y="537662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ED928A"/>
              </a:solidFill>
              <a:ln>
                <a:noFill/>
              </a:ln>
            </p:spPr>
          </p:sp>
          <p:sp>
            <p:nvSpPr>
              <p:cNvPr id="2469" name="Graph element 483"/>
              <p:cNvSpPr/>
              <p:nvPr/>
            </p:nvSpPr>
            <p:spPr>
              <a:xfrm>
                <a:off x="1281388" y="532922"/>
                <a:ext cx="6365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6365" h="3394" stroke="0" extrusionOk="0">
                    <a:moveTo>
                      <a:pt x="6365" y="3394"/>
                    </a:moveTo>
                    <a:lnTo>
                      <a:pt x="6365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6365" y="3394"/>
                    </a:lnTo>
                    <a:close/>
                  </a:path>
                </a:pathLst>
              </a:custGeom>
              <a:solidFill>
                <a:srgbClr val="ED928A"/>
              </a:solidFill>
              <a:ln>
                <a:noFill/>
              </a:ln>
            </p:spPr>
          </p:sp>
          <p:sp>
            <p:nvSpPr>
              <p:cNvPr id="2470" name="Graph element 484"/>
              <p:cNvSpPr/>
              <p:nvPr/>
            </p:nvSpPr>
            <p:spPr>
              <a:xfrm>
                <a:off x="1402738" y="511282"/>
                <a:ext cx="3394" cy="8486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8486" stroke="0" extrusionOk="0">
                    <a:moveTo>
                      <a:pt x="0" y="8486"/>
                    </a:moveTo>
                    <a:lnTo>
                      <a:pt x="3394" y="8486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8486"/>
                    </a:lnTo>
                    <a:close/>
                  </a:path>
                </a:pathLst>
              </a:custGeom>
              <a:solidFill>
                <a:srgbClr val="ED928A"/>
              </a:solidFill>
              <a:ln>
                <a:noFill/>
              </a:ln>
            </p:spPr>
          </p:sp>
          <p:sp>
            <p:nvSpPr>
              <p:cNvPr id="2471" name="Graph element 485"/>
              <p:cNvSpPr/>
              <p:nvPr/>
            </p:nvSpPr>
            <p:spPr>
              <a:xfrm>
                <a:off x="1451109" y="501099"/>
                <a:ext cx="2122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2122" h="3394" stroke="0" extrusionOk="0">
                    <a:moveTo>
                      <a:pt x="2122" y="3394"/>
                    </a:moveTo>
                    <a:lnTo>
                      <a:pt x="2122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2122" y="3394"/>
                    </a:lnTo>
                    <a:close/>
                  </a:path>
                </a:pathLst>
              </a:custGeom>
              <a:solidFill>
                <a:srgbClr val="ED928A"/>
              </a:solidFill>
              <a:ln>
                <a:noFill/>
              </a:ln>
            </p:spPr>
          </p:sp>
          <p:sp>
            <p:nvSpPr>
              <p:cNvPr id="2472" name="Graph element 486"/>
              <p:cNvSpPr/>
              <p:nvPr/>
            </p:nvSpPr>
            <p:spPr>
              <a:xfrm>
                <a:off x="1405357" y="501099"/>
                <a:ext cx="7565" cy="5019"/>
              </a:xfrm>
              <a:custGeom>
                <a:avLst/>
                <a:gdLst/>
                <a:ahLst/>
                <a:cxnLst/>
                <a:rect l="0" t="0" r="r" b="b"/>
                <a:pathLst>
                  <a:path w="7565" h="5019" stroke="0" extrusionOk="0">
                    <a:moveTo>
                      <a:pt x="0" y="2619"/>
                    </a:moveTo>
                    <a:lnTo>
                      <a:pt x="2400" y="5019"/>
                    </a:lnTo>
                    <a:lnTo>
                      <a:pt x="4025" y="3394"/>
                    </a:lnTo>
                    <a:lnTo>
                      <a:pt x="7565" y="3394"/>
                    </a:lnTo>
                    <a:lnTo>
                      <a:pt x="7565" y="0"/>
                    </a:lnTo>
                    <a:lnTo>
                      <a:pt x="2619" y="0"/>
                    </a:lnTo>
                    <a:lnTo>
                      <a:pt x="0" y="2619"/>
                    </a:lnTo>
                    <a:close/>
                  </a:path>
                </a:pathLst>
              </a:custGeom>
              <a:solidFill>
                <a:srgbClr val="ED928A"/>
              </a:solidFill>
              <a:ln>
                <a:noFill/>
              </a:ln>
            </p:spPr>
          </p:sp>
          <p:sp>
            <p:nvSpPr>
              <p:cNvPr id="2473" name="Graph element 487"/>
              <p:cNvSpPr/>
              <p:nvPr/>
            </p:nvSpPr>
            <p:spPr>
              <a:xfrm>
                <a:off x="1591128" y="437454"/>
                <a:ext cx="2122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2122" h="3394" stroke="0" extrusionOk="0">
                    <a:moveTo>
                      <a:pt x="2122" y="3394"/>
                    </a:moveTo>
                    <a:lnTo>
                      <a:pt x="2122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2122" y="3394"/>
                    </a:lnTo>
                    <a:close/>
                  </a:path>
                </a:pathLst>
              </a:custGeom>
              <a:solidFill>
                <a:srgbClr val="ED928A"/>
              </a:solidFill>
              <a:ln>
                <a:noFill/>
              </a:ln>
            </p:spPr>
          </p:sp>
          <p:sp>
            <p:nvSpPr>
              <p:cNvPr id="2474" name="Graph element 488"/>
              <p:cNvSpPr/>
              <p:nvPr/>
            </p:nvSpPr>
            <p:spPr>
              <a:xfrm>
                <a:off x="1625496" y="411572"/>
                <a:ext cx="3394" cy="4243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4243" stroke="0" extrusionOk="0">
                    <a:moveTo>
                      <a:pt x="0" y="4243"/>
                    </a:moveTo>
                    <a:lnTo>
                      <a:pt x="3394" y="4243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4243"/>
                    </a:lnTo>
                    <a:close/>
                  </a:path>
                </a:pathLst>
              </a:custGeom>
              <a:solidFill>
                <a:srgbClr val="ED928A"/>
              </a:solidFill>
              <a:ln>
                <a:noFill/>
              </a:ln>
            </p:spPr>
          </p:sp>
          <p:sp>
            <p:nvSpPr>
              <p:cNvPr id="2475" name="Graph element 489"/>
              <p:cNvSpPr/>
              <p:nvPr/>
            </p:nvSpPr>
            <p:spPr>
              <a:xfrm>
                <a:off x="537165" y="91225"/>
                <a:ext cx="3394" cy="2122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2122" stroke="0" extrusionOk="0">
                    <a:moveTo>
                      <a:pt x="0" y="2122"/>
                    </a:moveTo>
                    <a:lnTo>
                      <a:pt x="3394" y="2122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ED928A"/>
              </a:solidFill>
              <a:ln>
                <a:noFill/>
              </a:ln>
            </p:spPr>
          </p:sp>
          <p:sp>
            <p:nvSpPr>
              <p:cNvPr id="2476" name="Graph element 490"/>
              <p:cNvSpPr/>
              <p:nvPr/>
            </p:nvSpPr>
            <p:spPr>
              <a:xfrm>
                <a:off x="507464" y="91225"/>
                <a:ext cx="3394" cy="2122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2122" stroke="0" extrusionOk="0">
                    <a:moveTo>
                      <a:pt x="0" y="2122"/>
                    </a:moveTo>
                    <a:lnTo>
                      <a:pt x="3394" y="2122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ED928A"/>
              </a:solidFill>
              <a:ln>
                <a:noFill/>
              </a:ln>
            </p:spPr>
          </p:sp>
          <p:sp>
            <p:nvSpPr>
              <p:cNvPr id="2477" name="Graph element 491"/>
              <p:cNvSpPr/>
              <p:nvPr/>
            </p:nvSpPr>
            <p:spPr>
              <a:xfrm>
                <a:off x="809214" y="2031201"/>
                <a:ext cx="5443" cy="5019"/>
              </a:xfrm>
              <a:custGeom>
                <a:avLst/>
                <a:gdLst/>
                <a:ahLst/>
                <a:cxnLst/>
                <a:rect l="0" t="0" r="r" b="b"/>
                <a:pathLst>
                  <a:path w="5443" h="5019" stroke="0" extrusionOk="0">
                    <a:moveTo>
                      <a:pt x="2619" y="5019"/>
                    </a:moveTo>
                    <a:lnTo>
                      <a:pt x="5443" y="5019"/>
                    </a:lnTo>
                    <a:lnTo>
                      <a:pt x="5443" y="1624"/>
                    </a:lnTo>
                    <a:lnTo>
                      <a:pt x="4025" y="1624"/>
                    </a:lnTo>
                    <a:lnTo>
                      <a:pt x="2400" y="0"/>
                    </a:lnTo>
                    <a:lnTo>
                      <a:pt x="0" y="2400"/>
                    </a:lnTo>
                    <a:lnTo>
                      <a:pt x="2619" y="5019"/>
                    </a:lnTo>
                    <a:close/>
                  </a:path>
                </a:pathLst>
              </a:custGeom>
              <a:solidFill>
                <a:srgbClr val="EB4C3E"/>
              </a:solidFill>
              <a:ln>
                <a:noFill/>
              </a:ln>
            </p:spPr>
          </p:sp>
          <p:sp>
            <p:nvSpPr>
              <p:cNvPr id="2478" name="Graph element 492"/>
              <p:cNvSpPr/>
              <p:nvPr/>
            </p:nvSpPr>
            <p:spPr>
              <a:xfrm>
                <a:off x="775270" y="2026958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2122" y="4522"/>
                    </a:moveTo>
                    <a:lnTo>
                      <a:pt x="4522" y="2122"/>
                    </a:lnTo>
                    <a:lnTo>
                      <a:pt x="2400" y="0"/>
                    </a:lnTo>
                    <a:lnTo>
                      <a:pt x="0" y="2400"/>
                    </a:lnTo>
                    <a:lnTo>
                      <a:pt x="2122" y="4522"/>
                    </a:lnTo>
                    <a:close/>
                  </a:path>
                </a:pathLst>
              </a:custGeom>
              <a:solidFill>
                <a:srgbClr val="EB4C3E"/>
              </a:solidFill>
              <a:ln>
                <a:noFill/>
              </a:ln>
            </p:spPr>
          </p:sp>
          <p:sp>
            <p:nvSpPr>
              <p:cNvPr id="2479" name="Graph element 493"/>
              <p:cNvSpPr/>
              <p:nvPr/>
            </p:nvSpPr>
            <p:spPr>
              <a:xfrm>
                <a:off x="766287" y="2004821"/>
                <a:ext cx="3394" cy="2122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2122" stroke="0" extrusionOk="0">
                    <a:moveTo>
                      <a:pt x="0" y="2122"/>
                    </a:moveTo>
                    <a:lnTo>
                      <a:pt x="3394" y="2122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EB4C3E"/>
              </a:solidFill>
              <a:ln>
                <a:noFill/>
              </a:ln>
            </p:spPr>
          </p:sp>
          <p:sp>
            <p:nvSpPr>
              <p:cNvPr id="2480" name="Graph element 494"/>
              <p:cNvSpPr/>
              <p:nvPr/>
            </p:nvSpPr>
            <p:spPr>
              <a:xfrm>
                <a:off x="819822" y="1982406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2122" y="4522"/>
                    </a:moveTo>
                    <a:lnTo>
                      <a:pt x="4522" y="2122"/>
                    </a:lnTo>
                    <a:lnTo>
                      <a:pt x="2400" y="0"/>
                    </a:lnTo>
                    <a:lnTo>
                      <a:pt x="0" y="2400"/>
                    </a:lnTo>
                    <a:lnTo>
                      <a:pt x="2122" y="4522"/>
                    </a:lnTo>
                    <a:close/>
                  </a:path>
                </a:pathLst>
              </a:custGeom>
              <a:solidFill>
                <a:srgbClr val="EB4C3E"/>
              </a:solidFill>
              <a:ln>
                <a:noFill/>
              </a:ln>
            </p:spPr>
          </p:sp>
          <p:sp>
            <p:nvSpPr>
              <p:cNvPr id="2481" name="Graph element 495"/>
              <p:cNvSpPr/>
              <p:nvPr/>
            </p:nvSpPr>
            <p:spPr>
              <a:xfrm>
                <a:off x="797685" y="1973423"/>
                <a:ext cx="4243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4243" h="3394" stroke="0" extrusionOk="0">
                    <a:moveTo>
                      <a:pt x="4243" y="3394"/>
                    </a:moveTo>
                    <a:lnTo>
                      <a:pt x="4243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4243" y="3394"/>
                    </a:lnTo>
                    <a:close/>
                  </a:path>
                </a:pathLst>
              </a:custGeom>
              <a:solidFill>
                <a:srgbClr val="EB4C3E"/>
              </a:solidFill>
              <a:ln>
                <a:noFill/>
              </a:ln>
            </p:spPr>
          </p:sp>
          <p:sp>
            <p:nvSpPr>
              <p:cNvPr id="2482" name="Graph element 496"/>
              <p:cNvSpPr/>
              <p:nvPr/>
            </p:nvSpPr>
            <p:spPr>
              <a:xfrm>
                <a:off x="1727328" y="1442623"/>
                <a:ext cx="3394" cy="2122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2122" stroke="0" extrusionOk="0">
                    <a:moveTo>
                      <a:pt x="0" y="2122"/>
                    </a:moveTo>
                    <a:lnTo>
                      <a:pt x="3394" y="2122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EB4C3E"/>
              </a:solidFill>
              <a:ln>
                <a:noFill/>
              </a:ln>
            </p:spPr>
          </p:sp>
          <p:sp>
            <p:nvSpPr>
              <p:cNvPr id="2483" name="Graph element 497"/>
              <p:cNvSpPr/>
              <p:nvPr/>
            </p:nvSpPr>
            <p:spPr>
              <a:xfrm>
                <a:off x="1727328" y="1434137"/>
                <a:ext cx="3394" cy="2122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2122" stroke="0" extrusionOk="0">
                    <a:moveTo>
                      <a:pt x="0" y="2122"/>
                    </a:moveTo>
                    <a:lnTo>
                      <a:pt x="3394" y="2122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EB4C3E"/>
              </a:solidFill>
              <a:ln>
                <a:noFill/>
              </a:ln>
            </p:spPr>
          </p:sp>
          <p:sp>
            <p:nvSpPr>
              <p:cNvPr id="2484" name="Graph element 498"/>
              <p:cNvSpPr/>
              <p:nvPr/>
            </p:nvSpPr>
            <p:spPr>
              <a:xfrm>
                <a:off x="1738433" y="1411721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EB4C3E"/>
              </a:solidFill>
              <a:ln>
                <a:noFill/>
              </a:ln>
            </p:spPr>
          </p:sp>
          <p:sp>
            <p:nvSpPr>
              <p:cNvPr id="2485" name="Graph element 499"/>
              <p:cNvSpPr/>
              <p:nvPr/>
            </p:nvSpPr>
            <p:spPr>
              <a:xfrm>
                <a:off x="303375" y="1101485"/>
                <a:ext cx="2122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2122" h="3394" stroke="0" extrusionOk="0">
                    <a:moveTo>
                      <a:pt x="2122" y="3394"/>
                    </a:moveTo>
                    <a:lnTo>
                      <a:pt x="2122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2122" y="3394"/>
                    </a:lnTo>
                    <a:close/>
                  </a:path>
                </a:pathLst>
              </a:custGeom>
              <a:solidFill>
                <a:srgbClr val="EB4C3E"/>
              </a:solidFill>
              <a:ln>
                <a:noFill/>
              </a:ln>
            </p:spPr>
          </p:sp>
          <p:sp>
            <p:nvSpPr>
              <p:cNvPr id="2486" name="Graph element 500"/>
              <p:cNvSpPr/>
              <p:nvPr/>
            </p:nvSpPr>
            <p:spPr>
              <a:xfrm>
                <a:off x="150627" y="1099363"/>
                <a:ext cx="8486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8486" h="3394" stroke="0" extrusionOk="0">
                    <a:moveTo>
                      <a:pt x="8486" y="3394"/>
                    </a:moveTo>
                    <a:lnTo>
                      <a:pt x="8486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8486" y="3394"/>
                    </a:lnTo>
                    <a:close/>
                  </a:path>
                </a:pathLst>
              </a:custGeom>
              <a:solidFill>
                <a:srgbClr val="EB4C3E"/>
              </a:solidFill>
              <a:ln>
                <a:noFill/>
              </a:ln>
            </p:spPr>
          </p:sp>
          <p:sp>
            <p:nvSpPr>
              <p:cNvPr id="2487" name="Graph element 501"/>
              <p:cNvSpPr/>
              <p:nvPr/>
            </p:nvSpPr>
            <p:spPr>
              <a:xfrm>
                <a:off x="172763" y="1089253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2122" y="4522"/>
                    </a:moveTo>
                    <a:lnTo>
                      <a:pt x="4522" y="2122"/>
                    </a:lnTo>
                    <a:lnTo>
                      <a:pt x="2400" y="0"/>
                    </a:lnTo>
                    <a:lnTo>
                      <a:pt x="0" y="2400"/>
                    </a:lnTo>
                    <a:lnTo>
                      <a:pt x="2122" y="4522"/>
                    </a:lnTo>
                    <a:close/>
                  </a:path>
                </a:pathLst>
              </a:custGeom>
              <a:solidFill>
                <a:srgbClr val="EB4C3E"/>
              </a:solidFill>
              <a:ln>
                <a:noFill/>
              </a:ln>
            </p:spPr>
          </p:sp>
          <p:sp>
            <p:nvSpPr>
              <p:cNvPr id="2488" name="Graph element 502"/>
              <p:cNvSpPr/>
              <p:nvPr/>
            </p:nvSpPr>
            <p:spPr>
              <a:xfrm>
                <a:off x="130333" y="1089253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2122" y="4522"/>
                    </a:moveTo>
                    <a:lnTo>
                      <a:pt x="4522" y="2122"/>
                    </a:lnTo>
                    <a:lnTo>
                      <a:pt x="2400" y="0"/>
                    </a:lnTo>
                    <a:lnTo>
                      <a:pt x="0" y="2400"/>
                    </a:lnTo>
                    <a:lnTo>
                      <a:pt x="2122" y="4522"/>
                    </a:lnTo>
                    <a:close/>
                  </a:path>
                </a:pathLst>
              </a:custGeom>
              <a:solidFill>
                <a:srgbClr val="EB4C3E"/>
              </a:solidFill>
              <a:ln>
                <a:noFill/>
              </a:ln>
            </p:spPr>
          </p:sp>
          <p:sp>
            <p:nvSpPr>
              <p:cNvPr id="2489" name="Graph element 503"/>
              <p:cNvSpPr/>
              <p:nvPr/>
            </p:nvSpPr>
            <p:spPr>
              <a:xfrm>
                <a:off x="1421408" y="1020868"/>
                <a:ext cx="2122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2122" h="3394" stroke="0" extrusionOk="0">
                    <a:moveTo>
                      <a:pt x="2122" y="3394"/>
                    </a:moveTo>
                    <a:lnTo>
                      <a:pt x="2122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2122" y="3394"/>
                    </a:lnTo>
                    <a:close/>
                  </a:path>
                </a:pathLst>
              </a:custGeom>
              <a:solidFill>
                <a:srgbClr val="EB4C3E"/>
              </a:solidFill>
              <a:ln>
                <a:noFill/>
              </a:ln>
            </p:spPr>
          </p:sp>
          <p:sp>
            <p:nvSpPr>
              <p:cNvPr id="2490" name="Graph element 504"/>
              <p:cNvSpPr/>
              <p:nvPr/>
            </p:nvSpPr>
            <p:spPr>
              <a:xfrm>
                <a:off x="1587806" y="974692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2122" y="4522"/>
                    </a:moveTo>
                    <a:lnTo>
                      <a:pt x="4522" y="2122"/>
                    </a:lnTo>
                    <a:lnTo>
                      <a:pt x="2400" y="0"/>
                    </a:lnTo>
                    <a:lnTo>
                      <a:pt x="0" y="2400"/>
                    </a:lnTo>
                    <a:lnTo>
                      <a:pt x="2122" y="4522"/>
                    </a:lnTo>
                    <a:close/>
                  </a:path>
                </a:pathLst>
              </a:custGeom>
              <a:solidFill>
                <a:srgbClr val="EB4C3E"/>
              </a:solidFill>
              <a:ln>
                <a:noFill/>
              </a:ln>
            </p:spPr>
          </p:sp>
          <p:sp>
            <p:nvSpPr>
              <p:cNvPr id="2491" name="Graph element 505"/>
              <p:cNvSpPr/>
              <p:nvPr/>
            </p:nvSpPr>
            <p:spPr>
              <a:xfrm>
                <a:off x="1632358" y="972570"/>
                <a:ext cx="6643" cy="6643"/>
              </a:xfrm>
              <a:custGeom>
                <a:avLst/>
                <a:gdLst/>
                <a:ahLst/>
                <a:cxnLst/>
                <a:rect l="0" t="0" r="r" b="b"/>
                <a:pathLst>
                  <a:path w="6643" h="6643" stroke="0" extrusionOk="0">
                    <a:moveTo>
                      <a:pt x="0" y="4243"/>
                    </a:moveTo>
                    <a:lnTo>
                      <a:pt x="2400" y="6643"/>
                    </a:lnTo>
                    <a:lnTo>
                      <a:pt x="6643" y="2400"/>
                    </a:lnTo>
                    <a:lnTo>
                      <a:pt x="4243" y="0"/>
                    </a:lnTo>
                    <a:lnTo>
                      <a:pt x="0" y="4243"/>
                    </a:lnTo>
                    <a:close/>
                  </a:path>
                </a:pathLst>
              </a:custGeom>
              <a:solidFill>
                <a:srgbClr val="EB4C3E"/>
              </a:solidFill>
              <a:ln>
                <a:noFill/>
              </a:ln>
            </p:spPr>
          </p:sp>
          <p:sp>
            <p:nvSpPr>
              <p:cNvPr id="2492" name="Graph element 506"/>
              <p:cNvSpPr/>
              <p:nvPr/>
            </p:nvSpPr>
            <p:spPr>
              <a:xfrm>
                <a:off x="1636601" y="928019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2122" y="4522"/>
                    </a:moveTo>
                    <a:lnTo>
                      <a:pt x="4522" y="2122"/>
                    </a:lnTo>
                    <a:lnTo>
                      <a:pt x="2400" y="0"/>
                    </a:lnTo>
                    <a:lnTo>
                      <a:pt x="0" y="2400"/>
                    </a:lnTo>
                    <a:lnTo>
                      <a:pt x="2122" y="4522"/>
                    </a:lnTo>
                    <a:close/>
                  </a:path>
                </a:pathLst>
              </a:custGeom>
              <a:solidFill>
                <a:srgbClr val="EB4C3E"/>
              </a:solidFill>
              <a:ln>
                <a:noFill/>
              </a:ln>
            </p:spPr>
          </p:sp>
          <p:sp>
            <p:nvSpPr>
              <p:cNvPr id="2493" name="Graph element 507"/>
              <p:cNvSpPr/>
              <p:nvPr/>
            </p:nvSpPr>
            <p:spPr>
              <a:xfrm>
                <a:off x="1581442" y="923776"/>
                <a:ext cx="6643" cy="6643"/>
              </a:xfrm>
              <a:custGeom>
                <a:avLst/>
                <a:gdLst/>
                <a:ahLst/>
                <a:cxnLst/>
                <a:rect l="0" t="0" r="r" b="b"/>
                <a:pathLst>
                  <a:path w="6643" h="6643" stroke="0" extrusionOk="0">
                    <a:moveTo>
                      <a:pt x="0" y="4243"/>
                    </a:moveTo>
                    <a:lnTo>
                      <a:pt x="2400" y="6643"/>
                    </a:lnTo>
                    <a:lnTo>
                      <a:pt x="6643" y="2400"/>
                    </a:lnTo>
                    <a:lnTo>
                      <a:pt x="4243" y="0"/>
                    </a:lnTo>
                    <a:lnTo>
                      <a:pt x="0" y="4243"/>
                    </a:lnTo>
                    <a:close/>
                  </a:path>
                </a:pathLst>
              </a:custGeom>
              <a:solidFill>
                <a:srgbClr val="EB4C3E"/>
              </a:solidFill>
              <a:ln>
                <a:noFill/>
              </a:ln>
            </p:spPr>
          </p:sp>
          <p:sp>
            <p:nvSpPr>
              <p:cNvPr id="2494" name="Graph element 508"/>
              <p:cNvSpPr/>
              <p:nvPr/>
            </p:nvSpPr>
            <p:spPr>
              <a:xfrm>
                <a:off x="1630236" y="921654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2122" y="4522"/>
                    </a:moveTo>
                    <a:lnTo>
                      <a:pt x="4522" y="2122"/>
                    </a:lnTo>
                    <a:lnTo>
                      <a:pt x="2400" y="0"/>
                    </a:lnTo>
                    <a:lnTo>
                      <a:pt x="0" y="2400"/>
                    </a:lnTo>
                    <a:lnTo>
                      <a:pt x="2122" y="4522"/>
                    </a:lnTo>
                    <a:close/>
                  </a:path>
                </a:pathLst>
              </a:custGeom>
              <a:solidFill>
                <a:srgbClr val="EB4C3E"/>
              </a:solidFill>
              <a:ln>
                <a:noFill/>
              </a:ln>
            </p:spPr>
          </p:sp>
          <p:sp>
            <p:nvSpPr>
              <p:cNvPr id="2495" name="Graph element 509"/>
              <p:cNvSpPr/>
              <p:nvPr/>
            </p:nvSpPr>
            <p:spPr>
              <a:xfrm>
                <a:off x="1614464" y="914792"/>
                <a:ext cx="2122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2122" h="3394" stroke="0" extrusionOk="0">
                    <a:moveTo>
                      <a:pt x="2122" y="3394"/>
                    </a:moveTo>
                    <a:lnTo>
                      <a:pt x="2122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2122" y="3394"/>
                    </a:lnTo>
                    <a:close/>
                  </a:path>
                </a:pathLst>
              </a:custGeom>
              <a:solidFill>
                <a:srgbClr val="EB4C3E"/>
              </a:solidFill>
              <a:ln>
                <a:noFill/>
              </a:ln>
            </p:spPr>
          </p:sp>
          <p:sp>
            <p:nvSpPr>
              <p:cNvPr id="2496" name="Graph element 510"/>
              <p:cNvSpPr/>
              <p:nvPr/>
            </p:nvSpPr>
            <p:spPr>
              <a:xfrm>
                <a:off x="1603857" y="914792"/>
                <a:ext cx="4243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4243" h="3394" stroke="0" extrusionOk="0">
                    <a:moveTo>
                      <a:pt x="4243" y="3394"/>
                    </a:moveTo>
                    <a:lnTo>
                      <a:pt x="4243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4243" y="3394"/>
                    </a:lnTo>
                    <a:close/>
                  </a:path>
                </a:pathLst>
              </a:custGeom>
              <a:solidFill>
                <a:srgbClr val="EB4C3E"/>
              </a:solidFill>
              <a:ln>
                <a:noFill/>
              </a:ln>
            </p:spPr>
          </p:sp>
          <p:sp>
            <p:nvSpPr>
              <p:cNvPr id="2497" name="Graph element 511"/>
              <p:cNvSpPr/>
              <p:nvPr/>
            </p:nvSpPr>
            <p:spPr>
              <a:xfrm>
                <a:off x="1262295" y="912671"/>
                <a:ext cx="4243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4243" h="3394" stroke="0" extrusionOk="0">
                    <a:moveTo>
                      <a:pt x="4243" y="3394"/>
                    </a:moveTo>
                    <a:lnTo>
                      <a:pt x="4243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4243" y="3394"/>
                    </a:lnTo>
                    <a:close/>
                  </a:path>
                </a:pathLst>
              </a:custGeom>
              <a:solidFill>
                <a:srgbClr val="EB4C3E"/>
              </a:solidFill>
              <a:ln>
                <a:noFill/>
              </a:ln>
            </p:spPr>
          </p:sp>
          <p:sp>
            <p:nvSpPr>
              <p:cNvPr id="2498" name="Graph element 512"/>
              <p:cNvSpPr/>
              <p:nvPr/>
            </p:nvSpPr>
            <p:spPr>
              <a:xfrm>
                <a:off x="1278067" y="906804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EB4C3E"/>
              </a:solidFill>
              <a:ln>
                <a:noFill/>
              </a:ln>
            </p:spPr>
          </p:sp>
          <p:sp>
            <p:nvSpPr>
              <p:cNvPr id="2499" name="Graph element 513"/>
              <p:cNvSpPr/>
              <p:nvPr/>
            </p:nvSpPr>
            <p:spPr>
              <a:xfrm>
                <a:off x="1244123" y="904682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2122" y="4522"/>
                    </a:moveTo>
                    <a:lnTo>
                      <a:pt x="4522" y="2122"/>
                    </a:lnTo>
                    <a:lnTo>
                      <a:pt x="2400" y="0"/>
                    </a:lnTo>
                    <a:lnTo>
                      <a:pt x="0" y="2400"/>
                    </a:lnTo>
                    <a:lnTo>
                      <a:pt x="2122" y="4522"/>
                    </a:lnTo>
                    <a:close/>
                  </a:path>
                </a:pathLst>
              </a:custGeom>
              <a:solidFill>
                <a:srgbClr val="EB4C3E"/>
              </a:solidFill>
              <a:ln>
                <a:noFill/>
              </a:ln>
            </p:spPr>
          </p:sp>
          <p:sp>
            <p:nvSpPr>
              <p:cNvPr id="2500" name="Graph element 514"/>
              <p:cNvSpPr/>
              <p:nvPr/>
            </p:nvSpPr>
            <p:spPr>
              <a:xfrm>
                <a:off x="1260173" y="872362"/>
                <a:ext cx="4243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4243" h="3394" stroke="0" extrusionOk="0">
                    <a:moveTo>
                      <a:pt x="4243" y="3394"/>
                    </a:moveTo>
                    <a:lnTo>
                      <a:pt x="4243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4243" y="3394"/>
                    </a:lnTo>
                    <a:close/>
                  </a:path>
                </a:pathLst>
              </a:custGeom>
              <a:solidFill>
                <a:srgbClr val="EB4C3E"/>
              </a:solidFill>
              <a:ln>
                <a:noFill/>
              </a:ln>
            </p:spPr>
          </p:sp>
          <p:sp>
            <p:nvSpPr>
              <p:cNvPr id="2501" name="Graph element 515"/>
              <p:cNvSpPr/>
              <p:nvPr/>
            </p:nvSpPr>
            <p:spPr>
              <a:xfrm>
                <a:off x="1213500" y="725979"/>
                <a:ext cx="2122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2122" h="3394" stroke="0" extrusionOk="0">
                    <a:moveTo>
                      <a:pt x="2122" y="3394"/>
                    </a:moveTo>
                    <a:lnTo>
                      <a:pt x="2122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2122" y="3394"/>
                    </a:lnTo>
                    <a:close/>
                  </a:path>
                </a:pathLst>
              </a:custGeom>
              <a:solidFill>
                <a:srgbClr val="EB4C3E"/>
              </a:solidFill>
              <a:ln>
                <a:noFill/>
              </a:ln>
            </p:spPr>
          </p:sp>
          <p:sp>
            <p:nvSpPr>
              <p:cNvPr id="2502" name="Graph element 516"/>
              <p:cNvSpPr/>
              <p:nvPr/>
            </p:nvSpPr>
            <p:spPr>
              <a:xfrm>
                <a:off x="1197450" y="717990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2122" y="4522"/>
                    </a:moveTo>
                    <a:lnTo>
                      <a:pt x="4522" y="2122"/>
                    </a:lnTo>
                    <a:lnTo>
                      <a:pt x="2400" y="0"/>
                    </a:lnTo>
                    <a:lnTo>
                      <a:pt x="0" y="2400"/>
                    </a:lnTo>
                    <a:lnTo>
                      <a:pt x="2122" y="4522"/>
                    </a:lnTo>
                    <a:close/>
                  </a:path>
                </a:pathLst>
              </a:custGeom>
              <a:solidFill>
                <a:srgbClr val="EB4C3E"/>
              </a:solidFill>
              <a:ln>
                <a:noFill/>
              </a:ln>
            </p:spPr>
          </p:sp>
          <p:sp>
            <p:nvSpPr>
              <p:cNvPr id="2503" name="Graph element 517"/>
              <p:cNvSpPr/>
              <p:nvPr/>
            </p:nvSpPr>
            <p:spPr>
              <a:xfrm>
                <a:off x="1190588" y="704339"/>
                <a:ext cx="3394" cy="2122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2122" stroke="0" extrusionOk="0">
                    <a:moveTo>
                      <a:pt x="0" y="2122"/>
                    </a:moveTo>
                    <a:lnTo>
                      <a:pt x="3394" y="2122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EB4C3E"/>
              </a:solidFill>
              <a:ln>
                <a:noFill/>
              </a:ln>
            </p:spPr>
          </p:sp>
          <p:sp>
            <p:nvSpPr>
              <p:cNvPr id="2504" name="Graph element 518"/>
              <p:cNvSpPr/>
              <p:nvPr/>
            </p:nvSpPr>
            <p:spPr>
              <a:xfrm>
                <a:off x="1190588" y="695853"/>
                <a:ext cx="3394" cy="2122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2122" stroke="0" extrusionOk="0">
                    <a:moveTo>
                      <a:pt x="0" y="2122"/>
                    </a:moveTo>
                    <a:lnTo>
                      <a:pt x="3394" y="2122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EB4C3E"/>
              </a:solidFill>
              <a:ln>
                <a:noFill/>
              </a:ln>
            </p:spPr>
          </p:sp>
          <p:sp>
            <p:nvSpPr>
              <p:cNvPr id="2505" name="Graph element 519"/>
              <p:cNvSpPr/>
              <p:nvPr/>
            </p:nvSpPr>
            <p:spPr>
              <a:xfrm>
                <a:off x="1754484" y="649604"/>
                <a:ext cx="8486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8486" h="3394" stroke="0" extrusionOk="0">
                    <a:moveTo>
                      <a:pt x="8486" y="3394"/>
                    </a:moveTo>
                    <a:lnTo>
                      <a:pt x="8486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8486" y="3394"/>
                    </a:lnTo>
                    <a:close/>
                  </a:path>
                </a:pathLst>
              </a:custGeom>
              <a:solidFill>
                <a:srgbClr val="EB4C3E"/>
              </a:solidFill>
              <a:ln>
                <a:noFill/>
              </a:ln>
            </p:spPr>
          </p:sp>
          <p:sp>
            <p:nvSpPr>
              <p:cNvPr id="2506" name="Graph element 520"/>
              <p:cNvSpPr/>
              <p:nvPr/>
            </p:nvSpPr>
            <p:spPr>
              <a:xfrm>
                <a:off x="1738433" y="643737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EB4C3E"/>
              </a:solidFill>
              <a:ln>
                <a:noFill/>
              </a:ln>
            </p:spPr>
          </p:sp>
          <p:sp>
            <p:nvSpPr>
              <p:cNvPr id="2507" name="Graph element 521"/>
              <p:cNvSpPr/>
              <p:nvPr/>
            </p:nvSpPr>
            <p:spPr>
              <a:xfrm>
                <a:off x="1309392" y="560077"/>
                <a:ext cx="3394" cy="4243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4243" stroke="0" extrusionOk="0">
                    <a:moveTo>
                      <a:pt x="0" y="4243"/>
                    </a:moveTo>
                    <a:lnTo>
                      <a:pt x="3394" y="4243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4243"/>
                    </a:lnTo>
                    <a:close/>
                  </a:path>
                </a:pathLst>
              </a:custGeom>
              <a:solidFill>
                <a:srgbClr val="EB4C3E"/>
              </a:solidFill>
              <a:ln>
                <a:noFill/>
              </a:ln>
            </p:spPr>
          </p:sp>
          <p:sp>
            <p:nvSpPr>
              <p:cNvPr id="2508" name="Graph element 522"/>
              <p:cNvSpPr/>
              <p:nvPr/>
            </p:nvSpPr>
            <p:spPr>
              <a:xfrm>
                <a:off x="1256355" y="557955"/>
                <a:ext cx="3394" cy="6365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6365" stroke="0" extrusionOk="0">
                    <a:moveTo>
                      <a:pt x="0" y="6365"/>
                    </a:moveTo>
                    <a:lnTo>
                      <a:pt x="3394" y="6365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6365"/>
                    </a:lnTo>
                    <a:close/>
                  </a:path>
                </a:pathLst>
              </a:custGeom>
              <a:solidFill>
                <a:srgbClr val="EB4C3E"/>
              </a:solidFill>
              <a:ln>
                <a:noFill/>
              </a:ln>
            </p:spPr>
          </p:sp>
          <p:sp>
            <p:nvSpPr>
              <p:cNvPr id="2509" name="Graph element 523"/>
              <p:cNvSpPr/>
              <p:nvPr/>
            </p:nvSpPr>
            <p:spPr>
              <a:xfrm>
                <a:off x="1455776" y="517647"/>
                <a:ext cx="3394" cy="2122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2122" stroke="0" extrusionOk="0">
                    <a:moveTo>
                      <a:pt x="0" y="2122"/>
                    </a:moveTo>
                    <a:lnTo>
                      <a:pt x="3394" y="2122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EB4C3E"/>
              </a:solidFill>
              <a:ln>
                <a:noFill/>
              </a:ln>
            </p:spPr>
          </p:sp>
          <p:sp>
            <p:nvSpPr>
              <p:cNvPr id="2510" name="Graph element 524"/>
              <p:cNvSpPr/>
              <p:nvPr/>
            </p:nvSpPr>
            <p:spPr>
              <a:xfrm>
                <a:off x="1455776" y="511282"/>
                <a:ext cx="3394" cy="2122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2122" stroke="0" extrusionOk="0">
                    <a:moveTo>
                      <a:pt x="0" y="2122"/>
                    </a:moveTo>
                    <a:lnTo>
                      <a:pt x="3394" y="2122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EB4C3E"/>
              </a:solidFill>
              <a:ln>
                <a:noFill/>
              </a:ln>
            </p:spPr>
          </p:sp>
          <p:sp>
            <p:nvSpPr>
              <p:cNvPr id="2511" name="Graph element 525"/>
              <p:cNvSpPr/>
              <p:nvPr/>
            </p:nvSpPr>
            <p:spPr>
              <a:xfrm>
                <a:off x="1603857" y="437454"/>
                <a:ext cx="2122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2122" h="3394" stroke="0" extrusionOk="0">
                    <a:moveTo>
                      <a:pt x="2122" y="3394"/>
                    </a:moveTo>
                    <a:lnTo>
                      <a:pt x="2122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2122" y="3394"/>
                    </a:lnTo>
                    <a:close/>
                  </a:path>
                </a:pathLst>
              </a:custGeom>
              <a:solidFill>
                <a:srgbClr val="EB4C3E"/>
              </a:solidFill>
              <a:ln>
                <a:noFill/>
              </a:ln>
            </p:spPr>
          </p:sp>
          <p:sp>
            <p:nvSpPr>
              <p:cNvPr id="2512" name="Graph element 526"/>
              <p:cNvSpPr/>
              <p:nvPr/>
            </p:nvSpPr>
            <p:spPr>
              <a:xfrm>
                <a:off x="1595371" y="437454"/>
                <a:ext cx="2122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2122" h="3394" stroke="0" extrusionOk="0">
                    <a:moveTo>
                      <a:pt x="2122" y="3394"/>
                    </a:moveTo>
                    <a:lnTo>
                      <a:pt x="2122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2122" y="3394"/>
                    </a:lnTo>
                    <a:close/>
                  </a:path>
                </a:pathLst>
              </a:custGeom>
              <a:solidFill>
                <a:srgbClr val="EB4C3E"/>
              </a:solidFill>
              <a:ln>
                <a:noFill/>
              </a:ln>
            </p:spPr>
          </p:sp>
          <p:sp>
            <p:nvSpPr>
              <p:cNvPr id="2513" name="Graph element 527"/>
              <p:cNvSpPr/>
              <p:nvPr/>
            </p:nvSpPr>
            <p:spPr>
              <a:xfrm>
                <a:off x="1579320" y="429465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2122" y="4522"/>
                    </a:moveTo>
                    <a:lnTo>
                      <a:pt x="4522" y="2122"/>
                    </a:lnTo>
                    <a:lnTo>
                      <a:pt x="2400" y="0"/>
                    </a:lnTo>
                    <a:lnTo>
                      <a:pt x="0" y="2400"/>
                    </a:lnTo>
                    <a:lnTo>
                      <a:pt x="2122" y="4522"/>
                    </a:lnTo>
                    <a:close/>
                  </a:path>
                </a:pathLst>
              </a:custGeom>
              <a:solidFill>
                <a:srgbClr val="EB4C3E"/>
              </a:solidFill>
              <a:ln>
                <a:noFill/>
              </a:ln>
            </p:spPr>
          </p:sp>
          <p:sp>
            <p:nvSpPr>
              <p:cNvPr id="2514" name="Graph element 528"/>
              <p:cNvSpPr/>
              <p:nvPr/>
            </p:nvSpPr>
            <p:spPr>
              <a:xfrm>
                <a:off x="1572459" y="407329"/>
                <a:ext cx="3394" cy="2122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2122" stroke="0" extrusionOk="0">
                    <a:moveTo>
                      <a:pt x="0" y="2122"/>
                    </a:moveTo>
                    <a:lnTo>
                      <a:pt x="3394" y="2122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EB4C3E"/>
              </a:solidFill>
              <a:ln>
                <a:noFill/>
              </a:ln>
            </p:spPr>
          </p:sp>
          <p:sp>
            <p:nvSpPr>
              <p:cNvPr id="2515" name="Graph element 529"/>
              <p:cNvSpPr/>
              <p:nvPr/>
            </p:nvSpPr>
            <p:spPr>
              <a:xfrm>
                <a:off x="1589006" y="397146"/>
                <a:ext cx="8486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8486" h="3394" stroke="0" extrusionOk="0">
                    <a:moveTo>
                      <a:pt x="8486" y="3394"/>
                    </a:moveTo>
                    <a:lnTo>
                      <a:pt x="8486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8486" y="3394"/>
                    </a:lnTo>
                    <a:close/>
                  </a:path>
                </a:pathLst>
              </a:custGeom>
              <a:solidFill>
                <a:srgbClr val="EB4C3E"/>
              </a:solidFill>
              <a:ln>
                <a:noFill/>
              </a:ln>
            </p:spPr>
          </p:sp>
          <p:sp>
            <p:nvSpPr>
              <p:cNvPr id="2516" name="Graph element 530"/>
              <p:cNvSpPr/>
              <p:nvPr/>
            </p:nvSpPr>
            <p:spPr>
              <a:xfrm>
                <a:off x="1611143" y="393400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2122" y="4522"/>
                    </a:moveTo>
                    <a:lnTo>
                      <a:pt x="4522" y="2122"/>
                    </a:lnTo>
                    <a:lnTo>
                      <a:pt x="2400" y="0"/>
                    </a:lnTo>
                    <a:lnTo>
                      <a:pt x="0" y="2400"/>
                    </a:lnTo>
                    <a:lnTo>
                      <a:pt x="2122" y="4522"/>
                    </a:lnTo>
                    <a:close/>
                  </a:path>
                </a:pathLst>
              </a:custGeom>
              <a:solidFill>
                <a:srgbClr val="EB4C3E"/>
              </a:solidFill>
              <a:ln>
                <a:noFill/>
              </a:ln>
            </p:spPr>
          </p:sp>
          <p:sp>
            <p:nvSpPr>
              <p:cNvPr id="2517" name="Graph element 531"/>
              <p:cNvSpPr/>
              <p:nvPr/>
            </p:nvSpPr>
            <p:spPr>
              <a:xfrm>
                <a:off x="531297" y="100632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EB4C3E"/>
              </a:solidFill>
              <a:ln>
                <a:noFill/>
              </a:ln>
            </p:spPr>
          </p:sp>
          <p:sp>
            <p:nvSpPr>
              <p:cNvPr id="2518" name="Graph element 532"/>
              <p:cNvSpPr/>
              <p:nvPr/>
            </p:nvSpPr>
            <p:spPr>
              <a:xfrm>
                <a:off x="512204" y="100632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2122" y="4522"/>
                    </a:moveTo>
                    <a:lnTo>
                      <a:pt x="4522" y="2122"/>
                    </a:lnTo>
                    <a:lnTo>
                      <a:pt x="2400" y="0"/>
                    </a:lnTo>
                    <a:lnTo>
                      <a:pt x="0" y="2400"/>
                    </a:lnTo>
                    <a:lnTo>
                      <a:pt x="2122" y="4522"/>
                    </a:lnTo>
                    <a:close/>
                  </a:path>
                </a:pathLst>
              </a:custGeom>
              <a:solidFill>
                <a:srgbClr val="EB4C3E"/>
              </a:solidFill>
              <a:ln>
                <a:noFill/>
              </a:ln>
            </p:spPr>
          </p:sp>
          <p:sp>
            <p:nvSpPr>
              <p:cNvPr id="2519" name="Graph element 533"/>
              <p:cNvSpPr/>
              <p:nvPr/>
            </p:nvSpPr>
            <p:spPr>
              <a:xfrm>
                <a:off x="770530" y="1992092"/>
                <a:ext cx="3394" cy="2122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2122" stroke="0" extrusionOk="0">
                    <a:moveTo>
                      <a:pt x="0" y="2122"/>
                    </a:moveTo>
                    <a:lnTo>
                      <a:pt x="3394" y="2122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EB3424"/>
              </a:solidFill>
              <a:ln>
                <a:noFill/>
              </a:ln>
            </p:spPr>
          </p:sp>
          <p:sp>
            <p:nvSpPr>
              <p:cNvPr id="2520" name="Graph element 534"/>
              <p:cNvSpPr/>
              <p:nvPr/>
            </p:nvSpPr>
            <p:spPr>
              <a:xfrm>
                <a:off x="817700" y="1982406"/>
                <a:ext cx="6643" cy="6643"/>
              </a:xfrm>
              <a:custGeom>
                <a:avLst/>
                <a:gdLst/>
                <a:ahLst/>
                <a:cxnLst/>
                <a:rect l="0" t="0" r="r" b="b"/>
                <a:pathLst>
                  <a:path w="6643" h="6643" stroke="0" extrusionOk="0">
                    <a:moveTo>
                      <a:pt x="4243" y="6643"/>
                    </a:moveTo>
                    <a:lnTo>
                      <a:pt x="6643" y="4243"/>
                    </a:lnTo>
                    <a:lnTo>
                      <a:pt x="2400" y="0"/>
                    </a:lnTo>
                    <a:lnTo>
                      <a:pt x="0" y="2400"/>
                    </a:lnTo>
                    <a:lnTo>
                      <a:pt x="4243" y="6643"/>
                    </a:lnTo>
                    <a:close/>
                  </a:path>
                </a:pathLst>
              </a:custGeom>
              <a:solidFill>
                <a:srgbClr val="EB3424"/>
              </a:solidFill>
              <a:ln>
                <a:noFill/>
              </a:ln>
            </p:spPr>
          </p:sp>
          <p:sp>
            <p:nvSpPr>
              <p:cNvPr id="2521" name="Graph element 535"/>
              <p:cNvSpPr/>
              <p:nvPr/>
            </p:nvSpPr>
            <p:spPr>
              <a:xfrm>
                <a:off x="774773" y="1981909"/>
                <a:ext cx="5940" cy="5940"/>
              </a:xfrm>
              <a:custGeom>
                <a:avLst/>
                <a:gdLst/>
                <a:ahLst/>
                <a:cxnLst/>
                <a:rect l="0" t="0" r="r" b="b"/>
                <a:pathLst>
                  <a:path w="5940" h="5940" stroke="0" extrusionOk="0">
                    <a:moveTo>
                      <a:pt x="0" y="3116"/>
                    </a:moveTo>
                    <a:lnTo>
                      <a:pt x="0" y="5940"/>
                    </a:lnTo>
                    <a:lnTo>
                      <a:pt x="3394" y="5940"/>
                    </a:lnTo>
                    <a:lnTo>
                      <a:pt x="3394" y="4522"/>
                    </a:lnTo>
                    <a:lnTo>
                      <a:pt x="4522" y="3394"/>
                    </a:lnTo>
                    <a:lnTo>
                      <a:pt x="5940" y="3394"/>
                    </a:lnTo>
                    <a:lnTo>
                      <a:pt x="5940" y="0"/>
                    </a:lnTo>
                    <a:lnTo>
                      <a:pt x="3116" y="0"/>
                    </a:lnTo>
                    <a:lnTo>
                      <a:pt x="0" y="3116"/>
                    </a:lnTo>
                    <a:close/>
                  </a:path>
                </a:pathLst>
              </a:custGeom>
              <a:solidFill>
                <a:srgbClr val="EB3424"/>
              </a:solidFill>
              <a:ln>
                <a:noFill/>
              </a:ln>
            </p:spPr>
          </p:sp>
          <p:sp>
            <p:nvSpPr>
              <p:cNvPr id="2522" name="Graph element 536"/>
              <p:cNvSpPr/>
              <p:nvPr/>
            </p:nvSpPr>
            <p:spPr>
              <a:xfrm>
                <a:off x="784956" y="1977666"/>
                <a:ext cx="2122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2122" h="3394" stroke="0" extrusionOk="0">
                    <a:moveTo>
                      <a:pt x="2122" y="3394"/>
                    </a:moveTo>
                    <a:lnTo>
                      <a:pt x="2122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2122" y="3394"/>
                    </a:lnTo>
                    <a:close/>
                  </a:path>
                </a:pathLst>
              </a:custGeom>
              <a:solidFill>
                <a:srgbClr val="EB3424"/>
              </a:solidFill>
              <a:ln>
                <a:noFill/>
              </a:ln>
            </p:spPr>
          </p:sp>
          <p:sp>
            <p:nvSpPr>
              <p:cNvPr id="2523" name="Graph element 537"/>
              <p:cNvSpPr/>
              <p:nvPr/>
            </p:nvSpPr>
            <p:spPr>
              <a:xfrm>
                <a:off x="1784609" y="1453230"/>
                <a:ext cx="3394" cy="2122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2122" stroke="0" extrusionOk="0">
                    <a:moveTo>
                      <a:pt x="0" y="2122"/>
                    </a:moveTo>
                    <a:lnTo>
                      <a:pt x="3394" y="2122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EB3424"/>
              </a:solidFill>
              <a:ln>
                <a:noFill/>
              </a:ln>
            </p:spPr>
          </p:sp>
          <p:sp>
            <p:nvSpPr>
              <p:cNvPr id="2524" name="Graph element 538"/>
              <p:cNvSpPr/>
              <p:nvPr/>
            </p:nvSpPr>
            <p:spPr>
              <a:xfrm>
                <a:off x="1734190" y="1417165"/>
                <a:ext cx="5019" cy="5443"/>
              </a:xfrm>
              <a:custGeom>
                <a:avLst/>
                <a:gdLst/>
                <a:ahLst/>
                <a:cxnLst/>
                <a:rect l="0" t="0" r="r" b="b"/>
                <a:pathLst>
                  <a:path w="5019" h="5443" stroke="0" extrusionOk="0">
                    <a:moveTo>
                      <a:pt x="0" y="3043"/>
                    </a:moveTo>
                    <a:lnTo>
                      <a:pt x="2400" y="5443"/>
                    </a:lnTo>
                    <a:lnTo>
                      <a:pt x="5019" y="2825"/>
                    </a:lnTo>
                    <a:lnTo>
                      <a:pt x="5019" y="0"/>
                    </a:lnTo>
                    <a:lnTo>
                      <a:pt x="1624" y="0"/>
                    </a:lnTo>
                    <a:lnTo>
                      <a:pt x="1624" y="1418"/>
                    </a:lnTo>
                    <a:lnTo>
                      <a:pt x="0" y="3043"/>
                    </a:lnTo>
                    <a:close/>
                  </a:path>
                </a:pathLst>
              </a:custGeom>
              <a:solidFill>
                <a:srgbClr val="EB3424"/>
              </a:solidFill>
              <a:ln>
                <a:noFill/>
              </a:ln>
            </p:spPr>
          </p:sp>
          <p:sp>
            <p:nvSpPr>
              <p:cNvPr id="2525" name="Graph element 539"/>
              <p:cNvSpPr/>
              <p:nvPr/>
            </p:nvSpPr>
            <p:spPr>
              <a:xfrm>
                <a:off x="1771456" y="1409103"/>
                <a:ext cx="9686" cy="7140"/>
              </a:xfrm>
              <a:custGeom>
                <a:avLst/>
                <a:gdLst/>
                <a:ahLst/>
                <a:cxnLst/>
                <a:rect l="0" t="0" r="r" b="b"/>
                <a:pathLst>
                  <a:path w="9686" h="7140" stroke="0" extrusionOk="0">
                    <a:moveTo>
                      <a:pt x="1418" y="3394"/>
                    </a:moveTo>
                    <a:lnTo>
                      <a:pt x="3540" y="5516"/>
                    </a:lnTo>
                    <a:lnTo>
                      <a:pt x="5662" y="5516"/>
                    </a:lnTo>
                    <a:lnTo>
                      <a:pt x="7286" y="7140"/>
                    </a:lnTo>
                    <a:lnTo>
                      <a:pt x="9686" y="4740"/>
                    </a:lnTo>
                    <a:lnTo>
                      <a:pt x="7068" y="2122"/>
                    </a:lnTo>
                    <a:lnTo>
                      <a:pt x="4946" y="2122"/>
                    </a:lnTo>
                    <a:lnTo>
                      <a:pt x="2825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1418" y="3394"/>
                    </a:lnTo>
                    <a:close/>
                  </a:path>
                </a:pathLst>
              </a:custGeom>
              <a:solidFill>
                <a:srgbClr val="EB3424"/>
              </a:solidFill>
              <a:ln>
                <a:noFill/>
              </a:ln>
            </p:spPr>
          </p:sp>
          <p:sp>
            <p:nvSpPr>
              <p:cNvPr id="2526" name="Graph element 540"/>
              <p:cNvSpPr/>
              <p:nvPr/>
            </p:nvSpPr>
            <p:spPr>
              <a:xfrm>
                <a:off x="140019" y="1095120"/>
                <a:ext cx="5443" cy="5019"/>
              </a:xfrm>
              <a:custGeom>
                <a:avLst/>
                <a:gdLst/>
                <a:ahLst/>
                <a:cxnLst/>
                <a:rect l="0" t="0" r="r" b="b"/>
                <a:pathLst>
                  <a:path w="5443" h="5019" stroke="0" extrusionOk="0">
                    <a:moveTo>
                      <a:pt x="1418" y="3394"/>
                    </a:moveTo>
                    <a:lnTo>
                      <a:pt x="3043" y="5019"/>
                    </a:lnTo>
                    <a:lnTo>
                      <a:pt x="5443" y="2619"/>
                    </a:lnTo>
                    <a:lnTo>
                      <a:pt x="2825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1418" y="3394"/>
                    </a:lnTo>
                    <a:close/>
                  </a:path>
                </a:pathLst>
              </a:custGeom>
              <a:solidFill>
                <a:srgbClr val="EB3424"/>
              </a:solidFill>
              <a:ln>
                <a:noFill/>
              </a:ln>
            </p:spPr>
          </p:sp>
          <p:sp>
            <p:nvSpPr>
              <p:cNvPr id="2527" name="Graph element 541"/>
              <p:cNvSpPr/>
              <p:nvPr/>
            </p:nvSpPr>
            <p:spPr>
              <a:xfrm>
                <a:off x="132455" y="1089253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2122" y="4522"/>
                    </a:moveTo>
                    <a:lnTo>
                      <a:pt x="4522" y="2122"/>
                    </a:lnTo>
                    <a:lnTo>
                      <a:pt x="2400" y="0"/>
                    </a:lnTo>
                    <a:lnTo>
                      <a:pt x="0" y="2400"/>
                    </a:lnTo>
                    <a:lnTo>
                      <a:pt x="2122" y="4522"/>
                    </a:lnTo>
                    <a:close/>
                  </a:path>
                </a:pathLst>
              </a:custGeom>
              <a:solidFill>
                <a:srgbClr val="EB3424"/>
              </a:solidFill>
              <a:ln>
                <a:noFill/>
              </a:ln>
            </p:spPr>
          </p:sp>
          <p:sp>
            <p:nvSpPr>
              <p:cNvPr id="2528" name="Graph element 542"/>
              <p:cNvSpPr/>
              <p:nvPr/>
            </p:nvSpPr>
            <p:spPr>
              <a:xfrm>
                <a:off x="1632358" y="972570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EB3424"/>
              </a:solidFill>
              <a:ln>
                <a:noFill/>
              </a:ln>
            </p:spPr>
          </p:sp>
          <p:sp>
            <p:nvSpPr>
              <p:cNvPr id="2529" name="Graph element 543"/>
              <p:cNvSpPr/>
              <p:nvPr/>
            </p:nvSpPr>
            <p:spPr>
              <a:xfrm>
                <a:off x="1578823" y="933462"/>
                <a:ext cx="3394" cy="2122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2122" stroke="0" extrusionOk="0">
                    <a:moveTo>
                      <a:pt x="0" y="2122"/>
                    </a:moveTo>
                    <a:lnTo>
                      <a:pt x="3394" y="2122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EB3424"/>
              </a:solidFill>
              <a:ln>
                <a:noFill/>
              </a:ln>
            </p:spPr>
          </p:sp>
          <p:sp>
            <p:nvSpPr>
              <p:cNvPr id="2530" name="Graph element 544"/>
              <p:cNvSpPr/>
              <p:nvPr/>
            </p:nvSpPr>
            <p:spPr>
              <a:xfrm>
                <a:off x="1583563" y="925897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EB3424"/>
              </a:solidFill>
              <a:ln>
                <a:noFill/>
              </a:ln>
            </p:spPr>
          </p:sp>
          <p:sp>
            <p:nvSpPr>
              <p:cNvPr id="2531" name="Graph element 545"/>
              <p:cNvSpPr/>
              <p:nvPr/>
            </p:nvSpPr>
            <p:spPr>
              <a:xfrm>
                <a:off x="1625072" y="919035"/>
                <a:ext cx="2122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2122" h="3394" stroke="0" extrusionOk="0">
                    <a:moveTo>
                      <a:pt x="2122" y="3394"/>
                    </a:moveTo>
                    <a:lnTo>
                      <a:pt x="2122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2122" y="3394"/>
                    </a:lnTo>
                    <a:close/>
                  </a:path>
                </a:pathLst>
              </a:custGeom>
              <a:solidFill>
                <a:srgbClr val="EB3424"/>
              </a:solidFill>
              <a:ln>
                <a:noFill/>
              </a:ln>
            </p:spPr>
          </p:sp>
          <p:sp>
            <p:nvSpPr>
              <p:cNvPr id="2532" name="Graph element 546"/>
              <p:cNvSpPr/>
              <p:nvPr/>
            </p:nvSpPr>
            <p:spPr>
              <a:xfrm>
                <a:off x="1265338" y="870738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EB3424"/>
              </a:solidFill>
              <a:ln>
                <a:noFill/>
              </a:ln>
            </p:spPr>
          </p:sp>
          <p:sp>
            <p:nvSpPr>
              <p:cNvPr id="2533" name="Graph element 547"/>
              <p:cNvSpPr/>
              <p:nvPr/>
            </p:nvSpPr>
            <p:spPr>
              <a:xfrm>
                <a:off x="1746919" y="686167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2122" y="4522"/>
                    </a:moveTo>
                    <a:lnTo>
                      <a:pt x="4522" y="2122"/>
                    </a:lnTo>
                    <a:lnTo>
                      <a:pt x="2400" y="0"/>
                    </a:lnTo>
                    <a:lnTo>
                      <a:pt x="0" y="2400"/>
                    </a:lnTo>
                    <a:lnTo>
                      <a:pt x="2122" y="4522"/>
                    </a:lnTo>
                    <a:close/>
                  </a:path>
                </a:pathLst>
              </a:custGeom>
              <a:solidFill>
                <a:srgbClr val="EB3424"/>
              </a:solidFill>
              <a:ln>
                <a:noFill/>
              </a:ln>
            </p:spPr>
          </p:sp>
          <p:sp>
            <p:nvSpPr>
              <p:cNvPr id="2534" name="Graph element 548"/>
              <p:cNvSpPr/>
              <p:nvPr/>
            </p:nvSpPr>
            <p:spPr>
              <a:xfrm>
                <a:off x="1194831" y="687367"/>
                <a:ext cx="3394" cy="2122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2122" stroke="0" extrusionOk="0">
                    <a:moveTo>
                      <a:pt x="0" y="2122"/>
                    </a:moveTo>
                    <a:lnTo>
                      <a:pt x="3394" y="2122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EB3424"/>
              </a:solidFill>
              <a:ln>
                <a:noFill/>
              </a:ln>
            </p:spPr>
          </p:sp>
          <p:sp>
            <p:nvSpPr>
              <p:cNvPr id="2535" name="Graph element 549"/>
              <p:cNvSpPr/>
              <p:nvPr/>
            </p:nvSpPr>
            <p:spPr>
              <a:xfrm>
                <a:off x="1296239" y="581716"/>
                <a:ext cx="2122" cy="3394"/>
              </a:xfrm>
              <a:custGeom>
                <a:avLst/>
                <a:gdLst/>
                <a:ahLst/>
                <a:cxnLst/>
                <a:rect l="0" t="0" r="r" b="b"/>
                <a:pathLst>
                  <a:path w="2122" h="3394" stroke="0" extrusionOk="0">
                    <a:moveTo>
                      <a:pt x="2122" y="3394"/>
                    </a:moveTo>
                    <a:lnTo>
                      <a:pt x="2122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2122" y="3394"/>
                    </a:lnTo>
                    <a:close/>
                  </a:path>
                </a:pathLst>
              </a:custGeom>
              <a:solidFill>
                <a:srgbClr val="EB3424"/>
              </a:solidFill>
              <a:ln>
                <a:noFill/>
              </a:ln>
            </p:spPr>
          </p:sp>
          <p:sp>
            <p:nvSpPr>
              <p:cNvPr id="2536" name="Graph element 550"/>
              <p:cNvSpPr/>
              <p:nvPr/>
            </p:nvSpPr>
            <p:spPr>
              <a:xfrm>
                <a:off x="1270781" y="581716"/>
                <a:ext cx="5443" cy="5019"/>
              </a:xfrm>
              <a:custGeom>
                <a:avLst/>
                <a:gdLst/>
                <a:ahLst/>
                <a:cxnLst/>
                <a:rect l="0" t="0" r="r" b="b"/>
                <a:pathLst>
                  <a:path w="5443" h="5019" stroke="0" extrusionOk="0">
                    <a:moveTo>
                      <a:pt x="1418" y="3394"/>
                    </a:moveTo>
                    <a:lnTo>
                      <a:pt x="3043" y="5019"/>
                    </a:lnTo>
                    <a:lnTo>
                      <a:pt x="5443" y="2619"/>
                    </a:lnTo>
                    <a:lnTo>
                      <a:pt x="2825" y="0"/>
                    </a:lnTo>
                    <a:lnTo>
                      <a:pt x="0" y="0"/>
                    </a:lnTo>
                    <a:lnTo>
                      <a:pt x="0" y="3394"/>
                    </a:lnTo>
                    <a:lnTo>
                      <a:pt x="1418" y="3394"/>
                    </a:lnTo>
                    <a:close/>
                  </a:path>
                </a:pathLst>
              </a:custGeom>
              <a:solidFill>
                <a:srgbClr val="EB3424"/>
              </a:solidFill>
              <a:ln>
                <a:noFill/>
              </a:ln>
            </p:spPr>
          </p:sp>
          <p:sp>
            <p:nvSpPr>
              <p:cNvPr id="2537" name="Graph element 551"/>
              <p:cNvSpPr/>
              <p:nvPr/>
            </p:nvSpPr>
            <p:spPr>
              <a:xfrm>
                <a:off x="1260598" y="572806"/>
                <a:ext cx="3394" cy="2122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2122" stroke="0" extrusionOk="0">
                    <a:moveTo>
                      <a:pt x="0" y="2122"/>
                    </a:moveTo>
                    <a:lnTo>
                      <a:pt x="3394" y="2122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EB3424"/>
              </a:solidFill>
              <a:ln>
                <a:noFill/>
              </a:ln>
            </p:spPr>
          </p:sp>
          <p:sp>
            <p:nvSpPr>
              <p:cNvPr id="2538" name="Graph element 552"/>
              <p:cNvSpPr/>
              <p:nvPr/>
            </p:nvSpPr>
            <p:spPr>
              <a:xfrm>
                <a:off x="531297" y="98511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EB3424"/>
              </a:solidFill>
              <a:ln>
                <a:noFill/>
              </a:ln>
            </p:spPr>
          </p:sp>
          <p:sp>
            <p:nvSpPr>
              <p:cNvPr id="2539" name="Graph element 553"/>
              <p:cNvSpPr/>
              <p:nvPr/>
            </p:nvSpPr>
            <p:spPr>
              <a:xfrm>
                <a:off x="512204" y="98511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2122" y="4522"/>
                    </a:moveTo>
                    <a:lnTo>
                      <a:pt x="4522" y="2122"/>
                    </a:lnTo>
                    <a:lnTo>
                      <a:pt x="2400" y="0"/>
                    </a:lnTo>
                    <a:lnTo>
                      <a:pt x="0" y="2400"/>
                    </a:lnTo>
                    <a:lnTo>
                      <a:pt x="2122" y="4522"/>
                    </a:lnTo>
                    <a:close/>
                  </a:path>
                </a:pathLst>
              </a:custGeom>
              <a:solidFill>
                <a:srgbClr val="EB3424"/>
              </a:solidFill>
              <a:ln>
                <a:noFill/>
              </a:ln>
            </p:spPr>
          </p:sp>
          <p:sp>
            <p:nvSpPr>
              <p:cNvPr id="2540" name="Graph element 554"/>
              <p:cNvSpPr/>
              <p:nvPr/>
            </p:nvSpPr>
            <p:spPr>
              <a:xfrm>
                <a:off x="511707" y="82739"/>
                <a:ext cx="3394" cy="2122"/>
              </a:xfrm>
              <a:custGeom>
                <a:avLst/>
                <a:gdLst/>
                <a:ahLst/>
                <a:cxnLst/>
                <a:rect l="0" t="0" r="r" b="b"/>
                <a:pathLst>
                  <a:path w="3394" h="2122" stroke="0" extrusionOk="0">
                    <a:moveTo>
                      <a:pt x="0" y="2122"/>
                    </a:moveTo>
                    <a:lnTo>
                      <a:pt x="3394" y="2122"/>
                    </a:lnTo>
                    <a:lnTo>
                      <a:pt x="3394" y="0"/>
                    </a:lnTo>
                    <a:lnTo>
                      <a:pt x="0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EB3424"/>
              </a:solidFill>
              <a:ln>
                <a:noFill/>
              </a:ln>
            </p:spPr>
          </p:sp>
          <p:sp>
            <p:nvSpPr>
              <p:cNvPr id="2541" name="Graph element 555"/>
              <p:cNvSpPr/>
              <p:nvPr/>
            </p:nvSpPr>
            <p:spPr>
              <a:xfrm>
                <a:off x="527054" y="77296"/>
                <a:ext cx="8765" cy="6643"/>
              </a:xfrm>
              <a:custGeom>
                <a:avLst/>
                <a:gdLst/>
                <a:ahLst/>
                <a:cxnLst/>
                <a:rect l="0" t="0" r="r" b="b"/>
                <a:pathLst>
                  <a:path w="8765" h="6643" stroke="0" extrusionOk="0">
                    <a:moveTo>
                      <a:pt x="2619" y="5019"/>
                    </a:moveTo>
                    <a:lnTo>
                      <a:pt x="4740" y="5019"/>
                    </a:lnTo>
                    <a:lnTo>
                      <a:pt x="6365" y="6643"/>
                    </a:lnTo>
                    <a:lnTo>
                      <a:pt x="8765" y="4243"/>
                    </a:lnTo>
                    <a:lnTo>
                      <a:pt x="6146" y="1624"/>
                    </a:lnTo>
                    <a:lnTo>
                      <a:pt x="4025" y="1624"/>
                    </a:lnTo>
                    <a:lnTo>
                      <a:pt x="2400" y="0"/>
                    </a:lnTo>
                    <a:lnTo>
                      <a:pt x="0" y="2400"/>
                    </a:lnTo>
                    <a:lnTo>
                      <a:pt x="2619" y="5019"/>
                    </a:lnTo>
                    <a:close/>
                  </a:path>
                </a:pathLst>
              </a:custGeom>
              <a:solidFill>
                <a:srgbClr val="EB3424"/>
              </a:solidFill>
              <a:ln>
                <a:noFill/>
              </a:ln>
            </p:spPr>
          </p:sp>
          <p:sp>
            <p:nvSpPr>
              <p:cNvPr id="2542" name="Graph element 556"/>
              <p:cNvSpPr/>
              <p:nvPr/>
            </p:nvSpPr>
            <p:spPr>
              <a:xfrm>
                <a:off x="516447" y="77296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EB3424"/>
              </a:solidFill>
              <a:ln>
                <a:noFill/>
              </a:ln>
            </p:spPr>
          </p:sp>
          <p:sp>
            <p:nvSpPr>
              <p:cNvPr id="2543" name="Graph element 557"/>
              <p:cNvSpPr/>
              <p:nvPr/>
            </p:nvSpPr>
            <p:spPr>
              <a:xfrm>
                <a:off x="767706" y="1974841"/>
                <a:ext cx="63500" cy="59960"/>
              </a:xfrm>
              <a:custGeom>
                <a:avLst/>
                <a:gdLst/>
                <a:ahLst/>
                <a:cxnLst/>
                <a:rect l="0" t="0" r="r" b="b"/>
                <a:pathLst>
                  <a:path w="63500" h="59960" stroke="0" extrusionOk="0">
                    <a:moveTo>
                      <a:pt x="23615" y="0"/>
                    </a:moveTo>
                    <a:lnTo>
                      <a:pt x="18669" y="4946"/>
                    </a:lnTo>
                    <a:lnTo>
                      <a:pt x="13432" y="4946"/>
                    </a:lnTo>
                    <a:lnTo>
                      <a:pt x="13432" y="8062"/>
                    </a:lnTo>
                    <a:lnTo>
                      <a:pt x="12305" y="9189"/>
                    </a:lnTo>
                    <a:lnTo>
                      <a:pt x="9189" y="9189"/>
                    </a:lnTo>
                    <a:lnTo>
                      <a:pt x="9189" y="12305"/>
                    </a:lnTo>
                    <a:lnTo>
                      <a:pt x="8062" y="13432"/>
                    </a:lnTo>
                    <a:lnTo>
                      <a:pt x="4946" y="13432"/>
                    </a:lnTo>
                    <a:lnTo>
                      <a:pt x="4946" y="18669"/>
                    </a:lnTo>
                    <a:lnTo>
                      <a:pt x="0" y="23615"/>
                    </a:lnTo>
                    <a:lnTo>
                      <a:pt x="2122" y="25737"/>
                    </a:lnTo>
                    <a:lnTo>
                      <a:pt x="703" y="27155"/>
                    </a:lnTo>
                    <a:lnTo>
                      <a:pt x="703" y="41290"/>
                    </a:lnTo>
                    <a:lnTo>
                      <a:pt x="2825" y="43412"/>
                    </a:lnTo>
                    <a:lnTo>
                      <a:pt x="2825" y="45533"/>
                    </a:lnTo>
                    <a:lnTo>
                      <a:pt x="4946" y="47655"/>
                    </a:lnTo>
                    <a:lnTo>
                      <a:pt x="4946" y="49776"/>
                    </a:lnTo>
                    <a:lnTo>
                      <a:pt x="8062" y="52892"/>
                    </a:lnTo>
                    <a:lnTo>
                      <a:pt x="10183" y="52892"/>
                    </a:lnTo>
                    <a:lnTo>
                      <a:pt x="12305" y="55014"/>
                    </a:lnTo>
                    <a:lnTo>
                      <a:pt x="22912" y="55014"/>
                    </a:lnTo>
                    <a:lnTo>
                      <a:pt x="25737" y="57838"/>
                    </a:lnTo>
                    <a:lnTo>
                      <a:pt x="28561" y="55014"/>
                    </a:lnTo>
                    <a:lnTo>
                      <a:pt x="39884" y="55014"/>
                    </a:lnTo>
                    <a:lnTo>
                      <a:pt x="44830" y="59960"/>
                    </a:lnTo>
                    <a:lnTo>
                      <a:pt x="46952" y="57838"/>
                    </a:lnTo>
                    <a:lnTo>
                      <a:pt x="49073" y="59960"/>
                    </a:lnTo>
                    <a:lnTo>
                      <a:pt x="59257" y="49776"/>
                    </a:lnTo>
                    <a:lnTo>
                      <a:pt x="59257" y="47655"/>
                    </a:lnTo>
                    <a:lnTo>
                      <a:pt x="61378" y="45533"/>
                    </a:lnTo>
                    <a:lnTo>
                      <a:pt x="61378" y="41290"/>
                    </a:lnTo>
                    <a:lnTo>
                      <a:pt x="63500" y="39169"/>
                    </a:lnTo>
                    <a:lnTo>
                      <a:pt x="63500" y="35641"/>
                    </a:lnTo>
                    <a:lnTo>
                      <a:pt x="62081" y="34223"/>
                    </a:lnTo>
                    <a:lnTo>
                      <a:pt x="63500" y="32804"/>
                    </a:lnTo>
                    <a:lnTo>
                      <a:pt x="63500" y="25034"/>
                    </a:lnTo>
                    <a:lnTo>
                      <a:pt x="61378" y="22912"/>
                    </a:lnTo>
                    <a:lnTo>
                      <a:pt x="61378" y="18669"/>
                    </a:lnTo>
                    <a:lnTo>
                      <a:pt x="59257" y="16548"/>
                    </a:lnTo>
                    <a:lnTo>
                      <a:pt x="59257" y="13432"/>
                    </a:lnTo>
                    <a:lnTo>
                      <a:pt x="56141" y="13432"/>
                    </a:lnTo>
                    <a:lnTo>
                      <a:pt x="50770" y="8062"/>
                    </a:lnTo>
                    <a:lnTo>
                      <a:pt x="50770" y="4946"/>
                    </a:lnTo>
                    <a:lnTo>
                      <a:pt x="47655" y="4946"/>
                    </a:lnTo>
                    <a:lnTo>
                      <a:pt x="45533" y="2825"/>
                    </a:lnTo>
                    <a:lnTo>
                      <a:pt x="43412" y="2825"/>
                    </a:lnTo>
                    <a:lnTo>
                      <a:pt x="40587" y="0"/>
                    </a:lnTo>
                    <a:lnTo>
                      <a:pt x="38466" y="2122"/>
                    </a:lnTo>
                    <a:lnTo>
                      <a:pt x="37047" y="703"/>
                    </a:lnTo>
                    <a:lnTo>
                      <a:pt x="27155" y="703"/>
                    </a:lnTo>
                    <a:lnTo>
                      <a:pt x="25737" y="2122"/>
                    </a:lnTo>
                    <a:lnTo>
                      <a:pt x="23615" y="0"/>
                    </a:lnTo>
                    <a:close/>
                  </a:path>
                </a:pathLst>
              </a:custGeom>
              <a:solidFill>
                <a:srgbClr val="EB3422"/>
              </a:solidFill>
              <a:ln>
                <a:noFill/>
              </a:ln>
            </p:spPr>
          </p:sp>
          <p:sp>
            <p:nvSpPr>
              <p:cNvPr id="2544" name="Graph element 558"/>
              <p:cNvSpPr/>
              <p:nvPr/>
            </p:nvSpPr>
            <p:spPr>
              <a:xfrm>
                <a:off x="1726625" y="1406981"/>
                <a:ext cx="65621" cy="60954"/>
              </a:xfrm>
              <a:custGeom>
                <a:avLst/>
                <a:gdLst/>
                <a:ahLst/>
                <a:cxnLst/>
                <a:rect l="0" t="0" r="r" b="b"/>
                <a:pathLst>
                  <a:path w="65621" h="60954" stroke="0" extrusionOk="0">
                    <a:moveTo>
                      <a:pt x="27155" y="0"/>
                    </a:moveTo>
                    <a:lnTo>
                      <a:pt x="25034" y="2122"/>
                    </a:lnTo>
                    <a:lnTo>
                      <a:pt x="20791" y="2122"/>
                    </a:lnTo>
                    <a:lnTo>
                      <a:pt x="18669" y="4243"/>
                    </a:lnTo>
                    <a:lnTo>
                      <a:pt x="15554" y="4243"/>
                    </a:lnTo>
                    <a:lnTo>
                      <a:pt x="15554" y="7359"/>
                    </a:lnTo>
                    <a:lnTo>
                      <a:pt x="14426" y="8486"/>
                    </a:lnTo>
                    <a:lnTo>
                      <a:pt x="11311" y="8486"/>
                    </a:lnTo>
                    <a:lnTo>
                      <a:pt x="11311" y="11602"/>
                    </a:lnTo>
                    <a:lnTo>
                      <a:pt x="8062" y="14851"/>
                    </a:lnTo>
                    <a:lnTo>
                      <a:pt x="2546" y="14851"/>
                    </a:lnTo>
                    <a:lnTo>
                      <a:pt x="6365" y="18669"/>
                    </a:lnTo>
                    <a:lnTo>
                      <a:pt x="2825" y="19094"/>
                    </a:lnTo>
                    <a:lnTo>
                      <a:pt x="2825" y="28574"/>
                    </a:lnTo>
                    <a:lnTo>
                      <a:pt x="0" y="31398"/>
                    </a:lnTo>
                    <a:lnTo>
                      <a:pt x="2825" y="34223"/>
                    </a:lnTo>
                    <a:lnTo>
                      <a:pt x="2825" y="38466"/>
                    </a:lnTo>
                    <a:lnTo>
                      <a:pt x="4243" y="39884"/>
                    </a:lnTo>
                    <a:lnTo>
                      <a:pt x="2122" y="42006"/>
                    </a:lnTo>
                    <a:lnTo>
                      <a:pt x="4946" y="44830"/>
                    </a:lnTo>
                    <a:lnTo>
                      <a:pt x="4946" y="46952"/>
                    </a:lnTo>
                    <a:lnTo>
                      <a:pt x="9189" y="51195"/>
                    </a:lnTo>
                    <a:lnTo>
                      <a:pt x="9189" y="53316"/>
                    </a:lnTo>
                    <a:lnTo>
                      <a:pt x="12305" y="56432"/>
                    </a:lnTo>
                    <a:lnTo>
                      <a:pt x="22912" y="56432"/>
                    </a:lnTo>
                    <a:lnTo>
                      <a:pt x="27434" y="60954"/>
                    </a:lnTo>
                    <a:lnTo>
                      <a:pt x="27434" y="49073"/>
                    </a:lnTo>
                    <a:lnTo>
                      <a:pt x="30683" y="45824"/>
                    </a:lnTo>
                    <a:lnTo>
                      <a:pt x="50492" y="45824"/>
                    </a:lnTo>
                    <a:lnTo>
                      <a:pt x="51619" y="46952"/>
                    </a:lnTo>
                    <a:lnTo>
                      <a:pt x="51619" y="49073"/>
                    </a:lnTo>
                    <a:lnTo>
                      <a:pt x="53741" y="51195"/>
                    </a:lnTo>
                    <a:lnTo>
                      <a:pt x="53741" y="56711"/>
                    </a:lnTo>
                    <a:lnTo>
                      <a:pt x="59257" y="51195"/>
                    </a:lnTo>
                    <a:lnTo>
                      <a:pt x="59257" y="46952"/>
                    </a:lnTo>
                    <a:lnTo>
                      <a:pt x="60384" y="45824"/>
                    </a:lnTo>
                    <a:lnTo>
                      <a:pt x="63500" y="45824"/>
                    </a:lnTo>
                    <a:lnTo>
                      <a:pt x="63500" y="40587"/>
                    </a:lnTo>
                    <a:lnTo>
                      <a:pt x="65621" y="38466"/>
                    </a:lnTo>
                    <a:lnTo>
                      <a:pt x="65621" y="26452"/>
                    </a:lnTo>
                    <a:lnTo>
                      <a:pt x="63500" y="24331"/>
                    </a:lnTo>
                    <a:lnTo>
                      <a:pt x="63500" y="20088"/>
                    </a:lnTo>
                    <a:lnTo>
                      <a:pt x="61378" y="17966"/>
                    </a:lnTo>
                    <a:lnTo>
                      <a:pt x="61378" y="15845"/>
                    </a:lnTo>
                    <a:lnTo>
                      <a:pt x="57135" y="11602"/>
                    </a:lnTo>
                    <a:lnTo>
                      <a:pt x="57135" y="8486"/>
                    </a:lnTo>
                    <a:lnTo>
                      <a:pt x="54019" y="8486"/>
                    </a:lnTo>
                    <a:lnTo>
                      <a:pt x="51898" y="6365"/>
                    </a:lnTo>
                    <a:lnTo>
                      <a:pt x="49776" y="6365"/>
                    </a:lnTo>
                    <a:lnTo>
                      <a:pt x="47655" y="4243"/>
                    </a:lnTo>
                    <a:lnTo>
                      <a:pt x="45533" y="4243"/>
                    </a:lnTo>
                    <a:lnTo>
                      <a:pt x="41290" y="0"/>
                    </a:lnTo>
                    <a:lnTo>
                      <a:pt x="35641" y="0"/>
                    </a:lnTo>
                    <a:lnTo>
                      <a:pt x="34223" y="1418"/>
                    </a:lnTo>
                    <a:lnTo>
                      <a:pt x="32804" y="0"/>
                    </a:lnTo>
                    <a:lnTo>
                      <a:pt x="27155" y="0"/>
                    </a:lnTo>
                    <a:close/>
                  </a:path>
                </a:pathLst>
              </a:custGeom>
              <a:solidFill>
                <a:srgbClr val="EB3422"/>
              </a:solidFill>
              <a:ln>
                <a:noFill/>
              </a:ln>
            </p:spPr>
          </p:sp>
          <p:sp>
            <p:nvSpPr>
              <p:cNvPr id="2545" name="Graph element 559"/>
              <p:cNvSpPr/>
              <p:nvPr/>
            </p:nvSpPr>
            <p:spPr>
              <a:xfrm>
                <a:off x="1411224" y="1381523"/>
                <a:ext cx="30974" cy="28852"/>
              </a:xfrm>
              <a:custGeom>
                <a:avLst/>
                <a:gdLst/>
                <a:ahLst/>
                <a:cxnLst/>
                <a:rect l="0" t="0" r="r" b="b"/>
                <a:pathLst>
                  <a:path w="30974" h="28852" stroke="0" extrusionOk="0">
                    <a:moveTo>
                      <a:pt x="6365" y="0"/>
                    </a:moveTo>
                    <a:lnTo>
                      <a:pt x="6365" y="3116"/>
                    </a:lnTo>
                    <a:lnTo>
                      <a:pt x="5237" y="4243"/>
                    </a:lnTo>
                    <a:lnTo>
                      <a:pt x="2122" y="4243"/>
                    </a:lnTo>
                    <a:lnTo>
                      <a:pt x="2122" y="9480"/>
                    </a:lnTo>
                    <a:lnTo>
                      <a:pt x="0" y="11602"/>
                    </a:lnTo>
                    <a:lnTo>
                      <a:pt x="0" y="15129"/>
                    </a:lnTo>
                    <a:lnTo>
                      <a:pt x="2122" y="17251"/>
                    </a:lnTo>
                    <a:lnTo>
                      <a:pt x="2122" y="21494"/>
                    </a:lnTo>
                    <a:lnTo>
                      <a:pt x="7359" y="26731"/>
                    </a:lnTo>
                    <a:lnTo>
                      <a:pt x="11602" y="26731"/>
                    </a:lnTo>
                    <a:lnTo>
                      <a:pt x="13723" y="28852"/>
                    </a:lnTo>
                    <a:lnTo>
                      <a:pt x="17251" y="28852"/>
                    </a:lnTo>
                    <a:lnTo>
                      <a:pt x="19372" y="26731"/>
                    </a:lnTo>
                    <a:lnTo>
                      <a:pt x="21494" y="26731"/>
                    </a:lnTo>
                    <a:lnTo>
                      <a:pt x="23615" y="24609"/>
                    </a:lnTo>
                    <a:lnTo>
                      <a:pt x="26731" y="24609"/>
                    </a:lnTo>
                    <a:lnTo>
                      <a:pt x="26731" y="21494"/>
                    </a:lnTo>
                    <a:lnTo>
                      <a:pt x="28852" y="19372"/>
                    </a:lnTo>
                    <a:lnTo>
                      <a:pt x="28852" y="17251"/>
                    </a:lnTo>
                    <a:lnTo>
                      <a:pt x="30974" y="15129"/>
                    </a:lnTo>
                    <a:lnTo>
                      <a:pt x="30974" y="11602"/>
                    </a:lnTo>
                    <a:lnTo>
                      <a:pt x="28852" y="9480"/>
                    </a:lnTo>
                    <a:lnTo>
                      <a:pt x="28852" y="5237"/>
                    </a:lnTo>
                    <a:lnTo>
                      <a:pt x="23615" y="0"/>
                    </a:lnTo>
                    <a:lnTo>
                      <a:pt x="6365" y="0"/>
                    </a:lnTo>
                    <a:close/>
                  </a:path>
                </a:pathLst>
              </a:custGeom>
              <a:solidFill>
                <a:srgbClr val="EB3422"/>
              </a:solidFill>
              <a:ln>
                <a:noFill/>
              </a:ln>
            </p:spPr>
          </p:sp>
          <p:sp>
            <p:nvSpPr>
              <p:cNvPr id="2546" name="Graph element 560"/>
              <p:cNvSpPr/>
              <p:nvPr/>
            </p:nvSpPr>
            <p:spPr>
              <a:xfrm>
                <a:off x="123472" y="1037840"/>
                <a:ext cx="52892" cy="63500"/>
              </a:xfrm>
              <a:custGeom>
                <a:avLst/>
                <a:gdLst/>
                <a:ahLst/>
                <a:cxnLst/>
                <a:rect l="0" t="0" r="r" b="b"/>
                <a:pathLst>
                  <a:path w="52892" h="63500" stroke="0" extrusionOk="0">
                    <a:moveTo>
                      <a:pt x="26452" y="0"/>
                    </a:moveTo>
                    <a:lnTo>
                      <a:pt x="24331" y="2122"/>
                    </a:lnTo>
                    <a:lnTo>
                      <a:pt x="20088" y="2122"/>
                    </a:lnTo>
                    <a:lnTo>
                      <a:pt x="17966" y="4243"/>
                    </a:lnTo>
                    <a:lnTo>
                      <a:pt x="15845" y="4243"/>
                    </a:lnTo>
                    <a:lnTo>
                      <a:pt x="11602" y="8486"/>
                    </a:lnTo>
                    <a:lnTo>
                      <a:pt x="8486" y="8486"/>
                    </a:lnTo>
                    <a:lnTo>
                      <a:pt x="8486" y="11602"/>
                    </a:lnTo>
                    <a:lnTo>
                      <a:pt x="4243" y="15845"/>
                    </a:lnTo>
                    <a:lnTo>
                      <a:pt x="4243" y="17966"/>
                    </a:lnTo>
                    <a:lnTo>
                      <a:pt x="2122" y="20088"/>
                    </a:lnTo>
                    <a:lnTo>
                      <a:pt x="2122" y="24331"/>
                    </a:lnTo>
                    <a:lnTo>
                      <a:pt x="0" y="26452"/>
                    </a:lnTo>
                    <a:lnTo>
                      <a:pt x="0" y="38466"/>
                    </a:lnTo>
                    <a:lnTo>
                      <a:pt x="3540" y="42006"/>
                    </a:lnTo>
                    <a:lnTo>
                      <a:pt x="1418" y="44127"/>
                    </a:lnTo>
                    <a:lnTo>
                      <a:pt x="4243" y="46952"/>
                    </a:lnTo>
                    <a:lnTo>
                      <a:pt x="4243" y="49073"/>
                    </a:lnTo>
                    <a:lnTo>
                      <a:pt x="7359" y="52189"/>
                    </a:lnTo>
                    <a:lnTo>
                      <a:pt x="9480" y="52189"/>
                    </a:lnTo>
                    <a:lnTo>
                      <a:pt x="12729" y="55438"/>
                    </a:lnTo>
                    <a:lnTo>
                      <a:pt x="12729" y="58554"/>
                    </a:lnTo>
                    <a:lnTo>
                      <a:pt x="17966" y="58554"/>
                    </a:lnTo>
                    <a:lnTo>
                      <a:pt x="22912" y="63500"/>
                    </a:lnTo>
                    <a:lnTo>
                      <a:pt x="25034" y="61378"/>
                    </a:lnTo>
                    <a:lnTo>
                      <a:pt x="26452" y="62797"/>
                    </a:lnTo>
                    <a:lnTo>
                      <a:pt x="42709" y="62797"/>
                    </a:lnTo>
                    <a:lnTo>
                      <a:pt x="44830" y="60675"/>
                    </a:lnTo>
                    <a:lnTo>
                      <a:pt x="46952" y="60675"/>
                    </a:lnTo>
                    <a:lnTo>
                      <a:pt x="52892" y="54735"/>
                    </a:lnTo>
                    <a:lnTo>
                      <a:pt x="50067" y="51910"/>
                    </a:lnTo>
                    <a:lnTo>
                      <a:pt x="50067" y="10886"/>
                    </a:lnTo>
                    <a:lnTo>
                      <a:pt x="52892" y="8062"/>
                    </a:lnTo>
                    <a:lnTo>
                      <a:pt x="49073" y="4243"/>
                    </a:lnTo>
                    <a:lnTo>
                      <a:pt x="46952" y="4243"/>
                    </a:lnTo>
                    <a:lnTo>
                      <a:pt x="44127" y="1418"/>
                    </a:lnTo>
                    <a:lnTo>
                      <a:pt x="42006" y="3540"/>
                    </a:lnTo>
                    <a:lnTo>
                      <a:pt x="38466" y="0"/>
                    </a:lnTo>
                    <a:lnTo>
                      <a:pt x="26452" y="0"/>
                    </a:lnTo>
                    <a:close/>
                  </a:path>
                </a:pathLst>
              </a:custGeom>
              <a:solidFill>
                <a:srgbClr val="EB3422"/>
              </a:solidFill>
              <a:ln>
                <a:noFill/>
              </a:ln>
            </p:spPr>
          </p:sp>
          <p:sp>
            <p:nvSpPr>
              <p:cNvPr id="2547" name="Graph element 561"/>
              <p:cNvSpPr/>
              <p:nvPr/>
            </p:nvSpPr>
            <p:spPr>
              <a:xfrm>
                <a:off x="1574580" y="914089"/>
                <a:ext cx="71283" cy="71986"/>
              </a:xfrm>
              <a:custGeom>
                <a:avLst/>
                <a:gdLst/>
                <a:ahLst/>
                <a:cxnLst/>
                <a:rect l="0" t="0" r="r" b="b"/>
                <a:pathLst>
                  <a:path w="71283" h="71986" stroke="0" extrusionOk="0">
                    <a:moveTo>
                      <a:pt x="35641" y="0"/>
                    </a:moveTo>
                    <a:lnTo>
                      <a:pt x="32817" y="2825"/>
                    </a:lnTo>
                    <a:lnTo>
                      <a:pt x="28574" y="2825"/>
                    </a:lnTo>
                    <a:lnTo>
                      <a:pt x="27155" y="4243"/>
                    </a:lnTo>
                    <a:lnTo>
                      <a:pt x="25034" y="2122"/>
                    </a:lnTo>
                    <a:lnTo>
                      <a:pt x="22209" y="4946"/>
                    </a:lnTo>
                    <a:lnTo>
                      <a:pt x="20088" y="4946"/>
                    </a:lnTo>
                    <a:lnTo>
                      <a:pt x="17966" y="7068"/>
                    </a:lnTo>
                    <a:lnTo>
                      <a:pt x="15845" y="7068"/>
                    </a:lnTo>
                    <a:lnTo>
                      <a:pt x="12729" y="10183"/>
                    </a:lnTo>
                    <a:lnTo>
                      <a:pt x="12729" y="12305"/>
                    </a:lnTo>
                    <a:lnTo>
                      <a:pt x="9480" y="15554"/>
                    </a:lnTo>
                    <a:lnTo>
                      <a:pt x="6365" y="15554"/>
                    </a:lnTo>
                    <a:lnTo>
                      <a:pt x="6365" y="20791"/>
                    </a:lnTo>
                    <a:lnTo>
                      <a:pt x="5237" y="21918"/>
                    </a:lnTo>
                    <a:lnTo>
                      <a:pt x="2122" y="21918"/>
                    </a:lnTo>
                    <a:lnTo>
                      <a:pt x="2122" y="29277"/>
                    </a:lnTo>
                    <a:lnTo>
                      <a:pt x="0" y="31398"/>
                    </a:lnTo>
                    <a:lnTo>
                      <a:pt x="0" y="43412"/>
                    </a:lnTo>
                    <a:lnTo>
                      <a:pt x="2122" y="45533"/>
                    </a:lnTo>
                    <a:lnTo>
                      <a:pt x="2122" y="50770"/>
                    </a:lnTo>
                    <a:lnTo>
                      <a:pt x="11602" y="50770"/>
                    </a:lnTo>
                    <a:lnTo>
                      <a:pt x="14851" y="54019"/>
                    </a:lnTo>
                    <a:lnTo>
                      <a:pt x="14851" y="65900"/>
                    </a:lnTo>
                    <a:lnTo>
                      <a:pt x="19372" y="61378"/>
                    </a:lnTo>
                    <a:lnTo>
                      <a:pt x="34938" y="61378"/>
                    </a:lnTo>
                    <a:lnTo>
                      <a:pt x="42430" y="68870"/>
                    </a:lnTo>
                    <a:lnTo>
                      <a:pt x="42430" y="71986"/>
                    </a:lnTo>
                    <a:lnTo>
                      <a:pt x="46952" y="71986"/>
                    </a:lnTo>
                    <a:lnTo>
                      <a:pt x="49073" y="69864"/>
                    </a:lnTo>
                    <a:lnTo>
                      <a:pt x="51195" y="69864"/>
                    </a:lnTo>
                    <a:lnTo>
                      <a:pt x="53316" y="67743"/>
                    </a:lnTo>
                    <a:lnTo>
                      <a:pt x="55438" y="67743"/>
                    </a:lnTo>
                    <a:lnTo>
                      <a:pt x="58554" y="64627"/>
                    </a:lnTo>
                    <a:lnTo>
                      <a:pt x="58554" y="62505"/>
                    </a:lnTo>
                    <a:lnTo>
                      <a:pt x="61802" y="59257"/>
                    </a:lnTo>
                    <a:lnTo>
                      <a:pt x="63924" y="59257"/>
                    </a:lnTo>
                    <a:lnTo>
                      <a:pt x="67040" y="56141"/>
                    </a:lnTo>
                    <a:lnTo>
                      <a:pt x="67040" y="54019"/>
                    </a:lnTo>
                    <a:lnTo>
                      <a:pt x="69864" y="51195"/>
                    </a:lnTo>
                    <a:lnTo>
                      <a:pt x="67743" y="49073"/>
                    </a:lnTo>
                    <a:lnTo>
                      <a:pt x="71283" y="45533"/>
                    </a:lnTo>
                    <a:lnTo>
                      <a:pt x="71283" y="29277"/>
                    </a:lnTo>
                    <a:lnTo>
                      <a:pt x="69161" y="27155"/>
                    </a:lnTo>
                    <a:lnTo>
                      <a:pt x="69161" y="22912"/>
                    </a:lnTo>
                    <a:lnTo>
                      <a:pt x="67040" y="20791"/>
                    </a:lnTo>
                    <a:lnTo>
                      <a:pt x="67040" y="17675"/>
                    </a:lnTo>
                    <a:lnTo>
                      <a:pt x="63924" y="17675"/>
                    </a:lnTo>
                    <a:lnTo>
                      <a:pt x="62797" y="16548"/>
                    </a:lnTo>
                    <a:lnTo>
                      <a:pt x="62797" y="14426"/>
                    </a:lnTo>
                    <a:lnTo>
                      <a:pt x="59681" y="11311"/>
                    </a:lnTo>
                    <a:lnTo>
                      <a:pt x="57559" y="11311"/>
                    </a:lnTo>
                    <a:lnTo>
                      <a:pt x="56432" y="10183"/>
                    </a:lnTo>
                    <a:lnTo>
                      <a:pt x="56432" y="7068"/>
                    </a:lnTo>
                    <a:lnTo>
                      <a:pt x="51195" y="7068"/>
                    </a:lnTo>
                    <a:lnTo>
                      <a:pt x="46249" y="2122"/>
                    </a:lnTo>
                    <a:lnTo>
                      <a:pt x="44127" y="4243"/>
                    </a:lnTo>
                    <a:lnTo>
                      <a:pt x="42709" y="2825"/>
                    </a:lnTo>
                    <a:lnTo>
                      <a:pt x="38466" y="2825"/>
                    </a:lnTo>
                    <a:lnTo>
                      <a:pt x="35641" y="0"/>
                    </a:lnTo>
                    <a:close/>
                  </a:path>
                </a:pathLst>
              </a:custGeom>
              <a:solidFill>
                <a:srgbClr val="EB3422"/>
              </a:solidFill>
              <a:ln>
                <a:noFill/>
              </a:ln>
            </p:spPr>
          </p:sp>
          <p:sp>
            <p:nvSpPr>
              <p:cNvPr id="2548" name="Graph element 562"/>
              <p:cNvSpPr/>
              <p:nvPr/>
            </p:nvSpPr>
            <p:spPr>
              <a:xfrm>
                <a:off x="1237261" y="870241"/>
                <a:ext cx="54310" cy="44406"/>
              </a:xfrm>
              <a:custGeom>
                <a:avLst/>
                <a:gdLst/>
                <a:ahLst/>
                <a:cxnLst/>
                <a:rect l="0" t="0" r="r" b="b"/>
                <a:pathLst>
                  <a:path w="54310" h="44406" stroke="0" extrusionOk="0">
                    <a:moveTo>
                      <a:pt x="41303" y="0"/>
                    </a:moveTo>
                    <a:lnTo>
                      <a:pt x="39181" y="2122"/>
                    </a:lnTo>
                    <a:lnTo>
                      <a:pt x="30695" y="2122"/>
                    </a:lnTo>
                    <a:lnTo>
                      <a:pt x="28574" y="4243"/>
                    </a:lnTo>
                    <a:lnTo>
                      <a:pt x="5237" y="4243"/>
                    </a:lnTo>
                    <a:lnTo>
                      <a:pt x="2122" y="7359"/>
                    </a:lnTo>
                    <a:lnTo>
                      <a:pt x="2122" y="11602"/>
                    </a:lnTo>
                    <a:lnTo>
                      <a:pt x="0" y="13723"/>
                    </a:lnTo>
                    <a:lnTo>
                      <a:pt x="0" y="21494"/>
                    </a:lnTo>
                    <a:lnTo>
                      <a:pt x="2122" y="23615"/>
                    </a:lnTo>
                    <a:lnTo>
                      <a:pt x="2122" y="27858"/>
                    </a:lnTo>
                    <a:lnTo>
                      <a:pt x="6365" y="32101"/>
                    </a:lnTo>
                    <a:lnTo>
                      <a:pt x="6365" y="35217"/>
                    </a:lnTo>
                    <a:lnTo>
                      <a:pt x="9480" y="35217"/>
                    </a:lnTo>
                    <a:lnTo>
                      <a:pt x="10608" y="36344"/>
                    </a:lnTo>
                    <a:lnTo>
                      <a:pt x="10608" y="39460"/>
                    </a:lnTo>
                    <a:lnTo>
                      <a:pt x="13723" y="39460"/>
                    </a:lnTo>
                    <a:lnTo>
                      <a:pt x="17966" y="43703"/>
                    </a:lnTo>
                    <a:lnTo>
                      <a:pt x="32101" y="43703"/>
                    </a:lnTo>
                    <a:lnTo>
                      <a:pt x="33520" y="42284"/>
                    </a:lnTo>
                    <a:lnTo>
                      <a:pt x="35641" y="44406"/>
                    </a:lnTo>
                    <a:lnTo>
                      <a:pt x="38466" y="41581"/>
                    </a:lnTo>
                    <a:lnTo>
                      <a:pt x="40587" y="41581"/>
                    </a:lnTo>
                    <a:lnTo>
                      <a:pt x="44830" y="37338"/>
                    </a:lnTo>
                    <a:lnTo>
                      <a:pt x="47946" y="37338"/>
                    </a:lnTo>
                    <a:lnTo>
                      <a:pt x="47946" y="34223"/>
                    </a:lnTo>
                    <a:lnTo>
                      <a:pt x="52189" y="29980"/>
                    </a:lnTo>
                    <a:lnTo>
                      <a:pt x="52189" y="25737"/>
                    </a:lnTo>
                    <a:lnTo>
                      <a:pt x="54310" y="23615"/>
                    </a:lnTo>
                    <a:lnTo>
                      <a:pt x="54310" y="11602"/>
                    </a:lnTo>
                    <a:lnTo>
                      <a:pt x="52189" y="9480"/>
                    </a:lnTo>
                    <a:lnTo>
                      <a:pt x="52189" y="5237"/>
                    </a:lnTo>
                    <a:lnTo>
                      <a:pt x="49073" y="2122"/>
                    </a:lnTo>
                    <a:lnTo>
                      <a:pt x="46952" y="2122"/>
                    </a:lnTo>
                    <a:lnTo>
                      <a:pt x="44830" y="0"/>
                    </a:lnTo>
                    <a:lnTo>
                      <a:pt x="41303" y="0"/>
                    </a:lnTo>
                    <a:close/>
                  </a:path>
                </a:pathLst>
              </a:custGeom>
              <a:solidFill>
                <a:srgbClr val="EB3422"/>
              </a:solidFill>
              <a:ln>
                <a:noFill/>
              </a:ln>
            </p:spPr>
          </p:sp>
          <p:sp>
            <p:nvSpPr>
              <p:cNvPr id="2549" name="Graph element 563"/>
              <p:cNvSpPr/>
              <p:nvPr/>
            </p:nvSpPr>
            <p:spPr>
              <a:xfrm>
                <a:off x="1190588" y="675063"/>
                <a:ext cx="54310" cy="52892"/>
              </a:xfrm>
              <a:custGeom>
                <a:avLst/>
                <a:gdLst/>
                <a:ahLst/>
                <a:cxnLst/>
                <a:rect l="0" t="0" r="r" b="b"/>
                <a:pathLst>
                  <a:path w="54310" h="52892" stroke="0" extrusionOk="0">
                    <a:moveTo>
                      <a:pt x="20088" y="0"/>
                    </a:moveTo>
                    <a:lnTo>
                      <a:pt x="17966" y="2122"/>
                    </a:lnTo>
                    <a:lnTo>
                      <a:pt x="15845" y="2122"/>
                    </a:lnTo>
                    <a:lnTo>
                      <a:pt x="11602" y="6365"/>
                    </a:lnTo>
                    <a:lnTo>
                      <a:pt x="9480" y="6365"/>
                    </a:lnTo>
                    <a:lnTo>
                      <a:pt x="6365" y="9480"/>
                    </a:lnTo>
                    <a:lnTo>
                      <a:pt x="6365" y="13723"/>
                    </a:lnTo>
                    <a:lnTo>
                      <a:pt x="5237" y="14851"/>
                    </a:lnTo>
                    <a:lnTo>
                      <a:pt x="2122" y="14851"/>
                    </a:lnTo>
                    <a:lnTo>
                      <a:pt x="2122" y="22209"/>
                    </a:lnTo>
                    <a:lnTo>
                      <a:pt x="0" y="24331"/>
                    </a:lnTo>
                    <a:lnTo>
                      <a:pt x="0" y="27858"/>
                    </a:lnTo>
                    <a:lnTo>
                      <a:pt x="2122" y="29980"/>
                    </a:lnTo>
                    <a:lnTo>
                      <a:pt x="2122" y="32101"/>
                    </a:lnTo>
                    <a:lnTo>
                      <a:pt x="3540" y="33520"/>
                    </a:lnTo>
                    <a:lnTo>
                      <a:pt x="1418" y="35641"/>
                    </a:lnTo>
                    <a:lnTo>
                      <a:pt x="4243" y="38466"/>
                    </a:lnTo>
                    <a:lnTo>
                      <a:pt x="4243" y="40587"/>
                    </a:lnTo>
                    <a:lnTo>
                      <a:pt x="11602" y="47946"/>
                    </a:lnTo>
                    <a:lnTo>
                      <a:pt x="13723" y="47946"/>
                    </a:lnTo>
                    <a:lnTo>
                      <a:pt x="18669" y="52892"/>
                    </a:lnTo>
                    <a:lnTo>
                      <a:pt x="20791" y="50770"/>
                    </a:lnTo>
                    <a:lnTo>
                      <a:pt x="22209" y="52189"/>
                    </a:lnTo>
                    <a:lnTo>
                      <a:pt x="27858" y="52189"/>
                    </a:lnTo>
                    <a:lnTo>
                      <a:pt x="29980" y="50067"/>
                    </a:lnTo>
                    <a:lnTo>
                      <a:pt x="40587" y="50067"/>
                    </a:lnTo>
                    <a:lnTo>
                      <a:pt x="42709" y="47946"/>
                    </a:lnTo>
                    <a:lnTo>
                      <a:pt x="44830" y="47946"/>
                    </a:lnTo>
                    <a:lnTo>
                      <a:pt x="47946" y="44830"/>
                    </a:lnTo>
                    <a:lnTo>
                      <a:pt x="47946" y="42709"/>
                    </a:lnTo>
                    <a:lnTo>
                      <a:pt x="52189" y="38466"/>
                    </a:lnTo>
                    <a:lnTo>
                      <a:pt x="52189" y="36344"/>
                    </a:lnTo>
                    <a:lnTo>
                      <a:pt x="54310" y="34223"/>
                    </a:lnTo>
                    <a:lnTo>
                      <a:pt x="54310" y="20088"/>
                    </a:lnTo>
                    <a:lnTo>
                      <a:pt x="52189" y="17966"/>
                    </a:lnTo>
                    <a:lnTo>
                      <a:pt x="52189" y="13723"/>
                    </a:lnTo>
                    <a:lnTo>
                      <a:pt x="40587" y="2122"/>
                    </a:lnTo>
                    <a:lnTo>
                      <a:pt x="38466" y="2122"/>
                    </a:lnTo>
                    <a:lnTo>
                      <a:pt x="36344" y="0"/>
                    </a:lnTo>
                    <a:lnTo>
                      <a:pt x="20088" y="0"/>
                    </a:lnTo>
                    <a:close/>
                  </a:path>
                </a:pathLst>
              </a:custGeom>
              <a:solidFill>
                <a:srgbClr val="EB3422"/>
              </a:solidFill>
              <a:ln>
                <a:noFill/>
              </a:ln>
            </p:spPr>
          </p:sp>
          <p:sp>
            <p:nvSpPr>
              <p:cNvPr id="2550" name="Graph element 564"/>
              <p:cNvSpPr/>
              <p:nvPr/>
            </p:nvSpPr>
            <p:spPr>
              <a:xfrm>
                <a:off x="1731571" y="636597"/>
                <a:ext cx="54310" cy="54589"/>
              </a:xfrm>
              <a:custGeom>
                <a:avLst/>
                <a:gdLst/>
                <a:ahLst/>
                <a:cxnLst/>
                <a:rect l="0" t="0" r="r" b="b"/>
                <a:pathLst>
                  <a:path w="54310" h="54589" stroke="0" extrusionOk="0">
                    <a:moveTo>
                      <a:pt x="20366" y="0"/>
                    </a:moveTo>
                    <a:lnTo>
                      <a:pt x="13723" y="6643"/>
                    </a:lnTo>
                    <a:lnTo>
                      <a:pt x="10608" y="6643"/>
                    </a:lnTo>
                    <a:lnTo>
                      <a:pt x="10608" y="9759"/>
                    </a:lnTo>
                    <a:lnTo>
                      <a:pt x="9480" y="10886"/>
                    </a:lnTo>
                    <a:lnTo>
                      <a:pt x="7359" y="10886"/>
                    </a:lnTo>
                    <a:lnTo>
                      <a:pt x="4243" y="14002"/>
                    </a:lnTo>
                    <a:lnTo>
                      <a:pt x="4243" y="16123"/>
                    </a:lnTo>
                    <a:lnTo>
                      <a:pt x="2122" y="18245"/>
                    </a:lnTo>
                    <a:lnTo>
                      <a:pt x="2122" y="22488"/>
                    </a:lnTo>
                    <a:lnTo>
                      <a:pt x="0" y="24609"/>
                    </a:lnTo>
                    <a:lnTo>
                      <a:pt x="0" y="30258"/>
                    </a:lnTo>
                    <a:lnTo>
                      <a:pt x="2122" y="32380"/>
                    </a:lnTo>
                    <a:lnTo>
                      <a:pt x="2122" y="34501"/>
                    </a:lnTo>
                    <a:lnTo>
                      <a:pt x="3540" y="35920"/>
                    </a:lnTo>
                    <a:lnTo>
                      <a:pt x="1418" y="38041"/>
                    </a:lnTo>
                    <a:lnTo>
                      <a:pt x="6365" y="42987"/>
                    </a:lnTo>
                    <a:lnTo>
                      <a:pt x="6365" y="45109"/>
                    </a:lnTo>
                    <a:lnTo>
                      <a:pt x="11602" y="50346"/>
                    </a:lnTo>
                    <a:lnTo>
                      <a:pt x="15845" y="50346"/>
                    </a:lnTo>
                    <a:lnTo>
                      <a:pt x="20088" y="54589"/>
                    </a:lnTo>
                    <a:lnTo>
                      <a:pt x="36344" y="54589"/>
                    </a:lnTo>
                    <a:lnTo>
                      <a:pt x="38466" y="52468"/>
                    </a:lnTo>
                    <a:lnTo>
                      <a:pt x="40587" y="52468"/>
                    </a:lnTo>
                    <a:lnTo>
                      <a:pt x="52189" y="40866"/>
                    </a:lnTo>
                    <a:lnTo>
                      <a:pt x="52189" y="36623"/>
                    </a:lnTo>
                    <a:lnTo>
                      <a:pt x="54310" y="34501"/>
                    </a:lnTo>
                    <a:lnTo>
                      <a:pt x="54310" y="20366"/>
                    </a:lnTo>
                    <a:lnTo>
                      <a:pt x="52189" y="18245"/>
                    </a:lnTo>
                    <a:lnTo>
                      <a:pt x="52189" y="16123"/>
                    </a:lnTo>
                    <a:lnTo>
                      <a:pt x="49073" y="13008"/>
                    </a:lnTo>
                    <a:lnTo>
                      <a:pt x="45546" y="13008"/>
                    </a:lnTo>
                    <a:lnTo>
                      <a:pt x="43424" y="15129"/>
                    </a:lnTo>
                    <a:lnTo>
                      <a:pt x="23615" y="15129"/>
                    </a:lnTo>
                    <a:lnTo>
                      <a:pt x="20366" y="11880"/>
                    </a:lnTo>
                    <a:lnTo>
                      <a:pt x="20366" y="0"/>
                    </a:lnTo>
                    <a:close/>
                  </a:path>
                </a:pathLst>
              </a:custGeom>
              <a:solidFill>
                <a:srgbClr val="EB3422"/>
              </a:solidFill>
              <a:ln>
                <a:noFill/>
              </a:ln>
            </p:spPr>
          </p:sp>
          <p:sp>
            <p:nvSpPr>
              <p:cNvPr id="2551" name="Graph element 565"/>
              <p:cNvSpPr/>
              <p:nvPr/>
            </p:nvSpPr>
            <p:spPr>
              <a:xfrm>
                <a:off x="1258476" y="534340"/>
                <a:ext cx="52892" cy="52892"/>
              </a:xfrm>
              <a:custGeom>
                <a:avLst/>
                <a:gdLst/>
                <a:ahLst/>
                <a:cxnLst/>
                <a:rect l="0" t="0" r="r" b="b"/>
                <a:pathLst>
                  <a:path w="52892" h="52892" stroke="0" extrusionOk="0">
                    <a:moveTo>
                      <a:pt x="18669" y="0"/>
                    </a:moveTo>
                    <a:lnTo>
                      <a:pt x="15845" y="2825"/>
                    </a:lnTo>
                    <a:lnTo>
                      <a:pt x="13723" y="2825"/>
                    </a:lnTo>
                    <a:lnTo>
                      <a:pt x="9480" y="7068"/>
                    </a:lnTo>
                    <a:lnTo>
                      <a:pt x="6365" y="7068"/>
                    </a:lnTo>
                    <a:lnTo>
                      <a:pt x="6365" y="10183"/>
                    </a:lnTo>
                    <a:lnTo>
                      <a:pt x="2122" y="14426"/>
                    </a:lnTo>
                    <a:lnTo>
                      <a:pt x="2122" y="16548"/>
                    </a:lnTo>
                    <a:lnTo>
                      <a:pt x="0" y="18669"/>
                    </a:lnTo>
                    <a:lnTo>
                      <a:pt x="0" y="38041"/>
                    </a:lnTo>
                    <a:lnTo>
                      <a:pt x="3116" y="38041"/>
                    </a:lnTo>
                    <a:lnTo>
                      <a:pt x="4243" y="39169"/>
                    </a:lnTo>
                    <a:lnTo>
                      <a:pt x="4243" y="43412"/>
                    </a:lnTo>
                    <a:lnTo>
                      <a:pt x="9480" y="48649"/>
                    </a:lnTo>
                    <a:lnTo>
                      <a:pt x="13723" y="48649"/>
                    </a:lnTo>
                    <a:lnTo>
                      <a:pt x="17966" y="52892"/>
                    </a:lnTo>
                    <a:lnTo>
                      <a:pt x="23615" y="52892"/>
                    </a:lnTo>
                    <a:lnTo>
                      <a:pt x="25737" y="50770"/>
                    </a:lnTo>
                    <a:lnTo>
                      <a:pt x="36344" y="50770"/>
                    </a:lnTo>
                    <a:lnTo>
                      <a:pt x="38466" y="48649"/>
                    </a:lnTo>
                    <a:lnTo>
                      <a:pt x="42709" y="48649"/>
                    </a:lnTo>
                    <a:lnTo>
                      <a:pt x="47946" y="43412"/>
                    </a:lnTo>
                    <a:lnTo>
                      <a:pt x="47946" y="41290"/>
                    </a:lnTo>
                    <a:lnTo>
                      <a:pt x="50067" y="39169"/>
                    </a:lnTo>
                    <a:lnTo>
                      <a:pt x="50067" y="37047"/>
                    </a:lnTo>
                    <a:lnTo>
                      <a:pt x="52189" y="34926"/>
                    </a:lnTo>
                    <a:lnTo>
                      <a:pt x="52189" y="22912"/>
                    </a:lnTo>
                    <a:lnTo>
                      <a:pt x="50770" y="21494"/>
                    </a:lnTo>
                    <a:lnTo>
                      <a:pt x="52892" y="19372"/>
                    </a:lnTo>
                    <a:lnTo>
                      <a:pt x="50067" y="16548"/>
                    </a:lnTo>
                    <a:lnTo>
                      <a:pt x="50067" y="14426"/>
                    </a:lnTo>
                    <a:lnTo>
                      <a:pt x="45824" y="10183"/>
                    </a:lnTo>
                    <a:lnTo>
                      <a:pt x="45824" y="7068"/>
                    </a:lnTo>
                    <a:lnTo>
                      <a:pt x="42709" y="7068"/>
                    </a:lnTo>
                    <a:lnTo>
                      <a:pt x="38466" y="2825"/>
                    </a:lnTo>
                    <a:lnTo>
                      <a:pt x="36344" y="2825"/>
                    </a:lnTo>
                    <a:lnTo>
                      <a:pt x="33520" y="0"/>
                    </a:lnTo>
                    <a:lnTo>
                      <a:pt x="31398" y="2122"/>
                    </a:lnTo>
                    <a:lnTo>
                      <a:pt x="29980" y="703"/>
                    </a:lnTo>
                    <a:lnTo>
                      <a:pt x="22209" y="703"/>
                    </a:lnTo>
                    <a:lnTo>
                      <a:pt x="20791" y="2122"/>
                    </a:lnTo>
                    <a:lnTo>
                      <a:pt x="18669" y="0"/>
                    </a:lnTo>
                    <a:close/>
                  </a:path>
                </a:pathLst>
              </a:custGeom>
              <a:solidFill>
                <a:srgbClr val="EB3422"/>
              </a:solidFill>
              <a:ln>
                <a:noFill/>
              </a:ln>
            </p:spPr>
          </p:sp>
          <p:sp>
            <p:nvSpPr>
              <p:cNvPr id="2552" name="Graph element 566"/>
              <p:cNvSpPr/>
              <p:nvPr/>
            </p:nvSpPr>
            <p:spPr>
              <a:xfrm>
                <a:off x="1404157" y="496153"/>
                <a:ext cx="55717" cy="46527"/>
              </a:xfrm>
              <a:custGeom>
                <a:avLst/>
                <a:gdLst/>
                <a:ahLst/>
                <a:cxnLst/>
                <a:rect l="0" t="0" r="r" b="b"/>
                <a:pathLst>
                  <a:path w="55717" h="46527" stroke="0" extrusionOk="0">
                    <a:moveTo>
                      <a:pt x="34223" y="0"/>
                    </a:moveTo>
                    <a:lnTo>
                      <a:pt x="31398" y="2825"/>
                    </a:lnTo>
                    <a:lnTo>
                      <a:pt x="29277" y="2825"/>
                    </a:lnTo>
                    <a:lnTo>
                      <a:pt x="27155" y="4946"/>
                    </a:lnTo>
                    <a:lnTo>
                      <a:pt x="24318" y="4946"/>
                    </a:lnTo>
                    <a:lnTo>
                      <a:pt x="22197" y="2825"/>
                    </a:lnTo>
                    <a:lnTo>
                      <a:pt x="16548" y="2825"/>
                    </a:lnTo>
                    <a:lnTo>
                      <a:pt x="14426" y="4946"/>
                    </a:lnTo>
                    <a:lnTo>
                      <a:pt x="12305" y="4946"/>
                    </a:lnTo>
                    <a:lnTo>
                      <a:pt x="10183" y="7068"/>
                    </a:lnTo>
                    <a:lnTo>
                      <a:pt x="2825" y="7068"/>
                    </a:lnTo>
                    <a:lnTo>
                      <a:pt x="2825" y="10183"/>
                    </a:lnTo>
                    <a:lnTo>
                      <a:pt x="0" y="13008"/>
                    </a:lnTo>
                    <a:lnTo>
                      <a:pt x="2122" y="15129"/>
                    </a:lnTo>
                    <a:lnTo>
                      <a:pt x="703" y="16548"/>
                    </a:lnTo>
                    <a:lnTo>
                      <a:pt x="703" y="28561"/>
                    </a:lnTo>
                    <a:lnTo>
                      <a:pt x="4946" y="32804"/>
                    </a:lnTo>
                    <a:lnTo>
                      <a:pt x="4946" y="34926"/>
                    </a:lnTo>
                    <a:lnTo>
                      <a:pt x="12305" y="42284"/>
                    </a:lnTo>
                    <a:lnTo>
                      <a:pt x="14426" y="42284"/>
                    </a:lnTo>
                    <a:lnTo>
                      <a:pt x="16548" y="44406"/>
                    </a:lnTo>
                    <a:lnTo>
                      <a:pt x="18669" y="44406"/>
                    </a:lnTo>
                    <a:lnTo>
                      <a:pt x="20791" y="46527"/>
                    </a:lnTo>
                    <a:lnTo>
                      <a:pt x="34926" y="46527"/>
                    </a:lnTo>
                    <a:lnTo>
                      <a:pt x="37047" y="44406"/>
                    </a:lnTo>
                    <a:lnTo>
                      <a:pt x="39169" y="44406"/>
                    </a:lnTo>
                    <a:lnTo>
                      <a:pt x="43412" y="40163"/>
                    </a:lnTo>
                    <a:lnTo>
                      <a:pt x="46527" y="40163"/>
                    </a:lnTo>
                    <a:lnTo>
                      <a:pt x="46527" y="37047"/>
                    </a:lnTo>
                    <a:lnTo>
                      <a:pt x="50770" y="32804"/>
                    </a:lnTo>
                    <a:lnTo>
                      <a:pt x="50770" y="30683"/>
                    </a:lnTo>
                    <a:lnTo>
                      <a:pt x="52892" y="28561"/>
                    </a:lnTo>
                    <a:lnTo>
                      <a:pt x="52892" y="22197"/>
                    </a:lnTo>
                    <a:lnTo>
                      <a:pt x="55717" y="19372"/>
                    </a:lnTo>
                    <a:lnTo>
                      <a:pt x="52892" y="16548"/>
                    </a:lnTo>
                    <a:lnTo>
                      <a:pt x="52892" y="14426"/>
                    </a:lnTo>
                    <a:lnTo>
                      <a:pt x="51473" y="13008"/>
                    </a:lnTo>
                    <a:lnTo>
                      <a:pt x="53595" y="10886"/>
                    </a:lnTo>
                    <a:lnTo>
                      <a:pt x="49776" y="7068"/>
                    </a:lnTo>
                    <a:lnTo>
                      <a:pt x="43412" y="7068"/>
                    </a:lnTo>
                    <a:lnTo>
                      <a:pt x="41290" y="4946"/>
                    </a:lnTo>
                    <a:lnTo>
                      <a:pt x="39169" y="4946"/>
                    </a:lnTo>
                    <a:lnTo>
                      <a:pt x="34223" y="0"/>
                    </a:lnTo>
                    <a:close/>
                  </a:path>
                </a:pathLst>
              </a:custGeom>
              <a:solidFill>
                <a:srgbClr val="EB3422"/>
              </a:solidFill>
              <a:ln>
                <a:noFill/>
              </a:ln>
            </p:spPr>
          </p:sp>
          <p:sp>
            <p:nvSpPr>
              <p:cNvPr id="2553" name="Graph element 567"/>
              <p:cNvSpPr/>
              <p:nvPr/>
            </p:nvSpPr>
            <p:spPr>
              <a:xfrm>
                <a:off x="1572459" y="394321"/>
                <a:ext cx="54310" cy="46527"/>
              </a:xfrm>
              <a:custGeom>
                <a:avLst/>
                <a:gdLst/>
                <a:ahLst/>
                <a:cxnLst/>
                <a:rect l="0" t="0" r="r" b="b"/>
                <a:pathLst>
                  <a:path w="54310" h="46527" stroke="0" extrusionOk="0">
                    <a:moveTo>
                      <a:pt x="39884" y="0"/>
                    </a:moveTo>
                    <a:lnTo>
                      <a:pt x="37060" y="2825"/>
                    </a:lnTo>
                    <a:lnTo>
                      <a:pt x="28574" y="2825"/>
                    </a:lnTo>
                    <a:lnTo>
                      <a:pt x="26452" y="4946"/>
                    </a:lnTo>
                    <a:lnTo>
                      <a:pt x="7359" y="4946"/>
                    </a:lnTo>
                    <a:lnTo>
                      <a:pt x="5237" y="7068"/>
                    </a:lnTo>
                    <a:lnTo>
                      <a:pt x="2122" y="7068"/>
                    </a:lnTo>
                    <a:lnTo>
                      <a:pt x="2122" y="14426"/>
                    </a:lnTo>
                    <a:lnTo>
                      <a:pt x="0" y="16548"/>
                    </a:lnTo>
                    <a:lnTo>
                      <a:pt x="0" y="20075"/>
                    </a:lnTo>
                    <a:lnTo>
                      <a:pt x="2122" y="22197"/>
                    </a:lnTo>
                    <a:lnTo>
                      <a:pt x="2122" y="28561"/>
                    </a:lnTo>
                    <a:lnTo>
                      <a:pt x="4243" y="30683"/>
                    </a:lnTo>
                    <a:lnTo>
                      <a:pt x="4243" y="32804"/>
                    </a:lnTo>
                    <a:lnTo>
                      <a:pt x="13723" y="42284"/>
                    </a:lnTo>
                    <a:lnTo>
                      <a:pt x="15845" y="42284"/>
                    </a:lnTo>
                    <a:lnTo>
                      <a:pt x="17966" y="44406"/>
                    </a:lnTo>
                    <a:lnTo>
                      <a:pt x="24331" y="44406"/>
                    </a:lnTo>
                    <a:lnTo>
                      <a:pt x="26452" y="46527"/>
                    </a:lnTo>
                    <a:lnTo>
                      <a:pt x="29980" y="46527"/>
                    </a:lnTo>
                    <a:lnTo>
                      <a:pt x="32101" y="44406"/>
                    </a:lnTo>
                    <a:lnTo>
                      <a:pt x="38466" y="44406"/>
                    </a:lnTo>
                    <a:lnTo>
                      <a:pt x="42709" y="40163"/>
                    </a:lnTo>
                    <a:lnTo>
                      <a:pt x="44830" y="40163"/>
                    </a:lnTo>
                    <a:lnTo>
                      <a:pt x="47946" y="37047"/>
                    </a:lnTo>
                    <a:lnTo>
                      <a:pt x="47946" y="34926"/>
                    </a:lnTo>
                    <a:lnTo>
                      <a:pt x="52189" y="30683"/>
                    </a:lnTo>
                    <a:lnTo>
                      <a:pt x="52189" y="28561"/>
                    </a:lnTo>
                    <a:lnTo>
                      <a:pt x="54310" y="26440"/>
                    </a:lnTo>
                    <a:lnTo>
                      <a:pt x="54310" y="12305"/>
                    </a:lnTo>
                    <a:lnTo>
                      <a:pt x="52189" y="10183"/>
                    </a:lnTo>
                    <a:lnTo>
                      <a:pt x="52189" y="8062"/>
                    </a:lnTo>
                    <a:lnTo>
                      <a:pt x="49073" y="4946"/>
                    </a:lnTo>
                    <a:lnTo>
                      <a:pt x="46952" y="4946"/>
                    </a:lnTo>
                    <a:lnTo>
                      <a:pt x="44830" y="2825"/>
                    </a:lnTo>
                    <a:lnTo>
                      <a:pt x="42709" y="2825"/>
                    </a:lnTo>
                    <a:lnTo>
                      <a:pt x="39884" y="0"/>
                    </a:lnTo>
                    <a:close/>
                  </a:path>
                </a:pathLst>
              </a:custGeom>
              <a:solidFill>
                <a:srgbClr val="EB3422"/>
              </a:solidFill>
              <a:ln>
                <a:noFill/>
              </a:ln>
            </p:spPr>
          </p:sp>
          <p:sp>
            <p:nvSpPr>
              <p:cNvPr id="2554" name="Graph element 568"/>
              <p:cNvSpPr/>
              <p:nvPr/>
            </p:nvSpPr>
            <p:spPr>
              <a:xfrm>
                <a:off x="509585" y="76798"/>
                <a:ext cx="28852" cy="31677"/>
              </a:xfrm>
              <a:custGeom>
                <a:avLst/>
                <a:gdLst/>
                <a:ahLst/>
                <a:cxnLst/>
                <a:rect l="0" t="0" r="r" b="b"/>
                <a:pathLst>
                  <a:path w="28852" h="31677" stroke="0" extrusionOk="0">
                    <a:moveTo>
                      <a:pt x="11602" y="0"/>
                    </a:moveTo>
                    <a:lnTo>
                      <a:pt x="7359" y="4243"/>
                    </a:lnTo>
                    <a:lnTo>
                      <a:pt x="4243" y="4243"/>
                    </a:lnTo>
                    <a:lnTo>
                      <a:pt x="4243" y="7359"/>
                    </a:lnTo>
                    <a:lnTo>
                      <a:pt x="3116" y="8486"/>
                    </a:lnTo>
                    <a:lnTo>
                      <a:pt x="0" y="8486"/>
                    </a:lnTo>
                    <a:lnTo>
                      <a:pt x="0" y="22488"/>
                    </a:lnTo>
                    <a:lnTo>
                      <a:pt x="3116" y="22488"/>
                    </a:lnTo>
                    <a:lnTo>
                      <a:pt x="6365" y="25737"/>
                    </a:lnTo>
                    <a:lnTo>
                      <a:pt x="6365" y="28852"/>
                    </a:lnTo>
                    <a:lnTo>
                      <a:pt x="11602" y="28852"/>
                    </a:lnTo>
                    <a:lnTo>
                      <a:pt x="14426" y="31677"/>
                    </a:lnTo>
                    <a:lnTo>
                      <a:pt x="17251" y="28852"/>
                    </a:lnTo>
                    <a:lnTo>
                      <a:pt x="22488" y="28852"/>
                    </a:lnTo>
                    <a:lnTo>
                      <a:pt x="22488" y="25737"/>
                    </a:lnTo>
                    <a:lnTo>
                      <a:pt x="25737" y="22488"/>
                    </a:lnTo>
                    <a:lnTo>
                      <a:pt x="28852" y="22488"/>
                    </a:lnTo>
                    <a:lnTo>
                      <a:pt x="28852" y="9480"/>
                    </a:lnTo>
                    <a:lnTo>
                      <a:pt x="23615" y="4243"/>
                    </a:lnTo>
                    <a:lnTo>
                      <a:pt x="21494" y="4243"/>
                    </a:lnTo>
                    <a:lnTo>
                      <a:pt x="17251" y="0"/>
                    </a:lnTo>
                    <a:lnTo>
                      <a:pt x="11602" y="0"/>
                    </a:lnTo>
                    <a:close/>
                  </a:path>
                </a:pathLst>
              </a:custGeom>
              <a:solidFill>
                <a:srgbClr val="EB3422"/>
              </a:solidFill>
              <a:ln>
                <a:noFill/>
              </a:ln>
            </p:spPr>
          </p:sp>
          <p:sp>
            <p:nvSpPr>
              <p:cNvPr id="2555" name="Text: Antineoplastics – alkylating agents"/>
              <p:cNvSpPr/>
              <p:nvPr/>
            </p:nvSpPr>
            <p:spPr>
              <a:xfrm>
                <a:off x="146654" y="27721"/>
                <a:ext cx="853607" cy="73052"/>
              </a:xfrm>
              <a:prstGeom prst="rect">
                <a:avLst/>
              </a:prstGeom>
              <a:ln>
                <a:noFill/>
              </a:ln>
              <a:noFill/>
            </p:spPr>
            <p:txBody>
              <a:bodyPr wrap="none" lIns="0" rIns="0" tIns="0" bIns="0" anchor="t" rot="0"/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426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Antineoplastics – alkylating agents</a:t>
                </a:r>
              </a:p>
            </p:txBody>
          </p:sp>
          <p:sp>
            <p:nvSpPr>
              <p:cNvPr id="2556" name="Text: Ascorbate and aldarate metabolism"/>
              <p:cNvSpPr/>
              <p:nvPr/>
            </p:nvSpPr>
            <p:spPr>
              <a:xfrm>
                <a:off x="1205284" y="350195"/>
                <a:ext cx="861331" cy="72989"/>
              </a:xfrm>
              <a:prstGeom prst="rect">
                <a:avLst/>
              </a:prstGeom>
              <a:ln>
                <a:noFill/>
              </a:ln>
              <a:noFill/>
            </p:spPr>
            <p:txBody>
              <a:bodyPr wrap="none" lIns="0" rIns="0" tIns="0" bIns="0" anchor="t" rot="0"/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426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Ascorbate and aldarate metabolism</a:t>
                </a:r>
              </a:p>
            </p:txBody>
          </p:sp>
          <p:sp>
            <p:nvSpPr>
              <p:cNvPr id="2557" name="Text: Citrate cycle (TCA cycle)"/>
              <p:cNvSpPr/>
              <p:nvPr/>
            </p:nvSpPr>
            <p:spPr>
              <a:xfrm>
                <a:off x="1173192" y="450754"/>
                <a:ext cx="598264" cy="72484"/>
              </a:xfrm>
              <a:prstGeom prst="rect">
                <a:avLst/>
              </a:prstGeom>
              <a:ln>
                <a:noFill/>
              </a:ln>
              <a:noFill/>
            </p:spPr>
            <p:txBody>
              <a:bodyPr wrap="none" lIns="0" rIns="0" tIns="0" bIns="0" anchor="t" rot="0"/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423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Citrate cycle (TCA cycle)</a:t>
                </a:r>
              </a:p>
            </p:txBody>
          </p:sp>
          <p:sp>
            <p:nvSpPr>
              <p:cNvPr id="2558" name="Text: Alanine, aspartate and glutamate metabolism"/>
              <p:cNvSpPr/>
              <p:nvPr/>
            </p:nvSpPr>
            <p:spPr>
              <a:xfrm>
                <a:off x="420329" y="572936"/>
                <a:ext cx="1117137" cy="73188"/>
              </a:xfrm>
              <a:prstGeom prst="rect">
                <a:avLst/>
              </a:prstGeom>
              <a:ln>
                <a:noFill/>
              </a:ln>
              <a:noFill/>
            </p:spPr>
            <p:txBody>
              <a:bodyPr wrap="none" lIns="0" rIns="0" tIns="0" bIns="0" anchor="t" rot="0"/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427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Alanine, aspartate and glutamate metabolism</a:t>
                </a:r>
              </a:p>
            </p:txBody>
          </p:sp>
          <p:sp>
            <p:nvSpPr>
              <p:cNvPr id="2559" name="Text: Arginine biosynthesis"/>
              <p:cNvSpPr/>
              <p:nvPr/>
            </p:nvSpPr>
            <p:spPr>
              <a:xfrm>
                <a:off x="1540481" y="600557"/>
                <a:ext cx="519768" cy="72699"/>
              </a:xfrm>
              <a:prstGeom prst="rect">
                <a:avLst/>
              </a:prstGeom>
              <a:ln>
                <a:noFill/>
              </a:ln>
              <a:noFill/>
            </p:spPr>
            <p:txBody>
              <a:bodyPr wrap="none" lIns="0" rIns="0" tIns="0" bIns="0" anchor="t" rot="0"/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424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Arginine biosynthesis</a:t>
                </a:r>
              </a:p>
            </p:txBody>
          </p:sp>
          <p:sp>
            <p:nvSpPr>
              <p:cNvPr id="2560" name="Text: Glyoxylate and dicarboxylate metabolism"/>
              <p:cNvSpPr/>
              <p:nvPr/>
            </p:nvSpPr>
            <p:spPr>
              <a:xfrm>
                <a:off x="695853" y="713552"/>
                <a:ext cx="986499" cy="72487"/>
              </a:xfrm>
              <a:prstGeom prst="rect">
                <a:avLst/>
              </a:prstGeom>
              <a:ln>
                <a:noFill/>
              </a:ln>
              <a:noFill/>
            </p:spPr>
            <p:txBody>
              <a:bodyPr wrap="none" lIns="0" rIns="0" tIns="0" bIns="0" anchor="t" rot="0"/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423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Glyoxylate and dicarboxylate metabolism</a:t>
                </a:r>
              </a:p>
            </p:txBody>
          </p:sp>
          <p:sp>
            <p:nvSpPr>
              <p:cNvPr id="2561" name="Text: Glucagon signaling pathway"/>
              <p:cNvSpPr/>
              <p:nvPr/>
            </p:nvSpPr>
            <p:spPr>
              <a:xfrm>
                <a:off x="895275" y="823863"/>
                <a:ext cx="683124" cy="72574"/>
              </a:xfrm>
              <a:prstGeom prst="rect">
                <a:avLst/>
              </a:prstGeom>
              <a:ln>
                <a:noFill/>
              </a:ln>
              <a:noFill/>
            </p:spPr>
            <p:txBody>
              <a:bodyPr wrap="none" lIns="0" rIns="0" tIns="0" bIns="0" anchor="t" rot="0"/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423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Glucagon signaling pathway</a:t>
                </a:r>
              </a:p>
            </p:txBody>
          </p:sp>
          <p:sp>
            <p:nvSpPr>
              <p:cNvPr id="2562" name="Text: Biosynthesis of amino acids"/>
              <p:cNvSpPr/>
              <p:nvPr/>
            </p:nvSpPr>
            <p:spPr>
              <a:xfrm>
                <a:off x="1317454" y="964048"/>
                <a:ext cx="672517" cy="70452"/>
              </a:xfrm>
              <a:prstGeom prst="rect">
                <a:avLst/>
              </a:prstGeom>
              <a:ln>
                <a:noFill/>
              </a:ln>
              <a:noFill/>
            </p:spPr>
            <p:txBody>
              <a:bodyPr wrap="none" lIns="0" rIns="0" tIns="0" bIns="0" anchor="t" rot="0"/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411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Biosynthesis of amino acids</a:t>
                </a:r>
              </a:p>
            </p:txBody>
          </p:sp>
          <p:sp>
            <p:nvSpPr>
              <p:cNvPr id="2563" name="Text: Phenylalanine metabolism"/>
              <p:cNvSpPr/>
              <p:nvPr/>
            </p:nvSpPr>
            <p:spPr>
              <a:xfrm>
                <a:off x="178206" y="1044078"/>
                <a:ext cx="636451" cy="71214"/>
              </a:xfrm>
              <a:prstGeom prst="rect">
                <a:avLst/>
              </a:prstGeom>
              <a:ln>
                <a:noFill/>
              </a:ln>
              <a:noFill/>
            </p:spPr>
            <p:txBody>
              <a:bodyPr wrap="none" lIns="0" rIns="0" tIns="0" bIns="0" anchor="t" rot="0"/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415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Phenylalanine metabolism</a:t>
                </a:r>
              </a:p>
            </p:txBody>
          </p:sp>
          <p:sp>
            <p:nvSpPr>
              <p:cNvPr id="2564" name="Text: NOD-like receptor signaling pathway"/>
              <p:cNvSpPr/>
              <p:nvPr/>
            </p:nvSpPr>
            <p:spPr>
              <a:xfrm>
                <a:off x="952555" y="1330824"/>
                <a:ext cx="905617" cy="73586"/>
              </a:xfrm>
              <a:prstGeom prst="rect">
                <a:avLst/>
              </a:prstGeom>
              <a:ln>
                <a:noFill/>
              </a:ln>
              <a:noFill/>
            </p:spPr>
            <p:txBody>
              <a:bodyPr wrap="none" lIns="0" rIns="0" tIns="0" bIns="0" anchor="t" rot="0"/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429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NOD-like receptor signaling pathway</a:t>
                </a:r>
              </a:p>
            </p:txBody>
          </p:sp>
          <p:sp>
            <p:nvSpPr>
              <p:cNvPr id="2565" name="Text: Cysteine and methionine metabolism"/>
              <p:cNvSpPr/>
              <p:nvPr/>
            </p:nvSpPr>
            <p:spPr>
              <a:xfrm>
                <a:off x="965284" y="1451809"/>
                <a:ext cx="895275" cy="72823"/>
              </a:xfrm>
              <a:prstGeom prst="rect">
                <a:avLst/>
              </a:prstGeom>
              <a:ln>
                <a:noFill/>
              </a:ln>
              <a:noFill/>
            </p:spPr>
            <p:txBody>
              <a:bodyPr wrap="none" lIns="0" rIns="0" tIns="0" bIns="0" anchor="t" rot="0"/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425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Cysteine and methionine metabolism</a:t>
                </a:r>
              </a:p>
            </p:txBody>
          </p:sp>
          <p:sp>
            <p:nvSpPr>
              <p:cNvPr id="2566" name="Text: Tryptophan metabolism"/>
              <p:cNvSpPr/>
              <p:nvPr/>
            </p:nvSpPr>
            <p:spPr>
              <a:xfrm>
                <a:off x="485824" y="2017751"/>
                <a:ext cx="568563" cy="72357"/>
              </a:xfrm>
              <a:prstGeom prst="rect">
                <a:avLst/>
              </a:prstGeom>
              <a:ln>
                <a:noFill/>
              </a:ln>
              <a:noFill/>
            </p:spPr>
            <p:txBody>
              <a:bodyPr wrap="none" lIns="0" rIns="0" tIns="0" bIns="0" anchor="t" rot="0"/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422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Tryptophan metabolism</a:t>
                </a:r>
              </a:p>
            </p:txBody>
          </p:sp>
        </p:grpSp>
        <p:grpSp>
          <p:nvGrpSpPr>
            <p:cNvPr id="73" name="图片 72 — editable">
              <a:extLst>
                <a:ext uri="{FF2B5EF4-FFF2-40B4-BE49-F238E27FC236}">
                  <a16:creationId xmlns:a16="http://schemas.microsoft.com/office/drawing/2014/main" id="{DDA86AF8-0AB1-3064-E5D7-BFEB55B34359}"/>
                </a:ext>
              </a:extLst>
            </p:cNvPr>
            <p:cNvGrpSpPr/>
            <p:nvPr/>
          </p:nvGrpSpPr>
          <p:grpSpPr>
            <a:xfrm>
              <a:off x="6404845" y="3163202"/>
              <a:ext cx="208678" cy="583623"/>
              <a:chOff x="2065456" y="792785"/>
              <a:chExt cx="208678" cy="583663"/>
            </a:xfrm>
          </p:grpSpPr>
          <p:sp>
            <p:nvSpPr>
              <p:cNvPr id="2567" name="Panel background"/>
              <p:cNvSpPr/>
              <p:nvPr/>
            </p:nvSpPr>
            <p:spPr>
              <a:xfrm>
                <a:off x="2065456" y="792785"/>
                <a:ext cx="208678" cy="5836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568" name="Graph element 1"/>
              <p:cNvSpPr/>
              <p:nvPr/>
            </p:nvSpPr>
            <p:spPr>
              <a:xfrm>
                <a:off x="2111999" y="1133902"/>
                <a:ext cx="6644" cy="6644"/>
              </a:xfrm>
              <a:custGeom>
                <a:avLst/>
                <a:gdLst/>
                <a:ahLst/>
                <a:cxnLst/>
                <a:rect l="0" t="0" r="r" b="b"/>
                <a:pathLst>
                  <a:path w="6644" h="6644" stroke="0" extrusionOk="0">
                    <a:moveTo>
                      <a:pt x="0" y="4243"/>
                    </a:moveTo>
                    <a:lnTo>
                      <a:pt x="2400" y="6644"/>
                    </a:lnTo>
                    <a:lnTo>
                      <a:pt x="6644" y="2400"/>
                    </a:lnTo>
                    <a:lnTo>
                      <a:pt x="4243" y="0"/>
                    </a:lnTo>
                    <a:lnTo>
                      <a:pt x="0" y="4243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</p:sp>
          <p:sp>
            <p:nvSpPr>
              <p:cNvPr id="2569" name="Graph element 2"/>
              <p:cNvSpPr/>
              <p:nvPr/>
            </p:nvSpPr>
            <p:spPr>
              <a:xfrm>
                <a:off x="2109877" y="1267568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2122" y="4522"/>
                    </a:moveTo>
                    <a:lnTo>
                      <a:pt x="4522" y="2122"/>
                    </a:lnTo>
                    <a:lnTo>
                      <a:pt x="2400" y="0"/>
                    </a:lnTo>
                    <a:lnTo>
                      <a:pt x="0" y="2400"/>
                    </a:lnTo>
                    <a:lnTo>
                      <a:pt x="2122" y="4522"/>
                    </a:lnTo>
                    <a:close/>
                  </a:path>
                </a:pathLst>
              </a:custGeom>
              <a:solidFill>
                <a:srgbClr val="CFCFCF"/>
              </a:solidFill>
              <a:ln>
                <a:noFill/>
              </a:ln>
            </p:spPr>
          </p:sp>
          <p:sp>
            <p:nvSpPr>
              <p:cNvPr id="2570" name="Graph element 3"/>
              <p:cNvSpPr/>
              <p:nvPr/>
            </p:nvSpPr>
            <p:spPr>
              <a:xfrm>
                <a:off x="2158676" y="1136023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2122" y="4522"/>
                    </a:moveTo>
                    <a:lnTo>
                      <a:pt x="4522" y="2122"/>
                    </a:lnTo>
                    <a:lnTo>
                      <a:pt x="2400" y="0"/>
                    </a:lnTo>
                    <a:lnTo>
                      <a:pt x="0" y="2400"/>
                    </a:lnTo>
                    <a:lnTo>
                      <a:pt x="2122" y="4522"/>
                    </a:lnTo>
                    <a:close/>
                  </a:path>
                </a:pathLst>
              </a:custGeom>
              <a:solidFill>
                <a:srgbClr val="CFCFCF"/>
              </a:solidFill>
              <a:ln>
                <a:noFill/>
              </a:ln>
            </p:spPr>
          </p:sp>
          <p:sp>
            <p:nvSpPr>
              <p:cNvPr id="2571" name="Graph element 4"/>
              <p:cNvSpPr/>
              <p:nvPr/>
            </p:nvSpPr>
            <p:spPr>
              <a:xfrm>
                <a:off x="2151814" y="1020531"/>
                <a:ext cx="3395" cy="2122"/>
              </a:xfrm>
              <a:custGeom>
                <a:avLst/>
                <a:gdLst/>
                <a:ahLst/>
                <a:cxnLst/>
                <a:rect l="0" t="0" r="r" b="b"/>
                <a:pathLst>
                  <a:path w="3395" h="2122" stroke="0" extrusionOk="0">
                    <a:moveTo>
                      <a:pt x="0" y="2122"/>
                    </a:moveTo>
                    <a:lnTo>
                      <a:pt x="3395" y="2122"/>
                    </a:lnTo>
                    <a:lnTo>
                      <a:pt x="3395" y="0"/>
                    </a:lnTo>
                    <a:lnTo>
                      <a:pt x="0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CFCFCF"/>
              </a:solidFill>
              <a:ln>
                <a:noFill/>
              </a:ln>
            </p:spPr>
          </p:sp>
          <p:sp>
            <p:nvSpPr>
              <p:cNvPr id="2572" name="Graph element 5"/>
              <p:cNvSpPr/>
              <p:nvPr/>
            </p:nvSpPr>
            <p:spPr>
              <a:xfrm>
                <a:off x="2168787" y="1160562"/>
                <a:ext cx="3395" cy="2122"/>
              </a:xfrm>
              <a:custGeom>
                <a:avLst/>
                <a:gdLst/>
                <a:ahLst/>
                <a:cxnLst/>
                <a:rect l="0" t="0" r="r" b="b"/>
                <a:pathLst>
                  <a:path w="3395" h="2122" stroke="0" extrusionOk="0">
                    <a:moveTo>
                      <a:pt x="0" y="2122"/>
                    </a:moveTo>
                    <a:lnTo>
                      <a:pt x="3395" y="2122"/>
                    </a:lnTo>
                    <a:lnTo>
                      <a:pt x="3395" y="0"/>
                    </a:lnTo>
                    <a:lnTo>
                      <a:pt x="0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BFBFBF"/>
              </a:solidFill>
              <a:ln>
                <a:noFill/>
              </a:ln>
            </p:spPr>
          </p:sp>
          <p:sp>
            <p:nvSpPr>
              <p:cNvPr id="2573" name="Graph element 6"/>
              <p:cNvSpPr/>
              <p:nvPr/>
            </p:nvSpPr>
            <p:spPr>
              <a:xfrm>
                <a:off x="2136538" y="1127040"/>
                <a:ext cx="4243" cy="3395"/>
              </a:xfrm>
              <a:custGeom>
                <a:avLst/>
                <a:gdLst/>
                <a:ahLst/>
                <a:cxnLst/>
                <a:rect l="0" t="0" r="r" b="b"/>
                <a:pathLst>
                  <a:path w="4243" h="3395" stroke="0" extrusionOk="0">
                    <a:moveTo>
                      <a:pt x="4243" y="3395"/>
                    </a:moveTo>
                    <a:lnTo>
                      <a:pt x="4243" y="0"/>
                    </a:lnTo>
                    <a:lnTo>
                      <a:pt x="0" y="0"/>
                    </a:lnTo>
                    <a:lnTo>
                      <a:pt x="0" y="3395"/>
                    </a:lnTo>
                    <a:lnTo>
                      <a:pt x="4243" y="3395"/>
                    </a:lnTo>
                    <a:close/>
                  </a:path>
                </a:pathLst>
              </a:custGeom>
              <a:solidFill>
                <a:srgbClr val="BFBFBF"/>
              </a:solidFill>
              <a:ln>
                <a:noFill/>
              </a:ln>
            </p:spPr>
          </p:sp>
          <p:sp>
            <p:nvSpPr>
              <p:cNvPr id="2574" name="Graph element 7"/>
              <p:cNvSpPr/>
              <p:nvPr/>
            </p:nvSpPr>
            <p:spPr>
              <a:xfrm>
                <a:off x="2140781" y="1114309"/>
                <a:ext cx="2122" cy="3395"/>
              </a:xfrm>
              <a:custGeom>
                <a:avLst/>
                <a:gdLst/>
                <a:ahLst/>
                <a:cxnLst/>
                <a:rect l="0" t="0" r="r" b="b"/>
                <a:pathLst>
                  <a:path w="2122" h="3395" stroke="0" extrusionOk="0">
                    <a:moveTo>
                      <a:pt x="2122" y="3395"/>
                    </a:moveTo>
                    <a:lnTo>
                      <a:pt x="2122" y="0"/>
                    </a:lnTo>
                    <a:lnTo>
                      <a:pt x="0" y="0"/>
                    </a:lnTo>
                    <a:lnTo>
                      <a:pt x="0" y="3395"/>
                    </a:lnTo>
                    <a:lnTo>
                      <a:pt x="2122" y="3395"/>
                    </a:lnTo>
                    <a:close/>
                  </a:path>
                </a:pathLst>
              </a:custGeom>
              <a:solidFill>
                <a:srgbClr val="BFBFBF"/>
              </a:solidFill>
              <a:ln>
                <a:noFill/>
              </a:ln>
            </p:spPr>
          </p:sp>
          <p:sp>
            <p:nvSpPr>
              <p:cNvPr id="2575" name="Graph element 8"/>
              <p:cNvSpPr/>
              <p:nvPr/>
            </p:nvSpPr>
            <p:spPr>
              <a:xfrm>
                <a:off x="2124729" y="1008722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AFAFAF"/>
              </a:solidFill>
              <a:ln>
                <a:noFill/>
              </a:ln>
            </p:spPr>
          </p:sp>
          <p:sp>
            <p:nvSpPr>
              <p:cNvPr id="2576" name="Graph element 9"/>
              <p:cNvSpPr/>
              <p:nvPr/>
            </p:nvSpPr>
            <p:spPr>
              <a:xfrm>
                <a:off x="2160798" y="1267568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9F9F9F"/>
              </a:solidFill>
              <a:ln>
                <a:noFill/>
              </a:ln>
            </p:spPr>
          </p:sp>
          <p:sp>
            <p:nvSpPr>
              <p:cNvPr id="2577" name="Graph element 10"/>
              <p:cNvSpPr/>
              <p:nvPr/>
            </p:nvSpPr>
            <p:spPr>
              <a:xfrm>
                <a:off x="2109877" y="1216648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9F9F9F"/>
              </a:solidFill>
              <a:ln>
                <a:noFill/>
              </a:ln>
            </p:spPr>
          </p:sp>
          <p:sp>
            <p:nvSpPr>
              <p:cNvPr id="2578" name="Graph element 11"/>
              <p:cNvSpPr/>
              <p:nvPr/>
            </p:nvSpPr>
            <p:spPr>
              <a:xfrm>
                <a:off x="2109380" y="1084182"/>
                <a:ext cx="3395" cy="2122"/>
              </a:xfrm>
              <a:custGeom>
                <a:avLst/>
                <a:gdLst/>
                <a:ahLst/>
                <a:cxnLst/>
                <a:rect l="0" t="0" r="r" b="b"/>
                <a:pathLst>
                  <a:path w="3395" h="2122" stroke="0" extrusionOk="0">
                    <a:moveTo>
                      <a:pt x="0" y="2122"/>
                    </a:moveTo>
                    <a:lnTo>
                      <a:pt x="3395" y="2122"/>
                    </a:lnTo>
                    <a:lnTo>
                      <a:pt x="3395" y="0"/>
                    </a:lnTo>
                    <a:lnTo>
                      <a:pt x="0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</p:spPr>
          </p:sp>
          <p:sp>
            <p:nvSpPr>
              <p:cNvPr id="2579" name="Graph element 12"/>
              <p:cNvSpPr/>
              <p:nvPr/>
            </p:nvSpPr>
            <p:spPr>
              <a:xfrm>
                <a:off x="2160798" y="1216648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2122" y="4522"/>
                    </a:moveTo>
                    <a:lnTo>
                      <a:pt x="4522" y="2122"/>
                    </a:lnTo>
                    <a:lnTo>
                      <a:pt x="2400" y="0"/>
                    </a:lnTo>
                    <a:lnTo>
                      <a:pt x="0" y="2400"/>
                    </a:lnTo>
                    <a:lnTo>
                      <a:pt x="2122" y="4522"/>
                    </a:lnTo>
                    <a:close/>
                  </a:path>
                </a:pathLst>
              </a:custGeom>
              <a:solidFill>
                <a:srgbClr val="595959"/>
              </a:solidFill>
              <a:ln>
                <a:noFill/>
              </a:ln>
            </p:spPr>
          </p:sp>
          <p:sp>
            <p:nvSpPr>
              <p:cNvPr id="2580" name="Graph element 13"/>
              <p:cNvSpPr/>
              <p:nvPr/>
            </p:nvSpPr>
            <p:spPr>
              <a:xfrm>
                <a:off x="2145946" y="1029939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454545"/>
              </a:solidFill>
              <a:ln>
                <a:noFill/>
              </a:ln>
            </p:spPr>
          </p:sp>
          <p:sp>
            <p:nvSpPr>
              <p:cNvPr id="2581" name="Graph element 14"/>
              <p:cNvSpPr/>
              <p:nvPr/>
            </p:nvSpPr>
            <p:spPr>
              <a:xfrm>
                <a:off x="2136538" y="1277679"/>
                <a:ext cx="2122" cy="3395"/>
              </a:xfrm>
              <a:custGeom>
                <a:avLst/>
                <a:gdLst/>
                <a:ahLst/>
                <a:cxnLst/>
                <a:rect l="0" t="0" r="r" b="b"/>
                <a:pathLst>
                  <a:path w="2122" h="3395" stroke="0" extrusionOk="0">
                    <a:moveTo>
                      <a:pt x="2122" y="3395"/>
                    </a:moveTo>
                    <a:lnTo>
                      <a:pt x="2122" y="0"/>
                    </a:lnTo>
                    <a:lnTo>
                      <a:pt x="0" y="0"/>
                    </a:lnTo>
                    <a:lnTo>
                      <a:pt x="0" y="3395"/>
                    </a:lnTo>
                    <a:lnTo>
                      <a:pt x="2122" y="3395"/>
                    </a:lnTo>
                    <a:close/>
                  </a:path>
                </a:pathLst>
              </a:custGeom>
              <a:solidFill>
                <a:srgbClr val="2F2F2F"/>
              </a:solidFill>
              <a:ln>
                <a:noFill/>
              </a:ln>
            </p:spPr>
          </p:sp>
          <p:sp>
            <p:nvSpPr>
              <p:cNvPr id="2582" name="Graph element 15"/>
              <p:cNvSpPr/>
              <p:nvPr/>
            </p:nvSpPr>
            <p:spPr>
              <a:xfrm>
                <a:off x="2100893" y="1243308"/>
                <a:ext cx="3395" cy="2122"/>
              </a:xfrm>
              <a:custGeom>
                <a:avLst/>
                <a:gdLst/>
                <a:ahLst/>
                <a:cxnLst/>
                <a:rect l="0" t="0" r="r" b="b"/>
                <a:pathLst>
                  <a:path w="3395" h="2122" stroke="0" extrusionOk="0">
                    <a:moveTo>
                      <a:pt x="0" y="2122"/>
                    </a:moveTo>
                    <a:lnTo>
                      <a:pt x="3395" y="2122"/>
                    </a:lnTo>
                    <a:lnTo>
                      <a:pt x="3395" y="0"/>
                    </a:lnTo>
                    <a:lnTo>
                      <a:pt x="0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2F2F2F"/>
              </a:solidFill>
              <a:ln>
                <a:noFill/>
              </a:ln>
            </p:spPr>
          </p:sp>
          <p:sp>
            <p:nvSpPr>
              <p:cNvPr id="2583" name="Graph element 16"/>
              <p:cNvSpPr/>
              <p:nvPr/>
            </p:nvSpPr>
            <p:spPr>
              <a:xfrm>
                <a:off x="2162422" y="1090547"/>
                <a:ext cx="3395" cy="2122"/>
              </a:xfrm>
              <a:custGeom>
                <a:avLst/>
                <a:gdLst/>
                <a:ahLst/>
                <a:cxnLst/>
                <a:rect l="0" t="0" r="r" b="b"/>
                <a:pathLst>
                  <a:path w="3395" h="2122" stroke="0" extrusionOk="0">
                    <a:moveTo>
                      <a:pt x="0" y="2122"/>
                    </a:moveTo>
                    <a:lnTo>
                      <a:pt x="3395" y="2122"/>
                    </a:lnTo>
                    <a:lnTo>
                      <a:pt x="3395" y="0"/>
                    </a:lnTo>
                    <a:lnTo>
                      <a:pt x="0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2F2F2F"/>
              </a:solidFill>
              <a:ln>
                <a:noFill/>
              </a:ln>
            </p:spPr>
          </p:sp>
          <p:sp>
            <p:nvSpPr>
              <p:cNvPr id="2584" name="Graph element 17"/>
              <p:cNvSpPr/>
              <p:nvPr/>
            </p:nvSpPr>
            <p:spPr>
              <a:xfrm>
                <a:off x="2154433" y="1068130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2122" y="4522"/>
                    </a:moveTo>
                    <a:lnTo>
                      <a:pt x="4522" y="2122"/>
                    </a:lnTo>
                    <a:lnTo>
                      <a:pt x="2400" y="0"/>
                    </a:lnTo>
                    <a:lnTo>
                      <a:pt x="0" y="2400"/>
                    </a:lnTo>
                    <a:lnTo>
                      <a:pt x="2122" y="4522"/>
                    </a:lnTo>
                    <a:close/>
                  </a:path>
                </a:pathLst>
              </a:custGeom>
              <a:solidFill>
                <a:srgbClr val="232323"/>
              </a:solidFill>
              <a:ln>
                <a:noFill/>
              </a:ln>
            </p:spPr>
          </p:sp>
          <p:sp>
            <p:nvSpPr>
              <p:cNvPr id="2585" name="Graph element 18"/>
              <p:cNvSpPr/>
              <p:nvPr/>
            </p:nvSpPr>
            <p:spPr>
              <a:xfrm>
                <a:off x="2136538" y="1190690"/>
                <a:ext cx="2122" cy="3395"/>
              </a:xfrm>
              <a:custGeom>
                <a:avLst/>
                <a:gdLst/>
                <a:ahLst/>
                <a:cxnLst/>
                <a:rect l="0" t="0" r="r" b="b"/>
                <a:pathLst>
                  <a:path w="2122" h="3395" stroke="0" extrusionOk="0">
                    <a:moveTo>
                      <a:pt x="2122" y="3395"/>
                    </a:moveTo>
                    <a:lnTo>
                      <a:pt x="2122" y="0"/>
                    </a:lnTo>
                    <a:lnTo>
                      <a:pt x="0" y="0"/>
                    </a:lnTo>
                    <a:lnTo>
                      <a:pt x="0" y="3395"/>
                    </a:lnTo>
                    <a:lnTo>
                      <a:pt x="2122" y="3395"/>
                    </a:lnTo>
                    <a:close/>
                  </a:path>
                </a:pathLst>
              </a:custGeom>
              <a:solidFill>
                <a:srgbClr val="151515"/>
              </a:solidFill>
              <a:ln>
                <a:noFill/>
              </a:ln>
            </p:spPr>
          </p:sp>
          <p:sp>
            <p:nvSpPr>
              <p:cNvPr id="2586" name="Graph element 19"/>
              <p:cNvSpPr/>
              <p:nvPr/>
            </p:nvSpPr>
            <p:spPr>
              <a:xfrm>
                <a:off x="2156554" y="1136023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2122" y="4522"/>
                    </a:moveTo>
                    <a:lnTo>
                      <a:pt x="4522" y="2122"/>
                    </a:lnTo>
                    <a:lnTo>
                      <a:pt x="2400" y="0"/>
                    </a:lnTo>
                    <a:lnTo>
                      <a:pt x="0" y="2400"/>
                    </a:lnTo>
                    <a:lnTo>
                      <a:pt x="2122" y="4522"/>
                    </a:lnTo>
                    <a:close/>
                  </a:path>
                </a:pathLst>
              </a:custGeom>
              <a:solidFill>
                <a:srgbClr val="090909"/>
              </a:solidFill>
              <a:ln>
                <a:noFill/>
              </a:ln>
            </p:spPr>
          </p:sp>
          <p:sp>
            <p:nvSpPr>
              <p:cNvPr id="2587" name="Graph element 20"/>
              <p:cNvSpPr/>
              <p:nvPr/>
            </p:nvSpPr>
            <p:spPr>
              <a:xfrm>
                <a:off x="2114121" y="1138145"/>
                <a:ext cx="4522" cy="4522"/>
              </a:xfrm>
              <a:custGeom>
                <a:avLst/>
                <a:gdLst/>
                <a:ahLst/>
                <a:cxnLst/>
                <a:rect l="0" t="0" r="r" b="b"/>
                <a:pathLst>
                  <a:path w="4522" h="4522" stroke="0" extrusionOk="0">
                    <a:moveTo>
                      <a:pt x="0" y="2122"/>
                    </a:moveTo>
                    <a:lnTo>
                      <a:pt x="2400" y="4522"/>
                    </a:lnTo>
                    <a:lnTo>
                      <a:pt x="4522" y="2400"/>
                    </a:lnTo>
                    <a:lnTo>
                      <a:pt x="2122" y="0"/>
                    </a:lnTo>
                    <a:lnTo>
                      <a:pt x="0" y="2122"/>
                    </a:ln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</p:spPr>
          </p:sp>
          <p:sp>
            <p:nvSpPr>
              <p:cNvPr id="2588" name="Graph element 21"/>
              <p:cNvSpPr/>
              <p:nvPr/>
            </p:nvSpPr>
            <p:spPr>
              <a:xfrm>
                <a:off x="2102312" y="1207664"/>
                <a:ext cx="71992" cy="71992"/>
              </a:xfrm>
              <a:custGeom>
                <a:avLst/>
                <a:gdLst/>
                <a:ahLst/>
                <a:cxnLst/>
                <a:rect l="0" t="0" r="r" b="b"/>
                <a:pathLst>
                  <a:path w="71992" h="71992" stroke="0" extrusionOk="0">
                    <a:moveTo>
                      <a:pt x="33523" y="0"/>
                    </a:moveTo>
                    <a:lnTo>
                      <a:pt x="31401" y="2122"/>
                    </a:lnTo>
                    <a:lnTo>
                      <a:pt x="22914" y="2122"/>
                    </a:lnTo>
                    <a:lnTo>
                      <a:pt x="20793" y="4243"/>
                    </a:lnTo>
                    <a:lnTo>
                      <a:pt x="17677" y="4243"/>
                    </a:lnTo>
                    <a:lnTo>
                      <a:pt x="17677" y="7359"/>
                    </a:lnTo>
                    <a:lnTo>
                      <a:pt x="16549" y="8487"/>
                    </a:lnTo>
                    <a:lnTo>
                      <a:pt x="12306" y="8487"/>
                    </a:lnTo>
                    <a:lnTo>
                      <a:pt x="9190" y="11603"/>
                    </a:lnTo>
                    <a:lnTo>
                      <a:pt x="9190" y="13724"/>
                    </a:lnTo>
                    <a:lnTo>
                      <a:pt x="7068" y="15846"/>
                    </a:lnTo>
                    <a:lnTo>
                      <a:pt x="7068" y="17968"/>
                    </a:lnTo>
                    <a:lnTo>
                      <a:pt x="4946" y="20089"/>
                    </a:lnTo>
                    <a:lnTo>
                      <a:pt x="4946" y="22211"/>
                    </a:lnTo>
                    <a:lnTo>
                      <a:pt x="0" y="27158"/>
                    </a:lnTo>
                    <a:lnTo>
                      <a:pt x="2122" y="29279"/>
                    </a:lnTo>
                    <a:lnTo>
                      <a:pt x="703" y="30698"/>
                    </a:lnTo>
                    <a:lnTo>
                      <a:pt x="703" y="46956"/>
                    </a:lnTo>
                    <a:lnTo>
                      <a:pt x="2825" y="49078"/>
                    </a:lnTo>
                    <a:lnTo>
                      <a:pt x="2825" y="51199"/>
                    </a:lnTo>
                    <a:lnTo>
                      <a:pt x="4946" y="53321"/>
                    </a:lnTo>
                    <a:lnTo>
                      <a:pt x="4946" y="56437"/>
                    </a:lnTo>
                    <a:lnTo>
                      <a:pt x="8062" y="56437"/>
                    </a:lnTo>
                    <a:lnTo>
                      <a:pt x="9190" y="57564"/>
                    </a:lnTo>
                    <a:lnTo>
                      <a:pt x="9190" y="59686"/>
                    </a:lnTo>
                    <a:lnTo>
                      <a:pt x="12306" y="62802"/>
                    </a:lnTo>
                    <a:lnTo>
                      <a:pt x="14427" y="62802"/>
                    </a:lnTo>
                    <a:lnTo>
                      <a:pt x="15555" y="63929"/>
                    </a:lnTo>
                    <a:lnTo>
                      <a:pt x="15555" y="67045"/>
                    </a:lnTo>
                    <a:lnTo>
                      <a:pt x="18671" y="67045"/>
                    </a:lnTo>
                    <a:lnTo>
                      <a:pt x="20793" y="69167"/>
                    </a:lnTo>
                    <a:lnTo>
                      <a:pt x="22914" y="69167"/>
                    </a:lnTo>
                    <a:lnTo>
                      <a:pt x="25036" y="71289"/>
                    </a:lnTo>
                    <a:lnTo>
                      <a:pt x="41294" y="71289"/>
                    </a:lnTo>
                    <a:lnTo>
                      <a:pt x="42712" y="69870"/>
                    </a:lnTo>
                    <a:lnTo>
                      <a:pt x="44834" y="71992"/>
                    </a:lnTo>
                    <a:lnTo>
                      <a:pt x="49781" y="67045"/>
                    </a:lnTo>
                    <a:lnTo>
                      <a:pt x="51902" y="67045"/>
                    </a:lnTo>
                    <a:lnTo>
                      <a:pt x="54024" y="64924"/>
                    </a:lnTo>
                    <a:lnTo>
                      <a:pt x="56146" y="64924"/>
                    </a:lnTo>
                    <a:lnTo>
                      <a:pt x="58267" y="62802"/>
                    </a:lnTo>
                    <a:lnTo>
                      <a:pt x="60389" y="62802"/>
                    </a:lnTo>
                    <a:lnTo>
                      <a:pt x="63505" y="59686"/>
                    </a:lnTo>
                    <a:lnTo>
                      <a:pt x="63505" y="55443"/>
                    </a:lnTo>
                    <a:lnTo>
                      <a:pt x="64632" y="54315"/>
                    </a:lnTo>
                    <a:lnTo>
                      <a:pt x="67748" y="54315"/>
                    </a:lnTo>
                    <a:lnTo>
                      <a:pt x="67748" y="51199"/>
                    </a:lnTo>
                    <a:lnTo>
                      <a:pt x="69870" y="49078"/>
                    </a:lnTo>
                    <a:lnTo>
                      <a:pt x="69870" y="40591"/>
                    </a:lnTo>
                    <a:lnTo>
                      <a:pt x="71992" y="38469"/>
                    </a:lnTo>
                    <a:lnTo>
                      <a:pt x="71992" y="34941"/>
                    </a:lnTo>
                    <a:lnTo>
                      <a:pt x="69870" y="32820"/>
                    </a:lnTo>
                    <a:lnTo>
                      <a:pt x="69870" y="24333"/>
                    </a:lnTo>
                    <a:lnTo>
                      <a:pt x="67748" y="22211"/>
                    </a:lnTo>
                    <a:lnTo>
                      <a:pt x="67748" y="20089"/>
                    </a:lnTo>
                    <a:lnTo>
                      <a:pt x="65627" y="17968"/>
                    </a:lnTo>
                    <a:lnTo>
                      <a:pt x="65627" y="15846"/>
                    </a:lnTo>
                    <a:lnTo>
                      <a:pt x="56146" y="6365"/>
                    </a:lnTo>
                    <a:lnTo>
                      <a:pt x="54024" y="6365"/>
                    </a:lnTo>
                    <a:lnTo>
                      <a:pt x="51902" y="4243"/>
                    </a:lnTo>
                    <a:lnTo>
                      <a:pt x="49781" y="4243"/>
                    </a:lnTo>
                    <a:lnTo>
                      <a:pt x="47659" y="2122"/>
                    </a:lnTo>
                    <a:lnTo>
                      <a:pt x="39172" y="2122"/>
                    </a:lnTo>
                    <a:lnTo>
                      <a:pt x="37050" y="0"/>
                    </a:lnTo>
                    <a:lnTo>
                      <a:pt x="3352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2589" name="Graph element 22"/>
              <p:cNvSpPr/>
              <p:nvPr/>
            </p:nvSpPr>
            <p:spPr>
              <a:xfrm>
                <a:off x="2105137" y="1129161"/>
                <a:ext cx="64924" cy="63505"/>
              </a:xfrm>
              <a:custGeom>
                <a:avLst/>
                <a:gdLst/>
                <a:ahLst/>
                <a:cxnLst/>
                <a:rect l="0" t="0" r="r" b="b"/>
                <a:pathLst>
                  <a:path w="64924" h="63505" stroke="0" extrusionOk="0">
                    <a:moveTo>
                      <a:pt x="26455" y="0"/>
                    </a:moveTo>
                    <a:lnTo>
                      <a:pt x="24333" y="2122"/>
                    </a:lnTo>
                    <a:lnTo>
                      <a:pt x="20089" y="2122"/>
                    </a:lnTo>
                    <a:lnTo>
                      <a:pt x="17968" y="4243"/>
                    </a:lnTo>
                    <a:lnTo>
                      <a:pt x="14852" y="4243"/>
                    </a:lnTo>
                    <a:lnTo>
                      <a:pt x="14852" y="7359"/>
                    </a:lnTo>
                    <a:lnTo>
                      <a:pt x="9481" y="12730"/>
                    </a:lnTo>
                    <a:lnTo>
                      <a:pt x="7359" y="12730"/>
                    </a:lnTo>
                    <a:lnTo>
                      <a:pt x="3540" y="16549"/>
                    </a:lnTo>
                    <a:lnTo>
                      <a:pt x="5662" y="18671"/>
                    </a:lnTo>
                    <a:lnTo>
                      <a:pt x="2122" y="19095"/>
                    </a:lnTo>
                    <a:lnTo>
                      <a:pt x="2122" y="28576"/>
                    </a:lnTo>
                    <a:lnTo>
                      <a:pt x="0" y="30698"/>
                    </a:lnTo>
                    <a:lnTo>
                      <a:pt x="0" y="34226"/>
                    </a:lnTo>
                    <a:lnTo>
                      <a:pt x="2122" y="36347"/>
                    </a:lnTo>
                    <a:lnTo>
                      <a:pt x="2122" y="38469"/>
                    </a:lnTo>
                    <a:lnTo>
                      <a:pt x="3540" y="39888"/>
                    </a:lnTo>
                    <a:lnTo>
                      <a:pt x="1419" y="42009"/>
                    </a:lnTo>
                    <a:lnTo>
                      <a:pt x="4243" y="44834"/>
                    </a:lnTo>
                    <a:lnTo>
                      <a:pt x="4243" y="46956"/>
                    </a:lnTo>
                    <a:lnTo>
                      <a:pt x="6365" y="49078"/>
                    </a:lnTo>
                    <a:lnTo>
                      <a:pt x="6365" y="51199"/>
                    </a:lnTo>
                    <a:lnTo>
                      <a:pt x="13724" y="58559"/>
                    </a:lnTo>
                    <a:lnTo>
                      <a:pt x="15846" y="58559"/>
                    </a:lnTo>
                    <a:lnTo>
                      <a:pt x="17968" y="60680"/>
                    </a:lnTo>
                    <a:lnTo>
                      <a:pt x="20089" y="60680"/>
                    </a:lnTo>
                    <a:lnTo>
                      <a:pt x="22914" y="63505"/>
                    </a:lnTo>
                    <a:lnTo>
                      <a:pt x="25036" y="61383"/>
                    </a:lnTo>
                    <a:lnTo>
                      <a:pt x="26455" y="62802"/>
                    </a:lnTo>
                    <a:lnTo>
                      <a:pt x="38469" y="62802"/>
                    </a:lnTo>
                    <a:lnTo>
                      <a:pt x="39888" y="61383"/>
                    </a:lnTo>
                    <a:lnTo>
                      <a:pt x="42009" y="63505"/>
                    </a:lnTo>
                    <a:lnTo>
                      <a:pt x="44834" y="60680"/>
                    </a:lnTo>
                    <a:lnTo>
                      <a:pt x="46956" y="60680"/>
                    </a:lnTo>
                    <a:lnTo>
                      <a:pt x="49078" y="58559"/>
                    </a:lnTo>
                    <a:lnTo>
                      <a:pt x="51199" y="58559"/>
                    </a:lnTo>
                    <a:lnTo>
                      <a:pt x="54315" y="55443"/>
                    </a:lnTo>
                    <a:lnTo>
                      <a:pt x="54315" y="53321"/>
                    </a:lnTo>
                    <a:lnTo>
                      <a:pt x="55443" y="52193"/>
                    </a:lnTo>
                    <a:lnTo>
                      <a:pt x="57564" y="52193"/>
                    </a:lnTo>
                    <a:lnTo>
                      <a:pt x="61383" y="48374"/>
                    </a:lnTo>
                    <a:lnTo>
                      <a:pt x="59262" y="46253"/>
                    </a:lnTo>
                    <a:lnTo>
                      <a:pt x="62802" y="45828"/>
                    </a:lnTo>
                    <a:lnTo>
                      <a:pt x="62802" y="40591"/>
                    </a:lnTo>
                    <a:lnTo>
                      <a:pt x="64924" y="38469"/>
                    </a:lnTo>
                    <a:lnTo>
                      <a:pt x="64924" y="26455"/>
                    </a:lnTo>
                    <a:lnTo>
                      <a:pt x="62802" y="24333"/>
                    </a:lnTo>
                    <a:lnTo>
                      <a:pt x="62802" y="20089"/>
                    </a:lnTo>
                    <a:lnTo>
                      <a:pt x="60680" y="17968"/>
                    </a:lnTo>
                    <a:lnTo>
                      <a:pt x="60680" y="14852"/>
                    </a:lnTo>
                    <a:lnTo>
                      <a:pt x="57564" y="14852"/>
                    </a:lnTo>
                    <a:lnTo>
                      <a:pt x="56437" y="13724"/>
                    </a:lnTo>
                    <a:lnTo>
                      <a:pt x="56437" y="11603"/>
                    </a:lnTo>
                    <a:lnTo>
                      <a:pt x="53321" y="8487"/>
                    </a:lnTo>
                    <a:lnTo>
                      <a:pt x="51199" y="8487"/>
                    </a:lnTo>
                    <a:lnTo>
                      <a:pt x="50072" y="7359"/>
                    </a:lnTo>
                    <a:lnTo>
                      <a:pt x="50072" y="4243"/>
                    </a:lnTo>
                    <a:lnTo>
                      <a:pt x="46956" y="4243"/>
                    </a:lnTo>
                    <a:lnTo>
                      <a:pt x="44834" y="2122"/>
                    </a:lnTo>
                    <a:lnTo>
                      <a:pt x="40591" y="2122"/>
                    </a:lnTo>
                    <a:lnTo>
                      <a:pt x="38469" y="0"/>
                    </a:lnTo>
                    <a:lnTo>
                      <a:pt x="2645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2590" name="Graph element 23"/>
              <p:cNvSpPr/>
              <p:nvPr/>
            </p:nvSpPr>
            <p:spPr>
              <a:xfrm>
                <a:off x="2111502" y="1061267"/>
                <a:ext cx="52897" cy="54315"/>
              </a:xfrm>
              <a:custGeom>
                <a:avLst/>
                <a:gdLst/>
                <a:ahLst/>
                <a:cxnLst/>
                <a:rect l="0" t="0" r="r" b="b"/>
                <a:pathLst>
                  <a:path w="52897" h="54315" stroke="0" extrusionOk="0">
                    <a:moveTo>
                      <a:pt x="22211" y="0"/>
                    </a:moveTo>
                    <a:lnTo>
                      <a:pt x="20089" y="2122"/>
                    </a:lnTo>
                    <a:lnTo>
                      <a:pt x="15846" y="2122"/>
                    </a:lnTo>
                    <a:lnTo>
                      <a:pt x="11603" y="6365"/>
                    </a:lnTo>
                    <a:lnTo>
                      <a:pt x="8487" y="6365"/>
                    </a:lnTo>
                    <a:lnTo>
                      <a:pt x="8487" y="9481"/>
                    </a:lnTo>
                    <a:lnTo>
                      <a:pt x="7359" y="10608"/>
                    </a:lnTo>
                    <a:lnTo>
                      <a:pt x="4243" y="10608"/>
                    </a:lnTo>
                    <a:lnTo>
                      <a:pt x="4243" y="15846"/>
                    </a:lnTo>
                    <a:lnTo>
                      <a:pt x="0" y="20089"/>
                    </a:lnTo>
                    <a:lnTo>
                      <a:pt x="0" y="36347"/>
                    </a:lnTo>
                    <a:lnTo>
                      <a:pt x="2122" y="38469"/>
                    </a:lnTo>
                    <a:lnTo>
                      <a:pt x="2122" y="40591"/>
                    </a:lnTo>
                    <a:lnTo>
                      <a:pt x="11603" y="50072"/>
                    </a:lnTo>
                    <a:lnTo>
                      <a:pt x="13724" y="50072"/>
                    </a:lnTo>
                    <a:lnTo>
                      <a:pt x="15846" y="52193"/>
                    </a:lnTo>
                    <a:lnTo>
                      <a:pt x="17968" y="52193"/>
                    </a:lnTo>
                    <a:lnTo>
                      <a:pt x="20089" y="54315"/>
                    </a:lnTo>
                    <a:lnTo>
                      <a:pt x="32104" y="54315"/>
                    </a:lnTo>
                    <a:lnTo>
                      <a:pt x="34226" y="52193"/>
                    </a:lnTo>
                    <a:lnTo>
                      <a:pt x="38469" y="52193"/>
                    </a:lnTo>
                    <a:lnTo>
                      <a:pt x="42712" y="47950"/>
                    </a:lnTo>
                    <a:lnTo>
                      <a:pt x="45828" y="47950"/>
                    </a:lnTo>
                    <a:lnTo>
                      <a:pt x="45828" y="44834"/>
                    </a:lnTo>
                    <a:lnTo>
                      <a:pt x="50072" y="40591"/>
                    </a:lnTo>
                    <a:lnTo>
                      <a:pt x="50072" y="38469"/>
                    </a:lnTo>
                    <a:lnTo>
                      <a:pt x="52193" y="36347"/>
                    </a:lnTo>
                    <a:lnTo>
                      <a:pt x="52193" y="22211"/>
                    </a:lnTo>
                    <a:lnTo>
                      <a:pt x="50775" y="20793"/>
                    </a:lnTo>
                    <a:lnTo>
                      <a:pt x="52897" y="18671"/>
                    </a:lnTo>
                    <a:lnTo>
                      <a:pt x="50072" y="15846"/>
                    </a:lnTo>
                    <a:lnTo>
                      <a:pt x="50072" y="13724"/>
                    </a:lnTo>
                    <a:lnTo>
                      <a:pt x="40591" y="4243"/>
                    </a:lnTo>
                    <a:lnTo>
                      <a:pt x="38469" y="4243"/>
                    </a:lnTo>
                    <a:lnTo>
                      <a:pt x="36347" y="2122"/>
                    </a:lnTo>
                    <a:lnTo>
                      <a:pt x="32104" y="2122"/>
                    </a:lnTo>
                    <a:lnTo>
                      <a:pt x="29982" y="0"/>
                    </a:lnTo>
                    <a:lnTo>
                      <a:pt x="2221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2591" name="Graph element 24"/>
              <p:cNvSpPr/>
              <p:nvPr/>
            </p:nvSpPr>
            <p:spPr>
              <a:xfrm>
                <a:off x="2122110" y="1006103"/>
                <a:ext cx="30977" cy="30977"/>
              </a:xfrm>
              <a:custGeom>
                <a:avLst/>
                <a:gdLst/>
                <a:ahLst/>
                <a:cxnLst/>
                <a:rect l="0" t="0" r="r" b="b"/>
                <a:pathLst>
                  <a:path w="30977" h="30977" stroke="0" extrusionOk="0">
                    <a:moveTo>
                      <a:pt x="13724" y="0"/>
                    </a:moveTo>
                    <a:lnTo>
                      <a:pt x="9481" y="4243"/>
                    </a:lnTo>
                    <a:lnTo>
                      <a:pt x="4243" y="4243"/>
                    </a:lnTo>
                    <a:lnTo>
                      <a:pt x="4243" y="9481"/>
                    </a:lnTo>
                    <a:lnTo>
                      <a:pt x="0" y="13724"/>
                    </a:lnTo>
                    <a:lnTo>
                      <a:pt x="0" y="17252"/>
                    </a:lnTo>
                    <a:lnTo>
                      <a:pt x="2122" y="19374"/>
                    </a:lnTo>
                    <a:lnTo>
                      <a:pt x="2122" y="21496"/>
                    </a:lnTo>
                    <a:lnTo>
                      <a:pt x="4243" y="23617"/>
                    </a:lnTo>
                    <a:lnTo>
                      <a:pt x="4243" y="25739"/>
                    </a:lnTo>
                    <a:lnTo>
                      <a:pt x="7359" y="28855"/>
                    </a:lnTo>
                    <a:lnTo>
                      <a:pt x="11603" y="28855"/>
                    </a:lnTo>
                    <a:lnTo>
                      <a:pt x="13724" y="30977"/>
                    </a:lnTo>
                    <a:lnTo>
                      <a:pt x="19374" y="30977"/>
                    </a:lnTo>
                    <a:lnTo>
                      <a:pt x="21496" y="28855"/>
                    </a:lnTo>
                    <a:lnTo>
                      <a:pt x="24612" y="28855"/>
                    </a:lnTo>
                    <a:lnTo>
                      <a:pt x="24612" y="25739"/>
                    </a:lnTo>
                    <a:lnTo>
                      <a:pt x="25739" y="24612"/>
                    </a:lnTo>
                    <a:lnTo>
                      <a:pt x="28855" y="24612"/>
                    </a:lnTo>
                    <a:lnTo>
                      <a:pt x="28855" y="21496"/>
                    </a:lnTo>
                    <a:lnTo>
                      <a:pt x="30977" y="19374"/>
                    </a:lnTo>
                    <a:lnTo>
                      <a:pt x="30977" y="11603"/>
                    </a:lnTo>
                    <a:lnTo>
                      <a:pt x="28855" y="9481"/>
                    </a:lnTo>
                    <a:lnTo>
                      <a:pt x="28855" y="7359"/>
                    </a:lnTo>
                    <a:lnTo>
                      <a:pt x="23617" y="2122"/>
                    </a:lnTo>
                    <a:lnTo>
                      <a:pt x="19374" y="2122"/>
                    </a:lnTo>
                    <a:lnTo>
                      <a:pt x="17252" y="0"/>
                    </a:lnTo>
                    <a:lnTo>
                      <a:pt x="1372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2592" name="Text: size"/>
              <p:cNvSpPr/>
              <p:nvPr/>
            </p:nvSpPr>
            <p:spPr>
              <a:xfrm>
                <a:off x="2096226" y="936205"/>
                <a:ext cx="82746" cy="43458"/>
              </a:xfrm>
              <a:prstGeom prst="rect">
                <a:avLst/>
              </a:prstGeom>
              <a:ln>
                <a:noFill/>
              </a:ln>
              <a:noFill/>
            </p:spPr>
            <p:txBody>
              <a:bodyPr wrap="none" lIns="0" rIns="0" tIns="0" bIns="0" anchor="t" rot="0"/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53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size</a:t>
                </a:r>
              </a:p>
            </p:txBody>
          </p:sp>
          <p:sp>
            <p:nvSpPr>
              <p:cNvPr id="2593" name="Text: 1"/>
              <p:cNvSpPr/>
              <p:nvPr/>
            </p:nvSpPr>
            <p:spPr>
              <a:xfrm>
                <a:off x="2206553" y="1005828"/>
                <a:ext cx="30665" cy="48072"/>
              </a:xfrm>
              <a:prstGeom prst="rect">
                <a:avLst/>
              </a:prstGeom>
              <a:ln>
                <a:noFill/>
              </a:ln>
              <a:noFill/>
            </p:spPr>
            <p:txBody>
              <a:bodyPr wrap="none" lIns="0" rIns="0" tIns="0" bIns="0" anchor="t" rot="0"/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80" b="0" dirty="0">
                    <a:solidFill>
                      <a:srgbClr val="0f0f0f"/>
                    </a:solidFill>
                    <a:latin typeface="Arial"/>
                    <a:ea typeface="Arial"/>
                    <a:cs typeface="Arial"/>
                  </a:rPr>
                  <a:t>1</a:t>
                </a:r>
              </a:p>
            </p:txBody>
          </p:sp>
          <p:sp>
            <p:nvSpPr>
              <p:cNvPr id="2594" name="Text: 2"/>
              <p:cNvSpPr/>
              <p:nvPr/>
            </p:nvSpPr>
            <p:spPr>
              <a:xfrm>
                <a:off x="2206553" y="1073721"/>
                <a:ext cx="30665" cy="48072"/>
              </a:xfrm>
              <a:prstGeom prst="rect">
                <a:avLst/>
              </a:prstGeom>
              <a:ln>
                <a:noFill/>
              </a:ln>
              <a:noFill/>
            </p:spPr>
            <p:txBody>
              <a:bodyPr wrap="none" lIns="0" rIns="0" tIns="0" bIns="0" anchor="t" rot="0"/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80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2</a:t>
                </a:r>
              </a:p>
            </p:txBody>
          </p:sp>
          <p:sp>
            <p:nvSpPr>
              <p:cNvPr id="2595" name="Text: 3"/>
              <p:cNvSpPr/>
              <p:nvPr/>
            </p:nvSpPr>
            <p:spPr>
              <a:xfrm>
                <a:off x="2206553" y="1145915"/>
                <a:ext cx="30665" cy="47409"/>
              </a:xfrm>
              <a:prstGeom prst="rect">
                <a:avLst/>
              </a:prstGeom>
              <a:ln>
                <a:noFill/>
              </a:ln>
              <a:noFill/>
            </p:spPr>
            <p:txBody>
              <a:bodyPr wrap="none" lIns="0" rIns="0" tIns="0" bIns="0" anchor="t" rot="0"/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77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3</a:t>
                </a:r>
              </a:p>
            </p:txBody>
          </p:sp>
          <p:sp>
            <p:nvSpPr>
              <p:cNvPr id="2596" name="Text: 4"/>
              <p:cNvSpPr/>
              <p:nvPr/>
            </p:nvSpPr>
            <p:spPr>
              <a:xfrm>
                <a:off x="2204432" y="1228605"/>
                <a:ext cx="30665" cy="48072"/>
              </a:xfrm>
              <a:prstGeom prst="rect">
                <a:avLst/>
              </a:prstGeom>
              <a:ln>
                <a:noFill/>
              </a:ln>
              <a:noFill/>
            </p:spPr>
            <p:txBody>
              <a:bodyPr wrap="none" lIns="0" rIns="0" tIns="0" bIns="0" anchor="t" rot="0"/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80" b="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4</a:t>
                </a:r>
              </a:p>
            </p:txBody>
          </p:sp>
        </p:grpSp>
      </p:grpSp>
      <p:grpSp>
        <p:nvGrpSpPr>
          <p:cNvPr id="23" name="图片 22 — editable">
            <a:extLst>
              <a:ext uri="{FF2B5EF4-FFF2-40B4-BE49-F238E27FC236}">
                <a16:creationId xmlns:a16="http://schemas.microsoft.com/office/drawing/2014/main" id="{8F40DCCB-83D8-A314-6571-54C2A76EA192}"/>
              </a:ext>
            </a:extLst>
          </p:cNvPr>
          <p:cNvGrpSpPr/>
          <p:nvPr/>
        </p:nvGrpSpPr>
        <p:grpSpPr>
          <a:xfrm>
            <a:off x="2570599" y="548593"/>
            <a:ext cx="4079425" cy="1655254"/>
            <a:chOff x="0" y="0"/>
            <a:chExt cx="4079425" cy="1655254"/>
          </a:xfrm>
        </p:grpSpPr>
        <p:sp>
          <p:nvSpPr>
            <p:cNvPr id="2597" name="Panel background"/>
            <p:cNvSpPr/>
            <p:nvPr/>
          </p:nvSpPr>
          <p:spPr>
            <a:xfrm>
              <a:off x="0" y="0"/>
              <a:ext cx="4079425" cy="165525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598" name="Heatmap cell r1 c1"/>
            <p:cNvSpPr/>
            <p:nvPr/>
          </p:nvSpPr>
          <p:spPr>
            <a:xfrm>
              <a:off x="13257" y="11363"/>
              <a:ext cx="45548" cy="28503"/>
            </a:xfrm>
            <a:prstGeom prst="rect">
              <a:avLst/>
            </a:prstGeom>
            <a:solidFill>
              <a:srgbClr val="155B9C"/>
            </a:solidFill>
            <a:ln>
              <a:noFill/>
            </a:ln>
          </p:spPr>
        </p:sp>
        <p:sp>
          <p:nvSpPr>
            <p:cNvPr id="2599" name="Heatmap cell r1 c3"/>
            <p:cNvSpPr/>
            <p:nvPr/>
          </p:nvSpPr>
          <p:spPr>
            <a:xfrm>
              <a:off x="71968" y="11363"/>
              <a:ext cx="17140" cy="28503"/>
            </a:xfrm>
            <a:prstGeom prst="rect">
              <a:avLst/>
            </a:prstGeom>
            <a:solidFill>
              <a:srgbClr val="EBA6AC"/>
            </a:solidFill>
            <a:ln>
              <a:noFill/>
            </a:ln>
          </p:spPr>
        </p:sp>
        <p:sp>
          <p:nvSpPr>
            <p:cNvPr id="2600" name="Heatmap cell r1 c4"/>
            <p:cNvSpPr/>
            <p:nvPr/>
          </p:nvSpPr>
          <p:spPr>
            <a:xfrm>
              <a:off x="89013" y="11363"/>
              <a:ext cx="19034" cy="28503"/>
            </a:xfrm>
            <a:prstGeom prst="rect">
              <a:avLst/>
            </a:prstGeom>
            <a:solidFill>
              <a:srgbClr val="EFB7BB"/>
            </a:solidFill>
            <a:ln>
              <a:noFill/>
            </a:ln>
          </p:spPr>
        </p:sp>
        <p:sp>
          <p:nvSpPr>
            <p:cNvPr id="2601" name="Heatmap cell r1 c5"/>
            <p:cNvSpPr/>
            <p:nvPr/>
          </p:nvSpPr>
          <p:spPr>
            <a:xfrm>
              <a:off x="107951" y="11363"/>
              <a:ext cx="17140" cy="28503"/>
            </a:xfrm>
            <a:prstGeom prst="rect">
              <a:avLst/>
            </a:prstGeom>
            <a:solidFill>
              <a:srgbClr val="F9E7E8"/>
            </a:solidFill>
            <a:ln>
              <a:noFill/>
            </a:ln>
          </p:spPr>
        </p:sp>
        <p:sp>
          <p:nvSpPr>
            <p:cNvPr id="2602" name="Heatmap cell r1 c6"/>
            <p:cNvSpPr/>
            <p:nvPr/>
          </p:nvSpPr>
          <p:spPr>
            <a:xfrm>
              <a:off x="124996" y="11363"/>
              <a:ext cx="19034" cy="28503"/>
            </a:xfrm>
            <a:prstGeom prst="rect">
              <a:avLst/>
            </a:prstGeom>
            <a:solidFill>
              <a:srgbClr val="DCE3EB"/>
            </a:solidFill>
            <a:ln>
              <a:noFill/>
            </a:ln>
          </p:spPr>
        </p:sp>
        <p:sp>
          <p:nvSpPr>
            <p:cNvPr id="2603" name="Heatmap cell r1 c7"/>
            <p:cNvSpPr/>
            <p:nvPr/>
          </p:nvSpPr>
          <p:spPr>
            <a:xfrm>
              <a:off x="143935" y="11363"/>
              <a:ext cx="17140" cy="28503"/>
            </a:xfrm>
            <a:prstGeom prst="rect">
              <a:avLst/>
            </a:prstGeom>
            <a:solidFill>
              <a:srgbClr val="F8E3E6"/>
            </a:solidFill>
            <a:ln>
              <a:noFill/>
            </a:ln>
          </p:spPr>
        </p:sp>
        <p:sp>
          <p:nvSpPr>
            <p:cNvPr id="2604" name="Heatmap cell r1 c8"/>
            <p:cNvSpPr/>
            <p:nvPr/>
          </p:nvSpPr>
          <p:spPr>
            <a:xfrm>
              <a:off x="160980" y="11363"/>
              <a:ext cx="19034" cy="28503"/>
            </a:xfrm>
            <a:prstGeom prst="rect">
              <a:avLst/>
            </a:prstGeom>
            <a:solidFill>
              <a:srgbClr val="EB9EA4"/>
            </a:solidFill>
            <a:ln>
              <a:noFill/>
            </a:ln>
          </p:spPr>
        </p:sp>
        <p:sp>
          <p:nvSpPr>
            <p:cNvPr id="2605" name="Heatmap cell r1 c9"/>
            <p:cNvSpPr/>
            <p:nvPr/>
          </p:nvSpPr>
          <p:spPr>
            <a:xfrm>
              <a:off x="179919" y="11363"/>
              <a:ext cx="19034" cy="28503"/>
            </a:xfrm>
            <a:prstGeom prst="rect">
              <a:avLst/>
            </a:prstGeom>
            <a:solidFill>
              <a:srgbClr val="F0BBC2"/>
            </a:solidFill>
            <a:ln>
              <a:noFill/>
            </a:ln>
          </p:spPr>
        </p:sp>
        <p:sp>
          <p:nvSpPr>
            <p:cNvPr id="2606" name="Heatmap cell r1 c10"/>
            <p:cNvSpPr/>
            <p:nvPr/>
          </p:nvSpPr>
          <p:spPr>
            <a:xfrm>
              <a:off x="198858" y="11363"/>
              <a:ext cx="17140" cy="28503"/>
            </a:xfrm>
            <a:prstGeom prst="rect">
              <a:avLst/>
            </a:prstGeom>
            <a:solidFill>
              <a:srgbClr val="DF6B77"/>
            </a:solidFill>
            <a:ln>
              <a:noFill/>
            </a:ln>
          </p:spPr>
        </p:sp>
        <p:sp>
          <p:nvSpPr>
            <p:cNvPr id="2607" name="Heatmap cell r1 c11"/>
            <p:cNvSpPr/>
            <p:nvPr/>
          </p:nvSpPr>
          <p:spPr>
            <a:xfrm>
              <a:off x="215903" y="11363"/>
              <a:ext cx="19034" cy="28503"/>
            </a:xfrm>
            <a:prstGeom prst="rect">
              <a:avLst/>
            </a:prstGeom>
            <a:solidFill>
              <a:srgbClr val="DA4E5B"/>
            </a:solidFill>
            <a:ln>
              <a:noFill/>
            </a:ln>
          </p:spPr>
        </p:sp>
        <p:sp>
          <p:nvSpPr>
            <p:cNvPr id="2608" name="Heatmap cell r1 c12"/>
            <p:cNvSpPr/>
            <p:nvPr/>
          </p:nvSpPr>
          <p:spPr>
            <a:xfrm>
              <a:off x="234842" y="11363"/>
              <a:ext cx="17140" cy="28503"/>
            </a:xfrm>
            <a:prstGeom prst="rect">
              <a:avLst/>
            </a:prstGeom>
            <a:solidFill>
              <a:srgbClr val="DC5461"/>
            </a:solidFill>
            <a:ln>
              <a:noFill/>
            </a:ln>
          </p:spPr>
        </p:sp>
        <p:sp>
          <p:nvSpPr>
            <p:cNvPr id="2609" name="Heatmap cell r1 c13"/>
            <p:cNvSpPr/>
            <p:nvPr/>
          </p:nvSpPr>
          <p:spPr>
            <a:xfrm>
              <a:off x="251887" y="11363"/>
              <a:ext cx="19034" cy="28503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2610" name="Heatmap cell r1 c14"/>
            <p:cNvSpPr/>
            <p:nvPr/>
          </p:nvSpPr>
          <p:spPr>
            <a:xfrm>
              <a:off x="270825" y="11363"/>
              <a:ext cx="17140" cy="28503"/>
            </a:xfrm>
            <a:prstGeom prst="rect">
              <a:avLst/>
            </a:prstGeom>
            <a:solidFill>
              <a:srgbClr val="F5D1D4"/>
            </a:solidFill>
            <a:ln>
              <a:noFill/>
            </a:ln>
          </p:spPr>
        </p:sp>
        <p:sp>
          <p:nvSpPr>
            <p:cNvPr id="2611" name="Heatmap cell r1 c15"/>
            <p:cNvSpPr/>
            <p:nvPr/>
          </p:nvSpPr>
          <p:spPr>
            <a:xfrm>
              <a:off x="287870" y="11363"/>
              <a:ext cx="19034" cy="28503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2612" name="Heatmap cell r1 c16"/>
            <p:cNvSpPr/>
            <p:nvPr/>
          </p:nvSpPr>
          <p:spPr>
            <a:xfrm>
              <a:off x="306809" y="11363"/>
              <a:ext cx="17140" cy="28503"/>
            </a:xfrm>
            <a:prstGeom prst="rect">
              <a:avLst/>
            </a:prstGeom>
            <a:solidFill>
              <a:srgbClr val="D5DFE9"/>
            </a:solidFill>
            <a:ln>
              <a:noFill/>
            </a:ln>
          </p:spPr>
        </p:sp>
        <p:sp>
          <p:nvSpPr>
            <p:cNvPr id="2613" name="Heatmap cell r1 c18"/>
            <p:cNvSpPr/>
            <p:nvPr/>
          </p:nvSpPr>
          <p:spPr>
            <a:xfrm>
              <a:off x="342793" y="11363"/>
              <a:ext cx="17140" cy="28503"/>
            </a:xfrm>
            <a:prstGeom prst="rect">
              <a:avLst/>
            </a:prstGeom>
            <a:solidFill>
              <a:srgbClr val="FBF5F5"/>
            </a:solidFill>
            <a:ln>
              <a:noFill/>
            </a:ln>
          </p:spPr>
        </p:sp>
        <p:sp>
          <p:nvSpPr>
            <p:cNvPr id="2614" name="Heatmap cell r1 c19"/>
            <p:cNvSpPr/>
            <p:nvPr/>
          </p:nvSpPr>
          <p:spPr>
            <a:xfrm>
              <a:off x="359838" y="11363"/>
              <a:ext cx="19034" cy="28503"/>
            </a:xfrm>
            <a:prstGeom prst="rect">
              <a:avLst/>
            </a:prstGeom>
            <a:solidFill>
              <a:srgbClr val="F5CED2"/>
            </a:solidFill>
            <a:ln>
              <a:noFill/>
            </a:ln>
          </p:spPr>
        </p:sp>
        <p:sp>
          <p:nvSpPr>
            <p:cNvPr id="2615" name="Heatmap cell r1 c20"/>
            <p:cNvSpPr/>
            <p:nvPr/>
          </p:nvSpPr>
          <p:spPr>
            <a:xfrm>
              <a:off x="378777" y="11363"/>
              <a:ext cx="17140" cy="28503"/>
            </a:xfrm>
            <a:prstGeom prst="rect">
              <a:avLst/>
            </a:prstGeom>
            <a:solidFill>
              <a:srgbClr val="E06C78"/>
            </a:solidFill>
            <a:ln>
              <a:noFill/>
            </a:ln>
          </p:spPr>
        </p:sp>
        <p:sp>
          <p:nvSpPr>
            <p:cNvPr id="2616" name="Heatmap cell r1 c21"/>
            <p:cNvSpPr/>
            <p:nvPr/>
          </p:nvSpPr>
          <p:spPr>
            <a:xfrm>
              <a:off x="395822" y="11363"/>
              <a:ext cx="19034" cy="28503"/>
            </a:xfrm>
            <a:prstGeom prst="rect">
              <a:avLst/>
            </a:prstGeom>
            <a:solidFill>
              <a:srgbClr val="EBEFF5"/>
            </a:solidFill>
            <a:ln>
              <a:noFill/>
            </a:ln>
          </p:spPr>
        </p:sp>
        <p:sp>
          <p:nvSpPr>
            <p:cNvPr id="2617" name="Heatmap cell r1 c22"/>
            <p:cNvSpPr/>
            <p:nvPr/>
          </p:nvSpPr>
          <p:spPr>
            <a:xfrm>
              <a:off x="414760" y="11363"/>
              <a:ext cx="19034" cy="28503"/>
            </a:xfrm>
            <a:prstGeom prst="rect">
              <a:avLst/>
            </a:prstGeom>
            <a:solidFill>
              <a:srgbClr val="F7DADC"/>
            </a:solidFill>
            <a:ln>
              <a:noFill/>
            </a:ln>
          </p:spPr>
        </p:sp>
        <p:sp>
          <p:nvSpPr>
            <p:cNvPr id="2618" name="Heatmap cell r1 c23"/>
            <p:cNvSpPr/>
            <p:nvPr/>
          </p:nvSpPr>
          <p:spPr>
            <a:xfrm>
              <a:off x="433699" y="11363"/>
              <a:ext cx="17140" cy="28503"/>
            </a:xfrm>
            <a:prstGeom prst="rect">
              <a:avLst/>
            </a:prstGeom>
            <a:solidFill>
              <a:srgbClr val="F6D6DA"/>
            </a:solidFill>
            <a:ln>
              <a:noFill/>
            </a:ln>
          </p:spPr>
        </p:sp>
        <p:sp>
          <p:nvSpPr>
            <p:cNvPr id="2619" name="Heatmap cell r1 c24"/>
            <p:cNvSpPr/>
            <p:nvPr/>
          </p:nvSpPr>
          <p:spPr>
            <a:xfrm>
              <a:off x="450744" y="11363"/>
              <a:ext cx="19034" cy="28503"/>
            </a:xfrm>
            <a:prstGeom prst="rect">
              <a:avLst/>
            </a:prstGeom>
            <a:solidFill>
              <a:srgbClr val="E78993"/>
            </a:solidFill>
            <a:ln>
              <a:noFill/>
            </a:ln>
          </p:spPr>
        </p:sp>
        <p:sp>
          <p:nvSpPr>
            <p:cNvPr id="2620" name="Heatmap cell r1 c25"/>
            <p:cNvSpPr/>
            <p:nvPr/>
          </p:nvSpPr>
          <p:spPr>
            <a:xfrm>
              <a:off x="469683" y="11363"/>
              <a:ext cx="17140" cy="28503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2621" name="Heatmap cell r1 c26"/>
            <p:cNvSpPr/>
            <p:nvPr/>
          </p:nvSpPr>
          <p:spPr>
            <a:xfrm>
              <a:off x="486728" y="11363"/>
              <a:ext cx="19034" cy="28503"/>
            </a:xfrm>
            <a:prstGeom prst="rect">
              <a:avLst/>
            </a:prstGeom>
            <a:solidFill>
              <a:srgbClr val="F1C2C6"/>
            </a:solidFill>
            <a:ln>
              <a:noFill/>
            </a:ln>
          </p:spPr>
        </p:sp>
        <p:sp>
          <p:nvSpPr>
            <p:cNvPr id="2622" name="Heatmap cell r1 c27"/>
            <p:cNvSpPr/>
            <p:nvPr/>
          </p:nvSpPr>
          <p:spPr>
            <a:xfrm>
              <a:off x="505667" y="11363"/>
              <a:ext cx="17140" cy="28503"/>
            </a:xfrm>
            <a:prstGeom prst="rect">
              <a:avLst/>
            </a:prstGeom>
            <a:solidFill>
              <a:srgbClr val="F1C3C8"/>
            </a:solidFill>
            <a:ln>
              <a:noFill/>
            </a:ln>
          </p:spPr>
        </p:sp>
        <p:sp>
          <p:nvSpPr>
            <p:cNvPr id="2623" name="Heatmap cell r1 c28"/>
            <p:cNvSpPr/>
            <p:nvPr/>
          </p:nvSpPr>
          <p:spPr>
            <a:xfrm>
              <a:off x="522712" y="11363"/>
              <a:ext cx="19034" cy="28503"/>
            </a:xfrm>
            <a:prstGeom prst="rect">
              <a:avLst/>
            </a:prstGeom>
            <a:solidFill>
              <a:srgbClr val="C4D2DF"/>
            </a:solidFill>
            <a:ln>
              <a:noFill/>
            </a:ln>
          </p:spPr>
        </p:sp>
        <p:sp>
          <p:nvSpPr>
            <p:cNvPr id="2624" name="Heatmap cell r1 c29"/>
            <p:cNvSpPr/>
            <p:nvPr/>
          </p:nvSpPr>
          <p:spPr>
            <a:xfrm>
              <a:off x="541651" y="11363"/>
              <a:ext cx="17140" cy="28503"/>
            </a:xfrm>
            <a:prstGeom prst="rect">
              <a:avLst/>
            </a:prstGeom>
            <a:solidFill>
              <a:srgbClr val="E0626F"/>
            </a:solidFill>
            <a:ln>
              <a:noFill/>
            </a:ln>
          </p:spPr>
        </p:sp>
        <p:sp>
          <p:nvSpPr>
            <p:cNvPr id="2625" name="Heatmap cell r1 c30"/>
            <p:cNvSpPr/>
            <p:nvPr/>
          </p:nvSpPr>
          <p:spPr>
            <a:xfrm>
              <a:off x="558696" y="11363"/>
              <a:ext cx="19034" cy="28503"/>
            </a:xfrm>
            <a:prstGeom prst="rect">
              <a:avLst/>
            </a:prstGeom>
            <a:solidFill>
              <a:srgbClr val="FCF7F7"/>
            </a:solidFill>
            <a:ln>
              <a:noFill/>
            </a:ln>
          </p:spPr>
        </p:sp>
        <p:sp>
          <p:nvSpPr>
            <p:cNvPr id="2626" name="Heatmap cell r1 c31"/>
            <p:cNvSpPr/>
            <p:nvPr/>
          </p:nvSpPr>
          <p:spPr>
            <a:xfrm>
              <a:off x="577634" y="11363"/>
              <a:ext cx="17140" cy="28503"/>
            </a:xfrm>
            <a:prstGeom prst="rect">
              <a:avLst/>
            </a:prstGeom>
            <a:solidFill>
              <a:srgbClr val="F6D6DA"/>
            </a:solidFill>
            <a:ln>
              <a:noFill/>
            </a:ln>
          </p:spPr>
        </p:sp>
        <p:sp>
          <p:nvSpPr>
            <p:cNvPr id="2627" name="Heatmap cell r1 c32"/>
            <p:cNvSpPr/>
            <p:nvPr/>
          </p:nvSpPr>
          <p:spPr>
            <a:xfrm>
              <a:off x="594679" y="11363"/>
              <a:ext cx="19034" cy="28503"/>
            </a:xfrm>
            <a:prstGeom prst="rect">
              <a:avLst/>
            </a:prstGeom>
            <a:solidFill>
              <a:srgbClr val="F0BBC2"/>
            </a:solidFill>
            <a:ln>
              <a:noFill/>
            </a:ln>
          </p:spPr>
        </p:sp>
        <p:sp>
          <p:nvSpPr>
            <p:cNvPr id="2628" name="Heatmap cell r1 c33"/>
            <p:cNvSpPr/>
            <p:nvPr/>
          </p:nvSpPr>
          <p:spPr>
            <a:xfrm>
              <a:off x="613618" y="11363"/>
              <a:ext cx="17140" cy="28503"/>
            </a:xfrm>
            <a:prstGeom prst="rect">
              <a:avLst/>
            </a:prstGeom>
            <a:solidFill>
              <a:srgbClr val="F8E6E8"/>
            </a:solidFill>
            <a:ln>
              <a:noFill/>
            </a:ln>
          </p:spPr>
        </p:sp>
        <p:sp>
          <p:nvSpPr>
            <p:cNvPr id="2629" name="Heatmap cell r1 c34"/>
            <p:cNvSpPr/>
            <p:nvPr/>
          </p:nvSpPr>
          <p:spPr>
            <a:xfrm>
              <a:off x="630663" y="11363"/>
              <a:ext cx="19034" cy="28503"/>
            </a:xfrm>
            <a:prstGeom prst="rect">
              <a:avLst/>
            </a:prstGeom>
            <a:solidFill>
              <a:srgbClr val="E06F7A"/>
            </a:solidFill>
            <a:ln>
              <a:noFill/>
            </a:ln>
          </p:spPr>
        </p:sp>
        <p:sp>
          <p:nvSpPr>
            <p:cNvPr id="2630" name="Heatmap cell r1 c35"/>
            <p:cNvSpPr/>
            <p:nvPr/>
          </p:nvSpPr>
          <p:spPr>
            <a:xfrm>
              <a:off x="649602" y="11363"/>
              <a:ext cx="19034" cy="28503"/>
            </a:xfrm>
            <a:prstGeom prst="rect">
              <a:avLst/>
            </a:prstGeom>
            <a:solidFill>
              <a:srgbClr val="F8F8FA"/>
            </a:solidFill>
            <a:ln>
              <a:noFill/>
            </a:ln>
          </p:spPr>
        </p:sp>
        <p:sp>
          <p:nvSpPr>
            <p:cNvPr id="2631" name="Heatmap cell r1 c36"/>
            <p:cNvSpPr/>
            <p:nvPr/>
          </p:nvSpPr>
          <p:spPr>
            <a:xfrm>
              <a:off x="668541" y="11363"/>
              <a:ext cx="17140" cy="28503"/>
            </a:xfrm>
            <a:prstGeom prst="rect">
              <a:avLst/>
            </a:prstGeom>
            <a:solidFill>
              <a:srgbClr val="D7E1EB"/>
            </a:solidFill>
            <a:ln>
              <a:noFill/>
            </a:ln>
          </p:spPr>
        </p:sp>
        <p:sp>
          <p:nvSpPr>
            <p:cNvPr id="2632" name="Heatmap cell r1 c37"/>
            <p:cNvSpPr/>
            <p:nvPr/>
          </p:nvSpPr>
          <p:spPr>
            <a:xfrm>
              <a:off x="685586" y="11363"/>
              <a:ext cx="19034" cy="28503"/>
            </a:xfrm>
            <a:prstGeom prst="rect">
              <a:avLst/>
            </a:prstGeom>
            <a:solidFill>
              <a:srgbClr val="EDAFB5"/>
            </a:solidFill>
            <a:ln>
              <a:noFill/>
            </a:ln>
          </p:spPr>
        </p:sp>
        <p:sp>
          <p:nvSpPr>
            <p:cNvPr id="2633" name="Heatmap cell r1 c38"/>
            <p:cNvSpPr/>
            <p:nvPr/>
          </p:nvSpPr>
          <p:spPr>
            <a:xfrm>
              <a:off x="704525" y="11363"/>
              <a:ext cx="17140" cy="28503"/>
            </a:xfrm>
            <a:prstGeom prst="rect">
              <a:avLst/>
            </a:prstGeom>
            <a:solidFill>
              <a:srgbClr val="DFE6ED"/>
            </a:solidFill>
            <a:ln>
              <a:noFill/>
            </a:ln>
          </p:spPr>
        </p:sp>
        <p:sp>
          <p:nvSpPr>
            <p:cNvPr id="2634" name="Heatmap cell r1 c39"/>
            <p:cNvSpPr/>
            <p:nvPr/>
          </p:nvSpPr>
          <p:spPr>
            <a:xfrm>
              <a:off x="721570" y="11363"/>
              <a:ext cx="19034" cy="28503"/>
            </a:xfrm>
            <a:prstGeom prst="rect">
              <a:avLst/>
            </a:prstGeom>
            <a:solidFill>
              <a:srgbClr val="DF636E"/>
            </a:solidFill>
            <a:ln>
              <a:noFill/>
            </a:ln>
          </p:spPr>
        </p:sp>
        <p:sp>
          <p:nvSpPr>
            <p:cNvPr id="2635" name="Heatmap cell r1 c40"/>
            <p:cNvSpPr/>
            <p:nvPr/>
          </p:nvSpPr>
          <p:spPr>
            <a:xfrm>
              <a:off x="740508" y="11363"/>
              <a:ext cx="17140" cy="28503"/>
            </a:xfrm>
            <a:prstGeom prst="rect">
              <a:avLst/>
            </a:prstGeom>
            <a:solidFill>
              <a:srgbClr val="ECA7AD"/>
            </a:solidFill>
            <a:ln>
              <a:noFill/>
            </a:ln>
          </p:spPr>
        </p:sp>
        <p:sp>
          <p:nvSpPr>
            <p:cNvPr id="2636" name="Heatmap cell r1 c41"/>
            <p:cNvSpPr/>
            <p:nvPr/>
          </p:nvSpPr>
          <p:spPr>
            <a:xfrm>
              <a:off x="757553" y="11363"/>
              <a:ext cx="19034" cy="28503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2637" name="Heatmap cell r1 c42"/>
            <p:cNvSpPr/>
            <p:nvPr/>
          </p:nvSpPr>
          <p:spPr>
            <a:xfrm>
              <a:off x="776492" y="11363"/>
              <a:ext cx="17140" cy="28503"/>
            </a:xfrm>
            <a:prstGeom prst="rect">
              <a:avLst/>
            </a:prstGeom>
            <a:solidFill>
              <a:srgbClr val="D63D4B"/>
            </a:solidFill>
            <a:ln>
              <a:noFill/>
            </a:ln>
          </p:spPr>
        </p:sp>
        <p:sp>
          <p:nvSpPr>
            <p:cNvPr id="2638" name="Heatmap cell r1 c43"/>
            <p:cNvSpPr/>
            <p:nvPr/>
          </p:nvSpPr>
          <p:spPr>
            <a:xfrm>
              <a:off x="793537" y="11363"/>
              <a:ext cx="19034" cy="28503"/>
            </a:xfrm>
            <a:prstGeom prst="rect">
              <a:avLst/>
            </a:prstGeom>
            <a:solidFill>
              <a:srgbClr val="F8E9EA"/>
            </a:solidFill>
            <a:ln>
              <a:noFill/>
            </a:ln>
          </p:spPr>
        </p:sp>
        <p:sp>
          <p:nvSpPr>
            <p:cNvPr id="2639" name="Heatmap cell r1 c44"/>
            <p:cNvSpPr/>
            <p:nvPr/>
          </p:nvSpPr>
          <p:spPr>
            <a:xfrm>
              <a:off x="812476" y="11363"/>
              <a:ext cx="17140" cy="28503"/>
            </a:xfrm>
            <a:prstGeom prst="rect">
              <a:avLst/>
            </a:prstGeom>
            <a:solidFill>
              <a:srgbClr val="FDF9FA"/>
            </a:solidFill>
            <a:ln>
              <a:noFill/>
            </a:ln>
          </p:spPr>
        </p:sp>
        <p:sp>
          <p:nvSpPr>
            <p:cNvPr id="2640" name="Heatmap cell r1 c45"/>
            <p:cNvSpPr/>
            <p:nvPr/>
          </p:nvSpPr>
          <p:spPr>
            <a:xfrm>
              <a:off x="829521" y="11363"/>
              <a:ext cx="19034" cy="28503"/>
            </a:xfrm>
            <a:prstGeom prst="rect">
              <a:avLst/>
            </a:prstGeom>
            <a:solidFill>
              <a:srgbClr val="FAEBED"/>
            </a:solidFill>
            <a:ln>
              <a:noFill/>
            </a:ln>
          </p:spPr>
        </p:sp>
        <p:sp>
          <p:nvSpPr>
            <p:cNvPr id="2641" name="Heatmap cell r1 c46"/>
            <p:cNvSpPr/>
            <p:nvPr/>
          </p:nvSpPr>
          <p:spPr>
            <a:xfrm>
              <a:off x="848460" y="11363"/>
              <a:ext cx="17140" cy="28503"/>
            </a:xfrm>
            <a:prstGeom prst="rect">
              <a:avLst/>
            </a:prstGeom>
            <a:solidFill>
              <a:srgbClr val="D4DFE9"/>
            </a:solidFill>
            <a:ln>
              <a:noFill/>
            </a:ln>
          </p:spPr>
        </p:sp>
        <p:sp>
          <p:nvSpPr>
            <p:cNvPr id="2642" name="Heatmap cell r1 c47"/>
            <p:cNvSpPr/>
            <p:nvPr/>
          </p:nvSpPr>
          <p:spPr>
            <a:xfrm>
              <a:off x="865505" y="11363"/>
              <a:ext cx="19034" cy="28503"/>
            </a:xfrm>
            <a:prstGeom prst="rect">
              <a:avLst/>
            </a:prstGeom>
            <a:solidFill>
              <a:srgbClr val="D84552"/>
            </a:solidFill>
            <a:ln>
              <a:noFill/>
            </a:ln>
          </p:spPr>
        </p:sp>
        <p:sp>
          <p:nvSpPr>
            <p:cNvPr id="2643" name="Heatmap cell r1 c48"/>
            <p:cNvSpPr/>
            <p:nvPr/>
          </p:nvSpPr>
          <p:spPr>
            <a:xfrm>
              <a:off x="884444" y="11363"/>
              <a:ext cx="19034" cy="28503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2644" name="Heatmap cell r1 c49"/>
            <p:cNvSpPr/>
            <p:nvPr/>
          </p:nvSpPr>
          <p:spPr>
            <a:xfrm>
              <a:off x="903382" y="11363"/>
              <a:ext cx="17140" cy="28503"/>
            </a:xfrm>
            <a:prstGeom prst="rect">
              <a:avLst/>
            </a:prstGeom>
            <a:solidFill>
              <a:srgbClr val="DA4856"/>
            </a:solidFill>
            <a:ln>
              <a:noFill/>
            </a:ln>
          </p:spPr>
        </p:sp>
        <p:sp>
          <p:nvSpPr>
            <p:cNvPr id="2645" name="Heatmap cell r1 c50"/>
            <p:cNvSpPr/>
            <p:nvPr/>
          </p:nvSpPr>
          <p:spPr>
            <a:xfrm>
              <a:off x="920427" y="11363"/>
              <a:ext cx="19034" cy="28503"/>
            </a:xfrm>
            <a:prstGeom prst="rect">
              <a:avLst/>
            </a:prstGeom>
            <a:solidFill>
              <a:srgbClr val="EFF3F7"/>
            </a:solidFill>
            <a:ln>
              <a:noFill/>
            </a:ln>
          </p:spPr>
        </p:sp>
        <p:sp>
          <p:nvSpPr>
            <p:cNvPr id="2646" name="Heatmap cell r1 c51"/>
            <p:cNvSpPr/>
            <p:nvPr/>
          </p:nvSpPr>
          <p:spPr>
            <a:xfrm>
              <a:off x="939366" y="11363"/>
              <a:ext cx="17140" cy="28503"/>
            </a:xfrm>
            <a:prstGeom prst="rect">
              <a:avLst/>
            </a:prstGeom>
            <a:solidFill>
              <a:srgbClr val="E27882"/>
            </a:solidFill>
            <a:ln>
              <a:noFill/>
            </a:ln>
          </p:spPr>
        </p:sp>
        <p:sp>
          <p:nvSpPr>
            <p:cNvPr id="2647" name="Heatmap cell r1 c52"/>
            <p:cNvSpPr/>
            <p:nvPr/>
          </p:nvSpPr>
          <p:spPr>
            <a:xfrm>
              <a:off x="956411" y="11363"/>
              <a:ext cx="19034" cy="28503"/>
            </a:xfrm>
            <a:prstGeom prst="rect">
              <a:avLst/>
            </a:prstGeom>
            <a:solidFill>
              <a:srgbClr val="E4858D"/>
            </a:solidFill>
            <a:ln>
              <a:noFill/>
            </a:ln>
          </p:spPr>
        </p:sp>
        <p:sp>
          <p:nvSpPr>
            <p:cNvPr id="2648" name="Heatmap cell r1 c53"/>
            <p:cNvSpPr/>
            <p:nvPr/>
          </p:nvSpPr>
          <p:spPr>
            <a:xfrm>
              <a:off x="975350" y="11363"/>
              <a:ext cx="17140" cy="28503"/>
            </a:xfrm>
            <a:prstGeom prst="rect">
              <a:avLst/>
            </a:prstGeom>
            <a:solidFill>
              <a:srgbClr val="F2C8CD"/>
            </a:solidFill>
            <a:ln>
              <a:noFill/>
            </a:ln>
          </p:spPr>
        </p:sp>
        <p:sp>
          <p:nvSpPr>
            <p:cNvPr id="2649" name="Heatmap cell r1 c54"/>
            <p:cNvSpPr/>
            <p:nvPr/>
          </p:nvSpPr>
          <p:spPr>
            <a:xfrm>
              <a:off x="992395" y="11363"/>
              <a:ext cx="19034" cy="28503"/>
            </a:xfrm>
            <a:prstGeom prst="rect">
              <a:avLst/>
            </a:prstGeom>
            <a:solidFill>
              <a:srgbClr val="EEF3F6"/>
            </a:solidFill>
            <a:ln>
              <a:noFill/>
            </a:ln>
          </p:spPr>
        </p:sp>
        <p:sp>
          <p:nvSpPr>
            <p:cNvPr id="2650" name="Heatmap cell r1 c55"/>
            <p:cNvSpPr/>
            <p:nvPr/>
          </p:nvSpPr>
          <p:spPr>
            <a:xfrm>
              <a:off x="1011334" y="11363"/>
              <a:ext cx="17140" cy="28503"/>
            </a:xfrm>
            <a:prstGeom prst="rect">
              <a:avLst/>
            </a:prstGeom>
            <a:solidFill>
              <a:srgbClr val="C5D2E0"/>
            </a:solidFill>
            <a:ln>
              <a:noFill/>
            </a:ln>
          </p:spPr>
        </p:sp>
        <p:sp>
          <p:nvSpPr>
            <p:cNvPr id="2651" name="Heatmap cell r1 c56"/>
            <p:cNvSpPr/>
            <p:nvPr/>
          </p:nvSpPr>
          <p:spPr>
            <a:xfrm>
              <a:off x="1028379" y="11363"/>
              <a:ext cx="19034" cy="28503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2652" name="Heatmap cell r1 c57"/>
            <p:cNvSpPr/>
            <p:nvPr/>
          </p:nvSpPr>
          <p:spPr>
            <a:xfrm>
              <a:off x="1047318" y="11363"/>
              <a:ext cx="17140" cy="28503"/>
            </a:xfrm>
            <a:prstGeom prst="rect">
              <a:avLst/>
            </a:prstGeom>
            <a:solidFill>
              <a:srgbClr val="DB4957"/>
            </a:solidFill>
            <a:ln>
              <a:noFill/>
            </a:ln>
          </p:spPr>
        </p:sp>
        <p:sp>
          <p:nvSpPr>
            <p:cNvPr id="2653" name="Heatmap cell r1 c58"/>
            <p:cNvSpPr/>
            <p:nvPr/>
          </p:nvSpPr>
          <p:spPr>
            <a:xfrm>
              <a:off x="1064363" y="11363"/>
              <a:ext cx="19034" cy="28503"/>
            </a:xfrm>
            <a:prstGeom prst="rect">
              <a:avLst/>
            </a:prstGeom>
            <a:solidFill>
              <a:srgbClr val="B1C4D5"/>
            </a:solidFill>
            <a:ln>
              <a:noFill/>
            </a:ln>
          </p:spPr>
        </p:sp>
        <p:sp>
          <p:nvSpPr>
            <p:cNvPr id="2654" name="Heatmap cell r1 c59"/>
            <p:cNvSpPr/>
            <p:nvPr/>
          </p:nvSpPr>
          <p:spPr>
            <a:xfrm>
              <a:off x="1083301" y="11363"/>
              <a:ext cx="17140" cy="28503"/>
            </a:xfrm>
            <a:prstGeom prst="rect">
              <a:avLst/>
            </a:prstGeom>
            <a:solidFill>
              <a:srgbClr val="EBA2A9"/>
            </a:solidFill>
            <a:ln>
              <a:noFill/>
            </a:ln>
          </p:spPr>
        </p:sp>
        <p:sp>
          <p:nvSpPr>
            <p:cNvPr id="2655" name="Heatmap cell r1 c60"/>
            <p:cNvSpPr/>
            <p:nvPr/>
          </p:nvSpPr>
          <p:spPr>
            <a:xfrm>
              <a:off x="1100346" y="11363"/>
              <a:ext cx="19034" cy="28503"/>
            </a:xfrm>
            <a:prstGeom prst="rect">
              <a:avLst/>
            </a:prstGeom>
            <a:solidFill>
              <a:srgbClr val="EBF0F6"/>
            </a:solidFill>
            <a:ln>
              <a:noFill/>
            </a:ln>
          </p:spPr>
        </p:sp>
        <p:sp>
          <p:nvSpPr>
            <p:cNvPr id="2656" name="Heatmap cell r1 c61"/>
            <p:cNvSpPr/>
            <p:nvPr/>
          </p:nvSpPr>
          <p:spPr>
            <a:xfrm>
              <a:off x="1119285" y="11363"/>
              <a:ext cx="19034" cy="28503"/>
            </a:xfrm>
            <a:prstGeom prst="rect">
              <a:avLst/>
            </a:prstGeom>
            <a:solidFill>
              <a:srgbClr val="A4BAD0"/>
            </a:solidFill>
            <a:ln>
              <a:noFill/>
            </a:ln>
          </p:spPr>
        </p:sp>
        <p:sp>
          <p:nvSpPr>
            <p:cNvPr id="2657" name="Heatmap cell r1 c62"/>
            <p:cNvSpPr/>
            <p:nvPr/>
          </p:nvSpPr>
          <p:spPr>
            <a:xfrm>
              <a:off x="1138224" y="11363"/>
              <a:ext cx="17140" cy="28503"/>
            </a:xfrm>
            <a:prstGeom prst="rect">
              <a:avLst/>
            </a:prstGeom>
            <a:solidFill>
              <a:srgbClr val="F9E7E8"/>
            </a:solidFill>
            <a:ln>
              <a:noFill/>
            </a:ln>
          </p:spPr>
        </p:sp>
        <p:sp>
          <p:nvSpPr>
            <p:cNvPr id="2658" name="Heatmap cell r1 c63"/>
            <p:cNvSpPr/>
            <p:nvPr/>
          </p:nvSpPr>
          <p:spPr>
            <a:xfrm>
              <a:off x="1155269" y="11363"/>
              <a:ext cx="19034" cy="28503"/>
            </a:xfrm>
            <a:prstGeom prst="rect">
              <a:avLst/>
            </a:prstGeom>
            <a:solidFill>
              <a:srgbClr val="D0DBE6"/>
            </a:solidFill>
            <a:ln>
              <a:noFill/>
            </a:ln>
          </p:spPr>
        </p:sp>
        <p:sp>
          <p:nvSpPr>
            <p:cNvPr id="2659" name="Heatmap cell r1 c64"/>
            <p:cNvSpPr/>
            <p:nvPr/>
          </p:nvSpPr>
          <p:spPr>
            <a:xfrm>
              <a:off x="1174208" y="11363"/>
              <a:ext cx="17140" cy="28503"/>
            </a:xfrm>
            <a:prstGeom prst="rect">
              <a:avLst/>
            </a:prstGeom>
            <a:solidFill>
              <a:srgbClr val="EA99A0"/>
            </a:solidFill>
            <a:ln>
              <a:noFill/>
            </a:ln>
          </p:spPr>
        </p:sp>
        <p:sp>
          <p:nvSpPr>
            <p:cNvPr id="2660" name="Heatmap cell r1 c65"/>
            <p:cNvSpPr/>
            <p:nvPr/>
          </p:nvSpPr>
          <p:spPr>
            <a:xfrm>
              <a:off x="1191253" y="11363"/>
              <a:ext cx="19034" cy="28503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2661" name="Heatmap cell r1 c66"/>
            <p:cNvSpPr/>
            <p:nvPr/>
          </p:nvSpPr>
          <p:spPr>
            <a:xfrm>
              <a:off x="1210192" y="11363"/>
              <a:ext cx="17140" cy="28503"/>
            </a:xfrm>
            <a:prstGeom prst="rect">
              <a:avLst/>
            </a:prstGeom>
            <a:solidFill>
              <a:srgbClr val="E27882"/>
            </a:solidFill>
            <a:ln>
              <a:noFill/>
            </a:ln>
          </p:spPr>
        </p:sp>
        <p:sp>
          <p:nvSpPr>
            <p:cNvPr id="2662" name="Heatmap cell r1 c67"/>
            <p:cNvSpPr/>
            <p:nvPr/>
          </p:nvSpPr>
          <p:spPr>
            <a:xfrm>
              <a:off x="1227236" y="11363"/>
              <a:ext cx="19034" cy="28503"/>
            </a:xfrm>
            <a:prstGeom prst="rect">
              <a:avLst/>
            </a:prstGeom>
            <a:solidFill>
              <a:srgbClr val="E27781"/>
            </a:solidFill>
            <a:ln>
              <a:noFill/>
            </a:ln>
          </p:spPr>
        </p:sp>
        <p:sp>
          <p:nvSpPr>
            <p:cNvPr id="2663" name="Heatmap cell r1 c68"/>
            <p:cNvSpPr/>
            <p:nvPr/>
          </p:nvSpPr>
          <p:spPr>
            <a:xfrm>
              <a:off x="1246175" y="11363"/>
              <a:ext cx="17140" cy="28503"/>
            </a:xfrm>
            <a:prstGeom prst="rect">
              <a:avLst/>
            </a:prstGeom>
            <a:solidFill>
              <a:srgbClr val="A1B8CE"/>
            </a:solidFill>
            <a:ln>
              <a:noFill/>
            </a:ln>
          </p:spPr>
        </p:sp>
        <p:sp>
          <p:nvSpPr>
            <p:cNvPr id="2664" name="Heatmap cell r1 c70"/>
            <p:cNvSpPr/>
            <p:nvPr/>
          </p:nvSpPr>
          <p:spPr>
            <a:xfrm>
              <a:off x="1282159" y="11363"/>
              <a:ext cx="17140" cy="28503"/>
            </a:xfrm>
            <a:prstGeom prst="rect">
              <a:avLst/>
            </a:prstGeom>
            <a:solidFill>
              <a:srgbClr val="ECA0A8"/>
            </a:solidFill>
            <a:ln>
              <a:noFill/>
            </a:ln>
          </p:spPr>
        </p:sp>
        <p:sp>
          <p:nvSpPr>
            <p:cNvPr id="2665" name="Heatmap cell r1 c71"/>
            <p:cNvSpPr/>
            <p:nvPr/>
          </p:nvSpPr>
          <p:spPr>
            <a:xfrm>
              <a:off x="1299204" y="11363"/>
              <a:ext cx="19034" cy="28503"/>
            </a:xfrm>
            <a:prstGeom prst="rect">
              <a:avLst/>
            </a:prstGeom>
            <a:solidFill>
              <a:srgbClr val="D74351"/>
            </a:solidFill>
            <a:ln>
              <a:noFill/>
            </a:ln>
          </p:spPr>
        </p:sp>
        <p:sp>
          <p:nvSpPr>
            <p:cNvPr id="2666" name="Heatmap cell r1 c72"/>
            <p:cNvSpPr/>
            <p:nvPr/>
          </p:nvSpPr>
          <p:spPr>
            <a:xfrm>
              <a:off x="1318143" y="11363"/>
              <a:ext cx="17140" cy="28503"/>
            </a:xfrm>
            <a:prstGeom prst="rect">
              <a:avLst/>
            </a:prstGeom>
            <a:solidFill>
              <a:srgbClr val="BFCFDF"/>
            </a:solidFill>
            <a:ln>
              <a:noFill/>
            </a:ln>
          </p:spPr>
        </p:sp>
        <p:sp>
          <p:nvSpPr>
            <p:cNvPr id="2667" name="Heatmap cell r1 c73"/>
            <p:cNvSpPr/>
            <p:nvPr/>
          </p:nvSpPr>
          <p:spPr>
            <a:xfrm>
              <a:off x="1335188" y="11363"/>
              <a:ext cx="19034" cy="28503"/>
            </a:xfrm>
            <a:prstGeom prst="rect">
              <a:avLst/>
            </a:prstGeom>
            <a:solidFill>
              <a:srgbClr val="F1C0C6"/>
            </a:solidFill>
            <a:ln>
              <a:noFill/>
            </a:ln>
          </p:spPr>
        </p:sp>
        <p:sp>
          <p:nvSpPr>
            <p:cNvPr id="2668" name="Heatmap cell r1 c74"/>
            <p:cNvSpPr/>
            <p:nvPr/>
          </p:nvSpPr>
          <p:spPr>
            <a:xfrm>
              <a:off x="1354127" y="11363"/>
              <a:ext cx="17140" cy="28503"/>
            </a:xfrm>
            <a:prstGeom prst="rect">
              <a:avLst/>
            </a:prstGeom>
            <a:solidFill>
              <a:srgbClr val="FBF3F4"/>
            </a:solidFill>
            <a:ln>
              <a:noFill/>
            </a:ln>
          </p:spPr>
        </p:sp>
        <p:sp>
          <p:nvSpPr>
            <p:cNvPr id="2669" name="Heatmap cell r1 c76"/>
            <p:cNvSpPr/>
            <p:nvPr/>
          </p:nvSpPr>
          <p:spPr>
            <a:xfrm>
              <a:off x="1390110" y="11363"/>
              <a:ext cx="19034" cy="28503"/>
            </a:xfrm>
            <a:prstGeom prst="rect">
              <a:avLst/>
            </a:prstGeom>
            <a:solidFill>
              <a:srgbClr val="7B9BB9"/>
            </a:solidFill>
            <a:ln>
              <a:noFill/>
            </a:ln>
          </p:spPr>
        </p:sp>
        <p:sp>
          <p:nvSpPr>
            <p:cNvPr id="2670" name="Heatmap cell r1 c77"/>
            <p:cNvSpPr/>
            <p:nvPr/>
          </p:nvSpPr>
          <p:spPr>
            <a:xfrm>
              <a:off x="1409049" y="11363"/>
              <a:ext cx="17140" cy="28503"/>
            </a:xfrm>
            <a:prstGeom prst="rect">
              <a:avLst/>
            </a:prstGeom>
            <a:solidFill>
              <a:srgbClr val="E8ECF3"/>
            </a:solidFill>
            <a:ln>
              <a:noFill/>
            </a:ln>
          </p:spPr>
        </p:sp>
        <p:sp>
          <p:nvSpPr>
            <p:cNvPr id="2671" name="Heatmap cell r1 c78"/>
            <p:cNvSpPr/>
            <p:nvPr/>
          </p:nvSpPr>
          <p:spPr>
            <a:xfrm>
              <a:off x="1426094" y="11363"/>
              <a:ext cx="19034" cy="28503"/>
            </a:xfrm>
            <a:prstGeom prst="rect">
              <a:avLst/>
            </a:prstGeom>
            <a:solidFill>
              <a:srgbClr val="EFB6BA"/>
            </a:solidFill>
            <a:ln>
              <a:noFill/>
            </a:ln>
          </p:spPr>
        </p:sp>
        <p:sp>
          <p:nvSpPr>
            <p:cNvPr id="2672" name="Heatmap cell r1 c79"/>
            <p:cNvSpPr/>
            <p:nvPr/>
          </p:nvSpPr>
          <p:spPr>
            <a:xfrm>
              <a:off x="1445033" y="11363"/>
              <a:ext cx="17140" cy="28503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2673" name="Heatmap cell r1 c80"/>
            <p:cNvSpPr/>
            <p:nvPr/>
          </p:nvSpPr>
          <p:spPr>
            <a:xfrm>
              <a:off x="1462078" y="11363"/>
              <a:ext cx="19034" cy="28503"/>
            </a:xfrm>
            <a:prstGeom prst="rect">
              <a:avLst/>
            </a:prstGeom>
            <a:solidFill>
              <a:srgbClr val="E89097"/>
            </a:solidFill>
            <a:ln>
              <a:noFill/>
            </a:ln>
          </p:spPr>
        </p:sp>
        <p:sp>
          <p:nvSpPr>
            <p:cNvPr id="2674" name="Heatmap cell r1 c81"/>
            <p:cNvSpPr/>
            <p:nvPr/>
          </p:nvSpPr>
          <p:spPr>
            <a:xfrm>
              <a:off x="1481017" y="11363"/>
              <a:ext cx="17140" cy="28503"/>
            </a:xfrm>
            <a:prstGeom prst="rect">
              <a:avLst/>
            </a:prstGeom>
            <a:solidFill>
              <a:srgbClr val="EDACB3"/>
            </a:solidFill>
            <a:ln>
              <a:noFill/>
            </a:ln>
          </p:spPr>
        </p:sp>
        <p:sp>
          <p:nvSpPr>
            <p:cNvPr id="2675" name="Heatmap cell r1 c82"/>
            <p:cNvSpPr/>
            <p:nvPr/>
          </p:nvSpPr>
          <p:spPr>
            <a:xfrm>
              <a:off x="1498062" y="11363"/>
              <a:ext cx="19034" cy="28503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2676" name="Heatmap cell r1 c83"/>
            <p:cNvSpPr/>
            <p:nvPr/>
          </p:nvSpPr>
          <p:spPr>
            <a:xfrm>
              <a:off x="1517001" y="11363"/>
              <a:ext cx="17140" cy="28503"/>
            </a:xfrm>
            <a:prstGeom prst="rect">
              <a:avLst/>
            </a:prstGeom>
            <a:solidFill>
              <a:srgbClr val="FCF6F6"/>
            </a:solidFill>
            <a:ln>
              <a:noFill/>
            </a:ln>
          </p:spPr>
        </p:sp>
        <p:sp>
          <p:nvSpPr>
            <p:cNvPr id="2677" name="Heatmap cell r1 c84"/>
            <p:cNvSpPr/>
            <p:nvPr/>
          </p:nvSpPr>
          <p:spPr>
            <a:xfrm>
              <a:off x="1534046" y="11363"/>
              <a:ext cx="19034" cy="28503"/>
            </a:xfrm>
            <a:prstGeom prst="rect">
              <a:avLst/>
            </a:prstGeom>
            <a:solidFill>
              <a:srgbClr val="99B0C8"/>
            </a:solidFill>
            <a:ln>
              <a:noFill/>
            </a:ln>
          </p:spPr>
        </p:sp>
        <p:sp>
          <p:nvSpPr>
            <p:cNvPr id="2678" name="Heatmap cell r1 c85"/>
            <p:cNvSpPr/>
            <p:nvPr/>
          </p:nvSpPr>
          <p:spPr>
            <a:xfrm>
              <a:off x="1552984" y="11363"/>
              <a:ext cx="17140" cy="28503"/>
            </a:xfrm>
            <a:prstGeom prst="rect">
              <a:avLst/>
            </a:prstGeom>
            <a:solidFill>
              <a:srgbClr val="EFB6BA"/>
            </a:solidFill>
            <a:ln>
              <a:noFill/>
            </a:ln>
          </p:spPr>
        </p:sp>
        <p:sp>
          <p:nvSpPr>
            <p:cNvPr id="2679" name="Heatmap cell r1 c86"/>
            <p:cNvSpPr/>
            <p:nvPr/>
          </p:nvSpPr>
          <p:spPr>
            <a:xfrm>
              <a:off x="1570029" y="11363"/>
              <a:ext cx="19034" cy="28503"/>
            </a:xfrm>
            <a:prstGeom prst="rect">
              <a:avLst/>
            </a:prstGeom>
            <a:solidFill>
              <a:srgbClr val="D6434F"/>
            </a:solidFill>
            <a:ln>
              <a:noFill/>
            </a:ln>
          </p:spPr>
        </p:sp>
        <p:sp>
          <p:nvSpPr>
            <p:cNvPr id="2680" name="Heatmap cell r1 c87"/>
            <p:cNvSpPr/>
            <p:nvPr/>
          </p:nvSpPr>
          <p:spPr>
            <a:xfrm>
              <a:off x="1588968" y="11363"/>
              <a:ext cx="17140" cy="28503"/>
            </a:xfrm>
            <a:prstGeom prst="rect">
              <a:avLst/>
            </a:prstGeom>
            <a:solidFill>
              <a:srgbClr val="F0BBC2"/>
            </a:solidFill>
            <a:ln>
              <a:noFill/>
            </a:ln>
          </p:spPr>
        </p:sp>
        <p:sp>
          <p:nvSpPr>
            <p:cNvPr id="2681" name="Heatmap cell r1 c88"/>
            <p:cNvSpPr/>
            <p:nvPr/>
          </p:nvSpPr>
          <p:spPr>
            <a:xfrm>
              <a:off x="1606013" y="11363"/>
              <a:ext cx="19034" cy="28503"/>
            </a:xfrm>
            <a:prstGeom prst="rect">
              <a:avLst/>
            </a:prstGeom>
            <a:solidFill>
              <a:srgbClr val="EB9FA7"/>
            </a:solidFill>
            <a:ln>
              <a:noFill/>
            </a:ln>
          </p:spPr>
        </p:sp>
        <p:sp>
          <p:nvSpPr>
            <p:cNvPr id="2682" name="Heatmap cell r1 c89"/>
            <p:cNvSpPr/>
            <p:nvPr/>
          </p:nvSpPr>
          <p:spPr>
            <a:xfrm>
              <a:off x="1624952" y="11363"/>
              <a:ext cx="19034" cy="28503"/>
            </a:xfrm>
            <a:prstGeom prst="rect">
              <a:avLst/>
            </a:prstGeom>
            <a:solidFill>
              <a:srgbClr val="CE1526"/>
            </a:solidFill>
            <a:ln>
              <a:noFill/>
            </a:ln>
          </p:spPr>
        </p:sp>
        <p:sp>
          <p:nvSpPr>
            <p:cNvPr id="2683" name="Heatmap cell r1 c90"/>
            <p:cNvSpPr/>
            <p:nvPr/>
          </p:nvSpPr>
          <p:spPr>
            <a:xfrm>
              <a:off x="1643891" y="11363"/>
              <a:ext cx="17140" cy="28503"/>
            </a:xfrm>
            <a:prstGeom prst="rect">
              <a:avLst/>
            </a:prstGeom>
            <a:solidFill>
              <a:srgbClr val="EFF3F7"/>
            </a:solidFill>
            <a:ln>
              <a:noFill/>
            </a:ln>
          </p:spPr>
        </p:sp>
        <p:sp>
          <p:nvSpPr>
            <p:cNvPr id="2684" name="Heatmap cell r1 c91"/>
            <p:cNvSpPr/>
            <p:nvPr/>
          </p:nvSpPr>
          <p:spPr>
            <a:xfrm>
              <a:off x="1660936" y="11363"/>
              <a:ext cx="19034" cy="28503"/>
            </a:xfrm>
            <a:prstGeom prst="rect">
              <a:avLst/>
            </a:prstGeom>
            <a:solidFill>
              <a:srgbClr val="B9C9DB"/>
            </a:solidFill>
            <a:ln>
              <a:noFill/>
            </a:ln>
          </p:spPr>
        </p:sp>
        <p:sp>
          <p:nvSpPr>
            <p:cNvPr id="2685" name="Heatmap cell r1 c92"/>
            <p:cNvSpPr/>
            <p:nvPr/>
          </p:nvSpPr>
          <p:spPr>
            <a:xfrm>
              <a:off x="1679875" y="11363"/>
              <a:ext cx="17140" cy="28503"/>
            </a:xfrm>
            <a:prstGeom prst="rect">
              <a:avLst/>
            </a:prstGeom>
            <a:solidFill>
              <a:srgbClr val="EFF3F7"/>
            </a:solidFill>
            <a:ln>
              <a:noFill/>
            </a:ln>
          </p:spPr>
        </p:sp>
        <p:sp>
          <p:nvSpPr>
            <p:cNvPr id="2686" name="Heatmap cell r1 c93"/>
            <p:cNvSpPr/>
            <p:nvPr/>
          </p:nvSpPr>
          <p:spPr>
            <a:xfrm>
              <a:off x="1696920" y="11363"/>
              <a:ext cx="19034" cy="28503"/>
            </a:xfrm>
            <a:prstGeom prst="rect">
              <a:avLst/>
            </a:prstGeom>
            <a:solidFill>
              <a:srgbClr val="6D91B3"/>
            </a:solidFill>
            <a:ln>
              <a:noFill/>
            </a:ln>
          </p:spPr>
        </p:sp>
        <p:sp>
          <p:nvSpPr>
            <p:cNvPr id="2687" name="Heatmap cell r1 c94"/>
            <p:cNvSpPr/>
            <p:nvPr/>
          </p:nvSpPr>
          <p:spPr>
            <a:xfrm>
              <a:off x="1715858" y="11363"/>
              <a:ext cx="17140" cy="28503"/>
            </a:xfrm>
            <a:prstGeom prst="rect">
              <a:avLst/>
            </a:prstGeom>
            <a:solidFill>
              <a:srgbClr val="EBA3AA"/>
            </a:solidFill>
            <a:ln>
              <a:noFill/>
            </a:ln>
          </p:spPr>
        </p:sp>
        <p:sp>
          <p:nvSpPr>
            <p:cNvPr id="2688" name="Heatmap cell r1 c95"/>
            <p:cNvSpPr/>
            <p:nvPr/>
          </p:nvSpPr>
          <p:spPr>
            <a:xfrm>
              <a:off x="1732903" y="11363"/>
              <a:ext cx="19034" cy="28503"/>
            </a:xfrm>
            <a:prstGeom prst="rect">
              <a:avLst/>
            </a:prstGeom>
            <a:solidFill>
              <a:srgbClr val="C51424"/>
            </a:solidFill>
            <a:ln>
              <a:noFill/>
            </a:ln>
          </p:spPr>
        </p:sp>
        <p:sp>
          <p:nvSpPr>
            <p:cNvPr id="2689" name="Heatmap cell r1 c96"/>
            <p:cNvSpPr/>
            <p:nvPr/>
          </p:nvSpPr>
          <p:spPr>
            <a:xfrm>
              <a:off x="1751842" y="11363"/>
              <a:ext cx="17140" cy="28503"/>
            </a:xfrm>
            <a:prstGeom prst="rect">
              <a:avLst/>
            </a:prstGeom>
            <a:solidFill>
              <a:srgbClr val="D2DDE7"/>
            </a:solidFill>
            <a:ln>
              <a:noFill/>
            </a:ln>
          </p:spPr>
        </p:sp>
        <p:sp>
          <p:nvSpPr>
            <p:cNvPr id="2690" name="Heatmap cell r1 c97"/>
            <p:cNvSpPr/>
            <p:nvPr/>
          </p:nvSpPr>
          <p:spPr>
            <a:xfrm>
              <a:off x="1768887" y="11363"/>
              <a:ext cx="19034" cy="28503"/>
            </a:xfrm>
            <a:prstGeom prst="rect">
              <a:avLst/>
            </a:prstGeom>
            <a:solidFill>
              <a:srgbClr val="92ADC6"/>
            </a:solidFill>
            <a:ln>
              <a:noFill/>
            </a:ln>
          </p:spPr>
        </p:sp>
        <p:sp>
          <p:nvSpPr>
            <p:cNvPr id="2691" name="Heatmap cell r1 c98"/>
            <p:cNvSpPr/>
            <p:nvPr/>
          </p:nvSpPr>
          <p:spPr>
            <a:xfrm>
              <a:off x="1787826" y="11363"/>
              <a:ext cx="17140" cy="28503"/>
            </a:xfrm>
            <a:prstGeom prst="rect">
              <a:avLst/>
            </a:prstGeom>
            <a:solidFill>
              <a:srgbClr val="F5CED2"/>
            </a:solidFill>
            <a:ln>
              <a:noFill/>
            </a:ln>
          </p:spPr>
        </p:sp>
        <p:sp>
          <p:nvSpPr>
            <p:cNvPr id="2692" name="Heatmap cell r1 c99"/>
            <p:cNvSpPr/>
            <p:nvPr/>
          </p:nvSpPr>
          <p:spPr>
            <a:xfrm>
              <a:off x="1804871" y="11363"/>
              <a:ext cx="19034" cy="28503"/>
            </a:xfrm>
            <a:prstGeom prst="rect">
              <a:avLst/>
            </a:prstGeom>
            <a:solidFill>
              <a:srgbClr val="EDADB4"/>
            </a:solidFill>
            <a:ln>
              <a:noFill/>
            </a:ln>
          </p:spPr>
        </p:sp>
        <p:sp>
          <p:nvSpPr>
            <p:cNvPr id="2693" name="Heatmap cell r1 c100"/>
            <p:cNvSpPr/>
            <p:nvPr/>
          </p:nvSpPr>
          <p:spPr>
            <a:xfrm>
              <a:off x="1823810" y="11363"/>
              <a:ext cx="17140" cy="28503"/>
            </a:xfrm>
            <a:prstGeom prst="rect">
              <a:avLst/>
            </a:prstGeom>
            <a:solidFill>
              <a:srgbClr val="F1F5F8"/>
            </a:solidFill>
            <a:ln>
              <a:noFill/>
            </a:ln>
          </p:spPr>
        </p:sp>
        <p:sp>
          <p:nvSpPr>
            <p:cNvPr id="2694" name="Heatmap cell r1 c101"/>
            <p:cNvSpPr/>
            <p:nvPr/>
          </p:nvSpPr>
          <p:spPr>
            <a:xfrm>
              <a:off x="1840855" y="11363"/>
              <a:ext cx="19034" cy="28503"/>
            </a:xfrm>
            <a:prstGeom prst="rect">
              <a:avLst/>
            </a:prstGeom>
            <a:solidFill>
              <a:srgbClr val="EAEEF4"/>
            </a:solidFill>
            <a:ln>
              <a:noFill/>
            </a:ln>
          </p:spPr>
        </p:sp>
        <p:sp>
          <p:nvSpPr>
            <p:cNvPr id="2695" name="Heatmap cell r1 c102"/>
            <p:cNvSpPr/>
            <p:nvPr/>
          </p:nvSpPr>
          <p:spPr>
            <a:xfrm>
              <a:off x="1859794" y="11363"/>
              <a:ext cx="19034" cy="28503"/>
            </a:xfrm>
            <a:prstGeom prst="rect">
              <a:avLst/>
            </a:prstGeom>
            <a:solidFill>
              <a:srgbClr val="ADC2D4"/>
            </a:solidFill>
            <a:ln>
              <a:noFill/>
            </a:ln>
          </p:spPr>
        </p:sp>
        <p:sp>
          <p:nvSpPr>
            <p:cNvPr id="2696" name="Heatmap cell r1 c103"/>
            <p:cNvSpPr/>
            <p:nvPr/>
          </p:nvSpPr>
          <p:spPr>
            <a:xfrm>
              <a:off x="1878732" y="11363"/>
              <a:ext cx="17140" cy="28503"/>
            </a:xfrm>
            <a:prstGeom prst="rect">
              <a:avLst/>
            </a:prstGeom>
            <a:solidFill>
              <a:srgbClr val="EFB8BC"/>
            </a:solidFill>
            <a:ln>
              <a:noFill/>
            </a:ln>
          </p:spPr>
        </p:sp>
        <p:sp>
          <p:nvSpPr>
            <p:cNvPr id="2697" name="Heatmap cell r1 c104"/>
            <p:cNvSpPr/>
            <p:nvPr/>
          </p:nvSpPr>
          <p:spPr>
            <a:xfrm>
              <a:off x="1895777" y="11363"/>
              <a:ext cx="19034" cy="28503"/>
            </a:xfrm>
            <a:prstGeom prst="rect">
              <a:avLst/>
            </a:prstGeom>
            <a:solidFill>
              <a:srgbClr val="ACC0D3"/>
            </a:solidFill>
            <a:ln>
              <a:noFill/>
            </a:ln>
          </p:spPr>
        </p:sp>
        <p:sp>
          <p:nvSpPr>
            <p:cNvPr id="2698" name="Heatmap cell r1 c105"/>
            <p:cNvSpPr/>
            <p:nvPr/>
          </p:nvSpPr>
          <p:spPr>
            <a:xfrm>
              <a:off x="1914716" y="11363"/>
              <a:ext cx="17140" cy="28503"/>
            </a:xfrm>
            <a:prstGeom prst="rect">
              <a:avLst/>
            </a:prstGeom>
            <a:solidFill>
              <a:srgbClr val="F1C2C6"/>
            </a:solidFill>
            <a:ln>
              <a:noFill/>
            </a:ln>
          </p:spPr>
        </p:sp>
        <p:sp>
          <p:nvSpPr>
            <p:cNvPr id="2699" name="Heatmap cell r1 c106"/>
            <p:cNvSpPr/>
            <p:nvPr/>
          </p:nvSpPr>
          <p:spPr>
            <a:xfrm>
              <a:off x="1931761" y="11363"/>
              <a:ext cx="19034" cy="28503"/>
            </a:xfrm>
            <a:prstGeom prst="rect">
              <a:avLst/>
            </a:prstGeom>
            <a:solidFill>
              <a:srgbClr val="EA99A0"/>
            </a:solidFill>
            <a:ln>
              <a:noFill/>
            </a:ln>
          </p:spPr>
        </p:sp>
        <p:sp>
          <p:nvSpPr>
            <p:cNvPr id="2700" name="Heatmap cell r1 c107"/>
            <p:cNvSpPr/>
            <p:nvPr/>
          </p:nvSpPr>
          <p:spPr>
            <a:xfrm>
              <a:off x="1950700" y="11363"/>
              <a:ext cx="17140" cy="28503"/>
            </a:xfrm>
            <a:prstGeom prst="rect">
              <a:avLst/>
            </a:prstGeom>
            <a:solidFill>
              <a:srgbClr val="8D1017"/>
            </a:solidFill>
            <a:ln>
              <a:noFill/>
            </a:ln>
          </p:spPr>
        </p:sp>
        <p:sp>
          <p:nvSpPr>
            <p:cNvPr id="2701" name="Heatmap cell r1 c108"/>
            <p:cNvSpPr/>
            <p:nvPr/>
          </p:nvSpPr>
          <p:spPr>
            <a:xfrm>
              <a:off x="1967745" y="11363"/>
              <a:ext cx="19034" cy="28503"/>
            </a:xfrm>
            <a:prstGeom prst="rect">
              <a:avLst/>
            </a:prstGeom>
            <a:solidFill>
              <a:srgbClr val="C2D0DE"/>
            </a:solidFill>
            <a:ln>
              <a:noFill/>
            </a:ln>
          </p:spPr>
        </p:sp>
        <p:sp>
          <p:nvSpPr>
            <p:cNvPr id="2702" name="Heatmap cell r1 c109"/>
            <p:cNvSpPr/>
            <p:nvPr/>
          </p:nvSpPr>
          <p:spPr>
            <a:xfrm>
              <a:off x="1986684" y="11363"/>
              <a:ext cx="17140" cy="28503"/>
            </a:xfrm>
            <a:prstGeom prst="rect">
              <a:avLst/>
            </a:prstGeom>
            <a:solidFill>
              <a:srgbClr val="5E84AA"/>
            </a:solidFill>
            <a:ln>
              <a:noFill/>
            </a:ln>
          </p:spPr>
        </p:sp>
        <p:sp>
          <p:nvSpPr>
            <p:cNvPr id="2703" name="Heatmap cell r1 c110"/>
            <p:cNvSpPr/>
            <p:nvPr/>
          </p:nvSpPr>
          <p:spPr>
            <a:xfrm>
              <a:off x="2003729" y="11363"/>
              <a:ext cx="19034" cy="28503"/>
            </a:xfrm>
            <a:prstGeom prst="rect">
              <a:avLst/>
            </a:prstGeom>
            <a:solidFill>
              <a:srgbClr val="9FB7CD"/>
            </a:solidFill>
            <a:ln>
              <a:noFill/>
            </a:ln>
          </p:spPr>
        </p:sp>
        <p:sp>
          <p:nvSpPr>
            <p:cNvPr id="2704" name="Heatmap cell r1 c111"/>
            <p:cNvSpPr/>
            <p:nvPr/>
          </p:nvSpPr>
          <p:spPr>
            <a:xfrm>
              <a:off x="2022668" y="11363"/>
              <a:ext cx="17140" cy="28503"/>
            </a:xfrm>
            <a:prstGeom prst="rect">
              <a:avLst/>
            </a:prstGeom>
            <a:solidFill>
              <a:srgbClr val="E0737C"/>
            </a:solidFill>
            <a:ln>
              <a:noFill/>
            </a:ln>
          </p:spPr>
        </p:sp>
        <p:sp>
          <p:nvSpPr>
            <p:cNvPr id="2705" name="Heatmap cell r1 c113"/>
            <p:cNvSpPr/>
            <p:nvPr/>
          </p:nvSpPr>
          <p:spPr>
            <a:xfrm>
              <a:off x="2058651" y="11363"/>
              <a:ext cx="17140" cy="28503"/>
            </a:xfrm>
            <a:prstGeom prst="rect">
              <a:avLst/>
            </a:prstGeom>
            <a:solidFill>
              <a:srgbClr val="DB525F"/>
            </a:solidFill>
            <a:ln>
              <a:noFill/>
            </a:ln>
          </p:spPr>
        </p:sp>
        <p:sp>
          <p:nvSpPr>
            <p:cNvPr id="2706" name="Heatmap cell r1 c114"/>
            <p:cNvSpPr/>
            <p:nvPr/>
          </p:nvSpPr>
          <p:spPr>
            <a:xfrm>
              <a:off x="2075696" y="11363"/>
              <a:ext cx="19034" cy="28503"/>
            </a:xfrm>
            <a:prstGeom prst="rect">
              <a:avLst/>
            </a:prstGeom>
            <a:solidFill>
              <a:srgbClr val="E48189"/>
            </a:solidFill>
            <a:ln>
              <a:noFill/>
            </a:ln>
          </p:spPr>
        </p:sp>
        <p:sp>
          <p:nvSpPr>
            <p:cNvPr id="2707" name="Heatmap cell r1 c115"/>
            <p:cNvSpPr/>
            <p:nvPr/>
          </p:nvSpPr>
          <p:spPr>
            <a:xfrm>
              <a:off x="2094635" y="11363"/>
              <a:ext cx="19034" cy="28503"/>
            </a:xfrm>
            <a:prstGeom prst="rect">
              <a:avLst/>
            </a:prstGeom>
            <a:solidFill>
              <a:srgbClr val="DF646E"/>
            </a:solidFill>
            <a:ln>
              <a:noFill/>
            </a:ln>
          </p:spPr>
        </p:sp>
        <p:sp>
          <p:nvSpPr>
            <p:cNvPr id="2708" name="Heatmap cell r1 c116"/>
            <p:cNvSpPr/>
            <p:nvPr/>
          </p:nvSpPr>
          <p:spPr>
            <a:xfrm>
              <a:off x="2113574" y="11363"/>
              <a:ext cx="17140" cy="28503"/>
            </a:xfrm>
            <a:prstGeom prst="rect">
              <a:avLst/>
            </a:prstGeom>
            <a:solidFill>
              <a:srgbClr val="F5D1D4"/>
            </a:solidFill>
            <a:ln>
              <a:noFill/>
            </a:ln>
          </p:spPr>
        </p:sp>
        <p:sp>
          <p:nvSpPr>
            <p:cNvPr id="2709" name="Heatmap cell r1 c117"/>
            <p:cNvSpPr/>
            <p:nvPr/>
          </p:nvSpPr>
          <p:spPr>
            <a:xfrm>
              <a:off x="2130619" y="11363"/>
              <a:ext cx="19034" cy="28503"/>
            </a:xfrm>
            <a:prstGeom prst="rect">
              <a:avLst/>
            </a:prstGeom>
            <a:solidFill>
              <a:srgbClr val="BDCEDD"/>
            </a:solidFill>
            <a:ln>
              <a:noFill/>
            </a:ln>
          </p:spPr>
        </p:sp>
        <p:sp>
          <p:nvSpPr>
            <p:cNvPr id="2710" name="Heatmap cell r1 c118"/>
            <p:cNvSpPr/>
            <p:nvPr/>
          </p:nvSpPr>
          <p:spPr>
            <a:xfrm>
              <a:off x="2149558" y="11363"/>
              <a:ext cx="17140" cy="28503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2711" name="Heatmap cell r1 c119"/>
            <p:cNvSpPr/>
            <p:nvPr/>
          </p:nvSpPr>
          <p:spPr>
            <a:xfrm>
              <a:off x="2166603" y="11363"/>
              <a:ext cx="19034" cy="28503"/>
            </a:xfrm>
            <a:prstGeom prst="rect">
              <a:avLst/>
            </a:prstGeom>
            <a:solidFill>
              <a:srgbClr val="F1C0C6"/>
            </a:solidFill>
            <a:ln>
              <a:noFill/>
            </a:ln>
          </p:spPr>
        </p:sp>
        <p:sp>
          <p:nvSpPr>
            <p:cNvPr id="2712" name="Heatmap cell r1 c120"/>
            <p:cNvSpPr/>
            <p:nvPr/>
          </p:nvSpPr>
          <p:spPr>
            <a:xfrm>
              <a:off x="2185542" y="11363"/>
              <a:ext cx="17140" cy="28503"/>
            </a:xfrm>
            <a:prstGeom prst="rect">
              <a:avLst/>
            </a:prstGeom>
            <a:solidFill>
              <a:srgbClr val="EA9DA3"/>
            </a:solidFill>
            <a:ln>
              <a:noFill/>
            </a:ln>
          </p:spPr>
        </p:sp>
        <p:sp>
          <p:nvSpPr>
            <p:cNvPr id="2713" name="Heatmap cell r1 c121"/>
            <p:cNvSpPr/>
            <p:nvPr/>
          </p:nvSpPr>
          <p:spPr>
            <a:xfrm>
              <a:off x="2202586" y="11363"/>
              <a:ext cx="19034" cy="28503"/>
            </a:xfrm>
            <a:prstGeom prst="rect">
              <a:avLst/>
            </a:prstGeom>
            <a:solidFill>
              <a:srgbClr val="FAECEC"/>
            </a:solidFill>
            <a:ln>
              <a:noFill/>
            </a:ln>
          </p:spPr>
        </p:sp>
        <p:sp>
          <p:nvSpPr>
            <p:cNvPr id="2714" name="Heatmap cell r1 c122"/>
            <p:cNvSpPr/>
            <p:nvPr/>
          </p:nvSpPr>
          <p:spPr>
            <a:xfrm>
              <a:off x="2221525" y="11363"/>
              <a:ext cx="17140" cy="28503"/>
            </a:xfrm>
            <a:prstGeom prst="rect">
              <a:avLst/>
            </a:prstGeom>
            <a:solidFill>
              <a:srgbClr val="EEB1B7"/>
            </a:solidFill>
            <a:ln>
              <a:noFill/>
            </a:ln>
          </p:spPr>
        </p:sp>
        <p:sp>
          <p:nvSpPr>
            <p:cNvPr id="2715" name="Heatmap cell r1 c123"/>
            <p:cNvSpPr/>
            <p:nvPr/>
          </p:nvSpPr>
          <p:spPr>
            <a:xfrm>
              <a:off x="2238570" y="11363"/>
              <a:ext cx="19034" cy="28503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2716" name="Heatmap cell r1 c124"/>
            <p:cNvSpPr/>
            <p:nvPr/>
          </p:nvSpPr>
          <p:spPr>
            <a:xfrm>
              <a:off x="2257509" y="11363"/>
              <a:ext cx="17140" cy="28503"/>
            </a:xfrm>
            <a:prstGeom prst="rect">
              <a:avLst/>
            </a:prstGeom>
            <a:solidFill>
              <a:srgbClr val="C8D5E2"/>
            </a:solidFill>
            <a:ln>
              <a:noFill/>
            </a:ln>
          </p:spPr>
        </p:sp>
        <p:sp>
          <p:nvSpPr>
            <p:cNvPr id="2717" name="Heatmap cell r1 c126"/>
            <p:cNvSpPr/>
            <p:nvPr/>
          </p:nvSpPr>
          <p:spPr>
            <a:xfrm>
              <a:off x="2293493" y="11363"/>
              <a:ext cx="17140" cy="28503"/>
            </a:xfrm>
            <a:prstGeom prst="rect">
              <a:avLst/>
            </a:prstGeom>
            <a:solidFill>
              <a:srgbClr val="D11F31"/>
            </a:solidFill>
            <a:ln>
              <a:noFill/>
            </a:ln>
          </p:spPr>
        </p:sp>
        <p:sp>
          <p:nvSpPr>
            <p:cNvPr id="2718" name="Heatmap cell r1 c127"/>
            <p:cNvSpPr/>
            <p:nvPr/>
          </p:nvSpPr>
          <p:spPr>
            <a:xfrm>
              <a:off x="2310538" y="11363"/>
              <a:ext cx="19034" cy="28503"/>
            </a:xfrm>
            <a:prstGeom prst="rect">
              <a:avLst/>
            </a:prstGeom>
            <a:solidFill>
              <a:srgbClr val="DB525F"/>
            </a:solidFill>
            <a:ln>
              <a:noFill/>
            </a:ln>
          </p:spPr>
        </p:sp>
        <p:sp>
          <p:nvSpPr>
            <p:cNvPr id="2719" name="Heatmap cell r1 c128"/>
            <p:cNvSpPr/>
            <p:nvPr/>
          </p:nvSpPr>
          <p:spPr>
            <a:xfrm>
              <a:off x="2329477" y="11363"/>
              <a:ext cx="19034" cy="28503"/>
            </a:xfrm>
            <a:prstGeom prst="rect">
              <a:avLst/>
            </a:prstGeom>
            <a:solidFill>
              <a:srgbClr val="DF646E"/>
            </a:solidFill>
            <a:ln>
              <a:noFill/>
            </a:ln>
          </p:spPr>
        </p:sp>
        <p:sp>
          <p:nvSpPr>
            <p:cNvPr id="2720" name="Heatmap cell r1 c130"/>
            <p:cNvSpPr/>
            <p:nvPr/>
          </p:nvSpPr>
          <p:spPr>
            <a:xfrm>
              <a:off x="2365460" y="11363"/>
              <a:ext cx="19034" cy="28503"/>
            </a:xfrm>
            <a:prstGeom prst="rect">
              <a:avLst/>
            </a:prstGeom>
            <a:solidFill>
              <a:srgbClr val="F6F8F9"/>
            </a:solidFill>
            <a:ln>
              <a:noFill/>
            </a:ln>
          </p:spPr>
        </p:sp>
        <p:sp>
          <p:nvSpPr>
            <p:cNvPr id="2721" name="Heatmap cell r1 c131"/>
            <p:cNvSpPr/>
            <p:nvPr/>
          </p:nvSpPr>
          <p:spPr>
            <a:xfrm>
              <a:off x="2384399" y="11363"/>
              <a:ext cx="17140" cy="28503"/>
            </a:xfrm>
            <a:prstGeom prst="rect">
              <a:avLst/>
            </a:prstGeom>
            <a:solidFill>
              <a:srgbClr val="527BA3"/>
            </a:solidFill>
            <a:ln>
              <a:noFill/>
            </a:ln>
          </p:spPr>
        </p:sp>
        <p:sp>
          <p:nvSpPr>
            <p:cNvPr id="2722" name="Heatmap cell r1 c133"/>
            <p:cNvSpPr/>
            <p:nvPr/>
          </p:nvSpPr>
          <p:spPr>
            <a:xfrm>
              <a:off x="2420383" y="11363"/>
              <a:ext cx="17140" cy="28503"/>
            </a:xfrm>
            <a:prstGeom prst="rect">
              <a:avLst/>
            </a:prstGeom>
            <a:solidFill>
              <a:srgbClr val="D63D4B"/>
            </a:solidFill>
            <a:ln>
              <a:noFill/>
            </a:ln>
          </p:spPr>
        </p:sp>
        <p:sp>
          <p:nvSpPr>
            <p:cNvPr id="2723" name="Heatmap cell r1 c134"/>
            <p:cNvSpPr/>
            <p:nvPr/>
          </p:nvSpPr>
          <p:spPr>
            <a:xfrm>
              <a:off x="2437428" y="11363"/>
              <a:ext cx="19034" cy="28503"/>
            </a:xfrm>
            <a:prstGeom prst="rect">
              <a:avLst/>
            </a:prstGeom>
            <a:solidFill>
              <a:srgbClr val="EBA9AE"/>
            </a:solidFill>
            <a:ln>
              <a:noFill/>
            </a:ln>
          </p:spPr>
        </p:sp>
        <p:sp>
          <p:nvSpPr>
            <p:cNvPr id="2724" name="Heatmap cell r1 c135"/>
            <p:cNvSpPr/>
            <p:nvPr/>
          </p:nvSpPr>
          <p:spPr>
            <a:xfrm>
              <a:off x="2456367" y="11363"/>
              <a:ext cx="17140" cy="28503"/>
            </a:xfrm>
            <a:prstGeom prst="rect">
              <a:avLst/>
            </a:prstGeom>
            <a:solidFill>
              <a:srgbClr val="F8DDDF"/>
            </a:solidFill>
            <a:ln>
              <a:noFill/>
            </a:ln>
          </p:spPr>
        </p:sp>
        <p:sp>
          <p:nvSpPr>
            <p:cNvPr id="2725" name="Heatmap cell r1 c136"/>
            <p:cNvSpPr/>
            <p:nvPr/>
          </p:nvSpPr>
          <p:spPr>
            <a:xfrm>
              <a:off x="2473412" y="11363"/>
              <a:ext cx="19034" cy="28503"/>
            </a:xfrm>
            <a:prstGeom prst="rect">
              <a:avLst/>
            </a:prstGeom>
            <a:solidFill>
              <a:srgbClr val="B3C5D6"/>
            </a:solidFill>
            <a:ln>
              <a:noFill/>
            </a:ln>
          </p:spPr>
        </p:sp>
        <p:sp>
          <p:nvSpPr>
            <p:cNvPr id="2726" name="Heatmap cell r1 c137"/>
            <p:cNvSpPr/>
            <p:nvPr/>
          </p:nvSpPr>
          <p:spPr>
            <a:xfrm>
              <a:off x="2492351" y="11363"/>
              <a:ext cx="17140" cy="28503"/>
            </a:xfrm>
            <a:prstGeom prst="rect">
              <a:avLst/>
            </a:prstGeom>
            <a:solidFill>
              <a:srgbClr val="F3C7CC"/>
            </a:solidFill>
            <a:ln>
              <a:noFill/>
            </a:ln>
          </p:spPr>
        </p:sp>
        <p:sp>
          <p:nvSpPr>
            <p:cNvPr id="2727" name="Heatmap cell r1 c138"/>
            <p:cNvSpPr/>
            <p:nvPr/>
          </p:nvSpPr>
          <p:spPr>
            <a:xfrm>
              <a:off x="2509396" y="11363"/>
              <a:ext cx="19034" cy="28503"/>
            </a:xfrm>
            <a:prstGeom prst="rect">
              <a:avLst/>
            </a:prstGeom>
            <a:solidFill>
              <a:srgbClr val="D4DFE9"/>
            </a:solidFill>
            <a:ln>
              <a:noFill/>
            </a:ln>
          </p:spPr>
        </p:sp>
        <p:sp>
          <p:nvSpPr>
            <p:cNvPr id="2728" name="Heatmap cell r1 c139"/>
            <p:cNvSpPr/>
            <p:nvPr/>
          </p:nvSpPr>
          <p:spPr>
            <a:xfrm>
              <a:off x="2528334" y="11363"/>
              <a:ext cx="17140" cy="28503"/>
            </a:xfrm>
            <a:prstGeom prst="rect">
              <a:avLst/>
            </a:prstGeom>
            <a:solidFill>
              <a:srgbClr val="DCE3EB"/>
            </a:solidFill>
            <a:ln>
              <a:noFill/>
            </a:ln>
          </p:spPr>
        </p:sp>
        <p:sp>
          <p:nvSpPr>
            <p:cNvPr id="2729" name="Heatmap cell r1 c140"/>
            <p:cNvSpPr/>
            <p:nvPr/>
          </p:nvSpPr>
          <p:spPr>
            <a:xfrm>
              <a:off x="2545379" y="11363"/>
              <a:ext cx="19034" cy="28503"/>
            </a:xfrm>
            <a:prstGeom prst="rect">
              <a:avLst/>
            </a:prstGeom>
            <a:solidFill>
              <a:srgbClr val="EDB0B6"/>
            </a:solidFill>
            <a:ln>
              <a:noFill/>
            </a:ln>
          </p:spPr>
        </p:sp>
        <p:sp>
          <p:nvSpPr>
            <p:cNvPr id="2730" name="Heatmap cell r1 c141"/>
            <p:cNvSpPr/>
            <p:nvPr/>
          </p:nvSpPr>
          <p:spPr>
            <a:xfrm>
              <a:off x="2564318" y="11363"/>
              <a:ext cx="19034" cy="28503"/>
            </a:xfrm>
            <a:prstGeom prst="rect">
              <a:avLst/>
            </a:prstGeom>
            <a:solidFill>
              <a:srgbClr val="C2D0DE"/>
            </a:solidFill>
            <a:ln>
              <a:noFill/>
            </a:ln>
          </p:spPr>
        </p:sp>
        <p:sp>
          <p:nvSpPr>
            <p:cNvPr id="2731" name="Heatmap cell r1 c142"/>
            <p:cNvSpPr/>
            <p:nvPr/>
          </p:nvSpPr>
          <p:spPr>
            <a:xfrm>
              <a:off x="2583257" y="11363"/>
              <a:ext cx="17140" cy="28503"/>
            </a:xfrm>
            <a:prstGeom prst="rect">
              <a:avLst/>
            </a:prstGeom>
            <a:solidFill>
              <a:srgbClr val="CDD9E3"/>
            </a:solidFill>
            <a:ln>
              <a:noFill/>
            </a:ln>
          </p:spPr>
        </p:sp>
        <p:sp>
          <p:nvSpPr>
            <p:cNvPr id="2732" name="Heatmap cell r1 c143"/>
            <p:cNvSpPr/>
            <p:nvPr/>
          </p:nvSpPr>
          <p:spPr>
            <a:xfrm>
              <a:off x="2600302" y="11363"/>
              <a:ext cx="19034" cy="28503"/>
            </a:xfrm>
            <a:prstGeom prst="rect">
              <a:avLst/>
            </a:prstGeom>
            <a:solidFill>
              <a:srgbClr val="DDE4EC"/>
            </a:solidFill>
            <a:ln>
              <a:noFill/>
            </a:ln>
          </p:spPr>
        </p:sp>
        <p:sp>
          <p:nvSpPr>
            <p:cNvPr id="2733" name="Heatmap cell r1 c144"/>
            <p:cNvSpPr/>
            <p:nvPr/>
          </p:nvSpPr>
          <p:spPr>
            <a:xfrm>
              <a:off x="2619241" y="11363"/>
              <a:ext cx="17140" cy="28503"/>
            </a:xfrm>
            <a:prstGeom prst="rect">
              <a:avLst/>
            </a:prstGeom>
            <a:solidFill>
              <a:srgbClr val="F5D1D4"/>
            </a:solidFill>
            <a:ln>
              <a:noFill/>
            </a:ln>
          </p:spPr>
        </p:sp>
        <p:sp>
          <p:nvSpPr>
            <p:cNvPr id="2734" name="Heatmap cell r1 c145"/>
            <p:cNvSpPr/>
            <p:nvPr/>
          </p:nvSpPr>
          <p:spPr>
            <a:xfrm>
              <a:off x="2636286" y="11363"/>
              <a:ext cx="19034" cy="28503"/>
            </a:xfrm>
            <a:prstGeom prst="rect">
              <a:avLst/>
            </a:prstGeom>
            <a:solidFill>
              <a:srgbClr val="921019"/>
            </a:solidFill>
            <a:ln>
              <a:noFill/>
            </a:ln>
          </p:spPr>
        </p:sp>
        <p:sp>
          <p:nvSpPr>
            <p:cNvPr id="2735" name="Heatmap cell r1 c146"/>
            <p:cNvSpPr/>
            <p:nvPr/>
          </p:nvSpPr>
          <p:spPr>
            <a:xfrm>
              <a:off x="2655225" y="11363"/>
              <a:ext cx="17140" cy="28503"/>
            </a:xfrm>
            <a:prstGeom prst="rect">
              <a:avLst/>
            </a:prstGeom>
            <a:solidFill>
              <a:srgbClr val="E78992"/>
            </a:solidFill>
            <a:ln>
              <a:noFill/>
            </a:ln>
          </p:spPr>
        </p:sp>
        <p:sp>
          <p:nvSpPr>
            <p:cNvPr id="2736" name="Heatmap cell r1 c147"/>
            <p:cNvSpPr/>
            <p:nvPr/>
          </p:nvSpPr>
          <p:spPr>
            <a:xfrm>
              <a:off x="2672270" y="11363"/>
              <a:ext cx="19034" cy="28503"/>
            </a:xfrm>
            <a:prstGeom prst="rect">
              <a:avLst/>
            </a:prstGeom>
            <a:solidFill>
              <a:srgbClr val="ECA0A8"/>
            </a:solidFill>
            <a:ln>
              <a:noFill/>
            </a:ln>
          </p:spPr>
        </p:sp>
        <p:sp>
          <p:nvSpPr>
            <p:cNvPr id="2737" name="Heatmap cell r1 c148"/>
            <p:cNvSpPr/>
            <p:nvPr/>
          </p:nvSpPr>
          <p:spPr>
            <a:xfrm>
              <a:off x="2691208" y="11363"/>
              <a:ext cx="17140" cy="28503"/>
            </a:xfrm>
            <a:prstGeom prst="rect">
              <a:avLst/>
            </a:prstGeom>
            <a:solidFill>
              <a:srgbClr val="DC5763"/>
            </a:solidFill>
            <a:ln>
              <a:noFill/>
            </a:ln>
          </p:spPr>
        </p:sp>
        <p:sp>
          <p:nvSpPr>
            <p:cNvPr id="2738" name="Heatmap cell r1 c149"/>
            <p:cNvSpPr/>
            <p:nvPr/>
          </p:nvSpPr>
          <p:spPr>
            <a:xfrm>
              <a:off x="2708253" y="11363"/>
              <a:ext cx="19034" cy="28503"/>
            </a:xfrm>
            <a:prstGeom prst="rect">
              <a:avLst/>
            </a:prstGeom>
            <a:solidFill>
              <a:srgbClr val="C3D1DF"/>
            </a:solidFill>
            <a:ln>
              <a:noFill/>
            </a:ln>
          </p:spPr>
        </p:sp>
        <p:sp>
          <p:nvSpPr>
            <p:cNvPr id="2739" name="Heatmap cell r1 c150"/>
            <p:cNvSpPr/>
            <p:nvPr/>
          </p:nvSpPr>
          <p:spPr>
            <a:xfrm>
              <a:off x="2727192" y="11363"/>
              <a:ext cx="17140" cy="28503"/>
            </a:xfrm>
            <a:prstGeom prst="rect">
              <a:avLst/>
            </a:prstGeom>
            <a:solidFill>
              <a:srgbClr val="F1BEC3"/>
            </a:solidFill>
            <a:ln>
              <a:noFill/>
            </a:ln>
          </p:spPr>
        </p:sp>
        <p:sp>
          <p:nvSpPr>
            <p:cNvPr id="2740" name="Heatmap cell r1 c151"/>
            <p:cNvSpPr/>
            <p:nvPr/>
          </p:nvSpPr>
          <p:spPr>
            <a:xfrm>
              <a:off x="2744237" y="11363"/>
              <a:ext cx="19034" cy="28503"/>
            </a:xfrm>
            <a:prstGeom prst="rect">
              <a:avLst/>
            </a:prstGeom>
            <a:solidFill>
              <a:srgbClr val="F0F5F8"/>
            </a:solidFill>
            <a:ln>
              <a:noFill/>
            </a:ln>
          </p:spPr>
        </p:sp>
        <p:sp>
          <p:nvSpPr>
            <p:cNvPr id="2741" name="Heatmap cell r1 c152"/>
            <p:cNvSpPr/>
            <p:nvPr/>
          </p:nvSpPr>
          <p:spPr>
            <a:xfrm>
              <a:off x="2763176" y="11363"/>
              <a:ext cx="17140" cy="28503"/>
            </a:xfrm>
            <a:prstGeom prst="rect">
              <a:avLst/>
            </a:prstGeom>
            <a:solidFill>
              <a:srgbClr val="C7D4E1"/>
            </a:solidFill>
            <a:ln>
              <a:noFill/>
            </a:ln>
          </p:spPr>
        </p:sp>
        <p:sp>
          <p:nvSpPr>
            <p:cNvPr id="2742" name="Heatmap cell r1 c153"/>
            <p:cNvSpPr/>
            <p:nvPr/>
          </p:nvSpPr>
          <p:spPr>
            <a:xfrm>
              <a:off x="2780221" y="11363"/>
              <a:ext cx="19034" cy="28503"/>
            </a:xfrm>
            <a:prstGeom prst="rect">
              <a:avLst/>
            </a:prstGeom>
            <a:solidFill>
              <a:srgbClr val="E17680"/>
            </a:solidFill>
            <a:ln>
              <a:noFill/>
            </a:ln>
          </p:spPr>
        </p:sp>
        <p:sp>
          <p:nvSpPr>
            <p:cNvPr id="2743" name="Heatmap cell r1 c154"/>
            <p:cNvSpPr/>
            <p:nvPr/>
          </p:nvSpPr>
          <p:spPr>
            <a:xfrm>
              <a:off x="2799160" y="11363"/>
              <a:ext cx="17140" cy="28503"/>
            </a:xfrm>
            <a:prstGeom prst="rect">
              <a:avLst/>
            </a:prstGeom>
            <a:solidFill>
              <a:srgbClr val="8AA7C2"/>
            </a:solidFill>
            <a:ln>
              <a:noFill/>
            </a:ln>
          </p:spPr>
        </p:sp>
        <p:sp>
          <p:nvSpPr>
            <p:cNvPr id="2744" name="Heatmap cell r1 c155"/>
            <p:cNvSpPr/>
            <p:nvPr/>
          </p:nvSpPr>
          <p:spPr>
            <a:xfrm>
              <a:off x="2816205" y="11363"/>
              <a:ext cx="19034" cy="28503"/>
            </a:xfrm>
            <a:prstGeom prst="rect">
              <a:avLst/>
            </a:prstGeom>
            <a:solidFill>
              <a:srgbClr val="DF6770"/>
            </a:solidFill>
            <a:ln>
              <a:noFill/>
            </a:ln>
          </p:spPr>
        </p:sp>
        <p:sp>
          <p:nvSpPr>
            <p:cNvPr id="2745" name="Heatmap cell r1 c156"/>
            <p:cNvSpPr/>
            <p:nvPr/>
          </p:nvSpPr>
          <p:spPr>
            <a:xfrm>
              <a:off x="2835144" y="11363"/>
              <a:ext cx="19034" cy="28503"/>
            </a:xfrm>
            <a:prstGeom prst="rect">
              <a:avLst/>
            </a:prstGeom>
            <a:solidFill>
              <a:srgbClr val="FBF5F5"/>
            </a:solidFill>
            <a:ln>
              <a:noFill/>
            </a:ln>
          </p:spPr>
        </p:sp>
        <p:sp>
          <p:nvSpPr>
            <p:cNvPr id="2746" name="Heatmap cell r1 c157"/>
            <p:cNvSpPr/>
            <p:nvPr/>
          </p:nvSpPr>
          <p:spPr>
            <a:xfrm>
              <a:off x="2854082" y="11363"/>
              <a:ext cx="17140" cy="28503"/>
            </a:xfrm>
            <a:prstGeom prst="rect">
              <a:avLst/>
            </a:prstGeom>
            <a:solidFill>
              <a:srgbClr val="DB5360"/>
            </a:solidFill>
            <a:ln>
              <a:noFill/>
            </a:ln>
          </p:spPr>
        </p:sp>
        <p:sp>
          <p:nvSpPr>
            <p:cNvPr id="2747" name="Heatmap cell r1 c158"/>
            <p:cNvSpPr/>
            <p:nvPr/>
          </p:nvSpPr>
          <p:spPr>
            <a:xfrm>
              <a:off x="2871127" y="11363"/>
              <a:ext cx="19034" cy="28503"/>
            </a:xfrm>
            <a:prstGeom prst="rect">
              <a:avLst/>
            </a:prstGeom>
            <a:solidFill>
              <a:srgbClr val="D6E0EA"/>
            </a:solidFill>
            <a:ln>
              <a:noFill/>
            </a:ln>
          </p:spPr>
        </p:sp>
        <p:sp>
          <p:nvSpPr>
            <p:cNvPr id="2748" name="Heatmap cell r1 c159"/>
            <p:cNvSpPr/>
            <p:nvPr/>
          </p:nvSpPr>
          <p:spPr>
            <a:xfrm>
              <a:off x="2890066" y="11363"/>
              <a:ext cx="17140" cy="28503"/>
            </a:xfrm>
            <a:prstGeom prst="rect">
              <a:avLst/>
            </a:prstGeom>
            <a:solidFill>
              <a:srgbClr val="B1C4D5"/>
            </a:solidFill>
            <a:ln>
              <a:noFill/>
            </a:ln>
          </p:spPr>
        </p:sp>
        <p:sp>
          <p:nvSpPr>
            <p:cNvPr id="2749" name="Heatmap cell r1 c160"/>
            <p:cNvSpPr/>
            <p:nvPr/>
          </p:nvSpPr>
          <p:spPr>
            <a:xfrm>
              <a:off x="2907111" y="11363"/>
              <a:ext cx="19034" cy="28503"/>
            </a:xfrm>
            <a:prstGeom prst="rect">
              <a:avLst/>
            </a:prstGeom>
            <a:solidFill>
              <a:srgbClr val="F6D4D7"/>
            </a:solidFill>
            <a:ln>
              <a:noFill/>
            </a:ln>
          </p:spPr>
        </p:sp>
        <p:sp>
          <p:nvSpPr>
            <p:cNvPr id="2750" name="Heatmap cell r1 c161"/>
            <p:cNvSpPr/>
            <p:nvPr/>
          </p:nvSpPr>
          <p:spPr>
            <a:xfrm>
              <a:off x="2926050" y="11363"/>
              <a:ext cx="17140" cy="28503"/>
            </a:xfrm>
            <a:prstGeom prst="rect">
              <a:avLst/>
            </a:prstGeom>
            <a:solidFill>
              <a:srgbClr val="6187AC"/>
            </a:solidFill>
            <a:ln>
              <a:noFill/>
            </a:ln>
          </p:spPr>
        </p:sp>
        <p:sp>
          <p:nvSpPr>
            <p:cNvPr id="2751" name="Heatmap cell r1 c162"/>
            <p:cNvSpPr/>
            <p:nvPr/>
          </p:nvSpPr>
          <p:spPr>
            <a:xfrm>
              <a:off x="2943095" y="11363"/>
              <a:ext cx="19034" cy="28503"/>
            </a:xfrm>
            <a:prstGeom prst="rect">
              <a:avLst/>
            </a:prstGeom>
            <a:solidFill>
              <a:srgbClr val="A7BBD1"/>
            </a:solidFill>
            <a:ln>
              <a:noFill/>
            </a:ln>
          </p:spPr>
        </p:sp>
        <p:sp>
          <p:nvSpPr>
            <p:cNvPr id="2752" name="Heatmap cell r1 c163"/>
            <p:cNvSpPr/>
            <p:nvPr/>
          </p:nvSpPr>
          <p:spPr>
            <a:xfrm>
              <a:off x="2962034" y="11363"/>
              <a:ext cx="17140" cy="28503"/>
            </a:xfrm>
            <a:prstGeom prst="rect">
              <a:avLst/>
            </a:prstGeom>
            <a:solidFill>
              <a:srgbClr val="BCCCDC"/>
            </a:solidFill>
            <a:ln>
              <a:noFill/>
            </a:ln>
          </p:spPr>
        </p:sp>
        <p:sp>
          <p:nvSpPr>
            <p:cNvPr id="2753" name="Heatmap cell r1 c164"/>
            <p:cNvSpPr/>
            <p:nvPr/>
          </p:nvSpPr>
          <p:spPr>
            <a:xfrm>
              <a:off x="2979079" y="11363"/>
              <a:ext cx="19034" cy="28503"/>
            </a:xfrm>
            <a:prstGeom prst="rect">
              <a:avLst/>
            </a:prstGeom>
            <a:solidFill>
              <a:srgbClr val="B8C8DA"/>
            </a:solidFill>
            <a:ln>
              <a:noFill/>
            </a:ln>
          </p:spPr>
        </p:sp>
        <p:sp>
          <p:nvSpPr>
            <p:cNvPr id="2754" name="Heatmap cell r1 c165"/>
            <p:cNvSpPr/>
            <p:nvPr/>
          </p:nvSpPr>
          <p:spPr>
            <a:xfrm>
              <a:off x="2998018" y="11363"/>
              <a:ext cx="17140" cy="28503"/>
            </a:xfrm>
            <a:prstGeom prst="rect">
              <a:avLst/>
            </a:prstGeom>
            <a:solidFill>
              <a:srgbClr val="DFE7ED"/>
            </a:solidFill>
            <a:ln>
              <a:noFill/>
            </a:ln>
          </p:spPr>
        </p:sp>
        <p:sp>
          <p:nvSpPr>
            <p:cNvPr id="2755" name="Heatmap cell r1 c166"/>
            <p:cNvSpPr/>
            <p:nvPr/>
          </p:nvSpPr>
          <p:spPr>
            <a:xfrm>
              <a:off x="3015062" y="11363"/>
              <a:ext cx="19034" cy="28503"/>
            </a:xfrm>
            <a:prstGeom prst="rect">
              <a:avLst/>
            </a:prstGeom>
            <a:solidFill>
              <a:srgbClr val="C8D5E2"/>
            </a:solidFill>
            <a:ln>
              <a:noFill/>
            </a:ln>
          </p:spPr>
        </p:sp>
        <p:sp>
          <p:nvSpPr>
            <p:cNvPr id="2756" name="Heatmap cell r1 c167"/>
            <p:cNvSpPr/>
            <p:nvPr/>
          </p:nvSpPr>
          <p:spPr>
            <a:xfrm>
              <a:off x="3034001" y="11363"/>
              <a:ext cx="17140" cy="28503"/>
            </a:xfrm>
            <a:prstGeom prst="rect">
              <a:avLst/>
            </a:prstGeom>
            <a:solidFill>
              <a:srgbClr val="EBEFF5"/>
            </a:solidFill>
            <a:ln>
              <a:noFill/>
            </a:ln>
          </p:spPr>
        </p:sp>
        <p:sp>
          <p:nvSpPr>
            <p:cNvPr id="2757" name="Heatmap cell r1 c168"/>
            <p:cNvSpPr/>
            <p:nvPr/>
          </p:nvSpPr>
          <p:spPr>
            <a:xfrm>
              <a:off x="3051046" y="11363"/>
              <a:ext cx="19034" cy="28503"/>
            </a:xfrm>
            <a:prstGeom prst="rect">
              <a:avLst/>
            </a:prstGeom>
            <a:solidFill>
              <a:srgbClr val="9DB5CC"/>
            </a:solidFill>
            <a:ln>
              <a:noFill/>
            </a:ln>
          </p:spPr>
        </p:sp>
        <p:sp>
          <p:nvSpPr>
            <p:cNvPr id="2758" name="Heatmap cell r1 c169"/>
            <p:cNvSpPr/>
            <p:nvPr/>
          </p:nvSpPr>
          <p:spPr>
            <a:xfrm>
              <a:off x="3069985" y="11363"/>
              <a:ext cx="19034" cy="28503"/>
            </a:xfrm>
            <a:prstGeom prst="rect">
              <a:avLst/>
            </a:prstGeom>
            <a:solidFill>
              <a:srgbClr val="F3C7CC"/>
            </a:solidFill>
            <a:ln>
              <a:noFill/>
            </a:ln>
          </p:spPr>
        </p:sp>
        <p:sp>
          <p:nvSpPr>
            <p:cNvPr id="2759" name="Heatmap cell r1 c170"/>
            <p:cNvSpPr/>
            <p:nvPr/>
          </p:nvSpPr>
          <p:spPr>
            <a:xfrm>
              <a:off x="3088924" y="11363"/>
              <a:ext cx="17140" cy="28503"/>
            </a:xfrm>
            <a:prstGeom prst="rect">
              <a:avLst/>
            </a:prstGeom>
            <a:solidFill>
              <a:srgbClr val="BBCCDC"/>
            </a:solidFill>
            <a:ln>
              <a:noFill/>
            </a:ln>
          </p:spPr>
        </p:sp>
        <p:sp>
          <p:nvSpPr>
            <p:cNvPr id="2760" name="Heatmap cell r1 c171"/>
            <p:cNvSpPr/>
            <p:nvPr/>
          </p:nvSpPr>
          <p:spPr>
            <a:xfrm>
              <a:off x="3105969" y="11363"/>
              <a:ext cx="19034" cy="28503"/>
            </a:xfrm>
            <a:prstGeom prst="rect">
              <a:avLst/>
            </a:prstGeom>
            <a:solidFill>
              <a:srgbClr val="E4EBEF"/>
            </a:solidFill>
            <a:ln>
              <a:noFill/>
            </a:ln>
          </p:spPr>
        </p:sp>
        <p:sp>
          <p:nvSpPr>
            <p:cNvPr id="2761" name="Heatmap cell r1 c172"/>
            <p:cNvSpPr/>
            <p:nvPr/>
          </p:nvSpPr>
          <p:spPr>
            <a:xfrm>
              <a:off x="3124908" y="11363"/>
              <a:ext cx="17140" cy="28503"/>
            </a:xfrm>
            <a:prstGeom prst="rect">
              <a:avLst/>
            </a:prstGeom>
            <a:solidFill>
              <a:srgbClr val="FCF7F7"/>
            </a:solidFill>
            <a:ln>
              <a:noFill/>
            </a:ln>
          </p:spPr>
        </p:sp>
        <p:sp>
          <p:nvSpPr>
            <p:cNvPr id="2762" name="Heatmap cell r1 c173"/>
            <p:cNvSpPr/>
            <p:nvPr/>
          </p:nvSpPr>
          <p:spPr>
            <a:xfrm>
              <a:off x="3141953" y="11363"/>
              <a:ext cx="19034" cy="28503"/>
            </a:xfrm>
            <a:prstGeom prst="rect">
              <a:avLst/>
            </a:prstGeom>
            <a:solidFill>
              <a:srgbClr val="C5D2DF"/>
            </a:solidFill>
            <a:ln>
              <a:noFill/>
            </a:ln>
          </p:spPr>
        </p:sp>
        <p:sp>
          <p:nvSpPr>
            <p:cNvPr id="2763" name="Heatmap cell r1 c174"/>
            <p:cNvSpPr/>
            <p:nvPr/>
          </p:nvSpPr>
          <p:spPr>
            <a:xfrm>
              <a:off x="3160892" y="11363"/>
              <a:ext cx="17140" cy="28503"/>
            </a:xfrm>
            <a:prstGeom prst="rect">
              <a:avLst/>
            </a:prstGeom>
            <a:solidFill>
              <a:srgbClr val="ADC2D4"/>
            </a:solidFill>
            <a:ln>
              <a:noFill/>
            </a:ln>
          </p:spPr>
        </p:sp>
        <p:sp>
          <p:nvSpPr>
            <p:cNvPr id="2764" name="Heatmap cell r1 c175"/>
            <p:cNvSpPr/>
            <p:nvPr/>
          </p:nvSpPr>
          <p:spPr>
            <a:xfrm>
              <a:off x="3177936" y="11363"/>
              <a:ext cx="19034" cy="28503"/>
            </a:xfrm>
            <a:prstGeom prst="rect">
              <a:avLst/>
            </a:prstGeom>
            <a:solidFill>
              <a:srgbClr val="B9C9DB"/>
            </a:solidFill>
            <a:ln>
              <a:noFill/>
            </a:ln>
          </p:spPr>
        </p:sp>
        <p:sp>
          <p:nvSpPr>
            <p:cNvPr id="2765" name="Heatmap cell r1 c176"/>
            <p:cNvSpPr/>
            <p:nvPr/>
          </p:nvSpPr>
          <p:spPr>
            <a:xfrm>
              <a:off x="3196875" y="11363"/>
              <a:ext cx="17140" cy="28503"/>
            </a:xfrm>
            <a:prstGeom prst="rect">
              <a:avLst/>
            </a:prstGeom>
            <a:solidFill>
              <a:srgbClr val="E9EDF3"/>
            </a:solidFill>
            <a:ln>
              <a:noFill/>
            </a:ln>
          </p:spPr>
        </p:sp>
        <p:sp>
          <p:nvSpPr>
            <p:cNvPr id="2766" name="Heatmap cell r1 c177"/>
            <p:cNvSpPr/>
            <p:nvPr/>
          </p:nvSpPr>
          <p:spPr>
            <a:xfrm>
              <a:off x="3213920" y="11363"/>
              <a:ext cx="19034" cy="28503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2767" name="Heatmap cell r1 c178"/>
            <p:cNvSpPr/>
            <p:nvPr/>
          </p:nvSpPr>
          <p:spPr>
            <a:xfrm>
              <a:off x="3232859" y="11363"/>
              <a:ext cx="17140" cy="28503"/>
            </a:xfrm>
            <a:prstGeom prst="rect">
              <a:avLst/>
            </a:prstGeom>
            <a:solidFill>
              <a:srgbClr val="D1DCE7"/>
            </a:solidFill>
            <a:ln>
              <a:noFill/>
            </a:ln>
          </p:spPr>
        </p:sp>
        <p:sp>
          <p:nvSpPr>
            <p:cNvPr id="2768" name="Heatmap cell r1 c179"/>
            <p:cNvSpPr/>
            <p:nvPr/>
          </p:nvSpPr>
          <p:spPr>
            <a:xfrm>
              <a:off x="3249904" y="11363"/>
              <a:ext cx="19034" cy="28503"/>
            </a:xfrm>
            <a:prstGeom prst="rect">
              <a:avLst/>
            </a:prstGeom>
            <a:solidFill>
              <a:srgbClr val="FDF9FA"/>
            </a:solidFill>
            <a:ln>
              <a:noFill/>
            </a:ln>
          </p:spPr>
        </p:sp>
        <p:sp>
          <p:nvSpPr>
            <p:cNvPr id="2769" name="Heatmap cell r1 c180"/>
            <p:cNvSpPr/>
            <p:nvPr/>
          </p:nvSpPr>
          <p:spPr>
            <a:xfrm>
              <a:off x="3268843" y="11363"/>
              <a:ext cx="17140" cy="28503"/>
            </a:xfrm>
            <a:prstGeom prst="rect">
              <a:avLst/>
            </a:prstGeom>
            <a:solidFill>
              <a:srgbClr val="B9C9DB"/>
            </a:solidFill>
            <a:ln>
              <a:noFill/>
            </a:ln>
          </p:spPr>
        </p:sp>
        <p:sp>
          <p:nvSpPr>
            <p:cNvPr id="2770" name="Heatmap cell r1 c181"/>
            <p:cNvSpPr/>
            <p:nvPr/>
          </p:nvSpPr>
          <p:spPr>
            <a:xfrm>
              <a:off x="3285888" y="11363"/>
              <a:ext cx="19034" cy="28503"/>
            </a:xfrm>
            <a:prstGeom prst="rect">
              <a:avLst/>
            </a:prstGeom>
            <a:solidFill>
              <a:srgbClr val="D4DFE9"/>
            </a:solidFill>
            <a:ln>
              <a:noFill/>
            </a:ln>
          </p:spPr>
        </p:sp>
        <p:sp>
          <p:nvSpPr>
            <p:cNvPr id="2771" name="Heatmap cell r1 c182"/>
            <p:cNvSpPr/>
            <p:nvPr/>
          </p:nvSpPr>
          <p:spPr>
            <a:xfrm>
              <a:off x="3304827" y="11363"/>
              <a:ext cx="19034" cy="28503"/>
            </a:xfrm>
            <a:prstGeom prst="rect">
              <a:avLst/>
            </a:prstGeom>
            <a:solidFill>
              <a:srgbClr val="DCE3EB"/>
            </a:solidFill>
            <a:ln>
              <a:noFill/>
            </a:ln>
          </p:spPr>
        </p:sp>
        <p:sp>
          <p:nvSpPr>
            <p:cNvPr id="2772" name="Heatmap cell r1 c183"/>
            <p:cNvSpPr/>
            <p:nvPr/>
          </p:nvSpPr>
          <p:spPr>
            <a:xfrm>
              <a:off x="3323765" y="11363"/>
              <a:ext cx="17140" cy="28503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2773" name="Heatmap cell r1 c184"/>
            <p:cNvSpPr/>
            <p:nvPr/>
          </p:nvSpPr>
          <p:spPr>
            <a:xfrm>
              <a:off x="3340810" y="11363"/>
              <a:ext cx="19034" cy="28503"/>
            </a:xfrm>
            <a:prstGeom prst="rect">
              <a:avLst/>
            </a:prstGeom>
            <a:solidFill>
              <a:srgbClr val="A9BCD2"/>
            </a:solidFill>
            <a:ln>
              <a:noFill/>
            </a:ln>
          </p:spPr>
        </p:sp>
        <p:sp>
          <p:nvSpPr>
            <p:cNvPr id="2774" name="Heatmap cell r1 c185"/>
            <p:cNvSpPr/>
            <p:nvPr/>
          </p:nvSpPr>
          <p:spPr>
            <a:xfrm>
              <a:off x="3359749" y="11363"/>
              <a:ext cx="17140" cy="28503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2775" name="Heatmap cell r1 c186"/>
            <p:cNvSpPr/>
            <p:nvPr/>
          </p:nvSpPr>
          <p:spPr>
            <a:xfrm>
              <a:off x="3376794" y="11363"/>
              <a:ext cx="19034" cy="28503"/>
            </a:xfrm>
            <a:prstGeom prst="rect">
              <a:avLst/>
            </a:prstGeom>
            <a:solidFill>
              <a:srgbClr val="90ABC5"/>
            </a:solidFill>
            <a:ln>
              <a:noFill/>
            </a:ln>
          </p:spPr>
        </p:sp>
        <p:sp>
          <p:nvSpPr>
            <p:cNvPr id="2776" name="Heatmap cell r1 c187"/>
            <p:cNvSpPr/>
            <p:nvPr/>
          </p:nvSpPr>
          <p:spPr>
            <a:xfrm>
              <a:off x="3395733" y="11363"/>
              <a:ext cx="17140" cy="28503"/>
            </a:xfrm>
            <a:prstGeom prst="rect">
              <a:avLst/>
            </a:prstGeom>
            <a:solidFill>
              <a:srgbClr val="F5D1D4"/>
            </a:solidFill>
            <a:ln>
              <a:noFill/>
            </a:ln>
          </p:spPr>
        </p:sp>
        <p:sp>
          <p:nvSpPr>
            <p:cNvPr id="2777" name="Heatmap cell r1 c188"/>
            <p:cNvSpPr/>
            <p:nvPr/>
          </p:nvSpPr>
          <p:spPr>
            <a:xfrm>
              <a:off x="3412778" y="11363"/>
              <a:ext cx="19034" cy="28503"/>
            </a:xfrm>
            <a:prstGeom prst="rect">
              <a:avLst/>
            </a:prstGeom>
            <a:solidFill>
              <a:srgbClr val="E9EEF4"/>
            </a:solidFill>
            <a:ln>
              <a:noFill/>
            </a:ln>
          </p:spPr>
        </p:sp>
        <p:sp>
          <p:nvSpPr>
            <p:cNvPr id="2778" name="Heatmap cell r1 c189"/>
            <p:cNvSpPr/>
            <p:nvPr/>
          </p:nvSpPr>
          <p:spPr>
            <a:xfrm>
              <a:off x="3431717" y="11363"/>
              <a:ext cx="17140" cy="28503"/>
            </a:xfrm>
            <a:prstGeom prst="rect">
              <a:avLst/>
            </a:prstGeom>
            <a:solidFill>
              <a:srgbClr val="CAD6E3"/>
            </a:solidFill>
            <a:ln>
              <a:noFill/>
            </a:ln>
          </p:spPr>
        </p:sp>
        <p:sp>
          <p:nvSpPr>
            <p:cNvPr id="2779" name="Heatmap cell r1 c190"/>
            <p:cNvSpPr/>
            <p:nvPr/>
          </p:nvSpPr>
          <p:spPr>
            <a:xfrm>
              <a:off x="3448762" y="11363"/>
              <a:ext cx="19034" cy="28503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2780" name="Heatmap cell r1 c191"/>
            <p:cNvSpPr/>
            <p:nvPr/>
          </p:nvSpPr>
          <p:spPr>
            <a:xfrm>
              <a:off x="3467701" y="11363"/>
              <a:ext cx="17140" cy="28503"/>
            </a:xfrm>
            <a:prstGeom prst="rect">
              <a:avLst/>
            </a:prstGeom>
            <a:solidFill>
              <a:srgbClr val="CED9E4"/>
            </a:solidFill>
            <a:ln>
              <a:noFill/>
            </a:ln>
          </p:spPr>
        </p:sp>
        <p:sp>
          <p:nvSpPr>
            <p:cNvPr id="2781" name="Heatmap cell r1 c192"/>
            <p:cNvSpPr/>
            <p:nvPr/>
          </p:nvSpPr>
          <p:spPr>
            <a:xfrm>
              <a:off x="3484746" y="11363"/>
              <a:ext cx="19034" cy="28503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2782" name="Heatmap cell r1 c193"/>
            <p:cNvSpPr/>
            <p:nvPr/>
          </p:nvSpPr>
          <p:spPr>
            <a:xfrm>
              <a:off x="3503684" y="11363"/>
              <a:ext cx="17140" cy="28503"/>
            </a:xfrm>
            <a:prstGeom prst="rect">
              <a:avLst/>
            </a:prstGeom>
            <a:solidFill>
              <a:srgbClr val="9EB5CC"/>
            </a:solidFill>
            <a:ln>
              <a:noFill/>
            </a:ln>
          </p:spPr>
        </p:sp>
        <p:sp>
          <p:nvSpPr>
            <p:cNvPr id="2783" name="Heatmap cell r1 c194"/>
            <p:cNvSpPr/>
            <p:nvPr/>
          </p:nvSpPr>
          <p:spPr>
            <a:xfrm>
              <a:off x="3520729" y="11363"/>
              <a:ext cx="19034" cy="28503"/>
            </a:xfrm>
            <a:prstGeom prst="rect">
              <a:avLst/>
            </a:prstGeom>
            <a:solidFill>
              <a:srgbClr val="DFE7ED"/>
            </a:solidFill>
            <a:ln>
              <a:noFill/>
            </a:ln>
          </p:spPr>
        </p:sp>
        <p:sp>
          <p:nvSpPr>
            <p:cNvPr id="2784" name="Heatmap cell r1 c195"/>
            <p:cNvSpPr/>
            <p:nvPr/>
          </p:nvSpPr>
          <p:spPr>
            <a:xfrm>
              <a:off x="3539668" y="11363"/>
              <a:ext cx="19034" cy="28503"/>
            </a:xfrm>
            <a:prstGeom prst="rect">
              <a:avLst/>
            </a:prstGeom>
            <a:solidFill>
              <a:srgbClr val="DAE2EB"/>
            </a:solidFill>
            <a:ln>
              <a:noFill/>
            </a:ln>
          </p:spPr>
        </p:sp>
        <p:sp>
          <p:nvSpPr>
            <p:cNvPr id="2785" name="Heatmap cell r1 c196"/>
            <p:cNvSpPr/>
            <p:nvPr/>
          </p:nvSpPr>
          <p:spPr>
            <a:xfrm>
              <a:off x="3558607" y="11363"/>
              <a:ext cx="17140" cy="28503"/>
            </a:xfrm>
            <a:prstGeom prst="rect">
              <a:avLst/>
            </a:prstGeom>
            <a:solidFill>
              <a:srgbClr val="CDD9E3"/>
            </a:solidFill>
            <a:ln>
              <a:noFill/>
            </a:ln>
          </p:spPr>
        </p:sp>
        <p:sp>
          <p:nvSpPr>
            <p:cNvPr id="2786" name="Heatmap cell r1 c199"/>
            <p:cNvSpPr/>
            <p:nvPr/>
          </p:nvSpPr>
          <p:spPr>
            <a:xfrm>
              <a:off x="3611636" y="11363"/>
              <a:ext cx="19034" cy="28503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2787" name="Heatmap cell r1 c200"/>
            <p:cNvSpPr/>
            <p:nvPr/>
          </p:nvSpPr>
          <p:spPr>
            <a:xfrm>
              <a:off x="3630575" y="11363"/>
              <a:ext cx="17140" cy="28503"/>
            </a:xfrm>
            <a:prstGeom prst="rect">
              <a:avLst/>
            </a:prstGeom>
            <a:solidFill>
              <a:srgbClr val="CDD9E3"/>
            </a:solidFill>
            <a:ln>
              <a:noFill/>
            </a:ln>
          </p:spPr>
        </p:sp>
        <p:sp>
          <p:nvSpPr>
            <p:cNvPr id="2788" name="Heatmap cell r1 c201"/>
            <p:cNvSpPr/>
            <p:nvPr/>
          </p:nvSpPr>
          <p:spPr>
            <a:xfrm>
              <a:off x="3647620" y="11363"/>
              <a:ext cx="19034" cy="28503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2789" name="Heatmap cell r1 c202"/>
            <p:cNvSpPr/>
            <p:nvPr/>
          </p:nvSpPr>
          <p:spPr>
            <a:xfrm>
              <a:off x="3666558" y="11363"/>
              <a:ext cx="17140" cy="28503"/>
            </a:xfrm>
            <a:prstGeom prst="rect">
              <a:avLst/>
            </a:prstGeom>
            <a:solidFill>
              <a:srgbClr val="B8C8DA"/>
            </a:solidFill>
            <a:ln>
              <a:noFill/>
            </a:ln>
          </p:spPr>
        </p:sp>
        <p:sp>
          <p:nvSpPr>
            <p:cNvPr id="2790" name="Heatmap cell r1 c203"/>
            <p:cNvSpPr/>
            <p:nvPr/>
          </p:nvSpPr>
          <p:spPr>
            <a:xfrm>
              <a:off x="3683603" y="11363"/>
              <a:ext cx="19034" cy="28503"/>
            </a:xfrm>
            <a:prstGeom prst="rect">
              <a:avLst/>
            </a:prstGeom>
            <a:solidFill>
              <a:srgbClr val="F0BAC0"/>
            </a:solidFill>
            <a:ln>
              <a:noFill/>
            </a:ln>
          </p:spPr>
        </p:sp>
        <p:sp>
          <p:nvSpPr>
            <p:cNvPr id="2791" name="Heatmap cell r1 c204"/>
            <p:cNvSpPr/>
            <p:nvPr/>
          </p:nvSpPr>
          <p:spPr>
            <a:xfrm>
              <a:off x="3702542" y="11363"/>
              <a:ext cx="17140" cy="28503"/>
            </a:xfrm>
            <a:prstGeom prst="rect">
              <a:avLst/>
            </a:prstGeom>
            <a:solidFill>
              <a:srgbClr val="DFE6ED"/>
            </a:solidFill>
            <a:ln>
              <a:noFill/>
            </a:ln>
          </p:spPr>
        </p:sp>
        <p:sp>
          <p:nvSpPr>
            <p:cNvPr id="2792" name="Heatmap cell r1 c205"/>
            <p:cNvSpPr/>
            <p:nvPr/>
          </p:nvSpPr>
          <p:spPr>
            <a:xfrm>
              <a:off x="3719587" y="11363"/>
              <a:ext cx="19034" cy="28503"/>
            </a:xfrm>
            <a:prstGeom prst="rect">
              <a:avLst/>
            </a:prstGeom>
            <a:solidFill>
              <a:srgbClr val="B7C7D9"/>
            </a:solidFill>
            <a:ln>
              <a:noFill/>
            </a:ln>
          </p:spPr>
        </p:sp>
        <p:sp>
          <p:nvSpPr>
            <p:cNvPr id="2793" name="Heatmap cell r1 c206"/>
            <p:cNvSpPr/>
            <p:nvPr/>
          </p:nvSpPr>
          <p:spPr>
            <a:xfrm>
              <a:off x="3738526" y="11363"/>
              <a:ext cx="17140" cy="28503"/>
            </a:xfrm>
            <a:prstGeom prst="rect">
              <a:avLst/>
            </a:prstGeom>
            <a:solidFill>
              <a:srgbClr val="F3C7CC"/>
            </a:solidFill>
            <a:ln>
              <a:noFill/>
            </a:ln>
          </p:spPr>
        </p:sp>
        <p:sp>
          <p:nvSpPr>
            <p:cNvPr id="2794" name="Heatmap cell r1 c207"/>
            <p:cNvSpPr/>
            <p:nvPr/>
          </p:nvSpPr>
          <p:spPr>
            <a:xfrm>
              <a:off x="3755571" y="11363"/>
              <a:ext cx="19034" cy="28503"/>
            </a:xfrm>
            <a:prstGeom prst="rect">
              <a:avLst/>
            </a:prstGeom>
            <a:solidFill>
              <a:srgbClr val="DCE3EB"/>
            </a:solidFill>
            <a:ln>
              <a:noFill/>
            </a:ln>
          </p:spPr>
        </p:sp>
        <p:sp>
          <p:nvSpPr>
            <p:cNvPr id="2795" name="Heatmap cell r1 c208"/>
            <p:cNvSpPr/>
            <p:nvPr/>
          </p:nvSpPr>
          <p:spPr>
            <a:xfrm>
              <a:off x="3774510" y="11363"/>
              <a:ext cx="19034" cy="28503"/>
            </a:xfrm>
            <a:prstGeom prst="rect">
              <a:avLst/>
            </a:prstGeom>
            <a:solidFill>
              <a:srgbClr val="EBEFF5"/>
            </a:solidFill>
            <a:ln>
              <a:noFill/>
            </a:ln>
          </p:spPr>
        </p:sp>
        <p:sp>
          <p:nvSpPr>
            <p:cNvPr id="2796" name="Heatmap cell r1 c209"/>
            <p:cNvSpPr/>
            <p:nvPr/>
          </p:nvSpPr>
          <p:spPr>
            <a:xfrm>
              <a:off x="3793449" y="11363"/>
              <a:ext cx="17140" cy="28503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2797" name="Heatmap cell r1 c210"/>
            <p:cNvSpPr/>
            <p:nvPr/>
          </p:nvSpPr>
          <p:spPr>
            <a:xfrm>
              <a:off x="3810494" y="11363"/>
              <a:ext cx="19034" cy="28503"/>
            </a:xfrm>
            <a:prstGeom prst="rect">
              <a:avLst/>
            </a:prstGeom>
            <a:solidFill>
              <a:srgbClr val="EDF1F7"/>
            </a:solidFill>
            <a:ln>
              <a:noFill/>
            </a:ln>
          </p:spPr>
        </p:sp>
        <p:sp>
          <p:nvSpPr>
            <p:cNvPr id="2798" name="Heatmap cell r1 c212"/>
            <p:cNvSpPr/>
            <p:nvPr/>
          </p:nvSpPr>
          <p:spPr>
            <a:xfrm>
              <a:off x="3846477" y="11363"/>
              <a:ext cx="19034" cy="28503"/>
            </a:xfrm>
            <a:prstGeom prst="rect">
              <a:avLst/>
            </a:prstGeom>
            <a:solidFill>
              <a:srgbClr val="DFE6ED"/>
            </a:solidFill>
            <a:ln>
              <a:noFill/>
            </a:ln>
          </p:spPr>
        </p:sp>
        <p:sp>
          <p:nvSpPr>
            <p:cNvPr id="2799" name="Heatmap cell r1 c213"/>
            <p:cNvSpPr/>
            <p:nvPr/>
          </p:nvSpPr>
          <p:spPr>
            <a:xfrm>
              <a:off x="3865416" y="11363"/>
              <a:ext cx="17140" cy="28503"/>
            </a:xfrm>
            <a:prstGeom prst="rect">
              <a:avLst/>
            </a:prstGeom>
            <a:solidFill>
              <a:srgbClr val="FBF1F3"/>
            </a:solidFill>
            <a:ln>
              <a:noFill/>
            </a:ln>
          </p:spPr>
        </p:sp>
        <p:sp>
          <p:nvSpPr>
            <p:cNvPr id="2800" name="Heatmap cell r1 c214"/>
            <p:cNvSpPr/>
            <p:nvPr/>
          </p:nvSpPr>
          <p:spPr>
            <a:xfrm>
              <a:off x="3882461" y="11363"/>
              <a:ext cx="19034" cy="28503"/>
            </a:xfrm>
            <a:prstGeom prst="rect">
              <a:avLst/>
            </a:prstGeom>
            <a:solidFill>
              <a:srgbClr val="5680A7"/>
            </a:solidFill>
            <a:ln>
              <a:noFill/>
            </a:ln>
          </p:spPr>
        </p:sp>
        <p:sp>
          <p:nvSpPr>
            <p:cNvPr id="2801" name="Heatmap cell r1 c215"/>
            <p:cNvSpPr/>
            <p:nvPr/>
          </p:nvSpPr>
          <p:spPr>
            <a:xfrm>
              <a:off x="3901400" y="11363"/>
              <a:ext cx="17140" cy="28503"/>
            </a:xfrm>
            <a:prstGeom prst="rect">
              <a:avLst/>
            </a:prstGeom>
            <a:solidFill>
              <a:srgbClr val="A4BAD0"/>
            </a:solidFill>
            <a:ln>
              <a:noFill/>
            </a:ln>
          </p:spPr>
        </p:sp>
        <p:sp>
          <p:nvSpPr>
            <p:cNvPr id="2802" name="Heatmap cell r1 c216"/>
            <p:cNvSpPr/>
            <p:nvPr/>
          </p:nvSpPr>
          <p:spPr>
            <a:xfrm>
              <a:off x="3918445" y="11363"/>
              <a:ext cx="19034" cy="28503"/>
            </a:xfrm>
            <a:prstGeom prst="rect">
              <a:avLst/>
            </a:prstGeom>
            <a:solidFill>
              <a:srgbClr val="96AFC7"/>
            </a:solidFill>
            <a:ln>
              <a:noFill/>
            </a:ln>
          </p:spPr>
        </p:sp>
        <p:sp>
          <p:nvSpPr>
            <p:cNvPr id="2803" name="Heatmap cell r1 c217"/>
            <p:cNvSpPr/>
            <p:nvPr/>
          </p:nvSpPr>
          <p:spPr>
            <a:xfrm>
              <a:off x="3937384" y="11363"/>
              <a:ext cx="17140" cy="28503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2804" name="Heatmap cell r1 c218"/>
            <p:cNvSpPr/>
            <p:nvPr/>
          </p:nvSpPr>
          <p:spPr>
            <a:xfrm>
              <a:off x="3954429" y="11363"/>
              <a:ext cx="19034" cy="28503"/>
            </a:xfrm>
            <a:prstGeom prst="rect">
              <a:avLst/>
            </a:prstGeom>
            <a:solidFill>
              <a:srgbClr val="ECF0F6"/>
            </a:solidFill>
            <a:ln>
              <a:noFill/>
            </a:ln>
          </p:spPr>
        </p:sp>
        <p:sp>
          <p:nvSpPr>
            <p:cNvPr id="2805" name="Heatmap cell r1 c219"/>
            <p:cNvSpPr/>
            <p:nvPr/>
          </p:nvSpPr>
          <p:spPr>
            <a:xfrm>
              <a:off x="3973368" y="11363"/>
              <a:ext cx="17140" cy="28503"/>
            </a:xfrm>
            <a:prstGeom prst="rect">
              <a:avLst/>
            </a:prstGeom>
            <a:solidFill>
              <a:srgbClr val="B1C4D5"/>
            </a:solidFill>
            <a:ln>
              <a:noFill/>
            </a:ln>
          </p:spPr>
        </p:sp>
        <p:sp>
          <p:nvSpPr>
            <p:cNvPr id="2806" name="Heatmap cell r1 c220"/>
            <p:cNvSpPr/>
            <p:nvPr/>
          </p:nvSpPr>
          <p:spPr>
            <a:xfrm>
              <a:off x="3990412" y="11363"/>
              <a:ext cx="19034" cy="28503"/>
            </a:xfrm>
            <a:prstGeom prst="rect">
              <a:avLst/>
            </a:prstGeom>
            <a:solidFill>
              <a:srgbClr val="8DA8C3"/>
            </a:solidFill>
            <a:ln>
              <a:noFill/>
            </a:ln>
          </p:spPr>
        </p:sp>
        <p:sp>
          <p:nvSpPr>
            <p:cNvPr id="2807" name="Heatmap cell r1 c221"/>
            <p:cNvSpPr/>
            <p:nvPr/>
          </p:nvSpPr>
          <p:spPr>
            <a:xfrm>
              <a:off x="4009351" y="11363"/>
              <a:ext cx="19034" cy="28503"/>
            </a:xfrm>
            <a:prstGeom prst="rect">
              <a:avLst/>
            </a:prstGeom>
            <a:solidFill>
              <a:srgbClr val="EDF1F7"/>
            </a:solidFill>
            <a:ln>
              <a:noFill/>
            </a:ln>
          </p:spPr>
        </p:sp>
        <p:sp>
          <p:nvSpPr>
            <p:cNvPr id="2808" name="Heatmap cell r1 c222"/>
            <p:cNvSpPr/>
            <p:nvPr/>
          </p:nvSpPr>
          <p:spPr>
            <a:xfrm>
              <a:off x="4028290" y="11363"/>
              <a:ext cx="17140" cy="28503"/>
            </a:xfrm>
            <a:prstGeom prst="rect">
              <a:avLst/>
            </a:prstGeom>
            <a:solidFill>
              <a:srgbClr val="DDE4EC"/>
            </a:solidFill>
            <a:ln>
              <a:noFill/>
            </a:ln>
          </p:spPr>
        </p:sp>
        <p:sp>
          <p:nvSpPr>
            <p:cNvPr id="2809" name="Heatmap cell r1 c223"/>
            <p:cNvSpPr/>
            <p:nvPr/>
          </p:nvSpPr>
          <p:spPr>
            <a:xfrm>
              <a:off x="4045335" y="11363"/>
              <a:ext cx="19034" cy="28503"/>
            </a:xfrm>
            <a:prstGeom prst="rect">
              <a:avLst/>
            </a:prstGeom>
            <a:solidFill>
              <a:srgbClr val="DBE3EB"/>
            </a:solidFill>
            <a:ln>
              <a:noFill/>
            </a:ln>
          </p:spPr>
        </p:sp>
        <p:sp>
          <p:nvSpPr>
            <p:cNvPr id="2810" name="Heatmap cell r2 c1"/>
            <p:cNvSpPr/>
            <p:nvPr/>
          </p:nvSpPr>
          <p:spPr>
            <a:xfrm>
              <a:off x="13257" y="39772"/>
              <a:ext cx="45548" cy="26609"/>
            </a:xfrm>
            <a:prstGeom prst="rect">
              <a:avLst/>
            </a:prstGeom>
            <a:solidFill>
              <a:srgbClr val="155B9C"/>
            </a:solidFill>
            <a:ln>
              <a:noFill/>
            </a:ln>
          </p:spPr>
        </p:sp>
        <p:sp>
          <p:nvSpPr>
            <p:cNvPr id="2811" name="Heatmap cell r2 c3"/>
            <p:cNvSpPr/>
            <p:nvPr/>
          </p:nvSpPr>
          <p:spPr>
            <a:xfrm>
              <a:off x="71968" y="39772"/>
              <a:ext cx="17140" cy="26609"/>
            </a:xfrm>
            <a:prstGeom prst="rect">
              <a:avLst/>
            </a:prstGeom>
            <a:solidFill>
              <a:srgbClr val="EBA1A8"/>
            </a:solidFill>
            <a:ln>
              <a:noFill/>
            </a:ln>
          </p:spPr>
        </p:sp>
        <p:sp>
          <p:nvSpPr>
            <p:cNvPr id="2812" name="Heatmap cell r2 c4"/>
            <p:cNvSpPr/>
            <p:nvPr/>
          </p:nvSpPr>
          <p:spPr>
            <a:xfrm>
              <a:off x="89013" y="39772"/>
              <a:ext cx="19034" cy="26609"/>
            </a:xfrm>
            <a:prstGeom prst="rect">
              <a:avLst/>
            </a:prstGeom>
            <a:solidFill>
              <a:srgbClr val="E78E95"/>
            </a:solidFill>
            <a:ln>
              <a:noFill/>
            </a:ln>
          </p:spPr>
        </p:sp>
        <p:sp>
          <p:nvSpPr>
            <p:cNvPr id="2813" name="Heatmap cell r2 c5"/>
            <p:cNvSpPr/>
            <p:nvPr/>
          </p:nvSpPr>
          <p:spPr>
            <a:xfrm>
              <a:off x="107951" y="39772"/>
              <a:ext cx="17140" cy="26609"/>
            </a:xfrm>
            <a:prstGeom prst="rect">
              <a:avLst/>
            </a:prstGeom>
            <a:solidFill>
              <a:srgbClr val="D7E1EB"/>
            </a:solidFill>
            <a:ln>
              <a:noFill/>
            </a:ln>
          </p:spPr>
        </p:sp>
        <p:sp>
          <p:nvSpPr>
            <p:cNvPr id="2814" name="Heatmap cell r2 c6"/>
            <p:cNvSpPr/>
            <p:nvPr/>
          </p:nvSpPr>
          <p:spPr>
            <a:xfrm>
              <a:off x="124996" y="39772"/>
              <a:ext cx="19034" cy="26609"/>
            </a:xfrm>
            <a:prstGeom prst="rect">
              <a:avLst/>
            </a:prstGeom>
            <a:solidFill>
              <a:srgbClr val="E37E87"/>
            </a:solidFill>
            <a:ln>
              <a:noFill/>
            </a:ln>
          </p:spPr>
        </p:sp>
        <p:sp>
          <p:nvSpPr>
            <p:cNvPr id="2815" name="Heatmap cell r2 c7"/>
            <p:cNvSpPr/>
            <p:nvPr/>
          </p:nvSpPr>
          <p:spPr>
            <a:xfrm>
              <a:off x="143935" y="39772"/>
              <a:ext cx="17140" cy="26609"/>
            </a:xfrm>
            <a:prstGeom prst="rect">
              <a:avLst/>
            </a:prstGeom>
            <a:solidFill>
              <a:srgbClr val="E1757E"/>
            </a:solidFill>
            <a:ln>
              <a:noFill/>
            </a:ln>
          </p:spPr>
        </p:sp>
        <p:sp>
          <p:nvSpPr>
            <p:cNvPr id="2816" name="Heatmap cell r2 c8"/>
            <p:cNvSpPr/>
            <p:nvPr/>
          </p:nvSpPr>
          <p:spPr>
            <a:xfrm>
              <a:off x="160980" y="39772"/>
              <a:ext cx="19034" cy="26609"/>
            </a:xfrm>
            <a:prstGeom prst="rect">
              <a:avLst/>
            </a:prstGeom>
            <a:solidFill>
              <a:srgbClr val="EBA3AB"/>
            </a:solidFill>
            <a:ln>
              <a:noFill/>
            </a:ln>
          </p:spPr>
        </p:sp>
        <p:sp>
          <p:nvSpPr>
            <p:cNvPr id="2817" name="Heatmap cell r2 c9"/>
            <p:cNvSpPr/>
            <p:nvPr/>
          </p:nvSpPr>
          <p:spPr>
            <a:xfrm>
              <a:off x="179919" y="39772"/>
              <a:ext cx="19034" cy="26609"/>
            </a:xfrm>
            <a:prstGeom prst="rect">
              <a:avLst/>
            </a:prstGeom>
            <a:solidFill>
              <a:srgbClr val="DF636E"/>
            </a:solidFill>
            <a:ln>
              <a:noFill/>
            </a:ln>
          </p:spPr>
        </p:sp>
        <p:sp>
          <p:nvSpPr>
            <p:cNvPr id="2818" name="Heatmap cell r2 c10"/>
            <p:cNvSpPr/>
            <p:nvPr/>
          </p:nvSpPr>
          <p:spPr>
            <a:xfrm>
              <a:off x="198858" y="39772"/>
              <a:ext cx="17140" cy="26609"/>
            </a:xfrm>
            <a:prstGeom prst="rect">
              <a:avLst/>
            </a:prstGeom>
            <a:solidFill>
              <a:srgbClr val="E9939B"/>
            </a:solidFill>
            <a:ln>
              <a:noFill/>
            </a:ln>
          </p:spPr>
        </p:sp>
        <p:sp>
          <p:nvSpPr>
            <p:cNvPr id="2819" name="Heatmap cell r2 c11"/>
            <p:cNvSpPr/>
            <p:nvPr/>
          </p:nvSpPr>
          <p:spPr>
            <a:xfrm>
              <a:off x="215903" y="39772"/>
              <a:ext cx="19034" cy="26609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</p:sp>
        <p:sp>
          <p:nvSpPr>
            <p:cNvPr id="2820" name="Heatmap cell r2 c12"/>
            <p:cNvSpPr/>
            <p:nvPr/>
          </p:nvSpPr>
          <p:spPr>
            <a:xfrm>
              <a:off x="234842" y="39772"/>
              <a:ext cx="17140" cy="26609"/>
            </a:xfrm>
            <a:prstGeom prst="rect">
              <a:avLst/>
            </a:prstGeom>
            <a:solidFill>
              <a:srgbClr val="DB5360"/>
            </a:solidFill>
            <a:ln>
              <a:noFill/>
            </a:ln>
          </p:spPr>
        </p:sp>
        <p:sp>
          <p:nvSpPr>
            <p:cNvPr id="2821" name="Heatmap cell r2 c13"/>
            <p:cNvSpPr/>
            <p:nvPr/>
          </p:nvSpPr>
          <p:spPr>
            <a:xfrm>
              <a:off x="251887" y="39772"/>
              <a:ext cx="19034" cy="26609"/>
            </a:xfrm>
            <a:prstGeom prst="rect">
              <a:avLst/>
            </a:prstGeom>
            <a:solidFill>
              <a:srgbClr val="F8E1E3"/>
            </a:solidFill>
            <a:ln>
              <a:noFill/>
            </a:ln>
          </p:spPr>
        </p:sp>
        <p:sp>
          <p:nvSpPr>
            <p:cNvPr id="2822" name="Heatmap cell r2 c14"/>
            <p:cNvSpPr/>
            <p:nvPr/>
          </p:nvSpPr>
          <p:spPr>
            <a:xfrm>
              <a:off x="270825" y="39772"/>
              <a:ext cx="17140" cy="26609"/>
            </a:xfrm>
            <a:prstGeom prst="rect">
              <a:avLst/>
            </a:prstGeom>
            <a:solidFill>
              <a:srgbClr val="DCE3EB"/>
            </a:solidFill>
            <a:ln>
              <a:noFill/>
            </a:ln>
          </p:spPr>
        </p:sp>
        <p:sp>
          <p:nvSpPr>
            <p:cNvPr id="2823" name="Heatmap cell r2 c15"/>
            <p:cNvSpPr/>
            <p:nvPr/>
          </p:nvSpPr>
          <p:spPr>
            <a:xfrm>
              <a:off x="287870" y="39772"/>
              <a:ext cx="19034" cy="26609"/>
            </a:xfrm>
            <a:prstGeom prst="rect">
              <a:avLst/>
            </a:prstGeom>
            <a:solidFill>
              <a:srgbClr val="ECA0A8"/>
            </a:solidFill>
            <a:ln>
              <a:noFill/>
            </a:ln>
          </p:spPr>
        </p:sp>
        <p:sp>
          <p:nvSpPr>
            <p:cNvPr id="2824" name="Heatmap cell r2 c16"/>
            <p:cNvSpPr/>
            <p:nvPr/>
          </p:nvSpPr>
          <p:spPr>
            <a:xfrm>
              <a:off x="306809" y="39772"/>
              <a:ext cx="17140" cy="26609"/>
            </a:xfrm>
            <a:prstGeom prst="rect">
              <a:avLst/>
            </a:prstGeom>
            <a:solidFill>
              <a:srgbClr val="F1F5F8"/>
            </a:solidFill>
            <a:ln>
              <a:noFill/>
            </a:ln>
          </p:spPr>
        </p:sp>
        <p:sp>
          <p:nvSpPr>
            <p:cNvPr id="2825" name="Heatmap cell r2 c17"/>
            <p:cNvSpPr/>
            <p:nvPr/>
          </p:nvSpPr>
          <p:spPr>
            <a:xfrm>
              <a:off x="323854" y="39772"/>
              <a:ext cx="19034" cy="26609"/>
            </a:xfrm>
            <a:prstGeom prst="rect">
              <a:avLst/>
            </a:prstGeom>
            <a:solidFill>
              <a:srgbClr val="F7E2E4"/>
            </a:solidFill>
            <a:ln>
              <a:noFill/>
            </a:ln>
          </p:spPr>
        </p:sp>
        <p:sp>
          <p:nvSpPr>
            <p:cNvPr id="2826" name="Heatmap cell r2 c18"/>
            <p:cNvSpPr/>
            <p:nvPr/>
          </p:nvSpPr>
          <p:spPr>
            <a:xfrm>
              <a:off x="342793" y="39772"/>
              <a:ext cx="17140" cy="26609"/>
            </a:xfrm>
            <a:prstGeom prst="rect">
              <a:avLst/>
            </a:prstGeom>
            <a:solidFill>
              <a:srgbClr val="EBA9AE"/>
            </a:solidFill>
            <a:ln>
              <a:noFill/>
            </a:ln>
          </p:spPr>
        </p:sp>
        <p:sp>
          <p:nvSpPr>
            <p:cNvPr id="2827" name="Heatmap cell r2 c19"/>
            <p:cNvSpPr/>
            <p:nvPr/>
          </p:nvSpPr>
          <p:spPr>
            <a:xfrm>
              <a:off x="359838" y="39772"/>
              <a:ext cx="19034" cy="26609"/>
            </a:xfrm>
            <a:prstGeom prst="rect">
              <a:avLst/>
            </a:prstGeom>
            <a:solidFill>
              <a:srgbClr val="DFE6ED"/>
            </a:solidFill>
            <a:ln>
              <a:noFill/>
            </a:ln>
          </p:spPr>
        </p:sp>
        <p:sp>
          <p:nvSpPr>
            <p:cNvPr id="2828" name="Heatmap cell r2 c20"/>
            <p:cNvSpPr/>
            <p:nvPr/>
          </p:nvSpPr>
          <p:spPr>
            <a:xfrm>
              <a:off x="378777" y="39772"/>
              <a:ext cx="17140" cy="26609"/>
            </a:xfrm>
            <a:prstGeom prst="rect">
              <a:avLst/>
            </a:prstGeom>
            <a:solidFill>
              <a:srgbClr val="DF6873"/>
            </a:solidFill>
            <a:ln>
              <a:noFill/>
            </a:ln>
          </p:spPr>
        </p:sp>
        <p:sp>
          <p:nvSpPr>
            <p:cNvPr id="2829" name="Heatmap cell r2 c21"/>
            <p:cNvSpPr/>
            <p:nvPr/>
          </p:nvSpPr>
          <p:spPr>
            <a:xfrm>
              <a:off x="395822" y="39772"/>
              <a:ext cx="19034" cy="26609"/>
            </a:xfrm>
            <a:prstGeom prst="rect">
              <a:avLst/>
            </a:prstGeom>
            <a:solidFill>
              <a:srgbClr val="E27882"/>
            </a:solidFill>
            <a:ln>
              <a:noFill/>
            </a:ln>
          </p:spPr>
        </p:sp>
        <p:sp>
          <p:nvSpPr>
            <p:cNvPr id="2830" name="Heatmap cell r2 c22"/>
            <p:cNvSpPr/>
            <p:nvPr/>
          </p:nvSpPr>
          <p:spPr>
            <a:xfrm>
              <a:off x="414760" y="39772"/>
              <a:ext cx="19034" cy="26609"/>
            </a:xfrm>
            <a:prstGeom prst="rect">
              <a:avLst/>
            </a:prstGeom>
            <a:solidFill>
              <a:srgbClr val="E3EAF0"/>
            </a:solidFill>
            <a:ln>
              <a:noFill/>
            </a:ln>
          </p:spPr>
        </p:sp>
        <p:sp>
          <p:nvSpPr>
            <p:cNvPr id="2831" name="Heatmap cell r2 c23"/>
            <p:cNvSpPr/>
            <p:nvPr/>
          </p:nvSpPr>
          <p:spPr>
            <a:xfrm>
              <a:off x="433699" y="39772"/>
              <a:ext cx="17140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2832" name="Heatmap cell r2 c24"/>
            <p:cNvSpPr/>
            <p:nvPr/>
          </p:nvSpPr>
          <p:spPr>
            <a:xfrm>
              <a:off x="450744" y="39772"/>
              <a:ext cx="19034" cy="26609"/>
            </a:xfrm>
            <a:prstGeom prst="rect">
              <a:avLst/>
            </a:prstGeom>
            <a:solidFill>
              <a:srgbClr val="F4CCD1"/>
            </a:solidFill>
            <a:ln>
              <a:noFill/>
            </a:ln>
          </p:spPr>
        </p:sp>
        <p:sp>
          <p:nvSpPr>
            <p:cNvPr id="2833" name="Heatmap cell r2 c25"/>
            <p:cNvSpPr/>
            <p:nvPr/>
          </p:nvSpPr>
          <p:spPr>
            <a:xfrm>
              <a:off x="469683" y="39772"/>
              <a:ext cx="17140" cy="26609"/>
            </a:xfrm>
            <a:prstGeom prst="rect">
              <a:avLst/>
            </a:prstGeom>
            <a:solidFill>
              <a:srgbClr val="FCF7F7"/>
            </a:solidFill>
            <a:ln>
              <a:noFill/>
            </a:ln>
          </p:spPr>
        </p:sp>
        <p:sp>
          <p:nvSpPr>
            <p:cNvPr id="2834" name="Heatmap cell r2 c26"/>
            <p:cNvSpPr/>
            <p:nvPr/>
          </p:nvSpPr>
          <p:spPr>
            <a:xfrm>
              <a:off x="486728" y="39772"/>
              <a:ext cx="19034" cy="26609"/>
            </a:xfrm>
            <a:prstGeom prst="rect">
              <a:avLst/>
            </a:prstGeom>
            <a:solidFill>
              <a:srgbClr val="F1C0C4"/>
            </a:solidFill>
            <a:ln>
              <a:noFill/>
            </a:ln>
          </p:spPr>
        </p:sp>
        <p:sp>
          <p:nvSpPr>
            <p:cNvPr id="2835" name="Heatmap cell r2 c27"/>
            <p:cNvSpPr/>
            <p:nvPr/>
          </p:nvSpPr>
          <p:spPr>
            <a:xfrm>
              <a:off x="505667" y="39772"/>
              <a:ext cx="17140" cy="26609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2836" name="Heatmap cell r2 c29"/>
            <p:cNvSpPr/>
            <p:nvPr/>
          </p:nvSpPr>
          <p:spPr>
            <a:xfrm>
              <a:off x="541651" y="39772"/>
              <a:ext cx="17140" cy="26609"/>
            </a:xfrm>
            <a:prstGeom prst="rect">
              <a:avLst/>
            </a:prstGeom>
            <a:solidFill>
              <a:srgbClr val="F9E7E8"/>
            </a:solidFill>
            <a:ln>
              <a:noFill/>
            </a:ln>
          </p:spPr>
        </p:sp>
        <p:sp>
          <p:nvSpPr>
            <p:cNvPr id="2837" name="Heatmap cell r2 c30"/>
            <p:cNvSpPr/>
            <p:nvPr/>
          </p:nvSpPr>
          <p:spPr>
            <a:xfrm>
              <a:off x="558696" y="39772"/>
              <a:ext cx="19034" cy="26609"/>
            </a:xfrm>
            <a:prstGeom prst="rect">
              <a:avLst/>
            </a:prstGeom>
            <a:solidFill>
              <a:srgbClr val="F7D7DB"/>
            </a:solidFill>
            <a:ln>
              <a:noFill/>
            </a:ln>
          </p:spPr>
        </p:sp>
        <p:sp>
          <p:nvSpPr>
            <p:cNvPr id="2838" name="Heatmap cell r2 c31"/>
            <p:cNvSpPr/>
            <p:nvPr/>
          </p:nvSpPr>
          <p:spPr>
            <a:xfrm>
              <a:off x="577634" y="39772"/>
              <a:ext cx="17140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2839" name="Heatmap cell r2 c32"/>
            <p:cNvSpPr/>
            <p:nvPr/>
          </p:nvSpPr>
          <p:spPr>
            <a:xfrm>
              <a:off x="594679" y="39772"/>
              <a:ext cx="19034" cy="26609"/>
            </a:xfrm>
            <a:prstGeom prst="rect">
              <a:avLst/>
            </a:prstGeom>
            <a:solidFill>
              <a:srgbClr val="E27882"/>
            </a:solidFill>
            <a:ln>
              <a:noFill/>
            </a:ln>
          </p:spPr>
        </p:sp>
        <p:sp>
          <p:nvSpPr>
            <p:cNvPr id="2840" name="Heatmap cell r2 c34"/>
            <p:cNvSpPr/>
            <p:nvPr/>
          </p:nvSpPr>
          <p:spPr>
            <a:xfrm>
              <a:off x="630663" y="39772"/>
              <a:ext cx="19034" cy="26609"/>
            </a:xfrm>
            <a:prstGeom prst="rect">
              <a:avLst/>
            </a:prstGeom>
            <a:solidFill>
              <a:srgbClr val="E78993"/>
            </a:solidFill>
            <a:ln>
              <a:noFill/>
            </a:ln>
          </p:spPr>
        </p:sp>
        <p:sp>
          <p:nvSpPr>
            <p:cNvPr id="2841" name="Heatmap cell r2 c35"/>
            <p:cNvSpPr/>
            <p:nvPr/>
          </p:nvSpPr>
          <p:spPr>
            <a:xfrm>
              <a:off x="649602" y="39772"/>
              <a:ext cx="19034" cy="26609"/>
            </a:xfrm>
            <a:prstGeom prst="rect">
              <a:avLst/>
            </a:prstGeom>
            <a:solidFill>
              <a:srgbClr val="EDAFB5"/>
            </a:solidFill>
            <a:ln>
              <a:noFill/>
            </a:ln>
          </p:spPr>
        </p:sp>
        <p:sp>
          <p:nvSpPr>
            <p:cNvPr id="2842" name="Heatmap cell r2 c36"/>
            <p:cNvSpPr/>
            <p:nvPr/>
          </p:nvSpPr>
          <p:spPr>
            <a:xfrm>
              <a:off x="668541" y="39772"/>
              <a:ext cx="17140" cy="26609"/>
            </a:xfrm>
            <a:prstGeom prst="rect">
              <a:avLst/>
            </a:prstGeom>
            <a:solidFill>
              <a:srgbClr val="F3C7CC"/>
            </a:solidFill>
            <a:ln>
              <a:noFill/>
            </a:ln>
          </p:spPr>
        </p:sp>
        <p:sp>
          <p:nvSpPr>
            <p:cNvPr id="2843" name="Heatmap cell r2 c37"/>
            <p:cNvSpPr/>
            <p:nvPr/>
          </p:nvSpPr>
          <p:spPr>
            <a:xfrm>
              <a:off x="685586" y="39772"/>
              <a:ext cx="19034" cy="26609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2844" name="Heatmap cell r2 c38"/>
            <p:cNvSpPr/>
            <p:nvPr/>
          </p:nvSpPr>
          <p:spPr>
            <a:xfrm>
              <a:off x="704525" y="39772"/>
              <a:ext cx="17140" cy="26609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</p:sp>
        <p:sp>
          <p:nvSpPr>
            <p:cNvPr id="2845" name="Heatmap cell r2 c39"/>
            <p:cNvSpPr/>
            <p:nvPr/>
          </p:nvSpPr>
          <p:spPr>
            <a:xfrm>
              <a:off x="721570" y="39772"/>
              <a:ext cx="19034" cy="26609"/>
            </a:xfrm>
            <a:prstGeom prst="rect">
              <a:avLst/>
            </a:prstGeom>
            <a:solidFill>
              <a:srgbClr val="F5D0D3"/>
            </a:solidFill>
            <a:ln>
              <a:noFill/>
            </a:ln>
          </p:spPr>
        </p:sp>
        <p:sp>
          <p:nvSpPr>
            <p:cNvPr id="2846" name="Heatmap cell r2 c40"/>
            <p:cNvSpPr/>
            <p:nvPr/>
          </p:nvSpPr>
          <p:spPr>
            <a:xfrm>
              <a:off x="740508" y="39772"/>
              <a:ext cx="17140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2847" name="Heatmap cell r2 c41"/>
            <p:cNvSpPr/>
            <p:nvPr/>
          </p:nvSpPr>
          <p:spPr>
            <a:xfrm>
              <a:off x="757553" y="39772"/>
              <a:ext cx="19034" cy="26609"/>
            </a:xfrm>
            <a:prstGeom prst="rect">
              <a:avLst/>
            </a:prstGeom>
            <a:solidFill>
              <a:srgbClr val="CED9E4"/>
            </a:solidFill>
            <a:ln>
              <a:noFill/>
            </a:ln>
          </p:spPr>
        </p:sp>
        <p:sp>
          <p:nvSpPr>
            <p:cNvPr id="2848" name="Heatmap cell r2 c42"/>
            <p:cNvSpPr/>
            <p:nvPr/>
          </p:nvSpPr>
          <p:spPr>
            <a:xfrm>
              <a:off x="776492" y="39772"/>
              <a:ext cx="17140" cy="26609"/>
            </a:xfrm>
            <a:prstGeom prst="rect">
              <a:avLst/>
            </a:prstGeom>
            <a:solidFill>
              <a:srgbClr val="CF1628"/>
            </a:solidFill>
            <a:ln>
              <a:noFill/>
            </a:ln>
          </p:spPr>
        </p:sp>
        <p:sp>
          <p:nvSpPr>
            <p:cNvPr id="2849" name="Heatmap cell r2 c43"/>
            <p:cNvSpPr/>
            <p:nvPr/>
          </p:nvSpPr>
          <p:spPr>
            <a:xfrm>
              <a:off x="793537" y="39772"/>
              <a:ext cx="19034" cy="26609"/>
            </a:xfrm>
            <a:prstGeom prst="rect">
              <a:avLst/>
            </a:prstGeom>
            <a:solidFill>
              <a:srgbClr val="D6434F"/>
            </a:solidFill>
            <a:ln>
              <a:noFill/>
            </a:ln>
          </p:spPr>
        </p:sp>
        <p:sp>
          <p:nvSpPr>
            <p:cNvPr id="2850" name="Heatmap cell r2 c44"/>
            <p:cNvSpPr/>
            <p:nvPr/>
          </p:nvSpPr>
          <p:spPr>
            <a:xfrm>
              <a:off x="812476" y="39772"/>
              <a:ext cx="17140" cy="26609"/>
            </a:xfrm>
            <a:prstGeom prst="rect">
              <a:avLst/>
            </a:prstGeom>
            <a:solidFill>
              <a:srgbClr val="F2C8CD"/>
            </a:solidFill>
            <a:ln>
              <a:noFill/>
            </a:ln>
          </p:spPr>
        </p:sp>
        <p:sp>
          <p:nvSpPr>
            <p:cNvPr id="2851" name="Heatmap cell r2 c45"/>
            <p:cNvSpPr/>
            <p:nvPr/>
          </p:nvSpPr>
          <p:spPr>
            <a:xfrm>
              <a:off x="829521" y="39772"/>
              <a:ext cx="19034" cy="26609"/>
            </a:xfrm>
            <a:prstGeom prst="rect">
              <a:avLst/>
            </a:prstGeom>
            <a:solidFill>
              <a:srgbClr val="F6D6DA"/>
            </a:solidFill>
            <a:ln>
              <a:noFill/>
            </a:ln>
          </p:spPr>
        </p:sp>
        <p:sp>
          <p:nvSpPr>
            <p:cNvPr id="2852" name="Heatmap cell r2 c46"/>
            <p:cNvSpPr/>
            <p:nvPr/>
          </p:nvSpPr>
          <p:spPr>
            <a:xfrm>
              <a:off x="848460" y="39772"/>
              <a:ext cx="17140" cy="26609"/>
            </a:xfrm>
            <a:prstGeom prst="rect">
              <a:avLst/>
            </a:prstGeom>
            <a:solidFill>
              <a:srgbClr val="F6D6DA"/>
            </a:solidFill>
            <a:ln>
              <a:noFill/>
            </a:ln>
          </p:spPr>
        </p:sp>
        <p:sp>
          <p:nvSpPr>
            <p:cNvPr id="2853" name="Heatmap cell r2 c47"/>
            <p:cNvSpPr/>
            <p:nvPr/>
          </p:nvSpPr>
          <p:spPr>
            <a:xfrm>
              <a:off x="865505" y="39772"/>
              <a:ext cx="19034" cy="26609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2854" name="Heatmap cell r2 c48"/>
            <p:cNvSpPr/>
            <p:nvPr/>
          </p:nvSpPr>
          <p:spPr>
            <a:xfrm>
              <a:off x="884444" y="39772"/>
              <a:ext cx="19034" cy="26609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</p:sp>
        <p:sp>
          <p:nvSpPr>
            <p:cNvPr id="2855" name="Heatmap cell r2 c49"/>
            <p:cNvSpPr/>
            <p:nvPr/>
          </p:nvSpPr>
          <p:spPr>
            <a:xfrm>
              <a:off x="903382" y="39772"/>
              <a:ext cx="17140" cy="26609"/>
            </a:xfrm>
            <a:prstGeom prst="rect">
              <a:avLst/>
            </a:prstGeom>
            <a:solidFill>
              <a:srgbClr val="ECAAAF"/>
            </a:solidFill>
            <a:ln>
              <a:noFill/>
            </a:ln>
          </p:spPr>
        </p:sp>
        <p:sp>
          <p:nvSpPr>
            <p:cNvPr id="2856" name="Heatmap cell r2 c50"/>
            <p:cNvSpPr/>
            <p:nvPr/>
          </p:nvSpPr>
          <p:spPr>
            <a:xfrm>
              <a:off x="920427" y="39772"/>
              <a:ext cx="19034" cy="26609"/>
            </a:xfrm>
            <a:prstGeom prst="rect">
              <a:avLst/>
            </a:prstGeom>
            <a:solidFill>
              <a:srgbClr val="E27883"/>
            </a:solidFill>
            <a:ln>
              <a:noFill/>
            </a:ln>
          </p:spPr>
        </p:sp>
        <p:sp>
          <p:nvSpPr>
            <p:cNvPr id="2857" name="Heatmap cell r2 c51"/>
            <p:cNvSpPr/>
            <p:nvPr/>
          </p:nvSpPr>
          <p:spPr>
            <a:xfrm>
              <a:off x="939366" y="39772"/>
              <a:ext cx="17140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2858" name="Heatmap cell r2 c52"/>
            <p:cNvSpPr/>
            <p:nvPr/>
          </p:nvSpPr>
          <p:spPr>
            <a:xfrm>
              <a:off x="956411" y="39772"/>
              <a:ext cx="19034" cy="26609"/>
            </a:xfrm>
            <a:prstGeom prst="rect">
              <a:avLst/>
            </a:prstGeom>
            <a:solidFill>
              <a:srgbClr val="F5F7F9"/>
            </a:solidFill>
            <a:ln>
              <a:noFill/>
            </a:ln>
          </p:spPr>
        </p:sp>
        <p:sp>
          <p:nvSpPr>
            <p:cNvPr id="2859" name="Heatmap cell r2 c53"/>
            <p:cNvSpPr/>
            <p:nvPr/>
          </p:nvSpPr>
          <p:spPr>
            <a:xfrm>
              <a:off x="975350" y="39772"/>
              <a:ext cx="17140" cy="26609"/>
            </a:xfrm>
            <a:prstGeom prst="rect">
              <a:avLst/>
            </a:prstGeom>
            <a:solidFill>
              <a:srgbClr val="E6868E"/>
            </a:solidFill>
            <a:ln>
              <a:noFill/>
            </a:ln>
          </p:spPr>
        </p:sp>
        <p:sp>
          <p:nvSpPr>
            <p:cNvPr id="2860" name="Heatmap cell r2 c54"/>
            <p:cNvSpPr/>
            <p:nvPr/>
          </p:nvSpPr>
          <p:spPr>
            <a:xfrm>
              <a:off x="992395" y="39772"/>
              <a:ext cx="19034" cy="26609"/>
            </a:xfrm>
            <a:prstGeom prst="rect">
              <a:avLst/>
            </a:prstGeom>
            <a:solidFill>
              <a:srgbClr val="E27985"/>
            </a:solidFill>
            <a:ln>
              <a:noFill/>
            </a:ln>
          </p:spPr>
        </p:sp>
        <p:sp>
          <p:nvSpPr>
            <p:cNvPr id="2861" name="Heatmap cell r2 c55"/>
            <p:cNvSpPr/>
            <p:nvPr/>
          </p:nvSpPr>
          <p:spPr>
            <a:xfrm>
              <a:off x="1011334" y="39772"/>
              <a:ext cx="17140" cy="26609"/>
            </a:xfrm>
            <a:prstGeom prst="rect">
              <a:avLst/>
            </a:prstGeom>
            <a:solidFill>
              <a:srgbClr val="F3C5CA"/>
            </a:solidFill>
            <a:ln>
              <a:noFill/>
            </a:ln>
          </p:spPr>
        </p:sp>
        <p:sp>
          <p:nvSpPr>
            <p:cNvPr id="2862" name="Heatmap cell r2 c56"/>
            <p:cNvSpPr/>
            <p:nvPr/>
          </p:nvSpPr>
          <p:spPr>
            <a:xfrm>
              <a:off x="1028379" y="39772"/>
              <a:ext cx="19034" cy="26609"/>
            </a:xfrm>
            <a:prstGeom prst="rect">
              <a:avLst/>
            </a:prstGeom>
            <a:solidFill>
              <a:srgbClr val="F7D3D6"/>
            </a:solidFill>
            <a:ln>
              <a:noFill/>
            </a:ln>
          </p:spPr>
        </p:sp>
        <p:sp>
          <p:nvSpPr>
            <p:cNvPr id="2863" name="Heatmap cell r2 c57"/>
            <p:cNvSpPr/>
            <p:nvPr/>
          </p:nvSpPr>
          <p:spPr>
            <a:xfrm>
              <a:off x="1047318" y="39772"/>
              <a:ext cx="17140" cy="26609"/>
            </a:xfrm>
            <a:prstGeom prst="rect">
              <a:avLst/>
            </a:prstGeom>
            <a:solidFill>
              <a:srgbClr val="D22938"/>
            </a:solidFill>
            <a:ln>
              <a:noFill/>
            </a:ln>
          </p:spPr>
        </p:sp>
        <p:sp>
          <p:nvSpPr>
            <p:cNvPr id="2864" name="Heatmap cell r2 c58"/>
            <p:cNvSpPr/>
            <p:nvPr/>
          </p:nvSpPr>
          <p:spPr>
            <a:xfrm>
              <a:off x="1064363" y="39772"/>
              <a:ext cx="19034" cy="26609"/>
            </a:xfrm>
            <a:prstGeom prst="rect">
              <a:avLst/>
            </a:prstGeom>
            <a:solidFill>
              <a:srgbClr val="F0BDC2"/>
            </a:solidFill>
            <a:ln>
              <a:noFill/>
            </a:ln>
          </p:spPr>
        </p:sp>
        <p:sp>
          <p:nvSpPr>
            <p:cNvPr id="2865" name="Heatmap cell r2 c59"/>
            <p:cNvSpPr/>
            <p:nvPr/>
          </p:nvSpPr>
          <p:spPr>
            <a:xfrm>
              <a:off x="1083301" y="39772"/>
              <a:ext cx="17140" cy="26609"/>
            </a:xfrm>
            <a:prstGeom prst="rect">
              <a:avLst/>
            </a:prstGeom>
            <a:solidFill>
              <a:srgbClr val="CCD7E3"/>
            </a:solidFill>
            <a:ln>
              <a:noFill/>
            </a:ln>
          </p:spPr>
        </p:sp>
        <p:sp>
          <p:nvSpPr>
            <p:cNvPr id="2866" name="Heatmap cell r2 c60"/>
            <p:cNvSpPr/>
            <p:nvPr/>
          </p:nvSpPr>
          <p:spPr>
            <a:xfrm>
              <a:off x="1100346" y="39772"/>
              <a:ext cx="19034" cy="26609"/>
            </a:xfrm>
            <a:prstGeom prst="rect">
              <a:avLst/>
            </a:prstGeom>
            <a:solidFill>
              <a:srgbClr val="E4848E"/>
            </a:solidFill>
            <a:ln>
              <a:noFill/>
            </a:ln>
          </p:spPr>
        </p:sp>
        <p:sp>
          <p:nvSpPr>
            <p:cNvPr id="2867" name="Heatmap cell r2 c61"/>
            <p:cNvSpPr/>
            <p:nvPr/>
          </p:nvSpPr>
          <p:spPr>
            <a:xfrm>
              <a:off x="1119285" y="39772"/>
              <a:ext cx="19034" cy="26609"/>
            </a:xfrm>
            <a:prstGeom prst="rect">
              <a:avLst/>
            </a:prstGeom>
            <a:solidFill>
              <a:srgbClr val="E68892"/>
            </a:solidFill>
            <a:ln>
              <a:noFill/>
            </a:ln>
          </p:spPr>
        </p:sp>
        <p:sp>
          <p:nvSpPr>
            <p:cNvPr id="2868" name="Heatmap cell r2 c62"/>
            <p:cNvSpPr/>
            <p:nvPr/>
          </p:nvSpPr>
          <p:spPr>
            <a:xfrm>
              <a:off x="1138224" y="39772"/>
              <a:ext cx="17140" cy="26609"/>
            </a:xfrm>
            <a:prstGeom prst="rect">
              <a:avLst/>
            </a:prstGeom>
            <a:solidFill>
              <a:srgbClr val="F6D5D9"/>
            </a:solidFill>
            <a:ln>
              <a:noFill/>
            </a:ln>
          </p:spPr>
        </p:sp>
        <p:sp>
          <p:nvSpPr>
            <p:cNvPr id="2869" name="Heatmap cell r2 c63"/>
            <p:cNvSpPr/>
            <p:nvPr/>
          </p:nvSpPr>
          <p:spPr>
            <a:xfrm>
              <a:off x="1155269" y="39772"/>
              <a:ext cx="19034" cy="26609"/>
            </a:xfrm>
            <a:prstGeom prst="rect">
              <a:avLst/>
            </a:prstGeom>
            <a:solidFill>
              <a:srgbClr val="E89199"/>
            </a:solidFill>
            <a:ln>
              <a:noFill/>
            </a:ln>
          </p:spPr>
        </p:sp>
        <p:sp>
          <p:nvSpPr>
            <p:cNvPr id="2870" name="Heatmap cell r2 c64"/>
            <p:cNvSpPr/>
            <p:nvPr/>
          </p:nvSpPr>
          <p:spPr>
            <a:xfrm>
              <a:off x="1174208" y="39772"/>
              <a:ext cx="17140" cy="26609"/>
            </a:xfrm>
            <a:prstGeom prst="rect">
              <a:avLst/>
            </a:prstGeom>
            <a:solidFill>
              <a:srgbClr val="C9D6E2"/>
            </a:solidFill>
            <a:ln>
              <a:noFill/>
            </a:ln>
          </p:spPr>
        </p:sp>
        <p:sp>
          <p:nvSpPr>
            <p:cNvPr id="2871" name="Heatmap cell r2 c65"/>
            <p:cNvSpPr/>
            <p:nvPr/>
          </p:nvSpPr>
          <p:spPr>
            <a:xfrm>
              <a:off x="1191253" y="39772"/>
              <a:ext cx="19034" cy="26609"/>
            </a:xfrm>
            <a:prstGeom prst="rect">
              <a:avLst/>
            </a:prstGeom>
            <a:solidFill>
              <a:srgbClr val="F9E7E8"/>
            </a:solidFill>
            <a:ln>
              <a:noFill/>
            </a:ln>
          </p:spPr>
        </p:sp>
        <p:sp>
          <p:nvSpPr>
            <p:cNvPr id="2872" name="Heatmap cell r2 c66"/>
            <p:cNvSpPr/>
            <p:nvPr/>
          </p:nvSpPr>
          <p:spPr>
            <a:xfrm>
              <a:off x="1210192" y="39772"/>
              <a:ext cx="17140" cy="26609"/>
            </a:xfrm>
            <a:prstGeom prst="rect">
              <a:avLst/>
            </a:prstGeom>
            <a:solidFill>
              <a:srgbClr val="DAE2EB"/>
            </a:solidFill>
            <a:ln>
              <a:noFill/>
            </a:ln>
          </p:spPr>
        </p:sp>
        <p:sp>
          <p:nvSpPr>
            <p:cNvPr id="2873" name="Heatmap cell r2 c67"/>
            <p:cNvSpPr/>
            <p:nvPr/>
          </p:nvSpPr>
          <p:spPr>
            <a:xfrm>
              <a:off x="1227236" y="39772"/>
              <a:ext cx="19034" cy="26609"/>
            </a:xfrm>
            <a:prstGeom prst="rect">
              <a:avLst/>
            </a:prstGeom>
            <a:solidFill>
              <a:srgbClr val="E9EEF4"/>
            </a:solidFill>
            <a:ln>
              <a:noFill/>
            </a:ln>
          </p:spPr>
        </p:sp>
        <p:sp>
          <p:nvSpPr>
            <p:cNvPr id="2874" name="Heatmap cell r2 c68"/>
            <p:cNvSpPr/>
            <p:nvPr/>
          </p:nvSpPr>
          <p:spPr>
            <a:xfrm>
              <a:off x="1246175" y="39772"/>
              <a:ext cx="17140" cy="26609"/>
            </a:xfrm>
            <a:prstGeom prst="rect">
              <a:avLst/>
            </a:prstGeom>
            <a:solidFill>
              <a:srgbClr val="ECABB0"/>
            </a:solidFill>
            <a:ln>
              <a:noFill/>
            </a:ln>
          </p:spPr>
        </p:sp>
        <p:sp>
          <p:nvSpPr>
            <p:cNvPr id="2875" name="Heatmap cell r2 c69"/>
            <p:cNvSpPr/>
            <p:nvPr/>
          </p:nvSpPr>
          <p:spPr>
            <a:xfrm>
              <a:off x="1263220" y="39772"/>
              <a:ext cx="19034" cy="26609"/>
            </a:xfrm>
            <a:prstGeom prst="rect">
              <a:avLst/>
            </a:prstGeom>
            <a:solidFill>
              <a:srgbClr val="E6878F"/>
            </a:solidFill>
            <a:ln>
              <a:noFill/>
            </a:ln>
          </p:spPr>
        </p:sp>
        <p:sp>
          <p:nvSpPr>
            <p:cNvPr id="2876" name="Heatmap cell r2 c70"/>
            <p:cNvSpPr/>
            <p:nvPr/>
          </p:nvSpPr>
          <p:spPr>
            <a:xfrm>
              <a:off x="1282159" y="39772"/>
              <a:ext cx="17140" cy="26609"/>
            </a:xfrm>
            <a:prstGeom prst="rect">
              <a:avLst/>
            </a:prstGeom>
            <a:solidFill>
              <a:srgbClr val="F1C0C6"/>
            </a:solidFill>
            <a:ln>
              <a:noFill/>
            </a:ln>
          </p:spPr>
        </p:sp>
        <p:sp>
          <p:nvSpPr>
            <p:cNvPr id="2877" name="Heatmap cell r2 c71"/>
            <p:cNvSpPr/>
            <p:nvPr/>
          </p:nvSpPr>
          <p:spPr>
            <a:xfrm>
              <a:off x="1299204" y="39772"/>
              <a:ext cx="19034" cy="26609"/>
            </a:xfrm>
            <a:prstGeom prst="rect">
              <a:avLst/>
            </a:prstGeom>
            <a:solidFill>
              <a:srgbClr val="FBF5F5"/>
            </a:solidFill>
            <a:ln>
              <a:noFill/>
            </a:ln>
          </p:spPr>
        </p:sp>
        <p:sp>
          <p:nvSpPr>
            <p:cNvPr id="2878" name="Heatmap cell r2 c72"/>
            <p:cNvSpPr/>
            <p:nvPr/>
          </p:nvSpPr>
          <p:spPr>
            <a:xfrm>
              <a:off x="1318143" y="39772"/>
              <a:ext cx="17140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2879" name="Heatmap cell r2 c73"/>
            <p:cNvSpPr/>
            <p:nvPr/>
          </p:nvSpPr>
          <p:spPr>
            <a:xfrm>
              <a:off x="1335188" y="39772"/>
              <a:ext cx="19034" cy="26609"/>
            </a:xfrm>
            <a:prstGeom prst="rect">
              <a:avLst/>
            </a:prstGeom>
            <a:solidFill>
              <a:srgbClr val="F5CED2"/>
            </a:solidFill>
            <a:ln>
              <a:noFill/>
            </a:ln>
          </p:spPr>
        </p:sp>
        <p:sp>
          <p:nvSpPr>
            <p:cNvPr id="2880" name="Heatmap cell r2 c74"/>
            <p:cNvSpPr/>
            <p:nvPr/>
          </p:nvSpPr>
          <p:spPr>
            <a:xfrm>
              <a:off x="1354127" y="39772"/>
              <a:ext cx="17140" cy="26609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2881" name="Heatmap cell r2 c75"/>
            <p:cNvSpPr/>
            <p:nvPr/>
          </p:nvSpPr>
          <p:spPr>
            <a:xfrm>
              <a:off x="1371172" y="39772"/>
              <a:ext cx="19034" cy="26609"/>
            </a:xfrm>
            <a:prstGeom prst="rect">
              <a:avLst/>
            </a:prstGeom>
            <a:solidFill>
              <a:srgbClr val="F2C8CD"/>
            </a:solidFill>
            <a:ln>
              <a:noFill/>
            </a:ln>
          </p:spPr>
        </p:sp>
        <p:sp>
          <p:nvSpPr>
            <p:cNvPr id="2882" name="Heatmap cell r2 c76"/>
            <p:cNvSpPr/>
            <p:nvPr/>
          </p:nvSpPr>
          <p:spPr>
            <a:xfrm>
              <a:off x="1390110" y="39772"/>
              <a:ext cx="19034" cy="26609"/>
            </a:xfrm>
            <a:prstGeom prst="rect">
              <a:avLst/>
            </a:prstGeom>
            <a:solidFill>
              <a:srgbClr val="E9979F"/>
            </a:solidFill>
            <a:ln>
              <a:noFill/>
            </a:ln>
          </p:spPr>
        </p:sp>
        <p:sp>
          <p:nvSpPr>
            <p:cNvPr id="2883" name="Heatmap cell r2 c77"/>
            <p:cNvSpPr/>
            <p:nvPr/>
          </p:nvSpPr>
          <p:spPr>
            <a:xfrm>
              <a:off x="1409049" y="39772"/>
              <a:ext cx="17140" cy="26609"/>
            </a:xfrm>
            <a:prstGeom prst="rect">
              <a:avLst/>
            </a:prstGeom>
            <a:solidFill>
              <a:srgbClr val="E27781"/>
            </a:solidFill>
            <a:ln>
              <a:noFill/>
            </a:ln>
          </p:spPr>
        </p:sp>
        <p:sp>
          <p:nvSpPr>
            <p:cNvPr id="2884" name="Heatmap cell r2 c78"/>
            <p:cNvSpPr/>
            <p:nvPr/>
          </p:nvSpPr>
          <p:spPr>
            <a:xfrm>
              <a:off x="1426094" y="39772"/>
              <a:ext cx="19034" cy="26609"/>
            </a:xfrm>
            <a:prstGeom prst="rect">
              <a:avLst/>
            </a:prstGeom>
            <a:solidFill>
              <a:srgbClr val="D53746"/>
            </a:solidFill>
            <a:ln>
              <a:noFill/>
            </a:ln>
          </p:spPr>
        </p:sp>
        <p:sp>
          <p:nvSpPr>
            <p:cNvPr id="2885" name="Heatmap cell r2 c79"/>
            <p:cNvSpPr/>
            <p:nvPr/>
          </p:nvSpPr>
          <p:spPr>
            <a:xfrm>
              <a:off x="1445033" y="39772"/>
              <a:ext cx="17140" cy="26609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2886" name="Heatmap cell r2 c80"/>
            <p:cNvSpPr/>
            <p:nvPr/>
          </p:nvSpPr>
          <p:spPr>
            <a:xfrm>
              <a:off x="1462078" y="39772"/>
              <a:ext cx="19034" cy="26609"/>
            </a:xfrm>
            <a:prstGeom prst="rect">
              <a:avLst/>
            </a:prstGeom>
            <a:solidFill>
              <a:srgbClr val="F1C0C4"/>
            </a:solidFill>
            <a:ln>
              <a:noFill/>
            </a:ln>
          </p:spPr>
        </p:sp>
        <p:sp>
          <p:nvSpPr>
            <p:cNvPr id="2887" name="Heatmap cell r2 c81"/>
            <p:cNvSpPr/>
            <p:nvPr/>
          </p:nvSpPr>
          <p:spPr>
            <a:xfrm>
              <a:off x="1481017" y="39772"/>
              <a:ext cx="17140" cy="26609"/>
            </a:xfrm>
            <a:prstGeom prst="rect">
              <a:avLst/>
            </a:prstGeom>
            <a:solidFill>
              <a:srgbClr val="FBF5F5"/>
            </a:solidFill>
            <a:ln>
              <a:noFill/>
            </a:ln>
          </p:spPr>
        </p:sp>
        <p:sp>
          <p:nvSpPr>
            <p:cNvPr id="2888" name="Heatmap cell r2 c82"/>
            <p:cNvSpPr/>
            <p:nvPr/>
          </p:nvSpPr>
          <p:spPr>
            <a:xfrm>
              <a:off x="1498062" y="39772"/>
              <a:ext cx="19034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2889" name="Heatmap cell r2 c83"/>
            <p:cNvSpPr/>
            <p:nvPr/>
          </p:nvSpPr>
          <p:spPr>
            <a:xfrm>
              <a:off x="1517001" y="39772"/>
              <a:ext cx="17140" cy="26609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</p:sp>
        <p:sp>
          <p:nvSpPr>
            <p:cNvPr id="2890" name="Heatmap cell r2 c84"/>
            <p:cNvSpPr/>
            <p:nvPr/>
          </p:nvSpPr>
          <p:spPr>
            <a:xfrm>
              <a:off x="1534046" y="39772"/>
              <a:ext cx="19034" cy="26609"/>
            </a:xfrm>
            <a:prstGeom prst="rect">
              <a:avLst/>
            </a:prstGeom>
            <a:solidFill>
              <a:srgbClr val="E27781"/>
            </a:solidFill>
            <a:ln>
              <a:noFill/>
            </a:ln>
          </p:spPr>
        </p:sp>
        <p:sp>
          <p:nvSpPr>
            <p:cNvPr id="2891" name="Heatmap cell r2 c85"/>
            <p:cNvSpPr/>
            <p:nvPr/>
          </p:nvSpPr>
          <p:spPr>
            <a:xfrm>
              <a:off x="1552984" y="39772"/>
              <a:ext cx="17140" cy="26609"/>
            </a:xfrm>
            <a:prstGeom prst="rect">
              <a:avLst/>
            </a:prstGeom>
            <a:solidFill>
              <a:srgbClr val="FAECEC"/>
            </a:solidFill>
            <a:ln>
              <a:noFill/>
            </a:ln>
          </p:spPr>
        </p:sp>
        <p:sp>
          <p:nvSpPr>
            <p:cNvPr id="2892" name="Heatmap cell r2 c86"/>
            <p:cNvSpPr/>
            <p:nvPr/>
          </p:nvSpPr>
          <p:spPr>
            <a:xfrm>
              <a:off x="1570029" y="39772"/>
              <a:ext cx="19034" cy="26609"/>
            </a:xfrm>
            <a:prstGeom prst="rect">
              <a:avLst/>
            </a:prstGeom>
            <a:solidFill>
              <a:srgbClr val="E7929A"/>
            </a:solidFill>
            <a:ln>
              <a:noFill/>
            </a:ln>
          </p:spPr>
        </p:sp>
        <p:sp>
          <p:nvSpPr>
            <p:cNvPr id="2893" name="Heatmap cell r2 c87"/>
            <p:cNvSpPr/>
            <p:nvPr/>
          </p:nvSpPr>
          <p:spPr>
            <a:xfrm>
              <a:off x="1588968" y="39772"/>
              <a:ext cx="17140" cy="26609"/>
            </a:xfrm>
            <a:prstGeom prst="rect">
              <a:avLst/>
            </a:prstGeom>
            <a:solidFill>
              <a:srgbClr val="97101C"/>
            </a:solidFill>
            <a:ln>
              <a:noFill/>
            </a:ln>
          </p:spPr>
        </p:sp>
        <p:sp>
          <p:nvSpPr>
            <p:cNvPr id="2894" name="Heatmap cell r2 c88"/>
            <p:cNvSpPr/>
            <p:nvPr/>
          </p:nvSpPr>
          <p:spPr>
            <a:xfrm>
              <a:off x="1606013" y="39772"/>
              <a:ext cx="19034" cy="26609"/>
            </a:xfrm>
            <a:prstGeom prst="rect">
              <a:avLst/>
            </a:prstGeom>
            <a:solidFill>
              <a:srgbClr val="C5D2DF"/>
            </a:solidFill>
            <a:ln>
              <a:noFill/>
            </a:ln>
          </p:spPr>
        </p:sp>
        <p:sp>
          <p:nvSpPr>
            <p:cNvPr id="2895" name="Heatmap cell r2 c89"/>
            <p:cNvSpPr/>
            <p:nvPr/>
          </p:nvSpPr>
          <p:spPr>
            <a:xfrm>
              <a:off x="1624952" y="39772"/>
              <a:ext cx="19034" cy="26609"/>
            </a:xfrm>
            <a:prstGeom prst="rect">
              <a:avLst/>
            </a:prstGeom>
            <a:solidFill>
              <a:srgbClr val="D5404E"/>
            </a:solidFill>
            <a:ln>
              <a:noFill/>
            </a:ln>
          </p:spPr>
        </p:sp>
        <p:sp>
          <p:nvSpPr>
            <p:cNvPr id="2896" name="Heatmap cell r2 c90"/>
            <p:cNvSpPr/>
            <p:nvPr/>
          </p:nvSpPr>
          <p:spPr>
            <a:xfrm>
              <a:off x="1643891" y="39772"/>
              <a:ext cx="17140" cy="26609"/>
            </a:xfrm>
            <a:prstGeom prst="rect">
              <a:avLst/>
            </a:prstGeom>
            <a:solidFill>
              <a:srgbClr val="F3C5C8"/>
            </a:solidFill>
            <a:ln>
              <a:noFill/>
            </a:ln>
          </p:spPr>
        </p:sp>
        <p:sp>
          <p:nvSpPr>
            <p:cNvPr id="2897" name="Heatmap cell r2 c91"/>
            <p:cNvSpPr/>
            <p:nvPr/>
          </p:nvSpPr>
          <p:spPr>
            <a:xfrm>
              <a:off x="1660936" y="39772"/>
              <a:ext cx="19034" cy="26609"/>
            </a:xfrm>
            <a:prstGeom prst="rect">
              <a:avLst/>
            </a:prstGeom>
            <a:solidFill>
              <a:srgbClr val="EB9FA7"/>
            </a:solidFill>
            <a:ln>
              <a:noFill/>
            </a:ln>
          </p:spPr>
        </p:sp>
        <p:sp>
          <p:nvSpPr>
            <p:cNvPr id="2898" name="Heatmap cell r2 c92"/>
            <p:cNvSpPr/>
            <p:nvPr/>
          </p:nvSpPr>
          <p:spPr>
            <a:xfrm>
              <a:off x="1679875" y="39772"/>
              <a:ext cx="17140" cy="26609"/>
            </a:xfrm>
            <a:prstGeom prst="rect">
              <a:avLst/>
            </a:prstGeom>
            <a:solidFill>
              <a:srgbClr val="F8DEE0"/>
            </a:solidFill>
            <a:ln>
              <a:noFill/>
            </a:ln>
          </p:spPr>
        </p:sp>
        <p:sp>
          <p:nvSpPr>
            <p:cNvPr id="2899" name="Heatmap cell r2 c93"/>
            <p:cNvSpPr/>
            <p:nvPr/>
          </p:nvSpPr>
          <p:spPr>
            <a:xfrm>
              <a:off x="1696920" y="39772"/>
              <a:ext cx="19034" cy="26609"/>
            </a:xfrm>
            <a:prstGeom prst="rect">
              <a:avLst/>
            </a:prstGeom>
            <a:solidFill>
              <a:srgbClr val="EA9CA2"/>
            </a:solidFill>
            <a:ln>
              <a:noFill/>
            </a:ln>
          </p:spPr>
        </p:sp>
        <p:sp>
          <p:nvSpPr>
            <p:cNvPr id="2900" name="Heatmap cell r2 c94"/>
            <p:cNvSpPr/>
            <p:nvPr/>
          </p:nvSpPr>
          <p:spPr>
            <a:xfrm>
              <a:off x="1715858" y="39772"/>
              <a:ext cx="17140" cy="26609"/>
            </a:xfrm>
            <a:prstGeom prst="rect">
              <a:avLst/>
            </a:prstGeom>
            <a:solidFill>
              <a:srgbClr val="E27883"/>
            </a:solidFill>
            <a:ln>
              <a:noFill/>
            </a:ln>
          </p:spPr>
        </p:sp>
        <p:sp>
          <p:nvSpPr>
            <p:cNvPr id="2901" name="Heatmap cell r2 c95"/>
            <p:cNvSpPr/>
            <p:nvPr/>
          </p:nvSpPr>
          <p:spPr>
            <a:xfrm>
              <a:off x="1732903" y="39772"/>
              <a:ext cx="19034" cy="26609"/>
            </a:xfrm>
            <a:prstGeom prst="rect">
              <a:avLst/>
            </a:prstGeom>
            <a:solidFill>
              <a:srgbClr val="F3C9CE"/>
            </a:solidFill>
            <a:ln>
              <a:noFill/>
            </a:ln>
          </p:spPr>
        </p:sp>
        <p:sp>
          <p:nvSpPr>
            <p:cNvPr id="2902" name="Heatmap cell r2 c96"/>
            <p:cNvSpPr/>
            <p:nvPr/>
          </p:nvSpPr>
          <p:spPr>
            <a:xfrm>
              <a:off x="1751842" y="39772"/>
              <a:ext cx="17140" cy="26609"/>
            </a:xfrm>
            <a:prstGeom prst="rect">
              <a:avLst/>
            </a:prstGeom>
            <a:solidFill>
              <a:srgbClr val="EFB8BD"/>
            </a:solidFill>
            <a:ln>
              <a:noFill/>
            </a:ln>
          </p:spPr>
        </p:sp>
        <p:sp>
          <p:nvSpPr>
            <p:cNvPr id="2903" name="Heatmap cell r2 c97"/>
            <p:cNvSpPr/>
            <p:nvPr/>
          </p:nvSpPr>
          <p:spPr>
            <a:xfrm>
              <a:off x="1768887" y="39772"/>
              <a:ext cx="19034" cy="26609"/>
            </a:xfrm>
            <a:prstGeom prst="rect">
              <a:avLst/>
            </a:prstGeom>
            <a:solidFill>
              <a:srgbClr val="F7D9DB"/>
            </a:solidFill>
            <a:ln>
              <a:noFill/>
            </a:ln>
          </p:spPr>
        </p:sp>
        <p:sp>
          <p:nvSpPr>
            <p:cNvPr id="2904" name="Heatmap cell r2 c98"/>
            <p:cNvSpPr/>
            <p:nvPr/>
          </p:nvSpPr>
          <p:spPr>
            <a:xfrm>
              <a:off x="1787826" y="39772"/>
              <a:ext cx="17140" cy="26609"/>
            </a:xfrm>
            <a:prstGeom prst="rect">
              <a:avLst/>
            </a:prstGeom>
            <a:solidFill>
              <a:srgbClr val="EFB4B9"/>
            </a:solidFill>
            <a:ln>
              <a:noFill/>
            </a:ln>
          </p:spPr>
        </p:sp>
        <p:sp>
          <p:nvSpPr>
            <p:cNvPr id="2905" name="Heatmap cell r2 c99"/>
            <p:cNvSpPr/>
            <p:nvPr/>
          </p:nvSpPr>
          <p:spPr>
            <a:xfrm>
              <a:off x="1804871" y="39772"/>
              <a:ext cx="19034" cy="26609"/>
            </a:xfrm>
            <a:prstGeom prst="rect">
              <a:avLst/>
            </a:prstGeom>
            <a:solidFill>
              <a:srgbClr val="C3D1DF"/>
            </a:solidFill>
            <a:ln>
              <a:noFill/>
            </a:ln>
          </p:spPr>
        </p:sp>
        <p:sp>
          <p:nvSpPr>
            <p:cNvPr id="2906" name="Heatmap cell r2 c100"/>
            <p:cNvSpPr/>
            <p:nvPr/>
          </p:nvSpPr>
          <p:spPr>
            <a:xfrm>
              <a:off x="1823810" y="39772"/>
              <a:ext cx="17140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2907" name="Heatmap cell r2 c101"/>
            <p:cNvSpPr/>
            <p:nvPr/>
          </p:nvSpPr>
          <p:spPr>
            <a:xfrm>
              <a:off x="1840855" y="39772"/>
              <a:ext cx="19034" cy="26609"/>
            </a:xfrm>
            <a:prstGeom prst="rect">
              <a:avLst/>
            </a:prstGeom>
            <a:solidFill>
              <a:srgbClr val="F8DEE0"/>
            </a:solidFill>
            <a:ln>
              <a:noFill/>
            </a:ln>
          </p:spPr>
        </p:sp>
        <p:sp>
          <p:nvSpPr>
            <p:cNvPr id="2908" name="Heatmap cell r2 c102"/>
            <p:cNvSpPr/>
            <p:nvPr/>
          </p:nvSpPr>
          <p:spPr>
            <a:xfrm>
              <a:off x="1859794" y="39772"/>
              <a:ext cx="19034" cy="26609"/>
            </a:xfrm>
            <a:prstGeom prst="rect">
              <a:avLst/>
            </a:prstGeom>
            <a:solidFill>
              <a:srgbClr val="ECACB1"/>
            </a:solidFill>
            <a:ln>
              <a:noFill/>
            </a:ln>
          </p:spPr>
        </p:sp>
        <p:sp>
          <p:nvSpPr>
            <p:cNvPr id="2909" name="Heatmap cell r2 c103"/>
            <p:cNvSpPr/>
            <p:nvPr/>
          </p:nvSpPr>
          <p:spPr>
            <a:xfrm>
              <a:off x="1878732" y="39772"/>
              <a:ext cx="17140" cy="26609"/>
            </a:xfrm>
            <a:prstGeom prst="rect">
              <a:avLst/>
            </a:prstGeom>
            <a:solidFill>
              <a:srgbClr val="DBE3EB"/>
            </a:solidFill>
            <a:ln>
              <a:noFill/>
            </a:ln>
          </p:spPr>
        </p:sp>
        <p:sp>
          <p:nvSpPr>
            <p:cNvPr id="2910" name="Heatmap cell r2 c104"/>
            <p:cNvSpPr/>
            <p:nvPr/>
          </p:nvSpPr>
          <p:spPr>
            <a:xfrm>
              <a:off x="1895777" y="39772"/>
              <a:ext cx="19034" cy="26609"/>
            </a:xfrm>
            <a:prstGeom prst="rect">
              <a:avLst/>
            </a:prstGeom>
            <a:solidFill>
              <a:srgbClr val="E9939B"/>
            </a:solidFill>
            <a:ln>
              <a:noFill/>
            </a:ln>
          </p:spPr>
        </p:sp>
        <p:sp>
          <p:nvSpPr>
            <p:cNvPr id="2911" name="Heatmap cell r2 c105"/>
            <p:cNvSpPr/>
            <p:nvPr/>
          </p:nvSpPr>
          <p:spPr>
            <a:xfrm>
              <a:off x="1914716" y="39772"/>
              <a:ext cx="17140" cy="26609"/>
            </a:xfrm>
            <a:prstGeom prst="rect">
              <a:avLst/>
            </a:prstGeom>
            <a:solidFill>
              <a:srgbClr val="F5CFD2"/>
            </a:solidFill>
            <a:ln>
              <a:noFill/>
            </a:ln>
          </p:spPr>
        </p:sp>
        <p:sp>
          <p:nvSpPr>
            <p:cNvPr id="2912" name="Heatmap cell r2 c106"/>
            <p:cNvSpPr/>
            <p:nvPr/>
          </p:nvSpPr>
          <p:spPr>
            <a:xfrm>
              <a:off x="1931761" y="39772"/>
              <a:ext cx="19034" cy="26609"/>
            </a:xfrm>
            <a:prstGeom prst="rect">
              <a:avLst/>
            </a:prstGeom>
            <a:solidFill>
              <a:srgbClr val="D53746"/>
            </a:solidFill>
            <a:ln>
              <a:noFill/>
            </a:ln>
          </p:spPr>
        </p:sp>
        <p:sp>
          <p:nvSpPr>
            <p:cNvPr id="2913" name="Heatmap cell r2 c107"/>
            <p:cNvSpPr/>
            <p:nvPr/>
          </p:nvSpPr>
          <p:spPr>
            <a:xfrm>
              <a:off x="1950700" y="39772"/>
              <a:ext cx="17140" cy="26609"/>
            </a:xfrm>
            <a:prstGeom prst="rect">
              <a:avLst/>
            </a:prstGeom>
            <a:solidFill>
              <a:srgbClr val="EDAFB5"/>
            </a:solidFill>
            <a:ln>
              <a:noFill/>
            </a:ln>
          </p:spPr>
        </p:sp>
        <p:sp>
          <p:nvSpPr>
            <p:cNvPr id="2914" name="Heatmap cell r2 c108"/>
            <p:cNvSpPr/>
            <p:nvPr/>
          </p:nvSpPr>
          <p:spPr>
            <a:xfrm>
              <a:off x="1967745" y="39772"/>
              <a:ext cx="19034" cy="26609"/>
            </a:xfrm>
            <a:prstGeom prst="rect">
              <a:avLst/>
            </a:prstGeom>
            <a:solidFill>
              <a:srgbClr val="F9E8E9"/>
            </a:solidFill>
            <a:ln>
              <a:noFill/>
            </a:ln>
          </p:spPr>
        </p:sp>
        <p:sp>
          <p:nvSpPr>
            <p:cNvPr id="2915" name="Heatmap cell r2 c109"/>
            <p:cNvSpPr/>
            <p:nvPr/>
          </p:nvSpPr>
          <p:spPr>
            <a:xfrm>
              <a:off x="1986684" y="39772"/>
              <a:ext cx="17140" cy="26609"/>
            </a:xfrm>
            <a:prstGeom prst="rect">
              <a:avLst/>
            </a:prstGeom>
            <a:solidFill>
              <a:srgbClr val="95AEC7"/>
            </a:solidFill>
            <a:ln>
              <a:noFill/>
            </a:ln>
          </p:spPr>
        </p:sp>
        <p:sp>
          <p:nvSpPr>
            <p:cNvPr id="2916" name="Heatmap cell r2 c110"/>
            <p:cNvSpPr/>
            <p:nvPr/>
          </p:nvSpPr>
          <p:spPr>
            <a:xfrm>
              <a:off x="2003729" y="39772"/>
              <a:ext cx="19034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2917" name="Heatmap cell r2 c111"/>
            <p:cNvSpPr/>
            <p:nvPr/>
          </p:nvSpPr>
          <p:spPr>
            <a:xfrm>
              <a:off x="2022668" y="39772"/>
              <a:ext cx="17140" cy="26609"/>
            </a:xfrm>
            <a:prstGeom prst="rect">
              <a:avLst/>
            </a:prstGeom>
            <a:solidFill>
              <a:srgbClr val="D74351"/>
            </a:solidFill>
            <a:ln>
              <a:noFill/>
            </a:ln>
          </p:spPr>
        </p:sp>
        <p:sp>
          <p:nvSpPr>
            <p:cNvPr id="2918" name="Heatmap cell r2 c112"/>
            <p:cNvSpPr/>
            <p:nvPr/>
          </p:nvSpPr>
          <p:spPr>
            <a:xfrm>
              <a:off x="2039712" y="39772"/>
              <a:ext cx="19034" cy="26609"/>
            </a:xfrm>
            <a:prstGeom prst="rect">
              <a:avLst/>
            </a:prstGeom>
            <a:solidFill>
              <a:srgbClr val="E4EBEF"/>
            </a:solidFill>
            <a:ln>
              <a:noFill/>
            </a:ln>
          </p:spPr>
        </p:sp>
        <p:sp>
          <p:nvSpPr>
            <p:cNvPr id="2919" name="Heatmap cell r2 c113"/>
            <p:cNvSpPr/>
            <p:nvPr/>
          </p:nvSpPr>
          <p:spPr>
            <a:xfrm>
              <a:off x="2058651" y="39772"/>
              <a:ext cx="17140" cy="26609"/>
            </a:xfrm>
            <a:prstGeom prst="rect">
              <a:avLst/>
            </a:prstGeom>
            <a:solidFill>
              <a:srgbClr val="DA4754"/>
            </a:solidFill>
            <a:ln>
              <a:noFill/>
            </a:ln>
          </p:spPr>
        </p:sp>
        <p:sp>
          <p:nvSpPr>
            <p:cNvPr id="2920" name="Heatmap cell r2 c114"/>
            <p:cNvSpPr/>
            <p:nvPr/>
          </p:nvSpPr>
          <p:spPr>
            <a:xfrm>
              <a:off x="2075696" y="39772"/>
              <a:ext cx="19034" cy="26609"/>
            </a:xfrm>
            <a:prstGeom prst="rect">
              <a:avLst/>
            </a:prstGeom>
            <a:solidFill>
              <a:srgbClr val="D53746"/>
            </a:solidFill>
            <a:ln>
              <a:noFill/>
            </a:ln>
          </p:spPr>
        </p:sp>
        <p:sp>
          <p:nvSpPr>
            <p:cNvPr id="2921" name="Heatmap cell r2 c115"/>
            <p:cNvSpPr/>
            <p:nvPr/>
          </p:nvSpPr>
          <p:spPr>
            <a:xfrm>
              <a:off x="2094635" y="39772"/>
              <a:ext cx="19034" cy="26609"/>
            </a:xfrm>
            <a:prstGeom prst="rect">
              <a:avLst/>
            </a:prstGeom>
            <a:solidFill>
              <a:srgbClr val="DD626C"/>
            </a:solidFill>
            <a:ln>
              <a:noFill/>
            </a:ln>
          </p:spPr>
        </p:sp>
        <p:sp>
          <p:nvSpPr>
            <p:cNvPr id="2922" name="Heatmap cell r2 c116"/>
            <p:cNvSpPr/>
            <p:nvPr/>
          </p:nvSpPr>
          <p:spPr>
            <a:xfrm>
              <a:off x="2113574" y="39772"/>
              <a:ext cx="17140" cy="26609"/>
            </a:xfrm>
            <a:prstGeom prst="rect">
              <a:avLst/>
            </a:prstGeom>
            <a:solidFill>
              <a:srgbClr val="F4CACD"/>
            </a:solidFill>
            <a:ln>
              <a:noFill/>
            </a:ln>
          </p:spPr>
        </p:sp>
        <p:sp>
          <p:nvSpPr>
            <p:cNvPr id="2923" name="Heatmap cell r2 c117"/>
            <p:cNvSpPr/>
            <p:nvPr/>
          </p:nvSpPr>
          <p:spPr>
            <a:xfrm>
              <a:off x="2130619" y="39772"/>
              <a:ext cx="19034" cy="26609"/>
            </a:xfrm>
            <a:prstGeom prst="rect">
              <a:avLst/>
            </a:prstGeom>
            <a:solidFill>
              <a:srgbClr val="EA9CA2"/>
            </a:solidFill>
            <a:ln>
              <a:noFill/>
            </a:ln>
          </p:spPr>
        </p:sp>
        <p:sp>
          <p:nvSpPr>
            <p:cNvPr id="2924" name="Heatmap cell r2 c118"/>
            <p:cNvSpPr/>
            <p:nvPr/>
          </p:nvSpPr>
          <p:spPr>
            <a:xfrm>
              <a:off x="2149558" y="39772"/>
              <a:ext cx="17140" cy="26609"/>
            </a:xfrm>
            <a:prstGeom prst="rect">
              <a:avLst/>
            </a:prstGeom>
            <a:solidFill>
              <a:srgbClr val="E2EAEF"/>
            </a:solidFill>
            <a:ln>
              <a:noFill/>
            </a:ln>
          </p:spPr>
        </p:sp>
        <p:sp>
          <p:nvSpPr>
            <p:cNvPr id="2925" name="Heatmap cell r2 c119"/>
            <p:cNvSpPr/>
            <p:nvPr/>
          </p:nvSpPr>
          <p:spPr>
            <a:xfrm>
              <a:off x="2166603" y="39772"/>
              <a:ext cx="19034" cy="26609"/>
            </a:xfrm>
            <a:prstGeom prst="rect">
              <a:avLst/>
            </a:prstGeom>
            <a:solidFill>
              <a:srgbClr val="D84552"/>
            </a:solidFill>
            <a:ln>
              <a:noFill/>
            </a:ln>
          </p:spPr>
        </p:sp>
        <p:sp>
          <p:nvSpPr>
            <p:cNvPr id="2926" name="Heatmap cell r2 c120"/>
            <p:cNvSpPr/>
            <p:nvPr/>
          </p:nvSpPr>
          <p:spPr>
            <a:xfrm>
              <a:off x="2185542" y="39772"/>
              <a:ext cx="17140" cy="26609"/>
            </a:xfrm>
            <a:prstGeom prst="rect">
              <a:avLst/>
            </a:prstGeom>
            <a:solidFill>
              <a:srgbClr val="F7D9DB"/>
            </a:solidFill>
            <a:ln>
              <a:noFill/>
            </a:ln>
          </p:spPr>
        </p:sp>
        <p:sp>
          <p:nvSpPr>
            <p:cNvPr id="2927" name="Heatmap cell r2 c121"/>
            <p:cNvSpPr/>
            <p:nvPr/>
          </p:nvSpPr>
          <p:spPr>
            <a:xfrm>
              <a:off x="2202586" y="39772"/>
              <a:ext cx="19034" cy="26609"/>
            </a:xfrm>
            <a:prstGeom prst="rect">
              <a:avLst/>
            </a:prstGeom>
            <a:solidFill>
              <a:srgbClr val="DA4754"/>
            </a:solidFill>
            <a:ln>
              <a:noFill/>
            </a:ln>
          </p:spPr>
        </p:sp>
        <p:sp>
          <p:nvSpPr>
            <p:cNvPr id="2928" name="Heatmap cell r2 c122"/>
            <p:cNvSpPr/>
            <p:nvPr/>
          </p:nvSpPr>
          <p:spPr>
            <a:xfrm>
              <a:off x="2221525" y="39772"/>
              <a:ext cx="17140" cy="26609"/>
            </a:xfrm>
            <a:prstGeom prst="rect">
              <a:avLst/>
            </a:prstGeom>
            <a:solidFill>
              <a:srgbClr val="EDB0B6"/>
            </a:solidFill>
            <a:ln>
              <a:noFill/>
            </a:ln>
          </p:spPr>
        </p:sp>
        <p:sp>
          <p:nvSpPr>
            <p:cNvPr id="2929" name="Heatmap cell r2 c123"/>
            <p:cNvSpPr/>
            <p:nvPr/>
          </p:nvSpPr>
          <p:spPr>
            <a:xfrm>
              <a:off x="2238570" y="39772"/>
              <a:ext cx="19034" cy="26609"/>
            </a:xfrm>
            <a:prstGeom prst="rect">
              <a:avLst/>
            </a:prstGeom>
            <a:solidFill>
              <a:srgbClr val="FCF7F7"/>
            </a:solidFill>
            <a:ln>
              <a:noFill/>
            </a:ln>
          </p:spPr>
        </p:sp>
        <p:sp>
          <p:nvSpPr>
            <p:cNvPr id="2930" name="Heatmap cell r2 c124"/>
            <p:cNvSpPr/>
            <p:nvPr/>
          </p:nvSpPr>
          <p:spPr>
            <a:xfrm>
              <a:off x="2257509" y="39772"/>
              <a:ext cx="17140" cy="26609"/>
            </a:xfrm>
            <a:prstGeom prst="rect">
              <a:avLst/>
            </a:prstGeom>
            <a:solidFill>
              <a:srgbClr val="F8E6E8"/>
            </a:solidFill>
            <a:ln>
              <a:noFill/>
            </a:ln>
          </p:spPr>
        </p:sp>
        <p:sp>
          <p:nvSpPr>
            <p:cNvPr id="2931" name="Heatmap cell r2 c125"/>
            <p:cNvSpPr/>
            <p:nvPr/>
          </p:nvSpPr>
          <p:spPr>
            <a:xfrm>
              <a:off x="2274554" y="39772"/>
              <a:ext cx="19034" cy="26609"/>
            </a:xfrm>
            <a:prstGeom prst="rect">
              <a:avLst/>
            </a:prstGeom>
            <a:solidFill>
              <a:srgbClr val="E78E95"/>
            </a:solidFill>
            <a:ln>
              <a:noFill/>
            </a:ln>
          </p:spPr>
        </p:sp>
        <p:sp>
          <p:nvSpPr>
            <p:cNvPr id="2932" name="Heatmap cell r2 c126"/>
            <p:cNvSpPr/>
            <p:nvPr/>
          </p:nvSpPr>
          <p:spPr>
            <a:xfrm>
              <a:off x="2293493" y="39772"/>
              <a:ext cx="17140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2933" name="Heatmap cell r2 c127"/>
            <p:cNvSpPr/>
            <p:nvPr/>
          </p:nvSpPr>
          <p:spPr>
            <a:xfrm>
              <a:off x="2310538" y="39772"/>
              <a:ext cx="19034" cy="26609"/>
            </a:xfrm>
            <a:prstGeom prst="rect">
              <a:avLst/>
            </a:prstGeom>
            <a:solidFill>
              <a:srgbClr val="EBA3AA"/>
            </a:solidFill>
            <a:ln>
              <a:noFill/>
            </a:ln>
          </p:spPr>
        </p:sp>
        <p:sp>
          <p:nvSpPr>
            <p:cNvPr id="2934" name="Heatmap cell r2 c128"/>
            <p:cNvSpPr/>
            <p:nvPr/>
          </p:nvSpPr>
          <p:spPr>
            <a:xfrm>
              <a:off x="2329477" y="39772"/>
              <a:ext cx="19034" cy="26609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2935" name="Heatmap cell r2 c129"/>
            <p:cNvSpPr/>
            <p:nvPr/>
          </p:nvSpPr>
          <p:spPr>
            <a:xfrm>
              <a:off x="2348416" y="39772"/>
              <a:ext cx="17140" cy="26609"/>
            </a:xfrm>
            <a:prstGeom prst="rect">
              <a:avLst/>
            </a:prstGeom>
            <a:solidFill>
              <a:srgbClr val="C21323"/>
            </a:solidFill>
            <a:ln>
              <a:noFill/>
            </a:ln>
          </p:spPr>
        </p:sp>
        <p:sp>
          <p:nvSpPr>
            <p:cNvPr id="2936" name="Heatmap cell r2 c130"/>
            <p:cNvSpPr/>
            <p:nvPr/>
          </p:nvSpPr>
          <p:spPr>
            <a:xfrm>
              <a:off x="2365460" y="39772"/>
              <a:ext cx="19034" cy="26609"/>
            </a:xfrm>
            <a:prstGeom prst="rect">
              <a:avLst/>
            </a:prstGeom>
            <a:solidFill>
              <a:srgbClr val="EBA9AE"/>
            </a:solidFill>
            <a:ln>
              <a:noFill/>
            </a:ln>
          </p:spPr>
        </p:sp>
        <p:sp>
          <p:nvSpPr>
            <p:cNvPr id="2937" name="Heatmap cell r2 c131"/>
            <p:cNvSpPr/>
            <p:nvPr/>
          </p:nvSpPr>
          <p:spPr>
            <a:xfrm>
              <a:off x="2384399" y="39772"/>
              <a:ext cx="17140" cy="26609"/>
            </a:xfrm>
            <a:prstGeom prst="rect">
              <a:avLst/>
            </a:prstGeom>
            <a:solidFill>
              <a:srgbClr val="F8DDDF"/>
            </a:solidFill>
            <a:ln>
              <a:noFill/>
            </a:ln>
          </p:spPr>
        </p:sp>
        <p:sp>
          <p:nvSpPr>
            <p:cNvPr id="2938" name="Heatmap cell r2 c132"/>
            <p:cNvSpPr/>
            <p:nvPr/>
          </p:nvSpPr>
          <p:spPr>
            <a:xfrm>
              <a:off x="2401444" y="39772"/>
              <a:ext cx="19034" cy="26609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2939" name="Heatmap cell r2 c133"/>
            <p:cNvSpPr/>
            <p:nvPr/>
          </p:nvSpPr>
          <p:spPr>
            <a:xfrm>
              <a:off x="2420383" y="39772"/>
              <a:ext cx="17140" cy="26609"/>
            </a:xfrm>
            <a:prstGeom prst="rect">
              <a:avLst/>
            </a:prstGeom>
            <a:solidFill>
              <a:srgbClr val="FDF9FA"/>
            </a:solidFill>
            <a:ln>
              <a:noFill/>
            </a:ln>
          </p:spPr>
        </p:sp>
        <p:sp>
          <p:nvSpPr>
            <p:cNvPr id="2940" name="Heatmap cell r2 c134"/>
            <p:cNvSpPr/>
            <p:nvPr/>
          </p:nvSpPr>
          <p:spPr>
            <a:xfrm>
              <a:off x="2437428" y="39772"/>
              <a:ext cx="19034" cy="26609"/>
            </a:xfrm>
            <a:prstGeom prst="rect">
              <a:avLst/>
            </a:prstGeom>
            <a:solidFill>
              <a:srgbClr val="6C0C13"/>
            </a:solidFill>
            <a:ln>
              <a:noFill/>
            </a:ln>
          </p:spPr>
        </p:sp>
        <p:sp>
          <p:nvSpPr>
            <p:cNvPr id="2941" name="Heatmap cell r2 c135"/>
            <p:cNvSpPr/>
            <p:nvPr/>
          </p:nvSpPr>
          <p:spPr>
            <a:xfrm>
              <a:off x="2456367" y="39772"/>
              <a:ext cx="17140" cy="26609"/>
            </a:xfrm>
            <a:prstGeom prst="rect">
              <a:avLst/>
            </a:prstGeom>
            <a:solidFill>
              <a:srgbClr val="D5DFEA"/>
            </a:solidFill>
            <a:ln>
              <a:noFill/>
            </a:ln>
          </p:spPr>
        </p:sp>
        <p:sp>
          <p:nvSpPr>
            <p:cNvPr id="2942" name="Heatmap cell r2 c136"/>
            <p:cNvSpPr/>
            <p:nvPr/>
          </p:nvSpPr>
          <p:spPr>
            <a:xfrm>
              <a:off x="2473412" y="39772"/>
              <a:ext cx="19034" cy="26609"/>
            </a:xfrm>
            <a:prstGeom prst="rect">
              <a:avLst/>
            </a:prstGeom>
            <a:solidFill>
              <a:srgbClr val="8AA7C2"/>
            </a:solidFill>
            <a:ln>
              <a:noFill/>
            </a:ln>
          </p:spPr>
        </p:sp>
        <p:sp>
          <p:nvSpPr>
            <p:cNvPr id="2943" name="Heatmap cell r2 c137"/>
            <p:cNvSpPr/>
            <p:nvPr/>
          </p:nvSpPr>
          <p:spPr>
            <a:xfrm>
              <a:off x="2492351" y="39772"/>
              <a:ext cx="17140" cy="26609"/>
            </a:xfrm>
            <a:prstGeom prst="rect">
              <a:avLst/>
            </a:prstGeom>
            <a:solidFill>
              <a:srgbClr val="F4CCD1"/>
            </a:solidFill>
            <a:ln>
              <a:noFill/>
            </a:ln>
          </p:spPr>
        </p:sp>
        <p:sp>
          <p:nvSpPr>
            <p:cNvPr id="2944" name="Heatmap cell r2 c138"/>
            <p:cNvSpPr/>
            <p:nvPr/>
          </p:nvSpPr>
          <p:spPr>
            <a:xfrm>
              <a:off x="2509396" y="39772"/>
              <a:ext cx="19034" cy="26609"/>
            </a:xfrm>
            <a:prstGeom prst="rect">
              <a:avLst/>
            </a:prstGeom>
            <a:solidFill>
              <a:srgbClr val="E06C78"/>
            </a:solidFill>
            <a:ln>
              <a:noFill/>
            </a:ln>
          </p:spPr>
        </p:sp>
        <p:sp>
          <p:nvSpPr>
            <p:cNvPr id="2945" name="Heatmap cell r2 c139"/>
            <p:cNvSpPr/>
            <p:nvPr/>
          </p:nvSpPr>
          <p:spPr>
            <a:xfrm>
              <a:off x="2528334" y="39772"/>
              <a:ext cx="17140" cy="26609"/>
            </a:xfrm>
            <a:prstGeom prst="rect">
              <a:avLst/>
            </a:prstGeom>
            <a:solidFill>
              <a:srgbClr val="EBA3AA"/>
            </a:solidFill>
            <a:ln>
              <a:noFill/>
            </a:ln>
          </p:spPr>
        </p:sp>
        <p:sp>
          <p:nvSpPr>
            <p:cNvPr id="2946" name="Heatmap cell r2 c140"/>
            <p:cNvSpPr/>
            <p:nvPr/>
          </p:nvSpPr>
          <p:spPr>
            <a:xfrm>
              <a:off x="2545379" y="39772"/>
              <a:ext cx="19034" cy="26609"/>
            </a:xfrm>
            <a:prstGeom prst="rect">
              <a:avLst/>
            </a:prstGeom>
            <a:solidFill>
              <a:srgbClr val="F8E3E6"/>
            </a:solidFill>
            <a:ln>
              <a:noFill/>
            </a:ln>
          </p:spPr>
        </p:sp>
        <p:sp>
          <p:nvSpPr>
            <p:cNvPr id="2947" name="Heatmap cell r2 c141"/>
            <p:cNvSpPr/>
            <p:nvPr/>
          </p:nvSpPr>
          <p:spPr>
            <a:xfrm>
              <a:off x="2564318" y="39772"/>
              <a:ext cx="19034" cy="26609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2948" name="Heatmap cell r2 c142"/>
            <p:cNvSpPr/>
            <p:nvPr/>
          </p:nvSpPr>
          <p:spPr>
            <a:xfrm>
              <a:off x="2583257" y="39772"/>
              <a:ext cx="17140" cy="26609"/>
            </a:xfrm>
            <a:prstGeom prst="rect">
              <a:avLst/>
            </a:prstGeom>
            <a:solidFill>
              <a:srgbClr val="F0BDC2"/>
            </a:solidFill>
            <a:ln>
              <a:noFill/>
            </a:ln>
          </p:spPr>
        </p:sp>
        <p:sp>
          <p:nvSpPr>
            <p:cNvPr id="2949" name="Heatmap cell r2 c143"/>
            <p:cNvSpPr/>
            <p:nvPr/>
          </p:nvSpPr>
          <p:spPr>
            <a:xfrm>
              <a:off x="2600302" y="39772"/>
              <a:ext cx="19034" cy="26609"/>
            </a:xfrm>
            <a:prstGeom prst="rect">
              <a:avLst/>
            </a:prstGeom>
            <a:solidFill>
              <a:srgbClr val="DE5F6B"/>
            </a:solidFill>
            <a:ln>
              <a:noFill/>
            </a:ln>
          </p:spPr>
        </p:sp>
        <p:sp>
          <p:nvSpPr>
            <p:cNvPr id="2950" name="Heatmap cell r2 c144"/>
            <p:cNvSpPr/>
            <p:nvPr/>
          </p:nvSpPr>
          <p:spPr>
            <a:xfrm>
              <a:off x="2619241" y="39772"/>
              <a:ext cx="17140" cy="26609"/>
            </a:xfrm>
            <a:prstGeom prst="rect">
              <a:avLst/>
            </a:prstGeom>
            <a:solidFill>
              <a:srgbClr val="FBF3F4"/>
            </a:solidFill>
            <a:ln>
              <a:noFill/>
            </a:ln>
          </p:spPr>
        </p:sp>
        <p:sp>
          <p:nvSpPr>
            <p:cNvPr id="2951" name="Heatmap cell r2 c145"/>
            <p:cNvSpPr/>
            <p:nvPr/>
          </p:nvSpPr>
          <p:spPr>
            <a:xfrm>
              <a:off x="2636286" y="39772"/>
              <a:ext cx="19034" cy="26609"/>
            </a:xfrm>
            <a:prstGeom prst="rect">
              <a:avLst/>
            </a:prstGeom>
            <a:solidFill>
              <a:srgbClr val="DF646E"/>
            </a:solidFill>
            <a:ln>
              <a:noFill/>
            </a:ln>
          </p:spPr>
        </p:sp>
        <p:sp>
          <p:nvSpPr>
            <p:cNvPr id="2952" name="Heatmap cell r2 c146"/>
            <p:cNvSpPr/>
            <p:nvPr/>
          </p:nvSpPr>
          <p:spPr>
            <a:xfrm>
              <a:off x="2655225" y="39772"/>
              <a:ext cx="17140" cy="26609"/>
            </a:xfrm>
            <a:prstGeom prst="rect">
              <a:avLst/>
            </a:prstGeom>
            <a:solidFill>
              <a:srgbClr val="FAEEEF"/>
            </a:solidFill>
            <a:ln>
              <a:noFill/>
            </a:ln>
          </p:spPr>
        </p:sp>
        <p:sp>
          <p:nvSpPr>
            <p:cNvPr id="2953" name="Heatmap cell r2 c147"/>
            <p:cNvSpPr/>
            <p:nvPr/>
          </p:nvSpPr>
          <p:spPr>
            <a:xfrm>
              <a:off x="2672270" y="39772"/>
              <a:ext cx="19034" cy="26609"/>
            </a:xfrm>
            <a:prstGeom prst="rect">
              <a:avLst/>
            </a:prstGeom>
            <a:solidFill>
              <a:srgbClr val="F1BEC3"/>
            </a:solidFill>
            <a:ln>
              <a:noFill/>
            </a:ln>
          </p:spPr>
        </p:sp>
        <p:sp>
          <p:nvSpPr>
            <p:cNvPr id="2954" name="Heatmap cell r2 c148"/>
            <p:cNvSpPr/>
            <p:nvPr/>
          </p:nvSpPr>
          <p:spPr>
            <a:xfrm>
              <a:off x="2691208" y="39772"/>
              <a:ext cx="17140" cy="26609"/>
            </a:xfrm>
            <a:prstGeom prst="rect">
              <a:avLst/>
            </a:prstGeom>
            <a:solidFill>
              <a:srgbClr val="D33040"/>
            </a:solidFill>
            <a:ln>
              <a:noFill/>
            </a:ln>
          </p:spPr>
        </p:sp>
        <p:sp>
          <p:nvSpPr>
            <p:cNvPr id="2955" name="Heatmap cell r2 c149"/>
            <p:cNvSpPr/>
            <p:nvPr/>
          </p:nvSpPr>
          <p:spPr>
            <a:xfrm>
              <a:off x="2708253" y="39772"/>
              <a:ext cx="19034" cy="26609"/>
            </a:xfrm>
            <a:prstGeom prst="rect">
              <a:avLst/>
            </a:prstGeom>
            <a:solidFill>
              <a:srgbClr val="F6D4D7"/>
            </a:solidFill>
            <a:ln>
              <a:noFill/>
            </a:ln>
          </p:spPr>
        </p:sp>
        <p:sp>
          <p:nvSpPr>
            <p:cNvPr id="2956" name="Heatmap cell r2 c151"/>
            <p:cNvSpPr/>
            <p:nvPr/>
          </p:nvSpPr>
          <p:spPr>
            <a:xfrm>
              <a:off x="2744237" y="39772"/>
              <a:ext cx="19034" cy="26609"/>
            </a:xfrm>
            <a:prstGeom prst="rect">
              <a:avLst/>
            </a:prstGeom>
            <a:solidFill>
              <a:srgbClr val="E3EAF0"/>
            </a:solidFill>
            <a:ln>
              <a:noFill/>
            </a:ln>
          </p:spPr>
        </p:sp>
        <p:sp>
          <p:nvSpPr>
            <p:cNvPr id="2957" name="Heatmap cell r2 c153"/>
            <p:cNvSpPr/>
            <p:nvPr/>
          </p:nvSpPr>
          <p:spPr>
            <a:xfrm>
              <a:off x="2780221" y="39772"/>
              <a:ext cx="19034" cy="26609"/>
            </a:xfrm>
            <a:prstGeom prst="rect">
              <a:avLst/>
            </a:prstGeom>
            <a:solidFill>
              <a:srgbClr val="F1C1C5"/>
            </a:solidFill>
            <a:ln>
              <a:noFill/>
            </a:ln>
          </p:spPr>
        </p:sp>
        <p:sp>
          <p:nvSpPr>
            <p:cNvPr id="2958" name="Heatmap cell r2 c154"/>
            <p:cNvSpPr/>
            <p:nvPr/>
          </p:nvSpPr>
          <p:spPr>
            <a:xfrm>
              <a:off x="2799160" y="39772"/>
              <a:ext cx="17140" cy="26609"/>
            </a:xfrm>
            <a:prstGeom prst="rect">
              <a:avLst/>
            </a:prstGeom>
            <a:solidFill>
              <a:srgbClr val="E9979F"/>
            </a:solidFill>
            <a:ln>
              <a:noFill/>
            </a:ln>
          </p:spPr>
        </p:sp>
        <p:sp>
          <p:nvSpPr>
            <p:cNvPr id="2959" name="Heatmap cell r2 c155"/>
            <p:cNvSpPr/>
            <p:nvPr/>
          </p:nvSpPr>
          <p:spPr>
            <a:xfrm>
              <a:off x="2816205" y="39772"/>
              <a:ext cx="19034" cy="26609"/>
            </a:xfrm>
            <a:prstGeom prst="rect">
              <a:avLst/>
            </a:prstGeom>
            <a:solidFill>
              <a:srgbClr val="ECA8AE"/>
            </a:solidFill>
            <a:ln>
              <a:noFill/>
            </a:ln>
          </p:spPr>
        </p:sp>
        <p:sp>
          <p:nvSpPr>
            <p:cNvPr id="2960" name="Heatmap cell r2 c156"/>
            <p:cNvSpPr/>
            <p:nvPr/>
          </p:nvSpPr>
          <p:spPr>
            <a:xfrm>
              <a:off x="2835144" y="39772"/>
              <a:ext cx="19034" cy="26609"/>
            </a:xfrm>
            <a:prstGeom prst="rect">
              <a:avLst/>
            </a:prstGeom>
            <a:solidFill>
              <a:srgbClr val="F8DDDF"/>
            </a:solidFill>
            <a:ln>
              <a:noFill/>
            </a:ln>
          </p:spPr>
        </p:sp>
        <p:sp>
          <p:nvSpPr>
            <p:cNvPr id="2961" name="Heatmap cell r2 c157"/>
            <p:cNvSpPr/>
            <p:nvPr/>
          </p:nvSpPr>
          <p:spPr>
            <a:xfrm>
              <a:off x="2854082" y="39772"/>
              <a:ext cx="17140" cy="26609"/>
            </a:xfrm>
            <a:prstGeom prst="rect">
              <a:avLst/>
            </a:prstGeom>
            <a:solidFill>
              <a:srgbClr val="F9E7E8"/>
            </a:solidFill>
            <a:ln>
              <a:noFill/>
            </a:ln>
          </p:spPr>
        </p:sp>
        <p:sp>
          <p:nvSpPr>
            <p:cNvPr id="2962" name="Heatmap cell r2 c158"/>
            <p:cNvSpPr/>
            <p:nvPr/>
          </p:nvSpPr>
          <p:spPr>
            <a:xfrm>
              <a:off x="2871127" y="39772"/>
              <a:ext cx="19034" cy="26609"/>
            </a:xfrm>
            <a:prstGeom prst="rect">
              <a:avLst/>
            </a:prstGeom>
            <a:solidFill>
              <a:srgbClr val="F4CED1"/>
            </a:solidFill>
            <a:ln>
              <a:noFill/>
            </a:ln>
          </p:spPr>
        </p:sp>
        <p:sp>
          <p:nvSpPr>
            <p:cNvPr id="2963" name="Heatmap cell r2 c159"/>
            <p:cNvSpPr/>
            <p:nvPr/>
          </p:nvSpPr>
          <p:spPr>
            <a:xfrm>
              <a:off x="2890066" y="39772"/>
              <a:ext cx="17140" cy="26609"/>
            </a:xfrm>
            <a:prstGeom prst="rect">
              <a:avLst/>
            </a:prstGeom>
            <a:solidFill>
              <a:srgbClr val="F9E7E8"/>
            </a:solidFill>
            <a:ln>
              <a:noFill/>
            </a:ln>
          </p:spPr>
        </p:sp>
        <p:sp>
          <p:nvSpPr>
            <p:cNvPr id="2964" name="Heatmap cell r2 c160"/>
            <p:cNvSpPr/>
            <p:nvPr/>
          </p:nvSpPr>
          <p:spPr>
            <a:xfrm>
              <a:off x="2907111" y="39772"/>
              <a:ext cx="19034" cy="26609"/>
            </a:xfrm>
            <a:prstGeom prst="rect">
              <a:avLst/>
            </a:prstGeom>
            <a:solidFill>
              <a:srgbClr val="D22737"/>
            </a:solidFill>
            <a:ln>
              <a:noFill/>
            </a:ln>
          </p:spPr>
        </p:sp>
        <p:sp>
          <p:nvSpPr>
            <p:cNvPr id="2965" name="Heatmap cell r2 c161"/>
            <p:cNvSpPr/>
            <p:nvPr/>
          </p:nvSpPr>
          <p:spPr>
            <a:xfrm>
              <a:off x="2926050" y="39772"/>
              <a:ext cx="17140" cy="26609"/>
            </a:xfrm>
            <a:prstGeom prst="rect">
              <a:avLst/>
            </a:prstGeom>
            <a:solidFill>
              <a:srgbClr val="F3C5CA"/>
            </a:solidFill>
            <a:ln>
              <a:noFill/>
            </a:ln>
          </p:spPr>
        </p:sp>
        <p:sp>
          <p:nvSpPr>
            <p:cNvPr id="2966" name="Heatmap cell r2 c162"/>
            <p:cNvSpPr/>
            <p:nvPr/>
          </p:nvSpPr>
          <p:spPr>
            <a:xfrm>
              <a:off x="2943095" y="39772"/>
              <a:ext cx="19034" cy="26609"/>
            </a:xfrm>
            <a:prstGeom prst="rect">
              <a:avLst/>
            </a:prstGeom>
            <a:solidFill>
              <a:srgbClr val="F1C3C8"/>
            </a:solidFill>
            <a:ln>
              <a:noFill/>
            </a:ln>
          </p:spPr>
        </p:sp>
        <p:sp>
          <p:nvSpPr>
            <p:cNvPr id="2967" name="Heatmap cell r2 c163"/>
            <p:cNvSpPr/>
            <p:nvPr/>
          </p:nvSpPr>
          <p:spPr>
            <a:xfrm>
              <a:off x="2962034" y="39772"/>
              <a:ext cx="17140" cy="26609"/>
            </a:xfrm>
            <a:prstGeom prst="rect">
              <a:avLst/>
            </a:prstGeom>
            <a:solidFill>
              <a:srgbClr val="F4CDD0"/>
            </a:solidFill>
            <a:ln>
              <a:noFill/>
            </a:ln>
          </p:spPr>
        </p:sp>
        <p:sp>
          <p:nvSpPr>
            <p:cNvPr id="2968" name="Heatmap cell r2 c164"/>
            <p:cNvSpPr/>
            <p:nvPr/>
          </p:nvSpPr>
          <p:spPr>
            <a:xfrm>
              <a:off x="2979079" y="39772"/>
              <a:ext cx="19034" cy="26609"/>
            </a:xfrm>
            <a:prstGeom prst="rect">
              <a:avLst/>
            </a:prstGeom>
            <a:solidFill>
              <a:srgbClr val="F4CACD"/>
            </a:solidFill>
            <a:ln>
              <a:noFill/>
            </a:ln>
          </p:spPr>
        </p:sp>
        <p:sp>
          <p:nvSpPr>
            <p:cNvPr id="2969" name="Heatmap cell r2 c165"/>
            <p:cNvSpPr/>
            <p:nvPr/>
          </p:nvSpPr>
          <p:spPr>
            <a:xfrm>
              <a:off x="2998018" y="39772"/>
              <a:ext cx="17140" cy="26609"/>
            </a:xfrm>
            <a:prstGeom prst="rect">
              <a:avLst/>
            </a:prstGeom>
            <a:solidFill>
              <a:srgbClr val="F7D7DB"/>
            </a:solidFill>
            <a:ln>
              <a:noFill/>
            </a:ln>
          </p:spPr>
        </p:sp>
        <p:sp>
          <p:nvSpPr>
            <p:cNvPr id="2970" name="Heatmap cell r2 c166"/>
            <p:cNvSpPr/>
            <p:nvPr/>
          </p:nvSpPr>
          <p:spPr>
            <a:xfrm>
              <a:off x="3015062" y="39772"/>
              <a:ext cx="19034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2971" name="Heatmap cell r2 c167"/>
            <p:cNvSpPr/>
            <p:nvPr/>
          </p:nvSpPr>
          <p:spPr>
            <a:xfrm>
              <a:off x="3034001" y="39772"/>
              <a:ext cx="17140" cy="26609"/>
            </a:xfrm>
            <a:prstGeom prst="rect">
              <a:avLst/>
            </a:prstGeom>
            <a:solidFill>
              <a:srgbClr val="EBEFF5"/>
            </a:solidFill>
            <a:ln>
              <a:noFill/>
            </a:ln>
          </p:spPr>
        </p:sp>
        <p:sp>
          <p:nvSpPr>
            <p:cNvPr id="2972" name="Heatmap cell r2 c168"/>
            <p:cNvSpPr/>
            <p:nvPr/>
          </p:nvSpPr>
          <p:spPr>
            <a:xfrm>
              <a:off x="3051046" y="39772"/>
              <a:ext cx="19034" cy="26609"/>
            </a:xfrm>
            <a:prstGeom prst="rect">
              <a:avLst/>
            </a:prstGeom>
            <a:solidFill>
              <a:srgbClr val="9BB3CA"/>
            </a:solidFill>
            <a:ln>
              <a:noFill/>
            </a:ln>
          </p:spPr>
        </p:sp>
        <p:sp>
          <p:nvSpPr>
            <p:cNvPr id="2973" name="Heatmap cell r2 c169"/>
            <p:cNvSpPr/>
            <p:nvPr/>
          </p:nvSpPr>
          <p:spPr>
            <a:xfrm>
              <a:off x="3069985" y="39772"/>
              <a:ext cx="19034" cy="26609"/>
            </a:xfrm>
            <a:prstGeom prst="rect">
              <a:avLst/>
            </a:prstGeom>
            <a:solidFill>
              <a:srgbClr val="F8E4E7"/>
            </a:solidFill>
            <a:ln>
              <a:noFill/>
            </a:ln>
          </p:spPr>
        </p:sp>
        <p:sp>
          <p:nvSpPr>
            <p:cNvPr id="2974" name="Heatmap cell r2 c170"/>
            <p:cNvSpPr/>
            <p:nvPr/>
          </p:nvSpPr>
          <p:spPr>
            <a:xfrm>
              <a:off x="3088924" y="39772"/>
              <a:ext cx="17140" cy="26609"/>
            </a:xfrm>
            <a:prstGeom prst="rect">
              <a:avLst/>
            </a:prstGeom>
            <a:solidFill>
              <a:srgbClr val="FAEBED"/>
            </a:solidFill>
            <a:ln>
              <a:noFill/>
            </a:ln>
          </p:spPr>
        </p:sp>
        <p:sp>
          <p:nvSpPr>
            <p:cNvPr id="2975" name="Heatmap cell r2 c171"/>
            <p:cNvSpPr/>
            <p:nvPr/>
          </p:nvSpPr>
          <p:spPr>
            <a:xfrm>
              <a:off x="3105969" y="39772"/>
              <a:ext cx="19034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2976" name="Heatmap cell r2 c172"/>
            <p:cNvSpPr/>
            <p:nvPr/>
          </p:nvSpPr>
          <p:spPr>
            <a:xfrm>
              <a:off x="3124908" y="39772"/>
              <a:ext cx="17140" cy="26609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</p:sp>
        <p:sp>
          <p:nvSpPr>
            <p:cNvPr id="2977" name="Heatmap cell r2 c173"/>
            <p:cNvSpPr/>
            <p:nvPr/>
          </p:nvSpPr>
          <p:spPr>
            <a:xfrm>
              <a:off x="3141953" y="39772"/>
              <a:ext cx="19034" cy="26609"/>
            </a:xfrm>
            <a:prstGeom prst="rect">
              <a:avLst/>
            </a:prstGeom>
            <a:solidFill>
              <a:srgbClr val="F8E9EA"/>
            </a:solidFill>
            <a:ln>
              <a:noFill/>
            </a:ln>
          </p:spPr>
        </p:sp>
        <p:sp>
          <p:nvSpPr>
            <p:cNvPr id="2978" name="Heatmap cell r2 c174"/>
            <p:cNvSpPr/>
            <p:nvPr/>
          </p:nvSpPr>
          <p:spPr>
            <a:xfrm>
              <a:off x="3160892" y="39772"/>
              <a:ext cx="17140" cy="26609"/>
            </a:xfrm>
            <a:prstGeom prst="rect">
              <a:avLst/>
            </a:prstGeom>
            <a:solidFill>
              <a:srgbClr val="FBF1F3"/>
            </a:solidFill>
            <a:ln>
              <a:noFill/>
            </a:ln>
          </p:spPr>
        </p:sp>
        <p:sp>
          <p:nvSpPr>
            <p:cNvPr id="2979" name="Heatmap cell r2 c175"/>
            <p:cNvSpPr/>
            <p:nvPr/>
          </p:nvSpPr>
          <p:spPr>
            <a:xfrm>
              <a:off x="3177936" y="39772"/>
              <a:ext cx="19034" cy="26609"/>
            </a:xfrm>
            <a:prstGeom prst="rect">
              <a:avLst/>
            </a:prstGeom>
            <a:solidFill>
              <a:srgbClr val="FAEBED"/>
            </a:solidFill>
            <a:ln>
              <a:noFill/>
            </a:ln>
          </p:spPr>
        </p:sp>
        <p:sp>
          <p:nvSpPr>
            <p:cNvPr id="2980" name="Heatmap cell r2 c176"/>
            <p:cNvSpPr/>
            <p:nvPr/>
          </p:nvSpPr>
          <p:spPr>
            <a:xfrm>
              <a:off x="3196875" y="39772"/>
              <a:ext cx="17140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2981" name="Heatmap cell r2 c177"/>
            <p:cNvSpPr/>
            <p:nvPr/>
          </p:nvSpPr>
          <p:spPr>
            <a:xfrm>
              <a:off x="3213920" y="39772"/>
              <a:ext cx="19034" cy="26609"/>
            </a:xfrm>
            <a:prstGeom prst="rect">
              <a:avLst/>
            </a:prstGeom>
            <a:solidFill>
              <a:srgbClr val="E4EBEF"/>
            </a:solidFill>
            <a:ln>
              <a:noFill/>
            </a:ln>
          </p:spPr>
        </p:sp>
        <p:sp>
          <p:nvSpPr>
            <p:cNvPr id="2982" name="Heatmap cell r2 c178"/>
            <p:cNvSpPr/>
            <p:nvPr/>
          </p:nvSpPr>
          <p:spPr>
            <a:xfrm>
              <a:off x="3232859" y="39772"/>
              <a:ext cx="17140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2983" name="Heatmap cell r2 c179"/>
            <p:cNvSpPr/>
            <p:nvPr/>
          </p:nvSpPr>
          <p:spPr>
            <a:xfrm>
              <a:off x="3249904" y="39772"/>
              <a:ext cx="19034" cy="26609"/>
            </a:xfrm>
            <a:prstGeom prst="rect">
              <a:avLst/>
            </a:prstGeom>
            <a:solidFill>
              <a:srgbClr val="F8DEE0"/>
            </a:solidFill>
            <a:ln>
              <a:noFill/>
            </a:ln>
          </p:spPr>
        </p:sp>
        <p:sp>
          <p:nvSpPr>
            <p:cNvPr id="2984" name="Heatmap cell r2 c180"/>
            <p:cNvSpPr/>
            <p:nvPr/>
          </p:nvSpPr>
          <p:spPr>
            <a:xfrm>
              <a:off x="3268843" y="39772"/>
              <a:ext cx="17140" cy="26609"/>
            </a:xfrm>
            <a:prstGeom prst="rect">
              <a:avLst/>
            </a:prstGeom>
            <a:solidFill>
              <a:srgbClr val="ABC0D2"/>
            </a:solidFill>
            <a:ln>
              <a:noFill/>
            </a:ln>
          </p:spPr>
        </p:sp>
        <p:sp>
          <p:nvSpPr>
            <p:cNvPr id="2985" name="Heatmap cell r2 c182"/>
            <p:cNvSpPr/>
            <p:nvPr/>
          </p:nvSpPr>
          <p:spPr>
            <a:xfrm>
              <a:off x="3304827" y="39772"/>
              <a:ext cx="19034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2986" name="Heatmap cell r2 c183"/>
            <p:cNvSpPr/>
            <p:nvPr/>
          </p:nvSpPr>
          <p:spPr>
            <a:xfrm>
              <a:off x="3323765" y="39772"/>
              <a:ext cx="17140" cy="26609"/>
            </a:xfrm>
            <a:prstGeom prst="rect">
              <a:avLst/>
            </a:prstGeom>
            <a:solidFill>
              <a:srgbClr val="ECA8AE"/>
            </a:solidFill>
            <a:ln>
              <a:noFill/>
            </a:ln>
          </p:spPr>
        </p:sp>
        <p:sp>
          <p:nvSpPr>
            <p:cNvPr id="2987" name="Heatmap cell r2 c184"/>
            <p:cNvSpPr/>
            <p:nvPr/>
          </p:nvSpPr>
          <p:spPr>
            <a:xfrm>
              <a:off x="3340810" y="39772"/>
              <a:ext cx="19034" cy="26609"/>
            </a:xfrm>
            <a:prstGeom prst="rect">
              <a:avLst/>
            </a:prstGeom>
            <a:solidFill>
              <a:srgbClr val="F4CED1"/>
            </a:solidFill>
            <a:ln>
              <a:noFill/>
            </a:ln>
          </p:spPr>
        </p:sp>
        <p:sp>
          <p:nvSpPr>
            <p:cNvPr id="2988" name="Heatmap cell r2 c185"/>
            <p:cNvSpPr/>
            <p:nvPr/>
          </p:nvSpPr>
          <p:spPr>
            <a:xfrm>
              <a:off x="3359749" y="39772"/>
              <a:ext cx="17140" cy="26609"/>
            </a:xfrm>
            <a:prstGeom prst="rect">
              <a:avLst/>
            </a:prstGeom>
            <a:solidFill>
              <a:srgbClr val="ECA7AD"/>
            </a:solidFill>
            <a:ln>
              <a:noFill/>
            </a:ln>
          </p:spPr>
        </p:sp>
        <p:sp>
          <p:nvSpPr>
            <p:cNvPr id="2989" name="Heatmap cell r2 c186"/>
            <p:cNvSpPr/>
            <p:nvPr/>
          </p:nvSpPr>
          <p:spPr>
            <a:xfrm>
              <a:off x="3376794" y="39772"/>
              <a:ext cx="19034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2990" name="Heatmap cell r2 c187"/>
            <p:cNvSpPr/>
            <p:nvPr/>
          </p:nvSpPr>
          <p:spPr>
            <a:xfrm>
              <a:off x="3395733" y="39772"/>
              <a:ext cx="17140" cy="26609"/>
            </a:xfrm>
            <a:prstGeom prst="rect">
              <a:avLst/>
            </a:prstGeom>
            <a:solidFill>
              <a:srgbClr val="FAEBED"/>
            </a:solidFill>
            <a:ln>
              <a:noFill/>
            </a:ln>
          </p:spPr>
        </p:sp>
        <p:sp>
          <p:nvSpPr>
            <p:cNvPr id="2991" name="Heatmap cell r2 c188"/>
            <p:cNvSpPr/>
            <p:nvPr/>
          </p:nvSpPr>
          <p:spPr>
            <a:xfrm>
              <a:off x="3412778" y="39772"/>
              <a:ext cx="19034" cy="26609"/>
            </a:xfrm>
            <a:prstGeom prst="rect">
              <a:avLst/>
            </a:prstGeom>
            <a:solidFill>
              <a:srgbClr val="EEB1B8"/>
            </a:solidFill>
            <a:ln>
              <a:noFill/>
            </a:ln>
          </p:spPr>
        </p:sp>
        <p:sp>
          <p:nvSpPr>
            <p:cNvPr id="2992" name="Heatmap cell r2 c189"/>
            <p:cNvSpPr/>
            <p:nvPr/>
          </p:nvSpPr>
          <p:spPr>
            <a:xfrm>
              <a:off x="3431717" y="39772"/>
              <a:ext cx="17140" cy="26609"/>
            </a:xfrm>
            <a:prstGeom prst="rect">
              <a:avLst/>
            </a:prstGeom>
            <a:solidFill>
              <a:srgbClr val="DBE3EB"/>
            </a:solidFill>
            <a:ln>
              <a:noFill/>
            </a:ln>
          </p:spPr>
        </p:sp>
        <p:sp>
          <p:nvSpPr>
            <p:cNvPr id="2993" name="Heatmap cell r2 c190"/>
            <p:cNvSpPr/>
            <p:nvPr/>
          </p:nvSpPr>
          <p:spPr>
            <a:xfrm>
              <a:off x="3448762" y="39772"/>
              <a:ext cx="19034" cy="26609"/>
            </a:xfrm>
            <a:prstGeom prst="rect">
              <a:avLst/>
            </a:prstGeom>
            <a:solidFill>
              <a:srgbClr val="AFC3D5"/>
            </a:solidFill>
            <a:ln>
              <a:noFill/>
            </a:ln>
          </p:spPr>
        </p:sp>
        <p:sp>
          <p:nvSpPr>
            <p:cNvPr id="2994" name="Heatmap cell r2 c191"/>
            <p:cNvSpPr/>
            <p:nvPr/>
          </p:nvSpPr>
          <p:spPr>
            <a:xfrm>
              <a:off x="3467701" y="39772"/>
              <a:ext cx="17140" cy="26609"/>
            </a:xfrm>
            <a:prstGeom prst="rect">
              <a:avLst/>
            </a:prstGeom>
            <a:solidFill>
              <a:srgbClr val="EBA6AC"/>
            </a:solidFill>
            <a:ln>
              <a:noFill/>
            </a:ln>
          </p:spPr>
        </p:sp>
        <p:sp>
          <p:nvSpPr>
            <p:cNvPr id="2995" name="Heatmap cell r2 c192"/>
            <p:cNvSpPr/>
            <p:nvPr/>
          </p:nvSpPr>
          <p:spPr>
            <a:xfrm>
              <a:off x="3484746" y="39772"/>
              <a:ext cx="19034" cy="26609"/>
            </a:xfrm>
            <a:prstGeom prst="rect">
              <a:avLst/>
            </a:prstGeom>
            <a:solidFill>
              <a:srgbClr val="EDAFB5"/>
            </a:solidFill>
            <a:ln>
              <a:noFill/>
            </a:ln>
          </p:spPr>
        </p:sp>
        <p:sp>
          <p:nvSpPr>
            <p:cNvPr id="2996" name="Heatmap cell r2 c193"/>
            <p:cNvSpPr/>
            <p:nvPr/>
          </p:nvSpPr>
          <p:spPr>
            <a:xfrm>
              <a:off x="3503684" y="39772"/>
              <a:ext cx="17140" cy="26609"/>
            </a:xfrm>
            <a:prstGeom prst="rect">
              <a:avLst/>
            </a:prstGeom>
            <a:solidFill>
              <a:srgbClr val="F0F5F8"/>
            </a:solidFill>
            <a:ln>
              <a:noFill/>
            </a:ln>
          </p:spPr>
        </p:sp>
        <p:sp>
          <p:nvSpPr>
            <p:cNvPr id="2997" name="Heatmap cell r2 c194"/>
            <p:cNvSpPr/>
            <p:nvPr/>
          </p:nvSpPr>
          <p:spPr>
            <a:xfrm>
              <a:off x="3520729" y="39772"/>
              <a:ext cx="19034" cy="26609"/>
            </a:xfrm>
            <a:prstGeom prst="rect">
              <a:avLst/>
            </a:prstGeom>
            <a:solidFill>
              <a:srgbClr val="EDB0B6"/>
            </a:solidFill>
            <a:ln>
              <a:noFill/>
            </a:ln>
          </p:spPr>
        </p:sp>
        <p:sp>
          <p:nvSpPr>
            <p:cNvPr id="2998" name="Heatmap cell r2 c195"/>
            <p:cNvSpPr/>
            <p:nvPr/>
          </p:nvSpPr>
          <p:spPr>
            <a:xfrm>
              <a:off x="3539668" y="39772"/>
              <a:ext cx="19034" cy="26609"/>
            </a:xfrm>
            <a:prstGeom prst="rect">
              <a:avLst/>
            </a:prstGeom>
            <a:solidFill>
              <a:srgbClr val="EBA1A8"/>
            </a:solidFill>
            <a:ln>
              <a:noFill/>
            </a:ln>
          </p:spPr>
        </p:sp>
        <p:sp>
          <p:nvSpPr>
            <p:cNvPr id="2999" name="Heatmap cell r2 c196"/>
            <p:cNvSpPr/>
            <p:nvPr/>
          </p:nvSpPr>
          <p:spPr>
            <a:xfrm>
              <a:off x="3558607" y="39772"/>
              <a:ext cx="17140" cy="26609"/>
            </a:xfrm>
            <a:prstGeom prst="rect">
              <a:avLst/>
            </a:prstGeom>
            <a:solidFill>
              <a:srgbClr val="9AB1C9"/>
            </a:solidFill>
            <a:ln>
              <a:noFill/>
            </a:ln>
          </p:spPr>
        </p:sp>
        <p:sp>
          <p:nvSpPr>
            <p:cNvPr id="3000" name="Heatmap cell r2 c197"/>
            <p:cNvSpPr/>
            <p:nvPr/>
          </p:nvSpPr>
          <p:spPr>
            <a:xfrm>
              <a:off x="3575652" y="39772"/>
              <a:ext cx="19034" cy="26609"/>
            </a:xfrm>
            <a:prstGeom prst="rect">
              <a:avLst/>
            </a:prstGeom>
            <a:solidFill>
              <a:srgbClr val="DBE3EB"/>
            </a:solidFill>
            <a:ln>
              <a:noFill/>
            </a:ln>
          </p:spPr>
        </p:sp>
        <p:sp>
          <p:nvSpPr>
            <p:cNvPr id="3001" name="Heatmap cell r2 c198"/>
            <p:cNvSpPr/>
            <p:nvPr/>
          </p:nvSpPr>
          <p:spPr>
            <a:xfrm>
              <a:off x="3594591" y="39772"/>
              <a:ext cx="17140" cy="26609"/>
            </a:xfrm>
            <a:prstGeom prst="rect">
              <a:avLst/>
            </a:prstGeom>
            <a:solidFill>
              <a:srgbClr val="DAE2EB"/>
            </a:solidFill>
            <a:ln>
              <a:noFill/>
            </a:ln>
          </p:spPr>
        </p:sp>
        <p:sp>
          <p:nvSpPr>
            <p:cNvPr id="3002" name="Heatmap cell r2 c199"/>
            <p:cNvSpPr/>
            <p:nvPr/>
          </p:nvSpPr>
          <p:spPr>
            <a:xfrm>
              <a:off x="3611636" y="39772"/>
              <a:ext cx="19034" cy="26609"/>
            </a:xfrm>
            <a:prstGeom prst="rect">
              <a:avLst/>
            </a:prstGeom>
            <a:solidFill>
              <a:srgbClr val="F1C1C5"/>
            </a:solidFill>
            <a:ln>
              <a:noFill/>
            </a:ln>
          </p:spPr>
        </p:sp>
        <p:sp>
          <p:nvSpPr>
            <p:cNvPr id="3003" name="Heatmap cell r2 c200"/>
            <p:cNvSpPr/>
            <p:nvPr/>
          </p:nvSpPr>
          <p:spPr>
            <a:xfrm>
              <a:off x="3630575" y="39772"/>
              <a:ext cx="17140" cy="26609"/>
            </a:xfrm>
            <a:prstGeom prst="rect">
              <a:avLst/>
            </a:prstGeom>
            <a:solidFill>
              <a:srgbClr val="B8C9DA"/>
            </a:solidFill>
            <a:ln>
              <a:noFill/>
            </a:ln>
          </p:spPr>
        </p:sp>
        <p:sp>
          <p:nvSpPr>
            <p:cNvPr id="3004" name="Heatmap cell r2 c201"/>
            <p:cNvSpPr/>
            <p:nvPr/>
          </p:nvSpPr>
          <p:spPr>
            <a:xfrm>
              <a:off x="3647620" y="39772"/>
              <a:ext cx="19034" cy="26609"/>
            </a:xfrm>
            <a:prstGeom prst="rect">
              <a:avLst/>
            </a:prstGeom>
            <a:solidFill>
              <a:srgbClr val="6F92B4"/>
            </a:solidFill>
            <a:ln>
              <a:noFill/>
            </a:ln>
          </p:spPr>
        </p:sp>
        <p:sp>
          <p:nvSpPr>
            <p:cNvPr id="3005" name="Heatmap cell r2 c202"/>
            <p:cNvSpPr/>
            <p:nvPr/>
          </p:nvSpPr>
          <p:spPr>
            <a:xfrm>
              <a:off x="3666558" y="39772"/>
              <a:ext cx="17140" cy="26609"/>
            </a:xfrm>
            <a:prstGeom prst="rect">
              <a:avLst/>
            </a:prstGeom>
            <a:solidFill>
              <a:srgbClr val="DEE6EC"/>
            </a:solidFill>
            <a:ln>
              <a:noFill/>
            </a:ln>
          </p:spPr>
        </p:sp>
        <p:sp>
          <p:nvSpPr>
            <p:cNvPr id="3006" name="Heatmap cell r2 c203"/>
            <p:cNvSpPr/>
            <p:nvPr/>
          </p:nvSpPr>
          <p:spPr>
            <a:xfrm>
              <a:off x="3683603" y="39772"/>
              <a:ext cx="19034" cy="26609"/>
            </a:xfrm>
            <a:prstGeom prst="rect">
              <a:avLst/>
            </a:prstGeom>
            <a:solidFill>
              <a:srgbClr val="EDF1F7"/>
            </a:solidFill>
            <a:ln>
              <a:noFill/>
            </a:ln>
          </p:spPr>
        </p:sp>
        <p:sp>
          <p:nvSpPr>
            <p:cNvPr id="3007" name="Heatmap cell r2 c204"/>
            <p:cNvSpPr/>
            <p:nvPr/>
          </p:nvSpPr>
          <p:spPr>
            <a:xfrm>
              <a:off x="3702542" y="39772"/>
              <a:ext cx="17140" cy="26609"/>
            </a:xfrm>
            <a:prstGeom prst="rect">
              <a:avLst/>
            </a:prstGeom>
            <a:solidFill>
              <a:srgbClr val="EDB0B6"/>
            </a:solidFill>
            <a:ln>
              <a:noFill/>
            </a:ln>
          </p:spPr>
        </p:sp>
        <p:sp>
          <p:nvSpPr>
            <p:cNvPr id="3008" name="Heatmap cell r2 c205"/>
            <p:cNvSpPr/>
            <p:nvPr/>
          </p:nvSpPr>
          <p:spPr>
            <a:xfrm>
              <a:off x="3719587" y="39772"/>
              <a:ext cx="19034" cy="26609"/>
            </a:xfrm>
            <a:prstGeom prst="rect">
              <a:avLst/>
            </a:prstGeom>
            <a:solidFill>
              <a:srgbClr val="D9E1EB"/>
            </a:solidFill>
            <a:ln>
              <a:noFill/>
            </a:ln>
          </p:spPr>
        </p:sp>
        <p:sp>
          <p:nvSpPr>
            <p:cNvPr id="3009" name="Heatmap cell r2 c206"/>
            <p:cNvSpPr/>
            <p:nvPr/>
          </p:nvSpPr>
          <p:spPr>
            <a:xfrm>
              <a:off x="3738526" y="39772"/>
              <a:ext cx="17140" cy="26609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3010" name="Heatmap cell r2 c207"/>
            <p:cNvSpPr/>
            <p:nvPr/>
          </p:nvSpPr>
          <p:spPr>
            <a:xfrm>
              <a:off x="3755571" y="39772"/>
              <a:ext cx="19034" cy="26609"/>
            </a:xfrm>
            <a:prstGeom prst="rect">
              <a:avLst/>
            </a:prstGeom>
            <a:solidFill>
              <a:srgbClr val="EFB7BB"/>
            </a:solidFill>
            <a:ln>
              <a:noFill/>
            </a:ln>
          </p:spPr>
        </p:sp>
        <p:sp>
          <p:nvSpPr>
            <p:cNvPr id="3011" name="Heatmap cell r2 c208"/>
            <p:cNvSpPr/>
            <p:nvPr/>
          </p:nvSpPr>
          <p:spPr>
            <a:xfrm>
              <a:off x="3774510" y="39772"/>
              <a:ext cx="19034" cy="26609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3012" name="Heatmap cell r2 c209"/>
            <p:cNvSpPr/>
            <p:nvPr/>
          </p:nvSpPr>
          <p:spPr>
            <a:xfrm>
              <a:off x="3793449" y="39772"/>
              <a:ext cx="17140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3013" name="Heatmap cell r2 c210"/>
            <p:cNvSpPr/>
            <p:nvPr/>
          </p:nvSpPr>
          <p:spPr>
            <a:xfrm>
              <a:off x="3810494" y="39772"/>
              <a:ext cx="19034" cy="26609"/>
            </a:xfrm>
            <a:prstGeom prst="rect">
              <a:avLst/>
            </a:prstGeom>
            <a:solidFill>
              <a:srgbClr val="DD5E69"/>
            </a:solidFill>
            <a:ln>
              <a:noFill/>
            </a:ln>
          </p:spPr>
        </p:sp>
        <p:sp>
          <p:nvSpPr>
            <p:cNvPr id="3014" name="Heatmap cell r2 c211"/>
            <p:cNvSpPr/>
            <p:nvPr/>
          </p:nvSpPr>
          <p:spPr>
            <a:xfrm>
              <a:off x="3829432" y="39772"/>
              <a:ext cx="17140" cy="26609"/>
            </a:xfrm>
            <a:prstGeom prst="rect">
              <a:avLst/>
            </a:prstGeom>
            <a:solidFill>
              <a:srgbClr val="FBF0F1"/>
            </a:solidFill>
            <a:ln>
              <a:noFill/>
            </a:ln>
          </p:spPr>
        </p:sp>
        <p:sp>
          <p:nvSpPr>
            <p:cNvPr id="3015" name="Heatmap cell r2 c212"/>
            <p:cNvSpPr/>
            <p:nvPr/>
          </p:nvSpPr>
          <p:spPr>
            <a:xfrm>
              <a:off x="3846477" y="39772"/>
              <a:ext cx="19034" cy="26609"/>
            </a:xfrm>
            <a:prstGeom prst="rect">
              <a:avLst/>
            </a:prstGeom>
            <a:solidFill>
              <a:srgbClr val="A4BAD0"/>
            </a:solidFill>
            <a:ln>
              <a:noFill/>
            </a:ln>
          </p:spPr>
        </p:sp>
        <p:sp>
          <p:nvSpPr>
            <p:cNvPr id="3016" name="Heatmap cell r2 c213"/>
            <p:cNvSpPr/>
            <p:nvPr/>
          </p:nvSpPr>
          <p:spPr>
            <a:xfrm>
              <a:off x="3865416" y="39772"/>
              <a:ext cx="17140" cy="26609"/>
            </a:xfrm>
            <a:prstGeom prst="rect">
              <a:avLst/>
            </a:prstGeom>
            <a:solidFill>
              <a:srgbClr val="FCF7F7"/>
            </a:solidFill>
            <a:ln>
              <a:noFill/>
            </a:ln>
          </p:spPr>
        </p:sp>
        <p:sp>
          <p:nvSpPr>
            <p:cNvPr id="3017" name="Heatmap cell r2 c214"/>
            <p:cNvSpPr/>
            <p:nvPr/>
          </p:nvSpPr>
          <p:spPr>
            <a:xfrm>
              <a:off x="3882461" y="39772"/>
              <a:ext cx="19034" cy="26609"/>
            </a:xfrm>
            <a:prstGeom prst="rect">
              <a:avLst/>
            </a:prstGeom>
            <a:solidFill>
              <a:srgbClr val="F8F8FA"/>
            </a:solidFill>
            <a:ln>
              <a:noFill/>
            </a:ln>
          </p:spPr>
        </p:sp>
        <p:sp>
          <p:nvSpPr>
            <p:cNvPr id="3018" name="Heatmap cell r2 c215"/>
            <p:cNvSpPr/>
            <p:nvPr/>
          </p:nvSpPr>
          <p:spPr>
            <a:xfrm>
              <a:off x="3901400" y="39772"/>
              <a:ext cx="17140" cy="26609"/>
            </a:xfrm>
            <a:prstGeom prst="rect">
              <a:avLst/>
            </a:prstGeom>
            <a:solidFill>
              <a:srgbClr val="CCD7E3"/>
            </a:solidFill>
            <a:ln>
              <a:noFill/>
            </a:ln>
          </p:spPr>
        </p:sp>
        <p:sp>
          <p:nvSpPr>
            <p:cNvPr id="3019" name="Heatmap cell r2 c216"/>
            <p:cNvSpPr/>
            <p:nvPr/>
          </p:nvSpPr>
          <p:spPr>
            <a:xfrm>
              <a:off x="3918445" y="39772"/>
              <a:ext cx="19034" cy="26609"/>
            </a:xfrm>
            <a:prstGeom prst="rect">
              <a:avLst/>
            </a:prstGeom>
            <a:solidFill>
              <a:srgbClr val="96AFC7"/>
            </a:solidFill>
            <a:ln>
              <a:noFill/>
            </a:ln>
          </p:spPr>
        </p:sp>
        <p:sp>
          <p:nvSpPr>
            <p:cNvPr id="3020" name="Heatmap cell r2 c217"/>
            <p:cNvSpPr/>
            <p:nvPr/>
          </p:nvSpPr>
          <p:spPr>
            <a:xfrm>
              <a:off x="3937384" y="39772"/>
              <a:ext cx="17140" cy="26609"/>
            </a:xfrm>
            <a:prstGeom prst="rect">
              <a:avLst/>
            </a:prstGeom>
            <a:solidFill>
              <a:srgbClr val="FBF0F1"/>
            </a:solidFill>
            <a:ln>
              <a:noFill/>
            </a:ln>
          </p:spPr>
        </p:sp>
        <p:sp>
          <p:nvSpPr>
            <p:cNvPr id="3021" name="Heatmap cell r2 c218"/>
            <p:cNvSpPr/>
            <p:nvPr/>
          </p:nvSpPr>
          <p:spPr>
            <a:xfrm>
              <a:off x="3954429" y="39772"/>
              <a:ext cx="19034" cy="26609"/>
            </a:xfrm>
            <a:prstGeom prst="rect">
              <a:avLst/>
            </a:prstGeom>
            <a:solidFill>
              <a:srgbClr val="E06E79"/>
            </a:solidFill>
            <a:ln>
              <a:noFill/>
            </a:ln>
          </p:spPr>
        </p:sp>
        <p:sp>
          <p:nvSpPr>
            <p:cNvPr id="3022" name="Heatmap cell r2 c219"/>
            <p:cNvSpPr/>
            <p:nvPr/>
          </p:nvSpPr>
          <p:spPr>
            <a:xfrm>
              <a:off x="3973368" y="39772"/>
              <a:ext cx="17140" cy="26609"/>
            </a:xfrm>
            <a:prstGeom prst="rect">
              <a:avLst/>
            </a:prstGeom>
            <a:solidFill>
              <a:srgbClr val="DDE4EC"/>
            </a:solidFill>
            <a:ln>
              <a:noFill/>
            </a:ln>
          </p:spPr>
        </p:sp>
        <p:sp>
          <p:nvSpPr>
            <p:cNvPr id="3023" name="Heatmap cell r2 c220"/>
            <p:cNvSpPr/>
            <p:nvPr/>
          </p:nvSpPr>
          <p:spPr>
            <a:xfrm>
              <a:off x="3990412" y="39772"/>
              <a:ext cx="19034" cy="26609"/>
            </a:xfrm>
            <a:prstGeom prst="rect">
              <a:avLst/>
            </a:prstGeom>
            <a:solidFill>
              <a:srgbClr val="CED9E4"/>
            </a:solidFill>
            <a:ln>
              <a:noFill/>
            </a:ln>
          </p:spPr>
        </p:sp>
        <p:sp>
          <p:nvSpPr>
            <p:cNvPr id="3024" name="Heatmap cell r2 c221"/>
            <p:cNvSpPr/>
            <p:nvPr/>
          </p:nvSpPr>
          <p:spPr>
            <a:xfrm>
              <a:off x="4009351" y="39772"/>
              <a:ext cx="19034" cy="26609"/>
            </a:xfrm>
            <a:prstGeom prst="rect">
              <a:avLst/>
            </a:prstGeom>
            <a:solidFill>
              <a:srgbClr val="E06F7A"/>
            </a:solidFill>
            <a:ln>
              <a:noFill/>
            </a:ln>
          </p:spPr>
        </p:sp>
        <p:sp>
          <p:nvSpPr>
            <p:cNvPr id="3025" name="Heatmap cell r2 c222"/>
            <p:cNvSpPr/>
            <p:nvPr/>
          </p:nvSpPr>
          <p:spPr>
            <a:xfrm>
              <a:off x="4028290" y="39772"/>
              <a:ext cx="17140" cy="26609"/>
            </a:xfrm>
            <a:prstGeom prst="rect">
              <a:avLst/>
            </a:prstGeom>
            <a:solidFill>
              <a:srgbClr val="B5C6D7"/>
            </a:solidFill>
            <a:ln>
              <a:noFill/>
            </a:ln>
          </p:spPr>
        </p:sp>
        <p:sp>
          <p:nvSpPr>
            <p:cNvPr id="3026" name="Heatmap cell r2 c223"/>
            <p:cNvSpPr/>
            <p:nvPr/>
          </p:nvSpPr>
          <p:spPr>
            <a:xfrm>
              <a:off x="4045335" y="39772"/>
              <a:ext cx="19034" cy="26609"/>
            </a:xfrm>
            <a:prstGeom prst="rect">
              <a:avLst/>
            </a:prstGeom>
            <a:solidFill>
              <a:srgbClr val="E7EBF1"/>
            </a:solidFill>
            <a:ln>
              <a:noFill/>
            </a:ln>
          </p:spPr>
        </p:sp>
        <p:sp>
          <p:nvSpPr>
            <p:cNvPr id="3027" name="Heatmap cell r3 c1"/>
            <p:cNvSpPr/>
            <p:nvPr/>
          </p:nvSpPr>
          <p:spPr>
            <a:xfrm>
              <a:off x="13257" y="66286"/>
              <a:ext cx="45548" cy="26609"/>
            </a:xfrm>
            <a:prstGeom prst="rect">
              <a:avLst/>
            </a:prstGeom>
            <a:solidFill>
              <a:srgbClr val="155B9C"/>
            </a:solidFill>
            <a:ln>
              <a:noFill/>
            </a:ln>
          </p:spPr>
        </p:sp>
        <p:sp>
          <p:nvSpPr>
            <p:cNvPr id="3028" name="Heatmap cell r3 c3"/>
            <p:cNvSpPr/>
            <p:nvPr/>
          </p:nvSpPr>
          <p:spPr>
            <a:xfrm>
              <a:off x="71968" y="66286"/>
              <a:ext cx="17140" cy="26609"/>
            </a:xfrm>
            <a:prstGeom prst="rect">
              <a:avLst/>
            </a:prstGeom>
            <a:solidFill>
              <a:srgbClr val="EFB5BA"/>
            </a:solidFill>
            <a:ln>
              <a:noFill/>
            </a:ln>
          </p:spPr>
        </p:sp>
        <p:sp>
          <p:nvSpPr>
            <p:cNvPr id="3029" name="Heatmap cell r3 c4"/>
            <p:cNvSpPr/>
            <p:nvPr/>
          </p:nvSpPr>
          <p:spPr>
            <a:xfrm>
              <a:off x="89013" y="66286"/>
              <a:ext cx="19034" cy="26609"/>
            </a:xfrm>
            <a:prstGeom prst="rect">
              <a:avLst/>
            </a:prstGeom>
            <a:solidFill>
              <a:srgbClr val="F6F8F9"/>
            </a:solidFill>
            <a:ln>
              <a:noFill/>
            </a:ln>
          </p:spPr>
        </p:sp>
        <p:sp>
          <p:nvSpPr>
            <p:cNvPr id="3030" name="Heatmap cell r3 c5"/>
            <p:cNvSpPr/>
            <p:nvPr/>
          </p:nvSpPr>
          <p:spPr>
            <a:xfrm>
              <a:off x="107951" y="66286"/>
              <a:ext cx="17140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3031" name="Heatmap cell r3 c6"/>
            <p:cNvSpPr/>
            <p:nvPr/>
          </p:nvSpPr>
          <p:spPr>
            <a:xfrm>
              <a:off x="124996" y="66286"/>
              <a:ext cx="19034" cy="26609"/>
            </a:xfrm>
            <a:prstGeom prst="rect">
              <a:avLst/>
            </a:prstGeom>
            <a:solidFill>
              <a:srgbClr val="F3C6CB"/>
            </a:solidFill>
            <a:ln>
              <a:noFill/>
            </a:ln>
          </p:spPr>
        </p:sp>
        <p:sp>
          <p:nvSpPr>
            <p:cNvPr id="3032" name="Heatmap cell r3 c7"/>
            <p:cNvSpPr/>
            <p:nvPr/>
          </p:nvSpPr>
          <p:spPr>
            <a:xfrm>
              <a:off x="143935" y="66286"/>
              <a:ext cx="17140" cy="26609"/>
            </a:xfrm>
            <a:prstGeom prst="rect">
              <a:avLst/>
            </a:prstGeom>
            <a:solidFill>
              <a:srgbClr val="E78E95"/>
            </a:solidFill>
            <a:ln>
              <a:noFill/>
            </a:ln>
          </p:spPr>
        </p:sp>
        <p:sp>
          <p:nvSpPr>
            <p:cNvPr id="3033" name="Heatmap cell r3 c8"/>
            <p:cNvSpPr/>
            <p:nvPr/>
          </p:nvSpPr>
          <p:spPr>
            <a:xfrm>
              <a:off x="160980" y="66286"/>
              <a:ext cx="19034" cy="26609"/>
            </a:xfrm>
            <a:prstGeom prst="rect">
              <a:avLst/>
            </a:prstGeom>
            <a:solidFill>
              <a:srgbClr val="F1BEC3"/>
            </a:solidFill>
            <a:ln>
              <a:noFill/>
            </a:ln>
          </p:spPr>
        </p:sp>
        <p:sp>
          <p:nvSpPr>
            <p:cNvPr id="3034" name="Heatmap cell r3 c9"/>
            <p:cNvSpPr/>
            <p:nvPr/>
          </p:nvSpPr>
          <p:spPr>
            <a:xfrm>
              <a:off x="179919" y="66286"/>
              <a:ext cx="19034" cy="26609"/>
            </a:xfrm>
            <a:prstGeom prst="rect">
              <a:avLst/>
            </a:prstGeom>
            <a:solidFill>
              <a:srgbClr val="F6D5D9"/>
            </a:solidFill>
            <a:ln>
              <a:noFill/>
            </a:ln>
          </p:spPr>
        </p:sp>
        <p:sp>
          <p:nvSpPr>
            <p:cNvPr id="3035" name="Heatmap cell r3 c10"/>
            <p:cNvSpPr/>
            <p:nvPr/>
          </p:nvSpPr>
          <p:spPr>
            <a:xfrm>
              <a:off x="198858" y="66286"/>
              <a:ext cx="17140" cy="26609"/>
            </a:xfrm>
            <a:prstGeom prst="rect">
              <a:avLst/>
            </a:prstGeom>
            <a:solidFill>
              <a:srgbClr val="F8E1E3"/>
            </a:solidFill>
            <a:ln>
              <a:noFill/>
            </a:ln>
          </p:spPr>
        </p:sp>
        <p:sp>
          <p:nvSpPr>
            <p:cNvPr id="3036" name="Heatmap cell r3 c11"/>
            <p:cNvSpPr/>
            <p:nvPr/>
          </p:nvSpPr>
          <p:spPr>
            <a:xfrm>
              <a:off x="215903" y="66286"/>
              <a:ext cx="19034" cy="26609"/>
            </a:xfrm>
            <a:prstGeom prst="rect">
              <a:avLst/>
            </a:prstGeom>
            <a:solidFill>
              <a:srgbClr val="DDE4EC"/>
            </a:solidFill>
            <a:ln>
              <a:noFill/>
            </a:ln>
          </p:spPr>
        </p:sp>
        <p:sp>
          <p:nvSpPr>
            <p:cNvPr id="3037" name="Heatmap cell r3 c12"/>
            <p:cNvSpPr/>
            <p:nvPr/>
          </p:nvSpPr>
          <p:spPr>
            <a:xfrm>
              <a:off x="234842" y="66286"/>
              <a:ext cx="17140" cy="26609"/>
            </a:xfrm>
            <a:prstGeom prst="rect">
              <a:avLst/>
            </a:prstGeom>
            <a:solidFill>
              <a:srgbClr val="F1C0C6"/>
            </a:solidFill>
            <a:ln>
              <a:noFill/>
            </a:ln>
          </p:spPr>
        </p:sp>
        <p:sp>
          <p:nvSpPr>
            <p:cNvPr id="3038" name="Heatmap cell r3 c13"/>
            <p:cNvSpPr/>
            <p:nvPr/>
          </p:nvSpPr>
          <p:spPr>
            <a:xfrm>
              <a:off x="251887" y="66286"/>
              <a:ext cx="19034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3039" name="Heatmap cell r3 c14"/>
            <p:cNvSpPr/>
            <p:nvPr/>
          </p:nvSpPr>
          <p:spPr>
            <a:xfrm>
              <a:off x="270825" y="66286"/>
              <a:ext cx="17140" cy="26609"/>
            </a:xfrm>
            <a:prstGeom prst="rect">
              <a:avLst/>
            </a:prstGeom>
            <a:solidFill>
              <a:srgbClr val="EFF3F7"/>
            </a:solidFill>
            <a:ln>
              <a:noFill/>
            </a:ln>
          </p:spPr>
        </p:sp>
        <p:sp>
          <p:nvSpPr>
            <p:cNvPr id="3040" name="Heatmap cell r3 c15"/>
            <p:cNvSpPr/>
            <p:nvPr/>
          </p:nvSpPr>
          <p:spPr>
            <a:xfrm>
              <a:off x="287870" y="66286"/>
              <a:ext cx="19034" cy="26609"/>
            </a:xfrm>
            <a:prstGeom prst="rect">
              <a:avLst/>
            </a:prstGeom>
            <a:solidFill>
              <a:srgbClr val="E9979F"/>
            </a:solidFill>
            <a:ln>
              <a:noFill/>
            </a:ln>
          </p:spPr>
        </p:sp>
        <p:sp>
          <p:nvSpPr>
            <p:cNvPr id="3041" name="Heatmap cell r3 c16"/>
            <p:cNvSpPr/>
            <p:nvPr/>
          </p:nvSpPr>
          <p:spPr>
            <a:xfrm>
              <a:off x="306809" y="66286"/>
              <a:ext cx="17140" cy="26609"/>
            </a:xfrm>
            <a:prstGeom prst="rect">
              <a:avLst/>
            </a:prstGeom>
            <a:solidFill>
              <a:srgbClr val="EDF1F7"/>
            </a:solidFill>
            <a:ln>
              <a:noFill/>
            </a:ln>
          </p:spPr>
        </p:sp>
        <p:sp>
          <p:nvSpPr>
            <p:cNvPr id="3042" name="Heatmap cell r3 c17"/>
            <p:cNvSpPr/>
            <p:nvPr/>
          </p:nvSpPr>
          <p:spPr>
            <a:xfrm>
              <a:off x="323854" y="66286"/>
              <a:ext cx="19034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3043" name="Heatmap cell r3 c18"/>
            <p:cNvSpPr/>
            <p:nvPr/>
          </p:nvSpPr>
          <p:spPr>
            <a:xfrm>
              <a:off x="342793" y="66286"/>
              <a:ext cx="17140" cy="26609"/>
            </a:xfrm>
            <a:prstGeom prst="rect">
              <a:avLst/>
            </a:prstGeom>
            <a:solidFill>
              <a:srgbClr val="EBA1A8"/>
            </a:solidFill>
            <a:ln>
              <a:noFill/>
            </a:ln>
          </p:spPr>
        </p:sp>
        <p:sp>
          <p:nvSpPr>
            <p:cNvPr id="3044" name="Heatmap cell r3 c19"/>
            <p:cNvSpPr/>
            <p:nvPr/>
          </p:nvSpPr>
          <p:spPr>
            <a:xfrm>
              <a:off x="359838" y="66286"/>
              <a:ext cx="19034" cy="26609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045" name="Heatmap cell r3 c20"/>
            <p:cNvSpPr/>
            <p:nvPr/>
          </p:nvSpPr>
          <p:spPr>
            <a:xfrm>
              <a:off x="378777" y="66286"/>
              <a:ext cx="17140" cy="26609"/>
            </a:xfrm>
            <a:prstGeom prst="rect">
              <a:avLst/>
            </a:prstGeom>
            <a:solidFill>
              <a:srgbClr val="F0BCC3"/>
            </a:solidFill>
            <a:ln>
              <a:noFill/>
            </a:ln>
          </p:spPr>
        </p:sp>
        <p:sp>
          <p:nvSpPr>
            <p:cNvPr id="3046" name="Heatmap cell r3 c21"/>
            <p:cNvSpPr/>
            <p:nvPr/>
          </p:nvSpPr>
          <p:spPr>
            <a:xfrm>
              <a:off x="395822" y="66286"/>
              <a:ext cx="19034" cy="26609"/>
            </a:xfrm>
            <a:prstGeom prst="rect">
              <a:avLst/>
            </a:prstGeom>
            <a:solidFill>
              <a:srgbClr val="E9979F"/>
            </a:solidFill>
            <a:ln>
              <a:noFill/>
            </a:ln>
          </p:spPr>
        </p:sp>
        <p:sp>
          <p:nvSpPr>
            <p:cNvPr id="3047" name="Heatmap cell r3 c22"/>
            <p:cNvSpPr/>
            <p:nvPr/>
          </p:nvSpPr>
          <p:spPr>
            <a:xfrm>
              <a:off x="414760" y="66286"/>
              <a:ext cx="19034" cy="26609"/>
            </a:xfrm>
            <a:prstGeom prst="rect">
              <a:avLst/>
            </a:prstGeom>
            <a:solidFill>
              <a:srgbClr val="EBF0F6"/>
            </a:solidFill>
            <a:ln>
              <a:noFill/>
            </a:ln>
          </p:spPr>
        </p:sp>
        <p:sp>
          <p:nvSpPr>
            <p:cNvPr id="3048" name="Heatmap cell r3 c23"/>
            <p:cNvSpPr/>
            <p:nvPr/>
          </p:nvSpPr>
          <p:spPr>
            <a:xfrm>
              <a:off x="433699" y="66286"/>
              <a:ext cx="17140" cy="26609"/>
            </a:xfrm>
            <a:prstGeom prst="rect">
              <a:avLst/>
            </a:prstGeom>
            <a:solidFill>
              <a:srgbClr val="F4CCD1"/>
            </a:solidFill>
            <a:ln>
              <a:noFill/>
            </a:ln>
          </p:spPr>
        </p:sp>
        <p:sp>
          <p:nvSpPr>
            <p:cNvPr id="3049" name="Heatmap cell r3 c24"/>
            <p:cNvSpPr/>
            <p:nvPr/>
          </p:nvSpPr>
          <p:spPr>
            <a:xfrm>
              <a:off x="450744" y="66286"/>
              <a:ext cx="19034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3050" name="Heatmap cell r3 c25"/>
            <p:cNvSpPr/>
            <p:nvPr/>
          </p:nvSpPr>
          <p:spPr>
            <a:xfrm>
              <a:off x="469683" y="66286"/>
              <a:ext cx="17140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3051" name="Heatmap cell r3 c26"/>
            <p:cNvSpPr/>
            <p:nvPr/>
          </p:nvSpPr>
          <p:spPr>
            <a:xfrm>
              <a:off x="486728" y="66286"/>
              <a:ext cx="19034" cy="26609"/>
            </a:xfrm>
            <a:prstGeom prst="rect">
              <a:avLst/>
            </a:prstGeom>
            <a:solidFill>
              <a:srgbClr val="E4828A"/>
            </a:solidFill>
            <a:ln>
              <a:noFill/>
            </a:ln>
          </p:spPr>
        </p:sp>
        <p:sp>
          <p:nvSpPr>
            <p:cNvPr id="3052" name="Heatmap cell r3 c27"/>
            <p:cNvSpPr/>
            <p:nvPr/>
          </p:nvSpPr>
          <p:spPr>
            <a:xfrm>
              <a:off x="505667" y="66286"/>
              <a:ext cx="17140" cy="26609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3053" name="Heatmap cell r3 c28"/>
            <p:cNvSpPr/>
            <p:nvPr/>
          </p:nvSpPr>
          <p:spPr>
            <a:xfrm>
              <a:off x="522712" y="66286"/>
              <a:ext cx="19034" cy="26609"/>
            </a:xfrm>
            <a:prstGeom prst="rect">
              <a:avLst/>
            </a:prstGeom>
            <a:solidFill>
              <a:srgbClr val="EFF3F7"/>
            </a:solidFill>
            <a:ln>
              <a:noFill/>
            </a:ln>
          </p:spPr>
        </p:sp>
        <p:sp>
          <p:nvSpPr>
            <p:cNvPr id="3054" name="Heatmap cell r3 c30"/>
            <p:cNvSpPr/>
            <p:nvPr/>
          </p:nvSpPr>
          <p:spPr>
            <a:xfrm>
              <a:off x="558696" y="66286"/>
              <a:ext cx="19034" cy="26609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055" name="Heatmap cell r3 c31"/>
            <p:cNvSpPr/>
            <p:nvPr/>
          </p:nvSpPr>
          <p:spPr>
            <a:xfrm>
              <a:off x="577634" y="66286"/>
              <a:ext cx="17140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3056" name="Heatmap cell r3 c32"/>
            <p:cNvSpPr/>
            <p:nvPr/>
          </p:nvSpPr>
          <p:spPr>
            <a:xfrm>
              <a:off x="594679" y="66286"/>
              <a:ext cx="19034" cy="26609"/>
            </a:xfrm>
            <a:prstGeom prst="rect">
              <a:avLst/>
            </a:prstGeom>
            <a:solidFill>
              <a:srgbClr val="EFB9BE"/>
            </a:solidFill>
            <a:ln>
              <a:noFill/>
            </a:ln>
          </p:spPr>
        </p:sp>
        <p:sp>
          <p:nvSpPr>
            <p:cNvPr id="3057" name="Heatmap cell r3 c33"/>
            <p:cNvSpPr/>
            <p:nvPr/>
          </p:nvSpPr>
          <p:spPr>
            <a:xfrm>
              <a:off x="613618" y="66286"/>
              <a:ext cx="17140" cy="26609"/>
            </a:xfrm>
            <a:prstGeom prst="rect">
              <a:avLst/>
            </a:prstGeom>
            <a:solidFill>
              <a:srgbClr val="F8E3E6"/>
            </a:solidFill>
            <a:ln>
              <a:noFill/>
            </a:ln>
          </p:spPr>
        </p:sp>
        <p:sp>
          <p:nvSpPr>
            <p:cNvPr id="3058" name="Heatmap cell r3 c34"/>
            <p:cNvSpPr/>
            <p:nvPr/>
          </p:nvSpPr>
          <p:spPr>
            <a:xfrm>
              <a:off x="630663" y="66286"/>
              <a:ext cx="19034" cy="26609"/>
            </a:xfrm>
            <a:prstGeom prst="rect">
              <a:avLst/>
            </a:prstGeom>
            <a:solidFill>
              <a:srgbClr val="FCF6F6"/>
            </a:solidFill>
            <a:ln>
              <a:noFill/>
            </a:ln>
          </p:spPr>
        </p:sp>
        <p:sp>
          <p:nvSpPr>
            <p:cNvPr id="3059" name="Heatmap cell r3 c35"/>
            <p:cNvSpPr/>
            <p:nvPr/>
          </p:nvSpPr>
          <p:spPr>
            <a:xfrm>
              <a:off x="649602" y="66286"/>
              <a:ext cx="19034" cy="26609"/>
            </a:xfrm>
            <a:prstGeom prst="rect">
              <a:avLst/>
            </a:prstGeom>
            <a:solidFill>
              <a:srgbClr val="FCF8F9"/>
            </a:solidFill>
            <a:ln>
              <a:noFill/>
            </a:ln>
          </p:spPr>
        </p:sp>
        <p:sp>
          <p:nvSpPr>
            <p:cNvPr id="3060" name="Heatmap cell r3 c36"/>
            <p:cNvSpPr/>
            <p:nvPr/>
          </p:nvSpPr>
          <p:spPr>
            <a:xfrm>
              <a:off x="668541" y="66286"/>
              <a:ext cx="17140" cy="26609"/>
            </a:xfrm>
            <a:prstGeom prst="rect">
              <a:avLst/>
            </a:prstGeom>
            <a:solidFill>
              <a:srgbClr val="F9E8E9"/>
            </a:solidFill>
            <a:ln>
              <a:noFill/>
            </a:ln>
          </p:spPr>
        </p:sp>
        <p:sp>
          <p:nvSpPr>
            <p:cNvPr id="3061" name="Heatmap cell r3 c37"/>
            <p:cNvSpPr/>
            <p:nvPr/>
          </p:nvSpPr>
          <p:spPr>
            <a:xfrm>
              <a:off x="685586" y="66286"/>
              <a:ext cx="19034" cy="26609"/>
            </a:xfrm>
            <a:prstGeom prst="rect">
              <a:avLst/>
            </a:prstGeom>
            <a:solidFill>
              <a:srgbClr val="FBF3F4"/>
            </a:solidFill>
            <a:ln>
              <a:noFill/>
            </a:ln>
          </p:spPr>
        </p:sp>
        <p:sp>
          <p:nvSpPr>
            <p:cNvPr id="3062" name="Heatmap cell r3 c38"/>
            <p:cNvSpPr/>
            <p:nvPr/>
          </p:nvSpPr>
          <p:spPr>
            <a:xfrm>
              <a:off x="704525" y="66286"/>
              <a:ext cx="17140" cy="26609"/>
            </a:xfrm>
            <a:prstGeom prst="rect">
              <a:avLst/>
            </a:prstGeom>
            <a:solidFill>
              <a:srgbClr val="F5D1D4"/>
            </a:solidFill>
            <a:ln>
              <a:noFill/>
            </a:ln>
          </p:spPr>
        </p:sp>
        <p:sp>
          <p:nvSpPr>
            <p:cNvPr id="3063" name="Heatmap cell r3 c39"/>
            <p:cNvSpPr/>
            <p:nvPr/>
          </p:nvSpPr>
          <p:spPr>
            <a:xfrm>
              <a:off x="721570" y="66286"/>
              <a:ext cx="19034" cy="26609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064" name="Heatmap cell r3 c40"/>
            <p:cNvSpPr/>
            <p:nvPr/>
          </p:nvSpPr>
          <p:spPr>
            <a:xfrm>
              <a:off x="740508" y="66286"/>
              <a:ext cx="17140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3065" name="Heatmap cell r3 c41"/>
            <p:cNvSpPr/>
            <p:nvPr/>
          </p:nvSpPr>
          <p:spPr>
            <a:xfrm>
              <a:off x="757553" y="66286"/>
              <a:ext cx="19034" cy="26609"/>
            </a:xfrm>
            <a:prstGeom prst="rect">
              <a:avLst/>
            </a:prstGeom>
            <a:solidFill>
              <a:srgbClr val="88A6C1"/>
            </a:solidFill>
            <a:ln>
              <a:noFill/>
            </a:ln>
          </p:spPr>
        </p:sp>
        <p:sp>
          <p:nvSpPr>
            <p:cNvPr id="3066" name="Heatmap cell r3 c42"/>
            <p:cNvSpPr/>
            <p:nvPr/>
          </p:nvSpPr>
          <p:spPr>
            <a:xfrm>
              <a:off x="776492" y="66286"/>
              <a:ext cx="17140" cy="26609"/>
            </a:xfrm>
            <a:prstGeom prst="rect">
              <a:avLst/>
            </a:prstGeom>
            <a:solidFill>
              <a:srgbClr val="F3C9CE"/>
            </a:solidFill>
            <a:ln>
              <a:noFill/>
            </a:ln>
          </p:spPr>
        </p:sp>
        <p:sp>
          <p:nvSpPr>
            <p:cNvPr id="3067" name="Heatmap cell r3 c43"/>
            <p:cNvSpPr/>
            <p:nvPr/>
          </p:nvSpPr>
          <p:spPr>
            <a:xfrm>
              <a:off x="793537" y="66286"/>
              <a:ext cx="19034" cy="26609"/>
            </a:xfrm>
            <a:prstGeom prst="rect">
              <a:avLst/>
            </a:prstGeom>
            <a:solidFill>
              <a:srgbClr val="F0BDC2"/>
            </a:solidFill>
            <a:ln>
              <a:noFill/>
            </a:ln>
          </p:spPr>
        </p:sp>
        <p:sp>
          <p:nvSpPr>
            <p:cNvPr id="3068" name="Heatmap cell r3 c44"/>
            <p:cNvSpPr/>
            <p:nvPr/>
          </p:nvSpPr>
          <p:spPr>
            <a:xfrm>
              <a:off x="812476" y="66286"/>
              <a:ext cx="17140" cy="26609"/>
            </a:xfrm>
            <a:prstGeom prst="rect">
              <a:avLst/>
            </a:prstGeom>
            <a:solidFill>
              <a:srgbClr val="F8DDDF"/>
            </a:solidFill>
            <a:ln>
              <a:noFill/>
            </a:ln>
          </p:spPr>
        </p:sp>
        <p:sp>
          <p:nvSpPr>
            <p:cNvPr id="3069" name="Heatmap cell r3 c45"/>
            <p:cNvSpPr/>
            <p:nvPr/>
          </p:nvSpPr>
          <p:spPr>
            <a:xfrm>
              <a:off x="829521" y="66286"/>
              <a:ext cx="19034" cy="26609"/>
            </a:xfrm>
            <a:prstGeom prst="rect">
              <a:avLst/>
            </a:prstGeom>
            <a:solidFill>
              <a:srgbClr val="DEE6EC"/>
            </a:solidFill>
            <a:ln>
              <a:noFill/>
            </a:ln>
          </p:spPr>
        </p:sp>
        <p:sp>
          <p:nvSpPr>
            <p:cNvPr id="3070" name="Heatmap cell r3 c46"/>
            <p:cNvSpPr/>
            <p:nvPr/>
          </p:nvSpPr>
          <p:spPr>
            <a:xfrm>
              <a:off x="848460" y="66286"/>
              <a:ext cx="17140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3071" name="Heatmap cell r3 c47"/>
            <p:cNvSpPr/>
            <p:nvPr/>
          </p:nvSpPr>
          <p:spPr>
            <a:xfrm>
              <a:off x="865505" y="66286"/>
              <a:ext cx="19034" cy="26609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3072" name="Heatmap cell r3 c48"/>
            <p:cNvSpPr/>
            <p:nvPr/>
          </p:nvSpPr>
          <p:spPr>
            <a:xfrm>
              <a:off x="884444" y="66286"/>
              <a:ext cx="19034" cy="26609"/>
            </a:xfrm>
            <a:prstGeom prst="rect">
              <a:avLst/>
            </a:prstGeom>
            <a:solidFill>
              <a:srgbClr val="EFB9BE"/>
            </a:solidFill>
            <a:ln>
              <a:noFill/>
            </a:ln>
          </p:spPr>
        </p:sp>
        <p:sp>
          <p:nvSpPr>
            <p:cNvPr id="3073" name="Heatmap cell r3 c49"/>
            <p:cNvSpPr/>
            <p:nvPr/>
          </p:nvSpPr>
          <p:spPr>
            <a:xfrm>
              <a:off x="903382" y="66286"/>
              <a:ext cx="17140" cy="26609"/>
            </a:xfrm>
            <a:prstGeom prst="rect">
              <a:avLst/>
            </a:prstGeom>
            <a:solidFill>
              <a:srgbClr val="E27882"/>
            </a:solidFill>
            <a:ln>
              <a:noFill/>
            </a:ln>
          </p:spPr>
        </p:sp>
        <p:sp>
          <p:nvSpPr>
            <p:cNvPr id="3074" name="Heatmap cell r3 c50"/>
            <p:cNvSpPr/>
            <p:nvPr/>
          </p:nvSpPr>
          <p:spPr>
            <a:xfrm>
              <a:off x="920427" y="66286"/>
              <a:ext cx="19034" cy="26609"/>
            </a:xfrm>
            <a:prstGeom prst="rect">
              <a:avLst/>
            </a:prstGeom>
            <a:solidFill>
              <a:srgbClr val="FBF3F4"/>
            </a:solidFill>
            <a:ln>
              <a:noFill/>
            </a:ln>
          </p:spPr>
        </p:sp>
        <p:sp>
          <p:nvSpPr>
            <p:cNvPr id="3075" name="Heatmap cell r3 c51"/>
            <p:cNvSpPr/>
            <p:nvPr/>
          </p:nvSpPr>
          <p:spPr>
            <a:xfrm>
              <a:off x="939366" y="66286"/>
              <a:ext cx="17140" cy="26609"/>
            </a:xfrm>
            <a:prstGeom prst="rect">
              <a:avLst/>
            </a:prstGeom>
            <a:solidFill>
              <a:srgbClr val="F8E9EA"/>
            </a:solidFill>
            <a:ln>
              <a:noFill/>
            </a:ln>
          </p:spPr>
        </p:sp>
        <p:sp>
          <p:nvSpPr>
            <p:cNvPr id="3076" name="Heatmap cell r3 c52"/>
            <p:cNvSpPr/>
            <p:nvPr/>
          </p:nvSpPr>
          <p:spPr>
            <a:xfrm>
              <a:off x="956411" y="66286"/>
              <a:ext cx="19034" cy="26609"/>
            </a:xfrm>
            <a:prstGeom prst="rect">
              <a:avLst/>
            </a:prstGeom>
            <a:solidFill>
              <a:srgbClr val="F7DADC"/>
            </a:solidFill>
            <a:ln>
              <a:noFill/>
            </a:ln>
          </p:spPr>
        </p:sp>
        <p:sp>
          <p:nvSpPr>
            <p:cNvPr id="3077" name="Heatmap cell r3 c53"/>
            <p:cNvSpPr/>
            <p:nvPr/>
          </p:nvSpPr>
          <p:spPr>
            <a:xfrm>
              <a:off x="975350" y="66286"/>
              <a:ext cx="17140" cy="26609"/>
            </a:xfrm>
            <a:prstGeom prst="rect">
              <a:avLst/>
            </a:prstGeom>
            <a:solidFill>
              <a:srgbClr val="EBF0F6"/>
            </a:solidFill>
            <a:ln>
              <a:noFill/>
            </a:ln>
          </p:spPr>
        </p:sp>
        <p:sp>
          <p:nvSpPr>
            <p:cNvPr id="3078" name="Heatmap cell r3 c54"/>
            <p:cNvSpPr/>
            <p:nvPr/>
          </p:nvSpPr>
          <p:spPr>
            <a:xfrm>
              <a:off x="992395" y="66286"/>
              <a:ext cx="19034" cy="26609"/>
            </a:xfrm>
            <a:prstGeom prst="rect">
              <a:avLst/>
            </a:prstGeom>
            <a:solidFill>
              <a:srgbClr val="ECA8AE"/>
            </a:solidFill>
            <a:ln>
              <a:noFill/>
            </a:ln>
          </p:spPr>
        </p:sp>
        <p:sp>
          <p:nvSpPr>
            <p:cNvPr id="3079" name="Heatmap cell r3 c55"/>
            <p:cNvSpPr/>
            <p:nvPr/>
          </p:nvSpPr>
          <p:spPr>
            <a:xfrm>
              <a:off x="1011334" y="66286"/>
              <a:ext cx="17140" cy="26609"/>
            </a:xfrm>
            <a:prstGeom prst="rect">
              <a:avLst/>
            </a:prstGeom>
            <a:solidFill>
              <a:srgbClr val="FDF9FA"/>
            </a:solidFill>
            <a:ln>
              <a:noFill/>
            </a:ln>
          </p:spPr>
        </p:sp>
        <p:sp>
          <p:nvSpPr>
            <p:cNvPr id="3080" name="Heatmap cell r3 c56"/>
            <p:cNvSpPr/>
            <p:nvPr/>
          </p:nvSpPr>
          <p:spPr>
            <a:xfrm>
              <a:off x="1028379" y="66286"/>
              <a:ext cx="19034" cy="26609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3081" name="Heatmap cell r3 c57"/>
            <p:cNvSpPr/>
            <p:nvPr/>
          </p:nvSpPr>
          <p:spPr>
            <a:xfrm>
              <a:off x="1047318" y="66286"/>
              <a:ext cx="17140" cy="26609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3082" name="Heatmap cell r3 c58"/>
            <p:cNvSpPr/>
            <p:nvPr/>
          </p:nvSpPr>
          <p:spPr>
            <a:xfrm>
              <a:off x="1064363" y="66286"/>
              <a:ext cx="19034" cy="26609"/>
            </a:xfrm>
            <a:prstGeom prst="rect">
              <a:avLst/>
            </a:prstGeom>
            <a:solidFill>
              <a:srgbClr val="EFB8BD"/>
            </a:solidFill>
            <a:ln>
              <a:noFill/>
            </a:ln>
          </p:spPr>
        </p:sp>
        <p:sp>
          <p:nvSpPr>
            <p:cNvPr id="3083" name="Heatmap cell r3 c59"/>
            <p:cNvSpPr/>
            <p:nvPr/>
          </p:nvSpPr>
          <p:spPr>
            <a:xfrm>
              <a:off x="1083301" y="66286"/>
              <a:ext cx="17140" cy="26609"/>
            </a:xfrm>
            <a:prstGeom prst="rect">
              <a:avLst/>
            </a:prstGeom>
            <a:solidFill>
              <a:srgbClr val="EFB8BC"/>
            </a:solidFill>
            <a:ln>
              <a:noFill/>
            </a:ln>
          </p:spPr>
        </p:sp>
        <p:sp>
          <p:nvSpPr>
            <p:cNvPr id="3084" name="Heatmap cell r3 c60"/>
            <p:cNvSpPr/>
            <p:nvPr/>
          </p:nvSpPr>
          <p:spPr>
            <a:xfrm>
              <a:off x="1100346" y="66286"/>
              <a:ext cx="19034" cy="26609"/>
            </a:xfrm>
            <a:prstGeom prst="rect">
              <a:avLst/>
            </a:prstGeom>
            <a:solidFill>
              <a:srgbClr val="FCF7F7"/>
            </a:solidFill>
            <a:ln>
              <a:noFill/>
            </a:ln>
          </p:spPr>
        </p:sp>
        <p:sp>
          <p:nvSpPr>
            <p:cNvPr id="3085" name="Heatmap cell r3 c61"/>
            <p:cNvSpPr/>
            <p:nvPr/>
          </p:nvSpPr>
          <p:spPr>
            <a:xfrm>
              <a:off x="1119285" y="66286"/>
              <a:ext cx="19034" cy="26609"/>
            </a:xfrm>
            <a:prstGeom prst="rect">
              <a:avLst/>
            </a:prstGeom>
            <a:solidFill>
              <a:srgbClr val="F9E7E8"/>
            </a:solidFill>
            <a:ln>
              <a:noFill/>
            </a:ln>
          </p:spPr>
        </p:sp>
        <p:sp>
          <p:nvSpPr>
            <p:cNvPr id="3086" name="Heatmap cell r3 c62"/>
            <p:cNvSpPr/>
            <p:nvPr/>
          </p:nvSpPr>
          <p:spPr>
            <a:xfrm>
              <a:off x="1138224" y="66286"/>
              <a:ext cx="17140" cy="26609"/>
            </a:xfrm>
            <a:prstGeom prst="rect">
              <a:avLst/>
            </a:prstGeom>
            <a:solidFill>
              <a:srgbClr val="F4CACD"/>
            </a:solidFill>
            <a:ln>
              <a:noFill/>
            </a:ln>
          </p:spPr>
        </p:sp>
        <p:sp>
          <p:nvSpPr>
            <p:cNvPr id="3087" name="Heatmap cell r3 c63"/>
            <p:cNvSpPr/>
            <p:nvPr/>
          </p:nvSpPr>
          <p:spPr>
            <a:xfrm>
              <a:off x="1155269" y="66286"/>
              <a:ext cx="19034" cy="26609"/>
            </a:xfrm>
            <a:prstGeom prst="rect">
              <a:avLst/>
            </a:prstGeom>
            <a:solidFill>
              <a:srgbClr val="EFF3F7"/>
            </a:solidFill>
            <a:ln>
              <a:noFill/>
            </a:ln>
          </p:spPr>
        </p:sp>
        <p:sp>
          <p:nvSpPr>
            <p:cNvPr id="3088" name="Heatmap cell r3 c64"/>
            <p:cNvSpPr/>
            <p:nvPr/>
          </p:nvSpPr>
          <p:spPr>
            <a:xfrm>
              <a:off x="1174208" y="66286"/>
              <a:ext cx="17140" cy="26609"/>
            </a:xfrm>
            <a:prstGeom prst="rect">
              <a:avLst/>
            </a:prstGeom>
            <a:solidFill>
              <a:srgbClr val="EDACB3"/>
            </a:solidFill>
            <a:ln>
              <a:noFill/>
            </a:ln>
          </p:spPr>
        </p:sp>
        <p:sp>
          <p:nvSpPr>
            <p:cNvPr id="3089" name="Heatmap cell r3 c65"/>
            <p:cNvSpPr/>
            <p:nvPr/>
          </p:nvSpPr>
          <p:spPr>
            <a:xfrm>
              <a:off x="1191253" y="66286"/>
              <a:ext cx="19034" cy="26609"/>
            </a:xfrm>
            <a:prstGeom prst="rect">
              <a:avLst/>
            </a:prstGeom>
            <a:solidFill>
              <a:srgbClr val="C6D4E1"/>
            </a:solidFill>
            <a:ln>
              <a:noFill/>
            </a:ln>
          </p:spPr>
        </p:sp>
        <p:sp>
          <p:nvSpPr>
            <p:cNvPr id="3090" name="Heatmap cell r3 c66"/>
            <p:cNvSpPr/>
            <p:nvPr/>
          </p:nvSpPr>
          <p:spPr>
            <a:xfrm>
              <a:off x="1210192" y="66286"/>
              <a:ext cx="17140" cy="26609"/>
            </a:xfrm>
            <a:prstGeom prst="rect">
              <a:avLst/>
            </a:prstGeom>
            <a:solidFill>
              <a:srgbClr val="FCF7F7"/>
            </a:solidFill>
            <a:ln>
              <a:noFill/>
            </a:ln>
          </p:spPr>
        </p:sp>
        <p:sp>
          <p:nvSpPr>
            <p:cNvPr id="3091" name="Heatmap cell r3 c67"/>
            <p:cNvSpPr/>
            <p:nvPr/>
          </p:nvSpPr>
          <p:spPr>
            <a:xfrm>
              <a:off x="1227236" y="66286"/>
              <a:ext cx="19034" cy="26609"/>
            </a:xfrm>
            <a:prstGeom prst="rect">
              <a:avLst/>
            </a:prstGeom>
            <a:solidFill>
              <a:srgbClr val="EA99A0"/>
            </a:solidFill>
            <a:ln>
              <a:noFill/>
            </a:ln>
          </p:spPr>
        </p:sp>
        <p:sp>
          <p:nvSpPr>
            <p:cNvPr id="3092" name="Heatmap cell r3 c68"/>
            <p:cNvSpPr/>
            <p:nvPr/>
          </p:nvSpPr>
          <p:spPr>
            <a:xfrm>
              <a:off x="1246175" y="66286"/>
              <a:ext cx="17140" cy="26609"/>
            </a:xfrm>
            <a:prstGeom prst="rect">
              <a:avLst/>
            </a:prstGeom>
            <a:solidFill>
              <a:srgbClr val="EA9AA1"/>
            </a:solidFill>
            <a:ln>
              <a:noFill/>
            </a:ln>
          </p:spPr>
        </p:sp>
        <p:sp>
          <p:nvSpPr>
            <p:cNvPr id="3093" name="Heatmap cell r3 c69"/>
            <p:cNvSpPr/>
            <p:nvPr/>
          </p:nvSpPr>
          <p:spPr>
            <a:xfrm>
              <a:off x="1263220" y="66286"/>
              <a:ext cx="19034" cy="26609"/>
            </a:xfrm>
            <a:prstGeom prst="rect">
              <a:avLst/>
            </a:prstGeom>
            <a:solidFill>
              <a:srgbClr val="F7E2E4"/>
            </a:solidFill>
            <a:ln>
              <a:noFill/>
            </a:ln>
          </p:spPr>
        </p:sp>
        <p:sp>
          <p:nvSpPr>
            <p:cNvPr id="3094" name="Heatmap cell r3 c70"/>
            <p:cNvSpPr/>
            <p:nvPr/>
          </p:nvSpPr>
          <p:spPr>
            <a:xfrm>
              <a:off x="1282159" y="66286"/>
              <a:ext cx="17140" cy="26609"/>
            </a:xfrm>
            <a:prstGeom prst="rect">
              <a:avLst/>
            </a:prstGeom>
            <a:solidFill>
              <a:srgbClr val="F7D9DB"/>
            </a:solidFill>
            <a:ln>
              <a:noFill/>
            </a:ln>
          </p:spPr>
        </p:sp>
        <p:sp>
          <p:nvSpPr>
            <p:cNvPr id="3095" name="Heatmap cell r3 c71"/>
            <p:cNvSpPr/>
            <p:nvPr/>
          </p:nvSpPr>
          <p:spPr>
            <a:xfrm>
              <a:off x="1299204" y="66286"/>
              <a:ext cx="19034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3096" name="Heatmap cell r3 c72"/>
            <p:cNvSpPr/>
            <p:nvPr/>
          </p:nvSpPr>
          <p:spPr>
            <a:xfrm>
              <a:off x="1318143" y="66286"/>
              <a:ext cx="17140" cy="26609"/>
            </a:xfrm>
            <a:prstGeom prst="rect">
              <a:avLst/>
            </a:prstGeom>
            <a:solidFill>
              <a:srgbClr val="547DA6"/>
            </a:solidFill>
            <a:ln>
              <a:noFill/>
            </a:ln>
          </p:spPr>
        </p:sp>
        <p:sp>
          <p:nvSpPr>
            <p:cNvPr id="3097" name="Heatmap cell r3 c73"/>
            <p:cNvSpPr/>
            <p:nvPr/>
          </p:nvSpPr>
          <p:spPr>
            <a:xfrm>
              <a:off x="1335188" y="66286"/>
              <a:ext cx="19034" cy="26609"/>
            </a:xfrm>
            <a:prstGeom prst="rect">
              <a:avLst/>
            </a:prstGeom>
            <a:solidFill>
              <a:srgbClr val="F9E7E8"/>
            </a:solidFill>
            <a:ln>
              <a:noFill/>
            </a:ln>
          </p:spPr>
        </p:sp>
        <p:sp>
          <p:nvSpPr>
            <p:cNvPr id="3098" name="Heatmap cell r3 c74"/>
            <p:cNvSpPr/>
            <p:nvPr/>
          </p:nvSpPr>
          <p:spPr>
            <a:xfrm>
              <a:off x="1354127" y="66286"/>
              <a:ext cx="17140" cy="26609"/>
            </a:xfrm>
            <a:prstGeom prst="rect">
              <a:avLst/>
            </a:prstGeom>
            <a:solidFill>
              <a:srgbClr val="F8DDDF"/>
            </a:solidFill>
            <a:ln>
              <a:noFill/>
            </a:ln>
          </p:spPr>
        </p:sp>
        <p:sp>
          <p:nvSpPr>
            <p:cNvPr id="3099" name="Heatmap cell r3 c75"/>
            <p:cNvSpPr/>
            <p:nvPr/>
          </p:nvSpPr>
          <p:spPr>
            <a:xfrm>
              <a:off x="1371172" y="66286"/>
              <a:ext cx="19034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3100" name="Heatmap cell r3 c76"/>
            <p:cNvSpPr/>
            <p:nvPr/>
          </p:nvSpPr>
          <p:spPr>
            <a:xfrm>
              <a:off x="1390110" y="66286"/>
              <a:ext cx="19034" cy="26609"/>
            </a:xfrm>
            <a:prstGeom prst="rect">
              <a:avLst/>
            </a:prstGeom>
            <a:solidFill>
              <a:srgbClr val="F8F8FA"/>
            </a:solidFill>
            <a:ln>
              <a:noFill/>
            </a:ln>
          </p:spPr>
        </p:sp>
        <p:sp>
          <p:nvSpPr>
            <p:cNvPr id="3101" name="Heatmap cell r3 c77"/>
            <p:cNvSpPr/>
            <p:nvPr/>
          </p:nvSpPr>
          <p:spPr>
            <a:xfrm>
              <a:off x="1409049" y="66286"/>
              <a:ext cx="17140" cy="26609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3102" name="Heatmap cell r3 c78"/>
            <p:cNvSpPr/>
            <p:nvPr/>
          </p:nvSpPr>
          <p:spPr>
            <a:xfrm>
              <a:off x="1426094" y="66286"/>
              <a:ext cx="19034" cy="26609"/>
            </a:xfrm>
            <a:prstGeom prst="rect">
              <a:avLst/>
            </a:prstGeom>
            <a:solidFill>
              <a:srgbClr val="EBA9AE"/>
            </a:solidFill>
            <a:ln>
              <a:noFill/>
            </a:ln>
          </p:spPr>
        </p:sp>
        <p:sp>
          <p:nvSpPr>
            <p:cNvPr id="3103" name="Heatmap cell r3 c79"/>
            <p:cNvSpPr/>
            <p:nvPr/>
          </p:nvSpPr>
          <p:spPr>
            <a:xfrm>
              <a:off x="1445033" y="66286"/>
              <a:ext cx="17140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3104" name="Heatmap cell r3 c80"/>
            <p:cNvSpPr/>
            <p:nvPr/>
          </p:nvSpPr>
          <p:spPr>
            <a:xfrm>
              <a:off x="1462078" y="66286"/>
              <a:ext cx="19034" cy="26609"/>
            </a:xfrm>
            <a:prstGeom prst="rect">
              <a:avLst/>
            </a:prstGeom>
            <a:solidFill>
              <a:srgbClr val="F8DEE0"/>
            </a:solidFill>
            <a:ln>
              <a:noFill/>
            </a:ln>
          </p:spPr>
        </p:sp>
        <p:sp>
          <p:nvSpPr>
            <p:cNvPr id="3105" name="Heatmap cell r3 c81"/>
            <p:cNvSpPr/>
            <p:nvPr/>
          </p:nvSpPr>
          <p:spPr>
            <a:xfrm>
              <a:off x="1481017" y="66286"/>
              <a:ext cx="17140" cy="26609"/>
            </a:xfrm>
            <a:prstGeom prst="rect">
              <a:avLst/>
            </a:prstGeom>
            <a:solidFill>
              <a:srgbClr val="FCF8F9"/>
            </a:solidFill>
            <a:ln>
              <a:noFill/>
            </a:ln>
          </p:spPr>
        </p:sp>
        <p:sp>
          <p:nvSpPr>
            <p:cNvPr id="3106" name="Heatmap cell r3 c82"/>
            <p:cNvSpPr/>
            <p:nvPr/>
          </p:nvSpPr>
          <p:spPr>
            <a:xfrm>
              <a:off x="1498062" y="66286"/>
              <a:ext cx="19034" cy="26609"/>
            </a:xfrm>
            <a:prstGeom prst="rect">
              <a:avLst/>
            </a:prstGeom>
            <a:solidFill>
              <a:srgbClr val="F8DEE0"/>
            </a:solidFill>
            <a:ln>
              <a:noFill/>
            </a:ln>
          </p:spPr>
        </p:sp>
        <p:sp>
          <p:nvSpPr>
            <p:cNvPr id="3107" name="Heatmap cell r3 c83"/>
            <p:cNvSpPr/>
            <p:nvPr/>
          </p:nvSpPr>
          <p:spPr>
            <a:xfrm>
              <a:off x="1517001" y="66286"/>
              <a:ext cx="17140" cy="26609"/>
            </a:xfrm>
            <a:prstGeom prst="rect">
              <a:avLst/>
            </a:prstGeom>
            <a:solidFill>
              <a:srgbClr val="ECA0A8"/>
            </a:solidFill>
            <a:ln>
              <a:noFill/>
            </a:ln>
          </p:spPr>
        </p:sp>
        <p:sp>
          <p:nvSpPr>
            <p:cNvPr id="3108" name="Heatmap cell r3 c84"/>
            <p:cNvSpPr/>
            <p:nvPr/>
          </p:nvSpPr>
          <p:spPr>
            <a:xfrm>
              <a:off x="1534046" y="66286"/>
              <a:ext cx="19034" cy="26609"/>
            </a:xfrm>
            <a:prstGeom prst="rect">
              <a:avLst/>
            </a:prstGeom>
            <a:solidFill>
              <a:srgbClr val="F6D4D7"/>
            </a:solidFill>
            <a:ln>
              <a:noFill/>
            </a:ln>
          </p:spPr>
        </p:sp>
        <p:sp>
          <p:nvSpPr>
            <p:cNvPr id="3109" name="Heatmap cell r3 c85"/>
            <p:cNvSpPr/>
            <p:nvPr/>
          </p:nvSpPr>
          <p:spPr>
            <a:xfrm>
              <a:off x="1552984" y="66286"/>
              <a:ext cx="17140" cy="26609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</p:sp>
        <p:sp>
          <p:nvSpPr>
            <p:cNvPr id="3110" name="Heatmap cell r3 c86"/>
            <p:cNvSpPr/>
            <p:nvPr/>
          </p:nvSpPr>
          <p:spPr>
            <a:xfrm>
              <a:off x="1570029" y="66286"/>
              <a:ext cx="19034" cy="26609"/>
            </a:xfrm>
            <a:prstGeom prst="rect">
              <a:avLst/>
            </a:prstGeom>
            <a:solidFill>
              <a:srgbClr val="F0BDC2"/>
            </a:solidFill>
            <a:ln>
              <a:noFill/>
            </a:ln>
          </p:spPr>
        </p:sp>
        <p:sp>
          <p:nvSpPr>
            <p:cNvPr id="3111" name="Heatmap cell r3 c87"/>
            <p:cNvSpPr/>
            <p:nvPr/>
          </p:nvSpPr>
          <p:spPr>
            <a:xfrm>
              <a:off x="1588968" y="66286"/>
              <a:ext cx="17140" cy="26609"/>
            </a:xfrm>
            <a:prstGeom prst="rect">
              <a:avLst/>
            </a:prstGeom>
            <a:solidFill>
              <a:srgbClr val="EBA3AA"/>
            </a:solidFill>
            <a:ln>
              <a:noFill/>
            </a:ln>
          </p:spPr>
        </p:sp>
        <p:sp>
          <p:nvSpPr>
            <p:cNvPr id="3112" name="Heatmap cell r3 c88"/>
            <p:cNvSpPr/>
            <p:nvPr/>
          </p:nvSpPr>
          <p:spPr>
            <a:xfrm>
              <a:off x="1606013" y="66286"/>
              <a:ext cx="19034" cy="26609"/>
            </a:xfrm>
            <a:prstGeom prst="rect">
              <a:avLst/>
            </a:prstGeom>
            <a:solidFill>
              <a:srgbClr val="EDADB4"/>
            </a:solidFill>
            <a:ln>
              <a:noFill/>
            </a:ln>
          </p:spPr>
        </p:sp>
        <p:sp>
          <p:nvSpPr>
            <p:cNvPr id="3113" name="Heatmap cell r3 c89"/>
            <p:cNvSpPr/>
            <p:nvPr/>
          </p:nvSpPr>
          <p:spPr>
            <a:xfrm>
              <a:off x="1624952" y="66286"/>
              <a:ext cx="19034" cy="26609"/>
            </a:xfrm>
            <a:prstGeom prst="rect">
              <a:avLst/>
            </a:prstGeom>
            <a:solidFill>
              <a:srgbClr val="F9E8E9"/>
            </a:solidFill>
            <a:ln>
              <a:noFill/>
            </a:ln>
          </p:spPr>
        </p:sp>
        <p:sp>
          <p:nvSpPr>
            <p:cNvPr id="3114" name="Heatmap cell r3 c90"/>
            <p:cNvSpPr/>
            <p:nvPr/>
          </p:nvSpPr>
          <p:spPr>
            <a:xfrm>
              <a:off x="1643891" y="66286"/>
              <a:ext cx="17140" cy="26609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3115" name="Heatmap cell r3 c91"/>
            <p:cNvSpPr/>
            <p:nvPr/>
          </p:nvSpPr>
          <p:spPr>
            <a:xfrm>
              <a:off x="1660936" y="66286"/>
              <a:ext cx="19034" cy="26609"/>
            </a:xfrm>
            <a:prstGeom prst="rect">
              <a:avLst/>
            </a:prstGeom>
            <a:solidFill>
              <a:srgbClr val="EA9DA3"/>
            </a:solidFill>
            <a:ln>
              <a:noFill/>
            </a:ln>
          </p:spPr>
        </p:sp>
        <p:sp>
          <p:nvSpPr>
            <p:cNvPr id="3116" name="Heatmap cell r3 c92"/>
            <p:cNvSpPr/>
            <p:nvPr/>
          </p:nvSpPr>
          <p:spPr>
            <a:xfrm>
              <a:off x="1679875" y="66286"/>
              <a:ext cx="17140" cy="26609"/>
            </a:xfrm>
            <a:prstGeom prst="rect">
              <a:avLst/>
            </a:prstGeom>
            <a:solidFill>
              <a:srgbClr val="F1C0C6"/>
            </a:solidFill>
            <a:ln>
              <a:noFill/>
            </a:ln>
          </p:spPr>
        </p:sp>
        <p:sp>
          <p:nvSpPr>
            <p:cNvPr id="3117" name="Heatmap cell r3 c93"/>
            <p:cNvSpPr/>
            <p:nvPr/>
          </p:nvSpPr>
          <p:spPr>
            <a:xfrm>
              <a:off x="1696920" y="66286"/>
              <a:ext cx="19034" cy="26609"/>
            </a:xfrm>
            <a:prstGeom prst="rect">
              <a:avLst/>
            </a:prstGeom>
            <a:solidFill>
              <a:srgbClr val="EEF3F6"/>
            </a:solidFill>
            <a:ln>
              <a:noFill/>
            </a:ln>
          </p:spPr>
        </p:sp>
        <p:sp>
          <p:nvSpPr>
            <p:cNvPr id="3118" name="Heatmap cell r3 c94"/>
            <p:cNvSpPr/>
            <p:nvPr/>
          </p:nvSpPr>
          <p:spPr>
            <a:xfrm>
              <a:off x="1715858" y="66286"/>
              <a:ext cx="17140" cy="26609"/>
            </a:xfrm>
            <a:prstGeom prst="rect">
              <a:avLst/>
            </a:prstGeom>
            <a:solidFill>
              <a:srgbClr val="D53A48"/>
            </a:solidFill>
            <a:ln>
              <a:noFill/>
            </a:ln>
          </p:spPr>
        </p:sp>
        <p:sp>
          <p:nvSpPr>
            <p:cNvPr id="3119" name="Heatmap cell r3 c95"/>
            <p:cNvSpPr/>
            <p:nvPr/>
          </p:nvSpPr>
          <p:spPr>
            <a:xfrm>
              <a:off x="1732903" y="66286"/>
              <a:ext cx="19034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3120" name="Heatmap cell r3 c96"/>
            <p:cNvSpPr/>
            <p:nvPr/>
          </p:nvSpPr>
          <p:spPr>
            <a:xfrm>
              <a:off x="1751842" y="66286"/>
              <a:ext cx="17140" cy="26609"/>
            </a:xfrm>
            <a:prstGeom prst="rect">
              <a:avLst/>
            </a:prstGeom>
            <a:solidFill>
              <a:srgbClr val="F0BDC2"/>
            </a:solidFill>
            <a:ln>
              <a:noFill/>
            </a:ln>
          </p:spPr>
        </p:sp>
        <p:sp>
          <p:nvSpPr>
            <p:cNvPr id="3121" name="Heatmap cell r3 c97"/>
            <p:cNvSpPr/>
            <p:nvPr/>
          </p:nvSpPr>
          <p:spPr>
            <a:xfrm>
              <a:off x="1768887" y="66286"/>
              <a:ext cx="19034" cy="26609"/>
            </a:xfrm>
            <a:prstGeom prst="rect">
              <a:avLst/>
            </a:prstGeom>
            <a:solidFill>
              <a:srgbClr val="E37B85"/>
            </a:solidFill>
            <a:ln>
              <a:noFill/>
            </a:ln>
          </p:spPr>
        </p:sp>
        <p:sp>
          <p:nvSpPr>
            <p:cNvPr id="3122" name="Heatmap cell r3 c98"/>
            <p:cNvSpPr/>
            <p:nvPr/>
          </p:nvSpPr>
          <p:spPr>
            <a:xfrm>
              <a:off x="1787826" y="66286"/>
              <a:ext cx="17140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3123" name="Heatmap cell r3 c99"/>
            <p:cNvSpPr/>
            <p:nvPr/>
          </p:nvSpPr>
          <p:spPr>
            <a:xfrm>
              <a:off x="1804871" y="66286"/>
              <a:ext cx="19034" cy="26609"/>
            </a:xfrm>
            <a:prstGeom prst="rect">
              <a:avLst/>
            </a:prstGeom>
            <a:solidFill>
              <a:srgbClr val="F0BBC2"/>
            </a:solidFill>
            <a:ln>
              <a:noFill/>
            </a:ln>
          </p:spPr>
        </p:sp>
        <p:sp>
          <p:nvSpPr>
            <p:cNvPr id="3124" name="Heatmap cell r3 c100"/>
            <p:cNvSpPr/>
            <p:nvPr/>
          </p:nvSpPr>
          <p:spPr>
            <a:xfrm>
              <a:off x="1823810" y="66286"/>
              <a:ext cx="17140" cy="26609"/>
            </a:xfrm>
            <a:prstGeom prst="rect">
              <a:avLst/>
            </a:prstGeom>
            <a:solidFill>
              <a:srgbClr val="F1C0C6"/>
            </a:solidFill>
            <a:ln>
              <a:noFill/>
            </a:ln>
          </p:spPr>
        </p:sp>
        <p:sp>
          <p:nvSpPr>
            <p:cNvPr id="3125" name="Heatmap cell r3 c101"/>
            <p:cNvSpPr/>
            <p:nvPr/>
          </p:nvSpPr>
          <p:spPr>
            <a:xfrm>
              <a:off x="1840855" y="66286"/>
              <a:ext cx="19034" cy="26609"/>
            </a:xfrm>
            <a:prstGeom prst="rect">
              <a:avLst/>
            </a:prstGeom>
            <a:solidFill>
              <a:srgbClr val="A6BAD0"/>
            </a:solidFill>
            <a:ln>
              <a:noFill/>
            </a:ln>
          </p:spPr>
        </p:sp>
        <p:sp>
          <p:nvSpPr>
            <p:cNvPr id="3126" name="Heatmap cell r3 c102"/>
            <p:cNvSpPr/>
            <p:nvPr/>
          </p:nvSpPr>
          <p:spPr>
            <a:xfrm>
              <a:off x="1859794" y="66286"/>
              <a:ext cx="19034" cy="26609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3127" name="Heatmap cell r3 c103"/>
            <p:cNvSpPr/>
            <p:nvPr/>
          </p:nvSpPr>
          <p:spPr>
            <a:xfrm>
              <a:off x="1878732" y="66286"/>
              <a:ext cx="17140" cy="26609"/>
            </a:xfrm>
            <a:prstGeom prst="rect">
              <a:avLst/>
            </a:prstGeom>
            <a:solidFill>
              <a:srgbClr val="E6EBF1"/>
            </a:solidFill>
            <a:ln>
              <a:noFill/>
            </a:ln>
          </p:spPr>
        </p:sp>
        <p:sp>
          <p:nvSpPr>
            <p:cNvPr id="3128" name="Heatmap cell r3 c104"/>
            <p:cNvSpPr/>
            <p:nvPr/>
          </p:nvSpPr>
          <p:spPr>
            <a:xfrm>
              <a:off x="1895777" y="66286"/>
              <a:ext cx="19034" cy="26609"/>
            </a:xfrm>
            <a:prstGeom prst="rect">
              <a:avLst/>
            </a:prstGeom>
            <a:solidFill>
              <a:srgbClr val="F1C0C6"/>
            </a:solidFill>
            <a:ln>
              <a:noFill/>
            </a:ln>
          </p:spPr>
        </p:sp>
        <p:sp>
          <p:nvSpPr>
            <p:cNvPr id="3129" name="Heatmap cell r3 c105"/>
            <p:cNvSpPr/>
            <p:nvPr/>
          </p:nvSpPr>
          <p:spPr>
            <a:xfrm>
              <a:off x="1914716" y="66286"/>
              <a:ext cx="17140" cy="26609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3130" name="Heatmap cell r3 c106"/>
            <p:cNvSpPr/>
            <p:nvPr/>
          </p:nvSpPr>
          <p:spPr>
            <a:xfrm>
              <a:off x="1931761" y="66286"/>
              <a:ext cx="19034" cy="26609"/>
            </a:xfrm>
            <a:prstGeom prst="rect">
              <a:avLst/>
            </a:prstGeom>
            <a:solidFill>
              <a:srgbClr val="E17680"/>
            </a:solidFill>
            <a:ln>
              <a:noFill/>
            </a:ln>
          </p:spPr>
        </p:sp>
        <p:sp>
          <p:nvSpPr>
            <p:cNvPr id="3131" name="Heatmap cell r3 c107"/>
            <p:cNvSpPr/>
            <p:nvPr/>
          </p:nvSpPr>
          <p:spPr>
            <a:xfrm>
              <a:off x="1950700" y="66286"/>
              <a:ext cx="17140" cy="26609"/>
            </a:xfrm>
            <a:prstGeom prst="rect">
              <a:avLst/>
            </a:prstGeom>
            <a:solidFill>
              <a:srgbClr val="F8F8FA"/>
            </a:solidFill>
            <a:ln>
              <a:noFill/>
            </a:ln>
          </p:spPr>
        </p:sp>
        <p:sp>
          <p:nvSpPr>
            <p:cNvPr id="3132" name="Heatmap cell r3 c108"/>
            <p:cNvSpPr/>
            <p:nvPr/>
          </p:nvSpPr>
          <p:spPr>
            <a:xfrm>
              <a:off x="1967745" y="66286"/>
              <a:ext cx="19034" cy="26609"/>
            </a:xfrm>
            <a:prstGeom prst="rect">
              <a:avLst/>
            </a:prstGeom>
            <a:solidFill>
              <a:srgbClr val="EFB9BE"/>
            </a:solidFill>
            <a:ln>
              <a:noFill/>
            </a:ln>
          </p:spPr>
        </p:sp>
        <p:sp>
          <p:nvSpPr>
            <p:cNvPr id="3133" name="Heatmap cell r3 c110"/>
            <p:cNvSpPr/>
            <p:nvPr/>
          </p:nvSpPr>
          <p:spPr>
            <a:xfrm>
              <a:off x="2003729" y="66286"/>
              <a:ext cx="19034" cy="26609"/>
            </a:xfrm>
            <a:prstGeom prst="rect">
              <a:avLst/>
            </a:prstGeom>
            <a:solidFill>
              <a:srgbClr val="F1C0C6"/>
            </a:solidFill>
            <a:ln>
              <a:noFill/>
            </a:ln>
          </p:spPr>
        </p:sp>
        <p:sp>
          <p:nvSpPr>
            <p:cNvPr id="3134" name="Heatmap cell r3 c111"/>
            <p:cNvSpPr/>
            <p:nvPr/>
          </p:nvSpPr>
          <p:spPr>
            <a:xfrm>
              <a:off x="2022668" y="66286"/>
              <a:ext cx="17140" cy="26609"/>
            </a:xfrm>
            <a:prstGeom prst="rect">
              <a:avLst/>
            </a:prstGeom>
            <a:solidFill>
              <a:srgbClr val="E9959D"/>
            </a:solidFill>
            <a:ln>
              <a:noFill/>
            </a:ln>
          </p:spPr>
        </p:sp>
        <p:sp>
          <p:nvSpPr>
            <p:cNvPr id="3135" name="Heatmap cell r3 c112"/>
            <p:cNvSpPr/>
            <p:nvPr/>
          </p:nvSpPr>
          <p:spPr>
            <a:xfrm>
              <a:off x="2039712" y="66286"/>
              <a:ext cx="19034" cy="26609"/>
            </a:xfrm>
            <a:prstGeom prst="rect">
              <a:avLst/>
            </a:prstGeom>
            <a:solidFill>
              <a:srgbClr val="EFB8BD"/>
            </a:solidFill>
            <a:ln>
              <a:noFill/>
            </a:ln>
          </p:spPr>
        </p:sp>
        <p:sp>
          <p:nvSpPr>
            <p:cNvPr id="3136" name="Heatmap cell r3 c113"/>
            <p:cNvSpPr/>
            <p:nvPr/>
          </p:nvSpPr>
          <p:spPr>
            <a:xfrm>
              <a:off x="2058651" y="66286"/>
              <a:ext cx="17140" cy="26609"/>
            </a:xfrm>
            <a:prstGeom prst="rect">
              <a:avLst/>
            </a:prstGeom>
            <a:solidFill>
              <a:srgbClr val="EDADB4"/>
            </a:solidFill>
            <a:ln>
              <a:noFill/>
            </a:ln>
          </p:spPr>
        </p:sp>
        <p:sp>
          <p:nvSpPr>
            <p:cNvPr id="3137" name="Heatmap cell r3 c114"/>
            <p:cNvSpPr/>
            <p:nvPr/>
          </p:nvSpPr>
          <p:spPr>
            <a:xfrm>
              <a:off x="2075696" y="66286"/>
              <a:ext cx="19034" cy="26609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3138" name="Heatmap cell r3 c115"/>
            <p:cNvSpPr/>
            <p:nvPr/>
          </p:nvSpPr>
          <p:spPr>
            <a:xfrm>
              <a:off x="2094635" y="66286"/>
              <a:ext cx="19034" cy="26609"/>
            </a:xfrm>
            <a:prstGeom prst="rect">
              <a:avLst/>
            </a:prstGeom>
            <a:solidFill>
              <a:srgbClr val="E89199"/>
            </a:solidFill>
            <a:ln>
              <a:noFill/>
            </a:ln>
          </p:spPr>
        </p:sp>
        <p:sp>
          <p:nvSpPr>
            <p:cNvPr id="3139" name="Heatmap cell r3 c116"/>
            <p:cNvSpPr/>
            <p:nvPr/>
          </p:nvSpPr>
          <p:spPr>
            <a:xfrm>
              <a:off x="2113574" y="66286"/>
              <a:ext cx="17140" cy="26609"/>
            </a:xfrm>
            <a:prstGeom prst="rect">
              <a:avLst/>
            </a:prstGeom>
            <a:solidFill>
              <a:srgbClr val="DFE6ED"/>
            </a:solidFill>
            <a:ln>
              <a:noFill/>
            </a:ln>
          </p:spPr>
        </p:sp>
        <p:sp>
          <p:nvSpPr>
            <p:cNvPr id="3140" name="Heatmap cell r3 c117"/>
            <p:cNvSpPr/>
            <p:nvPr/>
          </p:nvSpPr>
          <p:spPr>
            <a:xfrm>
              <a:off x="2130619" y="66286"/>
              <a:ext cx="19034" cy="26609"/>
            </a:xfrm>
            <a:prstGeom prst="rect">
              <a:avLst/>
            </a:prstGeom>
            <a:solidFill>
              <a:srgbClr val="C5D3E0"/>
            </a:solidFill>
            <a:ln>
              <a:noFill/>
            </a:ln>
          </p:spPr>
        </p:sp>
        <p:sp>
          <p:nvSpPr>
            <p:cNvPr id="3141" name="Heatmap cell r3 c118"/>
            <p:cNvSpPr/>
            <p:nvPr/>
          </p:nvSpPr>
          <p:spPr>
            <a:xfrm>
              <a:off x="2149558" y="66286"/>
              <a:ext cx="17140" cy="26609"/>
            </a:xfrm>
            <a:prstGeom prst="rect">
              <a:avLst/>
            </a:prstGeom>
            <a:solidFill>
              <a:srgbClr val="EFB8BD"/>
            </a:solidFill>
            <a:ln>
              <a:noFill/>
            </a:ln>
          </p:spPr>
        </p:sp>
        <p:sp>
          <p:nvSpPr>
            <p:cNvPr id="3142" name="Heatmap cell r3 c119"/>
            <p:cNvSpPr/>
            <p:nvPr/>
          </p:nvSpPr>
          <p:spPr>
            <a:xfrm>
              <a:off x="2166603" y="66286"/>
              <a:ext cx="19034" cy="26609"/>
            </a:xfrm>
            <a:prstGeom prst="rect">
              <a:avLst/>
            </a:prstGeom>
            <a:solidFill>
              <a:srgbClr val="F9E8E9"/>
            </a:solidFill>
            <a:ln>
              <a:noFill/>
            </a:ln>
          </p:spPr>
        </p:sp>
        <p:sp>
          <p:nvSpPr>
            <p:cNvPr id="3143" name="Heatmap cell r3 c120"/>
            <p:cNvSpPr/>
            <p:nvPr/>
          </p:nvSpPr>
          <p:spPr>
            <a:xfrm>
              <a:off x="2185542" y="66286"/>
              <a:ext cx="17140" cy="26609"/>
            </a:xfrm>
            <a:prstGeom prst="rect">
              <a:avLst/>
            </a:prstGeom>
            <a:solidFill>
              <a:srgbClr val="EFB9BE"/>
            </a:solidFill>
            <a:ln>
              <a:noFill/>
            </a:ln>
          </p:spPr>
        </p:sp>
        <p:sp>
          <p:nvSpPr>
            <p:cNvPr id="3144" name="Heatmap cell r3 c121"/>
            <p:cNvSpPr/>
            <p:nvPr/>
          </p:nvSpPr>
          <p:spPr>
            <a:xfrm>
              <a:off x="2202586" y="66286"/>
              <a:ext cx="19034" cy="26609"/>
            </a:xfrm>
            <a:prstGeom prst="rect">
              <a:avLst/>
            </a:prstGeom>
            <a:solidFill>
              <a:srgbClr val="FDF9FA"/>
            </a:solidFill>
            <a:ln>
              <a:noFill/>
            </a:ln>
          </p:spPr>
        </p:sp>
        <p:sp>
          <p:nvSpPr>
            <p:cNvPr id="3145" name="Heatmap cell r3 c122"/>
            <p:cNvSpPr/>
            <p:nvPr/>
          </p:nvSpPr>
          <p:spPr>
            <a:xfrm>
              <a:off x="2221525" y="66286"/>
              <a:ext cx="17140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3146" name="Heatmap cell r3 c124"/>
            <p:cNvSpPr/>
            <p:nvPr/>
          </p:nvSpPr>
          <p:spPr>
            <a:xfrm>
              <a:off x="2257509" y="66286"/>
              <a:ext cx="17140" cy="26609"/>
            </a:xfrm>
            <a:prstGeom prst="rect">
              <a:avLst/>
            </a:prstGeom>
            <a:solidFill>
              <a:srgbClr val="EEB1B8"/>
            </a:solidFill>
            <a:ln>
              <a:noFill/>
            </a:ln>
          </p:spPr>
        </p:sp>
        <p:sp>
          <p:nvSpPr>
            <p:cNvPr id="3147" name="Heatmap cell r3 c125"/>
            <p:cNvSpPr/>
            <p:nvPr/>
          </p:nvSpPr>
          <p:spPr>
            <a:xfrm>
              <a:off x="2274554" y="66286"/>
              <a:ext cx="19034" cy="26609"/>
            </a:xfrm>
            <a:prstGeom prst="rect">
              <a:avLst/>
            </a:prstGeom>
            <a:solidFill>
              <a:srgbClr val="ADC2D4"/>
            </a:solidFill>
            <a:ln>
              <a:noFill/>
            </a:ln>
          </p:spPr>
        </p:sp>
        <p:sp>
          <p:nvSpPr>
            <p:cNvPr id="3148" name="Heatmap cell r3 c126"/>
            <p:cNvSpPr/>
            <p:nvPr/>
          </p:nvSpPr>
          <p:spPr>
            <a:xfrm>
              <a:off x="2293493" y="66286"/>
              <a:ext cx="17140" cy="26609"/>
            </a:xfrm>
            <a:prstGeom prst="rect">
              <a:avLst/>
            </a:prstGeom>
            <a:solidFill>
              <a:srgbClr val="E78993"/>
            </a:solidFill>
            <a:ln>
              <a:noFill/>
            </a:ln>
          </p:spPr>
        </p:sp>
        <p:sp>
          <p:nvSpPr>
            <p:cNvPr id="3149" name="Heatmap cell r3 c127"/>
            <p:cNvSpPr/>
            <p:nvPr/>
          </p:nvSpPr>
          <p:spPr>
            <a:xfrm>
              <a:off x="2310538" y="66286"/>
              <a:ext cx="19034" cy="26609"/>
            </a:xfrm>
            <a:prstGeom prst="rect">
              <a:avLst/>
            </a:prstGeom>
            <a:solidFill>
              <a:srgbClr val="EDB0B6"/>
            </a:solidFill>
            <a:ln>
              <a:noFill/>
            </a:ln>
          </p:spPr>
        </p:sp>
        <p:sp>
          <p:nvSpPr>
            <p:cNvPr id="3150" name="Heatmap cell r3 c128"/>
            <p:cNvSpPr/>
            <p:nvPr/>
          </p:nvSpPr>
          <p:spPr>
            <a:xfrm>
              <a:off x="2329477" y="66286"/>
              <a:ext cx="19034" cy="26609"/>
            </a:xfrm>
            <a:prstGeom prst="rect">
              <a:avLst/>
            </a:prstGeom>
            <a:solidFill>
              <a:srgbClr val="F5CFD2"/>
            </a:solidFill>
            <a:ln>
              <a:noFill/>
            </a:ln>
          </p:spPr>
        </p:sp>
        <p:sp>
          <p:nvSpPr>
            <p:cNvPr id="3151" name="Heatmap cell r3 c129"/>
            <p:cNvSpPr/>
            <p:nvPr/>
          </p:nvSpPr>
          <p:spPr>
            <a:xfrm>
              <a:off x="2348416" y="66286"/>
              <a:ext cx="17140" cy="26609"/>
            </a:xfrm>
            <a:prstGeom prst="rect">
              <a:avLst/>
            </a:prstGeom>
            <a:solidFill>
              <a:srgbClr val="C7D4E1"/>
            </a:solidFill>
            <a:ln>
              <a:noFill/>
            </a:ln>
          </p:spPr>
        </p:sp>
        <p:sp>
          <p:nvSpPr>
            <p:cNvPr id="3152" name="Heatmap cell r3 c130"/>
            <p:cNvSpPr/>
            <p:nvPr/>
          </p:nvSpPr>
          <p:spPr>
            <a:xfrm>
              <a:off x="2365460" y="66286"/>
              <a:ext cx="19034" cy="26609"/>
            </a:xfrm>
            <a:prstGeom prst="rect">
              <a:avLst/>
            </a:prstGeom>
            <a:solidFill>
              <a:srgbClr val="EBEFF5"/>
            </a:solidFill>
            <a:ln>
              <a:noFill/>
            </a:ln>
          </p:spPr>
        </p:sp>
        <p:sp>
          <p:nvSpPr>
            <p:cNvPr id="3153" name="Heatmap cell r3 c131"/>
            <p:cNvSpPr/>
            <p:nvPr/>
          </p:nvSpPr>
          <p:spPr>
            <a:xfrm>
              <a:off x="2384399" y="66286"/>
              <a:ext cx="17140" cy="26609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3154" name="Heatmap cell r3 c132"/>
            <p:cNvSpPr/>
            <p:nvPr/>
          </p:nvSpPr>
          <p:spPr>
            <a:xfrm>
              <a:off x="2401444" y="66286"/>
              <a:ext cx="19034" cy="26609"/>
            </a:xfrm>
            <a:prstGeom prst="rect">
              <a:avLst/>
            </a:prstGeom>
            <a:solidFill>
              <a:srgbClr val="F1C4C7"/>
            </a:solidFill>
            <a:ln>
              <a:noFill/>
            </a:ln>
          </p:spPr>
        </p:sp>
        <p:sp>
          <p:nvSpPr>
            <p:cNvPr id="3155" name="Heatmap cell r3 c133"/>
            <p:cNvSpPr/>
            <p:nvPr/>
          </p:nvSpPr>
          <p:spPr>
            <a:xfrm>
              <a:off x="2420383" y="66286"/>
              <a:ext cx="17140" cy="26609"/>
            </a:xfrm>
            <a:prstGeom prst="rect">
              <a:avLst/>
            </a:prstGeom>
            <a:solidFill>
              <a:srgbClr val="FCF8F9"/>
            </a:solidFill>
            <a:ln>
              <a:noFill/>
            </a:ln>
          </p:spPr>
        </p:sp>
        <p:sp>
          <p:nvSpPr>
            <p:cNvPr id="3156" name="Heatmap cell r3 c134"/>
            <p:cNvSpPr/>
            <p:nvPr/>
          </p:nvSpPr>
          <p:spPr>
            <a:xfrm>
              <a:off x="2437428" y="66286"/>
              <a:ext cx="19034" cy="26609"/>
            </a:xfrm>
            <a:prstGeom prst="rect">
              <a:avLst/>
            </a:prstGeom>
            <a:solidFill>
              <a:srgbClr val="F0BDC2"/>
            </a:solidFill>
            <a:ln>
              <a:noFill/>
            </a:ln>
          </p:spPr>
        </p:sp>
        <p:sp>
          <p:nvSpPr>
            <p:cNvPr id="3157" name="Heatmap cell r3 c135"/>
            <p:cNvSpPr/>
            <p:nvPr/>
          </p:nvSpPr>
          <p:spPr>
            <a:xfrm>
              <a:off x="2456367" y="66286"/>
              <a:ext cx="17140" cy="26609"/>
            </a:xfrm>
            <a:prstGeom prst="rect">
              <a:avLst/>
            </a:prstGeom>
            <a:solidFill>
              <a:srgbClr val="EFB8BC"/>
            </a:solidFill>
            <a:ln>
              <a:noFill/>
            </a:ln>
          </p:spPr>
        </p:sp>
        <p:sp>
          <p:nvSpPr>
            <p:cNvPr id="3158" name="Heatmap cell r3 c136"/>
            <p:cNvSpPr/>
            <p:nvPr/>
          </p:nvSpPr>
          <p:spPr>
            <a:xfrm>
              <a:off x="2473412" y="66286"/>
              <a:ext cx="19034" cy="26609"/>
            </a:xfrm>
            <a:prstGeom prst="rect">
              <a:avLst/>
            </a:prstGeom>
            <a:solidFill>
              <a:srgbClr val="BCCCDC"/>
            </a:solidFill>
            <a:ln>
              <a:noFill/>
            </a:ln>
          </p:spPr>
        </p:sp>
        <p:sp>
          <p:nvSpPr>
            <p:cNvPr id="3159" name="Heatmap cell r3 c137"/>
            <p:cNvSpPr/>
            <p:nvPr/>
          </p:nvSpPr>
          <p:spPr>
            <a:xfrm>
              <a:off x="2492351" y="66286"/>
              <a:ext cx="17140" cy="26609"/>
            </a:xfrm>
            <a:prstGeom prst="rect">
              <a:avLst/>
            </a:prstGeom>
            <a:solidFill>
              <a:srgbClr val="F5CED2"/>
            </a:solidFill>
            <a:ln>
              <a:noFill/>
            </a:ln>
          </p:spPr>
        </p:sp>
        <p:sp>
          <p:nvSpPr>
            <p:cNvPr id="3160" name="Heatmap cell r3 c138"/>
            <p:cNvSpPr/>
            <p:nvPr/>
          </p:nvSpPr>
          <p:spPr>
            <a:xfrm>
              <a:off x="2509396" y="66286"/>
              <a:ext cx="19034" cy="26609"/>
            </a:xfrm>
            <a:prstGeom prst="rect">
              <a:avLst/>
            </a:prstGeom>
            <a:solidFill>
              <a:srgbClr val="EDADB4"/>
            </a:solidFill>
            <a:ln>
              <a:noFill/>
            </a:ln>
          </p:spPr>
        </p:sp>
        <p:sp>
          <p:nvSpPr>
            <p:cNvPr id="3161" name="Heatmap cell r3 c140"/>
            <p:cNvSpPr/>
            <p:nvPr/>
          </p:nvSpPr>
          <p:spPr>
            <a:xfrm>
              <a:off x="2545379" y="66286"/>
              <a:ext cx="19034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3162" name="Heatmap cell r3 c141"/>
            <p:cNvSpPr/>
            <p:nvPr/>
          </p:nvSpPr>
          <p:spPr>
            <a:xfrm>
              <a:off x="2564318" y="66286"/>
              <a:ext cx="19034" cy="26609"/>
            </a:xfrm>
            <a:prstGeom prst="rect">
              <a:avLst/>
            </a:prstGeom>
            <a:solidFill>
              <a:srgbClr val="F7E2E4"/>
            </a:solidFill>
            <a:ln>
              <a:noFill/>
            </a:ln>
          </p:spPr>
        </p:sp>
        <p:sp>
          <p:nvSpPr>
            <p:cNvPr id="3163" name="Heatmap cell r3 c142"/>
            <p:cNvSpPr/>
            <p:nvPr/>
          </p:nvSpPr>
          <p:spPr>
            <a:xfrm>
              <a:off x="2583257" y="66286"/>
              <a:ext cx="17140" cy="26609"/>
            </a:xfrm>
            <a:prstGeom prst="rect">
              <a:avLst/>
            </a:prstGeom>
            <a:solidFill>
              <a:srgbClr val="F5D0D3"/>
            </a:solidFill>
            <a:ln>
              <a:noFill/>
            </a:ln>
          </p:spPr>
        </p:sp>
        <p:sp>
          <p:nvSpPr>
            <p:cNvPr id="3164" name="Heatmap cell r3 c143"/>
            <p:cNvSpPr/>
            <p:nvPr/>
          </p:nvSpPr>
          <p:spPr>
            <a:xfrm>
              <a:off x="2600302" y="66286"/>
              <a:ext cx="19034" cy="26609"/>
            </a:xfrm>
            <a:prstGeom prst="rect">
              <a:avLst/>
            </a:prstGeom>
            <a:solidFill>
              <a:srgbClr val="E78993"/>
            </a:solidFill>
            <a:ln>
              <a:noFill/>
            </a:ln>
          </p:spPr>
        </p:sp>
        <p:sp>
          <p:nvSpPr>
            <p:cNvPr id="3165" name="Heatmap cell r3 c144"/>
            <p:cNvSpPr/>
            <p:nvPr/>
          </p:nvSpPr>
          <p:spPr>
            <a:xfrm>
              <a:off x="2619241" y="66286"/>
              <a:ext cx="17140" cy="26609"/>
            </a:xfrm>
            <a:prstGeom prst="rect">
              <a:avLst/>
            </a:prstGeom>
            <a:solidFill>
              <a:srgbClr val="F1C0C6"/>
            </a:solidFill>
            <a:ln>
              <a:noFill/>
            </a:ln>
          </p:spPr>
        </p:sp>
        <p:sp>
          <p:nvSpPr>
            <p:cNvPr id="3166" name="Heatmap cell r3 c145"/>
            <p:cNvSpPr/>
            <p:nvPr/>
          </p:nvSpPr>
          <p:spPr>
            <a:xfrm>
              <a:off x="2636286" y="66286"/>
              <a:ext cx="19034" cy="26609"/>
            </a:xfrm>
            <a:prstGeom prst="rect">
              <a:avLst/>
            </a:prstGeom>
            <a:solidFill>
              <a:srgbClr val="FBF5F5"/>
            </a:solidFill>
            <a:ln>
              <a:noFill/>
            </a:ln>
          </p:spPr>
        </p:sp>
        <p:sp>
          <p:nvSpPr>
            <p:cNvPr id="3167" name="Heatmap cell r3 c146"/>
            <p:cNvSpPr/>
            <p:nvPr/>
          </p:nvSpPr>
          <p:spPr>
            <a:xfrm>
              <a:off x="2655225" y="66286"/>
              <a:ext cx="17140" cy="26609"/>
            </a:xfrm>
            <a:prstGeom prst="rect">
              <a:avLst/>
            </a:prstGeom>
            <a:solidFill>
              <a:srgbClr val="FDF9FA"/>
            </a:solidFill>
            <a:ln>
              <a:noFill/>
            </a:ln>
          </p:spPr>
        </p:sp>
        <p:sp>
          <p:nvSpPr>
            <p:cNvPr id="3168" name="Heatmap cell r3 c147"/>
            <p:cNvSpPr/>
            <p:nvPr/>
          </p:nvSpPr>
          <p:spPr>
            <a:xfrm>
              <a:off x="2672270" y="66286"/>
              <a:ext cx="19034" cy="26609"/>
            </a:xfrm>
            <a:prstGeom prst="rect">
              <a:avLst/>
            </a:prstGeom>
            <a:solidFill>
              <a:srgbClr val="BACADB"/>
            </a:solidFill>
            <a:ln>
              <a:noFill/>
            </a:ln>
          </p:spPr>
        </p:sp>
        <p:sp>
          <p:nvSpPr>
            <p:cNvPr id="3169" name="Heatmap cell r3 c148"/>
            <p:cNvSpPr/>
            <p:nvPr/>
          </p:nvSpPr>
          <p:spPr>
            <a:xfrm>
              <a:off x="2691208" y="66286"/>
              <a:ext cx="17140" cy="26609"/>
            </a:xfrm>
            <a:prstGeom prst="rect">
              <a:avLst/>
            </a:prstGeom>
            <a:solidFill>
              <a:srgbClr val="E06F7A"/>
            </a:solidFill>
            <a:ln>
              <a:noFill/>
            </a:ln>
          </p:spPr>
        </p:sp>
        <p:sp>
          <p:nvSpPr>
            <p:cNvPr id="3170" name="Heatmap cell r3 c149"/>
            <p:cNvSpPr/>
            <p:nvPr/>
          </p:nvSpPr>
          <p:spPr>
            <a:xfrm>
              <a:off x="2708253" y="66286"/>
              <a:ext cx="19034" cy="26609"/>
            </a:xfrm>
            <a:prstGeom prst="rect">
              <a:avLst/>
            </a:prstGeom>
            <a:solidFill>
              <a:srgbClr val="F3C5C8"/>
            </a:solidFill>
            <a:ln>
              <a:noFill/>
            </a:ln>
          </p:spPr>
        </p:sp>
        <p:sp>
          <p:nvSpPr>
            <p:cNvPr id="3171" name="Heatmap cell r3 c150"/>
            <p:cNvSpPr/>
            <p:nvPr/>
          </p:nvSpPr>
          <p:spPr>
            <a:xfrm>
              <a:off x="2727192" y="66286"/>
              <a:ext cx="17140" cy="26609"/>
            </a:xfrm>
            <a:prstGeom prst="rect">
              <a:avLst/>
            </a:prstGeom>
            <a:solidFill>
              <a:srgbClr val="F5D1D4"/>
            </a:solidFill>
            <a:ln>
              <a:noFill/>
            </a:ln>
          </p:spPr>
        </p:sp>
        <p:sp>
          <p:nvSpPr>
            <p:cNvPr id="3172" name="Heatmap cell r3 c152"/>
            <p:cNvSpPr/>
            <p:nvPr/>
          </p:nvSpPr>
          <p:spPr>
            <a:xfrm>
              <a:off x="2763176" y="66286"/>
              <a:ext cx="17140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3173" name="Heatmap cell r3 c153"/>
            <p:cNvSpPr/>
            <p:nvPr/>
          </p:nvSpPr>
          <p:spPr>
            <a:xfrm>
              <a:off x="2780221" y="66286"/>
              <a:ext cx="19034" cy="26609"/>
            </a:xfrm>
            <a:prstGeom prst="rect">
              <a:avLst/>
            </a:prstGeom>
            <a:solidFill>
              <a:srgbClr val="9BB3CA"/>
            </a:solidFill>
            <a:ln>
              <a:noFill/>
            </a:ln>
          </p:spPr>
        </p:sp>
        <p:sp>
          <p:nvSpPr>
            <p:cNvPr id="3174" name="Heatmap cell r3 c154"/>
            <p:cNvSpPr/>
            <p:nvPr/>
          </p:nvSpPr>
          <p:spPr>
            <a:xfrm>
              <a:off x="2799160" y="66286"/>
              <a:ext cx="17140" cy="26609"/>
            </a:xfrm>
            <a:prstGeom prst="rect">
              <a:avLst/>
            </a:prstGeom>
            <a:solidFill>
              <a:srgbClr val="FBF0F1"/>
            </a:solidFill>
            <a:ln>
              <a:noFill/>
            </a:ln>
          </p:spPr>
        </p:sp>
        <p:sp>
          <p:nvSpPr>
            <p:cNvPr id="3175" name="Heatmap cell r3 c155"/>
            <p:cNvSpPr/>
            <p:nvPr/>
          </p:nvSpPr>
          <p:spPr>
            <a:xfrm>
              <a:off x="2816205" y="66286"/>
              <a:ext cx="19034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3176" name="Heatmap cell r3 c156"/>
            <p:cNvSpPr/>
            <p:nvPr/>
          </p:nvSpPr>
          <p:spPr>
            <a:xfrm>
              <a:off x="2835144" y="66286"/>
              <a:ext cx="19034" cy="26609"/>
            </a:xfrm>
            <a:prstGeom prst="rect">
              <a:avLst/>
            </a:prstGeom>
            <a:solidFill>
              <a:srgbClr val="F8F8FA"/>
            </a:solidFill>
            <a:ln>
              <a:noFill/>
            </a:ln>
          </p:spPr>
        </p:sp>
        <p:sp>
          <p:nvSpPr>
            <p:cNvPr id="3177" name="Heatmap cell r3 c157"/>
            <p:cNvSpPr/>
            <p:nvPr/>
          </p:nvSpPr>
          <p:spPr>
            <a:xfrm>
              <a:off x="2854082" y="66286"/>
              <a:ext cx="17140" cy="26609"/>
            </a:xfrm>
            <a:prstGeom prst="rect">
              <a:avLst/>
            </a:prstGeom>
            <a:solidFill>
              <a:srgbClr val="F7D9DB"/>
            </a:solidFill>
            <a:ln>
              <a:noFill/>
            </a:ln>
          </p:spPr>
        </p:sp>
        <p:sp>
          <p:nvSpPr>
            <p:cNvPr id="3178" name="Heatmap cell r3 c158"/>
            <p:cNvSpPr/>
            <p:nvPr/>
          </p:nvSpPr>
          <p:spPr>
            <a:xfrm>
              <a:off x="2871127" y="66286"/>
              <a:ext cx="19034" cy="26609"/>
            </a:xfrm>
            <a:prstGeom prst="rect">
              <a:avLst/>
            </a:prstGeom>
            <a:solidFill>
              <a:srgbClr val="EDB0B6"/>
            </a:solidFill>
            <a:ln>
              <a:noFill/>
            </a:ln>
          </p:spPr>
        </p:sp>
        <p:sp>
          <p:nvSpPr>
            <p:cNvPr id="3179" name="Heatmap cell r3 c159"/>
            <p:cNvSpPr/>
            <p:nvPr/>
          </p:nvSpPr>
          <p:spPr>
            <a:xfrm>
              <a:off x="2890066" y="66286"/>
              <a:ext cx="17140" cy="26609"/>
            </a:xfrm>
            <a:prstGeom prst="rect">
              <a:avLst/>
            </a:prstGeom>
            <a:solidFill>
              <a:srgbClr val="EA99A0"/>
            </a:solidFill>
            <a:ln>
              <a:noFill/>
            </a:ln>
          </p:spPr>
        </p:sp>
        <p:sp>
          <p:nvSpPr>
            <p:cNvPr id="3180" name="Heatmap cell r3 c160"/>
            <p:cNvSpPr/>
            <p:nvPr/>
          </p:nvSpPr>
          <p:spPr>
            <a:xfrm>
              <a:off x="2907111" y="66286"/>
              <a:ext cx="19034" cy="26609"/>
            </a:xfrm>
            <a:prstGeom prst="rect">
              <a:avLst/>
            </a:prstGeom>
            <a:solidFill>
              <a:srgbClr val="F8DDDF"/>
            </a:solidFill>
            <a:ln>
              <a:noFill/>
            </a:ln>
          </p:spPr>
        </p:sp>
        <p:sp>
          <p:nvSpPr>
            <p:cNvPr id="3181" name="Heatmap cell r3 c162"/>
            <p:cNvSpPr/>
            <p:nvPr/>
          </p:nvSpPr>
          <p:spPr>
            <a:xfrm>
              <a:off x="2943095" y="66286"/>
              <a:ext cx="19034" cy="26609"/>
            </a:xfrm>
            <a:prstGeom prst="rect">
              <a:avLst/>
            </a:prstGeom>
            <a:solidFill>
              <a:srgbClr val="F8F8FA"/>
            </a:solidFill>
            <a:ln>
              <a:noFill/>
            </a:ln>
          </p:spPr>
        </p:sp>
        <p:sp>
          <p:nvSpPr>
            <p:cNvPr id="3182" name="Heatmap cell r3 c165"/>
            <p:cNvSpPr/>
            <p:nvPr/>
          </p:nvSpPr>
          <p:spPr>
            <a:xfrm>
              <a:off x="2998018" y="66286"/>
              <a:ext cx="17140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3183" name="Heatmap cell r3 c167"/>
            <p:cNvSpPr/>
            <p:nvPr/>
          </p:nvSpPr>
          <p:spPr>
            <a:xfrm>
              <a:off x="3034001" y="66286"/>
              <a:ext cx="17140" cy="26609"/>
            </a:xfrm>
            <a:prstGeom prst="rect">
              <a:avLst/>
            </a:prstGeom>
            <a:solidFill>
              <a:srgbClr val="FDF9FA"/>
            </a:solidFill>
            <a:ln>
              <a:noFill/>
            </a:ln>
          </p:spPr>
        </p:sp>
        <p:sp>
          <p:nvSpPr>
            <p:cNvPr id="3184" name="Heatmap cell r3 c168"/>
            <p:cNvSpPr/>
            <p:nvPr/>
          </p:nvSpPr>
          <p:spPr>
            <a:xfrm>
              <a:off x="3051046" y="66286"/>
              <a:ext cx="19034" cy="26609"/>
            </a:xfrm>
            <a:prstGeom prst="rect">
              <a:avLst/>
            </a:prstGeom>
            <a:solidFill>
              <a:srgbClr val="E1E9EF"/>
            </a:solidFill>
            <a:ln>
              <a:noFill/>
            </a:ln>
          </p:spPr>
        </p:sp>
        <p:sp>
          <p:nvSpPr>
            <p:cNvPr id="3185" name="Heatmap cell r3 c169"/>
            <p:cNvSpPr/>
            <p:nvPr/>
          </p:nvSpPr>
          <p:spPr>
            <a:xfrm>
              <a:off x="3069985" y="66286"/>
              <a:ext cx="19034" cy="26609"/>
            </a:xfrm>
            <a:prstGeom prst="rect">
              <a:avLst/>
            </a:prstGeom>
            <a:solidFill>
              <a:srgbClr val="F5CFD2"/>
            </a:solidFill>
            <a:ln>
              <a:noFill/>
            </a:ln>
          </p:spPr>
        </p:sp>
        <p:sp>
          <p:nvSpPr>
            <p:cNvPr id="3186" name="Heatmap cell r3 c171"/>
            <p:cNvSpPr/>
            <p:nvPr/>
          </p:nvSpPr>
          <p:spPr>
            <a:xfrm>
              <a:off x="3105969" y="66286"/>
              <a:ext cx="19034" cy="26609"/>
            </a:xfrm>
            <a:prstGeom prst="rect">
              <a:avLst/>
            </a:prstGeom>
            <a:solidFill>
              <a:srgbClr val="EAEEF4"/>
            </a:solidFill>
            <a:ln>
              <a:noFill/>
            </a:ln>
          </p:spPr>
        </p:sp>
        <p:sp>
          <p:nvSpPr>
            <p:cNvPr id="3187" name="Heatmap cell r3 c172"/>
            <p:cNvSpPr/>
            <p:nvPr/>
          </p:nvSpPr>
          <p:spPr>
            <a:xfrm>
              <a:off x="3124908" y="66286"/>
              <a:ext cx="17140" cy="26609"/>
            </a:xfrm>
            <a:prstGeom prst="rect">
              <a:avLst/>
            </a:prstGeom>
            <a:solidFill>
              <a:srgbClr val="E6EBF1"/>
            </a:solidFill>
            <a:ln>
              <a:noFill/>
            </a:ln>
          </p:spPr>
        </p:sp>
        <p:sp>
          <p:nvSpPr>
            <p:cNvPr id="3188" name="Heatmap cell r3 c173"/>
            <p:cNvSpPr/>
            <p:nvPr/>
          </p:nvSpPr>
          <p:spPr>
            <a:xfrm>
              <a:off x="3141953" y="66286"/>
              <a:ext cx="19034" cy="26609"/>
            </a:xfrm>
            <a:prstGeom prst="rect">
              <a:avLst/>
            </a:prstGeom>
            <a:solidFill>
              <a:srgbClr val="F8DDDF"/>
            </a:solidFill>
            <a:ln>
              <a:noFill/>
            </a:ln>
          </p:spPr>
        </p:sp>
        <p:sp>
          <p:nvSpPr>
            <p:cNvPr id="3189" name="Heatmap cell r3 c174"/>
            <p:cNvSpPr/>
            <p:nvPr/>
          </p:nvSpPr>
          <p:spPr>
            <a:xfrm>
              <a:off x="3160892" y="66286"/>
              <a:ext cx="17140" cy="26609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3190" name="Heatmap cell r3 c176"/>
            <p:cNvSpPr/>
            <p:nvPr/>
          </p:nvSpPr>
          <p:spPr>
            <a:xfrm>
              <a:off x="3196875" y="66286"/>
              <a:ext cx="17140" cy="26609"/>
            </a:xfrm>
            <a:prstGeom prst="rect">
              <a:avLst/>
            </a:prstGeom>
            <a:solidFill>
              <a:srgbClr val="FAEEEF"/>
            </a:solidFill>
            <a:ln>
              <a:noFill/>
            </a:ln>
          </p:spPr>
        </p:sp>
        <p:sp>
          <p:nvSpPr>
            <p:cNvPr id="3191" name="Heatmap cell r3 c177"/>
            <p:cNvSpPr/>
            <p:nvPr/>
          </p:nvSpPr>
          <p:spPr>
            <a:xfrm>
              <a:off x="3213920" y="66286"/>
              <a:ext cx="19034" cy="26609"/>
            </a:xfrm>
            <a:prstGeom prst="rect">
              <a:avLst/>
            </a:prstGeom>
            <a:solidFill>
              <a:srgbClr val="F6F8F9"/>
            </a:solidFill>
            <a:ln>
              <a:noFill/>
            </a:ln>
          </p:spPr>
        </p:sp>
        <p:sp>
          <p:nvSpPr>
            <p:cNvPr id="3192" name="Heatmap cell r3 c178"/>
            <p:cNvSpPr/>
            <p:nvPr/>
          </p:nvSpPr>
          <p:spPr>
            <a:xfrm>
              <a:off x="3232859" y="66286"/>
              <a:ext cx="17140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3193" name="Heatmap cell r3 c179"/>
            <p:cNvSpPr/>
            <p:nvPr/>
          </p:nvSpPr>
          <p:spPr>
            <a:xfrm>
              <a:off x="3249904" y="66286"/>
              <a:ext cx="19034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3194" name="Heatmap cell r3 c180"/>
            <p:cNvSpPr/>
            <p:nvPr/>
          </p:nvSpPr>
          <p:spPr>
            <a:xfrm>
              <a:off x="3268843" y="66286"/>
              <a:ext cx="17140" cy="26609"/>
            </a:xfrm>
            <a:prstGeom prst="rect">
              <a:avLst/>
            </a:prstGeom>
            <a:solidFill>
              <a:srgbClr val="AABDD2"/>
            </a:solidFill>
            <a:ln>
              <a:noFill/>
            </a:ln>
          </p:spPr>
        </p:sp>
        <p:sp>
          <p:nvSpPr>
            <p:cNvPr id="3195" name="Heatmap cell r3 c181"/>
            <p:cNvSpPr/>
            <p:nvPr/>
          </p:nvSpPr>
          <p:spPr>
            <a:xfrm>
              <a:off x="3285888" y="66286"/>
              <a:ext cx="19034" cy="26609"/>
            </a:xfrm>
            <a:prstGeom prst="rect">
              <a:avLst/>
            </a:prstGeom>
            <a:solidFill>
              <a:srgbClr val="F9E7E8"/>
            </a:solidFill>
            <a:ln>
              <a:noFill/>
            </a:ln>
          </p:spPr>
        </p:sp>
        <p:sp>
          <p:nvSpPr>
            <p:cNvPr id="3196" name="Heatmap cell r3 c182"/>
            <p:cNvSpPr/>
            <p:nvPr/>
          </p:nvSpPr>
          <p:spPr>
            <a:xfrm>
              <a:off x="3304827" y="66286"/>
              <a:ext cx="19034" cy="26609"/>
            </a:xfrm>
            <a:prstGeom prst="rect">
              <a:avLst/>
            </a:prstGeom>
            <a:solidFill>
              <a:srgbClr val="F7D9DB"/>
            </a:solidFill>
            <a:ln>
              <a:noFill/>
            </a:ln>
          </p:spPr>
        </p:sp>
        <p:sp>
          <p:nvSpPr>
            <p:cNvPr id="3197" name="Heatmap cell r3 c183"/>
            <p:cNvSpPr/>
            <p:nvPr/>
          </p:nvSpPr>
          <p:spPr>
            <a:xfrm>
              <a:off x="3323765" y="66286"/>
              <a:ext cx="17140" cy="26609"/>
            </a:xfrm>
            <a:prstGeom prst="rect">
              <a:avLst/>
            </a:prstGeom>
            <a:solidFill>
              <a:srgbClr val="EFB4B9"/>
            </a:solidFill>
            <a:ln>
              <a:noFill/>
            </a:ln>
          </p:spPr>
        </p:sp>
        <p:sp>
          <p:nvSpPr>
            <p:cNvPr id="3198" name="Heatmap cell r3 c185"/>
            <p:cNvSpPr/>
            <p:nvPr/>
          </p:nvSpPr>
          <p:spPr>
            <a:xfrm>
              <a:off x="3359749" y="66286"/>
              <a:ext cx="17140" cy="26609"/>
            </a:xfrm>
            <a:prstGeom prst="rect">
              <a:avLst/>
            </a:prstGeom>
            <a:solidFill>
              <a:srgbClr val="FAECEC"/>
            </a:solidFill>
            <a:ln>
              <a:noFill/>
            </a:ln>
          </p:spPr>
        </p:sp>
        <p:sp>
          <p:nvSpPr>
            <p:cNvPr id="3199" name="Heatmap cell r3 c186"/>
            <p:cNvSpPr/>
            <p:nvPr/>
          </p:nvSpPr>
          <p:spPr>
            <a:xfrm>
              <a:off x="3376794" y="66286"/>
              <a:ext cx="19034" cy="26609"/>
            </a:xfrm>
            <a:prstGeom prst="rect">
              <a:avLst/>
            </a:prstGeom>
            <a:solidFill>
              <a:srgbClr val="F7D9DB"/>
            </a:solidFill>
            <a:ln>
              <a:noFill/>
            </a:ln>
          </p:spPr>
        </p:sp>
        <p:sp>
          <p:nvSpPr>
            <p:cNvPr id="3200" name="Heatmap cell r3 c187"/>
            <p:cNvSpPr/>
            <p:nvPr/>
          </p:nvSpPr>
          <p:spPr>
            <a:xfrm>
              <a:off x="3395733" y="66286"/>
              <a:ext cx="17140" cy="26609"/>
            </a:xfrm>
            <a:prstGeom prst="rect">
              <a:avLst/>
            </a:prstGeom>
            <a:solidFill>
              <a:srgbClr val="F8E9EA"/>
            </a:solidFill>
            <a:ln>
              <a:noFill/>
            </a:ln>
          </p:spPr>
        </p:sp>
        <p:sp>
          <p:nvSpPr>
            <p:cNvPr id="3201" name="Heatmap cell r3 c188"/>
            <p:cNvSpPr/>
            <p:nvPr/>
          </p:nvSpPr>
          <p:spPr>
            <a:xfrm>
              <a:off x="3412778" y="66286"/>
              <a:ext cx="19034" cy="26609"/>
            </a:xfrm>
            <a:prstGeom prst="rect">
              <a:avLst/>
            </a:prstGeom>
            <a:solidFill>
              <a:srgbClr val="F5D0D3"/>
            </a:solidFill>
            <a:ln>
              <a:noFill/>
            </a:ln>
          </p:spPr>
        </p:sp>
        <p:sp>
          <p:nvSpPr>
            <p:cNvPr id="3202" name="Heatmap cell r3 c189"/>
            <p:cNvSpPr/>
            <p:nvPr/>
          </p:nvSpPr>
          <p:spPr>
            <a:xfrm>
              <a:off x="3431717" y="66286"/>
              <a:ext cx="17140" cy="26609"/>
            </a:xfrm>
            <a:prstGeom prst="rect">
              <a:avLst/>
            </a:prstGeom>
            <a:solidFill>
              <a:srgbClr val="F7E2E4"/>
            </a:solidFill>
            <a:ln>
              <a:noFill/>
            </a:ln>
          </p:spPr>
        </p:sp>
        <p:sp>
          <p:nvSpPr>
            <p:cNvPr id="3203" name="Heatmap cell r3 c190"/>
            <p:cNvSpPr/>
            <p:nvPr/>
          </p:nvSpPr>
          <p:spPr>
            <a:xfrm>
              <a:off x="3448762" y="66286"/>
              <a:ext cx="19034" cy="26609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204" name="Heatmap cell r3 c191"/>
            <p:cNvSpPr/>
            <p:nvPr/>
          </p:nvSpPr>
          <p:spPr>
            <a:xfrm>
              <a:off x="3467701" y="66286"/>
              <a:ext cx="17140" cy="26609"/>
            </a:xfrm>
            <a:prstGeom prst="rect">
              <a:avLst/>
            </a:prstGeom>
            <a:solidFill>
              <a:srgbClr val="F3C5CA"/>
            </a:solidFill>
            <a:ln>
              <a:noFill/>
            </a:ln>
          </p:spPr>
        </p:sp>
        <p:sp>
          <p:nvSpPr>
            <p:cNvPr id="3205" name="Heatmap cell r3 c192"/>
            <p:cNvSpPr/>
            <p:nvPr/>
          </p:nvSpPr>
          <p:spPr>
            <a:xfrm>
              <a:off x="3484746" y="66286"/>
              <a:ext cx="19034" cy="26609"/>
            </a:xfrm>
            <a:prstGeom prst="rect">
              <a:avLst/>
            </a:prstGeom>
            <a:solidFill>
              <a:srgbClr val="F1C4C7"/>
            </a:solidFill>
            <a:ln>
              <a:noFill/>
            </a:ln>
          </p:spPr>
        </p:sp>
        <p:sp>
          <p:nvSpPr>
            <p:cNvPr id="3206" name="Heatmap cell r3 c193"/>
            <p:cNvSpPr/>
            <p:nvPr/>
          </p:nvSpPr>
          <p:spPr>
            <a:xfrm>
              <a:off x="3503684" y="66286"/>
              <a:ext cx="17140" cy="26609"/>
            </a:xfrm>
            <a:prstGeom prst="rect">
              <a:avLst/>
            </a:prstGeom>
            <a:solidFill>
              <a:srgbClr val="E4EBEF"/>
            </a:solidFill>
            <a:ln>
              <a:noFill/>
            </a:ln>
          </p:spPr>
        </p:sp>
        <p:sp>
          <p:nvSpPr>
            <p:cNvPr id="3207" name="Heatmap cell r3 c194"/>
            <p:cNvSpPr/>
            <p:nvPr/>
          </p:nvSpPr>
          <p:spPr>
            <a:xfrm>
              <a:off x="3520729" y="66286"/>
              <a:ext cx="19034" cy="26609"/>
            </a:xfrm>
            <a:prstGeom prst="rect">
              <a:avLst/>
            </a:prstGeom>
            <a:solidFill>
              <a:srgbClr val="F2C8CD"/>
            </a:solidFill>
            <a:ln>
              <a:noFill/>
            </a:ln>
          </p:spPr>
        </p:sp>
        <p:sp>
          <p:nvSpPr>
            <p:cNvPr id="3208" name="Heatmap cell r3 c195"/>
            <p:cNvSpPr/>
            <p:nvPr/>
          </p:nvSpPr>
          <p:spPr>
            <a:xfrm>
              <a:off x="3539668" y="66286"/>
              <a:ext cx="19034" cy="26609"/>
            </a:xfrm>
            <a:prstGeom prst="rect">
              <a:avLst/>
            </a:prstGeom>
            <a:solidFill>
              <a:srgbClr val="F4CCD1"/>
            </a:solidFill>
            <a:ln>
              <a:noFill/>
            </a:ln>
          </p:spPr>
        </p:sp>
        <p:sp>
          <p:nvSpPr>
            <p:cNvPr id="3209" name="Heatmap cell r3 c196"/>
            <p:cNvSpPr/>
            <p:nvPr/>
          </p:nvSpPr>
          <p:spPr>
            <a:xfrm>
              <a:off x="3558607" y="66286"/>
              <a:ext cx="17140" cy="26609"/>
            </a:xfrm>
            <a:prstGeom prst="rect">
              <a:avLst/>
            </a:prstGeom>
            <a:solidFill>
              <a:srgbClr val="DEE6EC"/>
            </a:solidFill>
            <a:ln>
              <a:noFill/>
            </a:ln>
          </p:spPr>
        </p:sp>
        <p:sp>
          <p:nvSpPr>
            <p:cNvPr id="3210" name="Heatmap cell r3 c197"/>
            <p:cNvSpPr/>
            <p:nvPr/>
          </p:nvSpPr>
          <p:spPr>
            <a:xfrm>
              <a:off x="3575652" y="66286"/>
              <a:ext cx="19034" cy="26609"/>
            </a:xfrm>
            <a:prstGeom prst="rect">
              <a:avLst/>
            </a:prstGeom>
            <a:solidFill>
              <a:srgbClr val="E1E9EF"/>
            </a:solidFill>
            <a:ln>
              <a:noFill/>
            </a:ln>
          </p:spPr>
        </p:sp>
        <p:sp>
          <p:nvSpPr>
            <p:cNvPr id="3211" name="Heatmap cell r3 c198"/>
            <p:cNvSpPr/>
            <p:nvPr/>
          </p:nvSpPr>
          <p:spPr>
            <a:xfrm>
              <a:off x="3594591" y="66286"/>
              <a:ext cx="17140" cy="26609"/>
            </a:xfrm>
            <a:prstGeom prst="rect">
              <a:avLst/>
            </a:prstGeom>
            <a:solidFill>
              <a:srgbClr val="E9EDF3"/>
            </a:solidFill>
            <a:ln>
              <a:noFill/>
            </a:ln>
          </p:spPr>
        </p:sp>
        <p:sp>
          <p:nvSpPr>
            <p:cNvPr id="3212" name="Heatmap cell r3 c199"/>
            <p:cNvSpPr/>
            <p:nvPr/>
          </p:nvSpPr>
          <p:spPr>
            <a:xfrm>
              <a:off x="3611636" y="66286"/>
              <a:ext cx="19034" cy="26609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3213" name="Heatmap cell r3 c200"/>
            <p:cNvSpPr/>
            <p:nvPr/>
          </p:nvSpPr>
          <p:spPr>
            <a:xfrm>
              <a:off x="3630575" y="66286"/>
              <a:ext cx="17140" cy="26609"/>
            </a:xfrm>
            <a:prstGeom prst="rect">
              <a:avLst/>
            </a:prstGeom>
            <a:solidFill>
              <a:srgbClr val="91ACC7"/>
            </a:solidFill>
            <a:ln>
              <a:noFill/>
            </a:ln>
          </p:spPr>
        </p:sp>
        <p:sp>
          <p:nvSpPr>
            <p:cNvPr id="3214" name="Heatmap cell r3 c201"/>
            <p:cNvSpPr/>
            <p:nvPr/>
          </p:nvSpPr>
          <p:spPr>
            <a:xfrm>
              <a:off x="3647620" y="66286"/>
              <a:ext cx="19034" cy="26609"/>
            </a:xfrm>
            <a:prstGeom prst="rect">
              <a:avLst/>
            </a:prstGeom>
            <a:solidFill>
              <a:srgbClr val="A4BAD0"/>
            </a:solidFill>
            <a:ln>
              <a:noFill/>
            </a:ln>
          </p:spPr>
        </p:sp>
        <p:sp>
          <p:nvSpPr>
            <p:cNvPr id="3215" name="Heatmap cell r3 c202"/>
            <p:cNvSpPr/>
            <p:nvPr/>
          </p:nvSpPr>
          <p:spPr>
            <a:xfrm>
              <a:off x="3666558" y="66286"/>
              <a:ext cx="17140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3216" name="Heatmap cell r3 c203"/>
            <p:cNvSpPr/>
            <p:nvPr/>
          </p:nvSpPr>
          <p:spPr>
            <a:xfrm>
              <a:off x="3683603" y="66286"/>
              <a:ext cx="19034" cy="26609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217" name="Heatmap cell r3 c204"/>
            <p:cNvSpPr/>
            <p:nvPr/>
          </p:nvSpPr>
          <p:spPr>
            <a:xfrm>
              <a:off x="3702542" y="66286"/>
              <a:ext cx="17140" cy="26609"/>
            </a:xfrm>
            <a:prstGeom prst="rect">
              <a:avLst/>
            </a:prstGeom>
            <a:solidFill>
              <a:srgbClr val="F1C1C5"/>
            </a:solidFill>
            <a:ln>
              <a:noFill/>
            </a:ln>
          </p:spPr>
        </p:sp>
        <p:sp>
          <p:nvSpPr>
            <p:cNvPr id="3218" name="Heatmap cell r3 c205"/>
            <p:cNvSpPr/>
            <p:nvPr/>
          </p:nvSpPr>
          <p:spPr>
            <a:xfrm>
              <a:off x="3719587" y="66286"/>
              <a:ext cx="19034" cy="26609"/>
            </a:xfrm>
            <a:prstGeom prst="rect">
              <a:avLst/>
            </a:prstGeom>
            <a:solidFill>
              <a:srgbClr val="EDF1F7"/>
            </a:solidFill>
            <a:ln>
              <a:noFill/>
            </a:ln>
          </p:spPr>
        </p:sp>
        <p:sp>
          <p:nvSpPr>
            <p:cNvPr id="3219" name="Heatmap cell r3 c206"/>
            <p:cNvSpPr/>
            <p:nvPr/>
          </p:nvSpPr>
          <p:spPr>
            <a:xfrm>
              <a:off x="3738526" y="66286"/>
              <a:ext cx="17140" cy="26609"/>
            </a:xfrm>
            <a:prstGeom prst="rect">
              <a:avLst/>
            </a:prstGeom>
            <a:solidFill>
              <a:srgbClr val="DAE2EB"/>
            </a:solidFill>
            <a:ln>
              <a:noFill/>
            </a:ln>
          </p:spPr>
        </p:sp>
        <p:sp>
          <p:nvSpPr>
            <p:cNvPr id="3220" name="Heatmap cell r3 c207"/>
            <p:cNvSpPr/>
            <p:nvPr/>
          </p:nvSpPr>
          <p:spPr>
            <a:xfrm>
              <a:off x="3755571" y="66286"/>
              <a:ext cx="19034" cy="26609"/>
            </a:xfrm>
            <a:prstGeom prst="rect">
              <a:avLst/>
            </a:prstGeom>
            <a:solidFill>
              <a:srgbClr val="F1C3C8"/>
            </a:solidFill>
            <a:ln>
              <a:noFill/>
            </a:ln>
          </p:spPr>
        </p:sp>
        <p:sp>
          <p:nvSpPr>
            <p:cNvPr id="3221" name="Heatmap cell r3 c208"/>
            <p:cNvSpPr/>
            <p:nvPr/>
          </p:nvSpPr>
          <p:spPr>
            <a:xfrm>
              <a:off x="3774510" y="66286"/>
              <a:ext cx="19034" cy="26609"/>
            </a:xfrm>
            <a:prstGeom prst="rect">
              <a:avLst/>
            </a:prstGeom>
            <a:solidFill>
              <a:srgbClr val="E7929B"/>
            </a:solidFill>
            <a:ln>
              <a:noFill/>
            </a:ln>
          </p:spPr>
        </p:sp>
        <p:sp>
          <p:nvSpPr>
            <p:cNvPr id="3222" name="Heatmap cell r3 c209"/>
            <p:cNvSpPr/>
            <p:nvPr/>
          </p:nvSpPr>
          <p:spPr>
            <a:xfrm>
              <a:off x="3793449" y="66286"/>
              <a:ext cx="17140" cy="26609"/>
            </a:xfrm>
            <a:prstGeom prst="rect">
              <a:avLst/>
            </a:prstGeom>
            <a:solidFill>
              <a:srgbClr val="FCF7F7"/>
            </a:solidFill>
            <a:ln>
              <a:noFill/>
            </a:ln>
          </p:spPr>
        </p:sp>
        <p:sp>
          <p:nvSpPr>
            <p:cNvPr id="3223" name="Heatmap cell r3 c210"/>
            <p:cNvSpPr/>
            <p:nvPr/>
          </p:nvSpPr>
          <p:spPr>
            <a:xfrm>
              <a:off x="3810494" y="66286"/>
              <a:ext cx="19034" cy="26609"/>
            </a:xfrm>
            <a:prstGeom prst="rect">
              <a:avLst/>
            </a:prstGeom>
            <a:solidFill>
              <a:srgbClr val="F7D9DB"/>
            </a:solidFill>
            <a:ln>
              <a:noFill/>
            </a:ln>
          </p:spPr>
        </p:sp>
        <p:sp>
          <p:nvSpPr>
            <p:cNvPr id="3224" name="Heatmap cell r3 c211"/>
            <p:cNvSpPr/>
            <p:nvPr/>
          </p:nvSpPr>
          <p:spPr>
            <a:xfrm>
              <a:off x="3829432" y="66286"/>
              <a:ext cx="17140" cy="26609"/>
            </a:xfrm>
            <a:prstGeom prst="rect">
              <a:avLst/>
            </a:prstGeom>
            <a:solidFill>
              <a:srgbClr val="A2B8CE"/>
            </a:solidFill>
            <a:ln>
              <a:noFill/>
            </a:ln>
          </p:spPr>
        </p:sp>
        <p:sp>
          <p:nvSpPr>
            <p:cNvPr id="3225" name="Heatmap cell r3 c212"/>
            <p:cNvSpPr/>
            <p:nvPr/>
          </p:nvSpPr>
          <p:spPr>
            <a:xfrm>
              <a:off x="3846477" y="66286"/>
              <a:ext cx="19034" cy="26609"/>
            </a:xfrm>
            <a:prstGeom prst="rect">
              <a:avLst/>
            </a:prstGeom>
            <a:solidFill>
              <a:srgbClr val="A4BAD0"/>
            </a:solidFill>
            <a:ln>
              <a:noFill/>
            </a:ln>
          </p:spPr>
        </p:sp>
        <p:sp>
          <p:nvSpPr>
            <p:cNvPr id="3226" name="Heatmap cell r3 c213"/>
            <p:cNvSpPr/>
            <p:nvPr/>
          </p:nvSpPr>
          <p:spPr>
            <a:xfrm>
              <a:off x="3865416" y="66286"/>
              <a:ext cx="17140" cy="26609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3227" name="Heatmap cell r3 c214"/>
            <p:cNvSpPr/>
            <p:nvPr/>
          </p:nvSpPr>
          <p:spPr>
            <a:xfrm>
              <a:off x="3882461" y="66286"/>
              <a:ext cx="19034" cy="26609"/>
            </a:xfrm>
            <a:prstGeom prst="rect">
              <a:avLst/>
            </a:prstGeom>
            <a:solidFill>
              <a:srgbClr val="FCF6F6"/>
            </a:solidFill>
            <a:ln>
              <a:noFill/>
            </a:ln>
          </p:spPr>
        </p:sp>
        <p:sp>
          <p:nvSpPr>
            <p:cNvPr id="3228" name="Heatmap cell r3 c215"/>
            <p:cNvSpPr/>
            <p:nvPr/>
          </p:nvSpPr>
          <p:spPr>
            <a:xfrm>
              <a:off x="3901400" y="66286"/>
              <a:ext cx="17140" cy="26609"/>
            </a:xfrm>
            <a:prstGeom prst="rect">
              <a:avLst/>
            </a:prstGeom>
            <a:solidFill>
              <a:srgbClr val="AFC4D5"/>
            </a:solidFill>
            <a:ln>
              <a:noFill/>
            </a:ln>
          </p:spPr>
        </p:sp>
        <p:sp>
          <p:nvSpPr>
            <p:cNvPr id="3229" name="Heatmap cell r3 c216"/>
            <p:cNvSpPr/>
            <p:nvPr/>
          </p:nvSpPr>
          <p:spPr>
            <a:xfrm>
              <a:off x="3918445" y="66286"/>
              <a:ext cx="19034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3230" name="Heatmap cell r3 c217"/>
            <p:cNvSpPr/>
            <p:nvPr/>
          </p:nvSpPr>
          <p:spPr>
            <a:xfrm>
              <a:off x="3937384" y="66286"/>
              <a:ext cx="17140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3231" name="Heatmap cell r3 c218"/>
            <p:cNvSpPr/>
            <p:nvPr/>
          </p:nvSpPr>
          <p:spPr>
            <a:xfrm>
              <a:off x="3954429" y="66286"/>
              <a:ext cx="19034" cy="26609"/>
            </a:xfrm>
            <a:prstGeom prst="rect">
              <a:avLst/>
            </a:prstGeom>
            <a:solidFill>
              <a:srgbClr val="ECA7AD"/>
            </a:solidFill>
            <a:ln>
              <a:noFill/>
            </a:ln>
          </p:spPr>
        </p:sp>
        <p:sp>
          <p:nvSpPr>
            <p:cNvPr id="3232" name="Heatmap cell r3 c219"/>
            <p:cNvSpPr/>
            <p:nvPr/>
          </p:nvSpPr>
          <p:spPr>
            <a:xfrm>
              <a:off x="3973368" y="66286"/>
              <a:ext cx="17140" cy="26609"/>
            </a:xfrm>
            <a:prstGeom prst="rect">
              <a:avLst/>
            </a:prstGeom>
            <a:solidFill>
              <a:srgbClr val="E7EBF1"/>
            </a:solidFill>
            <a:ln>
              <a:noFill/>
            </a:ln>
          </p:spPr>
        </p:sp>
        <p:sp>
          <p:nvSpPr>
            <p:cNvPr id="3233" name="Heatmap cell r3 c221"/>
            <p:cNvSpPr/>
            <p:nvPr/>
          </p:nvSpPr>
          <p:spPr>
            <a:xfrm>
              <a:off x="4009351" y="66286"/>
              <a:ext cx="19034" cy="26609"/>
            </a:xfrm>
            <a:prstGeom prst="rect">
              <a:avLst/>
            </a:prstGeom>
            <a:solidFill>
              <a:srgbClr val="EBA9AE"/>
            </a:solidFill>
            <a:ln>
              <a:noFill/>
            </a:ln>
          </p:spPr>
        </p:sp>
        <p:sp>
          <p:nvSpPr>
            <p:cNvPr id="3234" name="Heatmap cell r3 c222"/>
            <p:cNvSpPr/>
            <p:nvPr/>
          </p:nvSpPr>
          <p:spPr>
            <a:xfrm>
              <a:off x="4028290" y="66286"/>
              <a:ext cx="17140" cy="26609"/>
            </a:xfrm>
            <a:prstGeom prst="rect">
              <a:avLst/>
            </a:prstGeom>
            <a:solidFill>
              <a:srgbClr val="F4CDD0"/>
            </a:solidFill>
            <a:ln>
              <a:noFill/>
            </a:ln>
          </p:spPr>
        </p:sp>
        <p:sp>
          <p:nvSpPr>
            <p:cNvPr id="3235" name="Heatmap cell r3 c223"/>
            <p:cNvSpPr/>
            <p:nvPr/>
          </p:nvSpPr>
          <p:spPr>
            <a:xfrm>
              <a:off x="4045335" y="66286"/>
              <a:ext cx="19034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3236" name="Heatmap cell r4 c1"/>
            <p:cNvSpPr/>
            <p:nvPr/>
          </p:nvSpPr>
          <p:spPr>
            <a:xfrm>
              <a:off x="13257" y="92800"/>
              <a:ext cx="45548" cy="28503"/>
            </a:xfrm>
            <a:prstGeom prst="rect">
              <a:avLst/>
            </a:prstGeom>
            <a:solidFill>
              <a:srgbClr val="155B9C"/>
            </a:solidFill>
            <a:ln>
              <a:noFill/>
            </a:ln>
          </p:spPr>
        </p:sp>
        <p:sp>
          <p:nvSpPr>
            <p:cNvPr id="3237" name="Heatmap cell r4 c3"/>
            <p:cNvSpPr/>
            <p:nvPr/>
          </p:nvSpPr>
          <p:spPr>
            <a:xfrm>
              <a:off x="71968" y="92800"/>
              <a:ext cx="17140" cy="28503"/>
            </a:xfrm>
            <a:prstGeom prst="rect">
              <a:avLst/>
            </a:prstGeom>
            <a:solidFill>
              <a:srgbClr val="ECA7AD"/>
            </a:solidFill>
            <a:ln>
              <a:noFill/>
            </a:ln>
          </p:spPr>
        </p:sp>
        <p:sp>
          <p:nvSpPr>
            <p:cNvPr id="3238" name="Heatmap cell r4 c4"/>
            <p:cNvSpPr/>
            <p:nvPr/>
          </p:nvSpPr>
          <p:spPr>
            <a:xfrm>
              <a:off x="89013" y="92800"/>
              <a:ext cx="19034" cy="28503"/>
            </a:xfrm>
            <a:prstGeom prst="rect">
              <a:avLst/>
            </a:prstGeom>
            <a:solidFill>
              <a:srgbClr val="F0BAC0"/>
            </a:solidFill>
            <a:ln>
              <a:noFill/>
            </a:ln>
          </p:spPr>
        </p:sp>
        <p:sp>
          <p:nvSpPr>
            <p:cNvPr id="3239" name="Heatmap cell r4 c5"/>
            <p:cNvSpPr/>
            <p:nvPr/>
          </p:nvSpPr>
          <p:spPr>
            <a:xfrm>
              <a:off x="107951" y="92800"/>
              <a:ext cx="17140" cy="28503"/>
            </a:xfrm>
            <a:prstGeom prst="rect">
              <a:avLst/>
            </a:prstGeom>
            <a:solidFill>
              <a:srgbClr val="F5D1D4"/>
            </a:solidFill>
            <a:ln>
              <a:noFill/>
            </a:ln>
          </p:spPr>
        </p:sp>
        <p:sp>
          <p:nvSpPr>
            <p:cNvPr id="3240" name="Heatmap cell r4 c6"/>
            <p:cNvSpPr/>
            <p:nvPr/>
          </p:nvSpPr>
          <p:spPr>
            <a:xfrm>
              <a:off x="124996" y="92800"/>
              <a:ext cx="19034" cy="28503"/>
            </a:xfrm>
            <a:prstGeom prst="rect">
              <a:avLst/>
            </a:prstGeom>
            <a:solidFill>
              <a:srgbClr val="F0F4F7"/>
            </a:solidFill>
            <a:ln>
              <a:noFill/>
            </a:ln>
          </p:spPr>
        </p:sp>
        <p:sp>
          <p:nvSpPr>
            <p:cNvPr id="3241" name="Heatmap cell r4 c7"/>
            <p:cNvSpPr/>
            <p:nvPr/>
          </p:nvSpPr>
          <p:spPr>
            <a:xfrm>
              <a:off x="143935" y="92800"/>
              <a:ext cx="17140" cy="28503"/>
            </a:xfrm>
            <a:prstGeom prst="rect">
              <a:avLst/>
            </a:prstGeom>
            <a:solidFill>
              <a:srgbClr val="F1C2C6"/>
            </a:solidFill>
            <a:ln>
              <a:noFill/>
            </a:ln>
          </p:spPr>
        </p:sp>
        <p:sp>
          <p:nvSpPr>
            <p:cNvPr id="3242" name="Heatmap cell r4 c8"/>
            <p:cNvSpPr/>
            <p:nvPr/>
          </p:nvSpPr>
          <p:spPr>
            <a:xfrm>
              <a:off x="160980" y="92800"/>
              <a:ext cx="19034" cy="28503"/>
            </a:xfrm>
            <a:prstGeom prst="rect">
              <a:avLst/>
            </a:prstGeom>
            <a:solidFill>
              <a:srgbClr val="F1C0C6"/>
            </a:solidFill>
            <a:ln>
              <a:noFill/>
            </a:ln>
          </p:spPr>
        </p:sp>
        <p:sp>
          <p:nvSpPr>
            <p:cNvPr id="3243" name="Heatmap cell r4 c9"/>
            <p:cNvSpPr/>
            <p:nvPr/>
          </p:nvSpPr>
          <p:spPr>
            <a:xfrm>
              <a:off x="179919" y="92800"/>
              <a:ext cx="19034" cy="28503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3244" name="Heatmap cell r4 c10"/>
            <p:cNvSpPr/>
            <p:nvPr/>
          </p:nvSpPr>
          <p:spPr>
            <a:xfrm>
              <a:off x="198858" y="92800"/>
              <a:ext cx="17140" cy="28503"/>
            </a:xfrm>
            <a:prstGeom prst="rect">
              <a:avLst/>
            </a:prstGeom>
            <a:solidFill>
              <a:srgbClr val="B5C5D7"/>
            </a:solidFill>
            <a:ln>
              <a:noFill/>
            </a:ln>
          </p:spPr>
        </p:sp>
        <p:sp>
          <p:nvSpPr>
            <p:cNvPr id="3245" name="Heatmap cell r4 c11"/>
            <p:cNvSpPr/>
            <p:nvPr/>
          </p:nvSpPr>
          <p:spPr>
            <a:xfrm>
              <a:off x="215903" y="92800"/>
              <a:ext cx="19034" cy="28503"/>
            </a:xfrm>
            <a:prstGeom prst="rect">
              <a:avLst/>
            </a:prstGeom>
            <a:solidFill>
              <a:srgbClr val="F5D1D4"/>
            </a:solidFill>
            <a:ln>
              <a:noFill/>
            </a:ln>
          </p:spPr>
        </p:sp>
        <p:sp>
          <p:nvSpPr>
            <p:cNvPr id="3246" name="Heatmap cell r4 c12"/>
            <p:cNvSpPr/>
            <p:nvPr/>
          </p:nvSpPr>
          <p:spPr>
            <a:xfrm>
              <a:off x="234842" y="92800"/>
              <a:ext cx="17140" cy="28503"/>
            </a:xfrm>
            <a:prstGeom prst="rect">
              <a:avLst/>
            </a:prstGeom>
            <a:solidFill>
              <a:srgbClr val="F1C3C8"/>
            </a:solidFill>
            <a:ln>
              <a:noFill/>
            </a:ln>
          </p:spPr>
        </p:sp>
        <p:sp>
          <p:nvSpPr>
            <p:cNvPr id="3247" name="Heatmap cell r4 c13"/>
            <p:cNvSpPr/>
            <p:nvPr/>
          </p:nvSpPr>
          <p:spPr>
            <a:xfrm>
              <a:off x="251887" y="92800"/>
              <a:ext cx="19034" cy="28503"/>
            </a:xfrm>
            <a:prstGeom prst="rect">
              <a:avLst/>
            </a:prstGeom>
            <a:solidFill>
              <a:srgbClr val="EDADB4"/>
            </a:solidFill>
            <a:ln>
              <a:noFill/>
            </a:ln>
          </p:spPr>
        </p:sp>
        <p:sp>
          <p:nvSpPr>
            <p:cNvPr id="3248" name="Heatmap cell r4 c14"/>
            <p:cNvSpPr/>
            <p:nvPr/>
          </p:nvSpPr>
          <p:spPr>
            <a:xfrm>
              <a:off x="270825" y="92800"/>
              <a:ext cx="17140" cy="28503"/>
            </a:xfrm>
            <a:prstGeom prst="rect">
              <a:avLst/>
            </a:prstGeom>
            <a:solidFill>
              <a:srgbClr val="F8DBDD"/>
            </a:solidFill>
            <a:ln>
              <a:noFill/>
            </a:ln>
          </p:spPr>
        </p:sp>
        <p:sp>
          <p:nvSpPr>
            <p:cNvPr id="3249" name="Heatmap cell r4 c15"/>
            <p:cNvSpPr/>
            <p:nvPr/>
          </p:nvSpPr>
          <p:spPr>
            <a:xfrm>
              <a:off x="287870" y="92800"/>
              <a:ext cx="19034" cy="28503"/>
            </a:xfrm>
            <a:prstGeom prst="rect">
              <a:avLst/>
            </a:prstGeom>
            <a:solidFill>
              <a:srgbClr val="F0BCC3"/>
            </a:solidFill>
            <a:ln>
              <a:noFill/>
            </a:ln>
          </p:spPr>
        </p:sp>
        <p:sp>
          <p:nvSpPr>
            <p:cNvPr id="3250" name="Heatmap cell r4 c16"/>
            <p:cNvSpPr/>
            <p:nvPr/>
          </p:nvSpPr>
          <p:spPr>
            <a:xfrm>
              <a:off x="306809" y="92800"/>
              <a:ext cx="17140" cy="28503"/>
            </a:xfrm>
            <a:prstGeom prst="rect">
              <a:avLst/>
            </a:prstGeom>
            <a:solidFill>
              <a:srgbClr val="FDF9FA"/>
            </a:solidFill>
            <a:ln>
              <a:noFill/>
            </a:ln>
          </p:spPr>
        </p:sp>
        <p:sp>
          <p:nvSpPr>
            <p:cNvPr id="3251" name="Heatmap cell r4 c17"/>
            <p:cNvSpPr/>
            <p:nvPr/>
          </p:nvSpPr>
          <p:spPr>
            <a:xfrm>
              <a:off x="323854" y="92800"/>
              <a:ext cx="19034" cy="28503"/>
            </a:xfrm>
            <a:prstGeom prst="rect">
              <a:avLst/>
            </a:prstGeom>
            <a:solidFill>
              <a:srgbClr val="FBF5F5"/>
            </a:solidFill>
            <a:ln>
              <a:noFill/>
            </a:ln>
          </p:spPr>
        </p:sp>
        <p:sp>
          <p:nvSpPr>
            <p:cNvPr id="3252" name="Heatmap cell r4 c18"/>
            <p:cNvSpPr/>
            <p:nvPr/>
          </p:nvSpPr>
          <p:spPr>
            <a:xfrm>
              <a:off x="342793" y="92800"/>
              <a:ext cx="17140" cy="28503"/>
            </a:xfrm>
            <a:prstGeom prst="rect">
              <a:avLst/>
            </a:prstGeom>
            <a:solidFill>
              <a:srgbClr val="F0BCC3"/>
            </a:solidFill>
            <a:ln>
              <a:noFill/>
            </a:ln>
          </p:spPr>
        </p:sp>
        <p:sp>
          <p:nvSpPr>
            <p:cNvPr id="3253" name="Heatmap cell r4 c19"/>
            <p:cNvSpPr/>
            <p:nvPr/>
          </p:nvSpPr>
          <p:spPr>
            <a:xfrm>
              <a:off x="359838" y="92800"/>
              <a:ext cx="19034" cy="28503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3254" name="Heatmap cell r4 c20"/>
            <p:cNvSpPr/>
            <p:nvPr/>
          </p:nvSpPr>
          <p:spPr>
            <a:xfrm>
              <a:off x="378777" y="92800"/>
              <a:ext cx="17140" cy="28503"/>
            </a:xfrm>
            <a:prstGeom prst="rect">
              <a:avLst/>
            </a:prstGeom>
            <a:solidFill>
              <a:srgbClr val="ECA0A8"/>
            </a:solidFill>
            <a:ln>
              <a:noFill/>
            </a:ln>
          </p:spPr>
        </p:sp>
        <p:sp>
          <p:nvSpPr>
            <p:cNvPr id="3255" name="Heatmap cell r4 c21"/>
            <p:cNvSpPr/>
            <p:nvPr/>
          </p:nvSpPr>
          <p:spPr>
            <a:xfrm>
              <a:off x="395822" y="92800"/>
              <a:ext cx="19034" cy="28503"/>
            </a:xfrm>
            <a:prstGeom prst="rect">
              <a:avLst/>
            </a:prstGeom>
            <a:solidFill>
              <a:srgbClr val="F0BAC0"/>
            </a:solidFill>
            <a:ln>
              <a:noFill/>
            </a:ln>
          </p:spPr>
        </p:sp>
        <p:sp>
          <p:nvSpPr>
            <p:cNvPr id="3256" name="Heatmap cell r4 c22"/>
            <p:cNvSpPr/>
            <p:nvPr/>
          </p:nvSpPr>
          <p:spPr>
            <a:xfrm>
              <a:off x="414760" y="92800"/>
              <a:ext cx="19034" cy="28503"/>
            </a:xfrm>
            <a:prstGeom prst="rect">
              <a:avLst/>
            </a:prstGeom>
            <a:solidFill>
              <a:srgbClr val="FBF1F3"/>
            </a:solidFill>
            <a:ln>
              <a:noFill/>
            </a:ln>
          </p:spPr>
        </p:sp>
        <p:sp>
          <p:nvSpPr>
            <p:cNvPr id="3257" name="Heatmap cell r4 c23"/>
            <p:cNvSpPr/>
            <p:nvPr/>
          </p:nvSpPr>
          <p:spPr>
            <a:xfrm>
              <a:off x="433699" y="92800"/>
              <a:ext cx="17140" cy="28503"/>
            </a:xfrm>
            <a:prstGeom prst="rect">
              <a:avLst/>
            </a:prstGeom>
            <a:solidFill>
              <a:srgbClr val="F7D9DB"/>
            </a:solidFill>
            <a:ln>
              <a:noFill/>
            </a:ln>
          </p:spPr>
        </p:sp>
        <p:sp>
          <p:nvSpPr>
            <p:cNvPr id="3258" name="Heatmap cell r4 c24"/>
            <p:cNvSpPr/>
            <p:nvPr/>
          </p:nvSpPr>
          <p:spPr>
            <a:xfrm>
              <a:off x="450744" y="92800"/>
              <a:ext cx="19034" cy="28503"/>
            </a:xfrm>
            <a:prstGeom prst="rect">
              <a:avLst/>
            </a:prstGeom>
            <a:solidFill>
              <a:srgbClr val="9FB6CD"/>
            </a:solidFill>
            <a:ln>
              <a:noFill/>
            </a:ln>
          </p:spPr>
        </p:sp>
        <p:sp>
          <p:nvSpPr>
            <p:cNvPr id="3259" name="Heatmap cell r4 c25"/>
            <p:cNvSpPr/>
            <p:nvPr/>
          </p:nvSpPr>
          <p:spPr>
            <a:xfrm>
              <a:off x="469683" y="92800"/>
              <a:ext cx="17140" cy="28503"/>
            </a:xfrm>
            <a:prstGeom prst="rect">
              <a:avLst/>
            </a:prstGeom>
            <a:solidFill>
              <a:srgbClr val="FDF9FA"/>
            </a:solidFill>
            <a:ln>
              <a:noFill/>
            </a:ln>
          </p:spPr>
        </p:sp>
        <p:sp>
          <p:nvSpPr>
            <p:cNvPr id="3260" name="Heatmap cell r4 c26"/>
            <p:cNvSpPr/>
            <p:nvPr/>
          </p:nvSpPr>
          <p:spPr>
            <a:xfrm>
              <a:off x="486728" y="92800"/>
              <a:ext cx="19034" cy="28503"/>
            </a:xfrm>
            <a:prstGeom prst="rect">
              <a:avLst/>
            </a:prstGeom>
            <a:solidFill>
              <a:srgbClr val="A4BAD0"/>
            </a:solidFill>
            <a:ln>
              <a:noFill/>
            </a:ln>
          </p:spPr>
        </p:sp>
        <p:sp>
          <p:nvSpPr>
            <p:cNvPr id="3261" name="Heatmap cell r4 c27"/>
            <p:cNvSpPr/>
            <p:nvPr/>
          </p:nvSpPr>
          <p:spPr>
            <a:xfrm>
              <a:off x="505667" y="92800"/>
              <a:ext cx="17140" cy="28503"/>
            </a:xfrm>
            <a:prstGeom prst="rect">
              <a:avLst/>
            </a:prstGeom>
            <a:solidFill>
              <a:srgbClr val="F3C9CE"/>
            </a:solidFill>
            <a:ln>
              <a:noFill/>
            </a:ln>
          </p:spPr>
        </p:sp>
        <p:sp>
          <p:nvSpPr>
            <p:cNvPr id="3262" name="Heatmap cell r4 c28"/>
            <p:cNvSpPr/>
            <p:nvPr/>
          </p:nvSpPr>
          <p:spPr>
            <a:xfrm>
              <a:off x="522712" y="92800"/>
              <a:ext cx="19034" cy="28503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3263" name="Heatmap cell r4 c29"/>
            <p:cNvSpPr/>
            <p:nvPr/>
          </p:nvSpPr>
          <p:spPr>
            <a:xfrm>
              <a:off x="541651" y="92800"/>
              <a:ext cx="17140" cy="28503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3264" name="Heatmap cell r4 c31"/>
            <p:cNvSpPr/>
            <p:nvPr/>
          </p:nvSpPr>
          <p:spPr>
            <a:xfrm>
              <a:off x="577634" y="92800"/>
              <a:ext cx="17140" cy="28503"/>
            </a:xfrm>
            <a:prstGeom prst="rect">
              <a:avLst/>
            </a:prstGeom>
            <a:solidFill>
              <a:srgbClr val="F8E6E8"/>
            </a:solidFill>
            <a:ln>
              <a:noFill/>
            </a:ln>
          </p:spPr>
        </p:sp>
        <p:sp>
          <p:nvSpPr>
            <p:cNvPr id="3265" name="Heatmap cell r4 c32"/>
            <p:cNvSpPr/>
            <p:nvPr/>
          </p:nvSpPr>
          <p:spPr>
            <a:xfrm>
              <a:off x="594679" y="92800"/>
              <a:ext cx="19034" cy="28503"/>
            </a:xfrm>
            <a:prstGeom prst="rect">
              <a:avLst/>
            </a:prstGeom>
            <a:solidFill>
              <a:srgbClr val="F0BCC3"/>
            </a:solidFill>
            <a:ln>
              <a:noFill/>
            </a:ln>
          </p:spPr>
        </p:sp>
        <p:sp>
          <p:nvSpPr>
            <p:cNvPr id="3266" name="Heatmap cell r4 c33"/>
            <p:cNvSpPr/>
            <p:nvPr/>
          </p:nvSpPr>
          <p:spPr>
            <a:xfrm>
              <a:off x="613618" y="92800"/>
              <a:ext cx="17140" cy="28503"/>
            </a:xfrm>
            <a:prstGeom prst="rect">
              <a:avLst/>
            </a:prstGeom>
            <a:solidFill>
              <a:srgbClr val="EB9FA7"/>
            </a:solidFill>
            <a:ln>
              <a:noFill/>
            </a:ln>
          </p:spPr>
        </p:sp>
        <p:sp>
          <p:nvSpPr>
            <p:cNvPr id="3267" name="Heatmap cell r4 c34"/>
            <p:cNvSpPr/>
            <p:nvPr/>
          </p:nvSpPr>
          <p:spPr>
            <a:xfrm>
              <a:off x="630663" y="92800"/>
              <a:ext cx="19034" cy="28503"/>
            </a:xfrm>
            <a:prstGeom prst="rect">
              <a:avLst/>
            </a:prstGeom>
            <a:solidFill>
              <a:srgbClr val="B6C7D9"/>
            </a:solidFill>
            <a:ln>
              <a:noFill/>
            </a:ln>
          </p:spPr>
        </p:sp>
        <p:sp>
          <p:nvSpPr>
            <p:cNvPr id="3268" name="Heatmap cell r4 c35"/>
            <p:cNvSpPr/>
            <p:nvPr/>
          </p:nvSpPr>
          <p:spPr>
            <a:xfrm>
              <a:off x="649602" y="92800"/>
              <a:ext cx="19034" cy="28503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3269" name="Heatmap cell r4 c36"/>
            <p:cNvSpPr/>
            <p:nvPr/>
          </p:nvSpPr>
          <p:spPr>
            <a:xfrm>
              <a:off x="668541" y="92800"/>
              <a:ext cx="17140" cy="28503"/>
            </a:xfrm>
            <a:prstGeom prst="rect">
              <a:avLst/>
            </a:prstGeom>
            <a:solidFill>
              <a:srgbClr val="F6D5D9"/>
            </a:solidFill>
            <a:ln>
              <a:noFill/>
            </a:ln>
          </p:spPr>
        </p:sp>
        <p:sp>
          <p:nvSpPr>
            <p:cNvPr id="3270" name="Heatmap cell r4 c37"/>
            <p:cNvSpPr/>
            <p:nvPr/>
          </p:nvSpPr>
          <p:spPr>
            <a:xfrm>
              <a:off x="685586" y="92800"/>
              <a:ext cx="19034" cy="28503"/>
            </a:xfrm>
            <a:prstGeom prst="rect">
              <a:avLst/>
            </a:prstGeom>
            <a:solidFill>
              <a:srgbClr val="ECA8AE"/>
            </a:solidFill>
            <a:ln>
              <a:noFill/>
            </a:ln>
          </p:spPr>
        </p:sp>
        <p:sp>
          <p:nvSpPr>
            <p:cNvPr id="3271" name="Heatmap cell r4 c38"/>
            <p:cNvSpPr/>
            <p:nvPr/>
          </p:nvSpPr>
          <p:spPr>
            <a:xfrm>
              <a:off x="704525" y="92800"/>
              <a:ext cx="17140" cy="28503"/>
            </a:xfrm>
            <a:prstGeom prst="rect">
              <a:avLst/>
            </a:prstGeom>
            <a:solidFill>
              <a:srgbClr val="FCF6F6"/>
            </a:solidFill>
            <a:ln>
              <a:noFill/>
            </a:ln>
          </p:spPr>
        </p:sp>
        <p:sp>
          <p:nvSpPr>
            <p:cNvPr id="3272" name="Heatmap cell r4 c39"/>
            <p:cNvSpPr/>
            <p:nvPr/>
          </p:nvSpPr>
          <p:spPr>
            <a:xfrm>
              <a:off x="721570" y="92800"/>
              <a:ext cx="19034" cy="28503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</p:sp>
        <p:sp>
          <p:nvSpPr>
            <p:cNvPr id="3273" name="Heatmap cell r4 c40"/>
            <p:cNvSpPr/>
            <p:nvPr/>
          </p:nvSpPr>
          <p:spPr>
            <a:xfrm>
              <a:off x="740508" y="92800"/>
              <a:ext cx="17140" cy="28503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3274" name="Heatmap cell r4 c41"/>
            <p:cNvSpPr/>
            <p:nvPr/>
          </p:nvSpPr>
          <p:spPr>
            <a:xfrm>
              <a:off x="757553" y="92800"/>
              <a:ext cx="19034" cy="28503"/>
            </a:xfrm>
            <a:prstGeom prst="rect">
              <a:avLst/>
            </a:prstGeom>
            <a:solidFill>
              <a:srgbClr val="F6D4D7"/>
            </a:solidFill>
            <a:ln>
              <a:noFill/>
            </a:ln>
          </p:spPr>
        </p:sp>
        <p:sp>
          <p:nvSpPr>
            <p:cNvPr id="3275" name="Heatmap cell r4 c42"/>
            <p:cNvSpPr/>
            <p:nvPr/>
          </p:nvSpPr>
          <p:spPr>
            <a:xfrm>
              <a:off x="776492" y="92800"/>
              <a:ext cx="17140" cy="28503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3276" name="Heatmap cell r4 c44"/>
            <p:cNvSpPr/>
            <p:nvPr/>
          </p:nvSpPr>
          <p:spPr>
            <a:xfrm>
              <a:off x="812476" y="92800"/>
              <a:ext cx="17140" cy="28503"/>
            </a:xfrm>
            <a:prstGeom prst="rect">
              <a:avLst/>
            </a:prstGeom>
            <a:solidFill>
              <a:srgbClr val="E9959E"/>
            </a:solidFill>
            <a:ln>
              <a:noFill/>
            </a:ln>
          </p:spPr>
        </p:sp>
        <p:sp>
          <p:nvSpPr>
            <p:cNvPr id="3277" name="Heatmap cell r4 c45"/>
            <p:cNvSpPr/>
            <p:nvPr/>
          </p:nvSpPr>
          <p:spPr>
            <a:xfrm>
              <a:off x="829521" y="92800"/>
              <a:ext cx="19034" cy="28503"/>
            </a:xfrm>
            <a:prstGeom prst="rect">
              <a:avLst/>
            </a:prstGeom>
            <a:solidFill>
              <a:srgbClr val="EDF1F7"/>
            </a:solidFill>
            <a:ln>
              <a:noFill/>
            </a:ln>
          </p:spPr>
        </p:sp>
        <p:sp>
          <p:nvSpPr>
            <p:cNvPr id="3278" name="Heatmap cell r4 c47"/>
            <p:cNvSpPr/>
            <p:nvPr/>
          </p:nvSpPr>
          <p:spPr>
            <a:xfrm>
              <a:off x="865505" y="92800"/>
              <a:ext cx="19034" cy="28503"/>
            </a:xfrm>
            <a:prstGeom prst="rect">
              <a:avLst/>
            </a:prstGeom>
            <a:solidFill>
              <a:srgbClr val="F7D7DB"/>
            </a:solidFill>
            <a:ln>
              <a:noFill/>
            </a:ln>
          </p:spPr>
        </p:sp>
        <p:sp>
          <p:nvSpPr>
            <p:cNvPr id="3279" name="Heatmap cell r4 c48"/>
            <p:cNvSpPr/>
            <p:nvPr/>
          </p:nvSpPr>
          <p:spPr>
            <a:xfrm>
              <a:off x="884444" y="92800"/>
              <a:ext cx="19034" cy="28503"/>
            </a:xfrm>
            <a:prstGeom prst="rect">
              <a:avLst/>
            </a:prstGeom>
            <a:solidFill>
              <a:srgbClr val="F8DEE0"/>
            </a:solidFill>
            <a:ln>
              <a:noFill/>
            </a:ln>
          </p:spPr>
        </p:sp>
        <p:sp>
          <p:nvSpPr>
            <p:cNvPr id="3280" name="Heatmap cell r4 c49"/>
            <p:cNvSpPr/>
            <p:nvPr/>
          </p:nvSpPr>
          <p:spPr>
            <a:xfrm>
              <a:off x="903382" y="92800"/>
              <a:ext cx="17140" cy="28503"/>
            </a:xfrm>
            <a:prstGeom prst="rect">
              <a:avLst/>
            </a:prstGeom>
            <a:solidFill>
              <a:srgbClr val="ECAAAF"/>
            </a:solidFill>
            <a:ln>
              <a:noFill/>
            </a:ln>
          </p:spPr>
        </p:sp>
        <p:sp>
          <p:nvSpPr>
            <p:cNvPr id="3281" name="Heatmap cell r4 c50"/>
            <p:cNvSpPr/>
            <p:nvPr/>
          </p:nvSpPr>
          <p:spPr>
            <a:xfrm>
              <a:off x="920427" y="92800"/>
              <a:ext cx="19034" cy="28503"/>
            </a:xfrm>
            <a:prstGeom prst="rect">
              <a:avLst/>
            </a:prstGeom>
            <a:solidFill>
              <a:srgbClr val="C5D2E0"/>
            </a:solidFill>
            <a:ln>
              <a:noFill/>
            </a:ln>
          </p:spPr>
        </p:sp>
        <p:sp>
          <p:nvSpPr>
            <p:cNvPr id="3282" name="Heatmap cell r4 c51"/>
            <p:cNvSpPr/>
            <p:nvPr/>
          </p:nvSpPr>
          <p:spPr>
            <a:xfrm>
              <a:off x="939366" y="92800"/>
              <a:ext cx="17140" cy="28503"/>
            </a:xfrm>
            <a:prstGeom prst="rect">
              <a:avLst/>
            </a:prstGeom>
            <a:solidFill>
              <a:srgbClr val="DAE2EB"/>
            </a:solidFill>
            <a:ln>
              <a:noFill/>
            </a:ln>
          </p:spPr>
        </p:sp>
        <p:sp>
          <p:nvSpPr>
            <p:cNvPr id="3283" name="Heatmap cell r4 c52"/>
            <p:cNvSpPr/>
            <p:nvPr/>
          </p:nvSpPr>
          <p:spPr>
            <a:xfrm>
              <a:off x="956411" y="92800"/>
              <a:ext cx="19034" cy="28503"/>
            </a:xfrm>
            <a:prstGeom prst="rect">
              <a:avLst/>
            </a:prstGeom>
            <a:solidFill>
              <a:srgbClr val="F0BCC3"/>
            </a:solidFill>
            <a:ln>
              <a:noFill/>
            </a:ln>
          </p:spPr>
        </p:sp>
        <p:sp>
          <p:nvSpPr>
            <p:cNvPr id="3284" name="Heatmap cell r4 c53"/>
            <p:cNvSpPr/>
            <p:nvPr/>
          </p:nvSpPr>
          <p:spPr>
            <a:xfrm>
              <a:off x="975350" y="92800"/>
              <a:ext cx="17140" cy="28503"/>
            </a:xfrm>
            <a:prstGeom prst="rect">
              <a:avLst/>
            </a:prstGeom>
            <a:solidFill>
              <a:srgbClr val="F5D1D4"/>
            </a:solidFill>
            <a:ln>
              <a:noFill/>
            </a:ln>
          </p:spPr>
        </p:sp>
        <p:sp>
          <p:nvSpPr>
            <p:cNvPr id="3285" name="Heatmap cell r4 c54"/>
            <p:cNvSpPr/>
            <p:nvPr/>
          </p:nvSpPr>
          <p:spPr>
            <a:xfrm>
              <a:off x="992395" y="92800"/>
              <a:ext cx="19034" cy="28503"/>
            </a:xfrm>
            <a:prstGeom prst="rect">
              <a:avLst/>
            </a:prstGeom>
            <a:solidFill>
              <a:srgbClr val="F1F5F8"/>
            </a:solidFill>
            <a:ln>
              <a:noFill/>
            </a:ln>
          </p:spPr>
        </p:sp>
        <p:sp>
          <p:nvSpPr>
            <p:cNvPr id="3286" name="Heatmap cell r4 c55"/>
            <p:cNvSpPr/>
            <p:nvPr/>
          </p:nvSpPr>
          <p:spPr>
            <a:xfrm>
              <a:off x="1011334" y="92800"/>
              <a:ext cx="17140" cy="28503"/>
            </a:xfrm>
            <a:prstGeom prst="rect">
              <a:avLst/>
            </a:prstGeom>
            <a:solidFill>
              <a:srgbClr val="F3C6CB"/>
            </a:solidFill>
            <a:ln>
              <a:noFill/>
            </a:ln>
          </p:spPr>
        </p:sp>
        <p:sp>
          <p:nvSpPr>
            <p:cNvPr id="3287" name="Heatmap cell r4 c56"/>
            <p:cNvSpPr/>
            <p:nvPr/>
          </p:nvSpPr>
          <p:spPr>
            <a:xfrm>
              <a:off x="1028379" y="92800"/>
              <a:ext cx="19034" cy="28503"/>
            </a:xfrm>
            <a:prstGeom prst="rect">
              <a:avLst/>
            </a:prstGeom>
            <a:solidFill>
              <a:srgbClr val="F4CED1"/>
            </a:solidFill>
            <a:ln>
              <a:noFill/>
            </a:ln>
          </p:spPr>
        </p:sp>
        <p:sp>
          <p:nvSpPr>
            <p:cNvPr id="3288" name="Heatmap cell r4 c57"/>
            <p:cNvSpPr/>
            <p:nvPr/>
          </p:nvSpPr>
          <p:spPr>
            <a:xfrm>
              <a:off x="1047318" y="92800"/>
              <a:ext cx="17140" cy="28503"/>
            </a:xfrm>
            <a:prstGeom prst="rect">
              <a:avLst/>
            </a:prstGeom>
            <a:solidFill>
              <a:srgbClr val="F8F8FA"/>
            </a:solidFill>
            <a:ln>
              <a:noFill/>
            </a:ln>
          </p:spPr>
        </p:sp>
        <p:sp>
          <p:nvSpPr>
            <p:cNvPr id="3289" name="Heatmap cell r4 c59"/>
            <p:cNvSpPr/>
            <p:nvPr/>
          </p:nvSpPr>
          <p:spPr>
            <a:xfrm>
              <a:off x="1083301" y="92800"/>
              <a:ext cx="17140" cy="28503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3290" name="Heatmap cell r4 c60"/>
            <p:cNvSpPr/>
            <p:nvPr/>
          </p:nvSpPr>
          <p:spPr>
            <a:xfrm>
              <a:off x="1100346" y="92800"/>
              <a:ext cx="19034" cy="28503"/>
            </a:xfrm>
            <a:prstGeom prst="rect">
              <a:avLst/>
            </a:prstGeom>
            <a:solidFill>
              <a:srgbClr val="DFE7ED"/>
            </a:solidFill>
            <a:ln>
              <a:noFill/>
            </a:ln>
          </p:spPr>
        </p:sp>
        <p:sp>
          <p:nvSpPr>
            <p:cNvPr id="3291" name="Heatmap cell r4 c61"/>
            <p:cNvSpPr/>
            <p:nvPr/>
          </p:nvSpPr>
          <p:spPr>
            <a:xfrm>
              <a:off x="1119285" y="92800"/>
              <a:ext cx="19034" cy="28503"/>
            </a:xfrm>
            <a:prstGeom prst="rect">
              <a:avLst/>
            </a:prstGeom>
            <a:solidFill>
              <a:srgbClr val="F1C1C5"/>
            </a:solidFill>
            <a:ln>
              <a:noFill/>
            </a:ln>
          </p:spPr>
        </p:sp>
        <p:sp>
          <p:nvSpPr>
            <p:cNvPr id="3292" name="Heatmap cell r4 c62"/>
            <p:cNvSpPr/>
            <p:nvPr/>
          </p:nvSpPr>
          <p:spPr>
            <a:xfrm>
              <a:off x="1138224" y="92800"/>
              <a:ext cx="17140" cy="28503"/>
            </a:xfrm>
            <a:prstGeom prst="rect">
              <a:avLst/>
            </a:prstGeom>
            <a:solidFill>
              <a:srgbClr val="F1C0C4"/>
            </a:solidFill>
            <a:ln>
              <a:noFill/>
            </a:ln>
          </p:spPr>
        </p:sp>
        <p:sp>
          <p:nvSpPr>
            <p:cNvPr id="3293" name="Heatmap cell r4 c63"/>
            <p:cNvSpPr/>
            <p:nvPr/>
          </p:nvSpPr>
          <p:spPr>
            <a:xfrm>
              <a:off x="1155269" y="92800"/>
              <a:ext cx="19034" cy="28503"/>
            </a:xfrm>
            <a:prstGeom prst="rect">
              <a:avLst/>
            </a:prstGeom>
            <a:solidFill>
              <a:srgbClr val="EDAEB5"/>
            </a:solidFill>
            <a:ln>
              <a:noFill/>
            </a:ln>
          </p:spPr>
        </p:sp>
        <p:sp>
          <p:nvSpPr>
            <p:cNvPr id="3294" name="Heatmap cell r4 c64"/>
            <p:cNvSpPr/>
            <p:nvPr/>
          </p:nvSpPr>
          <p:spPr>
            <a:xfrm>
              <a:off x="1174208" y="92800"/>
              <a:ext cx="17140" cy="28503"/>
            </a:xfrm>
            <a:prstGeom prst="rect">
              <a:avLst/>
            </a:prstGeom>
            <a:solidFill>
              <a:srgbClr val="F7D3D6"/>
            </a:solidFill>
            <a:ln>
              <a:noFill/>
            </a:ln>
          </p:spPr>
        </p:sp>
        <p:sp>
          <p:nvSpPr>
            <p:cNvPr id="3295" name="Heatmap cell r4 c65"/>
            <p:cNvSpPr/>
            <p:nvPr/>
          </p:nvSpPr>
          <p:spPr>
            <a:xfrm>
              <a:off x="1191253" y="92800"/>
              <a:ext cx="19034" cy="28503"/>
            </a:xfrm>
            <a:prstGeom prst="rect">
              <a:avLst/>
            </a:prstGeom>
            <a:solidFill>
              <a:srgbClr val="EBA4AC"/>
            </a:solidFill>
            <a:ln>
              <a:noFill/>
            </a:ln>
          </p:spPr>
        </p:sp>
        <p:sp>
          <p:nvSpPr>
            <p:cNvPr id="3296" name="Heatmap cell r4 c66"/>
            <p:cNvSpPr/>
            <p:nvPr/>
          </p:nvSpPr>
          <p:spPr>
            <a:xfrm>
              <a:off x="1210192" y="92800"/>
              <a:ext cx="17140" cy="28503"/>
            </a:xfrm>
            <a:prstGeom prst="rect">
              <a:avLst/>
            </a:prstGeom>
            <a:solidFill>
              <a:srgbClr val="EFB5BA"/>
            </a:solidFill>
            <a:ln>
              <a:noFill/>
            </a:ln>
          </p:spPr>
        </p:sp>
        <p:sp>
          <p:nvSpPr>
            <p:cNvPr id="3297" name="Heatmap cell r4 c67"/>
            <p:cNvSpPr/>
            <p:nvPr/>
          </p:nvSpPr>
          <p:spPr>
            <a:xfrm>
              <a:off x="1227236" y="92800"/>
              <a:ext cx="19034" cy="28503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3298" name="Heatmap cell r4 c68"/>
            <p:cNvSpPr/>
            <p:nvPr/>
          </p:nvSpPr>
          <p:spPr>
            <a:xfrm>
              <a:off x="1246175" y="92800"/>
              <a:ext cx="17140" cy="28503"/>
            </a:xfrm>
            <a:prstGeom prst="rect">
              <a:avLst/>
            </a:prstGeom>
            <a:solidFill>
              <a:srgbClr val="D5DFE9"/>
            </a:solidFill>
            <a:ln>
              <a:noFill/>
            </a:ln>
          </p:spPr>
        </p:sp>
        <p:sp>
          <p:nvSpPr>
            <p:cNvPr id="3299" name="Heatmap cell r4 c69"/>
            <p:cNvSpPr/>
            <p:nvPr/>
          </p:nvSpPr>
          <p:spPr>
            <a:xfrm>
              <a:off x="1263220" y="92800"/>
              <a:ext cx="19034" cy="28503"/>
            </a:xfrm>
            <a:prstGeom prst="rect">
              <a:avLst/>
            </a:prstGeom>
            <a:solidFill>
              <a:srgbClr val="E3EAF0"/>
            </a:solidFill>
            <a:ln>
              <a:noFill/>
            </a:ln>
          </p:spPr>
        </p:sp>
        <p:sp>
          <p:nvSpPr>
            <p:cNvPr id="3300" name="Heatmap cell r4 c70"/>
            <p:cNvSpPr/>
            <p:nvPr/>
          </p:nvSpPr>
          <p:spPr>
            <a:xfrm>
              <a:off x="1282159" y="92800"/>
              <a:ext cx="17140" cy="28503"/>
            </a:xfrm>
            <a:prstGeom prst="rect">
              <a:avLst/>
            </a:prstGeom>
            <a:solidFill>
              <a:srgbClr val="FBF1F3"/>
            </a:solidFill>
            <a:ln>
              <a:noFill/>
            </a:ln>
          </p:spPr>
        </p:sp>
        <p:sp>
          <p:nvSpPr>
            <p:cNvPr id="3301" name="Heatmap cell r4 c71"/>
            <p:cNvSpPr/>
            <p:nvPr/>
          </p:nvSpPr>
          <p:spPr>
            <a:xfrm>
              <a:off x="1299204" y="92800"/>
              <a:ext cx="19034" cy="28503"/>
            </a:xfrm>
            <a:prstGeom prst="rect">
              <a:avLst/>
            </a:prstGeom>
            <a:solidFill>
              <a:srgbClr val="FCF8F9"/>
            </a:solidFill>
            <a:ln>
              <a:noFill/>
            </a:ln>
          </p:spPr>
        </p:sp>
        <p:sp>
          <p:nvSpPr>
            <p:cNvPr id="3302" name="Heatmap cell r4 c72"/>
            <p:cNvSpPr/>
            <p:nvPr/>
          </p:nvSpPr>
          <p:spPr>
            <a:xfrm>
              <a:off x="1318143" y="92800"/>
              <a:ext cx="17140" cy="28503"/>
            </a:xfrm>
            <a:prstGeom prst="rect">
              <a:avLst/>
            </a:prstGeom>
            <a:solidFill>
              <a:srgbClr val="F0BAC0"/>
            </a:solidFill>
            <a:ln>
              <a:noFill/>
            </a:ln>
          </p:spPr>
        </p:sp>
        <p:sp>
          <p:nvSpPr>
            <p:cNvPr id="3303" name="Heatmap cell r4 c73"/>
            <p:cNvSpPr/>
            <p:nvPr/>
          </p:nvSpPr>
          <p:spPr>
            <a:xfrm>
              <a:off x="1335188" y="92800"/>
              <a:ext cx="19034" cy="28503"/>
            </a:xfrm>
            <a:prstGeom prst="rect">
              <a:avLst/>
            </a:prstGeom>
            <a:solidFill>
              <a:srgbClr val="F3C6CB"/>
            </a:solidFill>
            <a:ln>
              <a:noFill/>
            </a:ln>
          </p:spPr>
        </p:sp>
        <p:sp>
          <p:nvSpPr>
            <p:cNvPr id="3304" name="Heatmap cell r4 c74"/>
            <p:cNvSpPr/>
            <p:nvPr/>
          </p:nvSpPr>
          <p:spPr>
            <a:xfrm>
              <a:off x="1354127" y="92800"/>
              <a:ext cx="17140" cy="28503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3305" name="Heatmap cell r4 c75"/>
            <p:cNvSpPr/>
            <p:nvPr/>
          </p:nvSpPr>
          <p:spPr>
            <a:xfrm>
              <a:off x="1371172" y="92800"/>
              <a:ext cx="19034" cy="28503"/>
            </a:xfrm>
            <a:prstGeom prst="rect">
              <a:avLst/>
            </a:prstGeom>
            <a:solidFill>
              <a:srgbClr val="F8E4E7"/>
            </a:solidFill>
            <a:ln>
              <a:noFill/>
            </a:ln>
          </p:spPr>
        </p:sp>
        <p:sp>
          <p:nvSpPr>
            <p:cNvPr id="3306" name="Heatmap cell r4 c76"/>
            <p:cNvSpPr/>
            <p:nvPr/>
          </p:nvSpPr>
          <p:spPr>
            <a:xfrm>
              <a:off x="1390110" y="92800"/>
              <a:ext cx="19034" cy="28503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3307" name="Heatmap cell r4 c77"/>
            <p:cNvSpPr/>
            <p:nvPr/>
          </p:nvSpPr>
          <p:spPr>
            <a:xfrm>
              <a:off x="1409049" y="92800"/>
              <a:ext cx="17140" cy="28503"/>
            </a:xfrm>
            <a:prstGeom prst="rect">
              <a:avLst/>
            </a:prstGeom>
            <a:solidFill>
              <a:srgbClr val="CAD6E3"/>
            </a:solidFill>
            <a:ln>
              <a:noFill/>
            </a:ln>
          </p:spPr>
        </p:sp>
        <p:sp>
          <p:nvSpPr>
            <p:cNvPr id="3308" name="Heatmap cell r4 c78"/>
            <p:cNvSpPr/>
            <p:nvPr/>
          </p:nvSpPr>
          <p:spPr>
            <a:xfrm>
              <a:off x="1426094" y="92800"/>
              <a:ext cx="19034" cy="28503"/>
            </a:xfrm>
            <a:prstGeom prst="rect">
              <a:avLst/>
            </a:prstGeom>
            <a:solidFill>
              <a:srgbClr val="E48189"/>
            </a:solidFill>
            <a:ln>
              <a:noFill/>
            </a:ln>
          </p:spPr>
        </p:sp>
        <p:sp>
          <p:nvSpPr>
            <p:cNvPr id="3309" name="Heatmap cell r4 c79"/>
            <p:cNvSpPr/>
            <p:nvPr/>
          </p:nvSpPr>
          <p:spPr>
            <a:xfrm>
              <a:off x="1445033" y="92800"/>
              <a:ext cx="17140" cy="28503"/>
            </a:xfrm>
            <a:prstGeom prst="rect">
              <a:avLst/>
            </a:prstGeom>
            <a:solidFill>
              <a:srgbClr val="F9E7E8"/>
            </a:solidFill>
            <a:ln>
              <a:noFill/>
            </a:ln>
          </p:spPr>
        </p:sp>
        <p:sp>
          <p:nvSpPr>
            <p:cNvPr id="3310" name="Heatmap cell r4 c80"/>
            <p:cNvSpPr/>
            <p:nvPr/>
          </p:nvSpPr>
          <p:spPr>
            <a:xfrm>
              <a:off x="1462078" y="92800"/>
              <a:ext cx="19034" cy="28503"/>
            </a:xfrm>
            <a:prstGeom prst="rect">
              <a:avLst/>
            </a:prstGeom>
            <a:solidFill>
              <a:srgbClr val="EBF0F6"/>
            </a:solidFill>
            <a:ln>
              <a:noFill/>
            </a:ln>
          </p:spPr>
        </p:sp>
        <p:sp>
          <p:nvSpPr>
            <p:cNvPr id="3311" name="Heatmap cell r4 c81"/>
            <p:cNvSpPr/>
            <p:nvPr/>
          </p:nvSpPr>
          <p:spPr>
            <a:xfrm>
              <a:off x="1481017" y="92800"/>
              <a:ext cx="17140" cy="28503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3312" name="Heatmap cell r4 c82"/>
            <p:cNvSpPr/>
            <p:nvPr/>
          </p:nvSpPr>
          <p:spPr>
            <a:xfrm>
              <a:off x="1498062" y="92800"/>
              <a:ext cx="19034" cy="28503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3313" name="Heatmap cell r4 c83"/>
            <p:cNvSpPr/>
            <p:nvPr/>
          </p:nvSpPr>
          <p:spPr>
            <a:xfrm>
              <a:off x="1517001" y="92800"/>
              <a:ext cx="17140" cy="28503"/>
            </a:xfrm>
            <a:prstGeom prst="rect">
              <a:avLst/>
            </a:prstGeom>
            <a:solidFill>
              <a:srgbClr val="F1C0C6"/>
            </a:solidFill>
            <a:ln>
              <a:noFill/>
            </a:ln>
          </p:spPr>
        </p:sp>
        <p:sp>
          <p:nvSpPr>
            <p:cNvPr id="3314" name="Heatmap cell r4 c84"/>
            <p:cNvSpPr/>
            <p:nvPr/>
          </p:nvSpPr>
          <p:spPr>
            <a:xfrm>
              <a:off x="1534046" y="92800"/>
              <a:ext cx="19034" cy="28503"/>
            </a:xfrm>
            <a:prstGeom prst="rect">
              <a:avLst/>
            </a:prstGeom>
            <a:solidFill>
              <a:srgbClr val="FCF8F9"/>
            </a:solidFill>
            <a:ln>
              <a:noFill/>
            </a:ln>
          </p:spPr>
        </p:sp>
        <p:sp>
          <p:nvSpPr>
            <p:cNvPr id="3315" name="Heatmap cell r4 c85"/>
            <p:cNvSpPr/>
            <p:nvPr/>
          </p:nvSpPr>
          <p:spPr>
            <a:xfrm>
              <a:off x="1552984" y="92800"/>
              <a:ext cx="17140" cy="28503"/>
            </a:xfrm>
            <a:prstGeom prst="rect">
              <a:avLst/>
            </a:prstGeom>
            <a:solidFill>
              <a:srgbClr val="F9E8E9"/>
            </a:solidFill>
            <a:ln>
              <a:noFill/>
            </a:ln>
          </p:spPr>
        </p:sp>
        <p:sp>
          <p:nvSpPr>
            <p:cNvPr id="3316" name="Heatmap cell r4 c86"/>
            <p:cNvSpPr/>
            <p:nvPr/>
          </p:nvSpPr>
          <p:spPr>
            <a:xfrm>
              <a:off x="1570029" y="92800"/>
              <a:ext cx="19034" cy="28503"/>
            </a:xfrm>
            <a:prstGeom prst="rect">
              <a:avLst/>
            </a:prstGeom>
            <a:solidFill>
              <a:srgbClr val="F1C1C5"/>
            </a:solidFill>
            <a:ln>
              <a:noFill/>
            </a:ln>
          </p:spPr>
        </p:sp>
        <p:sp>
          <p:nvSpPr>
            <p:cNvPr id="3317" name="Heatmap cell r4 c87"/>
            <p:cNvSpPr/>
            <p:nvPr/>
          </p:nvSpPr>
          <p:spPr>
            <a:xfrm>
              <a:off x="1588968" y="92800"/>
              <a:ext cx="17140" cy="28503"/>
            </a:xfrm>
            <a:prstGeom prst="rect">
              <a:avLst/>
            </a:prstGeom>
            <a:solidFill>
              <a:srgbClr val="F4CACD"/>
            </a:solidFill>
            <a:ln>
              <a:noFill/>
            </a:ln>
          </p:spPr>
        </p:sp>
        <p:sp>
          <p:nvSpPr>
            <p:cNvPr id="3318" name="Heatmap cell r4 c88"/>
            <p:cNvSpPr/>
            <p:nvPr/>
          </p:nvSpPr>
          <p:spPr>
            <a:xfrm>
              <a:off x="1606013" y="92800"/>
              <a:ext cx="19034" cy="28503"/>
            </a:xfrm>
            <a:prstGeom prst="rect">
              <a:avLst/>
            </a:prstGeom>
            <a:solidFill>
              <a:srgbClr val="F6D6DA"/>
            </a:solidFill>
            <a:ln>
              <a:noFill/>
            </a:ln>
          </p:spPr>
        </p:sp>
        <p:sp>
          <p:nvSpPr>
            <p:cNvPr id="3319" name="Heatmap cell r4 c89"/>
            <p:cNvSpPr/>
            <p:nvPr/>
          </p:nvSpPr>
          <p:spPr>
            <a:xfrm>
              <a:off x="1624952" y="92800"/>
              <a:ext cx="19034" cy="28503"/>
            </a:xfrm>
            <a:prstGeom prst="rect">
              <a:avLst/>
            </a:prstGeom>
            <a:solidFill>
              <a:srgbClr val="EFB5BA"/>
            </a:solidFill>
            <a:ln>
              <a:noFill/>
            </a:ln>
          </p:spPr>
        </p:sp>
        <p:sp>
          <p:nvSpPr>
            <p:cNvPr id="3320" name="Heatmap cell r4 c90"/>
            <p:cNvSpPr/>
            <p:nvPr/>
          </p:nvSpPr>
          <p:spPr>
            <a:xfrm>
              <a:off x="1643891" y="92800"/>
              <a:ext cx="17140" cy="28503"/>
            </a:xfrm>
            <a:prstGeom prst="rect">
              <a:avLst/>
            </a:prstGeom>
            <a:solidFill>
              <a:srgbClr val="F7D7DB"/>
            </a:solidFill>
            <a:ln>
              <a:noFill/>
            </a:ln>
          </p:spPr>
        </p:sp>
        <p:sp>
          <p:nvSpPr>
            <p:cNvPr id="3321" name="Heatmap cell r4 c91"/>
            <p:cNvSpPr/>
            <p:nvPr/>
          </p:nvSpPr>
          <p:spPr>
            <a:xfrm>
              <a:off x="1660936" y="92800"/>
              <a:ext cx="19034" cy="28503"/>
            </a:xfrm>
            <a:prstGeom prst="rect">
              <a:avLst/>
            </a:prstGeom>
            <a:solidFill>
              <a:srgbClr val="EDB0B6"/>
            </a:solidFill>
            <a:ln>
              <a:noFill/>
            </a:ln>
          </p:spPr>
        </p:sp>
        <p:sp>
          <p:nvSpPr>
            <p:cNvPr id="3322" name="Heatmap cell r4 c92"/>
            <p:cNvSpPr/>
            <p:nvPr/>
          </p:nvSpPr>
          <p:spPr>
            <a:xfrm>
              <a:off x="1679875" y="92800"/>
              <a:ext cx="17140" cy="28503"/>
            </a:xfrm>
            <a:prstGeom prst="rect">
              <a:avLst/>
            </a:prstGeom>
            <a:solidFill>
              <a:srgbClr val="EBA3AA"/>
            </a:solidFill>
            <a:ln>
              <a:noFill/>
            </a:ln>
          </p:spPr>
        </p:sp>
        <p:sp>
          <p:nvSpPr>
            <p:cNvPr id="3323" name="Heatmap cell r4 c93"/>
            <p:cNvSpPr/>
            <p:nvPr/>
          </p:nvSpPr>
          <p:spPr>
            <a:xfrm>
              <a:off x="1696920" y="92800"/>
              <a:ext cx="19034" cy="28503"/>
            </a:xfrm>
            <a:prstGeom prst="rect">
              <a:avLst/>
            </a:prstGeom>
            <a:solidFill>
              <a:srgbClr val="F8E4E7"/>
            </a:solidFill>
            <a:ln>
              <a:noFill/>
            </a:ln>
          </p:spPr>
        </p:sp>
        <p:sp>
          <p:nvSpPr>
            <p:cNvPr id="3324" name="Heatmap cell r4 c94"/>
            <p:cNvSpPr/>
            <p:nvPr/>
          </p:nvSpPr>
          <p:spPr>
            <a:xfrm>
              <a:off x="1715858" y="92800"/>
              <a:ext cx="17140" cy="28503"/>
            </a:xfrm>
            <a:prstGeom prst="rect">
              <a:avLst/>
            </a:prstGeom>
            <a:solidFill>
              <a:srgbClr val="EBA2A9"/>
            </a:solidFill>
            <a:ln>
              <a:noFill/>
            </a:ln>
          </p:spPr>
        </p:sp>
        <p:sp>
          <p:nvSpPr>
            <p:cNvPr id="3325" name="Heatmap cell r4 c95"/>
            <p:cNvSpPr/>
            <p:nvPr/>
          </p:nvSpPr>
          <p:spPr>
            <a:xfrm>
              <a:off x="1732903" y="92800"/>
              <a:ext cx="19034" cy="28503"/>
            </a:xfrm>
            <a:prstGeom prst="rect">
              <a:avLst/>
            </a:prstGeom>
            <a:solidFill>
              <a:srgbClr val="F0BCC3"/>
            </a:solidFill>
            <a:ln>
              <a:noFill/>
            </a:ln>
          </p:spPr>
        </p:sp>
        <p:sp>
          <p:nvSpPr>
            <p:cNvPr id="3326" name="Heatmap cell r4 c96"/>
            <p:cNvSpPr/>
            <p:nvPr/>
          </p:nvSpPr>
          <p:spPr>
            <a:xfrm>
              <a:off x="1751842" y="92800"/>
              <a:ext cx="17140" cy="28503"/>
            </a:xfrm>
            <a:prstGeom prst="rect">
              <a:avLst/>
            </a:prstGeom>
            <a:solidFill>
              <a:srgbClr val="D2DDE7"/>
            </a:solidFill>
            <a:ln>
              <a:noFill/>
            </a:ln>
          </p:spPr>
        </p:sp>
        <p:sp>
          <p:nvSpPr>
            <p:cNvPr id="3327" name="Heatmap cell r4 c97"/>
            <p:cNvSpPr/>
            <p:nvPr/>
          </p:nvSpPr>
          <p:spPr>
            <a:xfrm>
              <a:off x="1768887" y="92800"/>
              <a:ext cx="19034" cy="28503"/>
            </a:xfrm>
            <a:prstGeom prst="rect">
              <a:avLst/>
            </a:prstGeom>
            <a:solidFill>
              <a:srgbClr val="ECF0F6"/>
            </a:solidFill>
            <a:ln>
              <a:noFill/>
            </a:ln>
          </p:spPr>
        </p:sp>
        <p:sp>
          <p:nvSpPr>
            <p:cNvPr id="3328" name="Heatmap cell r4 c98"/>
            <p:cNvSpPr/>
            <p:nvPr/>
          </p:nvSpPr>
          <p:spPr>
            <a:xfrm>
              <a:off x="1787826" y="92800"/>
              <a:ext cx="17140" cy="28503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3329" name="Heatmap cell r4 c99"/>
            <p:cNvSpPr/>
            <p:nvPr/>
          </p:nvSpPr>
          <p:spPr>
            <a:xfrm>
              <a:off x="1804871" y="92800"/>
              <a:ext cx="19034" cy="28503"/>
            </a:xfrm>
            <a:prstGeom prst="rect">
              <a:avLst/>
            </a:prstGeom>
            <a:solidFill>
              <a:srgbClr val="F7DADC"/>
            </a:solidFill>
            <a:ln>
              <a:noFill/>
            </a:ln>
          </p:spPr>
        </p:sp>
        <p:sp>
          <p:nvSpPr>
            <p:cNvPr id="3330" name="Heatmap cell r4 c100"/>
            <p:cNvSpPr/>
            <p:nvPr/>
          </p:nvSpPr>
          <p:spPr>
            <a:xfrm>
              <a:off x="1823810" y="92800"/>
              <a:ext cx="17140" cy="28503"/>
            </a:xfrm>
            <a:prstGeom prst="rect">
              <a:avLst/>
            </a:prstGeom>
            <a:solidFill>
              <a:srgbClr val="F4CCD1"/>
            </a:solidFill>
            <a:ln>
              <a:noFill/>
            </a:ln>
          </p:spPr>
        </p:sp>
        <p:sp>
          <p:nvSpPr>
            <p:cNvPr id="3331" name="Heatmap cell r4 c101"/>
            <p:cNvSpPr/>
            <p:nvPr/>
          </p:nvSpPr>
          <p:spPr>
            <a:xfrm>
              <a:off x="1840855" y="92800"/>
              <a:ext cx="19034" cy="28503"/>
            </a:xfrm>
            <a:prstGeom prst="rect">
              <a:avLst/>
            </a:prstGeom>
            <a:solidFill>
              <a:srgbClr val="F5D1D4"/>
            </a:solidFill>
            <a:ln>
              <a:noFill/>
            </a:ln>
          </p:spPr>
        </p:sp>
        <p:sp>
          <p:nvSpPr>
            <p:cNvPr id="3332" name="Heatmap cell r4 c102"/>
            <p:cNvSpPr/>
            <p:nvPr/>
          </p:nvSpPr>
          <p:spPr>
            <a:xfrm>
              <a:off x="1859794" y="92800"/>
              <a:ext cx="19034" cy="28503"/>
            </a:xfrm>
            <a:prstGeom prst="rect">
              <a:avLst/>
            </a:prstGeom>
            <a:solidFill>
              <a:srgbClr val="ADC2D4"/>
            </a:solidFill>
            <a:ln>
              <a:noFill/>
            </a:ln>
          </p:spPr>
        </p:sp>
        <p:sp>
          <p:nvSpPr>
            <p:cNvPr id="3333" name="Heatmap cell r4 c103"/>
            <p:cNvSpPr/>
            <p:nvPr/>
          </p:nvSpPr>
          <p:spPr>
            <a:xfrm>
              <a:off x="1878732" y="92800"/>
              <a:ext cx="17140" cy="28503"/>
            </a:xfrm>
            <a:prstGeom prst="rect">
              <a:avLst/>
            </a:prstGeom>
            <a:solidFill>
              <a:srgbClr val="C4D2DF"/>
            </a:solidFill>
            <a:ln>
              <a:noFill/>
            </a:ln>
          </p:spPr>
        </p:sp>
        <p:sp>
          <p:nvSpPr>
            <p:cNvPr id="3334" name="Heatmap cell r4 c104"/>
            <p:cNvSpPr/>
            <p:nvPr/>
          </p:nvSpPr>
          <p:spPr>
            <a:xfrm>
              <a:off x="1895777" y="92800"/>
              <a:ext cx="19034" cy="28503"/>
            </a:xfrm>
            <a:prstGeom prst="rect">
              <a:avLst/>
            </a:prstGeom>
            <a:solidFill>
              <a:srgbClr val="B5C6D7"/>
            </a:solidFill>
            <a:ln>
              <a:noFill/>
            </a:ln>
          </p:spPr>
        </p:sp>
        <p:sp>
          <p:nvSpPr>
            <p:cNvPr id="3335" name="Heatmap cell r4 c105"/>
            <p:cNvSpPr/>
            <p:nvPr/>
          </p:nvSpPr>
          <p:spPr>
            <a:xfrm>
              <a:off x="1914716" y="92800"/>
              <a:ext cx="17140" cy="28503"/>
            </a:xfrm>
            <a:prstGeom prst="rect">
              <a:avLst/>
            </a:prstGeom>
            <a:solidFill>
              <a:srgbClr val="ECA7AD"/>
            </a:solidFill>
            <a:ln>
              <a:noFill/>
            </a:ln>
          </p:spPr>
        </p:sp>
        <p:sp>
          <p:nvSpPr>
            <p:cNvPr id="3336" name="Heatmap cell r4 c106"/>
            <p:cNvSpPr/>
            <p:nvPr/>
          </p:nvSpPr>
          <p:spPr>
            <a:xfrm>
              <a:off x="1931761" y="92800"/>
              <a:ext cx="19034" cy="28503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3337" name="Heatmap cell r4 c107"/>
            <p:cNvSpPr/>
            <p:nvPr/>
          </p:nvSpPr>
          <p:spPr>
            <a:xfrm>
              <a:off x="1950700" y="92800"/>
              <a:ext cx="17140" cy="28503"/>
            </a:xfrm>
            <a:prstGeom prst="rect">
              <a:avLst/>
            </a:prstGeom>
            <a:solidFill>
              <a:srgbClr val="F6D6DA"/>
            </a:solidFill>
            <a:ln>
              <a:noFill/>
            </a:ln>
          </p:spPr>
        </p:sp>
        <p:sp>
          <p:nvSpPr>
            <p:cNvPr id="3338" name="Heatmap cell r4 c108"/>
            <p:cNvSpPr/>
            <p:nvPr/>
          </p:nvSpPr>
          <p:spPr>
            <a:xfrm>
              <a:off x="1967745" y="92800"/>
              <a:ext cx="19034" cy="28503"/>
            </a:xfrm>
            <a:prstGeom prst="rect">
              <a:avLst/>
            </a:prstGeom>
            <a:solidFill>
              <a:srgbClr val="A0B7CE"/>
            </a:solidFill>
            <a:ln>
              <a:noFill/>
            </a:ln>
          </p:spPr>
        </p:sp>
        <p:sp>
          <p:nvSpPr>
            <p:cNvPr id="3339" name="Heatmap cell r4 c109"/>
            <p:cNvSpPr/>
            <p:nvPr/>
          </p:nvSpPr>
          <p:spPr>
            <a:xfrm>
              <a:off x="1986684" y="92800"/>
              <a:ext cx="17140" cy="28503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3340" name="Heatmap cell r4 c110"/>
            <p:cNvSpPr/>
            <p:nvPr/>
          </p:nvSpPr>
          <p:spPr>
            <a:xfrm>
              <a:off x="2003729" y="92800"/>
              <a:ext cx="19034" cy="28503"/>
            </a:xfrm>
            <a:prstGeom prst="rect">
              <a:avLst/>
            </a:prstGeom>
            <a:solidFill>
              <a:srgbClr val="A2B8CF"/>
            </a:solidFill>
            <a:ln>
              <a:noFill/>
            </a:ln>
          </p:spPr>
        </p:sp>
        <p:sp>
          <p:nvSpPr>
            <p:cNvPr id="3341" name="Heatmap cell r4 c111"/>
            <p:cNvSpPr/>
            <p:nvPr/>
          </p:nvSpPr>
          <p:spPr>
            <a:xfrm>
              <a:off x="2022668" y="92800"/>
              <a:ext cx="17140" cy="28503"/>
            </a:xfrm>
            <a:prstGeom prst="rect">
              <a:avLst/>
            </a:prstGeom>
            <a:solidFill>
              <a:srgbClr val="ECA0A8"/>
            </a:solidFill>
            <a:ln>
              <a:noFill/>
            </a:ln>
          </p:spPr>
        </p:sp>
        <p:sp>
          <p:nvSpPr>
            <p:cNvPr id="3342" name="Heatmap cell r4 c112"/>
            <p:cNvSpPr/>
            <p:nvPr/>
          </p:nvSpPr>
          <p:spPr>
            <a:xfrm>
              <a:off x="2039712" y="92800"/>
              <a:ext cx="19034" cy="28503"/>
            </a:xfrm>
            <a:prstGeom prst="rect">
              <a:avLst/>
            </a:prstGeom>
            <a:solidFill>
              <a:srgbClr val="EDACB3"/>
            </a:solidFill>
            <a:ln>
              <a:noFill/>
            </a:ln>
          </p:spPr>
        </p:sp>
        <p:sp>
          <p:nvSpPr>
            <p:cNvPr id="3343" name="Heatmap cell r4 c113"/>
            <p:cNvSpPr/>
            <p:nvPr/>
          </p:nvSpPr>
          <p:spPr>
            <a:xfrm>
              <a:off x="2058651" y="92800"/>
              <a:ext cx="17140" cy="28503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3344" name="Heatmap cell r4 c114"/>
            <p:cNvSpPr/>
            <p:nvPr/>
          </p:nvSpPr>
          <p:spPr>
            <a:xfrm>
              <a:off x="2075696" y="92800"/>
              <a:ext cx="19034" cy="28503"/>
            </a:xfrm>
            <a:prstGeom prst="rect">
              <a:avLst/>
            </a:prstGeom>
            <a:solidFill>
              <a:srgbClr val="E27781"/>
            </a:solidFill>
            <a:ln>
              <a:noFill/>
            </a:ln>
          </p:spPr>
        </p:sp>
        <p:sp>
          <p:nvSpPr>
            <p:cNvPr id="3345" name="Heatmap cell r4 c115"/>
            <p:cNvSpPr/>
            <p:nvPr/>
          </p:nvSpPr>
          <p:spPr>
            <a:xfrm>
              <a:off x="2094635" y="92800"/>
              <a:ext cx="19034" cy="28503"/>
            </a:xfrm>
            <a:prstGeom prst="rect">
              <a:avLst/>
            </a:prstGeom>
            <a:solidFill>
              <a:srgbClr val="EFB4B9"/>
            </a:solidFill>
            <a:ln>
              <a:noFill/>
            </a:ln>
          </p:spPr>
        </p:sp>
        <p:sp>
          <p:nvSpPr>
            <p:cNvPr id="3346" name="Heatmap cell r4 c116"/>
            <p:cNvSpPr/>
            <p:nvPr/>
          </p:nvSpPr>
          <p:spPr>
            <a:xfrm>
              <a:off x="2113574" y="92800"/>
              <a:ext cx="17140" cy="28503"/>
            </a:xfrm>
            <a:prstGeom prst="rect">
              <a:avLst/>
            </a:prstGeom>
            <a:solidFill>
              <a:srgbClr val="C2D0DE"/>
            </a:solidFill>
            <a:ln>
              <a:noFill/>
            </a:ln>
          </p:spPr>
        </p:sp>
        <p:sp>
          <p:nvSpPr>
            <p:cNvPr id="3347" name="Heatmap cell r4 c117"/>
            <p:cNvSpPr/>
            <p:nvPr/>
          </p:nvSpPr>
          <p:spPr>
            <a:xfrm>
              <a:off x="2130619" y="92800"/>
              <a:ext cx="19034" cy="28503"/>
            </a:xfrm>
            <a:prstGeom prst="rect">
              <a:avLst/>
            </a:prstGeom>
            <a:solidFill>
              <a:srgbClr val="F3C7CC"/>
            </a:solidFill>
            <a:ln>
              <a:noFill/>
            </a:ln>
          </p:spPr>
        </p:sp>
        <p:sp>
          <p:nvSpPr>
            <p:cNvPr id="3348" name="Heatmap cell r4 c118"/>
            <p:cNvSpPr/>
            <p:nvPr/>
          </p:nvSpPr>
          <p:spPr>
            <a:xfrm>
              <a:off x="2149558" y="92800"/>
              <a:ext cx="17140" cy="28503"/>
            </a:xfrm>
            <a:prstGeom prst="rect">
              <a:avLst/>
            </a:prstGeom>
            <a:solidFill>
              <a:srgbClr val="EEB1B8"/>
            </a:solidFill>
            <a:ln>
              <a:noFill/>
            </a:ln>
          </p:spPr>
        </p:sp>
        <p:sp>
          <p:nvSpPr>
            <p:cNvPr id="3349" name="Heatmap cell r4 c119"/>
            <p:cNvSpPr/>
            <p:nvPr/>
          </p:nvSpPr>
          <p:spPr>
            <a:xfrm>
              <a:off x="2166603" y="92800"/>
              <a:ext cx="19034" cy="28503"/>
            </a:xfrm>
            <a:prstGeom prst="rect">
              <a:avLst/>
            </a:prstGeom>
            <a:solidFill>
              <a:srgbClr val="EA9DA3"/>
            </a:solidFill>
            <a:ln>
              <a:noFill/>
            </a:ln>
          </p:spPr>
        </p:sp>
        <p:sp>
          <p:nvSpPr>
            <p:cNvPr id="3350" name="Heatmap cell r4 c120"/>
            <p:cNvSpPr/>
            <p:nvPr/>
          </p:nvSpPr>
          <p:spPr>
            <a:xfrm>
              <a:off x="2185542" y="92800"/>
              <a:ext cx="17140" cy="28503"/>
            </a:xfrm>
            <a:prstGeom prst="rect">
              <a:avLst/>
            </a:prstGeom>
            <a:solidFill>
              <a:srgbClr val="EFF3F7"/>
            </a:solidFill>
            <a:ln>
              <a:noFill/>
            </a:ln>
          </p:spPr>
        </p:sp>
        <p:sp>
          <p:nvSpPr>
            <p:cNvPr id="3351" name="Heatmap cell r4 c121"/>
            <p:cNvSpPr/>
            <p:nvPr/>
          </p:nvSpPr>
          <p:spPr>
            <a:xfrm>
              <a:off x="2202586" y="92800"/>
              <a:ext cx="19034" cy="28503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3352" name="Heatmap cell r4 c122"/>
            <p:cNvSpPr/>
            <p:nvPr/>
          </p:nvSpPr>
          <p:spPr>
            <a:xfrm>
              <a:off x="2221525" y="92800"/>
              <a:ext cx="17140" cy="28503"/>
            </a:xfrm>
            <a:prstGeom prst="rect">
              <a:avLst/>
            </a:prstGeom>
            <a:solidFill>
              <a:srgbClr val="E78D93"/>
            </a:solidFill>
            <a:ln>
              <a:noFill/>
            </a:ln>
          </p:spPr>
        </p:sp>
        <p:sp>
          <p:nvSpPr>
            <p:cNvPr id="3353" name="Heatmap cell r4 c123"/>
            <p:cNvSpPr/>
            <p:nvPr/>
          </p:nvSpPr>
          <p:spPr>
            <a:xfrm>
              <a:off x="2238570" y="92800"/>
              <a:ext cx="19034" cy="28503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3354" name="Heatmap cell r4 c124"/>
            <p:cNvSpPr/>
            <p:nvPr/>
          </p:nvSpPr>
          <p:spPr>
            <a:xfrm>
              <a:off x="2257509" y="92800"/>
              <a:ext cx="17140" cy="28503"/>
            </a:xfrm>
            <a:prstGeom prst="rect">
              <a:avLst/>
            </a:prstGeom>
            <a:solidFill>
              <a:srgbClr val="B7C7D9"/>
            </a:solidFill>
            <a:ln>
              <a:noFill/>
            </a:ln>
          </p:spPr>
        </p:sp>
        <p:sp>
          <p:nvSpPr>
            <p:cNvPr id="3355" name="Heatmap cell r4 c125"/>
            <p:cNvSpPr/>
            <p:nvPr/>
          </p:nvSpPr>
          <p:spPr>
            <a:xfrm>
              <a:off x="2274554" y="92800"/>
              <a:ext cx="19034" cy="28503"/>
            </a:xfrm>
            <a:prstGeom prst="rect">
              <a:avLst/>
            </a:prstGeom>
            <a:solidFill>
              <a:srgbClr val="F5CFD2"/>
            </a:solidFill>
            <a:ln>
              <a:noFill/>
            </a:ln>
          </p:spPr>
        </p:sp>
        <p:sp>
          <p:nvSpPr>
            <p:cNvPr id="3356" name="Heatmap cell r4 c126"/>
            <p:cNvSpPr/>
            <p:nvPr/>
          </p:nvSpPr>
          <p:spPr>
            <a:xfrm>
              <a:off x="2293493" y="92800"/>
              <a:ext cx="17140" cy="28503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3357" name="Heatmap cell r4 c127"/>
            <p:cNvSpPr/>
            <p:nvPr/>
          </p:nvSpPr>
          <p:spPr>
            <a:xfrm>
              <a:off x="2310538" y="92800"/>
              <a:ext cx="19034" cy="28503"/>
            </a:xfrm>
            <a:prstGeom prst="rect">
              <a:avLst/>
            </a:prstGeom>
            <a:solidFill>
              <a:srgbClr val="F4CED1"/>
            </a:solidFill>
            <a:ln>
              <a:noFill/>
            </a:ln>
          </p:spPr>
        </p:sp>
        <p:sp>
          <p:nvSpPr>
            <p:cNvPr id="3358" name="Heatmap cell r4 c128"/>
            <p:cNvSpPr/>
            <p:nvPr/>
          </p:nvSpPr>
          <p:spPr>
            <a:xfrm>
              <a:off x="2329477" y="92800"/>
              <a:ext cx="19034" cy="28503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3359" name="Heatmap cell r4 c129"/>
            <p:cNvSpPr/>
            <p:nvPr/>
          </p:nvSpPr>
          <p:spPr>
            <a:xfrm>
              <a:off x="2348416" y="92800"/>
              <a:ext cx="17140" cy="28503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3360" name="Heatmap cell r4 c130"/>
            <p:cNvSpPr/>
            <p:nvPr/>
          </p:nvSpPr>
          <p:spPr>
            <a:xfrm>
              <a:off x="2365460" y="92800"/>
              <a:ext cx="19034" cy="28503"/>
            </a:xfrm>
            <a:prstGeom prst="rect">
              <a:avLst/>
            </a:prstGeom>
            <a:solidFill>
              <a:srgbClr val="BCCDDD"/>
            </a:solidFill>
            <a:ln>
              <a:noFill/>
            </a:ln>
          </p:spPr>
        </p:sp>
        <p:sp>
          <p:nvSpPr>
            <p:cNvPr id="3361" name="Heatmap cell r4 c131"/>
            <p:cNvSpPr/>
            <p:nvPr/>
          </p:nvSpPr>
          <p:spPr>
            <a:xfrm>
              <a:off x="2384399" y="92800"/>
              <a:ext cx="17140" cy="28503"/>
            </a:xfrm>
            <a:prstGeom prst="rect">
              <a:avLst/>
            </a:prstGeom>
            <a:solidFill>
              <a:srgbClr val="D0DBE6"/>
            </a:solidFill>
            <a:ln>
              <a:noFill/>
            </a:ln>
          </p:spPr>
        </p:sp>
        <p:sp>
          <p:nvSpPr>
            <p:cNvPr id="3362" name="Heatmap cell r4 c132"/>
            <p:cNvSpPr/>
            <p:nvPr/>
          </p:nvSpPr>
          <p:spPr>
            <a:xfrm>
              <a:off x="2401444" y="92800"/>
              <a:ext cx="19034" cy="28503"/>
            </a:xfrm>
            <a:prstGeom prst="rect">
              <a:avLst/>
            </a:prstGeom>
            <a:solidFill>
              <a:srgbClr val="E9969F"/>
            </a:solidFill>
            <a:ln>
              <a:noFill/>
            </a:ln>
          </p:spPr>
        </p:sp>
        <p:sp>
          <p:nvSpPr>
            <p:cNvPr id="3363" name="Heatmap cell r4 c133"/>
            <p:cNvSpPr/>
            <p:nvPr/>
          </p:nvSpPr>
          <p:spPr>
            <a:xfrm>
              <a:off x="2420383" y="92800"/>
              <a:ext cx="17140" cy="28503"/>
            </a:xfrm>
            <a:prstGeom prst="rect">
              <a:avLst/>
            </a:prstGeom>
            <a:solidFill>
              <a:srgbClr val="EDAEB5"/>
            </a:solidFill>
            <a:ln>
              <a:noFill/>
            </a:ln>
          </p:spPr>
        </p:sp>
        <p:sp>
          <p:nvSpPr>
            <p:cNvPr id="3364" name="Heatmap cell r4 c134"/>
            <p:cNvSpPr/>
            <p:nvPr/>
          </p:nvSpPr>
          <p:spPr>
            <a:xfrm>
              <a:off x="2437428" y="92800"/>
              <a:ext cx="19034" cy="28503"/>
            </a:xfrm>
            <a:prstGeom prst="rect">
              <a:avLst/>
            </a:prstGeom>
            <a:solidFill>
              <a:srgbClr val="F6D4D7"/>
            </a:solidFill>
            <a:ln>
              <a:noFill/>
            </a:ln>
          </p:spPr>
        </p:sp>
        <p:sp>
          <p:nvSpPr>
            <p:cNvPr id="3365" name="Heatmap cell r4 c135"/>
            <p:cNvSpPr/>
            <p:nvPr/>
          </p:nvSpPr>
          <p:spPr>
            <a:xfrm>
              <a:off x="2456367" y="92800"/>
              <a:ext cx="17140" cy="28503"/>
            </a:xfrm>
            <a:prstGeom prst="rect">
              <a:avLst/>
            </a:prstGeom>
            <a:solidFill>
              <a:srgbClr val="EB9FA6"/>
            </a:solidFill>
            <a:ln>
              <a:noFill/>
            </a:ln>
          </p:spPr>
        </p:sp>
        <p:sp>
          <p:nvSpPr>
            <p:cNvPr id="3366" name="Heatmap cell r4 c136"/>
            <p:cNvSpPr/>
            <p:nvPr/>
          </p:nvSpPr>
          <p:spPr>
            <a:xfrm>
              <a:off x="2473412" y="92800"/>
              <a:ext cx="19034" cy="28503"/>
            </a:xfrm>
            <a:prstGeom prst="rect">
              <a:avLst/>
            </a:prstGeom>
            <a:solidFill>
              <a:srgbClr val="FBF3F4"/>
            </a:solidFill>
            <a:ln>
              <a:noFill/>
            </a:ln>
          </p:spPr>
        </p:sp>
        <p:sp>
          <p:nvSpPr>
            <p:cNvPr id="3367" name="Heatmap cell r4 c138"/>
            <p:cNvSpPr/>
            <p:nvPr/>
          </p:nvSpPr>
          <p:spPr>
            <a:xfrm>
              <a:off x="2509396" y="92800"/>
              <a:ext cx="19034" cy="28503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3368" name="Heatmap cell r4 c140"/>
            <p:cNvSpPr/>
            <p:nvPr/>
          </p:nvSpPr>
          <p:spPr>
            <a:xfrm>
              <a:off x="2545379" y="92800"/>
              <a:ext cx="19034" cy="28503"/>
            </a:xfrm>
            <a:prstGeom prst="rect">
              <a:avLst/>
            </a:prstGeom>
            <a:solidFill>
              <a:srgbClr val="F5CED2"/>
            </a:solidFill>
            <a:ln>
              <a:noFill/>
            </a:ln>
          </p:spPr>
        </p:sp>
        <p:sp>
          <p:nvSpPr>
            <p:cNvPr id="3369" name="Heatmap cell r4 c141"/>
            <p:cNvSpPr/>
            <p:nvPr/>
          </p:nvSpPr>
          <p:spPr>
            <a:xfrm>
              <a:off x="2564318" y="92800"/>
              <a:ext cx="19034" cy="28503"/>
            </a:xfrm>
            <a:prstGeom prst="rect">
              <a:avLst/>
            </a:prstGeom>
            <a:solidFill>
              <a:srgbClr val="EAEEF4"/>
            </a:solidFill>
            <a:ln>
              <a:noFill/>
            </a:ln>
          </p:spPr>
        </p:sp>
        <p:sp>
          <p:nvSpPr>
            <p:cNvPr id="3370" name="Heatmap cell r4 c142"/>
            <p:cNvSpPr/>
            <p:nvPr/>
          </p:nvSpPr>
          <p:spPr>
            <a:xfrm>
              <a:off x="2583257" y="92800"/>
              <a:ext cx="17140" cy="28503"/>
            </a:xfrm>
            <a:prstGeom prst="rect">
              <a:avLst/>
            </a:prstGeom>
            <a:solidFill>
              <a:srgbClr val="8EA9C3"/>
            </a:solidFill>
            <a:ln>
              <a:noFill/>
            </a:ln>
          </p:spPr>
        </p:sp>
        <p:sp>
          <p:nvSpPr>
            <p:cNvPr id="3371" name="Heatmap cell r4 c143"/>
            <p:cNvSpPr/>
            <p:nvPr/>
          </p:nvSpPr>
          <p:spPr>
            <a:xfrm>
              <a:off x="2600302" y="92800"/>
              <a:ext cx="19034" cy="28503"/>
            </a:xfrm>
            <a:prstGeom prst="rect">
              <a:avLst/>
            </a:prstGeom>
            <a:solidFill>
              <a:srgbClr val="ECA8AE"/>
            </a:solidFill>
            <a:ln>
              <a:noFill/>
            </a:ln>
          </p:spPr>
        </p:sp>
        <p:sp>
          <p:nvSpPr>
            <p:cNvPr id="3372" name="Heatmap cell r4 c144"/>
            <p:cNvSpPr/>
            <p:nvPr/>
          </p:nvSpPr>
          <p:spPr>
            <a:xfrm>
              <a:off x="2619241" y="92800"/>
              <a:ext cx="17140" cy="28503"/>
            </a:xfrm>
            <a:prstGeom prst="rect">
              <a:avLst/>
            </a:prstGeom>
            <a:solidFill>
              <a:srgbClr val="E17680"/>
            </a:solidFill>
            <a:ln>
              <a:noFill/>
            </a:ln>
          </p:spPr>
        </p:sp>
        <p:sp>
          <p:nvSpPr>
            <p:cNvPr id="3373" name="Heatmap cell r4 c145"/>
            <p:cNvSpPr/>
            <p:nvPr/>
          </p:nvSpPr>
          <p:spPr>
            <a:xfrm>
              <a:off x="2636286" y="92800"/>
              <a:ext cx="19034" cy="28503"/>
            </a:xfrm>
            <a:prstGeom prst="rect">
              <a:avLst/>
            </a:prstGeom>
            <a:solidFill>
              <a:srgbClr val="F8E3E6"/>
            </a:solidFill>
            <a:ln>
              <a:noFill/>
            </a:ln>
          </p:spPr>
        </p:sp>
        <p:sp>
          <p:nvSpPr>
            <p:cNvPr id="3374" name="Heatmap cell r4 c146"/>
            <p:cNvSpPr/>
            <p:nvPr/>
          </p:nvSpPr>
          <p:spPr>
            <a:xfrm>
              <a:off x="2655225" y="92800"/>
              <a:ext cx="17140" cy="28503"/>
            </a:xfrm>
            <a:prstGeom prst="rect">
              <a:avLst/>
            </a:prstGeom>
            <a:solidFill>
              <a:srgbClr val="F6F8F9"/>
            </a:solidFill>
            <a:ln>
              <a:noFill/>
            </a:ln>
          </p:spPr>
        </p:sp>
        <p:sp>
          <p:nvSpPr>
            <p:cNvPr id="3375" name="Heatmap cell r4 c147"/>
            <p:cNvSpPr/>
            <p:nvPr/>
          </p:nvSpPr>
          <p:spPr>
            <a:xfrm>
              <a:off x="2672270" y="92800"/>
              <a:ext cx="19034" cy="28503"/>
            </a:xfrm>
            <a:prstGeom prst="rect">
              <a:avLst/>
            </a:prstGeom>
            <a:solidFill>
              <a:srgbClr val="CFDAE4"/>
            </a:solidFill>
            <a:ln>
              <a:noFill/>
            </a:ln>
          </p:spPr>
        </p:sp>
        <p:sp>
          <p:nvSpPr>
            <p:cNvPr id="3376" name="Heatmap cell r4 c149"/>
            <p:cNvSpPr/>
            <p:nvPr/>
          </p:nvSpPr>
          <p:spPr>
            <a:xfrm>
              <a:off x="2708253" y="92800"/>
              <a:ext cx="19034" cy="28503"/>
            </a:xfrm>
            <a:prstGeom prst="rect">
              <a:avLst/>
            </a:prstGeom>
            <a:solidFill>
              <a:srgbClr val="BECFDD"/>
            </a:solidFill>
            <a:ln>
              <a:noFill/>
            </a:ln>
          </p:spPr>
        </p:sp>
        <p:sp>
          <p:nvSpPr>
            <p:cNvPr id="3377" name="Heatmap cell r4 c150"/>
            <p:cNvSpPr/>
            <p:nvPr/>
          </p:nvSpPr>
          <p:spPr>
            <a:xfrm>
              <a:off x="2727192" y="92800"/>
              <a:ext cx="17140" cy="28503"/>
            </a:xfrm>
            <a:prstGeom prst="rect">
              <a:avLst/>
            </a:prstGeom>
            <a:solidFill>
              <a:srgbClr val="DF646E"/>
            </a:solidFill>
            <a:ln>
              <a:noFill/>
            </a:ln>
          </p:spPr>
        </p:sp>
        <p:sp>
          <p:nvSpPr>
            <p:cNvPr id="3378" name="Heatmap cell r4 c151"/>
            <p:cNvSpPr/>
            <p:nvPr/>
          </p:nvSpPr>
          <p:spPr>
            <a:xfrm>
              <a:off x="2744237" y="92800"/>
              <a:ext cx="19034" cy="28503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</p:sp>
        <p:sp>
          <p:nvSpPr>
            <p:cNvPr id="3379" name="Heatmap cell r4 c152"/>
            <p:cNvSpPr/>
            <p:nvPr/>
          </p:nvSpPr>
          <p:spPr>
            <a:xfrm>
              <a:off x="2763176" y="92800"/>
              <a:ext cx="17140" cy="28503"/>
            </a:xfrm>
            <a:prstGeom prst="rect">
              <a:avLst/>
            </a:prstGeom>
            <a:solidFill>
              <a:srgbClr val="88A4C1"/>
            </a:solidFill>
            <a:ln>
              <a:noFill/>
            </a:ln>
          </p:spPr>
        </p:sp>
        <p:sp>
          <p:nvSpPr>
            <p:cNvPr id="3380" name="Heatmap cell r4 c153"/>
            <p:cNvSpPr/>
            <p:nvPr/>
          </p:nvSpPr>
          <p:spPr>
            <a:xfrm>
              <a:off x="2780221" y="92800"/>
              <a:ext cx="19034" cy="28503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3381" name="Heatmap cell r4 c155"/>
            <p:cNvSpPr/>
            <p:nvPr/>
          </p:nvSpPr>
          <p:spPr>
            <a:xfrm>
              <a:off x="2816205" y="92800"/>
              <a:ext cx="19034" cy="28503"/>
            </a:xfrm>
            <a:prstGeom prst="rect">
              <a:avLst/>
            </a:prstGeom>
            <a:solidFill>
              <a:srgbClr val="EBF0F6"/>
            </a:solidFill>
            <a:ln>
              <a:noFill/>
            </a:ln>
          </p:spPr>
        </p:sp>
        <p:sp>
          <p:nvSpPr>
            <p:cNvPr id="3382" name="Heatmap cell r4 c156"/>
            <p:cNvSpPr/>
            <p:nvPr/>
          </p:nvSpPr>
          <p:spPr>
            <a:xfrm>
              <a:off x="2835144" y="92800"/>
              <a:ext cx="19034" cy="28503"/>
            </a:xfrm>
            <a:prstGeom prst="rect">
              <a:avLst/>
            </a:prstGeom>
            <a:solidFill>
              <a:srgbClr val="E06E79"/>
            </a:solidFill>
            <a:ln>
              <a:noFill/>
            </a:ln>
          </p:spPr>
        </p:sp>
        <p:sp>
          <p:nvSpPr>
            <p:cNvPr id="3383" name="Heatmap cell r4 c157"/>
            <p:cNvSpPr/>
            <p:nvPr/>
          </p:nvSpPr>
          <p:spPr>
            <a:xfrm>
              <a:off x="2854082" y="92800"/>
              <a:ext cx="17140" cy="28503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3384" name="Heatmap cell r4 c158"/>
            <p:cNvSpPr/>
            <p:nvPr/>
          </p:nvSpPr>
          <p:spPr>
            <a:xfrm>
              <a:off x="2871127" y="92800"/>
              <a:ext cx="19034" cy="28503"/>
            </a:xfrm>
            <a:prstGeom prst="rect">
              <a:avLst/>
            </a:prstGeom>
            <a:solidFill>
              <a:srgbClr val="DBE3EB"/>
            </a:solidFill>
            <a:ln>
              <a:noFill/>
            </a:ln>
          </p:spPr>
        </p:sp>
        <p:sp>
          <p:nvSpPr>
            <p:cNvPr id="3385" name="Heatmap cell r4 c159"/>
            <p:cNvSpPr/>
            <p:nvPr/>
          </p:nvSpPr>
          <p:spPr>
            <a:xfrm>
              <a:off x="2890066" y="92800"/>
              <a:ext cx="17140" cy="28503"/>
            </a:xfrm>
            <a:prstGeom prst="rect">
              <a:avLst/>
            </a:prstGeom>
            <a:solidFill>
              <a:srgbClr val="9AB1C9"/>
            </a:solidFill>
            <a:ln>
              <a:noFill/>
            </a:ln>
          </p:spPr>
        </p:sp>
        <p:sp>
          <p:nvSpPr>
            <p:cNvPr id="3386" name="Heatmap cell r4 c160"/>
            <p:cNvSpPr/>
            <p:nvPr/>
          </p:nvSpPr>
          <p:spPr>
            <a:xfrm>
              <a:off x="2907111" y="92800"/>
              <a:ext cx="19034" cy="28503"/>
            </a:xfrm>
            <a:prstGeom prst="rect">
              <a:avLst/>
            </a:prstGeom>
            <a:solidFill>
              <a:srgbClr val="F8F8FA"/>
            </a:solidFill>
            <a:ln>
              <a:noFill/>
            </a:ln>
          </p:spPr>
        </p:sp>
        <p:sp>
          <p:nvSpPr>
            <p:cNvPr id="3387" name="Heatmap cell r4 c161"/>
            <p:cNvSpPr/>
            <p:nvPr/>
          </p:nvSpPr>
          <p:spPr>
            <a:xfrm>
              <a:off x="2926050" y="92800"/>
              <a:ext cx="17140" cy="28503"/>
            </a:xfrm>
            <a:prstGeom prst="rect">
              <a:avLst/>
            </a:prstGeom>
            <a:solidFill>
              <a:srgbClr val="6187AC"/>
            </a:solidFill>
            <a:ln>
              <a:noFill/>
            </a:ln>
          </p:spPr>
        </p:sp>
        <p:sp>
          <p:nvSpPr>
            <p:cNvPr id="3388" name="Heatmap cell r4 c162"/>
            <p:cNvSpPr/>
            <p:nvPr/>
          </p:nvSpPr>
          <p:spPr>
            <a:xfrm>
              <a:off x="2943095" y="92800"/>
              <a:ext cx="19034" cy="28503"/>
            </a:xfrm>
            <a:prstGeom prst="rect">
              <a:avLst/>
            </a:prstGeom>
            <a:solidFill>
              <a:srgbClr val="A4BAD0"/>
            </a:solidFill>
            <a:ln>
              <a:noFill/>
            </a:ln>
          </p:spPr>
        </p:sp>
        <p:sp>
          <p:nvSpPr>
            <p:cNvPr id="3389" name="Heatmap cell r4 c163"/>
            <p:cNvSpPr/>
            <p:nvPr/>
          </p:nvSpPr>
          <p:spPr>
            <a:xfrm>
              <a:off x="2962034" y="92800"/>
              <a:ext cx="17140" cy="28503"/>
            </a:xfrm>
            <a:prstGeom prst="rect">
              <a:avLst/>
            </a:prstGeom>
            <a:solidFill>
              <a:srgbClr val="B8C9DA"/>
            </a:solidFill>
            <a:ln>
              <a:noFill/>
            </a:ln>
          </p:spPr>
        </p:sp>
        <p:sp>
          <p:nvSpPr>
            <p:cNvPr id="3390" name="Heatmap cell r4 c164"/>
            <p:cNvSpPr/>
            <p:nvPr/>
          </p:nvSpPr>
          <p:spPr>
            <a:xfrm>
              <a:off x="2979079" y="92800"/>
              <a:ext cx="19034" cy="28503"/>
            </a:xfrm>
            <a:prstGeom prst="rect">
              <a:avLst/>
            </a:prstGeom>
            <a:solidFill>
              <a:srgbClr val="B6C7D9"/>
            </a:solidFill>
            <a:ln>
              <a:noFill/>
            </a:ln>
          </p:spPr>
        </p:sp>
        <p:sp>
          <p:nvSpPr>
            <p:cNvPr id="3391" name="Heatmap cell r4 c165"/>
            <p:cNvSpPr/>
            <p:nvPr/>
          </p:nvSpPr>
          <p:spPr>
            <a:xfrm>
              <a:off x="2998018" y="92800"/>
              <a:ext cx="17140" cy="28503"/>
            </a:xfrm>
            <a:prstGeom prst="rect">
              <a:avLst/>
            </a:prstGeom>
            <a:solidFill>
              <a:srgbClr val="C3D1DF"/>
            </a:solidFill>
            <a:ln>
              <a:noFill/>
            </a:ln>
          </p:spPr>
        </p:sp>
        <p:sp>
          <p:nvSpPr>
            <p:cNvPr id="3392" name="Heatmap cell r4 c166"/>
            <p:cNvSpPr/>
            <p:nvPr/>
          </p:nvSpPr>
          <p:spPr>
            <a:xfrm>
              <a:off x="3015062" y="92800"/>
              <a:ext cx="19034" cy="28503"/>
            </a:xfrm>
            <a:prstGeom prst="rect">
              <a:avLst/>
            </a:prstGeom>
            <a:solidFill>
              <a:srgbClr val="ABC0D2"/>
            </a:solidFill>
            <a:ln>
              <a:noFill/>
            </a:ln>
          </p:spPr>
        </p:sp>
        <p:sp>
          <p:nvSpPr>
            <p:cNvPr id="3393" name="Heatmap cell r4 c167"/>
            <p:cNvSpPr/>
            <p:nvPr/>
          </p:nvSpPr>
          <p:spPr>
            <a:xfrm>
              <a:off x="3034001" y="92800"/>
              <a:ext cx="17140" cy="28503"/>
            </a:xfrm>
            <a:prstGeom prst="rect">
              <a:avLst/>
            </a:prstGeom>
            <a:solidFill>
              <a:srgbClr val="143579"/>
            </a:solidFill>
            <a:ln>
              <a:noFill/>
            </a:ln>
          </p:spPr>
        </p:sp>
        <p:sp>
          <p:nvSpPr>
            <p:cNvPr id="3394" name="Heatmap cell r4 c168"/>
            <p:cNvSpPr/>
            <p:nvPr/>
          </p:nvSpPr>
          <p:spPr>
            <a:xfrm>
              <a:off x="3051046" y="92800"/>
              <a:ext cx="19034" cy="28503"/>
            </a:xfrm>
            <a:prstGeom prst="rect">
              <a:avLst/>
            </a:prstGeom>
            <a:solidFill>
              <a:srgbClr val="E17680"/>
            </a:solidFill>
            <a:ln>
              <a:noFill/>
            </a:ln>
          </p:spPr>
        </p:sp>
        <p:sp>
          <p:nvSpPr>
            <p:cNvPr id="3395" name="Heatmap cell r4 c169"/>
            <p:cNvSpPr/>
            <p:nvPr/>
          </p:nvSpPr>
          <p:spPr>
            <a:xfrm>
              <a:off x="3069985" y="92800"/>
              <a:ext cx="19034" cy="28503"/>
            </a:xfrm>
            <a:prstGeom prst="rect">
              <a:avLst/>
            </a:prstGeom>
            <a:solidFill>
              <a:srgbClr val="F8E9EA"/>
            </a:solidFill>
            <a:ln>
              <a:noFill/>
            </a:ln>
          </p:spPr>
        </p:sp>
        <p:sp>
          <p:nvSpPr>
            <p:cNvPr id="3396" name="Heatmap cell r4 c170"/>
            <p:cNvSpPr/>
            <p:nvPr/>
          </p:nvSpPr>
          <p:spPr>
            <a:xfrm>
              <a:off x="3088924" y="92800"/>
              <a:ext cx="17140" cy="28503"/>
            </a:xfrm>
            <a:prstGeom prst="rect">
              <a:avLst/>
            </a:prstGeom>
            <a:solidFill>
              <a:srgbClr val="D6E0EA"/>
            </a:solidFill>
            <a:ln>
              <a:noFill/>
            </a:ln>
          </p:spPr>
        </p:sp>
        <p:sp>
          <p:nvSpPr>
            <p:cNvPr id="3397" name="Heatmap cell r4 c171"/>
            <p:cNvSpPr/>
            <p:nvPr/>
          </p:nvSpPr>
          <p:spPr>
            <a:xfrm>
              <a:off x="3105969" y="92800"/>
              <a:ext cx="19034" cy="28503"/>
            </a:xfrm>
            <a:prstGeom prst="rect">
              <a:avLst/>
            </a:prstGeom>
            <a:solidFill>
              <a:srgbClr val="CDD9E3"/>
            </a:solidFill>
            <a:ln>
              <a:noFill/>
            </a:ln>
          </p:spPr>
        </p:sp>
        <p:sp>
          <p:nvSpPr>
            <p:cNvPr id="3398" name="Heatmap cell r4 c172"/>
            <p:cNvSpPr/>
            <p:nvPr/>
          </p:nvSpPr>
          <p:spPr>
            <a:xfrm>
              <a:off x="3124908" y="92800"/>
              <a:ext cx="17140" cy="28503"/>
            </a:xfrm>
            <a:prstGeom prst="rect">
              <a:avLst/>
            </a:prstGeom>
            <a:solidFill>
              <a:srgbClr val="47749F"/>
            </a:solidFill>
            <a:ln>
              <a:noFill/>
            </a:ln>
          </p:spPr>
        </p:sp>
        <p:sp>
          <p:nvSpPr>
            <p:cNvPr id="3399" name="Heatmap cell r4 c173"/>
            <p:cNvSpPr/>
            <p:nvPr/>
          </p:nvSpPr>
          <p:spPr>
            <a:xfrm>
              <a:off x="3141953" y="92800"/>
              <a:ext cx="19034" cy="28503"/>
            </a:xfrm>
            <a:prstGeom prst="rect">
              <a:avLst/>
            </a:prstGeom>
            <a:solidFill>
              <a:srgbClr val="95AEC7"/>
            </a:solidFill>
            <a:ln>
              <a:noFill/>
            </a:ln>
          </p:spPr>
        </p:sp>
        <p:sp>
          <p:nvSpPr>
            <p:cNvPr id="3400" name="Heatmap cell r4 c174"/>
            <p:cNvSpPr/>
            <p:nvPr/>
          </p:nvSpPr>
          <p:spPr>
            <a:xfrm>
              <a:off x="3160892" y="92800"/>
              <a:ext cx="17140" cy="28503"/>
            </a:xfrm>
            <a:prstGeom prst="rect">
              <a:avLst/>
            </a:prstGeom>
            <a:solidFill>
              <a:srgbClr val="F0F4F7"/>
            </a:solidFill>
            <a:ln>
              <a:noFill/>
            </a:ln>
          </p:spPr>
        </p:sp>
        <p:sp>
          <p:nvSpPr>
            <p:cNvPr id="3401" name="Heatmap cell r4 c175"/>
            <p:cNvSpPr/>
            <p:nvPr/>
          </p:nvSpPr>
          <p:spPr>
            <a:xfrm>
              <a:off x="3177936" y="92800"/>
              <a:ext cx="19034" cy="28503"/>
            </a:xfrm>
            <a:prstGeom prst="rect">
              <a:avLst/>
            </a:prstGeom>
            <a:solidFill>
              <a:srgbClr val="EBEFF5"/>
            </a:solidFill>
            <a:ln>
              <a:noFill/>
            </a:ln>
          </p:spPr>
        </p:sp>
        <p:sp>
          <p:nvSpPr>
            <p:cNvPr id="3402" name="Heatmap cell r4 c176"/>
            <p:cNvSpPr/>
            <p:nvPr/>
          </p:nvSpPr>
          <p:spPr>
            <a:xfrm>
              <a:off x="3196875" y="92800"/>
              <a:ext cx="17140" cy="28503"/>
            </a:xfrm>
            <a:prstGeom prst="rect">
              <a:avLst/>
            </a:prstGeom>
            <a:solidFill>
              <a:srgbClr val="F6F8F9"/>
            </a:solidFill>
            <a:ln>
              <a:noFill/>
            </a:ln>
          </p:spPr>
        </p:sp>
        <p:sp>
          <p:nvSpPr>
            <p:cNvPr id="3403" name="Heatmap cell r4 c177"/>
            <p:cNvSpPr/>
            <p:nvPr/>
          </p:nvSpPr>
          <p:spPr>
            <a:xfrm>
              <a:off x="3213920" y="92800"/>
              <a:ext cx="19034" cy="28503"/>
            </a:xfrm>
            <a:prstGeom prst="rect">
              <a:avLst/>
            </a:prstGeom>
            <a:solidFill>
              <a:srgbClr val="F8E9EA"/>
            </a:solidFill>
            <a:ln>
              <a:noFill/>
            </a:ln>
          </p:spPr>
        </p:sp>
        <p:sp>
          <p:nvSpPr>
            <p:cNvPr id="3404" name="Heatmap cell r4 c178"/>
            <p:cNvSpPr/>
            <p:nvPr/>
          </p:nvSpPr>
          <p:spPr>
            <a:xfrm>
              <a:off x="3232859" y="92800"/>
              <a:ext cx="17140" cy="28503"/>
            </a:xfrm>
            <a:prstGeom prst="rect">
              <a:avLst/>
            </a:prstGeom>
            <a:solidFill>
              <a:srgbClr val="A2B8CE"/>
            </a:solidFill>
            <a:ln>
              <a:noFill/>
            </a:ln>
          </p:spPr>
        </p:sp>
        <p:sp>
          <p:nvSpPr>
            <p:cNvPr id="3405" name="Heatmap cell r4 c179"/>
            <p:cNvSpPr/>
            <p:nvPr/>
          </p:nvSpPr>
          <p:spPr>
            <a:xfrm>
              <a:off x="3249904" y="92800"/>
              <a:ext cx="19034" cy="28503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3406" name="Heatmap cell r4 c180"/>
            <p:cNvSpPr/>
            <p:nvPr/>
          </p:nvSpPr>
          <p:spPr>
            <a:xfrm>
              <a:off x="3268843" y="92800"/>
              <a:ext cx="17140" cy="28503"/>
            </a:xfrm>
            <a:prstGeom prst="rect">
              <a:avLst/>
            </a:prstGeom>
            <a:solidFill>
              <a:srgbClr val="9AB1C9"/>
            </a:solidFill>
            <a:ln>
              <a:noFill/>
            </a:ln>
          </p:spPr>
        </p:sp>
        <p:sp>
          <p:nvSpPr>
            <p:cNvPr id="3407" name="Heatmap cell r4 c181"/>
            <p:cNvSpPr/>
            <p:nvPr/>
          </p:nvSpPr>
          <p:spPr>
            <a:xfrm>
              <a:off x="3285888" y="92800"/>
              <a:ext cx="19034" cy="28503"/>
            </a:xfrm>
            <a:prstGeom prst="rect">
              <a:avLst/>
            </a:prstGeom>
            <a:solidFill>
              <a:srgbClr val="D7E1EB"/>
            </a:solidFill>
            <a:ln>
              <a:noFill/>
            </a:ln>
          </p:spPr>
        </p:sp>
        <p:sp>
          <p:nvSpPr>
            <p:cNvPr id="3408" name="Heatmap cell r4 c182"/>
            <p:cNvSpPr/>
            <p:nvPr/>
          </p:nvSpPr>
          <p:spPr>
            <a:xfrm>
              <a:off x="3304827" y="92800"/>
              <a:ext cx="19034" cy="28503"/>
            </a:xfrm>
            <a:prstGeom prst="rect">
              <a:avLst/>
            </a:prstGeom>
            <a:solidFill>
              <a:srgbClr val="D1DCE7"/>
            </a:solidFill>
            <a:ln>
              <a:noFill/>
            </a:ln>
          </p:spPr>
        </p:sp>
        <p:sp>
          <p:nvSpPr>
            <p:cNvPr id="3409" name="Heatmap cell r4 c183"/>
            <p:cNvSpPr/>
            <p:nvPr/>
          </p:nvSpPr>
          <p:spPr>
            <a:xfrm>
              <a:off x="3323765" y="92800"/>
              <a:ext cx="17140" cy="28503"/>
            </a:xfrm>
            <a:prstGeom prst="rect">
              <a:avLst/>
            </a:prstGeom>
            <a:solidFill>
              <a:srgbClr val="EFF3F7"/>
            </a:solidFill>
            <a:ln>
              <a:noFill/>
            </a:ln>
          </p:spPr>
        </p:sp>
        <p:sp>
          <p:nvSpPr>
            <p:cNvPr id="3410" name="Heatmap cell r4 c184"/>
            <p:cNvSpPr/>
            <p:nvPr/>
          </p:nvSpPr>
          <p:spPr>
            <a:xfrm>
              <a:off x="3340810" y="92800"/>
              <a:ext cx="19034" cy="28503"/>
            </a:xfrm>
            <a:prstGeom prst="rect">
              <a:avLst/>
            </a:prstGeom>
            <a:solidFill>
              <a:srgbClr val="9FB6CD"/>
            </a:solidFill>
            <a:ln>
              <a:noFill/>
            </a:ln>
          </p:spPr>
        </p:sp>
        <p:sp>
          <p:nvSpPr>
            <p:cNvPr id="3411" name="Heatmap cell r4 c185"/>
            <p:cNvSpPr/>
            <p:nvPr/>
          </p:nvSpPr>
          <p:spPr>
            <a:xfrm>
              <a:off x="3359749" y="92800"/>
              <a:ext cx="17140" cy="28503"/>
            </a:xfrm>
            <a:prstGeom prst="rect">
              <a:avLst/>
            </a:prstGeom>
            <a:solidFill>
              <a:srgbClr val="91ACC5"/>
            </a:solidFill>
            <a:ln>
              <a:noFill/>
            </a:ln>
          </p:spPr>
        </p:sp>
        <p:sp>
          <p:nvSpPr>
            <p:cNvPr id="3412" name="Heatmap cell r4 c186"/>
            <p:cNvSpPr/>
            <p:nvPr/>
          </p:nvSpPr>
          <p:spPr>
            <a:xfrm>
              <a:off x="3376794" y="92800"/>
              <a:ext cx="19034" cy="28503"/>
            </a:xfrm>
            <a:prstGeom prst="rect">
              <a:avLst/>
            </a:prstGeom>
            <a:solidFill>
              <a:srgbClr val="E7EBF1"/>
            </a:solidFill>
            <a:ln>
              <a:noFill/>
            </a:ln>
          </p:spPr>
        </p:sp>
        <p:sp>
          <p:nvSpPr>
            <p:cNvPr id="3413" name="Heatmap cell r4 c187"/>
            <p:cNvSpPr/>
            <p:nvPr/>
          </p:nvSpPr>
          <p:spPr>
            <a:xfrm>
              <a:off x="3395733" y="92800"/>
              <a:ext cx="17140" cy="28503"/>
            </a:xfrm>
            <a:prstGeom prst="rect">
              <a:avLst/>
            </a:prstGeom>
            <a:solidFill>
              <a:srgbClr val="F8E6E8"/>
            </a:solidFill>
            <a:ln>
              <a:noFill/>
            </a:ln>
          </p:spPr>
        </p:sp>
        <p:sp>
          <p:nvSpPr>
            <p:cNvPr id="3414" name="Heatmap cell r4 c188"/>
            <p:cNvSpPr/>
            <p:nvPr/>
          </p:nvSpPr>
          <p:spPr>
            <a:xfrm>
              <a:off x="3412778" y="92800"/>
              <a:ext cx="19034" cy="28503"/>
            </a:xfrm>
            <a:prstGeom prst="rect">
              <a:avLst/>
            </a:prstGeom>
            <a:solidFill>
              <a:srgbClr val="6A8EB0"/>
            </a:solidFill>
            <a:ln>
              <a:noFill/>
            </a:ln>
          </p:spPr>
        </p:sp>
        <p:sp>
          <p:nvSpPr>
            <p:cNvPr id="3415" name="Heatmap cell r4 c189"/>
            <p:cNvSpPr/>
            <p:nvPr/>
          </p:nvSpPr>
          <p:spPr>
            <a:xfrm>
              <a:off x="3431717" y="92800"/>
              <a:ext cx="17140" cy="28503"/>
            </a:xfrm>
            <a:prstGeom prst="rect">
              <a:avLst/>
            </a:prstGeom>
            <a:solidFill>
              <a:srgbClr val="416E9B"/>
            </a:solidFill>
            <a:ln>
              <a:noFill/>
            </a:ln>
          </p:spPr>
        </p:sp>
        <p:sp>
          <p:nvSpPr>
            <p:cNvPr id="3416" name="Heatmap cell r4 c190"/>
            <p:cNvSpPr/>
            <p:nvPr/>
          </p:nvSpPr>
          <p:spPr>
            <a:xfrm>
              <a:off x="3448762" y="92800"/>
              <a:ext cx="19034" cy="28503"/>
            </a:xfrm>
            <a:prstGeom prst="rect">
              <a:avLst/>
            </a:prstGeom>
            <a:solidFill>
              <a:srgbClr val="5881A8"/>
            </a:solidFill>
            <a:ln>
              <a:noFill/>
            </a:ln>
          </p:spPr>
        </p:sp>
        <p:sp>
          <p:nvSpPr>
            <p:cNvPr id="3417" name="Heatmap cell r4 c191"/>
            <p:cNvSpPr/>
            <p:nvPr/>
          </p:nvSpPr>
          <p:spPr>
            <a:xfrm>
              <a:off x="3467701" y="92800"/>
              <a:ext cx="17140" cy="28503"/>
            </a:xfrm>
            <a:prstGeom prst="rect">
              <a:avLst/>
            </a:prstGeom>
            <a:solidFill>
              <a:srgbClr val="96AFC7"/>
            </a:solidFill>
            <a:ln>
              <a:noFill/>
            </a:ln>
          </p:spPr>
        </p:sp>
        <p:sp>
          <p:nvSpPr>
            <p:cNvPr id="3418" name="Heatmap cell r4 c192"/>
            <p:cNvSpPr/>
            <p:nvPr/>
          </p:nvSpPr>
          <p:spPr>
            <a:xfrm>
              <a:off x="3484746" y="92800"/>
              <a:ext cx="19034" cy="28503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</p:sp>
        <p:sp>
          <p:nvSpPr>
            <p:cNvPr id="3419" name="Heatmap cell r4 c193"/>
            <p:cNvSpPr/>
            <p:nvPr/>
          </p:nvSpPr>
          <p:spPr>
            <a:xfrm>
              <a:off x="3503684" y="92800"/>
              <a:ext cx="17140" cy="28503"/>
            </a:xfrm>
            <a:prstGeom prst="rect">
              <a:avLst/>
            </a:prstGeom>
            <a:solidFill>
              <a:srgbClr val="9EB5CC"/>
            </a:solidFill>
            <a:ln>
              <a:noFill/>
            </a:ln>
          </p:spPr>
        </p:sp>
        <p:sp>
          <p:nvSpPr>
            <p:cNvPr id="3420" name="Heatmap cell r4 c194"/>
            <p:cNvSpPr/>
            <p:nvPr/>
          </p:nvSpPr>
          <p:spPr>
            <a:xfrm>
              <a:off x="3520729" y="92800"/>
              <a:ext cx="19034" cy="28503"/>
            </a:xfrm>
            <a:prstGeom prst="rect">
              <a:avLst/>
            </a:prstGeom>
            <a:solidFill>
              <a:srgbClr val="8AA7C2"/>
            </a:solidFill>
            <a:ln>
              <a:noFill/>
            </a:ln>
          </p:spPr>
        </p:sp>
        <p:sp>
          <p:nvSpPr>
            <p:cNvPr id="3421" name="Heatmap cell r4 c195"/>
            <p:cNvSpPr/>
            <p:nvPr/>
          </p:nvSpPr>
          <p:spPr>
            <a:xfrm>
              <a:off x="3539668" y="92800"/>
              <a:ext cx="19034" cy="28503"/>
            </a:xfrm>
            <a:prstGeom prst="rect">
              <a:avLst/>
            </a:prstGeom>
            <a:solidFill>
              <a:srgbClr val="85A1BE"/>
            </a:solidFill>
            <a:ln>
              <a:noFill/>
            </a:ln>
          </p:spPr>
        </p:sp>
        <p:sp>
          <p:nvSpPr>
            <p:cNvPr id="3422" name="Heatmap cell r4 c196"/>
            <p:cNvSpPr/>
            <p:nvPr/>
          </p:nvSpPr>
          <p:spPr>
            <a:xfrm>
              <a:off x="3558607" y="92800"/>
              <a:ext cx="17140" cy="28503"/>
            </a:xfrm>
            <a:prstGeom prst="rect">
              <a:avLst/>
            </a:prstGeom>
            <a:solidFill>
              <a:srgbClr val="C6D4E1"/>
            </a:solidFill>
            <a:ln>
              <a:noFill/>
            </a:ln>
          </p:spPr>
        </p:sp>
        <p:sp>
          <p:nvSpPr>
            <p:cNvPr id="3423" name="Heatmap cell r4 c197"/>
            <p:cNvSpPr/>
            <p:nvPr/>
          </p:nvSpPr>
          <p:spPr>
            <a:xfrm>
              <a:off x="3575652" y="92800"/>
              <a:ext cx="19034" cy="28503"/>
            </a:xfrm>
            <a:prstGeom prst="rect">
              <a:avLst/>
            </a:prstGeom>
            <a:solidFill>
              <a:srgbClr val="9EB5CC"/>
            </a:solidFill>
            <a:ln>
              <a:noFill/>
            </a:ln>
          </p:spPr>
        </p:sp>
        <p:sp>
          <p:nvSpPr>
            <p:cNvPr id="3424" name="Heatmap cell r4 c198"/>
            <p:cNvSpPr/>
            <p:nvPr/>
          </p:nvSpPr>
          <p:spPr>
            <a:xfrm>
              <a:off x="3594591" y="92800"/>
              <a:ext cx="17140" cy="28503"/>
            </a:xfrm>
            <a:prstGeom prst="rect">
              <a:avLst/>
            </a:prstGeom>
            <a:solidFill>
              <a:srgbClr val="386896"/>
            </a:solidFill>
            <a:ln>
              <a:noFill/>
            </a:ln>
          </p:spPr>
        </p:sp>
        <p:sp>
          <p:nvSpPr>
            <p:cNvPr id="3425" name="Heatmap cell r4 c199"/>
            <p:cNvSpPr/>
            <p:nvPr/>
          </p:nvSpPr>
          <p:spPr>
            <a:xfrm>
              <a:off x="3611636" y="92800"/>
              <a:ext cx="19034" cy="28503"/>
            </a:xfrm>
            <a:prstGeom prst="rect">
              <a:avLst/>
            </a:prstGeom>
            <a:solidFill>
              <a:srgbClr val="F6D4D7"/>
            </a:solidFill>
            <a:ln>
              <a:noFill/>
            </a:ln>
          </p:spPr>
        </p:sp>
        <p:sp>
          <p:nvSpPr>
            <p:cNvPr id="3426" name="Heatmap cell r4 c200"/>
            <p:cNvSpPr/>
            <p:nvPr/>
          </p:nvSpPr>
          <p:spPr>
            <a:xfrm>
              <a:off x="3630575" y="92800"/>
              <a:ext cx="17140" cy="28503"/>
            </a:xfrm>
            <a:prstGeom prst="rect">
              <a:avLst/>
            </a:prstGeom>
            <a:solidFill>
              <a:srgbClr val="9DB5CC"/>
            </a:solidFill>
            <a:ln>
              <a:noFill/>
            </a:ln>
          </p:spPr>
        </p:sp>
        <p:sp>
          <p:nvSpPr>
            <p:cNvPr id="3427" name="Heatmap cell r4 c201"/>
            <p:cNvSpPr/>
            <p:nvPr/>
          </p:nvSpPr>
          <p:spPr>
            <a:xfrm>
              <a:off x="3647620" y="92800"/>
              <a:ext cx="19034" cy="28503"/>
            </a:xfrm>
            <a:prstGeom prst="rect">
              <a:avLst/>
            </a:prstGeom>
            <a:solidFill>
              <a:srgbClr val="688BAF"/>
            </a:solidFill>
            <a:ln>
              <a:noFill/>
            </a:ln>
          </p:spPr>
        </p:sp>
        <p:sp>
          <p:nvSpPr>
            <p:cNvPr id="3428" name="Heatmap cell r4 c202"/>
            <p:cNvSpPr/>
            <p:nvPr/>
          </p:nvSpPr>
          <p:spPr>
            <a:xfrm>
              <a:off x="3666558" y="92800"/>
              <a:ext cx="17140" cy="28503"/>
            </a:xfrm>
            <a:prstGeom prst="rect">
              <a:avLst/>
            </a:prstGeom>
            <a:solidFill>
              <a:srgbClr val="E6878F"/>
            </a:solidFill>
            <a:ln>
              <a:noFill/>
            </a:ln>
          </p:spPr>
        </p:sp>
        <p:sp>
          <p:nvSpPr>
            <p:cNvPr id="3429" name="Heatmap cell r4 c203"/>
            <p:cNvSpPr/>
            <p:nvPr/>
          </p:nvSpPr>
          <p:spPr>
            <a:xfrm>
              <a:off x="3683603" y="92800"/>
              <a:ext cx="19034" cy="28503"/>
            </a:xfrm>
            <a:prstGeom prst="rect">
              <a:avLst/>
            </a:prstGeom>
            <a:solidFill>
              <a:srgbClr val="F9E7E8"/>
            </a:solidFill>
            <a:ln>
              <a:noFill/>
            </a:ln>
          </p:spPr>
        </p:sp>
        <p:sp>
          <p:nvSpPr>
            <p:cNvPr id="3430" name="Heatmap cell r4 c205"/>
            <p:cNvSpPr/>
            <p:nvPr/>
          </p:nvSpPr>
          <p:spPr>
            <a:xfrm>
              <a:off x="3719587" y="92800"/>
              <a:ext cx="19034" cy="28503"/>
            </a:xfrm>
            <a:prstGeom prst="rect">
              <a:avLst/>
            </a:prstGeom>
            <a:solidFill>
              <a:srgbClr val="E9959D"/>
            </a:solidFill>
            <a:ln>
              <a:noFill/>
            </a:ln>
          </p:spPr>
        </p:sp>
        <p:sp>
          <p:nvSpPr>
            <p:cNvPr id="3431" name="Heatmap cell r4 c206"/>
            <p:cNvSpPr/>
            <p:nvPr/>
          </p:nvSpPr>
          <p:spPr>
            <a:xfrm>
              <a:off x="3738526" y="92800"/>
              <a:ext cx="17140" cy="28503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3432" name="Heatmap cell r4 c207"/>
            <p:cNvSpPr/>
            <p:nvPr/>
          </p:nvSpPr>
          <p:spPr>
            <a:xfrm>
              <a:off x="3755571" y="92800"/>
              <a:ext cx="19034" cy="28503"/>
            </a:xfrm>
            <a:prstGeom prst="rect">
              <a:avLst/>
            </a:prstGeom>
            <a:solidFill>
              <a:srgbClr val="F1C0C4"/>
            </a:solidFill>
            <a:ln>
              <a:noFill/>
            </a:ln>
          </p:spPr>
        </p:sp>
        <p:sp>
          <p:nvSpPr>
            <p:cNvPr id="3433" name="Heatmap cell r4 c208"/>
            <p:cNvSpPr/>
            <p:nvPr/>
          </p:nvSpPr>
          <p:spPr>
            <a:xfrm>
              <a:off x="3774510" y="92800"/>
              <a:ext cx="19034" cy="28503"/>
            </a:xfrm>
            <a:prstGeom prst="rect">
              <a:avLst/>
            </a:prstGeom>
            <a:solidFill>
              <a:srgbClr val="F5CED2"/>
            </a:solidFill>
            <a:ln>
              <a:noFill/>
            </a:ln>
          </p:spPr>
        </p:sp>
        <p:sp>
          <p:nvSpPr>
            <p:cNvPr id="3434" name="Heatmap cell r4 c209"/>
            <p:cNvSpPr/>
            <p:nvPr/>
          </p:nvSpPr>
          <p:spPr>
            <a:xfrm>
              <a:off x="3793449" y="92800"/>
              <a:ext cx="17140" cy="28503"/>
            </a:xfrm>
            <a:prstGeom prst="rect">
              <a:avLst/>
            </a:prstGeom>
            <a:solidFill>
              <a:srgbClr val="FDF9FA"/>
            </a:solidFill>
            <a:ln>
              <a:noFill/>
            </a:ln>
          </p:spPr>
        </p:sp>
        <p:sp>
          <p:nvSpPr>
            <p:cNvPr id="3435" name="Heatmap cell r4 c210"/>
            <p:cNvSpPr/>
            <p:nvPr/>
          </p:nvSpPr>
          <p:spPr>
            <a:xfrm>
              <a:off x="3810494" y="92800"/>
              <a:ext cx="19034" cy="28503"/>
            </a:xfrm>
            <a:prstGeom prst="rect">
              <a:avLst/>
            </a:prstGeom>
            <a:solidFill>
              <a:srgbClr val="F9E8E9"/>
            </a:solidFill>
            <a:ln>
              <a:noFill/>
            </a:ln>
          </p:spPr>
        </p:sp>
        <p:sp>
          <p:nvSpPr>
            <p:cNvPr id="3436" name="Heatmap cell r4 c211"/>
            <p:cNvSpPr/>
            <p:nvPr/>
          </p:nvSpPr>
          <p:spPr>
            <a:xfrm>
              <a:off x="3829432" y="92800"/>
              <a:ext cx="17140" cy="28503"/>
            </a:xfrm>
            <a:prstGeom prst="rect">
              <a:avLst/>
            </a:prstGeom>
            <a:solidFill>
              <a:srgbClr val="F3C7CC"/>
            </a:solidFill>
            <a:ln>
              <a:noFill/>
            </a:ln>
          </p:spPr>
        </p:sp>
        <p:sp>
          <p:nvSpPr>
            <p:cNvPr id="3437" name="Heatmap cell r4 c212"/>
            <p:cNvSpPr/>
            <p:nvPr/>
          </p:nvSpPr>
          <p:spPr>
            <a:xfrm>
              <a:off x="3846477" y="92800"/>
              <a:ext cx="19034" cy="28503"/>
            </a:xfrm>
            <a:prstGeom prst="rect">
              <a:avLst/>
            </a:prstGeom>
            <a:solidFill>
              <a:srgbClr val="A4BAD0"/>
            </a:solidFill>
            <a:ln>
              <a:noFill/>
            </a:ln>
          </p:spPr>
        </p:sp>
        <p:sp>
          <p:nvSpPr>
            <p:cNvPr id="3438" name="Heatmap cell r4 c213"/>
            <p:cNvSpPr/>
            <p:nvPr/>
          </p:nvSpPr>
          <p:spPr>
            <a:xfrm>
              <a:off x="3865416" y="92800"/>
              <a:ext cx="17140" cy="28503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3439" name="Heatmap cell r4 c214"/>
            <p:cNvSpPr/>
            <p:nvPr/>
          </p:nvSpPr>
          <p:spPr>
            <a:xfrm>
              <a:off x="3882461" y="92800"/>
              <a:ext cx="19034" cy="28503"/>
            </a:xfrm>
            <a:prstGeom prst="rect">
              <a:avLst/>
            </a:prstGeom>
            <a:solidFill>
              <a:srgbClr val="F8E1E3"/>
            </a:solidFill>
            <a:ln>
              <a:noFill/>
            </a:ln>
          </p:spPr>
        </p:sp>
        <p:sp>
          <p:nvSpPr>
            <p:cNvPr id="3440" name="Heatmap cell r4 c215"/>
            <p:cNvSpPr/>
            <p:nvPr/>
          </p:nvSpPr>
          <p:spPr>
            <a:xfrm>
              <a:off x="3901400" y="92800"/>
              <a:ext cx="17140" cy="28503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441" name="Heatmap cell r4 c216"/>
            <p:cNvSpPr/>
            <p:nvPr/>
          </p:nvSpPr>
          <p:spPr>
            <a:xfrm>
              <a:off x="3918445" y="92800"/>
              <a:ext cx="19034" cy="28503"/>
            </a:xfrm>
            <a:prstGeom prst="rect">
              <a:avLst/>
            </a:prstGeom>
            <a:solidFill>
              <a:srgbClr val="96AFC7"/>
            </a:solidFill>
            <a:ln>
              <a:noFill/>
            </a:ln>
          </p:spPr>
        </p:sp>
        <p:sp>
          <p:nvSpPr>
            <p:cNvPr id="3442" name="Heatmap cell r4 c217"/>
            <p:cNvSpPr/>
            <p:nvPr/>
          </p:nvSpPr>
          <p:spPr>
            <a:xfrm>
              <a:off x="3937384" y="92800"/>
              <a:ext cx="17140" cy="28503"/>
            </a:xfrm>
            <a:prstGeom prst="rect">
              <a:avLst/>
            </a:prstGeom>
            <a:solidFill>
              <a:srgbClr val="FCF6F6"/>
            </a:solidFill>
            <a:ln>
              <a:noFill/>
            </a:ln>
          </p:spPr>
        </p:sp>
        <p:sp>
          <p:nvSpPr>
            <p:cNvPr id="3443" name="Heatmap cell r4 c218"/>
            <p:cNvSpPr/>
            <p:nvPr/>
          </p:nvSpPr>
          <p:spPr>
            <a:xfrm>
              <a:off x="3954429" y="92800"/>
              <a:ext cx="19034" cy="28503"/>
            </a:xfrm>
            <a:prstGeom prst="rect">
              <a:avLst/>
            </a:prstGeom>
            <a:solidFill>
              <a:srgbClr val="F5CFD2"/>
            </a:solidFill>
            <a:ln>
              <a:noFill/>
            </a:ln>
          </p:spPr>
        </p:sp>
        <p:sp>
          <p:nvSpPr>
            <p:cNvPr id="3444" name="Heatmap cell r4 c219"/>
            <p:cNvSpPr/>
            <p:nvPr/>
          </p:nvSpPr>
          <p:spPr>
            <a:xfrm>
              <a:off x="3973368" y="92800"/>
              <a:ext cx="17140" cy="28503"/>
            </a:xfrm>
            <a:prstGeom prst="rect">
              <a:avLst/>
            </a:prstGeom>
            <a:solidFill>
              <a:srgbClr val="DFE6ED"/>
            </a:solidFill>
            <a:ln>
              <a:noFill/>
            </a:ln>
          </p:spPr>
        </p:sp>
        <p:sp>
          <p:nvSpPr>
            <p:cNvPr id="3445" name="Heatmap cell r4 c221"/>
            <p:cNvSpPr/>
            <p:nvPr/>
          </p:nvSpPr>
          <p:spPr>
            <a:xfrm>
              <a:off x="4009351" y="92800"/>
              <a:ext cx="19034" cy="28503"/>
            </a:xfrm>
            <a:prstGeom prst="rect">
              <a:avLst/>
            </a:prstGeom>
            <a:solidFill>
              <a:srgbClr val="F4CDD0"/>
            </a:solidFill>
            <a:ln>
              <a:noFill/>
            </a:ln>
          </p:spPr>
        </p:sp>
        <p:sp>
          <p:nvSpPr>
            <p:cNvPr id="3446" name="Heatmap cell r4 c222"/>
            <p:cNvSpPr/>
            <p:nvPr/>
          </p:nvSpPr>
          <p:spPr>
            <a:xfrm>
              <a:off x="4028290" y="92800"/>
              <a:ext cx="17140" cy="28503"/>
            </a:xfrm>
            <a:prstGeom prst="rect">
              <a:avLst/>
            </a:prstGeom>
            <a:solidFill>
              <a:srgbClr val="326292"/>
            </a:solidFill>
            <a:ln>
              <a:noFill/>
            </a:ln>
          </p:spPr>
        </p:sp>
        <p:sp>
          <p:nvSpPr>
            <p:cNvPr id="3447" name="Heatmap cell r4 c223"/>
            <p:cNvSpPr/>
            <p:nvPr/>
          </p:nvSpPr>
          <p:spPr>
            <a:xfrm>
              <a:off x="4045335" y="92800"/>
              <a:ext cx="19034" cy="28503"/>
            </a:xfrm>
            <a:prstGeom prst="rect">
              <a:avLst/>
            </a:prstGeom>
            <a:solidFill>
              <a:srgbClr val="1E4F86"/>
            </a:solidFill>
            <a:ln>
              <a:noFill/>
            </a:ln>
          </p:spPr>
        </p:sp>
        <p:sp>
          <p:nvSpPr>
            <p:cNvPr id="3448" name="Heatmap cell r5 c1"/>
            <p:cNvSpPr/>
            <p:nvPr/>
          </p:nvSpPr>
          <p:spPr>
            <a:xfrm>
              <a:off x="13257" y="121209"/>
              <a:ext cx="45548" cy="26609"/>
            </a:xfrm>
            <a:prstGeom prst="rect">
              <a:avLst/>
            </a:prstGeom>
            <a:solidFill>
              <a:srgbClr val="155B9C"/>
            </a:solidFill>
            <a:ln>
              <a:noFill/>
            </a:ln>
          </p:spPr>
        </p:sp>
        <p:sp>
          <p:nvSpPr>
            <p:cNvPr id="3449" name="Heatmap cell r5 c3"/>
            <p:cNvSpPr/>
            <p:nvPr/>
          </p:nvSpPr>
          <p:spPr>
            <a:xfrm>
              <a:off x="71968" y="121209"/>
              <a:ext cx="17140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3450" name="Heatmap cell r5 c4"/>
            <p:cNvSpPr/>
            <p:nvPr/>
          </p:nvSpPr>
          <p:spPr>
            <a:xfrm>
              <a:off x="89013" y="121209"/>
              <a:ext cx="19034" cy="26609"/>
            </a:xfrm>
            <a:prstGeom prst="rect">
              <a:avLst/>
            </a:prstGeom>
            <a:solidFill>
              <a:srgbClr val="F7DADC"/>
            </a:solidFill>
            <a:ln>
              <a:noFill/>
            </a:ln>
          </p:spPr>
        </p:sp>
        <p:sp>
          <p:nvSpPr>
            <p:cNvPr id="3451" name="Heatmap cell r5 c5"/>
            <p:cNvSpPr/>
            <p:nvPr/>
          </p:nvSpPr>
          <p:spPr>
            <a:xfrm>
              <a:off x="107951" y="121209"/>
              <a:ext cx="17140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3452" name="Heatmap cell r5 c6"/>
            <p:cNvSpPr/>
            <p:nvPr/>
          </p:nvSpPr>
          <p:spPr>
            <a:xfrm>
              <a:off x="124996" y="121209"/>
              <a:ext cx="19034" cy="26609"/>
            </a:xfrm>
            <a:prstGeom prst="rect">
              <a:avLst/>
            </a:prstGeom>
            <a:solidFill>
              <a:srgbClr val="E6868E"/>
            </a:solidFill>
            <a:ln>
              <a:noFill/>
            </a:ln>
          </p:spPr>
        </p:sp>
        <p:sp>
          <p:nvSpPr>
            <p:cNvPr id="3453" name="Heatmap cell r5 c8"/>
            <p:cNvSpPr/>
            <p:nvPr/>
          </p:nvSpPr>
          <p:spPr>
            <a:xfrm>
              <a:off x="160980" y="121209"/>
              <a:ext cx="19034" cy="26609"/>
            </a:xfrm>
            <a:prstGeom prst="rect">
              <a:avLst/>
            </a:prstGeom>
            <a:solidFill>
              <a:srgbClr val="EFB4B9"/>
            </a:solidFill>
            <a:ln>
              <a:noFill/>
            </a:ln>
          </p:spPr>
        </p:sp>
        <p:sp>
          <p:nvSpPr>
            <p:cNvPr id="3454" name="Heatmap cell r5 c9"/>
            <p:cNvSpPr/>
            <p:nvPr/>
          </p:nvSpPr>
          <p:spPr>
            <a:xfrm>
              <a:off x="179919" y="121209"/>
              <a:ext cx="19034" cy="26609"/>
            </a:xfrm>
            <a:prstGeom prst="rect">
              <a:avLst/>
            </a:prstGeom>
            <a:solidFill>
              <a:srgbClr val="EDADB4"/>
            </a:solidFill>
            <a:ln>
              <a:noFill/>
            </a:ln>
          </p:spPr>
        </p:sp>
        <p:sp>
          <p:nvSpPr>
            <p:cNvPr id="3455" name="Heatmap cell r5 c10"/>
            <p:cNvSpPr/>
            <p:nvPr/>
          </p:nvSpPr>
          <p:spPr>
            <a:xfrm>
              <a:off x="198858" y="121209"/>
              <a:ext cx="17140" cy="26609"/>
            </a:xfrm>
            <a:prstGeom prst="rect">
              <a:avLst/>
            </a:prstGeom>
            <a:solidFill>
              <a:srgbClr val="E7929A"/>
            </a:solidFill>
            <a:ln>
              <a:noFill/>
            </a:ln>
          </p:spPr>
        </p:sp>
        <p:sp>
          <p:nvSpPr>
            <p:cNvPr id="3456" name="Heatmap cell r5 c11"/>
            <p:cNvSpPr/>
            <p:nvPr/>
          </p:nvSpPr>
          <p:spPr>
            <a:xfrm>
              <a:off x="215903" y="121209"/>
              <a:ext cx="19034" cy="26609"/>
            </a:xfrm>
            <a:prstGeom prst="rect">
              <a:avLst/>
            </a:prstGeom>
            <a:solidFill>
              <a:srgbClr val="E78E95"/>
            </a:solidFill>
            <a:ln>
              <a:noFill/>
            </a:ln>
          </p:spPr>
        </p:sp>
        <p:sp>
          <p:nvSpPr>
            <p:cNvPr id="3457" name="Heatmap cell r5 c12"/>
            <p:cNvSpPr/>
            <p:nvPr/>
          </p:nvSpPr>
          <p:spPr>
            <a:xfrm>
              <a:off x="234842" y="121209"/>
              <a:ext cx="17140" cy="26609"/>
            </a:xfrm>
            <a:prstGeom prst="rect">
              <a:avLst/>
            </a:prstGeom>
            <a:solidFill>
              <a:srgbClr val="D2DDE8"/>
            </a:solidFill>
            <a:ln>
              <a:noFill/>
            </a:ln>
          </p:spPr>
        </p:sp>
        <p:sp>
          <p:nvSpPr>
            <p:cNvPr id="3458" name="Heatmap cell r5 c13"/>
            <p:cNvSpPr/>
            <p:nvPr/>
          </p:nvSpPr>
          <p:spPr>
            <a:xfrm>
              <a:off x="251887" y="121209"/>
              <a:ext cx="19034" cy="26609"/>
            </a:xfrm>
            <a:prstGeom prst="rect">
              <a:avLst/>
            </a:prstGeom>
            <a:solidFill>
              <a:srgbClr val="E6868E"/>
            </a:solidFill>
            <a:ln>
              <a:noFill/>
            </a:ln>
          </p:spPr>
        </p:sp>
        <p:sp>
          <p:nvSpPr>
            <p:cNvPr id="3459" name="Heatmap cell r5 c14"/>
            <p:cNvSpPr/>
            <p:nvPr/>
          </p:nvSpPr>
          <p:spPr>
            <a:xfrm>
              <a:off x="270825" y="121209"/>
              <a:ext cx="17140" cy="26609"/>
            </a:xfrm>
            <a:prstGeom prst="rect">
              <a:avLst/>
            </a:prstGeom>
            <a:solidFill>
              <a:srgbClr val="F1C2C6"/>
            </a:solidFill>
            <a:ln>
              <a:noFill/>
            </a:ln>
          </p:spPr>
        </p:sp>
        <p:sp>
          <p:nvSpPr>
            <p:cNvPr id="3460" name="Heatmap cell r5 c15"/>
            <p:cNvSpPr/>
            <p:nvPr/>
          </p:nvSpPr>
          <p:spPr>
            <a:xfrm>
              <a:off x="287870" y="121209"/>
              <a:ext cx="19034" cy="26609"/>
            </a:xfrm>
            <a:prstGeom prst="rect">
              <a:avLst/>
            </a:prstGeom>
            <a:solidFill>
              <a:srgbClr val="F0BCC3"/>
            </a:solidFill>
            <a:ln>
              <a:noFill/>
            </a:ln>
          </p:spPr>
        </p:sp>
        <p:sp>
          <p:nvSpPr>
            <p:cNvPr id="3461" name="Heatmap cell r5 c16"/>
            <p:cNvSpPr/>
            <p:nvPr/>
          </p:nvSpPr>
          <p:spPr>
            <a:xfrm>
              <a:off x="306809" y="121209"/>
              <a:ext cx="17140" cy="26609"/>
            </a:xfrm>
            <a:prstGeom prst="rect">
              <a:avLst/>
            </a:prstGeom>
            <a:solidFill>
              <a:srgbClr val="ECAAAF"/>
            </a:solidFill>
            <a:ln>
              <a:noFill/>
            </a:ln>
          </p:spPr>
        </p:sp>
        <p:sp>
          <p:nvSpPr>
            <p:cNvPr id="3462" name="Heatmap cell r5 c17"/>
            <p:cNvSpPr/>
            <p:nvPr/>
          </p:nvSpPr>
          <p:spPr>
            <a:xfrm>
              <a:off x="323854" y="121209"/>
              <a:ext cx="19034" cy="26609"/>
            </a:xfrm>
            <a:prstGeom prst="rect">
              <a:avLst/>
            </a:prstGeom>
            <a:solidFill>
              <a:srgbClr val="EB9EA4"/>
            </a:solidFill>
            <a:ln>
              <a:noFill/>
            </a:ln>
          </p:spPr>
        </p:sp>
        <p:sp>
          <p:nvSpPr>
            <p:cNvPr id="3463" name="Heatmap cell r5 c18"/>
            <p:cNvSpPr/>
            <p:nvPr/>
          </p:nvSpPr>
          <p:spPr>
            <a:xfrm>
              <a:off x="342793" y="121209"/>
              <a:ext cx="17140" cy="26609"/>
            </a:xfrm>
            <a:prstGeom prst="rect">
              <a:avLst/>
            </a:prstGeom>
            <a:solidFill>
              <a:srgbClr val="E17680"/>
            </a:solidFill>
            <a:ln>
              <a:noFill/>
            </a:ln>
          </p:spPr>
        </p:sp>
        <p:sp>
          <p:nvSpPr>
            <p:cNvPr id="3464" name="Heatmap cell r5 c19"/>
            <p:cNvSpPr/>
            <p:nvPr/>
          </p:nvSpPr>
          <p:spPr>
            <a:xfrm>
              <a:off x="359838" y="121209"/>
              <a:ext cx="19034" cy="26609"/>
            </a:xfrm>
            <a:prstGeom prst="rect">
              <a:avLst/>
            </a:prstGeom>
            <a:solidFill>
              <a:srgbClr val="EFB8BD"/>
            </a:solidFill>
            <a:ln>
              <a:noFill/>
            </a:ln>
          </p:spPr>
        </p:sp>
        <p:sp>
          <p:nvSpPr>
            <p:cNvPr id="3465" name="Heatmap cell r5 c20"/>
            <p:cNvSpPr/>
            <p:nvPr/>
          </p:nvSpPr>
          <p:spPr>
            <a:xfrm>
              <a:off x="378777" y="121209"/>
              <a:ext cx="17140" cy="26609"/>
            </a:xfrm>
            <a:prstGeom prst="rect">
              <a:avLst/>
            </a:prstGeom>
            <a:solidFill>
              <a:srgbClr val="EFB8BD"/>
            </a:solidFill>
            <a:ln>
              <a:noFill/>
            </a:ln>
          </p:spPr>
        </p:sp>
        <p:sp>
          <p:nvSpPr>
            <p:cNvPr id="3466" name="Heatmap cell r5 c21"/>
            <p:cNvSpPr/>
            <p:nvPr/>
          </p:nvSpPr>
          <p:spPr>
            <a:xfrm>
              <a:off x="395822" y="121209"/>
              <a:ext cx="19034" cy="26609"/>
            </a:xfrm>
            <a:prstGeom prst="rect">
              <a:avLst/>
            </a:prstGeom>
            <a:solidFill>
              <a:srgbClr val="F1BEC3"/>
            </a:solidFill>
            <a:ln>
              <a:noFill/>
            </a:ln>
          </p:spPr>
        </p:sp>
        <p:sp>
          <p:nvSpPr>
            <p:cNvPr id="3467" name="Heatmap cell r5 c22"/>
            <p:cNvSpPr/>
            <p:nvPr/>
          </p:nvSpPr>
          <p:spPr>
            <a:xfrm>
              <a:off x="414760" y="121209"/>
              <a:ext cx="19034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3468" name="Heatmap cell r5 c23"/>
            <p:cNvSpPr/>
            <p:nvPr/>
          </p:nvSpPr>
          <p:spPr>
            <a:xfrm>
              <a:off x="433699" y="121209"/>
              <a:ext cx="17140" cy="26609"/>
            </a:xfrm>
            <a:prstGeom prst="rect">
              <a:avLst/>
            </a:prstGeom>
            <a:solidFill>
              <a:srgbClr val="C9D6E2"/>
            </a:solidFill>
            <a:ln>
              <a:noFill/>
            </a:ln>
          </p:spPr>
        </p:sp>
        <p:sp>
          <p:nvSpPr>
            <p:cNvPr id="3469" name="Heatmap cell r5 c24"/>
            <p:cNvSpPr/>
            <p:nvPr/>
          </p:nvSpPr>
          <p:spPr>
            <a:xfrm>
              <a:off x="450744" y="121209"/>
              <a:ext cx="19034" cy="26609"/>
            </a:xfrm>
            <a:prstGeom prst="rect">
              <a:avLst/>
            </a:prstGeom>
            <a:solidFill>
              <a:srgbClr val="F7E2E4"/>
            </a:solidFill>
            <a:ln>
              <a:noFill/>
            </a:ln>
          </p:spPr>
        </p:sp>
        <p:sp>
          <p:nvSpPr>
            <p:cNvPr id="3470" name="Heatmap cell r5 c25"/>
            <p:cNvSpPr/>
            <p:nvPr/>
          </p:nvSpPr>
          <p:spPr>
            <a:xfrm>
              <a:off x="469683" y="121209"/>
              <a:ext cx="17140" cy="26609"/>
            </a:xfrm>
            <a:prstGeom prst="rect">
              <a:avLst/>
            </a:prstGeom>
            <a:solidFill>
              <a:srgbClr val="F5CFD2"/>
            </a:solidFill>
            <a:ln>
              <a:noFill/>
            </a:ln>
          </p:spPr>
        </p:sp>
        <p:sp>
          <p:nvSpPr>
            <p:cNvPr id="3471" name="Heatmap cell r5 c26"/>
            <p:cNvSpPr/>
            <p:nvPr/>
          </p:nvSpPr>
          <p:spPr>
            <a:xfrm>
              <a:off x="486728" y="121209"/>
              <a:ext cx="19034" cy="26609"/>
            </a:xfrm>
            <a:prstGeom prst="rect">
              <a:avLst/>
            </a:prstGeom>
            <a:solidFill>
              <a:srgbClr val="EB9FA7"/>
            </a:solidFill>
            <a:ln>
              <a:noFill/>
            </a:ln>
          </p:spPr>
        </p:sp>
        <p:sp>
          <p:nvSpPr>
            <p:cNvPr id="3472" name="Heatmap cell r5 c27"/>
            <p:cNvSpPr/>
            <p:nvPr/>
          </p:nvSpPr>
          <p:spPr>
            <a:xfrm>
              <a:off x="505667" y="121209"/>
              <a:ext cx="17140" cy="26609"/>
            </a:xfrm>
            <a:prstGeom prst="rect">
              <a:avLst/>
            </a:prstGeom>
            <a:solidFill>
              <a:srgbClr val="EA9CA1"/>
            </a:solidFill>
            <a:ln>
              <a:noFill/>
            </a:ln>
          </p:spPr>
        </p:sp>
        <p:sp>
          <p:nvSpPr>
            <p:cNvPr id="3473" name="Heatmap cell r5 c28"/>
            <p:cNvSpPr/>
            <p:nvPr/>
          </p:nvSpPr>
          <p:spPr>
            <a:xfrm>
              <a:off x="522712" y="121209"/>
              <a:ext cx="19034" cy="26609"/>
            </a:xfrm>
            <a:prstGeom prst="rect">
              <a:avLst/>
            </a:prstGeom>
            <a:solidFill>
              <a:srgbClr val="EFB8BC"/>
            </a:solidFill>
            <a:ln>
              <a:noFill/>
            </a:ln>
          </p:spPr>
        </p:sp>
        <p:sp>
          <p:nvSpPr>
            <p:cNvPr id="3474" name="Heatmap cell r5 c29"/>
            <p:cNvSpPr/>
            <p:nvPr/>
          </p:nvSpPr>
          <p:spPr>
            <a:xfrm>
              <a:off x="541651" y="121209"/>
              <a:ext cx="17140" cy="26609"/>
            </a:xfrm>
            <a:prstGeom prst="rect">
              <a:avLst/>
            </a:prstGeom>
            <a:solidFill>
              <a:srgbClr val="E37C86"/>
            </a:solidFill>
            <a:ln>
              <a:noFill/>
            </a:ln>
          </p:spPr>
        </p:sp>
        <p:sp>
          <p:nvSpPr>
            <p:cNvPr id="3475" name="Heatmap cell r5 c30"/>
            <p:cNvSpPr/>
            <p:nvPr/>
          </p:nvSpPr>
          <p:spPr>
            <a:xfrm>
              <a:off x="558696" y="121209"/>
              <a:ext cx="19034" cy="26609"/>
            </a:xfrm>
            <a:prstGeom prst="rect">
              <a:avLst/>
            </a:prstGeom>
            <a:solidFill>
              <a:srgbClr val="BECFDD"/>
            </a:solidFill>
            <a:ln>
              <a:noFill/>
            </a:ln>
          </p:spPr>
        </p:sp>
        <p:sp>
          <p:nvSpPr>
            <p:cNvPr id="3476" name="Heatmap cell r5 c31"/>
            <p:cNvSpPr/>
            <p:nvPr/>
          </p:nvSpPr>
          <p:spPr>
            <a:xfrm>
              <a:off x="577634" y="121209"/>
              <a:ext cx="17140" cy="26609"/>
            </a:xfrm>
            <a:prstGeom prst="rect">
              <a:avLst/>
            </a:prstGeom>
            <a:solidFill>
              <a:srgbClr val="F6D6DA"/>
            </a:solidFill>
            <a:ln>
              <a:noFill/>
            </a:ln>
          </p:spPr>
        </p:sp>
        <p:sp>
          <p:nvSpPr>
            <p:cNvPr id="3477" name="Heatmap cell r5 c33"/>
            <p:cNvSpPr/>
            <p:nvPr/>
          </p:nvSpPr>
          <p:spPr>
            <a:xfrm>
              <a:off x="613618" y="121209"/>
              <a:ext cx="17140" cy="26609"/>
            </a:xfrm>
            <a:prstGeom prst="rect">
              <a:avLst/>
            </a:prstGeom>
            <a:solidFill>
              <a:srgbClr val="F0BAC0"/>
            </a:solidFill>
            <a:ln>
              <a:noFill/>
            </a:ln>
          </p:spPr>
        </p:sp>
        <p:sp>
          <p:nvSpPr>
            <p:cNvPr id="3478" name="Heatmap cell r5 c34"/>
            <p:cNvSpPr/>
            <p:nvPr/>
          </p:nvSpPr>
          <p:spPr>
            <a:xfrm>
              <a:off x="630663" y="121209"/>
              <a:ext cx="19034" cy="26609"/>
            </a:xfrm>
            <a:prstGeom prst="rect">
              <a:avLst/>
            </a:prstGeom>
            <a:solidFill>
              <a:srgbClr val="EDACB3"/>
            </a:solidFill>
            <a:ln>
              <a:noFill/>
            </a:ln>
          </p:spPr>
        </p:sp>
        <p:sp>
          <p:nvSpPr>
            <p:cNvPr id="3479" name="Heatmap cell r5 c35"/>
            <p:cNvSpPr/>
            <p:nvPr/>
          </p:nvSpPr>
          <p:spPr>
            <a:xfrm>
              <a:off x="649602" y="121209"/>
              <a:ext cx="19034" cy="26609"/>
            </a:xfrm>
            <a:prstGeom prst="rect">
              <a:avLst/>
            </a:prstGeom>
            <a:solidFill>
              <a:srgbClr val="E8ECF3"/>
            </a:solidFill>
            <a:ln>
              <a:noFill/>
            </a:ln>
          </p:spPr>
        </p:sp>
        <p:sp>
          <p:nvSpPr>
            <p:cNvPr id="3480" name="Heatmap cell r5 c36"/>
            <p:cNvSpPr/>
            <p:nvPr/>
          </p:nvSpPr>
          <p:spPr>
            <a:xfrm>
              <a:off x="668541" y="121209"/>
              <a:ext cx="17140" cy="26609"/>
            </a:xfrm>
            <a:prstGeom prst="rect">
              <a:avLst/>
            </a:prstGeom>
            <a:solidFill>
              <a:srgbClr val="DA4754"/>
            </a:solidFill>
            <a:ln>
              <a:noFill/>
            </a:ln>
          </p:spPr>
        </p:sp>
        <p:sp>
          <p:nvSpPr>
            <p:cNvPr id="3481" name="Heatmap cell r5 c37"/>
            <p:cNvSpPr/>
            <p:nvPr/>
          </p:nvSpPr>
          <p:spPr>
            <a:xfrm>
              <a:off x="685586" y="121209"/>
              <a:ext cx="19034" cy="26609"/>
            </a:xfrm>
            <a:prstGeom prst="rect">
              <a:avLst/>
            </a:prstGeom>
            <a:solidFill>
              <a:srgbClr val="E48189"/>
            </a:solidFill>
            <a:ln>
              <a:noFill/>
            </a:ln>
          </p:spPr>
        </p:sp>
        <p:sp>
          <p:nvSpPr>
            <p:cNvPr id="3482" name="Heatmap cell r5 c38"/>
            <p:cNvSpPr/>
            <p:nvPr/>
          </p:nvSpPr>
          <p:spPr>
            <a:xfrm>
              <a:off x="704525" y="121209"/>
              <a:ext cx="17140" cy="26609"/>
            </a:xfrm>
            <a:prstGeom prst="rect">
              <a:avLst/>
            </a:prstGeom>
            <a:solidFill>
              <a:srgbClr val="EFB5BA"/>
            </a:solidFill>
            <a:ln>
              <a:noFill/>
            </a:ln>
          </p:spPr>
        </p:sp>
        <p:sp>
          <p:nvSpPr>
            <p:cNvPr id="3483" name="Heatmap cell r5 c39"/>
            <p:cNvSpPr/>
            <p:nvPr/>
          </p:nvSpPr>
          <p:spPr>
            <a:xfrm>
              <a:off x="721570" y="121209"/>
              <a:ext cx="19034" cy="26609"/>
            </a:xfrm>
            <a:prstGeom prst="rect">
              <a:avLst/>
            </a:prstGeom>
            <a:solidFill>
              <a:srgbClr val="F1C3C8"/>
            </a:solidFill>
            <a:ln>
              <a:noFill/>
            </a:ln>
          </p:spPr>
        </p:sp>
        <p:sp>
          <p:nvSpPr>
            <p:cNvPr id="3484" name="Heatmap cell r5 c40"/>
            <p:cNvSpPr/>
            <p:nvPr/>
          </p:nvSpPr>
          <p:spPr>
            <a:xfrm>
              <a:off x="740508" y="121209"/>
              <a:ext cx="17140" cy="26609"/>
            </a:xfrm>
            <a:prstGeom prst="rect">
              <a:avLst/>
            </a:prstGeom>
            <a:solidFill>
              <a:srgbClr val="ECAAAF"/>
            </a:solidFill>
            <a:ln>
              <a:noFill/>
            </a:ln>
          </p:spPr>
        </p:sp>
        <p:sp>
          <p:nvSpPr>
            <p:cNvPr id="3485" name="Heatmap cell r5 c41"/>
            <p:cNvSpPr/>
            <p:nvPr/>
          </p:nvSpPr>
          <p:spPr>
            <a:xfrm>
              <a:off x="757553" y="121209"/>
              <a:ext cx="19034" cy="26609"/>
            </a:xfrm>
            <a:prstGeom prst="rect">
              <a:avLst/>
            </a:prstGeom>
            <a:solidFill>
              <a:srgbClr val="ECA8AE"/>
            </a:solidFill>
            <a:ln>
              <a:noFill/>
            </a:ln>
          </p:spPr>
        </p:sp>
        <p:sp>
          <p:nvSpPr>
            <p:cNvPr id="3486" name="Heatmap cell r5 c42"/>
            <p:cNvSpPr/>
            <p:nvPr/>
          </p:nvSpPr>
          <p:spPr>
            <a:xfrm>
              <a:off x="776492" y="121209"/>
              <a:ext cx="17140" cy="26609"/>
            </a:xfrm>
            <a:prstGeom prst="rect">
              <a:avLst/>
            </a:prstGeom>
            <a:solidFill>
              <a:srgbClr val="F8E6E8"/>
            </a:solidFill>
            <a:ln>
              <a:noFill/>
            </a:ln>
          </p:spPr>
        </p:sp>
        <p:sp>
          <p:nvSpPr>
            <p:cNvPr id="3487" name="Heatmap cell r5 c43"/>
            <p:cNvSpPr/>
            <p:nvPr/>
          </p:nvSpPr>
          <p:spPr>
            <a:xfrm>
              <a:off x="793537" y="121209"/>
              <a:ext cx="19034" cy="26609"/>
            </a:xfrm>
            <a:prstGeom prst="rect">
              <a:avLst/>
            </a:prstGeom>
            <a:solidFill>
              <a:srgbClr val="BECFDD"/>
            </a:solidFill>
            <a:ln>
              <a:noFill/>
            </a:ln>
          </p:spPr>
        </p:sp>
        <p:sp>
          <p:nvSpPr>
            <p:cNvPr id="3488" name="Heatmap cell r5 c44"/>
            <p:cNvSpPr/>
            <p:nvPr/>
          </p:nvSpPr>
          <p:spPr>
            <a:xfrm>
              <a:off x="812476" y="121209"/>
              <a:ext cx="17140" cy="26609"/>
            </a:xfrm>
            <a:prstGeom prst="rect">
              <a:avLst/>
            </a:prstGeom>
            <a:solidFill>
              <a:srgbClr val="D9E1EB"/>
            </a:solidFill>
            <a:ln>
              <a:noFill/>
            </a:ln>
          </p:spPr>
        </p:sp>
        <p:sp>
          <p:nvSpPr>
            <p:cNvPr id="3489" name="Heatmap cell r5 c45"/>
            <p:cNvSpPr/>
            <p:nvPr/>
          </p:nvSpPr>
          <p:spPr>
            <a:xfrm>
              <a:off x="829521" y="121209"/>
              <a:ext cx="19034" cy="26609"/>
            </a:xfrm>
            <a:prstGeom prst="rect">
              <a:avLst/>
            </a:prstGeom>
            <a:solidFill>
              <a:srgbClr val="F8E3E6"/>
            </a:solidFill>
            <a:ln>
              <a:noFill/>
            </a:ln>
          </p:spPr>
        </p:sp>
        <p:sp>
          <p:nvSpPr>
            <p:cNvPr id="3490" name="Heatmap cell r5 c46"/>
            <p:cNvSpPr/>
            <p:nvPr/>
          </p:nvSpPr>
          <p:spPr>
            <a:xfrm>
              <a:off x="848460" y="121209"/>
              <a:ext cx="17140" cy="26609"/>
            </a:xfrm>
            <a:prstGeom prst="rect">
              <a:avLst/>
            </a:prstGeom>
            <a:solidFill>
              <a:srgbClr val="E6868E"/>
            </a:solidFill>
            <a:ln>
              <a:noFill/>
            </a:ln>
          </p:spPr>
        </p:sp>
        <p:sp>
          <p:nvSpPr>
            <p:cNvPr id="3491" name="Heatmap cell r5 c47"/>
            <p:cNvSpPr/>
            <p:nvPr/>
          </p:nvSpPr>
          <p:spPr>
            <a:xfrm>
              <a:off x="865505" y="121209"/>
              <a:ext cx="19034" cy="26609"/>
            </a:xfrm>
            <a:prstGeom prst="rect">
              <a:avLst/>
            </a:prstGeom>
            <a:solidFill>
              <a:srgbClr val="DF646E"/>
            </a:solidFill>
            <a:ln>
              <a:noFill/>
            </a:ln>
          </p:spPr>
        </p:sp>
        <p:sp>
          <p:nvSpPr>
            <p:cNvPr id="3492" name="Heatmap cell r5 c48"/>
            <p:cNvSpPr/>
            <p:nvPr/>
          </p:nvSpPr>
          <p:spPr>
            <a:xfrm>
              <a:off x="884444" y="121209"/>
              <a:ext cx="19034" cy="26609"/>
            </a:xfrm>
            <a:prstGeom prst="rect">
              <a:avLst/>
            </a:prstGeom>
            <a:solidFill>
              <a:srgbClr val="F6D5D9"/>
            </a:solidFill>
            <a:ln>
              <a:noFill/>
            </a:ln>
          </p:spPr>
        </p:sp>
        <p:sp>
          <p:nvSpPr>
            <p:cNvPr id="3493" name="Heatmap cell r5 c49"/>
            <p:cNvSpPr/>
            <p:nvPr/>
          </p:nvSpPr>
          <p:spPr>
            <a:xfrm>
              <a:off x="903382" y="121209"/>
              <a:ext cx="17140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3494" name="Heatmap cell r5 c50"/>
            <p:cNvSpPr/>
            <p:nvPr/>
          </p:nvSpPr>
          <p:spPr>
            <a:xfrm>
              <a:off x="920427" y="121209"/>
              <a:ext cx="19034" cy="26609"/>
            </a:xfrm>
            <a:prstGeom prst="rect">
              <a:avLst/>
            </a:prstGeom>
            <a:solidFill>
              <a:srgbClr val="EDACB3"/>
            </a:solidFill>
            <a:ln>
              <a:noFill/>
            </a:ln>
          </p:spPr>
        </p:sp>
        <p:sp>
          <p:nvSpPr>
            <p:cNvPr id="3495" name="Heatmap cell r5 c51"/>
            <p:cNvSpPr/>
            <p:nvPr/>
          </p:nvSpPr>
          <p:spPr>
            <a:xfrm>
              <a:off x="939366" y="121209"/>
              <a:ext cx="17140" cy="26609"/>
            </a:xfrm>
            <a:prstGeom prst="rect">
              <a:avLst/>
            </a:prstGeom>
            <a:solidFill>
              <a:srgbClr val="E27781"/>
            </a:solidFill>
            <a:ln>
              <a:noFill/>
            </a:ln>
          </p:spPr>
        </p:sp>
        <p:sp>
          <p:nvSpPr>
            <p:cNvPr id="3496" name="Heatmap cell r5 c52"/>
            <p:cNvSpPr/>
            <p:nvPr/>
          </p:nvSpPr>
          <p:spPr>
            <a:xfrm>
              <a:off x="956411" y="121209"/>
              <a:ext cx="19034" cy="26609"/>
            </a:xfrm>
            <a:prstGeom prst="rect">
              <a:avLst/>
            </a:prstGeom>
            <a:solidFill>
              <a:srgbClr val="ECA7AD"/>
            </a:solidFill>
            <a:ln>
              <a:noFill/>
            </a:ln>
          </p:spPr>
        </p:sp>
        <p:sp>
          <p:nvSpPr>
            <p:cNvPr id="3497" name="Heatmap cell r5 c53"/>
            <p:cNvSpPr/>
            <p:nvPr/>
          </p:nvSpPr>
          <p:spPr>
            <a:xfrm>
              <a:off x="975350" y="121209"/>
              <a:ext cx="17140" cy="26609"/>
            </a:xfrm>
            <a:prstGeom prst="rect">
              <a:avLst/>
            </a:prstGeom>
            <a:solidFill>
              <a:srgbClr val="E17680"/>
            </a:solidFill>
            <a:ln>
              <a:noFill/>
            </a:ln>
          </p:spPr>
        </p:sp>
        <p:sp>
          <p:nvSpPr>
            <p:cNvPr id="3498" name="Heatmap cell r5 c54"/>
            <p:cNvSpPr/>
            <p:nvPr/>
          </p:nvSpPr>
          <p:spPr>
            <a:xfrm>
              <a:off x="992395" y="121209"/>
              <a:ext cx="19034" cy="26609"/>
            </a:xfrm>
            <a:prstGeom prst="rect">
              <a:avLst/>
            </a:prstGeom>
            <a:solidFill>
              <a:srgbClr val="E5838B"/>
            </a:solidFill>
            <a:ln>
              <a:noFill/>
            </a:ln>
          </p:spPr>
        </p:sp>
        <p:sp>
          <p:nvSpPr>
            <p:cNvPr id="3499" name="Heatmap cell r5 c55"/>
            <p:cNvSpPr/>
            <p:nvPr/>
          </p:nvSpPr>
          <p:spPr>
            <a:xfrm>
              <a:off x="1011334" y="121209"/>
              <a:ext cx="17140" cy="26609"/>
            </a:xfrm>
            <a:prstGeom prst="rect">
              <a:avLst/>
            </a:prstGeom>
            <a:solidFill>
              <a:srgbClr val="EFB8BC"/>
            </a:solidFill>
            <a:ln>
              <a:noFill/>
            </a:ln>
          </p:spPr>
        </p:sp>
        <p:sp>
          <p:nvSpPr>
            <p:cNvPr id="3500" name="Heatmap cell r5 c56"/>
            <p:cNvSpPr/>
            <p:nvPr/>
          </p:nvSpPr>
          <p:spPr>
            <a:xfrm>
              <a:off x="1028379" y="121209"/>
              <a:ext cx="19034" cy="26609"/>
            </a:xfrm>
            <a:prstGeom prst="rect">
              <a:avLst/>
            </a:prstGeom>
            <a:solidFill>
              <a:srgbClr val="ECAAAF"/>
            </a:solidFill>
            <a:ln>
              <a:noFill/>
            </a:ln>
          </p:spPr>
        </p:sp>
        <p:sp>
          <p:nvSpPr>
            <p:cNvPr id="3501" name="Heatmap cell r5 c57"/>
            <p:cNvSpPr/>
            <p:nvPr/>
          </p:nvSpPr>
          <p:spPr>
            <a:xfrm>
              <a:off x="1047318" y="121209"/>
              <a:ext cx="17140" cy="26609"/>
            </a:xfrm>
            <a:prstGeom prst="rect">
              <a:avLst/>
            </a:prstGeom>
            <a:solidFill>
              <a:srgbClr val="E48189"/>
            </a:solidFill>
            <a:ln>
              <a:noFill/>
            </a:ln>
          </p:spPr>
        </p:sp>
        <p:sp>
          <p:nvSpPr>
            <p:cNvPr id="3502" name="Heatmap cell r5 c58"/>
            <p:cNvSpPr/>
            <p:nvPr/>
          </p:nvSpPr>
          <p:spPr>
            <a:xfrm>
              <a:off x="1064363" y="121209"/>
              <a:ext cx="19034" cy="26609"/>
            </a:xfrm>
            <a:prstGeom prst="rect">
              <a:avLst/>
            </a:prstGeom>
            <a:solidFill>
              <a:srgbClr val="F0BDC2"/>
            </a:solidFill>
            <a:ln>
              <a:noFill/>
            </a:ln>
          </p:spPr>
        </p:sp>
        <p:sp>
          <p:nvSpPr>
            <p:cNvPr id="3503" name="Heatmap cell r5 c59"/>
            <p:cNvSpPr/>
            <p:nvPr/>
          </p:nvSpPr>
          <p:spPr>
            <a:xfrm>
              <a:off x="1083301" y="121209"/>
              <a:ext cx="17140" cy="26609"/>
            </a:xfrm>
            <a:prstGeom prst="rect">
              <a:avLst/>
            </a:prstGeom>
            <a:solidFill>
              <a:srgbClr val="ECA8AE"/>
            </a:solidFill>
            <a:ln>
              <a:noFill/>
            </a:ln>
          </p:spPr>
        </p:sp>
        <p:sp>
          <p:nvSpPr>
            <p:cNvPr id="3504" name="Heatmap cell r5 c60"/>
            <p:cNvSpPr/>
            <p:nvPr/>
          </p:nvSpPr>
          <p:spPr>
            <a:xfrm>
              <a:off x="1100346" y="121209"/>
              <a:ext cx="19034" cy="26609"/>
            </a:xfrm>
            <a:prstGeom prst="rect">
              <a:avLst/>
            </a:prstGeom>
            <a:solidFill>
              <a:srgbClr val="EFB8BD"/>
            </a:solidFill>
            <a:ln>
              <a:noFill/>
            </a:ln>
          </p:spPr>
        </p:sp>
        <p:sp>
          <p:nvSpPr>
            <p:cNvPr id="3505" name="Heatmap cell r5 c61"/>
            <p:cNvSpPr/>
            <p:nvPr/>
          </p:nvSpPr>
          <p:spPr>
            <a:xfrm>
              <a:off x="1119285" y="121209"/>
              <a:ext cx="19034" cy="26609"/>
            </a:xfrm>
            <a:prstGeom prst="rect">
              <a:avLst/>
            </a:prstGeom>
            <a:solidFill>
              <a:srgbClr val="E06C79"/>
            </a:solidFill>
            <a:ln>
              <a:noFill/>
            </a:ln>
          </p:spPr>
        </p:sp>
        <p:sp>
          <p:nvSpPr>
            <p:cNvPr id="3506" name="Heatmap cell r5 c62"/>
            <p:cNvSpPr/>
            <p:nvPr/>
          </p:nvSpPr>
          <p:spPr>
            <a:xfrm>
              <a:off x="1138224" y="121209"/>
              <a:ext cx="17140" cy="26609"/>
            </a:xfrm>
            <a:prstGeom prst="rect">
              <a:avLst/>
            </a:prstGeom>
            <a:solidFill>
              <a:srgbClr val="F5CED2"/>
            </a:solidFill>
            <a:ln>
              <a:noFill/>
            </a:ln>
          </p:spPr>
        </p:sp>
        <p:sp>
          <p:nvSpPr>
            <p:cNvPr id="3507" name="Heatmap cell r5 c63"/>
            <p:cNvSpPr/>
            <p:nvPr/>
          </p:nvSpPr>
          <p:spPr>
            <a:xfrm>
              <a:off x="1155269" y="121209"/>
              <a:ext cx="19034" cy="26609"/>
            </a:xfrm>
            <a:prstGeom prst="rect">
              <a:avLst/>
            </a:prstGeom>
            <a:solidFill>
              <a:srgbClr val="E3EAF0"/>
            </a:solidFill>
            <a:ln>
              <a:noFill/>
            </a:ln>
          </p:spPr>
        </p:sp>
        <p:sp>
          <p:nvSpPr>
            <p:cNvPr id="3508" name="Heatmap cell r5 c64"/>
            <p:cNvSpPr/>
            <p:nvPr/>
          </p:nvSpPr>
          <p:spPr>
            <a:xfrm>
              <a:off x="1174208" y="121209"/>
              <a:ext cx="17140" cy="26609"/>
            </a:xfrm>
            <a:prstGeom prst="rect">
              <a:avLst/>
            </a:prstGeom>
            <a:solidFill>
              <a:srgbClr val="EB9FA6"/>
            </a:solidFill>
            <a:ln>
              <a:noFill/>
            </a:ln>
          </p:spPr>
        </p:sp>
        <p:sp>
          <p:nvSpPr>
            <p:cNvPr id="3509" name="Heatmap cell r5 c65"/>
            <p:cNvSpPr/>
            <p:nvPr/>
          </p:nvSpPr>
          <p:spPr>
            <a:xfrm>
              <a:off x="1191253" y="121209"/>
              <a:ext cx="19034" cy="26609"/>
            </a:xfrm>
            <a:prstGeom prst="rect">
              <a:avLst/>
            </a:prstGeom>
            <a:solidFill>
              <a:srgbClr val="F8E3E6"/>
            </a:solidFill>
            <a:ln>
              <a:noFill/>
            </a:ln>
          </p:spPr>
        </p:sp>
        <p:sp>
          <p:nvSpPr>
            <p:cNvPr id="3510" name="Heatmap cell r5 c66"/>
            <p:cNvSpPr/>
            <p:nvPr/>
          </p:nvSpPr>
          <p:spPr>
            <a:xfrm>
              <a:off x="1210192" y="121209"/>
              <a:ext cx="17140" cy="26609"/>
            </a:xfrm>
            <a:prstGeom prst="rect">
              <a:avLst/>
            </a:prstGeom>
            <a:solidFill>
              <a:srgbClr val="E9969F"/>
            </a:solidFill>
            <a:ln>
              <a:noFill/>
            </a:ln>
          </p:spPr>
        </p:sp>
        <p:sp>
          <p:nvSpPr>
            <p:cNvPr id="3511" name="Heatmap cell r5 c67"/>
            <p:cNvSpPr/>
            <p:nvPr/>
          </p:nvSpPr>
          <p:spPr>
            <a:xfrm>
              <a:off x="1227236" y="121209"/>
              <a:ext cx="19034" cy="26609"/>
            </a:xfrm>
            <a:prstGeom prst="rect">
              <a:avLst/>
            </a:prstGeom>
            <a:solidFill>
              <a:srgbClr val="EA9CA1"/>
            </a:solidFill>
            <a:ln>
              <a:noFill/>
            </a:ln>
          </p:spPr>
        </p:sp>
        <p:sp>
          <p:nvSpPr>
            <p:cNvPr id="3512" name="Heatmap cell r5 c68"/>
            <p:cNvSpPr/>
            <p:nvPr/>
          </p:nvSpPr>
          <p:spPr>
            <a:xfrm>
              <a:off x="1246175" y="121209"/>
              <a:ext cx="17140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3513" name="Heatmap cell r5 c69"/>
            <p:cNvSpPr/>
            <p:nvPr/>
          </p:nvSpPr>
          <p:spPr>
            <a:xfrm>
              <a:off x="1263220" y="121209"/>
              <a:ext cx="19034" cy="26609"/>
            </a:xfrm>
            <a:prstGeom prst="rect">
              <a:avLst/>
            </a:prstGeom>
            <a:solidFill>
              <a:srgbClr val="F3C6CB"/>
            </a:solidFill>
            <a:ln>
              <a:noFill/>
            </a:ln>
          </p:spPr>
        </p:sp>
        <p:sp>
          <p:nvSpPr>
            <p:cNvPr id="3514" name="Heatmap cell r5 c70"/>
            <p:cNvSpPr/>
            <p:nvPr/>
          </p:nvSpPr>
          <p:spPr>
            <a:xfrm>
              <a:off x="1282159" y="121209"/>
              <a:ext cx="17140" cy="26609"/>
            </a:xfrm>
            <a:prstGeom prst="rect">
              <a:avLst/>
            </a:prstGeom>
            <a:solidFill>
              <a:srgbClr val="EB9FA7"/>
            </a:solidFill>
            <a:ln>
              <a:noFill/>
            </a:ln>
          </p:spPr>
        </p:sp>
        <p:sp>
          <p:nvSpPr>
            <p:cNvPr id="3515" name="Heatmap cell r5 c71"/>
            <p:cNvSpPr/>
            <p:nvPr/>
          </p:nvSpPr>
          <p:spPr>
            <a:xfrm>
              <a:off x="1299204" y="121209"/>
              <a:ext cx="19034" cy="26609"/>
            </a:xfrm>
            <a:prstGeom prst="rect">
              <a:avLst/>
            </a:prstGeom>
            <a:solidFill>
              <a:srgbClr val="EBA6AC"/>
            </a:solidFill>
            <a:ln>
              <a:noFill/>
            </a:ln>
          </p:spPr>
        </p:sp>
        <p:sp>
          <p:nvSpPr>
            <p:cNvPr id="3516" name="Heatmap cell r5 c72"/>
            <p:cNvSpPr/>
            <p:nvPr/>
          </p:nvSpPr>
          <p:spPr>
            <a:xfrm>
              <a:off x="1318143" y="121209"/>
              <a:ext cx="17140" cy="26609"/>
            </a:xfrm>
            <a:prstGeom prst="rect">
              <a:avLst/>
            </a:prstGeom>
            <a:solidFill>
              <a:srgbClr val="E06C78"/>
            </a:solidFill>
            <a:ln>
              <a:noFill/>
            </a:ln>
          </p:spPr>
        </p:sp>
        <p:sp>
          <p:nvSpPr>
            <p:cNvPr id="3517" name="Heatmap cell r5 c73"/>
            <p:cNvSpPr/>
            <p:nvPr/>
          </p:nvSpPr>
          <p:spPr>
            <a:xfrm>
              <a:off x="1335188" y="121209"/>
              <a:ext cx="19034" cy="26609"/>
            </a:xfrm>
            <a:prstGeom prst="rect">
              <a:avLst/>
            </a:prstGeom>
            <a:solidFill>
              <a:srgbClr val="EDAEB5"/>
            </a:solidFill>
            <a:ln>
              <a:noFill/>
            </a:ln>
          </p:spPr>
        </p:sp>
        <p:sp>
          <p:nvSpPr>
            <p:cNvPr id="3518" name="Heatmap cell r5 c74"/>
            <p:cNvSpPr/>
            <p:nvPr/>
          </p:nvSpPr>
          <p:spPr>
            <a:xfrm>
              <a:off x="1354127" y="121209"/>
              <a:ext cx="17140" cy="26609"/>
            </a:xfrm>
            <a:prstGeom prst="rect">
              <a:avLst/>
            </a:prstGeom>
            <a:solidFill>
              <a:srgbClr val="F7D3D6"/>
            </a:solidFill>
            <a:ln>
              <a:noFill/>
            </a:ln>
          </p:spPr>
        </p:sp>
        <p:sp>
          <p:nvSpPr>
            <p:cNvPr id="3519" name="Heatmap cell r5 c75"/>
            <p:cNvSpPr/>
            <p:nvPr/>
          </p:nvSpPr>
          <p:spPr>
            <a:xfrm>
              <a:off x="1371172" y="121209"/>
              <a:ext cx="19034" cy="26609"/>
            </a:xfrm>
            <a:prstGeom prst="rect">
              <a:avLst/>
            </a:prstGeom>
            <a:solidFill>
              <a:srgbClr val="F7D7DB"/>
            </a:solidFill>
            <a:ln>
              <a:noFill/>
            </a:ln>
          </p:spPr>
        </p:sp>
        <p:sp>
          <p:nvSpPr>
            <p:cNvPr id="3520" name="Heatmap cell r5 c76"/>
            <p:cNvSpPr/>
            <p:nvPr/>
          </p:nvSpPr>
          <p:spPr>
            <a:xfrm>
              <a:off x="1390110" y="121209"/>
              <a:ext cx="19034" cy="26609"/>
            </a:xfrm>
            <a:prstGeom prst="rect">
              <a:avLst/>
            </a:prstGeom>
            <a:solidFill>
              <a:srgbClr val="E4858D"/>
            </a:solidFill>
            <a:ln>
              <a:noFill/>
            </a:ln>
          </p:spPr>
        </p:sp>
        <p:sp>
          <p:nvSpPr>
            <p:cNvPr id="3521" name="Heatmap cell r5 c77"/>
            <p:cNvSpPr/>
            <p:nvPr/>
          </p:nvSpPr>
          <p:spPr>
            <a:xfrm>
              <a:off x="1409049" y="121209"/>
              <a:ext cx="17140" cy="26609"/>
            </a:xfrm>
            <a:prstGeom prst="rect">
              <a:avLst/>
            </a:prstGeom>
            <a:solidFill>
              <a:srgbClr val="EEB1B8"/>
            </a:solidFill>
            <a:ln>
              <a:noFill/>
            </a:ln>
          </p:spPr>
        </p:sp>
        <p:sp>
          <p:nvSpPr>
            <p:cNvPr id="3522" name="Heatmap cell r5 c78"/>
            <p:cNvSpPr/>
            <p:nvPr/>
          </p:nvSpPr>
          <p:spPr>
            <a:xfrm>
              <a:off x="1426094" y="121209"/>
              <a:ext cx="19034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3523" name="Heatmap cell r5 c79"/>
            <p:cNvSpPr/>
            <p:nvPr/>
          </p:nvSpPr>
          <p:spPr>
            <a:xfrm>
              <a:off x="1445033" y="121209"/>
              <a:ext cx="17140" cy="26609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</p:sp>
        <p:sp>
          <p:nvSpPr>
            <p:cNvPr id="3524" name="Heatmap cell r5 c80"/>
            <p:cNvSpPr/>
            <p:nvPr/>
          </p:nvSpPr>
          <p:spPr>
            <a:xfrm>
              <a:off x="1462078" y="121209"/>
              <a:ext cx="19034" cy="26609"/>
            </a:xfrm>
            <a:prstGeom prst="rect">
              <a:avLst/>
            </a:prstGeom>
            <a:solidFill>
              <a:srgbClr val="EFB5BA"/>
            </a:solidFill>
            <a:ln>
              <a:noFill/>
            </a:ln>
          </p:spPr>
        </p:sp>
        <p:sp>
          <p:nvSpPr>
            <p:cNvPr id="3525" name="Heatmap cell r5 c81"/>
            <p:cNvSpPr/>
            <p:nvPr/>
          </p:nvSpPr>
          <p:spPr>
            <a:xfrm>
              <a:off x="1481017" y="121209"/>
              <a:ext cx="17140" cy="26609"/>
            </a:xfrm>
            <a:prstGeom prst="rect">
              <a:avLst/>
            </a:prstGeom>
            <a:solidFill>
              <a:srgbClr val="EDAEB5"/>
            </a:solidFill>
            <a:ln>
              <a:noFill/>
            </a:ln>
          </p:spPr>
        </p:sp>
        <p:sp>
          <p:nvSpPr>
            <p:cNvPr id="3526" name="Heatmap cell r5 c82"/>
            <p:cNvSpPr/>
            <p:nvPr/>
          </p:nvSpPr>
          <p:spPr>
            <a:xfrm>
              <a:off x="1498062" y="121209"/>
              <a:ext cx="19034" cy="26609"/>
            </a:xfrm>
            <a:prstGeom prst="rect">
              <a:avLst/>
            </a:prstGeom>
            <a:solidFill>
              <a:srgbClr val="F4CDD0"/>
            </a:solidFill>
            <a:ln>
              <a:noFill/>
            </a:ln>
          </p:spPr>
        </p:sp>
        <p:sp>
          <p:nvSpPr>
            <p:cNvPr id="3527" name="Heatmap cell r5 c83"/>
            <p:cNvSpPr/>
            <p:nvPr/>
          </p:nvSpPr>
          <p:spPr>
            <a:xfrm>
              <a:off x="1517001" y="121209"/>
              <a:ext cx="17140" cy="26609"/>
            </a:xfrm>
            <a:prstGeom prst="rect">
              <a:avLst/>
            </a:prstGeom>
            <a:solidFill>
              <a:srgbClr val="EBA3AA"/>
            </a:solidFill>
            <a:ln>
              <a:noFill/>
            </a:ln>
          </p:spPr>
        </p:sp>
        <p:sp>
          <p:nvSpPr>
            <p:cNvPr id="3528" name="Heatmap cell r5 c84"/>
            <p:cNvSpPr/>
            <p:nvPr/>
          </p:nvSpPr>
          <p:spPr>
            <a:xfrm>
              <a:off x="1534046" y="121209"/>
              <a:ext cx="19034" cy="26609"/>
            </a:xfrm>
            <a:prstGeom prst="rect">
              <a:avLst/>
            </a:prstGeom>
            <a:solidFill>
              <a:srgbClr val="D43442"/>
            </a:solidFill>
            <a:ln>
              <a:noFill/>
            </a:ln>
          </p:spPr>
        </p:sp>
        <p:sp>
          <p:nvSpPr>
            <p:cNvPr id="3529" name="Heatmap cell r5 c85"/>
            <p:cNvSpPr/>
            <p:nvPr/>
          </p:nvSpPr>
          <p:spPr>
            <a:xfrm>
              <a:off x="1552984" y="121209"/>
              <a:ext cx="17140" cy="26609"/>
            </a:xfrm>
            <a:prstGeom prst="rect">
              <a:avLst/>
            </a:prstGeom>
            <a:solidFill>
              <a:srgbClr val="DF636E"/>
            </a:solidFill>
            <a:ln>
              <a:noFill/>
            </a:ln>
          </p:spPr>
        </p:sp>
        <p:sp>
          <p:nvSpPr>
            <p:cNvPr id="3530" name="Heatmap cell r5 c86"/>
            <p:cNvSpPr/>
            <p:nvPr/>
          </p:nvSpPr>
          <p:spPr>
            <a:xfrm>
              <a:off x="1570029" y="121209"/>
              <a:ext cx="19034" cy="26609"/>
            </a:xfrm>
            <a:prstGeom prst="rect">
              <a:avLst/>
            </a:prstGeom>
            <a:solidFill>
              <a:srgbClr val="EFF3F7"/>
            </a:solidFill>
            <a:ln>
              <a:noFill/>
            </a:ln>
          </p:spPr>
        </p:sp>
        <p:sp>
          <p:nvSpPr>
            <p:cNvPr id="3531" name="Heatmap cell r5 c87"/>
            <p:cNvSpPr/>
            <p:nvPr/>
          </p:nvSpPr>
          <p:spPr>
            <a:xfrm>
              <a:off x="1588968" y="121209"/>
              <a:ext cx="17140" cy="26609"/>
            </a:xfrm>
            <a:prstGeom prst="rect">
              <a:avLst/>
            </a:prstGeom>
            <a:solidFill>
              <a:srgbClr val="F1C2C6"/>
            </a:solidFill>
            <a:ln>
              <a:noFill/>
            </a:ln>
          </p:spPr>
        </p:sp>
        <p:sp>
          <p:nvSpPr>
            <p:cNvPr id="3532" name="Heatmap cell r5 c88"/>
            <p:cNvSpPr/>
            <p:nvPr/>
          </p:nvSpPr>
          <p:spPr>
            <a:xfrm>
              <a:off x="1606013" y="121209"/>
              <a:ext cx="19034" cy="26609"/>
            </a:xfrm>
            <a:prstGeom prst="rect">
              <a:avLst/>
            </a:prstGeom>
            <a:solidFill>
              <a:srgbClr val="ECA7AD"/>
            </a:solidFill>
            <a:ln>
              <a:noFill/>
            </a:ln>
          </p:spPr>
        </p:sp>
        <p:sp>
          <p:nvSpPr>
            <p:cNvPr id="3533" name="Heatmap cell r5 c89"/>
            <p:cNvSpPr/>
            <p:nvPr/>
          </p:nvSpPr>
          <p:spPr>
            <a:xfrm>
              <a:off x="1624952" y="121209"/>
              <a:ext cx="19034" cy="26609"/>
            </a:xfrm>
            <a:prstGeom prst="rect">
              <a:avLst/>
            </a:prstGeom>
            <a:solidFill>
              <a:srgbClr val="E7EBF1"/>
            </a:solidFill>
            <a:ln>
              <a:noFill/>
            </a:ln>
          </p:spPr>
        </p:sp>
        <p:sp>
          <p:nvSpPr>
            <p:cNvPr id="3534" name="Heatmap cell r5 c90"/>
            <p:cNvSpPr/>
            <p:nvPr/>
          </p:nvSpPr>
          <p:spPr>
            <a:xfrm>
              <a:off x="1643891" y="121209"/>
              <a:ext cx="17140" cy="26609"/>
            </a:xfrm>
            <a:prstGeom prst="rect">
              <a:avLst/>
            </a:prstGeom>
            <a:solidFill>
              <a:srgbClr val="E9969F"/>
            </a:solidFill>
            <a:ln>
              <a:noFill/>
            </a:ln>
          </p:spPr>
        </p:sp>
        <p:sp>
          <p:nvSpPr>
            <p:cNvPr id="3535" name="Heatmap cell r5 c91"/>
            <p:cNvSpPr/>
            <p:nvPr/>
          </p:nvSpPr>
          <p:spPr>
            <a:xfrm>
              <a:off x="1660936" y="121209"/>
              <a:ext cx="19034" cy="26609"/>
            </a:xfrm>
            <a:prstGeom prst="rect">
              <a:avLst/>
            </a:prstGeom>
            <a:solidFill>
              <a:srgbClr val="ECA8AE"/>
            </a:solidFill>
            <a:ln>
              <a:noFill/>
            </a:ln>
          </p:spPr>
        </p:sp>
        <p:sp>
          <p:nvSpPr>
            <p:cNvPr id="3536" name="Heatmap cell r5 c92"/>
            <p:cNvSpPr/>
            <p:nvPr/>
          </p:nvSpPr>
          <p:spPr>
            <a:xfrm>
              <a:off x="1679875" y="121209"/>
              <a:ext cx="17140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3537" name="Heatmap cell r5 c93"/>
            <p:cNvSpPr/>
            <p:nvPr/>
          </p:nvSpPr>
          <p:spPr>
            <a:xfrm>
              <a:off x="1696920" y="121209"/>
              <a:ext cx="19034" cy="26609"/>
            </a:xfrm>
            <a:prstGeom prst="rect">
              <a:avLst/>
            </a:prstGeom>
            <a:solidFill>
              <a:srgbClr val="E78993"/>
            </a:solidFill>
            <a:ln>
              <a:noFill/>
            </a:ln>
          </p:spPr>
        </p:sp>
        <p:sp>
          <p:nvSpPr>
            <p:cNvPr id="3538" name="Heatmap cell r5 c94"/>
            <p:cNvSpPr/>
            <p:nvPr/>
          </p:nvSpPr>
          <p:spPr>
            <a:xfrm>
              <a:off x="1715858" y="121209"/>
              <a:ext cx="17140" cy="26609"/>
            </a:xfrm>
            <a:prstGeom prst="rect">
              <a:avLst/>
            </a:prstGeom>
            <a:solidFill>
              <a:srgbClr val="F1BEC3"/>
            </a:solidFill>
            <a:ln>
              <a:noFill/>
            </a:ln>
          </p:spPr>
        </p:sp>
        <p:sp>
          <p:nvSpPr>
            <p:cNvPr id="3539" name="Heatmap cell r5 c95"/>
            <p:cNvSpPr/>
            <p:nvPr/>
          </p:nvSpPr>
          <p:spPr>
            <a:xfrm>
              <a:off x="1732903" y="121209"/>
              <a:ext cx="19034" cy="26609"/>
            </a:xfrm>
            <a:prstGeom prst="rect">
              <a:avLst/>
            </a:prstGeom>
            <a:solidFill>
              <a:srgbClr val="F2C8CD"/>
            </a:solidFill>
            <a:ln>
              <a:noFill/>
            </a:ln>
          </p:spPr>
        </p:sp>
        <p:sp>
          <p:nvSpPr>
            <p:cNvPr id="3540" name="Heatmap cell r5 c97"/>
            <p:cNvSpPr/>
            <p:nvPr/>
          </p:nvSpPr>
          <p:spPr>
            <a:xfrm>
              <a:off x="1768887" y="121209"/>
              <a:ext cx="19034" cy="26609"/>
            </a:xfrm>
            <a:prstGeom prst="rect">
              <a:avLst/>
            </a:prstGeom>
            <a:solidFill>
              <a:srgbClr val="F4CDD0"/>
            </a:solidFill>
            <a:ln>
              <a:noFill/>
            </a:ln>
          </p:spPr>
        </p:sp>
        <p:sp>
          <p:nvSpPr>
            <p:cNvPr id="3541" name="Heatmap cell r5 c98"/>
            <p:cNvSpPr/>
            <p:nvPr/>
          </p:nvSpPr>
          <p:spPr>
            <a:xfrm>
              <a:off x="1787826" y="121209"/>
              <a:ext cx="17140" cy="26609"/>
            </a:xfrm>
            <a:prstGeom prst="rect">
              <a:avLst/>
            </a:prstGeom>
            <a:solidFill>
              <a:srgbClr val="E9969F"/>
            </a:solidFill>
            <a:ln>
              <a:noFill/>
            </a:ln>
          </p:spPr>
        </p:sp>
        <p:sp>
          <p:nvSpPr>
            <p:cNvPr id="3542" name="Heatmap cell r5 c99"/>
            <p:cNvSpPr/>
            <p:nvPr/>
          </p:nvSpPr>
          <p:spPr>
            <a:xfrm>
              <a:off x="1804871" y="121209"/>
              <a:ext cx="19034" cy="26609"/>
            </a:xfrm>
            <a:prstGeom prst="rect">
              <a:avLst/>
            </a:prstGeom>
            <a:solidFill>
              <a:srgbClr val="EDB0B6"/>
            </a:solidFill>
            <a:ln>
              <a:noFill/>
            </a:ln>
          </p:spPr>
        </p:sp>
        <p:sp>
          <p:nvSpPr>
            <p:cNvPr id="3543" name="Heatmap cell r5 c100"/>
            <p:cNvSpPr/>
            <p:nvPr/>
          </p:nvSpPr>
          <p:spPr>
            <a:xfrm>
              <a:off x="1823810" y="121209"/>
              <a:ext cx="17140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3544" name="Heatmap cell r5 c101"/>
            <p:cNvSpPr/>
            <p:nvPr/>
          </p:nvSpPr>
          <p:spPr>
            <a:xfrm>
              <a:off x="1840855" y="121209"/>
              <a:ext cx="19034" cy="26609"/>
            </a:xfrm>
            <a:prstGeom prst="rect">
              <a:avLst/>
            </a:prstGeom>
            <a:solidFill>
              <a:srgbClr val="EBA3AA"/>
            </a:solidFill>
            <a:ln>
              <a:noFill/>
            </a:ln>
          </p:spPr>
        </p:sp>
        <p:sp>
          <p:nvSpPr>
            <p:cNvPr id="3545" name="Heatmap cell r5 c102"/>
            <p:cNvSpPr/>
            <p:nvPr/>
          </p:nvSpPr>
          <p:spPr>
            <a:xfrm>
              <a:off x="1859794" y="121209"/>
              <a:ext cx="19034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3546" name="Heatmap cell r5 c103"/>
            <p:cNvSpPr/>
            <p:nvPr/>
          </p:nvSpPr>
          <p:spPr>
            <a:xfrm>
              <a:off x="1878732" y="121209"/>
              <a:ext cx="17140" cy="26609"/>
            </a:xfrm>
            <a:prstGeom prst="rect">
              <a:avLst/>
            </a:prstGeom>
            <a:solidFill>
              <a:srgbClr val="AFC4D5"/>
            </a:solidFill>
            <a:ln>
              <a:noFill/>
            </a:ln>
          </p:spPr>
        </p:sp>
        <p:sp>
          <p:nvSpPr>
            <p:cNvPr id="3547" name="Heatmap cell r5 c104"/>
            <p:cNvSpPr/>
            <p:nvPr/>
          </p:nvSpPr>
          <p:spPr>
            <a:xfrm>
              <a:off x="1895777" y="121209"/>
              <a:ext cx="19034" cy="26609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3548" name="Heatmap cell r5 c105"/>
            <p:cNvSpPr/>
            <p:nvPr/>
          </p:nvSpPr>
          <p:spPr>
            <a:xfrm>
              <a:off x="1914716" y="121209"/>
              <a:ext cx="17140" cy="26609"/>
            </a:xfrm>
            <a:prstGeom prst="rect">
              <a:avLst/>
            </a:prstGeom>
            <a:solidFill>
              <a:srgbClr val="F7D9DB"/>
            </a:solidFill>
            <a:ln>
              <a:noFill/>
            </a:ln>
          </p:spPr>
        </p:sp>
        <p:sp>
          <p:nvSpPr>
            <p:cNvPr id="3549" name="Heatmap cell r5 c106"/>
            <p:cNvSpPr/>
            <p:nvPr/>
          </p:nvSpPr>
          <p:spPr>
            <a:xfrm>
              <a:off x="1931761" y="121209"/>
              <a:ext cx="19034" cy="26609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</p:sp>
        <p:sp>
          <p:nvSpPr>
            <p:cNvPr id="3550" name="Heatmap cell r5 c107"/>
            <p:cNvSpPr/>
            <p:nvPr/>
          </p:nvSpPr>
          <p:spPr>
            <a:xfrm>
              <a:off x="1950700" y="121209"/>
              <a:ext cx="17140" cy="26609"/>
            </a:xfrm>
            <a:prstGeom prst="rect">
              <a:avLst/>
            </a:prstGeom>
            <a:solidFill>
              <a:srgbClr val="F6D6DA"/>
            </a:solidFill>
            <a:ln>
              <a:noFill/>
            </a:ln>
          </p:spPr>
        </p:sp>
        <p:sp>
          <p:nvSpPr>
            <p:cNvPr id="3551" name="Heatmap cell r5 c108"/>
            <p:cNvSpPr/>
            <p:nvPr/>
          </p:nvSpPr>
          <p:spPr>
            <a:xfrm>
              <a:off x="1967745" y="121209"/>
              <a:ext cx="19034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3552" name="Heatmap cell r5 c110"/>
            <p:cNvSpPr/>
            <p:nvPr/>
          </p:nvSpPr>
          <p:spPr>
            <a:xfrm>
              <a:off x="2003729" y="121209"/>
              <a:ext cx="19034" cy="26609"/>
            </a:xfrm>
            <a:prstGeom prst="rect">
              <a:avLst/>
            </a:prstGeom>
            <a:solidFill>
              <a:srgbClr val="EDAEB5"/>
            </a:solidFill>
            <a:ln>
              <a:noFill/>
            </a:ln>
          </p:spPr>
        </p:sp>
        <p:sp>
          <p:nvSpPr>
            <p:cNvPr id="3553" name="Heatmap cell r5 c111"/>
            <p:cNvSpPr/>
            <p:nvPr/>
          </p:nvSpPr>
          <p:spPr>
            <a:xfrm>
              <a:off x="2022668" y="121209"/>
              <a:ext cx="17140" cy="26609"/>
            </a:xfrm>
            <a:prstGeom prst="rect">
              <a:avLst/>
            </a:prstGeom>
            <a:solidFill>
              <a:srgbClr val="EA99A0"/>
            </a:solidFill>
            <a:ln>
              <a:noFill/>
            </a:ln>
          </p:spPr>
        </p:sp>
        <p:sp>
          <p:nvSpPr>
            <p:cNvPr id="3554" name="Heatmap cell r5 c112"/>
            <p:cNvSpPr/>
            <p:nvPr/>
          </p:nvSpPr>
          <p:spPr>
            <a:xfrm>
              <a:off x="2039712" y="121209"/>
              <a:ext cx="19034" cy="26609"/>
            </a:xfrm>
            <a:prstGeom prst="rect">
              <a:avLst/>
            </a:prstGeom>
            <a:solidFill>
              <a:srgbClr val="F7E2E4"/>
            </a:solidFill>
            <a:ln>
              <a:noFill/>
            </a:ln>
          </p:spPr>
        </p:sp>
        <p:sp>
          <p:nvSpPr>
            <p:cNvPr id="3555" name="Heatmap cell r5 c113"/>
            <p:cNvSpPr/>
            <p:nvPr/>
          </p:nvSpPr>
          <p:spPr>
            <a:xfrm>
              <a:off x="2058651" y="121209"/>
              <a:ext cx="17140" cy="26609"/>
            </a:xfrm>
            <a:prstGeom prst="rect">
              <a:avLst/>
            </a:prstGeom>
            <a:solidFill>
              <a:srgbClr val="E4828A"/>
            </a:solidFill>
            <a:ln>
              <a:noFill/>
            </a:ln>
          </p:spPr>
        </p:sp>
        <p:sp>
          <p:nvSpPr>
            <p:cNvPr id="3556" name="Heatmap cell r5 c114"/>
            <p:cNvSpPr/>
            <p:nvPr/>
          </p:nvSpPr>
          <p:spPr>
            <a:xfrm>
              <a:off x="2075696" y="121209"/>
              <a:ext cx="19034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3557" name="Heatmap cell r5 c115"/>
            <p:cNvSpPr/>
            <p:nvPr/>
          </p:nvSpPr>
          <p:spPr>
            <a:xfrm>
              <a:off x="2094635" y="121209"/>
              <a:ext cx="19034" cy="26609"/>
            </a:xfrm>
            <a:prstGeom prst="rect">
              <a:avLst/>
            </a:prstGeom>
            <a:solidFill>
              <a:srgbClr val="EB9EA4"/>
            </a:solidFill>
            <a:ln>
              <a:noFill/>
            </a:ln>
          </p:spPr>
        </p:sp>
        <p:sp>
          <p:nvSpPr>
            <p:cNvPr id="3558" name="Heatmap cell r5 c116"/>
            <p:cNvSpPr/>
            <p:nvPr/>
          </p:nvSpPr>
          <p:spPr>
            <a:xfrm>
              <a:off x="2113574" y="121209"/>
              <a:ext cx="17140" cy="26609"/>
            </a:xfrm>
            <a:prstGeom prst="rect">
              <a:avLst/>
            </a:prstGeom>
            <a:solidFill>
              <a:srgbClr val="EBA4AC"/>
            </a:solidFill>
            <a:ln>
              <a:noFill/>
            </a:ln>
          </p:spPr>
        </p:sp>
        <p:sp>
          <p:nvSpPr>
            <p:cNvPr id="3559" name="Heatmap cell r5 c117"/>
            <p:cNvSpPr/>
            <p:nvPr/>
          </p:nvSpPr>
          <p:spPr>
            <a:xfrm>
              <a:off x="2130619" y="121209"/>
              <a:ext cx="19034" cy="26609"/>
            </a:xfrm>
            <a:prstGeom prst="rect">
              <a:avLst/>
            </a:prstGeom>
            <a:solidFill>
              <a:srgbClr val="F1C3C8"/>
            </a:solidFill>
            <a:ln>
              <a:noFill/>
            </a:ln>
          </p:spPr>
        </p:sp>
        <p:sp>
          <p:nvSpPr>
            <p:cNvPr id="3560" name="Heatmap cell r5 c118"/>
            <p:cNvSpPr/>
            <p:nvPr/>
          </p:nvSpPr>
          <p:spPr>
            <a:xfrm>
              <a:off x="2149558" y="121209"/>
              <a:ext cx="17140" cy="26609"/>
            </a:xfrm>
            <a:prstGeom prst="rect">
              <a:avLst/>
            </a:prstGeom>
            <a:solidFill>
              <a:srgbClr val="F7D9DB"/>
            </a:solidFill>
            <a:ln>
              <a:noFill/>
            </a:ln>
          </p:spPr>
        </p:sp>
        <p:sp>
          <p:nvSpPr>
            <p:cNvPr id="3561" name="Heatmap cell r5 c119"/>
            <p:cNvSpPr/>
            <p:nvPr/>
          </p:nvSpPr>
          <p:spPr>
            <a:xfrm>
              <a:off x="2166603" y="121209"/>
              <a:ext cx="19034" cy="26609"/>
            </a:xfrm>
            <a:prstGeom prst="rect">
              <a:avLst/>
            </a:prstGeom>
            <a:solidFill>
              <a:srgbClr val="EBA3AB"/>
            </a:solidFill>
            <a:ln>
              <a:noFill/>
            </a:ln>
          </p:spPr>
        </p:sp>
        <p:sp>
          <p:nvSpPr>
            <p:cNvPr id="3562" name="Heatmap cell r5 c120"/>
            <p:cNvSpPr/>
            <p:nvPr/>
          </p:nvSpPr>
          <p:spPr>
            <a:xfrm>
              <a:off x="2185542" y="121209"/>
              <a:ext cx="17140" cy="26609"/>
            </a:xfrm>
            <a:prstGeom prst="rect">
              <a:avLst/>
            </a:prstGeom>
            <a:solidFill>
              <a:srgbClr val="EB9FA7"/>
            </a:solidFill>
            <a:ln>
              <a:noFill/>
            </a:ln>
          </p:spPr>
        </p:sp>
        <p:sp>
          <p:nvSpPr>
            <p:cNvPr id="3563" name="Heatmap cell r5 c121"/>
            <p:cNvSpPr/>
            <p:nvPr/>
          </p:nvSpPr>
          <p:spPr>
            <a:xfrm>
              <a:off x="2202586" y="121209"/>
              <a:ext cx="19034" cy="26609"/>
            </a:xfrm>
            <a:prstGeom prst="rect">
              <a:avLst/>
            </a:prstGeom>
            <a:solidFill>
              <a:srgbClr val="EA9CA2"/>
            </a:solidFill>
            <a:ln>
              <a:noFill/>
            </a:ln>
          </p:spPr>
        </p:sp>
        <p:sp>
          <p:nvSpPr>
            <p:cNvPr id="3564" name="Heatmap cell r5 c122"/>
            <p:cNvSpPr/>
            <p:nvPr/>
          </p:nvSpPr>
          <p:spPr>
            <a:xfrm>
              <a:off x="2221525" y="121209"/>
              <a:ext cx="17140" cy="26609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3565" name="Heatmap cell r5 c123"/>
            <p:cNvSpPr/>
            <p:nvPr/>
          </p:nvSpPr>
          <p:spPr>
            <a:xfrm>
              <a:off x="2238570" y="121209"/>
              <a:ext cx="19034" cy="26609"/>
            </a:xfrm>
            <a:prstGeom prst="rect">
              <a:avLst/>
            </a:prstGeom>
            <a:solidFill>
              <a:srgbClr val="F6D5D9"/>
            </a:solidFill>
            <a:ln>
              <a:noFill/>
            </a:ln>
          </p:spPr>
        </p:sp>
        <p:sp>
          <p:nvSpPr>
            <p:cNvPr id="3566" name="Heatmap cell r5 c124"/>
            <p:cNvSpPr/>
            <p:nvPr/>
          </p:nvSpPr>
          <p:spPr>
            <a:xfrm>
              <a:off x="2257509" y="121209"/>
              <a:ext cx="17140" cy="26609"/>
            </a:xfrm>
            <a:prstGeom prst="rect">
              <a:avLst/>
            </a:prstGeom>
            <a:solidFill>
              <a:srgbClr val="F1C0C6"/>
            </a:solidFill>
            <a:ln>
              <a:noFill/>
            </a:ln>
          </p:spPr>
        </p:sp>
        <p:sp>
          <p:nvSpPr>
            <p:cNvPr id="3567" name="Heatmap cell r5 c125"/>
            <p:cNvSpPr/>
            <p:nvPr/>
          </p:nvSpPr>
          <p:spPr>
            <a:xfrm>
              <a:off x="2274554" y="121209"/>
              <a:ext cx="19034" cy="26609"/>
            </a:xfrm>
            <a:prstGeom prst="rect">
              <a:avLst/>
            </a:prstGeom>
            <a:solidFill>
              <a:srgbClr val="E37B85"/>
            </a:solidFill>
            <a:ln>
              <a:noFill/>
            </a:ln>
          </p:spPr>
        </p:sp>
        <p:sp>
          <p:nvSpPr>
            <p:cNvPr id="3568" name="Heatmap cell r5 c127"/>
            <p:cNvSpPr/>
            <p:nvPr/>
          </p:nvSpPr>
          <p:spPr>
            <a:xfrm>
              <a:off x="2310538" y="121209"/>
              <a:ext cx="19034" cy="26609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</p:sp>
        <p:sp>
          <p:nvSpPr>
            <p:cNvPr id="3569" name="Heatmap cell r5 c128"/>
            <p:cNvSpPr/>
            <p:nvPr/>
          </p:nvSpPr>
          <p:spPr>
            <a:xfrm>
              <a:off x="2329477" y="121209"/>
              <a:ext cx="19034" cy="26609"/>
            </a:xfrm>
            <a:prstGeom prst="rect">
              <a:avLst/>
            </a:prstGeom>
            <a:solidFill>
              <a:srgbClr val="E78D93"/>
            </a:solidFill>
            <a:ln>
              <a:noFill/>
            </a:ln>
          </p:spPr>
        </p:sp>
        <p:sp>
          <p:nvSpPr>
            <p:cNvPr id="3570" name="Heatmap cell r5 c129"/>
            <p:cNvSpPr/>
            <p:nvPr/>
          </p:nvSpPr>
          <p:spPr>
            <a:xfrm>
              <a:off x="2348416" y="121209"/>
              <a:ext cx="17140" cy="26609"/>
            </a:xfrm>
            <a:prstGeom prst="rect">
              <a:avLst/>
            </a:prstGeom>
            <a:solidFill>
              <a:srgbClr val="FDF9FA"/>
            </a:solidFill>
            <a:ln>
              <a:noFill/>
            </a:ln>
          </p:spPr>
        </p:sp>
        <p:sp>
          <p:nvSpPr>
            <p:cNvPr id="3571" name="Heatmap cell r5 c130"/>
            <p:cNvSpPr/>
            <p:nvPr/>
          </p:nvSpPr>
          <p:spPr>
            <a:xfrm>
              <a:off x="2365460" y="121209"/>
              <a:ext cx="19034" cy="26609"/>
            </a:xfrm>
            <a:prstGeom prst="rect">
              <a:avLst/>
            </a:prstGeom>
            <a:solidFill>
              <a:srgbClr val="DA4B58"/>
            </a:solidFill>
            <a:ln>
              <a:noFill/>
            </a:ln>
          </p:spPr>
        </p:sp>
        <p:sp>
          <p:nvSpPr>
            <p:cNvPr id="3572" name="Heatmap cell r5 c131"/>
            <p:cNvSpPr/>
            <p:nvPr/>
          </p:nvSpPr>
          <p:spPr>
            <a:xfrm>
              <a:off x="2384399" y="121209"/>
              <a:ext cx="17140" cy="26609"/>
            </a:xfrm>
            <a:prstGeom prst="rect">
              <a:avLst/>
            </a:prstGeom>
            <a:solidFill>
              <a:srgbClr val="F4CED1"/>
            </a:solidFill>
            <a:ln>
              <a:noFill/>
            </a:ln>
          </p:spPr>
        </p:sp>
        <p:sp>
          <p:nvSpPr>
            <p:cNvPr id="3573" name="Heatmap cell r5 c132"/>
            <p:cNvSpPr/>
            <p:nvPr/>
          </p:nvSpPr>
          <p:spPr>
            <a:xfrm>
              <a:off x="2401444" y="121209"/>
              <a:ext cx="19034" cy="26609"/>
            </a:xfrm>
            <a:prstGeom prst="rect">
              <a:avLst/>
            </a:prstGeom>
            <a:solidFill>
              <a:srgbClr val="F9E8E9"/>
            </a:solidFill>
            <a:ln>
              <a:noFill/>
            </a:ln>
          </p:spPr>
        </p:sp>
        <p:sp>
          <p:nvSpPr>
            <p:cNvPr id="3574" name="Heatmap cell r5 c133"/>
            <p:cNvSpPr/>
            <p:nvPr/>
          </p:nvSpPr>
          <p:spPr>
            <a:xfrm>
              <a:off x="2420383" y="121209"/>
              <a:ext cx="17140" cy="26609"/>
            </a:xfrm>
            <a:prstGeom prst="rect">
              <a:avLst/>
            </a:prstGeom>
            <a:solidFill>
              <a:srgbClr val="F3C5C8"/>
            </a:solidFill>
            <a:ln>
              <a:noFill/>
            </a:ln>
          </p:spPr>
        </p:sp>
        <p:sp>
          <p:nvSpPr>
            <p:cNvPr id="3575" name="Heatmap cell r5 c134"/>
            <p:cNvSpPr/>
            <p:nvPr/>
          </p:nvSpPr>
          <p:spPr>
            <a:xfrm>
              <a:off x="2437428" y="121209"/>
              <a:ext cx="19034" cy="26609"/>
            </a:xfrm>
            <a:prstGeom prst="rect">
              <a:avLst/>
            </a:prstGeom>
            <a:solidFill>
              <a:srgbClr val="F4CCD1"/>
            </a:solidFill>
            <a:ln>
              <a:noFill/>
            </a:ln>
          </p:spPr>
        </p:sp>
        <p:sp>
          <p:nvSpPr>
            <p:cNvPr id="3576" name="Heatmap cell r5 c135"/>
            <p:cNvSpPr/>
            <p:nvPr/>
          </p:nvSpPr>
          <p:spPr>
            <a:xfrm>
              <a:off x="2456367" y="121209"/>
              <a:ext cx="17140" cy="26609"/>
            </a:xfrm>
            <a:prstGeom prst="rect">
              <a:avLst/>
            </a:prstGeom>
            <a:solidFill>
              <a:srgbClr val="A1B8CE"/>
            </a:solidFill>
            <a:ln>
              <a:noFill/>
            </a:ln>
          </p:spPr>
        </p:sp>
        <p:sp>
          <p:nvSpPr>
            <p:cNvPr id="3577" name="Heatmap cell r5 c137"/>
            <p:cNvSpPr/>
            <p:nvPr/>
          </p:nvSpPr>
          <p:spPr>
            <a:xfrm>
              <a:off x="2492351" y="121209"/>
              <a:ext cx="17140" cy="26609"/>
            </a:xfrm>
            <a:prstGeom prst="rect">
              <a:avLst/>
            </a:prstGeom>
            <a:solidFill>
              <a:srgbClr val="F1F5F8"/>
            </a:solidFill>
            <a:ln>
              <a:noFill/>
            </a:ln>
          </p:spPr>
        </p:sp>
        <p:sp>
          <p:nvSpPr>
            <p:cNvPr id="3578" name="Heatmap cell r5 c138"/>
            <p:cNvSpPr/>
            <p:nvPr/>
          </p:nvSpPr>
          <p:spPr>
            <a:xfrm>
              <a:off x="2509396" y="121209"/>
              <a:ext cx="19034" cy="26609"/>
            </a:xfrm>
            <a:prstGeom prst="rect">
              <a:avLst/>
            </a:prstGeom>
            <a:solidFill>
              <a:srgbClr val="F0BAC0"/>
            </a:solidFill>
            <a:ln>
              <a:noFill/>
            </a:ln>
          </p:spPr>
        </p:sp>
        <p:sp>
          <p:nvSpPr>
            <p:cNvPr id="3579" name="Heatmap cell r5 c139"/>
            <p:cNvSpPr/>
            <p:nvPr/>
          </p:nvSpPr>
          <p:spPr>
            <a:xfrm>
              <a:off x="2528334" y="121209"/>
              <a:ext cx="17140" cy="26609"/>
            </a:xfrm>
            <a:prstGeom prst="rect">
              <a:avLst/>
            </a:prstGeom>
            <a:solidFill>
              <a:srgbClr val="AFC4D5"/>
            </a:solidFill>
            <a:ln>
              <a:noFill/>
            </a:ln>
          </p:spPr>
        </p:sp>
        <p:sp>
          <p:nvSpPr>
            <p:cNvPr id="3580" name="Heatmap cell r5 c140"/>
            <p:cNvSpPr/>
            <p:nvPr/>
          </p:nvSpPr>
          <p:spPr>
            <a:xfrm>
              <a:off x="2545379" y="121209"/>
              <a:ext cx="19034" cy="26609"/>
            </a:xfrm>
            <a:prstGeom prst="rect">
              <a:avLst/>
            </a:prstGeom>
            <a:solidFill>
              <a:srgbClr val="F1C4C7"/>
            </a:solidFill>
            <a:ln>
              <a:noFill/>
            </a:ln>
          </p:spPr>
        </p:sp>
        <p:sp>
          <p:nvSpPr>
            <p:cNvPr id="3581" name="Heatmap cell r5 c141"/>
            <p:cNvSpPr/>
            <p:nvPr/>
          </p:nvSpPr>
          <p:spPr>
            <a:xfrm>
              <a:off x="2564318" y="121209"/>
              <a:ext cx="19034" cy="26609"/>
            </a:xfrm>
            <a:prstGeom prst="rect">
              <a:avLst/>
            </a:prstGeom>
            <a:solidFill>
              <a:srgbClr val="F3C7CC"/>
            </a:solidFill>
            <a:ln>
              <a:noFill/>
            </a:ln>
          </p:spPr>
        </p:sp>
        <p:sp>
          <p:nvSpPr>
            <p:cNvPr id="3582" name="Heatmap cell r5 c142"/>
            <p:cNvSpPr/>
            <p:nvPr/>
          </p:nvSpPr>
          <p:spPr>
            <a:xfrm>
              <a:off x="2583257" y="121209"/>
              <a:ext cx="17140" cy="26609"/>
            </a:xfrm>
            <a:prstGeom prst="rect">
              <a:avLst/>
            </a:prstGeom>
            <a:solidFill>
              <a:srgbClr val="EB9FA6"/>
            </a:solidFill>
            <a:ln>
              <a:noFill/>
            </a:ln>
          </p:spPr>
        </p:sp>
        <p:sp>
          <p:nvSpPr>
            <p:cNvPr id="3583" name="Heatmap cell r5 c143"/>
            <p:cNvSpPr/>
            <p:nvPr/>
          </p:nvSpPr>
          <p:spPr>
            <a:xfrm>
              <a:off x="2600302" y="121209"/>
              <a:ext cx="19034" cy="26609"/>
            </a:xfrm>
            <a:prstGeom prst="rect">
              <a:avLst/>
            </a:prstGeom>
            <a:solidFill>
              <a:srgbClr val="EBEFF5"/>
            </a:solidFill>
            <a:ln>
              <a:noFill/>
            </a:ln>
          </p:spPr>
        </p:sp>
        <p:sp>
          <p:nvSpPr>
            <p:cNvPr id="3584" name="Heatmap cell r5 c144"/>
            <p:cNvSpPr/>
            <p:nvPr/>
          </p:nvSpPr>
          <p:spPr>
            <a:xfrm>
              <a:off x="2619241" y="121209"/>
              <a:ext cx="17140" cy="26609"/>
            </a:xfrm>
            <a:prstGeom prst="rect">
              <a:avLst/>
            </a:prstGeom>
            <a:solidFill>
              <a:srgbClr val="BCCDDD"/>
            </a:solidFill>
            <a:ln>
              <a:noFill/>
            </a:ln>
          </p:spPr>
        </p:sp>
        <p:sp>
          <p:nvSpPr>
            <p:cNvPr id="3585" name="Heatmap cell r5 c145"/>
            <p:cNvSpPr/>
            <p:nvPr/>
          </p:nvSpPr>
          <p:spPr>
            <a:xfrm>
              <a:off x="2636286" y="121209"/>
              <a:ext cx="19034" cy="26609"/>
            </a:xfrm>
            <a:prstGeom prst="rect">
              <a:avLst/>
            </a:prstGeom>
            <a:solidFill>
              <a:srgbClr val="EBA2A9"/>
            </a:solidFill>
            <a:ln>
              <a:noFill/>
            </a:ln>
          </p:spPr>
        </p:sp>
        <p:sp>
          <p:nvSpPr>
            <p:cNvPr id="3586" name="Heatmap cell r5 c146"/>
            <p:cNvSpPr/>
            <p:nvPr/>
          </p:nvSpPr>
          <p:spPr>
            <a:xfrm>
              <a:off x="2655225" y="121209"/>
              <a:ext cx="17140" cy="26609"/>
            </a:xfrm>
            <a:prstGeom prst="rect">
              <a:avLst/>
            </a:prstGeom>
            <a:solidFill>
              <a:srgbClr val="F7D9DB"/>
            </a:solidFill>
            <a:ln>
              <a:noFill/>
            </a:ln>
          </p:spPr>
        </p:sp>
        <p:sp>
          <p:nvSpPr>
            <p:cNvPr id="3587" name="Heatmap cell r5 c147"/>
            <p:cNvSpPr/>
            <p:nvPr/>
          </p:nvSpPr>
          <p:spPr>
            <a:xfrm>
              <a:off x="2672270" y="121209"/>
              <a:ext cx="19034" cy="26609"/>
            </a:xfrm>
            <a:prstGeom prst="rect">
              <a:avLst/>
            </a:prstGeom>
            <a:solidFill>
              <a:srgbClr val="EBA2A9"/>
            </a:solidFill>
            <a:ln>
              <a:noFill/>
            </a:ln>
          </p:spPr>
        </p:sp>
        <p:sp>
          <p:nvSpPr>
            <p:cNvPr id="3588" name="Heatmap cell r5 c148"/>
            <p:cNvSpPr/>
            <p:nvPr/>
          </p:nvSpPr>
          <p:spPr>
            <a:xfrm>
              <a:off x="2691208" y="121209"/>
              <a:ext cx="17140" cy="26609"/>
            </a:xfrm>
            <a:prstGeom prst="rect">
              <a:avLst/>
            </a:prstGeom>
            <a:solidFill>
              <a:srgbClr val="F8E3E6"/>
            </a:solidFill>
            <a:ln>
              <a:noFill/>
            </a:ln>
          </p:spPr>
        </p:sp>
        <p:sp>
          <p:nvSpPr>
            <p:cNvPr id="3589" name="Heatmap cell r5 c149"/>
            <p:cNvSpPr/>
            <p:nvPr/>
          </p:nvSpPr>
          <p:spPr>
            <a:xfrm>
              <a:off x="2708253" y="121209"/>
              <a:ext cx="19034" cy="26609"/>
            </a:xfrm>
            <a:prstGeom prst="rect">
              <a:avLst/>
            </a:prstGeom>
            <a:solidFill>
              <a:srgbClr val="E9959E"/>
            </a:solidFill>
            <a:ln>
              <a:noFill/>
            </a:ln>
          </p:spPr>
        </p:sp>
        <p:sp>
          <p:nvSpPr>
            <p:cNvPr id="3590" name="Heatmap cell r5 c150"/>
            <p:cNvSpPr/>
            <p:nvPr/>
          </p:nvSpPr>
          <p:spPr>
            <a:xfrm>
              <a:off x="2727192" y="121209"/>
              <a:ext cx="17140" cy="26609"/>
            </a:xfrm>
            <a:prstGeom prst="rect">
              <a:avLst/>
            </a:prstGeom>
            <a:solidFill>
              <a:srgbClr val="A1B8CE"/>
            </a:solidFill>
            <a:ln>
              <a:noFill/>
            </a:ln>
          </p:spPr>
        </p:sp>
        <p:sp>
          <p:nvSpPr>
            <p:cNvPr id="3591" name="Heatmap cell r5 c151"/>
            <p:cNvSpPr/>
            <p:nvPr/>
          </p:nvSpPr>
          <p:spPr>
            <a:xfrm>
              <a:off x="2744237" y="121209"/>
              <a:ext cx="19034" cy="26609"/>
            </a:xfrm>
            <a:prstGeom prst="rect">
              <a:avLst/>
            </a:prstGeom>
            <a:solidFill>
              <a:srgbClr val="E1E9EF"/>
            </a:solidFill>
            <a:ln>
              <a:noFill/>
            </a:ln>
          </p:spPr>
        </p:sp>
        <p:sp>
          <p:nvSpPr>
            <p:cNvPr id="3592" name="Heatmap cell r5 c152"/>
            <p:cNvSpPr/>
            <p:nvPr/>
          </p:nvSpPr>
          <p:spPr>
            <a:xfrm>
              <a:off x="2763176" y="121209"/>
              <a:ext cx="17140" cy="26609"/>
            </a:xfrm>
            <a:prstGeom prst="rect">
              <a:avLst/>
            </a:prstGeom>
            <a:solidFill>
              <a:srgbClr val="B6C7D9"/>
            </a:solidFill>
            <a:ln>
              <a:noFill/>
            </a:ln>
          </p:spPr>
        </p:sp>
        <p:sp>
          <p:nvSpPr>
            <p:cNvPr id="3593" name="Heatmap cell r5 c153"/>
            <p:cNvSpPr/>
            <p:nvPr/>
          </p:nvSpPr>
          <p:spPr>
            <a:xfrm>
              <a:off x="2780221" y="121209"/>
              <a:ext cx="19034" cy="26609"/>
            </a:xfrm>
            <a:prstGeom prst="rect">
              <a:avLst/>
            </a:prstGeom>
            <a:solidFill>
              <a:srgbClr val="F4CCD1"/>
            </a:solidFill>
            <a:ln>
              <a:noFill/>
            </a:ln>
          </p:spPr>
        </p:sp>
        <p:sp>
          <p:nvSpPr>
            <p:cNvPr id="3594" name="Heatmap cell r5 c154"/>
            <p:cNvSpPr/>
            <p:nvPr/>
          </p:nvSpPr>
          <p:spPr>
            <a:xfrm>
              <a:off x="2799160" y="121209"/>
              <a:ext cx="17140" cy="26609"/>
            </a:xfrm>
            <a:prstGeom prst="rect">
              <a:avLst/>
            </a:prstGeom>
            <a:solidFill>
              <a:srgbClr val="DB505E"/>
            </a:solidFill>
            <a:ln>
              <a:noFill/>
            </a:ln>
          </p:spPr>
        </p:sp>
        <p:sp>
          <p:nvSpPr>
            <p:cNvPr id="3595" name="Heatmap cell r5 c155"/>
            <p:cNvSpPr/>
            <p:nvPr/>
          </p:nvSpPr>
          <p:spPr>
            <a:xfrm>
              <a:off x="2816205" y="121209"/>
              <a:ext cx="19034" cy="26609"/>
            </a:xfrm>
            <a:prstGeom prst="rect">
              <a:avLst/>
            </a:prstGeom>
            <a:solidFill>
              <a:srgbClr val="F0BCC3"/>
            </a:solidFill>
            <a:ln>
              <a:noFill/>
            </a:ln>
          </p:spPr>
        </p:sp>
        <p:sp>
          <p:nvSpPr>
            <p:cNvPr id="3596" name="Heatmap cell r5 c156"/>
            <p:cNvSpPr/>
            <p:nvPr/>
          </p:nvSpPr>
          <p:spPr>
            <a:xfrm>
              <a:off x="2835144" y="121209"/>
              <a:ext cx="19034" cy="26609"/>
            </a:xfrm>
            <a:prstGeom prst="rect">
              <a:avLst/>
            </a:prstGeom>
            <a:solidFill>
              <a:srgbClr val="E9979F"/>
            </a:solidFill>
            <a:ln>
              <a:noFill/>
            </a:ln>
          </p:spPr>
        </p:sp>
        <p:sp>
          <p:nvSpPr>
            <p:cNvPr id="3597" name="Heatmap cell r5 c157"/>
            <p:cNvSpPr/>
            <p:nvPr/>
          </p:nvSpPr>
          <p:spPr>
            <a:xfrm>
              <a:off x="2854082" y="121209"/>
              <a:ext cx="17140" cy="26609"/>
            </a:xfrm>
            <a:prstGeom prst="rect">
              <a:avLst/>
            </a:prstGeom>
            <a:solidFill>
              <a:srgbClr val="EDACB3"/>
            </a:solidFill>
            <a:ln>
              <a:noFill/>
            </a:ln>
          </p:spPr>
        </p:sp>
        <p:sp>
          <p:nvSpPr>
            <p:cNvPr id="3598" name="Heatmap cell r5 c158"/>
            <p:cNvSpPr/>
            <p:nvPr/>
          </p:nvSpPr>
          <p:spPr>
            <a:xfrm>
              <a:off x="2871127" y="121209"/>
              <a:ext cx="19034" cy="26609"/>
            </a:xfrm>
            <a:prstGeom prst="rect">
              <a:avLst/>
            </a:prstGeom>
            <a:solidFill>
              <a:srgbClr val="90ABC5"/>
            </a:solidFill>
            <a:ln>
              <a:noFill/>
            </a:ln>
          </p:spPr>
        </p:sp>
        <p:sp>
          <p:nvSpPr>
            <p:cNvPr id="3599" name="Heatmap cell r5 c159"/>
            <p:cNvSpPr/>
            <p:nvPr/>
          </p:nvSpPr>
          <p:spPr>
            <a:xfrm>
              <a:off x="2890066" y="121209"/>
              <a:ext cx="17140" cy="26609"/>
            </a:xfrm>
            <a:prstGeom prst="rect">
              <a:avLst/>
            </a:prstGeom>
            <a:solidFill>
              <a:srgbClr val="F1C0C6"/>
            </a:solidFill>
            <a:ln>
              <a:noFill/>
            </a:ln>
          </p:spPr>
        </p:sp>
        <p:sp>
          <p:nvSpPr>
            <p:cNvPr id="3600" name="Heatmap cell r5 c160"/>
            <p:cNvSpPr/>
            <p:nvPr/>
          </p:nvSpPr>
          <p:spPr>
            <a:xfrm>
              <a:off x="2907111" y="121209"/>
              <a:ext cx="19034" cy="26609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3601" name="Heatmap cell r5 c161"/>
            <p:cNvSpPr/>
            <p:nvPr/>
          </p:nvSpPr>
          <p:spPr>
            <a:xfrm>
              <a:off x="2926050" y="121209"/>
              <a:ext cx="17140" cy="26609"/>
            </a:xfrm>
            <a:prstGeom prst="rect">
              <a:avLst/>
            </a:prstGeom>
            <a:solidFill>
              <a:srgbClr val="E4EBEF"/>
            </a:solidFill>
            <a:ln>
              <a:noFill/>
            </a:ln>
          </p:spPr>
        </p:sp>
        <p:sp>
          <p:nvSpPr>
            <p:cNvPr id="3602" name="Heatmap cell r5 c162"/>
            <p:cNvSpPr/>
            <p:nvPr/>
          </p:nvSpPr>
          <p:spPr>
            <a:xfrm>
              <a:off x="2943095" y="121209"/>
              <a:ext cx="19034" cy="26609"/>
            </a:xfrm>
            <a:prstGeom prst="rect">
              <a:avLst/>
            </a:prstGeom>
            <a:solidFill>
              <a:srgbClr val="D1DCE7"/>
            </a:solidFill>
            <a:ln>
              <a:noFill/>
            </a:ln>
          </p:spPr>
        </p:sp>
        <p:sp>
          <p:nvSpPr>
            <p:cNvPr id="3603" name="Heatmap cell r5 c163"/>
            <p:cNvSpPr/>
            <p:nvPr/>
          </p:nvSpPr>
          <p:spPr>
            <a:xfrm>
              <a:off x="2962034" y="121209"/>
              <a:ext cx="17140" cy="26609"/>
            </a:xfrm>
            <a:prstGeom prst="rect">
              <a:avLst/>
            </a:prstGeom>
            <a:solidFill>
              <a:srgbClr val="D7E1EB"/>
            </a:solidFill>
            <a:ln>
              <a:noFill/>
            </a:ln>
          </p:spPr>
        </p:sp>
        <p:sp>
          <p:nvSpPr>
            <p:cNvPr id="3604" name="Heatmap cell r5 c164"/>
            <p:cNvSpPr/>
            <p:nvPr/>
          </p:nvSpPr>
          <p:spPr>
            <a:xfrm>
              <a:off x="2979079" y="121209"/>
              <a:ext cx="19034" cy="26609"/>
            </a:xfrm>
            <a:prstGeom prst="rect">
              <a:avLst/>
            </a:prstGeom>
            <a:solidFill>
              <a:srgbClr val="D7E1EB"/>
            </a:solidFill>
            <a:ln>
              <a:noFill/>
            </a:ln>
          </p:spPr>
        </p:sp>
        <p:sp>
          <p:nvSpPr>
            <p:cNvPr id="3605" name="Heatmap cell r5 c165"/>
            <p:cNvSpPr/>
            <p:nvPr/>
          </p:nvSpPr>
          <p:spPr>
            <a:xfrm>
              <a:off x="2998018" y="121209"/>
              <a:ext cx="17140" cy="26609"/>
            </a:xfrm>
            <a:prstGeom prst="rect">
              <a:avLst/>
            </a:prstGeom>
            <a:solidFill>
              <a:srgbClr val="CFDBE6"/>
            </a:solidFill>
            <a:ln>
              <a:noFill/>
            </a:ln>
          </p:spPr>
        </p:sp>
        <p:sp>
          <p:nvSpPr>
            <p:cNvPr id="3606" name="Heatmap cell r5 c166"/>
            <p:cNvSpPr/>
            <p:nvPr/>
          </p:nvSpPr>
          <p:spPr>
            <a:xfrm>
              <a:off x="3015062" y="121209"/>
              <a:ext cx="19034" cy="26609"/>
            </a:xfrm>
            <a:prstGeom prst="rect">
              <a:avLst/>
            </a:prstGeom>
            <a:solidFill>
              <a:srgbClr val="E3EAF0"/>
            </a:solidFill>
            <a:ln>
              <a:noFill/>
            </a:ln>
          </p:spPr>
        </p:sp>
        <p:sp>
          <p:nvSpPr>
            <p:cNvPr id="3607" name="Heatmap cell r5 c167"/>
            <p:cNvSpPr/>
            <p:nvPr/>
          </p:nvSpPr>
          <p:spPr>
            <a:xfrm>
              <a:off x="3034001" y="121209"/>
              <a:ext cx="17140" cy="26609"/>
            </a:xfrm>
            <a:prstGeom prst="rect">
              <a:avLst/>
            </a:prstGeom>
            <a:solidFill>
              <a:srgbClr val="DFE6ED"/>
            </a:solidFill>
            <a:ln>
              <a:noFill/>
            </a:ln>
          </p:spPr>
        </p:sp>
        <p:sp>
          <p:nvSpPr>
            <p:cNvPr id="3608" name="Heatmap cell r5 c168"/>
            <p:cNvSpPr/>
            <p:nvPr/>
          </p:nvSpPr>
          <p:spPr>
            <a:xfrm>
              <a:off x="3051046" y="121209"/>
              <a:ext cx="19034" cy="26609"/>
            </a:xfrm>
            <a:prstGeom prst="rect">
              <a:avLst/>
            </a:prstGeom>
            <a:solidFill>
              <a:srgbClr val="F4CDD0"/>
            </a:solidFill>
            <a:ln>
              <a:noFill/>
            </a:ln>
          </p:spPr>
        </p:sp>
        <p:sp>
          <p:nvSpPr>
            <p:cNvPr id="3609" name="Heatmap cell r5 c169"/>
            <p:cNvSpPr/>
            <p:nvPr/>
          </p:nvSpPr>
          <p:spPr>
            <a:xfrm>
              <a:off x="3069985" y="121209"/>
              <a:ext cx="19034" cy="26609"/>
            </a:xfrm>
            <a:prstGeom prst="rect">
              <a:avLst/>
            </a:prstGeom>
            <a:solidFill>
              <a:srgbClr val="F6F8F9"/>
            </a:solidFill>
            <a:ln>
              <a:noFill/>
            </a:ln>
          </p:spPr>
        </p:sp>
        <p:sp>
          <p:nvSpPr>
            <p:cNvPr id="3610" name="Heatmap cell r5 c170"/>
            <p:cNvSpPr/>
            <p:nvPr/>
          </p:nvSpPr>
          <p:spPr>
            <a:xfrm>
              <a:off x="3088924" y="121209"/>
              <a:ext cx="17140" cy="26609"/>
            </a:xfrm>
            <a:prstGeom prst="rect">
              <a:avLst/>
            </a:prstGeom>
            <a:solidFill>
              <a:srgbClr val="D5DFEA"/>
            </a:solidFill>
            <a:ln>
              <a:noFill/>
            </a:ln>
          </p:spPr>
        </p:sp>
        <p:sp>
          <p:nvSpPr>
            <p:cNvPr id="3611" name="Heatmap cell r5 c172"/>
            <p:cNvSpPr/>
            <p:nvPr/>
          </p:nvSpPr>
          <p:spPr>
            <a:xfrm>
              <a:off x="3124908" y="121209"/>
              <a:ext cx="17140" cy="26609"/>
            </a:xfrm>
            <a:prstGeom prst="rect">
              <a:avLst/>
            </a:prstGeom>
            <a:solidFill>
              <a:srgbClr val="C2D0DE"/>
            </a:solidFill>
            <a:ln>
              <a:noFill/>
            </a:ln>
          </p:spPr>
        </p:sp>
        <p:sp>
          <p:nvSpPr>
            <p:cNvPr id="3612" name="Heatmap cell r5 c173"/>
            <p:cNvSpPr/>
            <p:nvPr/>
          </p:nvSpPr>
          <p:spPr>
            <a:xfrm>
              <a:off x="3141953" y="121209"/>
              <a:ext cx="19034" cy="26609"/>
            </a:xfrm>
            <a:prstGeom prst="rect">
              <a:avLst/>
            </a:prstGeom>
            <a:solidFill>
              <a:srgbClr val="EBF0F6"/>
            </a:solidFill>
            <a:ln>
              <a:noFill/>
            </a:ln>
          </p:spPr>
        </p:sp>
        <p:sp>
          <p:nvSpPr>
            <p:cNvPr id="3613" name="Heatmap cell r5 c174"/>
            <p:cNvSpPr/>
            <p:nvPr/>
          </p:nvSpPr>
          <p:spPr>
            <a:xfrm>
              <a:off x="3160892" y="121209"/>
              <a:ext cx="17140" cy="26609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3614" name="Heatmap cell r5 c175"/>
            <p:cNvSpPr/>
            <p:nvPr/>
          </p:nvSpPr>
          <p:spPr>
            <a:xfrm>
              <a:off x="3177936" y="121209"/>
              <a:ext cx="19034" cy="26609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3615" name="Heatmap cell r5 c177"/>
            <p:cNvSpPr/>
            <p:nvPr/>
          </p:nvSpPr>
          <p:spPr>
            <a:xfrm>
              <a:off x="3213920" y="121209"/>
              <a:ext cx="19034" cy="26609"/>
            </a:xfrm>
            <a:prstGeom prst="rect">
              <a:avLst/>
            </a:prstGeom>
            <a:solidFill>
              <a:srgbClr val="B1C4D5"/>
            </a:solidFill>
            <a:ln>
              <a:noFill/>
            </a:ln>
          </p:spPr>
        </p:sp>
        <p:sp>
          <p:nvSpPr>
            <p:cNvPr id="3616" name="Heatmap cell r5 c178"/>
            <p:cNvSpPr/>
            <p:nvPr/>
          </p:nvSpPr>
          <p:spPr>
            <a:xfrm>
              <a:off x="3232859" y="121209"/>
              <a:ext cx="17140" cy="26609"/>
            </a:xfrm>
            <a:prstGeom prst="rect">
              <a:avLst/>
            </a:prstGeom>
            <a:solidFill>
              <a:srgbClr val="ECF0F6"/>
            </a:solidFill>
            <a:ln>
              <a:noFill/>
            </a:ln>
          </p:spPr>
        </p:sp>
        <p:sp>
          <p:nvSpPr>
            <p:cNvPr id="3617" name="Heatmap cell r5 c179"/>
            <p:cNvSpPr/>
            <p:nvPr/>
          </p:nvSpPr>
          <p:spPr>
            <a:xfrm>
              <a:off x="3249904" y="121209"/>
              <a:ext cx="19034" cy="26609"/>
            </a:xfrm>
            <a:prstGeom prst="rect">
              <a:avLst/>
            </a:prstGeom>
            <a:solidFill>
              <a:srgbClr val="F7E2E4"/>
            </a:solidFill>
            <a:ln>
              <a:noFill/>
            </a:ln>
          </p:spPr>
        </p:sp>
        <p:sp>
          <p:nvSpPr>
            <p:cNvPr id="3618" name="Heatmap cell r5 c180"/>
            <p:cNvSpPr/>
            <p:nvPr/>
          </p:nvSpPr>
          <p:spPr>
            <a:xfrm>
              <a:off x="3268843" y="121209"/>
              <a:ext cx="17140" cy="26609"/>
            </a:xfrm>
            <a:prstGeom prst="rect">
              <a:avLst/>
            </a:prstGeom>
            <a:solidFill>
              <a:srgbClr val="C2D0DE"/>
            </a:solidFill>
            <a:ln>
              <a:noFill/>
            </a:ln>
          </p:spPr>
        </p:sp>
        <p:sp>
          <p:nvSpPr>
            <p:cNvPr id="3619" name="Heatmap cell r5 c181"/>
            <p:cNvSpPr/>
            <p:nvPr/>
          </p:nvSpPr>
          <p:spPr>
            <a:xfrm>
              <a:off x="3285888" y="121209"/>
              <a:ext cx="19034" cy="26609"/>
            </a:xfrm>
            <a:prstGeom prst="rect">
              <a:avLst/>
            </a:prstGeom>
            <a:solidFill>
              <a:srgbClr val="F0F4F7"/>
            </a:solidFill>
            <a:ln>
              <a:noFill/>
            </a:ln>
          </p:spPr>
        </p:sp>
        <p:sp>
          <p:nvSpPr>
            <p:cNvPr id="3620" name="Heatmap cell r5 c182"/>
            <p:cNvSpPr/>
            <p:nvPr/>
          </p:nvSpPr>
          <p:spPr>
            <a:xfrm>
              <a:off x="3304827" y="121209"/>
              <a:ext cx="19034" cy="26609"/>
            </a:xfrm>
            <a:prstGeom prst="rect">
              <a:avLst/>
            </a:prstGeom>
            <a:solidFill>
              <a:srgbClr val="EFF3F7"/>
            </a:solidFill>
            <a:ln>
              <a:noFill/>
            </a:ln>
          </p:spPr>
        </p:sp>
        <p:sp>
          <p:nvSpPr>
            <p:cNvPr id="3621" name="Heatmap cell r5 c183"/>
            <p:cNvSpPr/>
            <p:nvPr/>
          </p:nvSpPr>
          <p:spPr>
            <a:xfrm>
              <a:off x="3323765" y="121209"/>
              <a:ext cx="17140" cy="26609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3622" name="Heatmap cell r5 c184"/>
            <p:cNvSpPr/>
            <p:nvPr/>
          </p:nvSpPr>
          <p:spPr>
            <a:xfrm>
              <a:off x="3340810" y="121209"/>
              <a:ext cx="19034" cy="26609"/>
            </a:xfrm>
            <a:prstGeom prst="rect">
              <a:avLst/>
            </a:prstGeom>
            <a:solidFill>
              <a:srgbClr val="F5F7F9"/>
            </a:solidFill>
            <a:ln>
              <a:noFill/>
            </a:ln>
          </p:spPr>
        </p:sp>
        <p:sp>
          <p:nvSpPr>
            <p:cNvPr id="3623" name="Heatmap cell r5 c185"/>
            <p:cNvSpPr/>
            <p:nvPr/>
          </p:nvSpPr>
          <p:spPr>
            <a:xfrm>
              <a:off x="3359749" y="121209"/>
              <a:ext cx="17140" cy="26609"/>
            </a:xfrm>
            <a:prstGeom prst="rect">
              <a:avLst/>
            </a:prstGeom>
            <a:solidFill>
              <a:srgbClr val="F0F5F8"/>
            </a:solidFill>
            <a:ln>
              <a:noFill/>
            </a:ln>
          </p:spPr>
        </p:sp>
        <p:sp>
          <p:nvSpPr>
            <p:cNvPr id="3624" name="Heatmap cell r5 c186"/>
            <p:cNvSpPr/>
            <p:nvPr/>
          </p:nvSpPr>
          <p:spPr>
            <a:xfrm>
              <a:off x="3376794" y="121209"/>
              <a:ext cx="19034" cy="26609"/>
            </a:xfrm>
            <a:prstGeom prst="rect">
              <a:avLst/>
            </a:prstGeom>
            <a:solidFill>
              <a:srgbClr val="83A0BD"/>
            </a:solidFill>
            <a:ln>
              <a:noFill/>
            </a:ln>
          </p:spPr>
        </p:sp>
        <p:sp>
          <p:nvSpPr>
            <p:cNvPr id="3625" name="Heatmap cell r5 c187"/>
            <p:cNvSpPr/>
            <p:nvPr/>
          </p:nvSpPr>
          <p:spPr>
            <a:xfrm>
              <a:off x="3395733" y="121209"/>
              <a:ext cx="17140" cy="26609"/>
            </a:xfrm>
            <a:prstGeom prst="rect">
              <a:avLst/>
            </a:prstGeom>
            <a:solidFill>
              <a:srgbClr val="F0F4F7"/>
            </a:solidFill>
            <a:ln>
              <a:noFill/>
            </a:ln>
          </p:spPr>
        </p:sp>
        <p:sp>
          <p:nvSpPr>
            <p:cNvPr id="3626" name="Heatmap cell r5 c188"/>
            <p:cNvSpPr/>
            <p:nvPr/>
          </p:nvSpPr>
          <p:spPr>
            <a:xfrm>
              <a:off x="3412778" y="121209"/>
              <a:ext cx="19034" cy="26609"/>
            </a:xfrm>
            <a:prstGeom prst="rect">
              <a:avLst/>
            </a:prstGeom>
            <a:solidFill>
              <a:srgbClr val="EDB0B6"/>
            </a:solidFill>
            <a:ln>
              <a:noFill/>
            </a:ln>
          </p:spPr>
        </p:sp>
        <p:sp>
          <p:nvSpPr>
            <p:cNvPr id="3627" name="Heatmap cell r5 c189"/>
            <p:cNvSpPr/>
            <p:nvPr/>
          </p:nvSpPr>
          <p:spPr>
            <a:xfrm>
              <a:off x="3431717" y="121209"/>
              <a:ext cx="17140" cy="26609"/>
            </a:xfrm>
            <a:prstGeom prst="rect">
              <a:avLst/>
            </a:prstGeom>
            <a:solidFill>
              <a:srgbClr val="E89097"/>
            </a:solidFill>
            <a:ln>
              <a:noFill/>
            </a:ln>
          </p:spPr>
        </p:sp>
        <p:sp>
          <p:nvSpPr>
            <p:cNvPr id="3628" name="Heatmap cell r5 c190"/>
            <p:cNvSpPr/>
            <p:nvPr/>
          </p:nvSpPr>
          <p:spPr>
            <a:xfrm>
              <a:off x="3448762" y="121209"/>
              <a:ext cx="19034" cy="26609"/>
            </a:xfrm>
            <a:prstGeom prst="rect">
              <a:avLst/>
            </a:prstGeom>
            <a:solidFill>
              <a:srgbClr val="F0F4F7"/>
            </a:solidFill>
            <a:ln>
              <a:noFill/>
            </a:ln>
          </p:spPr>
        </p:sp>
        <p:sp>
          <p:nvSpPr>
            <p:cNvPr id="3629" name="Heatmap cell r5 c191"/>
            <p:cNvSpPr/>
            <p:nvPr/>
          </p:nvSpPr>
          <p:spPr>
            <a:xfrm>
              <a:off x="3467701" y="121209"/>
              <a:ext cx="17140" cy="26609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</p:sp>
        <p:sp>
          <p:nvSpPr>
            <p:cNvPr id="3630" name="Heatmap cell r5 c192"/>
            <p:cNvSpPr/>
            <p:nvPr/>
          </p:nvSpPr>
          <p:spPr>
            <a:xfrm>
              <a:off x="3484746" y="121209"/>
              <a:ext cx="19034" cy="26609"/>
            </a:xfrm>
            <a:prstGeom prst="rect">
              <a:avLst/>
            </a:prstGeom>
            <a:solidFill>
              <a:srgbClr val="C6D4E1"/>
            </a:solidFill>
            <a:ln>
              <a:noFill/>
            </a:ln>
          </p:spPr>
        </p:sp>
        <p:sp>
          <p:nvSpPr>
            <p:cNvPr id="3631" name="Heatmap cell r5 c193"/>
            <p:cNvSpPr/>
            <p:nvPr/>
          </p:nvSpPr>
          <p:spPr>
            <a:xfrm>
              <a:off x="3503684" y="121209"/>
              <a:ext cx="17140" cy="26609"/>
            </a:xfrm>
            <a:prstGeom prst="rect">
              <a:avLst/>
            </a:prstGeom>
            <a:solidFill>
              <a:srgbClr val="FCF6F6"/>
            </a:solidFill>
            <a:ln>
              <a:noFill/>
            </a:ln>
          </p:spPr>
        </p:sp>
        <p:sp>
          <p:nvSpPr>
            <p:cNvPr id="3632" name="Heatmap cell r5 c194"/>
            <p:cNvSpPr/>
            <p:nvPr/>
          </p:nvSpPr>
          <p:spPr>
            <a:xfrm>
              <a:off x="3520729" y="121209"/>
              <a:ext cx="19034" cy="26609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</p:sp>
        <p:sp>
          <p:nvSpPr>
            <p:cNvPr id="3633" name="Heatmap cell r5 c195"/>
            <p:cNvSpPr/>
            <p:nvPr/>
          </p:nvSpPr>
          <p:spPr>
            <a:xfrm>
              <a:off x="3539668" y="121209"/>
              <a:ext cx="19034" cy="26609"/>
            </a:xfrm>
            <a:prstGeom prst="rect">
              <a:avLst/>
            </a:prstGeom>
            <a:solidFill>
              <a:srgbClr val="EBA3AA"/>
            </a:solidFill>
            <a:ln>
              <a:noFill/>
            </a:ln>
          </p:spPr>
        </p:sp>
        <p:sp>
          <p:nvSpPr>
            <p:cNvPr id="3634" name="Heatmap cell r5 c196"/>
            <p:cNvSpPr/>
            <p:nvPr/>
          </p:nvSpPr>
          <p:spPr>
            <a:xfrm>
              <a:off x="3558607" y="121209"/>
              <a:ext cx="17140" cy="26609"/>
            </a:xfrm>
            <a:prstGeom prst="rect">
              <a:avLst/>
            </a:prstGeom>
            <a:solidFill>
              <a:srgbClr val="F8E3E6"/>
            </a:solidFill>
            <a:ln>
              <a:noFill/>
            </a:ln>
          </p:spPr>
        </p:sp>
        <p:sp>
          <p:nvSpPr>
            <p:cNvPr id="3635" name="Heatmap cell r5 c197"/>
            <p:cNvSpPr/>
            <p:nvPr/>
          </p:nvSpPr>
          <p:spPr>
            <a:xfrm>
              <a:off x="3575652" y="121209"/>
              <a:ext cx="19034" cy="26609"/>
            </a:xfrm>
            <a:prstGeom prst="rect">
              <a:avLst/>
            </a:prstGeom>
            <a:solidFill>
              <a:srgbClr val="B6C7D9"/>
            </a:solidFill>
            <a:ln>
              <a:noFill/>
            </a:ln>
          </p:spPr>
        </p:sp>
        <p:sp>
          <p:nvSpPr>
            <p:cNvPr id="3636" name="Heatmap cell r5 c198"/>
            <p:cNvSpPr/>
            <p:nvPr/>
          </p:nvSpPr>
          <p:spPr>
            <a:xfrm>
              <a:off x="3594591" y="121209"/>
              <a:ext cx="17140" cy="26609"/>
            </a:xfrm>
            <a:prstGeom prst="rect">
              <a:avLst/>
            </a:prstGeom>
            <a:solidFill>
              <a:srgbClr val="CCD7E3"/>
            </a:solidFill>
            <a:ln>
              <a:noFill/>
            </a:ln>
          </p:spPr>
        </p:sp>
        <p:sp>
          <p:nvSpPr>
            <p:cNvPr id="3637" name="Heatmap cell r5 c199"/>
            <p:cNvSpPr/>
            <p:nvPr/>
          </p:nvSpPr>
          <p:spPr>
            <a:xfrm>
              <a:off x="3611636" y="121209"/>
              <a:ext cx="19034" cy="26609"/>
            </a:xfrm>
            <a:prstGeom prst="rect">
              <a:avLst/>
            </a:prstGeom>
            <a:solidFill>
              <a:srgbClr val="FBF5F5"/>
            </a:solidFill>
            <a:ln>
              <a:noFill/>
            </a:ln>
          </p:spPr>
        </p:sp>
        <p:sp>
          <p:nvSpPr>
            <p:cNvPr id="3638" name="Heatmap cell r5 c200"/>
            <p:cNvSpPr/>
            <p:nvPr/>
          </p:nvSpPr>
          <p:spPr>
            <a:xfrm>
              <a:off x="3630575" y="121209"/>
              <a:ext cx="17140" cy="26609"/>
            </a:xfrm>
            <a:prstGeom prst="rect">
              <a:avLst/>
            </a:prstGeom>
            <a:solidFill>
              <a:srgbClr val="F8F8FA"/>
            </a:solidFill>
            <a:ln>
              <a:noFill/>
            </a:ln>
          </p:spPr>
        </p:sp>
        <p:sp>
          <p:nvSpPr>
            <p:cNvPr id="3639" name="Heatmap cell r5 c201"/>
            <p:cNvSpPr/>
            <p:nvPr/>
          </p:nvSpPr>
          <p:spPr>
            <a:xfrm>
              <a:off x="3647620" y="121209"/>
              <a:ext cx="19034" cy="26609"/>
            </a:xfrm>
            <a:prstGeom prst="rect">
              <a:avLst/>
            </a:prstGeom>
            <a:solidFill>
              <a:srgbClr val="EBA6AC"/>
            </a:solidFill>
            <a:ln>
              <a:noFill/>
            </a:ln>
          </p:spPr>
        </p:sp>
        <p:sp>
          <p:nvSpPr>
            <p:cNvPr id="3640" name="Heatmap cell r5 c202"/>
            <p:cNvSpPr/>
            <p:nvPr/>
          </p:nvSpPr>
          <p:spPr>
            <a:xfrm>
              <a:off x="3666558" y="121209"/>
              <a:ext cx="17140" cy="26609"/>
            </a:xfrm>
            <a:prstGeom prst="rect">
              <a:avLst/>
            </a:prstGeom>
            <a:solidFill>
              <a:srgbClr val="86A3C0"/>
            </a:solidFill>
            <a:ln>
              <a:noFill/>
            </a:ln>
          </p:spPr>
        </p:sp>
        <p:sp>
          <p:nvSpPr>
            <p:cNvPr id="3641" name="Heatmap cell r5 c203"/>
            <p:cNvSpPr/>
            <p:nvPr/>
          </p:nvSpPr>
          <p:spPr>
            <a:xfrm>
              <a:off x="3683603" y="121209"/>
              <a:ext cx="19034" cy="26609"/>
            </a:xfrm>
            <a:prstGeom prst="rect">
              <a:avLst/>
            </a:prstGeom>
            <a:solidFill>
              <a:srgbClr val="92ADC6"/>
            </a:solidFill>
            <a:ln>
              <a:noFill/>
            </a:ln>
          </p:spPr>
        </p:sp>
        <p:sp>
          <p:nvSpPr>
            <p:cNvPr id="3642" name="Heatmap cell r5 c204"/>
            <p:cNvSpPr/>
            <p:nvPr/>
          </p:nvSpPr>
          <p:spPr>
            <a:xfrm>
              <a:off x="3702542" y="121209"/>
              <a:ext cx="17140" cy="26609"/>
            </a:xfrm>
            <a:prstGeom prst="rect">
              <a:avLst/>
            </a:prstGeom>
            <a:solidFill>
              <a:srgbClr val="F3C9CE"/>
            </a:solidFill>
            <a:ln>
              <a:noFill/>
            </a:ln>
          </p:spPr>
        </p:sp>
        <p:sp>
          <p:nvSpPr>
            <p:cNvPr id="3643" name="Heatmap cell r5 c205"/>
            <p:cNvSpPr/>
            <p:nvPr/>
          </p:nvSpPr>
          <p:spPr>
            <a:xfrm>
              <a:off x="3719587" y="121209"/>
              <a:ext cx="19034" cy="26609"/>
            </a:xfrm>
            <a:prstGeom prst="rect">
              <a:avLst/>
            </a:prstGeom>
            <a:solidFill>
              <a:srgbClr val="A2B8CF"/>
            </a:solidFill>
            <a:ln>
              <a:noFill/>
            </a:ln>
          </p:spPr>
        </p:sp>
        <p:sp>
          <p:nvSpPr>
            <p:cNvPr id="3644" name="Heatmap cell r5 c206"/>
            <p:cNvSpPr/>
            <p:nvPr/>
          </p:nvSpPr>
          <p:spPr>
            <a:xfrm>
              <a:off x="3738526" y="121209"/>
              <a:ext cx="17140" cy="26609"/>
            </a:xfrm>
            <a:prstGeom prst="rect">
              <a:avLst/>
            </a:prstGeom>
            <a:solidFill>
              <a:srgbClr val="EBA9AE"/>
            </a:solidFill>
            <a:ln>
              <a:noFill/>
            </a:ln>
          </p:spPr>
        </p:sp>
        <p:sp>
          <p:nvSpPr>
            <p:cNvPr id="3645" name="Heatmap cell r5 c207"/>
            <p:cNvSpPr/>
            <p:nvPr/>
          </p:nvSpPr>
          <p:spPr>
            <a:xfrm>
              <a:off x="3755571" y="121209"/>
              <a:ext cx="19034" cy="26609"/>
            </a:xfrm>
            <a:prstGeom prst="rect">
              <a:avLst/>
            </a:prstGeom>
            <a:solidFill>
              <a:srgbClr val="F8E6E8"/>
            </a:solidFill>
            <a:ln>
              <a:noFill/>
            </a:ln>
          </p:spPr>
        </p:sp>
        <p:sp>
          <p:nvSpPr>
            <p:cNvPr id="3646" name="Heatmap cell r5 c208"/>
            <p:cNvSpPr/>
            <p:nvPr/>
          </p:nvSpPr>
          <p:spPr>
            <a:xfrm>
              <a:off x="3774510" y="121209"/>
              <a:ext cx="19034" cy="26609"/>
            </a:xfrm>
            <a:prstGeom prst="rect">
              <a:avLst/>
            </a:prstGeom>
            <a:solidFill>
              <a:srgbClr val="FCF8F9"/>
            </a:solidFill>
            <a:ln>
              <a:noFill/>
            </a:ln>
          </p:spPr>
        </p:sp>
        <p:sp>
          <p:nvSpPr>
            <p:cNvPr id="3647" name="Heatmap cell r5 c209"/>
            <p:cNvSpPr/>
            <p:nvPr/>
          </p:nvSpPr>
          <p:spPr>
            <a:xfrm>
              <a:off x="3793449" y="121209"/>
              <a:ext cx="17140" cy="26609"/>
            </a:xfrm>
            <a:prstGeom prst="rect">
              <a:avLst/>
            </a:prstGeom>
            <a:solidFill>
              <a:srgbClr val="EBA4AC"/>
            </a:solidFill>
            <a:ln>
              <a:noFill/>
            </a:ln>
          </p:spPr>
        </p:sp>
        <p:sp>
          <p:nvSpPr>
            <p:cNvPr id="3648" name="Heatmap cell r5 c210"/>
            <p:cNvSpPr/>
            <p:nvPr/>
          </p:nvSpPr>
          <p:spPr>
            <a:xfrm>
              <a:off x="3810494" y="121209"/>
              <a:ext cx="19034" cy="26609"/>
            </a:xfrm>
            <a:prstGeom prst="rect">
              <a:avLst/>
            </a:prstGeom>
            <a:solidFill>
              <a:srgbClr val="C5D2DF"/>
            </a:solidFill>
            <a:ln>
              <a:noFill/>
            </a:ln>
          </p:spPr>
        </p:sp>
        <p:sp>
          <p:nvSpPr>
            <p:cNvPr id="3649" name="Heatmap cell r5 c211"/>
            <p:cNvSpPr/>
            <p:nvPr/>
          </p:nvSpPr>
          <p:spPr>
            <a:xfrm>
              <a:off x="3829432" y="121209"/>
              <a:ext cx="17140" cy="26609"/>
            </a:xfrm>
            <a:prstGeom prst="rect">
              <a:avLst/>
            </a:prstGeom>
            <a:solidFill>
              <a:srgbClr val="86A3C0"/>
            </a:solidFill>
            <a:ln>
              <a:noFill/>
            </a:ln>
          </p:spPr>
        </p:sp>
        <p:sp>
          <p:nvSpPr>
            <p:cNvPr id="3650" name="Heatmap cell r5 c213"/>
            <p:cNvSpPr/>
            <p:nvPr/>
          </p:nvSpPr>
          <p:spPr>
            <a:xfrm>
              <a:off x="3865416" y="121209"/>
              <a:ext cx="17140" cy="26609"/>
            </a:xfrm>
            <a:prstGeom prst="rect">
              <a:avLst/>
            </a:prstGeom>
            <a:solidFill>
              <a:srgbClr val="FBF3F4"/>
            </a:solidFill>
            <a:ln>
              <a:noFill/>
            </a:ln>
          </p:spPr>
        </p:sp>
        <p:sp>
          <p:nvSpPr>
            <p:cNvPr id="3651" name="Heatmap cell r5 c216"/>
            <p:cNvSpPr/>
            <p:nvPr/>
          </p:nvSpPr>
          <p:spPr>
            <a:xfrm>
              <a:off x="3918445" y="121209"/>
              <a:ext cx="19034" cy="26609"/>
            </a:xfrm>
            <a:prstGeom prst="rect">
              <a:avLst/>
            </a:prstGeom>
            <a:solidFill>
              <a:srgbClr val="96AFC7"/>
            </a:solidFill>
            <a:ln>
              <a:noFill/>
            </a:ln>
          </p:spPr>
        </p:sp>
        <p:sp>
          <p:nvSpPr>
            <p:cNvPr id="3652" name="Heatmap cell r5 c217"/>
            <p:cNvSpPr/>
            <p:nvPr/>
          </p:nvSpPr>
          <p:spPr>
            <a:xfrm>
              <a:off x="3937384" y="121209"/>
              <a:ext cx="17140" cy="26609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3653" name="Heatmap cell r5 c218"/>
            <p:cNvSpPr/>
            <p:nvPr/>
          </p:nvSpPr>
          <p:spPr>
            <a:xfrm>
              <a:off x="3954429" y="121209"/>
              <a:ext cx="19034" cy="26609"/>
            </a:xfrm>
            <a:prstGeom prst="rect">
              <a:avLst/>
            </a:prstGeom>
            <a:solidFill>
              <a:srgbClr val="B3C5D6"/>
            </a:solidFill>
            <a:ln>
              <a:noFill/>
            </a:ln>
          </p:spPr>
        </p:sp>
        <p:sp>
          <p:nvSpPr>
            <p:cNvPr id="3654" name="Heatmap cell r5 c219"/>
            <p:cNvSpPr/>
            <p:nvPr/>
          </p:nvSpPr>
          <p:spPr>
            <a:xfrm>
              <a:off x="3973368" y="121209"/>
              <a:ext cx="17140" cy="26609"/>
            </a:xfrm>
            <a:prstGeom prst="rect">
              <a:avLst/>
            </a:prstGeom>
            <a:solidFill>
              <a:srgbClr val="CCD7E3"/>
            </a:solidFill>
            <a:ln>
              <a:noFill/>
            </a:ln>
          </p:spPr>
        </p:sp>
        <p:sp>
          <p:nvSpPr>
            <p:cNvPr id="3655" name="Heatmap cell r5 c220"/>
            <p:cNvSpPr/>
            <p:nvPr/>
          </p:nvSpPr>
          <p:spPr>
            <a:xfrm>
              <a:off x="3990412" y="121209"/>
              <a:ext cx="19034" cy="26609"/>
            </a:xfrm>
            <a:prstGeom prst="rect">
              <a:avLst/>
            </a:prstGeom>
            <a:solidFill>
              <a:srgbClr val="B9C9DB"/>
            </a:solidFill>
            <a:ln>
              <a:noFill/>
            </a:ln>
          </p:spPr>
        </p:sp>
        <p:sp>
          <p:nvSpPr>
            <p:cNvPr id="3656" name="Heatmap cell r5 c221"/>
            <p:cNvSpPr/>
            <p:nvPr/>
          </p:nvSpPr>
          <p:spPr>
            <a:xfrm>
              <a:off x="4009351" y="121209"/>
              <a:ext cx="19034" cy="26609"/>
            </a:xfrm>
            <a:prstGeom prst="rect">
              <a:avLst/>
            </a:prstGeom>
            <a:solidFill>
              <a:srgbClr val="A4BAD0"/>
            </a:solidFill>
            <a:ln>
              <a:noFill/>
            </a:ln>
          </p:spPr>
        </p:sp>
        <p:sp>
          <p:nvSpPr>
            <p:cNvPr id="3657" name="Heatmap cell r5 c222"/>
            <p:cNvSpPr/>
            <p:nvPr/>
          </p:nvSpPr>
          <p:spPr>
            <a:xfrm>
              <a:off x="4028290" y="121209"/>
              <a:ext cx="17140" cy="26609"/>
            </a:xfrm>
            <a:prstGeom prst="rect">
              <a:avLst/>
            </a:prstGeom>
            <a:solidFill>
              <a:srgbClr val="FBF3F4"/>
            </a:solidFill>
            <a:ln>
              <a:noFill/>
            </a:ln>
          </p:spPr>
        </p:sp>
        <p:sp>
          <p:nvSpPr>
            <p:cNvPr id="3658" name="Heatmap cell r5 c223"/>
            <p:cNvSpPr/>
            <p:nvPr/>
          </p:nvSpPr>
          <p:spPr>
            <a:xfrm>
              <a:off x="4045335" y="121209"/>
              <a:ext cx="19034" cy="26609"/>
            </a:xfrm>
            <a:prstGeom prst="rect">
              <a:avLst/>
            </a:prstGeom>
            <a:solidFill>
              <a:srgbClr val="D5DFE9"/>
            </a:solidFill>
            <a:ln>
              <a:noFill/>
            </a:ln>
          </p:spPr>
        </p:sp>
        <p:sp>
          <p:nvSpPr>
            <p:cNvPr id="3659" name="Heatmap cell r6 c1"/>
            <p:cNvSpPr/>
            <p:nvPr/>
          </p:nvSpPr>
          <p:spPr>
            <a:xfrm>
              <a:off x="13257" y="147723"/>
              <a:ext cx="45548" cy="26609"/>
            </a:xfrm>
            <a:prstGeom prst="rect">
              <a:avLst/>
            </a:prstGeom>
            <a:solidFill>
              <a:srgbClr val="155B9C"/>
            </a:solidFill>
            <a:ln>
              <a:noFill/>
            </a:ln>
          </p:spPr>
        </p:sp>
        <p:sp>
          <p:nvSpPr>
            <p:cNvPr id="3660" name="Heatmap cell r6 c3"/>
            <p:cNvSpPr/>
            <p:nvPr/>
          </p:nvSpPr>
          <p:spPr>
            <a:xfrm>
              <a:off x="71968" y="147723"/>
              <a:ext cx="17140" cy="26609"/>
            </a:xfrm>
            <a:prstGeom prst="rect">
              <a:avLst/>
            </a:prstGeom>
            <a:solidFill>
              <a:srgbClr val="F1C0C4"/>
            </a:solidFill>
            <a:ln>
              <a:noFill/>
            </a:ln>
          </p:spPr>
        </p:sp>
        <p:sp>
          <p:nvSpPr>
            <p:cNvPr id="3661" name="Heatmap cell r6 c4"/>
            <p:cNvSpPr/>
            <p:nvPr/>
          </p:nvSpPr>
          <p:spPr>
            <a:xfrm>
              <a:off x="89013" y="147723"/>
              <a:ext cx="19034" cy="26609"/>
            </a:xfrm>
            <a:prstGeom prst="rect">
              <a:avLst/>
            </a:prstGeom>
            <a:solidFill>
              <a:srgbClr val="EDAFB5"/>
            </a:solidFill>
            <a:ln>
              <a:noFill/>
            </a:ln>
          </p:spPr>
        </p:sp>
        <p:sp>
          <p:nvSpPr>
            <p:cNvPr id="3662" name="Heatmap cell r6 c5"/>
            <p:cNvSpPr/>
            <p:nvPr/>
          </p:nvSpPr>
          <p:spPr>
            <a:xfrm>
              <a:off x="107951" y="147723"/>
              <a:ext cx="17140" cy="26609"/>
            </a:xfrm>
            <a:prstGeom prst="rect">
              <a:avLst/>
            </a:prstGeom>
            <a:solidFill>
              <a:srgbClr val="F8DDDF"/>
            </a:solidFill>
            <a:ln>
              <a:noFill/>
            </a:ln>
          </p:spPr>
        </p:sp>
        <p:sp>
          <p:nvSpPr>
            <p:cNvPr id="3663" name="Heatmap cell r6 c6"/>
            <p:cNvSpPr/>
            <p:nvPr/>
          </p:nvSpPr>
          <p:spPr>
            <a:xfrm>
              <a:off x="124996" y="147723"/>
              <a:ext cx="19034" cy="26609"/>
            </a:xfrm>
            <a:prstGeom prst="rect">
              <a:avLst/>
            </a:prstGeom>
            <a:solidFill>
              <a:srgbClr val="F1C0C6"/>
            </a:solidFill>
            <a:ln>
              <a:noFill/>
            </a:ln>
          </p:spPr>
        </p:sp>
        <p:sp>
          <p:nvSpPr>
            <p:cNvPr id="3664" name="Heatmap cell r6 c7"/>
            <p:cNvSpPr/>
            <p:nvPr/>
          </p:nvSpPr>
          <p:spPr>
            <a:xfrm>
              <a:off x="143935" y="147723"/>
              <a:ext cx="17140" cy="26609"/>
            </a:xfrm>
            <a:prstGeom prst="rect">
              <a:avLst/>
            </a:prstGeom>
            <a:solidFill>
              <a:srgbClr val="E68892"/>
            </a:solidFill>
            <a:ln>
              <a:noFill/>
            </a:ln>
          </p:spPr>
        </p:sp>
        <p:sp>
          <p:nvSpPr>
            <p:cNvPr id="3665" name="Heatmap cell r6 c8"/>
            <p:cNvSpPr/>
            <p:nvPr/>
          </p:nvSpPr>
          <p:spPr>
            <a:xfrm>
              <a:off x="160980" y="147723"/>
              <a:ext cx="19034" cy="26609"/>
            </a:xfrm>
            <a:prstGeom prst="rect">
              <a:avLst/>
            </a:prstGeom>
            <a:solidFill>
              <a:srgbClr val="F1C0C6"/>
            </a:solidFill>
            <a:ln>
              <a:noFill/>
            </a:ln>
          </p:spPr>
        </p:sp>
        <p:sp>
          <p:nvSpPr>
            <p:cNvPr id="3666" name="Heatmap cell r6 c9"/>
            <p:cNvSpPr/>
            <p:nvPr/>
          </p:nvSpPr>
          <p:spPr>
            <a:xfrm>
              <a:off x="179919" y="147723"/>
              <a:ext cx="19034" cy="26609"/>
            </a:xfrm>
            <a:prstGeom prst="rect">
              <a:avLst/>
            </a:prstGeom>
            <a:solidFill>
              <a:srgbClr val="EA9DA3"/>
            </a:solidFill>
            <a:ln>
              <a:noFill/>
            </a:ln>
          </p:spPr>
        </p:sp>
        <p:sp>
          <p:nvSpPr>
            <p:cNvPr id="3667" name="Heatmap cell r6 c10"/>
            <p:cNvSpPr/>
            <p:nvPr/>
          </p:nvSpPr>
          <p:spPr>
            <a:xfrm>
              <a:off x="198858" y="147723"/>
              <a:ext cx="17140" cy="26609"/>
            </a:xfrm>
            <a:prstGeom prst="rect">
              <a:avLst/>
            </a:prstGeom>
            <a:solidFill>
              <a:srgbClr val="F8DEE0"/>
            </a:solidFill>
            <a:ln>
              <a:noFill/>
            </a:ln>
          </p:spPr>
        </p:sp>
        <p:sp>
          <p:nvSpPr>
            <p:cNvPr id="3668" name="Heatmap cell r6 c11"/>
            <p:cNvSpPr/>
            <p:nvPr/>
          </p:nvSpPr>
          <p:spPr>
            <a:xfrm>
              <a:off x="215903" y="147723"/>
              <a:ext cx="19034" cy="26609"/>
            </a:xfrm>
            <a:prstGeom prst="rect">
              <a:avLst/>
            </a:prstGeom>
            <a:solidFill>
              <a:srgbClr val="EB9EA4"/>
            </a:solidFill>
            <a:ln>
              <a:noFill/>
            </a:ln>
          </p:spPr>
        </p:sp>
        <p:sp>
          <p:nvSpPr>
            <p:cNvPr id="3669" name="Heatmap cell r6 c12"/>
            <p:cNvSpPr/>
            <p:nvPr/>
          </p:nvSpPr>
          <p:spPr>
            <a:xfrm>
              <a:off x="234842" y="147723"/>
              <a:ext cx="17140" cy="26609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670" name="Heatmap cell r6 c13"/>
            <p:cNvSpPr/>
            <p:nvPr/>
          </p:nvSpPr>
          <p:spPr>
            <a:xfrm>
              <a:off x="251887" y="147723"/>
              <a:ext cx="19034" cy="26609"/>
            </a:xfrm>
            <a:prstGeom prst="rect">
              <a:avLst/>
            </a:prstGeom>
            <a:solidFill>
              <a:srgbClr val="DF6B77"/>
            </a:solidFill>
            <a:ln>
              <a:noFill/>
            </a:ln>
          </p:spPr>
        </p:sp>
        <p:sp>
          <p:nvSpPr>
            <p:cNvPr id="3671" name="Heatmap cell r6 c14"/>
            <p:cNvSpPr/>
            <p:nvPr/>
          </p:nvSpPr>
          <p:spPr>
            <a:xfrm>
              <a:off x="270825" y="147723"/>
              <a:ext cx="17140" cy="26609"/>
            </a:xfrm>
            <a:prstGeom prst="rect">
              <a:avLst/>
            </a:prstGeom>
            <a:solidFill>
              <a:srgbClr val="F8E4E7"/>
            </a:solidFill>
            <a:ln>
              <a:noFill/>
            </a:ln>
          </p:spPr>
        </p:sp>
        <p:sp>
          <p:nvSpPr>
            <p:cNvPr id="3672" name="Heatmap cell r6 c15"/>
            <p:cNvSpPr/>
            <p:nvPr/>
          </p:nvSpPr>
          <p:spPr>
            <a:xfrm>
              <a:off x="287870" y="147723"/>
              <a:ext cx="19034" cy="26609"/>
            </a:xfrm>
            <a:prstGeom prst="rect">
              <a:avLst/>
            </a:prstGeom>
            <a:solidFill>
              <a:srgbClr val="F4CDD0"/>
            </a:solidFill>
            <a:ln>
              <a:noFill/>
            </a:ln>
          </p:spPr>
        </p:sp>
        <p:sp>
          <p:nvSpPr>
            <p:cNvPr id="3673" name="Heatmap cell r6 c16"/>
            <p:cNvSpPr/>
            <p:nvPr/>
          </p:nvSpPr>
          <p:spPr>
            <a:xfrm>
              <a:off x="306809" y="147723"/>
              <a:ext cx="17140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3674" name="Heatmap cell r6 c17"/>
            <p:cNvSpPr/>
            <p:nvPr/>
          </p:nvSpPr>
          <p:spPr>
            <a:xfrm>
              <a:off x="323854" y="147723"/>
              <a:ext cx="19034" cy="26609"/>
            </a:xfrm>
            <a:prstGeom prst="rect">
              <a:avLst/>
            </a:prstGeom>
            <a:solidFill>
              <a:srgbClr val="F4CDD0"/>
            </a:solidFill>
            <a:ln>
              <a:noFill/>
            </a:ln>
          </p:spPr>
        </p:sp>
        <p:sp>
          <p:nvSpPr>
            <p:cNvPr id="3675" name="Heatmap cell r6 c18"/>
            <p:cNvSpPr/>
            <p:nvPr/>
          </p:nvSpPr>
          <p:spPr>
            <a:xfrm>
              <a:off x="342793" y="147723"/>
              <a:ext cx="17140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3676" name="Heatmap cell r6 c19"/>
            <p:cNvSpPr/>
            <p:nvPr/>
          </p:nvSpPr>
          <p:spPr>
            <a:xfrm>
              <a:off x="359838" y="147723"/>
              <a:ext cx="19034" cy="26609"/>
            </a:xfrm>
            <a:prstGeom prst="rect">
              <a:avLst/>
            </a:prstGeom>
            <a:solidFill>
              <a:srgbClr val="F7E2E4"/>
            </a:solidFill>
            <a:ln>
              <a:noFill/>
            </a:ln>
          </p:spPr>
        </p:sp>
        <p:sp>
          <p:nvSpPr>
            <p:cNvPr id="3677" name="Heatmap cell r6 c20"/>
            <p:cNvSpPr/>
            <p:nvPr/>
          </p:nvSpPr>
          <p:spPr>
            <a:xfrm>
              <a:off x="378777" y="147723"/>
              <a:ext cx="17140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3678" name="Heatmap cell r6 c21"/>
            <p:cNvSpPr/>
            <p:nvPr/>
          </p:nvSpPr>
          <p:spPr>
            <a:xfrm>
              <a:off x="395822" y="147723"/>
              <a:ext cx="19034" cy="26609"/>
            </a:xfrm>
            <a:prstGeom prst="rect">
              <a:avLst/>
            </a:prstGeom>
            <a:solidFill>
              <a:srgbClr val="ECA8AE"/>
            </a:solidFill>
            <a:ln>
              <a:noFill/>
            </a:ln>
          </p:spPr>
        </p:sp>
        <p:sp>
          <p:nvSpPr>
            <p:cNvPr id="3679" name="Heatmap cell r6 c22"/>
            <p:cNvSpPr/>
            <p:nvPr/>
          </p:nvSpPr>
          <p:spPr>
            <a:xfrm>
              <a:off x="414760" y="147723"/>
              <a:ext cx="19034" cy="26609"/>
            </a:xfrm>
            <a:prstGeom prst="rect">
              <a:avLst/>
            </a:prstGeom>
            <a:solidFill>
              <a:srgbClr val="FBF3F4"/>
            </a:solidFill>
            <a:ln>
              <a:noFill/>
            </a:ln>
          </p:spPr>
        </p:sp>
        <p:sp>
          <p:nvSpPr>
            <p:cNvPr id="3680" name="Heatmap cell r6 c23"/>
            <p:cNvSpPr/>
            <p:nvPr/>
          </p:nvSpPr>
          <p:spPr>
            <a:xfrm>
              <a:off x="433699" y="147723"/>
              <a:ext cx="17140" cy="26609"/>
            </a:xfrm>
            <a:prstGeom prst="rect">
              <a:avLst/>
            </a:prstGeom>
            <a:solidFill>
              <a:srgbClr val="ACC1D3"/>
            </a:solidFill>
            <a:ln>
              <a:noFill/>
            </a:ln>
          </p:spPr>
        </p:sp>
        <p:sp>
          <p:nvSpPr>
            <p:cNvPr id="3681" name="Heatmap cell r6 c24"/>
            <p:cNvSpPr/>
            <p:nvPr/>
          </p:nvSpPr>
          <p:spPr>
            <a:xfrm>
              <a:off x="450744" y="147723"/>
              <a:ext cx="19034" cy="26609"/>
            </a:xfrm>
            <a:prstGeom prst="rect">
              <a:avLst/>
            </a:prstGeom>
            <a:solidFill>
              <a:srgbClr val="E68892"/>
            </a:solidFill>
            <a:ln>
              <a:noFill/>
            </a:ln>
          </p:spPr>
        </p:sp>
        <p:sp>
          <p:nvSpPr>
            <p:cNvPr id="3682" name="Heatmap cell r6 c25"/>
            <p:cNvSpPr/>
            <p:nvPr/>
          </p:nvSpPr>
          <p:spPr>
            <a:xfrm>
              <a:off x="469683" y="147723"/>
              <a:ext cx="17140" cy="26609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3683" name="Heatmap cell r6 c26"/>
            <p:cNvSpPr/>
            <p:nvPr/>
          </p:nvSpPr>
          <p:spPr>
            <a:xfrm>
              <a:off x="486728" y="147723"/>
              <a:ext cx="19034" cy="26609"/>
            </a:xfrm>
            <a:prstGeom prst="rect">
              <a:avLst/>
            </a:prstGeom>
            <a:solidFill>
              <a:srgbClr val="DF646E"/>
            </a:solidFill>
            <a:ln>
              <a:noFill/>
            </a:ln>
          </p:spPr>
        </p:sp>
        <p:sp>
          <p:nvSpPr>
            <p:cNvPr id="3684" name="Heatmap cell r6 c27"/>
            <p:cNvSpPr/>
            <p:nvPr/>
          </p:nvSpPr>
          <p:spPr>
            <a:xfrm>
              <a:off x="505667" y="147723"/>
              <a:ext cx="17140" cy="26609"/>
            </a:xfrm>
            <a:prstGeom prst="rect">
              <a:avLst/>
            </a:prstGeom>
            <a:solidFill>
              <a:srgbClr val="F1C0C6"/>
            </a:solidFill>
            <a:ln>
              <a:noFill/>
            </a:ln>
          </p:spPr>
        </p:sp>
        <p:sp>
          <p:nvSpPr>
            <p:cNvPr id="3685" name="Heatmap cell r6 c28"/>
            <p:cNvSpPr/>
            <p:nvPr/>
          </p:nvSpPr>
          <p:spPr>
            <a:xfrm>
              <a:off x="522712" y="147723"/>
              <a:ext cx="19034" cy="26609"/>
            </a:xfrm>
            <a:prstGeom prst="rect">
              <a:avLst/>
            </a:prstGeom>
            <a:solidFill>
              <a:srgbClr val="ECABB0"/>
            </a:solidFill>
            <a:ln>
              <a:noFill/>
            </a:ln>
          </p:spPr>
        </p:sp>
        <p:sp>
          <p:nvSpPr>
            <p:cNvPr id="3686" name="Heatmap cell r6 c29"/>
            <p:cNvSpPr/>
            <p:nvPr/>
          </p:nvSpPr>
          <p:spPr>
            <a:xfrm>
              <a:off x="541651" y="147723"/>
              <a:ext cx="17140" cy="26609"/>
            </a:xfrm>
            <a:prstGeom prst="rect">
              <a:avLst/>
            </a:prstGeom>
            <a:solidFill>
              <a:srgbClr val="EA9CA2"/>
            </a:solidFill>
            <a:ln>
              <a:noFill/>
            </a:ln>
          </p:spPr>
        </p:sp>
        <p:sp>
          <p:nvSpPr>
            <p:cNvPr id="3687" name="Heatmap cell r6 c30"/>
            <p:cNvSpPr/>
            <p:nvPr/>
          </p:nvSpPr>
          <p:spPr>
            <a:xfrm>
              <a:off x="558696" y="147723"/>
              <a:ext cx="19034" cy="26609"/>
            </a:xfrm>
            <a:prstGeom prst="rect">
              <a:avLst/>
            </a:prstGeom>
            <a:solidFill>
              <a:srgbClr val="EA99A0"/>
            </a:solidFill>
            <a:ln>
              <a:noFill/>
            </a:ln>
          </p:spPr>
        </p:sp>
        <p:sp>
          <p:nvSpPr>
            <p:cNvPr id="3688" name="Heatmap cell r6 c31"/>
            <p:cNvSpPr/>
            <p:nvPr/>
          </p:nvSpPr>
          <p:spPr>
            <a:xfrm>
              <a:off x="577634" y="147723"/>
              <a:ext cx="17140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3689" name="Heatmap cell r6 c32"/>
            <p:cNvSpPr/>
            <p:nvPr/>
          </p:nvSpPr>
          <p:spPr>
            <a:xfrm>
              <a:off x="594679" y="147723"/>
              <a:ext cx="19034" cy="26609"/>
            </a:xfrm>
            <a:prstGeom prst="rect">
              <a:avLst/>
            </a:prstGeom>
            <a:solidFill>
              <a:srgbClr val="EDACB3"/>
            </a:solidFill>
            <a:ln>
              <a:noFill/>
            </a:ln>
          </p:spPr>
        </p:sp>
        <p:sp>
          <p:nvSpPr>
            <p:cNvPr id="3690" name="Heatmap cell r6 c33"/>
            <p:cNvSpPr/>
            <p:nvPr/>
          </p:nvSpPr>
          <p:spPr>
            <a:xfrm>
              <a:off x="613618" y="147723"/>
              <a:ext cx="17140" cy="26609"/>
            </a:xfrm>
            <a:prstGeom prst="rect">
              <a:avLst/>
            </a:prstGeom>
            <a:solidFill>
              <a:srgbClr val="F4CCD1"/>
            </a:solidFill>
            <a:ln>
              <a:noFill/>
            </a:ln>
          </p:spPr>
        </p:sp>
        <p:sp>
          <p:nvSpPr>
            <p:cNvPr id="3691" name="Heatmap cell r6 c34"/>
            <p:cNvSpPr/>
            <p:nvPr/>
          </p:nvSpPr>
          <p:spPr>
            <a:xfrm>
              <a:off x="630663" y="147723"/>
              <a:ext cx="19034" cy="26609"/>
            </a:xfrm>
            <a:prstGeom prst="rect">
              <a:avLst/>
            </a:prstGeom>
            <a:solidFill>
              <a:srgbClr val="F0F5F8"/>
            </a:solidFill>
            <a:ln>
              <a:noFill/>
            </a:ln>
          </p:spPr>
        </p:sp>
        <p:sp>
          <p:nvSpPr>
            <p:cNvPr id="3692" name="Heatmap cell r6 c35"/>
            <p:cNvSpPr/>
            <p:nvPr/>
          </p:nvSpPr>
          <p:spPr>
            <a:xfrm>
              <a:off x="649602" y="147723"/>
              <a:ext cx="19034" cy="26609"/>
            </a:xfrm>
            <a:prstGeom prst="rect">
              <a:avLst/>
            </a:prstGeom>
            <a:solidFill>
              <a:srgbClr val="F8E6E8"/>
            </a:solidFill>
            <a:ln>
              <a:noFill/>
            </a:ln>
          </p:spPr>
        </p:sp>
        <p:sp>
          <p:nvSpPr>
            <p:cNvPr id="3693" name="Heatmap cell r6 c36"/>
            <p:cNvSpPr/>
            <p:nvPr/>
          </p:nvSpPr>
          <p:spPr>
            <a:xfrm>
              <a:off x="668541" y="147723"/>
              <a:ext cx="17140" cy="26609"/>
            </a:xfrm>
            <a:prstGeom prst="rect">
              <a:avLst/>
            </a:prstGeom>
            <a:solidFill>
              <a:srgbClr val="F9E8E9"/>
            </a:solidFill>
            <a:ln>
              <a:noFill/>
            </a:ln>
          </p:spPr>
        </p:sp>
        <p:sp>
          <p:nvSpPr>
            <p:cNvPr id="3694" name="Heatmap cell r6 c37"/>
            <p:cNvSpPr/>
            <p:nvPr/>
          </p:nvSpPr>
          <p:spPr>
            <a:xfrm>
              <a:off x="685586" y="147723"/>
              <a:ext cx="19034" cy="26609"/>
            </a:xfrm>
            <a:prstGeom prst="rect">
              <a:avLst/>
            </a:prstGeom>
            <a:solidFill>
              <a:srgbClr val="EA9DA3"/>
            </a:solidFill>
            <a:ln>
              <a:noFill/>
            </a:ln>
          </p:spPr>
        </p:sp>
        <p:sp>
          <p:nvSpPr>
            <p:cNvPr id="3695" name="Heatmap cell r6 c38"/>
            <p:cNvSpPr/>
            <p:nvPr/>
          </p:nvSpPr>
          <p:spPr>
            <a:xfrm>
              <a:off x="704525" y="147723"/>
              <a:ext cx="17140" cy="26609"/>
            </a:xfrm>
            <a:prstGeom prst="rect">
              <a:avLst/>
            </a:prstGeom>
            <a:solidFill>
              <a:srgbClr val="B8C9DA"/>
            </a:solidFill>
            <a:ln>
              <a:noFill/>
            </a:ln>
          </p:spPr>
        </p:sp>
        <p:sp>
          <p:nvSpPr>
            <p:cNvPr id="3696" name="Heatmap cell r6 c39"/>
            <p:cNvSpPr/>
            <p:nvPr/>
          </p:nvSpPr>
          <p:spPr>
            <a:xfrm>
              <a:off x="721570" y="147723"/>
              <a:ext cx="19034" cy="26609"/>
            </a:xfrm>
            <a:prstGeom prst="rect">
              <a:avLst/>
            </a:prstGeom>
            <a:solidFill>
              <a:srgbClr val="E9959E"/>
            </a:solidFill>
            <a:ln>
              <a:noFill/>
            </a:ln>
          </p:spPr>
        </p:sp>
        <p:sp>
          <p:nvSpPr>
            <p:cNvPr id="3697" name="Heatmap cell r6 c40"/>
            <p:cNvSpPr/>
            <p:nvPr/>
          </p:nvSpPr>
          <p:spPr>
            <a:xfrm>
              <a:off x="740508" y="147723"/>
              <a:ext cx="17140" cy="26609"/>
            </a:xfrm>
            <a:prstGeom prst="rect">
              <a:avLst/>
            </a:prstGeom>
            <a:solidFill>
              <a:srgbClr val="F8E9EA"/>
            </a:solidFill>
            <a:ln>
              <a:noFill/>
            </a:ln>
          </p:spPr>
        </p:sp>
        <p:sp>
          <p:nvSpPr>
            <p:cNvPr id="3698" name="Heatmap cell r6 c41"/>
            <p:cNvSpPr/>
            <p:nvPr/>
          </p:nvSpPr>
          <p:spPr>
            <a:xfrm>
              <a:off x="757553" y="147723"/>
              <a:ext cx="19034" cy="26609"/>
            </a:xfrm>
            <a:prstGeom prst="rect">
              <a:avLst/>
            </a:prstGeom>
            <a:solidFill>
              <a:srgbClr val="EFB5BA"/>
            </a:solidFill>
            <a:ln>
              <a:noFill/>
            </a:ln>
          </p:spPr>
        </p:sp>
        <p:sp>
          <p:nvSpPr>
            <p:cNvPr id="3699" name="Heatmap cell r6 c43"/>
            <p:cNvSpPr/>
            <p:nvPr/>
          </p:nvSpPr>
          <p:spPr>
            <a:xfrm>
              <a:off x="793537" y="147723"/>
              <a:ext cx="19034" cy="26609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</p:sp>
        <p:sp>
          <p:nvSpPr>
            <p:cNvPr id="3700" name="Heatmap cell r6 c44"/>
            <p:cNvSpPr/>
            <p:nvPr/>
          </p:nvSpPr>
          <p:spPr>
            <a:xfrm>
              <a:off x="812476" y="147723"/>
              <a:ext cx="17140" cy="26609"/>
            </a:xfrm>
            <a:prstGeom prst="rect">
              <a:avLst/>
            </a:prstGeom>
            <a:solidFill>
              <a:srgbClr val="F8E3E6"/>
            </a:solidFill>
            <a:ln>
              <a:noFill/>
            </a:ln>
          </p:spPr>
        </p:sp>
        <p:sp>
          <p:nvSpPr>
            <p:cNvPr id="3701" name="Heatmap cell r6 c45"/>
            <p:cNvSpPr/>
            <p:nvPr/>
          </p:nvSpPr>
          <p:spPr>
            <a:xfrm>
              <a:off x="829521" y="147723"/>
              <a:ext cx="19034" cy="26609"/>
            </a:xfrm>
            <a:prstGeom prst="rect">
              <a:avLst/>
            </a:prstGeom>
            <a:solidFill>
              <a:srgbClr val="F7DADC"/>
            </a:solidFill>
            <a:ln>
              <a:noFill/>
            </a:ln>
          </p:spPr>
        </p:sp>
        <p:sp>
          <p:nvSpPr>
            <p:cNvPr id="3702" name="Heatmap cell r6 c46"/>
            <p:cNvSpPr/>
            <p:nvPr/>
          </p:nvSpPr>
          <p:spPr>
            <a:xfrm>
              <a:off x="848460" y="147723"/>
              <a:ext cx="17140" cy="26609"/>
            </a:xfrm>
            <a:prstGeom prst="rect">
              <a:avLst/>
            </a:prstGeom>
            <a:solidFill>
              <a:srgbClr val="E27985"/>
            </a:solidFill>
            <a:ln>
              <a:noFill/>
            </a:ln>
          </p:spPr>
        </p:sp>
        <p:sp>
          <p:nvSpPr>
            <p:cNvPr id="3703" name="Heatmap cell r6 c47"/>
            <p:cNvSpPr/>
            <p:nvPr/>
          </p:nvSpPr>
          <p:spPr>
            <a:xfrm>
              <a:off x="865505" y="147723"/>
              <a:ext cx="19034" cy="26609"/>
            </a:xfrm>
            <a:prstGeom prst="rect">
              <a:avLst/>
            </a:prstGeom>
            <a:solidFill>
              <a:srgbClr val="F7D9DB"/>
            </a:solidFill>
            <a:ln>
              <a:noFill/>
            </a:ln>
          </p:spPr>
        </p:sp>
        <p:sp>
          <p:nvSpPr>
            <p:cNvPr id="3704" name="Heatmap cell r6 c48"/>
            <p:cNvSpPr/>
            <p:nvPr/>
          </p:nvSpPr>
          <p:spPr>
            <a:xfrm>
              <a:off x="884444" y="147723"/>
              <a:ext cx="19034" cy="26609"/>
            </a:xfrm>
            <a:prstGeom prst="rect">
              <a:avLst/>
            </a:prstGeom>
            <a:solidFill>
              <a:srgbClr val="EA9AA1"/>
            </a:solidFill>
            <a:ln>
              <a:noFill/>
            </a:ln>
          </p:spPr>
        </p:sp>
        <p:sp>
          <p:nvSpPr>
            <p:cNvPr id="3705" name="Heatmap cell r6 c49"/>
            <p:cNvSpPr/>
            <p:nvPr/>
          </p:nvSpPr>
          <p:spPr>
            <a:xfrm>
              <a:off x="903382" y="147723"/>
              <a:ext cx="17140" cy="26609"/>
            </a:xfrm>
            <a:prstGeom prst="rect">
              <a:avLst/>
            </a:prstGeom>
            <a:solidFill>
              <a:srgbClr val="F6D4D7"/>
            </a:solidFill>
            <a:ln>
              <a:noFill/>
            </a:ln>
          </p:spPr>
        </p:sp>
        <p:sp>
          <p:nvSpPr>
            <p:cNvPr id="3706" name="Heatmap cell r6 c50"/>
            <p:cNvSpPr/>
            <p:nvPr/>
          </p:nvSpPr>
          <p:spPr>
            <a:xfrm>
              <a:off x="920427" y="147723"/>
              <a:ext cx="19034" cy="26609"/>
            </a:xfrm>
            <a:prstGeom prst="rect">
              <a:avLst/>
            </a:prstGeom>
            <a:solidFill>
              <a:srgbClr val="E8ECF3"/>
            </a:solidFill>
            <a:ln>
              <a:noFill/>
            </a:ln>
          </p:spPr>
        </p:sp>
        <p:sp>
          <p:nvSpPr>
            <p:cNvPr id="3707" name="Heatmap cell r6 c51"/>
            <p:cNvSpPr/>
            <p:nvPr/>
          </p:nvSpPr>
          <p:spPr>
            <a:xfrm>
              <a:off x="939366" y="147723"/>
              <a:ext cx="17140" cy="26609"/>
            </a:xfrm>
            <a:prstGeom prst="rect">
              <a:avLst/>
            </a:prstGeom>
            <a:solidFill>
              <a:srgbClr val="EA99A0"/>
            </a:solidFill>
            <a:ln>
              <a:noFill/>
            </a:ln>
          </p:spPr>
        </p:sp>
        <p:sp>
          <p:nvSpPr>
            <p:cNvPr id="3708" name="Heatmap cell r6 c52"/>
            <p:cNvSpPr/>
            <p:nvPr/>
          </p:nvSpPr>
          <p:spPr>
            <a:xfrm>
              <a:off x="956411" y="147723"/>
              <a:ext cx="19034" cy="26609"/>
            </a:xfrm>
            <a:prstGeom prst="rect">
              <a:avLst/>
            </a:prstGeom>
            <a:solidFill>
              <a:srgbClr val="EFB6BA"/>
            </a:solidFill>
            <a:ln>
              <a:noFill/>
            </a:ln>
          </p:spPr>
        </p:sp>
        <p:sp>
          <p:nvSpPr>
            <p:cNvPr id="3709" name="Heatmap cell r6 c53"/>
            <p:cNvSpPr/>
            <p:nvPr/>
          </p:nvSpPr>
          <p:spPr>
            <a:xfrm>
              <a:off x="975350" y="147723"/>
              <a:ext cx="17140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3710" name="Heatmap cell r6 c54"/>
            <p:cNvSpPr/>
            <p:nvPr/>
          </p:nvSpPr>
          <p:spPr>
            <a:xfrm>
              <a:off x="992395" y="147723"/>
              <a:ext cx="19034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3711" name="Heatmap cell r6 c56"/>
            <p:cNvSpPr/>
            <p:nvPr/>
          </p:nvSpPr>
          <p:spPr>
            <a:xfrm>
              <a:off x="1028379" y="147723"/>
              <a:ext cx="19034" cy="26609"/>
            </a:xfrm>
            <a:prstGeom prst="rect">
              <a:avLst/>
            </a:prstGeom>
            <a:solidFill>
              <a:srgbClr val="E27882"/>
            </a:solidFill>
            <a:ln>
              <a:noFill/>
            </a:ln>
          </p:spPr>
        </p:sp>
        <p:sp>
          <p:nvSpPr>
            <p:cNvPr id="3712" name="Heatmap cell r6 c57"/>
            <p:cNvSpPr/>
            <p:nvPr/>
          </p:nvSpPr>
          <p:spPr>
            <a:xfrm>
              <a:off x="1047318" y="147723"/>
              <a:ext cx="17140" cy="26609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3713" name="Heatmap cell r6 c58"/>
            <p:cNvSpPr/>
            <p:nvPr/>
          </p:nvSpPr>
          <p:spPr>
            <a:xfrm>
              <a:off x="1064363" y="147723"/>
              <a:ext cx="19034" cy="26609"/>
            </a:xfrm>
            <a:prstGeom prst="rect">
              <a:avLst/>
            </a:prstGeom>
            <a:solidFill>
              <a:srgbClr val="ECAAAF"/>
            </a:solidFill>
            <a:ln>
              <a:noFill/>
            </a:ln>
          </p:spPr>
        </p:sp>
        <p:sp>
          <p:nvSpPr>
            <p:cNvPr id="3714" name="Heatmap cell r6 c59"/>
            <p:cNvSpPr/>
            <p:nvPr/>
          </p:nvSpPr>
          <p:spPr>
            <a:xfrm>
              <a:off x="1083301" y="147723"/>
              <a:ext cx="17140" cy="26609"/>
            </a:xfrm>
            <a:prstGeom prst="rect">
              <a:avLst/>
            </a:prstGeom>
            <a:solidFill>
              <a:srgbClr val="C5D3E0"/>
            </a:solidFill>
            <a:ln>
              <a:noFill/>
            </a:ln>
          </p:spPr>
        </p:sp>
        <p:sp>
          <p:nvSpPr>
            <p:cNvPr id="3715" name="Heatmap cell r6 c60"/>
            <p:cNvSpPr/>
            <p:nvPr/>
          </p:nvSpPr>
          <p:spPr>
            <a:xfrm>
              <a:off x="1100346" y="147723"/>
              <a:ext cx="19034" cy="26609"/>
            </a:xfrm>
            <a:prstGeom prst="rect">
              <a:avLst/>
            </a:prstGeom>
            <a:solidFill>
              <a:srgbClr val="F5F7F9"/>
            </a:solidFill>
            <a:ln>
              <a:noFill/>
            </a:ln>
          </p:spPr>
        </p:sp>
        <p:sp>
          <p:nvSpPr>
            <p:cNvPr id="3716" name="Heatmap cell r6 c61"/>
            <p:cNvSpPr/>
            <p:nvPr/>
          </p:nvSpPr>
          <p:spPr>
            <a:xfrm>
              <a:off x="1119285" y="147723"/>
              <a:ext cx="19034" cy="26609"/>
            </a:xfrm>
            <a:prstGeom prst="rect">
              <a:avLst/>
            </a:prstGeom>
            <a:solidFill>
              <a:srgbClr val="F0BBC2"/>
            </a:solidFill>
            <a:ln>
              <a:noFill/>
            </a:ln>
          </p:spPr>
        </p:sp>
        <p:sp>
          <p:nvSpPr>
            <p:cNvPr id="3717" name="Heatmap cell r6 c62"/>
            <p:cNvSpPr/>
            <p:nvPr/>
          </p:nvSpPr>
          <p:spPr>
            <a:xfrm>
              <a:off x="1138224" y="147723"/>
              <a:ext cx="17140" cy="26609"/>
            </a:xfrm>
            <a:prstGeom prst="rect">
              <a:avLst/>
            </a:prstGeom>
            <a:solidFill>
              <a:srgbClr val="F6D6DA"/>
            </a:solidFill>
            <a:ln>
              <a:noFill/>
            </a:ln>
          </p:spPr>
        </p:sp>
        <p:sp>
          <p:nvSpPr>
            <p:cNvPr id="3718" name="Heatmap cell r6 c63"/>
            <p:cNvSpPr/>
            <p:nvPr/>
          </p:nvSpPr>
          <p:spPr>
            <a:xfrm>
              <a:off x="1155269" y="147723"/>
              <a:ext cx="19034" cy="26609"/>
            </a:xfrm>
            <a:prstGeom prst="rect">
              <a:avLst/>
            </a:prstGeom>
            <a:solidFill>
              <a:srgbClr val="EFB8BD"/>
            </a:solidFill>
            <a:ln>
              <a:noFill/>
            </a:ln>
          </p:spPr>
        </p:sp>
        <p:sp>
          <p:nvSpPr>
            <p:cNvPr id="3719" name="Heatmap cell r6 c64"/>
            <p:cNvSpPr/>
            <p:nvPr/>
          </p:nvSpPr>
          <p:spPr>
            <a:xfrm>
              <a:off x="1174208" y="147723"/>
              <a:ext cx="17140" cy="26609"/>
            </a:xfrm>
            <a:prstGeom prst="rect">
              <a:avLst/>
            </a:prstGeom>
            <a:solidFill>
              <a:srgbClr val="B3C5D6"/>
            </a:solidFill>
            <a:ln>
              <a:noFill/>
            </a:ln>
          </p:spPr>
        </p:sp>
        <p:sp>
          <p:nvSpPr>
            <p:cNvPr id="3720" name="Heatmap cell r6 c65"/>
            <p:cNvSpPr/>
            <p:nvPr/>
          </p:nvSpPr>
          <p:spPr>
            <a:xfrm>
              <a:off x="1191253" y="147723"/>
              <a:ext cx="19034" cy="26609"/>
            </a:xfrm>
            <a:prstGeom prst="rect">
              <a:avLst/>
            </a:prstGeom>
            <a:solidFill>
              <a:srgbClr val="EFB5BA"/>
            </a:solidFill>
            <a:ln>
              <a:noFill/>
            </a:ln>
          </p:spPr>
        </p:sp>
        <p:sp>
          <p:nvSpPr>
            <p:cNvPr id="3721" name="Heatmap cell r6 c66"/>
            <p:cNvSpPr/>
            <p:nvPr/>
          </p:nvSpPr>
          <p:spPr>
            <a:xfrm>
              <a:off x="1210192" y="147723"/>
              <a:ext cx="17140" cy="26609"/>
            </a:xfrm>
            <a:prstGeom prst="rect">
              <a:avLst/>
            </a:prstGeom>
            <a:solidFill>
              <a:srgbClr val="ECABB0"/>
            </a:solidFill>
            <a:ln>
              <a:noFill/>
            </a:ln>
          </p:spPr>
        </p:sp>
        <p:sp>
          <p:nvSpPr>
            <p:cNvPr id="3722" name="Heatmap cell r6 c67"/>
            <p:cNvSpPr/>
            <p:nvPr/>
          </p:nvSpPr>
          <p:spPr>
            <a:xfrm>
              <a:off x="1227236" y="147723"/>
              <a:ext cx="19034" cy="26609"/>
            </a:xfrm>
            <a:prstGeom prst="rect">
              <a:avLst/>
            </a:prstGeom>
            <a:solidFill>
              <a:srgbClr val="ECF0F6"/>
            </a:solidFill>
            <a:ln>
              <a:noFill/>
            </a:ln>
          </p:spPr>
        </p:sp>
        <p:sp>
          <p:nvSpPr>
            <p:cNvPr id="3723" name="Heatmap cell r6 c68"/>
            <p:cNvSpPr/>
            <p:nvPr/>
          </p:nvSpPr>
          <p:spPr>
            <a:xfrm>
              <a:off x="1246175" y="147723"/>
              <a:ext cx="17140" cy="26609"/>
            </a:xfrm>
            <a:prstGeom prst="rect">
              <a:avLst/>
            </a:prstGeom>
            <a:solidFill>
              <a:srgbClr val="E7929B"/>
            </a:solidFill>
            <a:ln>
              <a:noFill/>
            </a:ln>
          </p:spPr>
        </p:sp>
        <p:sp>
          <p:nvSpPr>
            <p:cNvPr id="3724" name="Heatmap cell r6 c69"/>
            <p:cNvSpPr/>
            <p:nvPr/>
          </p:nvSpPr>
          <p:spPr>
            <a:xfrm>
              <a:off x="1263220" y="147723"/>
              <a:ext cx="19034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3725" name="Heatmap cell r6 c70"/>
            <p:cNvSpPr/>
            <p:nvPr/>
          </p:nvSpPr>
          <p:spPr>
            <a:xfrm>
              <a:off x="1282159" y="147723"/>
              <a:ext cx="17140" cy="26609"/>
            </a:xfrm>
            <a:prstGeom prst="rect">
              <a:avLst/>
            </a:prstGeom>
            <a:solidFill>
              <a:srgbClr val="E9939B"/>
            </a:solidFill>
            <a:ln>
              <a:noFill/>
            </a:ln>
          </p:spPr>
        </p:sp>
        <p:sp>
          <p:nvSpPr>
            <p:cNvPr id="3726" name="Heatmap cell r6 c71"/>
            <p:cNvSpPr/>
            <p:nvPr/>
          </p:nvSpPr>
          <p:spPr>
            <a:xfrm>
              <a:off x="1299204" y="147723"/>
              <a:ext cx="19034" cy="26609"/>
            </a:xfrm>
            <a:prstGeom prst="rect">
              <a:avLst/>
            </a:prstGeom>
            <a:solidFill>
              <a:srgbClr val="E9959E"/>
            </a:solidFill>
            <a:ln>
              <a:noFill/>
            </a:ln>
          </p:spPr>
        </p:sp>
        <p:sp>
          <p:nvSpPr>
            <p:cNvPr id="3727" name="Heatmap cell r6 c72"/>
            <p:cNvSpPr/>
            <p:nvPr/>
          </p:nvSpPr>
          <p:spPr>
            <a:xfrm>
              <a:off x="1318143" y="147723"/>
              <a:ext cx="17140" cy="26609"/>
            </a:xfrm>
            <a:prstGeom prst="rect">
              <a:avLst/>
            </a:prstGeom>
            <a:solidFill>
              <a:srgbClr val="EFB6BA"/>
            </a:solidFill>
            <a:ln>
              <a:noFill/>
            </a:ln>
          </p:spPr>
        </p:sp>
        <p:sp>
          <p:nvSpPr>
            <p:cNvPr id="3728" name="Heatmap cell r6 c73"/>
            <p:cNvSpPr/>
            <p:nvPr/>
          </p:nvSpPr>
          <p:spPr>
            <a:xfrm>
              <a:off x="1335188" y="147723"/>
              <a:ext cx="19034" cy="26609"/>
            </a:xfrm>
            <a:prstGeom prst="rect">
              <a:avLst/>
            </a:prstGeom>
            <a:solidFill>
              <a:srgbClr val="DE5F6A"/>
            </a:solidFill>
            <a:ln>
              <a:noFill/>
            </a:ln>
          </p:spPr>
        </p:sp>
        <p:sp>
          <p:nvSpPr>
            <p:cNvPr id="3729" name="Heatmap cell r6 c74"/>
            <p:cNvSpPr/>
            <p:nvPr/>
          </p:nvSpPr>
          <p:spPr>
            <a:xfrm>
              <a:off x="1354127" y="147723"/>
              <a:ext cx="17140" cy="26609"/>
            </a:xfrm>
            <a:prstGeom prst="rect">
              <a:avLst/>
            </a:prstGeom>
            <a:solidFill>
              <a:srgbClr val="F6D5D9"/>
            </a:solidFill>
            <a:ln>
              <a:noFill/>
            </a:ln>
          </p:spPr>
        </p:sp>
        <p:sp>
          <p:nvSpPr>
            <p:cNvPr id="3730" name="Heatmap cell r6 c75"/>
            <p:cNvSpPr/>
            <p:nvPr/>
          </p:nvSpPr>
          <p:spPr>
            <a:xfrm>
              <a:off x="1371172" y="147723"/>
              <a:ext cx="19034" cy="26609"/>
            </a:xfrm>
            <a:prstGeom prst="rect">
              <a:avLst/>
            </a:prstGeom>
            <a:solidFill>
              <a:srgbClr val="F5D1D4"/>
            </a:solidFill>
            <a:ln>
              <a:noFill/>
            </a:ln>
          </p:spPr>
        </p:sp>
        <p:sp>
          <p:nvSpPr>
            <p:cNvPr id="3731" name="Heatmap cell r6 c76"/>
            <p:cNvSpPr/>
            <p:nvPr/>
          </p:nvSpPr>
          <p:spPr>
            <a:xfrm>
              <a:off x="1390110" y="147723"/>
              <a:ext cx="19034" cy="26609"/>
            </a:xfrm>
            <a:prstGeom prst="rect">
              <a:avLst/>
            </a:prstGeom>
            <a:solidFill>
              <a:srgbClr val="F1C3C8"/>
            </a:solidFill>
            <a:ln>
              <a:noFill/>
            </a:ln>
          </p:spPr>
        </p:sp>
        <p:sp>
          <p:nvSpPr>
            <p:cNvPr id="3732" name="Heatmap cell r6 c77"/>
            <p:cNvSpPr/>
            <p:nvPr/>
          </p:nvSpPr>
          <p:spPr>
            <a:xfrm>
              <a:off x="1409049" y="147723"/>
              <a:ext cx="17140" cy="26609"/>
            </a:xfrm>
            <a:prstGeom prst="rect">
              <a:avLst/>
            </a:prstGeom>
            <a:solidFill>
              <a:srgbClr val="EDF1F7"/>
            </a:solidFill>
            <a:ln>
              <a:noFill/>
            </a:ln>
          </p:spPr>
        </p:sp>
        <p:sp>
          <p:nvSpPr>
            <p:cNvPr id="3733" name="Heatmap cell r6 c78"/>
            <p:cNvSpPr/>
            <p:nvPr/>
          </p:nvSpPr>
          <p:spPr>
            <a:xfrm>
              <a:off x="1426094" y="147723"/>
              <a:ext cx="19034" cy="26609"/>
            </a:xfrm>
            <a:prstGeom prst="rect">
              <a:avLst/>
            </a:prstGeom>
            <a:solidFill>
              <a:srgbClr val="A6131E"/>
            </a:solidFill>
            <a:ln>
              <a:noFill/>
            </a:ln>
          </p:spPr>
        </p:sp>
        <p:sp>
          <p:nvSpPr>
            <p:cNvPr id="3734" name="Heatmap cell r6 c79"/>
            <p:cNvSpPr/>
            <p:nvPr/>
          </p:nvSpPr>
          <p:spPr>
            <a:xfrm>
              <a:off x="1445033" y="147723"/>
              <a:ext cx="17140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3735" name="Heatmap cell r6 c80"/>
            <p:cNvSpPr/>
            <p:nvPr/>
          </p:nvSpPr>
          <p:spPr>
            <a:xfrm>
              <a:off x="1462078" y="147723"/>
              <a:ext cx="19034" cy="26609"/>
            </a:xfrm>
            <a:prstGeom prst="rect">
              <a:avLst/>
            </a:prstGeom>
            <a:solidFill>
              <a:srgbClr val="EB9FA7"/>
            </a:solidFill>
            <a:ln>
              <a:noFill/>
            </a:ln>
          </p:spPr>
        </p:sp>
        <p:sp>
          <p:nvSpPr>
            <p:cNvPr id="3736" name="Heatmap cell r6 c81"/>
            <p:cNvSpPr/>
            <p:nvPr/>
          </p:nvSpPr>
          <p:spPr>
            <a:xfrm>
              <a:off x="1481017" y="147723"/>
              <a:ext cx="17140" cy="26609"/>
            </a:xfrm>
            <a:prstGeom prst="rect">
              <a:avLst/>
            </a:prstGeom>
            <a:solidFill>
              <a:srgbClr val="F7E2E4"/>
            </a:solidFill>
            <a:ln>
              <a:noFill/>
            </a:ln>
          </p:spPr>
        </p:sp>
        <p:sp>
          <p:nvSpPr>
            <p:cNvPr id="3737" name="Heatmap cell r6 c82"/>
            <p:cNvSpPr/>
            <p:nvPr/>
          </p:nvSpPr>
          <p:spPr>
            <a:xfrm>
              <a:off x="1498062" y="147723"/>
              <a:ext cx="19034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3738" name="Heatmap cell r6 c83"/>
            <p:cNvSpPr/>
            <p:nvPr/>
          </p:nvSpPr>
          <p:spPr>
            <a:xfrm>
              <a:off x="1517001" y="147723"/>
              <a:ext cx="17140" cy="26609"/>
            </a:xfrm>
            <a:prstGeom prst="rect">
              <a:avLst/>
            </a:prstGeom>
            <a:solidFill>
              <a:srgbClr val="F5CFD2"/>
            </a:solidFill>
            <a:ln>
              <a:noFill/>
            </a:ln>
          </p:spPr>
        </p:sp>
        <p:sp>
          <p:nvSpPr>
            <p:cNvPr id="3739" name="Heatmap cell r6 c84"/>
            <p:cNvSpPr/>
            <p:nvPr/>
          </p:nvSpPr>
          <p:spPr>
            <a:xfrm>
              <a:off x="1534046" y="147723"/>
              <a:ext cx="19034" cy="26609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3740" name="Heatmap cell r6 c85"/>
            <p:cNvSpPr/>
            <p:nvPr/>
          </p:nvSpPr>
          <p:spPr>
            <a:xfrm>
              <a:off x="1552984" y="147723"/>
              <a:ext cx="17140" cy="26609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3741" name="Heatmap cell r6 c86"/>
            <p:cNvSpPr/>
            <p:nvPr/>
          </p:nvSpPr>
          <p:spPr>
            <a:xfrm>
              <a:off x="1570029" y="147723"/>
              <a:ext cx="19034" cy="26609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3742" name="Heatmap cell r6 c87"/>
            <p:cNvSpPr/>
            <p:nvPr/>
          </p:nvSpPr>
          <p:spPr>
            <a:xfrm>
              <a:off x="1588968" y="147723"/>
              <a:ext cx="17140" cy="26609"/>
            </a:xfrm>
            <a:prstGeom prst="rect">
              <a:avLst/>
            </a:prstGeom>
            <a:solidFill>
              <a:srgbClr val="EFB8BC"/>
            </a:solidFill>
            <a:ln>
              <a:noFill/>
            </a:ln>
          </p:spPr>
        </p:sp>
        <p:sp>
          <p:nvSpPr>
            <p:cNvPr id="3743" name="Heatmap cell r6 c88"/>
            <p:cNvSpPr/>
            <p:nvPr/>
          </p:nvSpPr>
          <p:spPr>
            <a:xfrm>
              <a:off x="1606013" y="147723"/>
              <a:ext cx="19034" cy="26609"/>
            </a:xfrm>
            <a:prstGeom prst="rect">
              <a:avLst/>
            </a:prstGeom>
            <a:solidFill>
              <a:srgbClr val="A9BCD2"/>
            </a:solidFill>
            <a:ln>
              <a:noFill/>
            </a:ln>
          </p:spPr>
        </p:sp>
        <p:sp>
          <p:nvSpPr>
            <p:cNvPr id="3744" name="Heatmap cell r6 c89"/>
            <p:cNvSpPr/>
            <p:nvPr/>
          </p:nvSpPr>
          <p:spPr>
            <a:xfrm>
              <a:off x="1624952" y="147723"/>
              <a:ext cx="19034" cy="26609"/>
            </a:xfrm>
            <a:prstGeom prst="rect">
              <a:avLst/>
            </a:prstGeom>
            <a:solidFill>
              <a:srgbClr val="F1C0C6"/>
            </a:solidFill>
            <a:ln>
              <a:noFill/>
            </a:ln>
          </p:spPr>
        </p:sp>
        <p:sp>
          <p:nvSpPr>
            <p:cNvPr id="3745" name="Heatmap cell r6 c90"/>
            <p:cNvSpPr/>
            <p:nvPr/>
          </p:nvSpPr>
          <p:spPr>
            <a:xfrm>
              <a:off x="1643891" y="147723"/>
              <a:ext cx="17140" cy="26609"/>
            </a:xfrm>
            <a:prstGeom prst="rect">
              <a:avLst/>
            </a:prstGeom>
            <a:solidFill>
              <a:srgbClr val="D1DCE7"/>
            </a:solidFill>
            <a:ln>
              <a:noFill/>
            </a:ln>
          </p:spPr>
        </p:sp>
        <p:sp>
          <p:nvSpPr>
            <p:cNvPr id="3746" name="Heatmap cell r6 c91"/>
            <p:cNvSpPr/>
            <p:nvPr/>
          </p:nvSpPr>
          <p:spPr>
            <a:xfrm>
              <a:off x="1660936" y="147723"/>
              <a:ext cx="19034" cy="26609"/>
            </a:xfrm>
            <a:prstGeom prst="rect">
              <a:avLst/>
            </a:prstGeom>
            <a:solidFill>
              <a:srgbClr val="E88F96"/>
            </a:solidFill>
            <a:ln>
              <a:noFill/>
            </a:ln>
          </p:spPr>
        </p:sp>
        <p:sp>
          <p:nvSpPr>
            <p:cNvPr id="3747" name="Heatmap cell r6 c92"/>
            <p:cNvSpPr/>
            <p:nvPr/>
          </p:nvSpPr>
          <p:spPr>
            <a:xfrm>
              <a:off x="1679875" y="147723"/>
              <a:ext cx="17140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3748" name="Heatmap cell r6 c93"/>
            <p:cNvSpPr/>
            <p:nvPr/>
          </p:nvSpPr>
          <p:spPr>
            <a:xfrm>
              <a:off x="1696920" y="147723"/>
              <a:ext cx="19034" cy="26609"/>
            </a:xfrm>
            <a:prstGeom prst="rect">
              <a:avLst/>
            </a:prstGeom>
            <a:solidFill>
              <a:srgbClr val="F0BAC0"/>
            </a:solidFill>
            <a:ln>
              <a:noFill/>
            </a:ln>
          </p:spPr>
        </p:sp>
        <p:sp>
          <p:nvSpPr>
            <p:cNvPr id="3749" name="Heatmap cell r6 c94"/>
            <p:cNvSpPr/>
            <p:nvPr/>
          </p:nvSpPr>
          <p:spPr>
            <a:xfrm>
              <a:off x="1715858" y="147723"/>
              <a:ext cx="17140" cy="26609"/>
            </a:xfrm>
            <a:prstGeom prst="rect">
              <a:avLst/>
            </a:prstGeom>
            <a:solidFill>
              <a:srgbClr val="F1C0C6"/>
            </a:solidFill>
            <a:ln>
              <a:noFill/>
            </a:ln>
          </p:spPr>
        </p:sp>
        <p:sp>
          <p:nvSpPr>
            <p:cNvPr id="3750" name="Heatmap cell r6 c95"/>
            <p:cNvSpPr/>
            <p:nvPr/>
          </p:nvSpPr>
          <p:spPr>
            <a:xfrm>
              <a:off x="1732903" y="147723"/>
              <a:ext cx="19034" cy="26609"/>
            </a:xfrm>
            <a:prstGeom prst="rect">
              <a:avLst/>
            </a:prstGeom>
            <a:solidFill>
              <a:srgbClr val="EEB1B7"/>
            </a:solidFill>
            <a:ln>
              <a:noFill/>
            </a:ln>
          </p:spPr>
        </p:sp>
        <p:sp>
          <p:nvSpPr>
            <p:cNvPr id="3751" name="Heatmap cell r6 c96"/>
            <p:cNvSpPr/>
            <p:nvPr/>
          </p:nvSpPr>
          <p:spPr>
            <a:xfrm>
              <a:off x="1751842" y="147723"/>
              <a:ext cx="17140" cy="26609"/>
            </a:xfrm>
            <a:prstGeom prst="rect">
              <a:avLst/>
            </a:prstGeom>
            <a:solidFill>
              <a:srgbClr val="F7D7DB"/>
            </a:solidFill>
            <a:ln>
              <a:noFill/>
            </a:ln>
          </p:spPr>
        </p:sp>
        <p:sp>
          <p:nvSpPr>
            <p:cNvPr id="3752" name="Heatmap cell r6 c97"/>
            <p:cNvSpPr/>
            <p:nvPr/>
          </p:nvSpPr>
          <p:spPr>
            <a:xfrm>
              <a:off x="1768887" y="147723"/>
              <a:ext cx="19034" cy="26609"/>
            </a:xfrm>
            <a:prstGeom prst="rect">
              <a:avLst/>
            </a:prstGeom>
            <a:solidFill>
              <a:srgbClr val="EBA3AB"/>
            </a:solidFill>
            <a:ln>
              <a:noFill/>
            </a:ln>
          </p:spPr>
        </p:sp>
        <p:sp>
          <p:nvSpPr>
            <p:cNvPr id="3753" name="Heatmap cell r6 c98"/>
            <p:cNvSpPr/>
            <p:nvPr/>
          </p:nvSpPr>
          <p:spPr>
            <a:xfrm>
              <a:off x="1787826" y="147723"/>
              <a:ext cx="17140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3754" name="Heatmap cell r6 c99"/>
            <p:cNvSpPr/>
            <p:nvPr/>
          </p:nvSpPr>
          <p:spPr>
            <a:xfrm>
              <a:off x="1804871" y="147723"/>
              <a:ext cx="19034" cy="26609"/>
            </a:xfrm>
            <a:prstGeom prst="rect">
              <a:avLst/>
            </a:prstGeom>
            <a:solidFill>
              <a:srgbClr val="C4D2DF"/>
            </a:solidFill>
            <a:ln>
              <a:noFill/>
            </a:ln>
          </p:spPr>
        </p:sp>
        <p:sp>
          <p:nvSpPr>
            <p:cNvPr id="3755" name="Heatmap cell r6 c100"/>
            <p:cNvSpPr/>
            <p:nvPr/>
          </p:nvSpPr>
          <p:spPr>
            <a:xfrm>
              <a:off x="1823810" y="147723"/>
              <a:ext cx="17140" cy="26609"/>
            </a:xfrm>
            <a:prstGeom prst="rect">
              <a:avLst/>
            </a:prstGeom>
            <a:solidFill>
              <a:srgbClr val="EB9FA7"/>
            </a:solidFill>
            <a:ln>
              <a:noFill/>
            </a:ln>
          </p:spPr>
        </p:sp>
        <p:sp>
          <p:nvSpPr>
            <p:cNvPr id="3756" name="Heatmap cell r6 c101"/>
            <p:cNvSpPr/>
            <p:nvPr/>
          </p:nvSpPr>
          <p:spPr>
            <a:xfrm>
              <a:off x="1840855" y="147723"/>
              <a:ext cx="19034" cy="26609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3757" name="Heatmap cell r6 c102"/>
            <p:cNvSpPr/>
            <p:nvPr/>
          </p:nvSpPr>
          <p:spPr>
            <a:xfrm>
              <a:off x="1859794" y="147723"/>
              <a:ext cx="19034" cy="26609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3758" name="Heatmap cell r6 c103"/>
            <p:cNvSpPr/>
            <p:nvPr/>
          </p:nvSpPr>
          <p:spPr>
            <a:xfrm>
              <a:off x="1878732" y="147723"/>
              <a:ext cx="17140" cy="26609"/>
            </a:xfrm>
            <a:prstGeom prst="rect">
              <a:avLst/>
            </a:prstGeom>
            <a:solidFill>
              <a:srgbClr val="F1C0C6"/>
            </a:solidFill>
            <a:ln>
              <a:noFill/>
            </a:ln>
          </p:spPr>
        </p:sp>
        <p:sp>
          <p:nvSpPr>
            <p:cNvPr id="3759" name="Heatmap cell r6 c104"/>
            <p:cNvSpPr/>
            <p:nvPr/>
          </p:nvSpPr>
          <p:spPr>
            <a:xfrm>
              <a:off x="1895777" y="147723"/>
              <a:ext cx="19034" cy="26609"/>
            </a:xfrm>
            <a:prstGeom prst="rect">
              <a:avLst/>
            </a:prstGeom>
            <a:solidFill>
              <a:srgbClr val="F4CCD1"/>
            </a:solidFill>
            <a:ln>
              <a:noFill/>
            </a:ln>
          </p:spPr>
        </p:sp>
        <p:sp>
          <p:nvSpPr>
            <p:cNvPr id="3760" name="Heatmap cell r6 c105"/>
            <p:cNvSpPr/>
            <p:nvPr/>
          </p:nvSpPr>
          <p:spPr>
            <a:xfrm>
              <a:off x="1914716" y="147723"/>
              <a:ext cx="17140" cy="26609"/>
            </a:xfrm>
            <a:prstGeom prst="rect">
              <a:avLst/>
            </a:prstGeom>
            <a:solidFill>
              <a:srgbClr val="E9EDF3"/>
            </a:solidFill>
            <a:ln>
              <a:noFill/>
            </a:ln>
          </p:spPr>
        </p:sp>
        <p:sp>
          <p:nvSpPr>
            <p:cNvPr id="3761" name="Heatmap cell r6 c106"/>
            <p:cNvSpPr/>
            <p:nvPr/>
          </p:nvSpPr>
          <p:spPr>
            <a:xfrm>
              <a:off x="1931761" y="147723"/>
              <a:ext cx="19034" cy="26609"/>
            </a:xfrm>
            <a:prstGeom prst="rect">
              <a:avLst/>
            </a:prstGeom>
            <a:solidFill>
              <a:srgbClr val="EA9AA1"/>
            </a:solidFill>
            <a:ln>
              <a:noFill/>
            </a:ln>
          </p:spPr>
        </p:sp>
        <p:sp>
          <p:nvSpPr>
            <p:cNvPr id="3762" name="Heatmap cell r6 c107"/>
            <p:cNvSpPr/>
            <p:nvPr/>
          </p:nvSpPr>
          <p:spPr>
            <a:xfrm>
              <a:off x="1950700" y="147723"/>
              <a:ext cx="17140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3763" name="Heatmap cell r6 c108"/>
            <p:cNvSpPr/>
            <p:nvPr/>
          </p:nvSpPr>
          <p:spPr>
            <a:xfrm>
              <a:off x="1967745" y="147723"/>
              <a:ext cx="19034" cy="26609"/>
            </a:xfrm>
            <a:prstGeom prst="rect">
              <a:avLst/>
            </a:prstGeom>
            <a:solidFill>
              <a:srgbClr val="F0BCC3"/>
            </a:solidFill>
            <a:ln>
              <a:noFill/>
            </a:ln>
          </p:spPr>
        </p:sp>
        <p:sp>
          <p:nvSpPr>
            <p:cNvPr id="3764" name="Heatmap cell r6 c109"/>
            <p:cNvSpPr/>
            <p:nvPr/>
          </p:nvSpPr>
          <p:spPr>
            <a:xfrm>
              <a:off x="1986684" y="147723"/>
              <a:ext cx="17140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3765" name="Heatmap cell r6 c110"/>
            <p:cNvSpPr/>
            <p:nvPr/>
          </p:nvSpPr>
          <p:spPr>
            <a:xfrm>
              <a:off x="2003729" y="147723"/>
              <a:ext cx="19034" cy="26609"/>
            </a:xfrm>
            <a:prstGeom prst="rect">
              <a:avLst/>
            </a:prstGeom>
            <a:solidFill>
              <a:srgbClr val="EBA9AE"/>
            </a:solidFill>
            <a:ln>
              <a:noFill/>
            </a:ln>
          </p:spPr>
        </p:sp>
        <p:sp>
          <p:nvSpPr>
            <p:cNvPr id="3766" name="Heatmap cell r6 c111"/>
            <p:cNvSpPr/>
            <p:nvPr/>
          </p:nvSpPr>
          <p:spPr>
            <a:xfrm>
              <a:off x="2022668" y="147723"/>
              <a:ext cx="17140" cy="26609"/>
            </a:xfrm>
            <a:prstGeom prst="rect">
              <a:avLst/>
            </a:prstGeom>
            <a:solidFill>
              <a:srgbClr val="EB9FA6"/>
            </a:solidFill>
            <a:ln>
              <a:noFill/>
            </a:ln>
          </p:spPr>
        </p:sp>
        <p:sp>
          <p:nvSpPr>
            <p:cNvPr id="3767" name="Heatmap cell r6 c112"/>
            <p:cNvSpPr/>
            <p:nvPr/>
          </p:nvSpPr>
          <p:spPr>
            <a:xfrm>
              <a:off x="2039712" y="147723"/>
              <a:ext cx="19034" cy="26609"/>
            </a:xfrm>
            <a:prstGeom prst="rect">
              <a:avLst/>
            </a:prstGeom>
            <a:solidFill>
              <a:srgbClr val="F6D4D7"/>
            </a:solidFill>
            <a:ln>
              <a:noFill/>
            </a:ln>
          </p:spPr>
        </p:sp>
        <p:sp>
          <p:nvSpPr>
            <p:cNvPr id="3768" name="Heatmap cell r6 c113"/>
            <p:cNvSpPr/>
            <p:nvPr/>
          </p:nvSpPr>
          <p:spPr>
            <a:xfrm>
              <a:off x="2058651" y="147723"/>
              <a:ext cx="17140" cy="26609"/>
            </a:xfrm>
            <a:prstGeom prst="rect">
              <a:avLst/>
            </a:prstGeom>
            <a:solidFill>
              <a:srgbClr val="FCF8F9"/>
            </a:solidFill>
            <a:ln>
              <a:noFill/>
            </a:ln>
          </p:spPr>
        </p:sp>
        <p:sp>
          <p:nvSpPr>
            <p:cNvPr id="3769" name="Heatmap cell r6 c114"/>
            <p:cNvSpPr/>
            <p:nvPr/>
          </p:nvSpPr>
          <p:spPr>
            <a:xfrm>
              <a:off x="2075696" y="147723"/>
              <a:ext cx="19034" cy="26609"/>
            </a:xfrm>
            <a:prstGeom prst="rect">
              <a:avLst/>
            </a:prstGeom>
            <a:solidFill>
              <a:srgbClr val="F8E6E8"/>
            </a:solidFill>
            <a:ln>
              <a:noFill/>
            </a:ln>
          </p:spPr>
        </p:sp>
        <p:sp>
          <p:nvSpPr>
            <p:cNvPr id="3770" name="Heatmap cell r6 c115"/>
            <p:cNvSpPr/>
            <p:nvPr/>
          </p:nvSpPr>
          <p:spPr>
            <a:xfrm>
              <a:off x="2094635" y="147723"/>
              <a:ext cx="19034" cy="26609"/>
            </a:xfrm>
            <a:prstGeom prst="rect">
              <a:avLst/>
            </a:prstGeom>
            <a:solidFill>
              <a:srgbClr val="F7DADC"/>
            </a:solidFill>
            <a:ln>
              <a:noFill/>
            </a:ln>
          </p:spPr>
        </p:sp>
        <p:sp>
          <p:nvSpPr>
            <p:cNvPr id="3771" name="Heatmap cell r6 c117"/>
            <p:cNvSpPr/>
            <p:nvPr/>
          </p:nvSpPr>
          <p:spPr>
            <a:xfrm>
              <a:off x="2130619" y="147723"/>
              <a:ext cx="19034" cy="26609"/>
            </a:xfrm>
            <a:prstGeom prst="rect">
              <a:avLst/>
            </a:prstGeom>
            <a:solidFill>
              <a:srgbClr val="FBF5F5"/>
            </a:solidFill>
            <a:ln>
              <a:noFill/>
            </a:ln>
          </p:spPr>
        </p:sp>
        <p:sp>
          <p:nvSpPr>
            <p:cNvPr id="3772" name="Heatmap cell r6 c118"/>
            <p:cNvSpPr/>
            <p:nvPr/>
          </p:nvSpPr>
          <p:spPr>
            <a:xfrm>
              <a:off x="2149558" y="147723"/>
              <a:ext cx="17140" cy="26609"/>
            </a:xfrm>
            <a:prstGeom prst="rect">
              <a:avLst/>
            </a:prstGeom>
            <a:solidFill>
              <a:srgbClr val="F1BEC3"/>
            </a:solidFill>
            <a:ln>
              <a:noFill/>
            </a:ln>
          </p:spPr>
        </p:sp>
        <p:sp>
          <p:nvSpPr>
            <p:cNvPr id="3773" name="Heatmap cell r6 c119"/>
            <p:cNvSpPr/>
            <p:nvPr/>
          </p:nvSpPr>
          <p:spPr>
            <a:xfrm>
              <a:off x="2166603" y="147723"/>
              <a:ext cx="19034" cy="26609"/>
            </a:xfrm>
            <a:prstGeom prst="rect">
              <a:avLst/>
            </a:prstGeom>
            <a:solidFill>
              <a:srgbClr val="9CB4CA"/>
            </a:solidFill>
            <a:ln>
              <a:noFill/>
            </a:ln>
          </p:spPr>
        </p:sp>
        <p:sp>
          <p:nvSpPr>
            <p:cNvPr id="3774" name="Heatmap cell r6 c120"/>
            <p:cNvSpPr/>
            <p:nvPr/>
          </p:nvSpPr>
          <p:spPr>
            <a:xfrm>
              <a:off x="2185542" y="147723"/>
              <a:ext cx="17140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3775" name="Heatmap cell r6 c122"/>
            <p:cNvSpPr/>
            <p:nvPr/>
          </p:nvSpPr>
          <p:spPr>
            <a:xfrm>
              <a:off x="2221525" y="147723"/>
              <a:ext cx="17140" cy="26609"/>
            </a:xfrm>
            <a:prstGeom prst="rect">
              <a:avLst/>
            </a:prstGeom>
            <a:solidFill>
              <a:srgbClr val="FAEEEF"/>
            </a:solidFill>
            <a:ln>
              <a:noFill/>
            </a:ln>
          </p:spPr>
        </p:sp>
        <p:sp>
          <p:nvSpPr>
            <p:cNvPr id="3776" name="Heatmap cell r6 c123"/>
            <p:cNvSpPr/>
            <p:nvPr/>
          </p:nvSpPr>
          <p:spPr>
            <a:xfrm>
              <a:off x="2238570" y="147723"/>
              <a:ext cx="19034" cy="26609"/>
            </a:xfrm>
            <a:prstGeom prst="rect">
              <a:avLst/>
            </a:prstGeom>
            <a:solidFill>
              <a:srgbClr val="B9C9DB"/>
            </a:solidFill>
            <a:ln>
              <a:noFill/>
            </a:ln>
          </p:spPr>
        </p:sp>
        <p:sp>
          <p:nvSpPr>
            <p:cNvPr id="3777" name="Heatmap cell r6 c124"/>
            <p:cNvSpPr/>
            <p:nvPr/>
          </p:nvSpPr>
          <p:spPr>
            <a:xfrm>
              <a:off x="2257509" y="147723"/>
              <a:ext cx="17140" cy="26609"/>
            </a:xfrm>
            <a:prstGeom prst="rect">
              <a:avLst/>
            </a:prstGeom>
            <a:solidFill>
              <a:srgbClr val="E9959D"/>
            </a:solidFill>
            <a:ln>
              <a:noFill/>
            </a:ln>
          </p:spPr>
        </p:sp>
        <p:sp>
          <p:nvSpPr>
            <p:cNvPr id="3778" name="Heatmap cell r6 c125"/>
            <p:cNvSpPr/>
            <p:nvPr/>
          </p:nvSpPr>
          <p:spPr>
            <a:xfrm>
              <a:off x="2274554" y="147723"/>
              <a:ext cx="19034" cy="26609"/>
            </a:xfrm>
            <a:prstGeom prst="rect">
              <a:avLst/>
            </a:prstGeom>
            <a:solidFill>
              <a:srgbClr val="EDACB3"/>
            </a:solidFill>
            <a:ln>
              <a:noFill/>
            </a:ln>
          </p:spPr>
        </p:sp>
        <p:sp>
          <p:nvSpPr>
            <p:cNvPr id="3779" name="Heatmap cell r6 c126"/>
            <p:cNvSpPr/>
            <p:nvPr/>
          </p:nvSpPr>
          <p:spPr>
            <a:xfrm>
              <a:off x="2293493" y="147723"/>
              <a:ext cx="17140" cy="26609"/>
            </a:xfrm>
            <a:prstGeom prst="rect">
              <a:avLst/>
            </a:prstGeom>
            <a:solidFill>
              <a:srgbClr val="ADC2D4"/>
            </a:solidFill>
            <a:ln>
              <a:noFill/>
            </a:ln>
          </p:spPr>
        </p:sp>
        <p:sp>
          <p:nvSpPr>
            <p:cNvPr id="3780" name="Heatmap cell r6 c128"/>
            <p:cNvSpPr/>
            <p:nvPr/>
          </p:nvSpPr>
          <p:spPr>
            <a:xfrm>
              <a:off x="2329477" y="147723"/>
              <a:ext cx="19034" cy="26609"/>
            </a:xfrm>
            <a:prstGeom prst="rect">
              <a:avLst/>
            </a:prstGeom>
            <a:solidFill>
              <a:srgbClr val="E9969F"/>
            </a:solidFill>
            <a:ln>
              <a:noFill/>
            </a:ln>
          </p:spPr>
        </p:sp>
        <p:sp>
          <p:nvSpPr>
            <p:cNvPr id="3781" name="Heatmap cell r6 c129"/>
            <p:cNvSpPr/>
            <p:nvPr/>
          </p:nvSpPr>
          <p:spPr>
            <a:xfrm>
              <a:off x="2348416" y="147723"/>
              <a:ext cx="17140" cy="26609"/>
            </a:xfrm>
            <a:prstGeom prst="rect">
              <a:avLst/>
            </a:prstGeom>
            <a:solidFill>
              <a:srgbClr val="F8F8FA"/>
            </a:solidFill>
            <a:ln>
              <a:noFill/>
            </a:ln>
          </p:spPr>
        </p:sp>
        <p:sp>
          <p:nvSpPr>
            <p:cNvPr id="3782" name="Heatmap cell r6 c130"/>
            <p:cNvSpPr/>
            <p:nvPr/>
          </p:nvSpPr>
          <p:spPr>
            <a:xfrm>
              <a:off x="2365460" y="147723"/>
              <a:ext cx="19034" cy="26609"/>
            </a:xfrm>
            <a:prstGeom prst="rect">
              <a:avLst/>
            </a:prstGeom>
            <a:solidFill>
              <a:srgbClr val="EEF3F6"/>
            </a:solidFill>
            <a:ln>
              <a:noFill/>
            </a:ln>
          </p:spPr>
        </p:sp>
        <p:sp>
          <p:nvSpPr>
            <p:cNvPr id="3783" name="Heatmap cell r6 c131"/>
            <p:cNvSpPr/>
            <p:nvPr/>
          </p:nvSpPr>
          <p:spPr>
            <a:xfrm>
              <a:off x="2384399" y="147723"/>
              <a:ext cx="17140" cy="26609"/>
            </a:xfrm>
            <a:prstGeom prst="rect">
              <a:avLst/>
            </a:prstGeom>
            <a:solidFill>
              <a:srgbClr val="F8E3E6"/>
            </a:solidFill>
            <a:ln>
              <a:noFill/>
            </a:ln>
          </p:spPr>
        </p:sp>
        <p:sp>
          <p:nvSpPr>
            <p:cNvPr id="3784" name="Heatmap cell r6 c132"/>
            <p:cNvSpPr/>
            <p:nvPr/>
          </p:nvSpPr>
          <p:spPr>
            <a:xfrm>
              <a:off x="2401444" y="147723"/>
              <a:ext cx="19034" cy="26609"/>
            </a:xfrm>
            <a:prstGeom prst="rect">
              <a:avLst/>
            </a:prstGeom>
            <a:solidFill>
              <a:srgbClr val="F5CED2"/>
            </a:solidFill>
            <a:ln>
              <a:noFill/>
            </a:ln>
          </p:spPr>
        </p:sp>
        <p:sp>
          <p:nvSpPr>
            <p:cNvPr id="3785" name="Heatmap cell r6 c133"/>
            <p:cNvSpPr/>
            <p:nvPr/>
          </p:nvSpPr>
          <p:spPr>
            <a:xfrm>
              <a:off x="2420383" y="147723"/>
              <a:ext cx="17140" cy="26609"/>
            </a:xfrm>
            <a:prstGeom prst="rect">
              <a:avLst/>
            </a:prstGeom>
            <a:solidFill>
              <a:srgbClr val="EFB7BB"/>
            </a:solidFill>
            <a:ln>
              <a:noFill/>
            </a:ln>
          </p:spPr>
        </p:sp>
        <p:sp>
          <p:nvSpPr>
            <p:cNvPr id="3786" name="Heatmap cell r6 c134"/>
            <p:cNvSpPr/>
            <p:nvPr/>
          </p:nvSpPr>
          <p:spPr>
            <a:xfrm>
              <a:off x="2437428" y="147723"/>
              <a:ext cx="19034" cy="26609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3787" name="Heatmap cell r6 c135"/>
            <p:cNvSpPr/>
            <p:nvPr/>
          </p:nvSpPr>
          <p:spPr>
            <a:xfrm>
              <a:off x="2456367" y="147723"/>
              <a:ext cx="17140" cy="26609"/>
            </a:xfrm>
            <a:prstGeom prst="rect">
              <a:avLst/>
            </a:prstGeom>
            <a:solidFill>
              <a:srgbClr val="91ACC5"/>
            </a:solidFill>
            <a:ln>
              <a:noFill/>
            </a:ln>
          </p:spPr>
        </p:sp>
        <p:sp>
          <p:nvSpPr>
            <p:cNvPr id="3788" name="Heatmap cell r6 c136"/>
            <p:cNvSpPr/>
            <p:nvPr/>
          </p:nvSpPr>
          <p:spPr>
            <a:xfrm>
              <a:off x="2473412" y="147723"/>
              <a:ext cx="19034" cy="26609"/>
            </a:xfrm>
            <a:prstGeom prst="rect">
              <a:avLst/>
            </a:prstGeom>
            <a:solidFill>
              <a:srgbClr val="E1E9EF"/>
            </a:solidFill>
            <a:ln>
              <a:noFill/>
            </a:ln>
          </p:spPr>
        </p:sp>
        <p:sp>
          <p:nvSpPr>
            <p:cNvPr id="3789" name="Heatmap cell r6 c137"/>
            <p:cNvSpPr/>
            <p:nvPr/>
          </p:nvSpPr>
          <p:spPr>
            <a:xfrm>
              <a:off x="2492351" y="147723"/>
              <a:ext cx="17140" cy="26609"/>
            </a:xfrm>
            <a:prstGeom prst="rect">
              <a:avLst/>
            </a:prstGeom>
            <a:solidFill>
              <a:srgbClr val="F6D4D7"/>
            </a:solidFill>
            <a:ln>
              <a:noFill/>
            </a:ln>
          </p:spPr>
        </p:sp>
        <p:sp>
          <p:nvSpPr>
            <p:cNvPr id="3790" name="Heatmap cell r6 c138"/>
            <p:cNvSpPr/>
            <p:nvPr/>
          </p:nvSpPr>
          <p:spPr>
            <a:xfrm>
              <a:off x="2509396" y="147723"/>
              <a:ext cx="19034" cy="26609"/>
            </a:xfrm>
            <a:prstGeom prst="rect">
              <a:avLst/>
            </a:prstGeom>
            <a:solidFill>
              <a:srgbClr val="F5D1D4"/>
            </a:solidFill>
            <a:ln>
              <a:noFill/>
            </a:ln>
          </p:spPr>
        </p:sp>
        <p:sp>
          <p:nvSpPr>
            <p:cNvPr id="3791" name="Heatmap cell r6 c139"/>
            <p:cNvSpPr/>
            <p:nvPr/>
          </p:nvSpPr>
          <p:spPr>
            <a:xfrm>
              <a:off x="2528334" y="147723"/>
              <a:ext cx="17140" cy="26609"/>
            </a:xfrm>
            <a:prstGeom prst="rect">
              <a:avLst/>
            </a:prstGeom>
            <a:solidFill>
              <a:srgbClr val="F5CED2"/>
            </a:solidFill>
            <a:ln>
              <a:noFill/>
            </a:ln>
          </p:spPr>
        </p:sp>
        <p:sp>
          <p:nvSpPr>
            <p:cNvPr id="3792" name="Heatmap cell r6 c140"/>
            <p:cNvSpPr/>
            <p:nvPr/>
          </p:nvSpPr>
          <p:spPr>
            <a:xfrm>
              <a:off x="2545379" y="147723"/>
              <a:ext cx="19034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3793" name="Heatmap cell r6 c141"/>
            <p:cNvSpPr/>
            <p:nvPr/>
          </p:nvSpPr>
          <p:spPr>
            <a:xfrm>
              <a:off x="2564318" y="147723"/>
              <a:ext cx="19034" cy="26609"/>
            </a:xfrm>
            <a:prstGeom prst="rect">
              <a:avLst/>
            </a:prstGeom>
            <a:solidFill>
              <a:srgbClr val="F5D0D3"/>
            </a:solidFill>
            <a:ln>
              <a:noFill/>
            </a:ln>
          </p:spPr>
        </p:sp>
        <p:sp>
          <p:nvSpPr>
            <p:cNvPr id="3794" name="Heatmap cell r6 c142"/>
            <p:cNvSpPr/>
            <p:nvPr/>
          </p:nvSpPr>
          <p:spPr>
            <a:xfrm>
              <a:off x="2583257" y="147723"/>
              <a:ext cx="17140" cy="26609"/>
            </a:xfrm>
            <a:prstGeom prst="rect">
              <a:avLst/>
            </a:prstGeom>
            <a:solidFill>
              <a:srgbClr val="F1C3C8"/>
            </a:solidFill>
            <a:ln>
              <a:noFill/>
            </a:ln>
          </p:spPr>
        </p:sp>
        <p:sp>
          <p:nvSpPr>
            <p:cNvPr id="3795" name="Heatmap cell r6 c143"/>
            <p:cNvSpPr/>
            <p:nvPr/>
          </p:nvSpPr>
          <p:spPr>
            <a:xfrm>
              <a:off x="2600302" y="147723"/>
              <a:ext cx="19034" cy="26609"/>
            </a:xfrm>
            <a:prstGeom prst="rect">
              <a:avLst/>
            </a:prstGeom>
            <a:solidFill>
              <a:srgbClr val="F7E2E4"/>
            </a:solidFill>
            <a:ln>
              <a:noFill/>
            </a:ln>
          </p:spPr>
        </p:sp>
        <p:sp>
          <p:nvSpPr>
            <p:cNvPr id="3796" name="Heatmap cell r6 c144"/>
            <p:cNvSpPr/>
            <p:nvPr/>
          </p:nvSpPr>
          <p:spPr>
            <a:xfrm>
              <a:off x="2619241" y="147723"/>
              <a:ext cx="17140" cy="26609"/>
            </a:xfrm>
            <a:prstGeom prst="rect">
              <a:avLst/>
            </a:prstGeom>
            <a:solidFill>
              <a:srgbClr val="F1F5F8"/>
            </a:solidFill>
            <a:ln>
              <a:noFill/>
            </a:ln>
          </p:spPr>
        </p:sp>
        <p:sp>
          <p:nvSpPr>
            <p:cNvPr id="3797" name="Heatmap cell r6 c145"/>
            <p:cNvSpPr/>
            <p:nvPr/>
          </p:nvSpPr>
          <p:spPr>
            <a:xfrm>
              <a:off x="2636286" y="147723"/>
              <a:ext cx="19034" cy="26609"/>
            </a:xfrm>
            <a:prstGeom prst="rect">
              <a:avLst/>
            </a:prstGeom>
            <a:solidFill>
              <a:srgbClr val="E6EBF1"/>
            </a:solidFill>
            <a:ln>
              <a:noFill/>
            </a:ln>
          </p:spPr>
        </p:sp>
        <p:sp>
          <p:nvSpPr>
            <p:cNvPr id="3798" name="Heatmap cell r6 c146"/>
            <p:cNvSpPr/>
            <p:nvPr/>
          </p:nvSpPr>
          <p:spPr>
            <a:xfrm>
              <a:off x="2655225" y="147723"/>
              <a:ext cx="17140" cy="26609"/>
            </a:xfrm>
            <a:prstGeom prst="rect">
              <a:avLst/>
            </a:prstGeom>
            <a:solidFill>
              <a:srgbClr val="EFB5BA"/>
            </a:solidFill>
            <a:ln>
              <a:noFill/>
            </a:ln>
          </p:spPr>
        </p:sp>
        <p:sp>
          <p:nvSpPr>
            <p:cNvPr id="3799" name="Heatmap cell r6 c147"/>
            <p:cNvSpPr/>
            <p:nvPr/>
          </p:nvSpPr>
          <p:spPr>
            <a:xfrm>
              <a:off x="2672270" y="147723"/>
              <a:ext cx="19034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3800" name="Heatmap cell r6 c148"/>
            <p:cNvSpPr/>
            <p:nvPr/>
          </p:nvSpPr>
          <p:spPr>
            <a:xfrm>
              <a:off x="2691208" y="147723"/>
              <a:ext cx="17140" cy="26609"/>
            </a:xfrm>
            <a:prstGeom prst="rect">
              <a:avLst/>
            </a:prstGeom>
            <a:solidFill>
              <a:srgbClr val="F8DEE0"/>
            </a:solidFill>
            <a:ln>
              <a:noFill/>
            </a:ln>
          </p:spPr>
        </p:sp>
        <p:sp>
          <p:nvSpPr>
            <p:cNvPr id="3801" name="Heatmap cell r6 c149"/>
            <p:cNvSpPr/>
            <p:nvPr/>
          </p:nvSpPr>
          <p:spPr>
            <a:xfrm>
              <a:off x="2708253" y="147723"/>
              <a:ext cx="19034" cy="26609"/>
            </a:xfrm>
            <a:prstGeom prst="rect">
              <a:avLst/>
            </a:prstGeom>
            <a:solidFill>
              <a:srgbClr val="FAEEEF"/>
            </a:solidFill>
            <a:ln>
              <a:noFill/>
            </a:ln>
          </p:spPr>
        </p:sp>
        <p:sp>
          <p:nvSpPr>
            <p:cNvPr id="3802" name="Heatmap cell r6 c150"/>
            <p:cNvSpPr/>
            <p:nvPr/>
          </p:nvSpPr>
          <p:spPr>
            <a:xfrm>
              <a:off x="2727192" y="147723"/>
              <a:ext cx="17140" cy="26609"/>
            </a:xfrm>
            <a:prstGeom prst="rect">
              <a:avLst/>
            </a:prstGeom>
            <a:solidFill>
              <a:srgbClr val="E7EBF1"/>
            </a:solidFill>
            <a:ln>
              <a:noFill/>
            </a:ln>
          </p:spPr>
        </p:sp>
        <p:sp>
          <p:nvSpPr>
            <p:cNvPr id="3803" name="Heatmap cell r6 c152"/>
            <p:cNvSpPr/>
            <p:nvPr/>
          </p:nvSpPr>
          <p:spPr>
            <a:xfrm>
              <a:off x="2763176" y="147723"/>
              <a:ext cx="17140" cy="26609"/>
            </a:xfrm>
            <a:prstGeom prst="rect">
              <a:avLst/>
            </a:prstGeom>
            <a:solidFill>
              <a:srgbClr val="F0F5F8"/>
            </a:solidFill>
            <a:ln>
              <a:noFill/>
            </a:ln>
          </p:spPr>
        </p:sp>
        <p:sp>
          <p:nvSpPr>
            <p:cNvPr id="3804" name="Heatmap cell r6 c153"/>
            <p:cNvSpPr/>
            <p:nvPr/>
          </p:nvSpPr>
          <p:spPr>
            <a:xfrm>
              <a:off x="2780221" y="147723"/>
              <a:ext cx="19034" cy="26609"/>
            </a:xfrm>
            <a:prstGeom prst="rect">
              <a:avLst/>
            </a:prstGeom>
            <a:solidFill>
              <a:srgbClr val="F4CACD"/>
            </a:solidFill>
            <a:ln>
              <a:noFill/>
            </a:ln>
          </p:spPr>
        </p:sp>
        <p:sp>
          <p:nvSpPr>
            <p:cNvPr id="3805" name="Heatmap cell r6 c155"/>
            <p:cNvSpPr/>
            <p:nvPr/>
          </p:nvSpPr>
          <p:spPr>
            <a:xfrm>
              <a:off x="2816205" y="147723"/>
              <a:ext cx="19034" cy="26609"/>
            </a:xfrm>
            <a:prstGeom prst="rect">
              <a:avLst/>
            </a:prstGeom>
            <a:solidFill>
              <a:srgbClr val="ECABB0"/>
            </a:solidFill>
            <a:ln>
              <a:noFill/>
            </a:ln>
          </p:spPr>
        </p:sp>
        <p:sp>
          <p:nvSpPr>
            <p:cNvPr id="3806" name="Heatmap cell r6 c156"/>
            <p:cNvSpPr/>
            <p:nvPr/>
          </p:nvSpPr>
          <p:spPr>
            <a:xfrm>
              <a:off x="2835144" y="147723"/>
              <a:ext cx="19034" cy="26609"/>
            </a:xfrm>
            <a:prstGeom prst="rect">
              <a:avLst/>
            </a:prstGeom>
            <a:solidFill>
              <a:srgbClr val="F9E8E9"/>
            </a:solidFill>
            <a:ln>
              <a:noFill/>
            </a:ln>
          </p:spPr>
        </p:sp>
        <p:sp>
          <p:nvSpPr>
            <p:cNvPr id="3807" name="Heatmap cell r6 c157"/>
            <p:cNvSpPr/>
            <p:nvPr/>
          </p:nvSpPr>
          <p:spPr>
            <a:xfrm>
              <a:off x="2854082" y="147723"/>
              <a:ext cx="17140" cy="26609"/>
            </a:xfrm>
            <a:prstGeom prst="rect">
              <a:avLst/>
            </a:prstGeom>
            <a:solidFill>
              <a:srgbClr val="E6878F"/>
            </a:solidFill>
            <a:ln>
              <a:noFill/>
            </a:ln>
          </p:spPr>
        </p:sp>
        <p:sp>
          <p:nvSpPr>
            <p:cNvPr id="3808" name="Heatmap cell r6 c158"/>
            <p:cNvSpPr/>
            <p:nvPr/>
          </p:nvSpPr>
          <p:spPr>
            <a:xfrm>
              <a:off x="2871127" y="147723"/>
              <a:ext cx="19034" cy="26609"/>
            </a:xfrm>
            <a:prstGeom prst="rect">
              <a:avLst/>
            </a:prstGeom>
            <a:solidFill>
              <a:srgbClr val="F0BAC0"/>
            </a:solidFill>
            <a:ln>
              <a:noFill/>
            </a:ln>
          </p:spPr>
        </p:sp>
        <p:sp>
          <p:nvSpPr>
            <p:cNvPr id="3809" name="Heatmap cell r6 c159"/>
            <p:cNvSpPr/>
            <p:nvPr/>
          </p:nvSpPr>
          <p:spPr>
            <a:xfrm>
              <a:off x="2890066" y="147723"/>
              <a:ext cx="17140" cy="26609"/>
            </a:xfrm>
            <a:prstGeom prst="rect">
              <a:avLst/>
            </a:prstGeom>
            <a:solidFill>
              <a:srgbClr val="F7D3D6"/>
            </a:solidFill>
            <a:ln>
              <a:noFill/>
            </a:ln>
          </p:spPr>
        </p:sp>
        <p:sp>
          <p:nvSpPr>
            <p:cNvPr id="3810" name="Heatmap cell r6 c160"/>
            <p:cNvSpPr/>
            <p:nvPr/>
          </p:nvSpPr>
          <p:spPr>
            <a:xfrm>
              <a:off x="2907111" y="147723"/>
              <a:ext cx="19034" cy="26609"/>
            </a:xfrm>
            <a:prstGeom prst="rect">
              <a:avLst/>
            </a:prstGeom>
            <a:solidFill>
              <a:srgbClr val="F5F7F9"/>
            </a:solidFill>
            <a:ln>
              <a:noFill/>
            </a:ln>
          </p:spPr>
        </p:sp>
        <p:sp>
          <p:nvSpPr>
            <p:cNvPr id="3811" name="Heatmap cell r6 c161"/>
            <p:cNvSpPr/>
            <p:nvPr/>
          </p:nvSpPr>
          <p:spPr>
            <a:xfrm>
              <a:off x="2926050" y="147723"/>
              <a:ext cx="17140" cy="26609"/>
            </a:xfrm>
            <a:prstGeom prst="rect">
              <a:avLst/>
            </a:prstGeom>
            <a:solidFill>
              <a:srgbClr val="F7D7DB"/>
            </a:solidFill>
            <a:ln>
              <a:noFill/>
            </a:ln>
          </p:spPr>
        </p:sp>
        <p:sp>
          <p:nvSpPr>
            <p:cNvPr id="3812" name="Heatmap cell r6 c162"/>
            <p:cNvSpPr/>
            <p:nvPr/>
          </p:nvSpPr>
          <p:spPr>
            <a:xfrm>
              <a:off x="2943095" y="147723"/>
              <a:ext cx="19034" cy="26609"/>
            </a:xfrm>
            <a:prstGeom prst="rect">
              <a:avLst/>
            </a:prstGeom>
            <a:solidFill>
              <a:srgbClr val="F8DEE0"/>
            </a:solidFill>
            <a:ln>
              <a:noFill/>
            </a:ln>
          </p:spPr>
        </p:sp>
        <p:sp>
          <p:nvSpPr>
            <p:cNvPr id="3813" name="Heatmap cell r6 c163"/>
            <p:cNvSpPr/>
            <p:nvPr/>
          </p:nvSpPr>
          <p:spPr>
            <a:xfrm>
              <a:off x="2962034" y="147723"/>
              <a:ext cx="17140" cy="26609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3814" name="Heatmap cell r6 c164"/>
            <p:cNvSpPr/>
            <p:nvPr/>
          </p:nvSpPr>
          <p:spPr>
            <a:xfrm>
              <a:off x="2979079" y="147723"/>
              <a:ext cx="19034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3815" name="Heatmap cell r6 c165"/>
            <p:cNvSpPr/>
            <p:nvPr/>
          </p:nvSpPr>
          <p:spPr>
            <a:xfrm>
              <a:off x="2998018" y="147723"/>
              <a:ext cx="17140" cy="26609"/>
            </a:xfrm>
            <a:prstGeom prst="rect">
              <a:avLst/>
            </a:prstGeom>
            <a:solidFill>
              <a:srgbClr val="FAEBED"/>
            </a:solidFill>
            <a:ln>
              <a:noFill/>
            </a:ln>
          </p:spPr>
        </p:sp>
        <p:sp>
          <p:nvSpPr>
            <p:cNvPr id="3816" name="Heatmap cell r6 c166"/>
            <p:cNvSpPr/>
            <p:nvPr/>
          </p:nvSpPr>
          <p:spPr>
            <a:xfrm>
              <a:off x="3015062" y="147723"/>
              <a:ext cx="19034" cy="26609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3817" name="Heatmap cell r6 c167"/>
            <p:cNvSpPr/>
            <p:nvPr/>
          </p:nvSpPr>
          <p:spPr>
            <a:xfrm>
              <a:off x="3034001" y="147723"/>
              <a:ext cx="17140" cy="26609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818" name="Heatmap cell r6 c168"/>
            <p:cNvSpPr/>
            <p:nvPr/>
          </p:nvSpPr>
          <p:spPr>
            <a:xfrm>
              <a:off x="3051046" y="147723"/>
              <a:ext cx="19034" cy="26609"/>
            </a:xfrm>
            <a:prstGeom prst="rect">
              <a:avLst/>
            </a:prstGeom>
            <a:solidFill>
              <a:srgbClr val="99B0C8"/>
            </a:solidFill>
            <a:ln>
              <a:noFill/>
            </a:ln>
          </p:spPr>
        </p:sp>
        <p:sp>
          <p:nvSpPr>
            <p:cNvPr id="3819" name="Heatmap cell r6 c169"/>
            <p:cNvSpPr/>
            <p:nvPr/>
          </p:nvSpPr>
          <p:spPr>
            <a:xfrm>
              <a:off x="3069985" y="147723"/>
              <a:ext cx="19034" cy="26609"/>
            </a:xfrm>
            <a:prstGeom prst="rect">
              <a:avLst/>
            </a:prstGeom>
            <a:solidFill>
              <a:srgbClr val="7899B8"/>
            </a:solidFill>
            <a:ln>
              <a:noFill/>
            </a:ln>
          </p:spPr>
        </p:sp>
        <p:sp>
          <p:nvSpPr>
            <p:cNvPr id="3820" name="Heatmap cell r6 c170"/>
            <p:cNvSpPr/>
            <p:nvPr/>
          </p:nvSpPr>
          <p:spPr>
            <a:xfrm>
              <a:off x="3088924" y="147723"/>
              <a:ext cx="17140" cy="26609"/>
            </a:xfrm>
            <a:prstGeom prst="rect">
              <a:avLst/>
            </a:prstGeom>
            <a:solidFill>
              <a:srgbClr val="D5DFE9"/>
            </a:solidFill>
            <a:ln>
              <a:noFill/>
            </a:ln>
          </p:spPr>
        </p:sp>
        <p:sp>
          <p:nvSpPr>
            <p:cNvPr id="3821" name="Heatmap cell r6 c171"/>
            <p:cNvSpPr/>
            <p:nvPr/>
          </p:nvSpPr>
          <p:spPr>
            <a:xfrm>
              <a:off x="3105969" y="147723"/>
              <a:ext cx="19034" cy="26609"/>
            </a:xfrm>
            <a:prstGeom prst="rect">
              <a:avLst/>
            </a:prstGeom>
            <a:solidFill>
              <a:srgbClr val="F8DBDD"/>
            </a:solidFill>
            <a:ln>
              <a:noFill/>
            </a:ln>
          </p:spPr>
        </p:sp>
        <p:sp>
          <p:nvSpPr>
            <p:cNvPr id="3822" name="Heatmap cell r6 c173"/>
            <p:cNvSpPr/>
            <p:nvPr/>
          </p:nvSpPr>
          <p:spPr>
            <a:xfrm>
              <a:off x="3141953" y="147723"/>
              <a:ext cx="19034" cy="26609"/>
            </a:xfrm>
            <a:prstGeom prst="rect">
              <a:avLst/>
            </a:prstGeom>
            <a:solidFill>
              <a:srgbClr val="E9EDF3"/>
            </a:solidFill>
            <a:ln>
              <a:noFill/>
            </a:ln>
          </p:spPr>
        </p:sp>
        <p:sp>
          <p:nvSpPr>
            <p:cNvPr id="3823" name="Heatmap cell r6 c174"/>
            <p:cNvSpPr/>
            <p:nvPr/>
          </p:nvSpPr>
          <p:spPr>
            <a:xfrm>
              <a:off x="3160892" y="147723"/>
              <a:ext cx="17140" cy="26609"/>
            </a:xfrm>
            <a:prstGeom prst="rect">
              <a:avLst/>
            </a:prstGeom>
            <a:solidFill>
              <a:srgbClr val="FAEBED"/>
            </a:solidFill>
            <a:ln>
              <a:noFill/>
            </a:ln>
          </p:spPr>
        </p:sp>
        <p:sp>
          <p:nvSpPr>
            <p:cNvPr id="3824" name="Heatmap cell r6 c175"/>
            <p:cNvSpPr/>
            <p:nvPr/>
          </p:nvSpPr>
          <p:spPr>
            <a:xfrm>
              <a:off x="3177936" y="147723"/>
              <a:ext cx="19034" cy="26609"/>
            </a:xfrm>
            <a:prstGeom prst="rect">
              <a:avLst/>
            </a:prstGeom>
            <a:solidFill>
              <a:srgbClr val="C7D4E1"/>
            </a:solidFill>
            <a:ln>
              <a:noFill/>
            </a:ln>
          </p:spPr>
        </p:sp>
        <p:sp>
          <p:nvSpPr>
            <p:cNvPr id="3825" name="Heatmap cell r6 c176"/>
            <p:cNvSpPr/>
            <p:nvPr/>
          </p:nvSpPr>
          <p:spPr>
            <a:xfrm>
              <a:off x="3196875" y="147723"/>
              <a:ext cx="17140" cy="26609"/>
            </a:xfrm>
            <a:prstGeom prst="rect">
              <a:avLst/>
            </a:prstGeom>
            <a:solidFill>
              <a:srgbClr val="ECA8AE"/>
            </a:solidFill>
            <a:ln>
              <a:noFill/>
            </a:ln>
          </p:spPr>
        </p:sp>
        <p:sp>
          <p:nvSpPr>
            <p:cNvPr id="3826" name="Heatmap cell r6 c177"/>
            <p:cNvSpPr/>
            <p:nvPr/>
          </p:nvSpPr>
          <p:spPr>
            <a:xfrm>
              <a:off x="3213920" y="147723"/>
              <a:ext cx="19034" cy="26609"/>
            </a:xfrm>
            <a:prstGeom prst="rect">
              <a:avLst/>
            </a:prstGeom>
            <a:solidFill>
              <a:srgbClr val="1F558A"/>
            </a:solidFill>
            <a:ln>
              <a:noFill/>
            </a:ln>
          </p:spPr>
        </p:sp>
        <p:sp>
          <p:nvSpPr>
            <p:cNvPr id="3827" name="Heatmap cell r6 c178"/>
            <p:cNvSpPr/>
            <p:nvPr/>
          </p:nvSpPr>
          <p:spPr>
            <a:xfrm>
              <a:off x="3232859" y="147723"/>
              <a:ext cx="17140" cy="26609"/>
            </a:xfrm>
            <a:prstGeom prst="rect">
              <a:avLst/>
            </a:prstGeom>
            <a:solidFill>
              <a:srgbClr val="F0F5F8"/>
            </a:solidFill>
            <a:ln>
              <a:noFill/>
            </a:ln>
          </p:spPr>
        </p:sp>
        <p:sp>
          <p:nvSpPr>
            <p:cNvPr id="3828" name="Heatmap cell r6 c179"/>
            <p:cNvSpPr/>
            <p:nvPr/>
          </p:nvSpPr>
          <p:spPr>
            <a:xfrm>
              <a:off x="3249904" y="147723"/>
              <a:ext cx="19034" cy="26609"/>
            </a:xfrm>
            <a:prstGeom prst="rect">
              <a:avLst/>
            </a:prstGeom>
            <a:solidFill>
              <a:srgbClr val="8EA9C3"/>
            </a:solidFill>
            <a:ln>
              <a:noFill/>
            </a:ln>
          </p:spPr>
        </p:sp>
        <p:sp>
          <p:nvSpPr>
            <p:cNvPr id="3829" name="Heatmap cell r6 c180"/>
            <p:cNvSpPr/>
            <p:nvPr/>
          </p:nvSpPr>
          <p:spPr>
            <a:xfrm>
              <a:off x="3268843" y="147723"/>
              <a:ext cx="17140" cy="26609"/>
            </a:xfrm>
            <a:prstGeom prst="rect">
              <a:avLst/>
            </a:prstGeom>
            <a:solidFill>
              <a:srgbClr val="C6D4E1"/>
            </a:solidFill>
            <a:ln>
              <a:noFill/>
            </a:ln>
          </p:spPr>
        </p:sp>
        <p:sp>
          <p:nvSpPr>
            <p:cNvPr id="3830" name="Heatmap cell r6 c181"/>
            <p:cNvSpPr/>
            <p:nvPr/>
          </p:nvSpPr>
          <p:spPr>
            <a:xfrm>
              <a:off x="3285888" y="147723"/>
              <a:ext cx="19034" cy="26609"/>
            </a:xfrm>
            <a:prstGeom prst="rect">
              <a:avLst/>
            </a:prstGeom>
            <a:solidFill>
              <a:srgbClr val="F8DEE0"/>
            </a:solidFill>
            <a:ln>
              <a:noFill/>
            </a:ln>
          </p:spPr>
        </p:sp>
        <p:sp>
          <p:nvSpPr>
            <p:cNvPr id="3831" name="Heatmap cell r6 c182"/>
            <p:cNvSpPr/>
            <p:nvPr/>
          </p:nvSpPr>
          <p:spPr>
            <a:xfrm>
              <a:off x="3304827" y="147723"/>
              <a:ext cx="19034" cy="26609"/>
            </a:xfrm>
            <a:prstGeom prst="rect">
              <a:avLst/>
            </a:prstGeom>
            <a:solidFill>
              <a:srgbClr val="C5D2E0"/>
            </a:solidFill>
            <a:ln>
              <a:noFill/>
            </a:ln>
          </p:spPr>
        </p:sp>
        <p:sp>
          <p:nvSpPr>
            <p:cNvPr id="3832" name="Heatmap cell r6 c183"/>
            <p:cNvSpPr/>
            <p:nvPr/>
          </p:nvSpPr>
          <p:spPr>
            <a:xfrm>
              <a:off x="3323765" y="147723"/>
              <a:ext cx="17140" cy="26609"/>
            </a:xfrm>
            <a:prstGeom prst="rect">
              <a:avLst/>
            </a:prstGeom>
            <a:solidFill>
              <a:srgbClr val="CAD6E3"/>
            </a:solidFill>
            <a:ln>
              <a:noFill/>
            </a:ln>
          </p:spPr>
        </p:sp>
        <p:sp>
          <p:nvSpPr>
            <p:cNvPr id="3833" name="Heatmap cell r6 c184"/>
            <p:cNvSpPr/>
            <p:nvPr/>
          </p:nvSpPr>
          <p:spPr>
            <a:xfrm>
              <a:off x="3340810" y="147723"/>
              <a:ext cx="19034" cy="26609"/>
            </a:xfrm>
            <a:prstGeom prst="rect">
              <a:avLst/>
            </a:prstGeom>
            <a:solidFill>
              <a:srgbClr val="DFE6ED"/>
            </a:solidFill>
            <a:ln>
              <a:noFill/>
            </a:ln>
          </p:spPr>
        </p:sp>
        <p:sp>
          <p:nvSpPr>
            <p:cNvPr id="3834" name="Heatmap cell r6 c185"/>
            <p:cNvSpPr/>
            <p:nvPr/>
          </p:nvSpPr>
          <p:spPr>
            <a:xfrm>
              <a:off x="3359749" y="147723"/>
              <a:ext cx="17140" cy="26609"/>
            </a:xfrm>
            <a:prstGeom prst="rect">
              <a:avLst/>
            </a:prstGeom>
            <a:solidFill>
              <a:srgbClr val="C2D0DE"/>
            </a:solidFill>
            <a:ln>
              <a:noFill/>
            </a:ln>
          </p:spPr>
        </p:sp>
        <p:sp>
          <p:nvSpPr>
            <p:cNvPr id="3835" name="Heatmap cell r6 c186"/>
            <p:cNvSpPr/>
            <p:nvPr/>
          </p:nvSpPr>
          <p:spPr>
            <a:xfrm>
              <a:off x="3376794" y="147723"/>
              <a:ext cx="19034" cy="26609"/>
            </a:xfrm>
            <a:prstGeom prst="rect">
              <a:avLst/>
            </a:prstGeom>
            <a:solidFill>
              <a:srgbClr val="EDF1F7"/>
            </a:solidFill>
            <a:ln>
              <a:noFill/>
            </a:ln>
          </p:spPr>
        </p:sp>
        <p:sp>
          <p:nvSpPr>
            <p:cNvPr id="3836" name="Heatmap cell r6 c187"/>
            <p:cNvSpPr/>
            <p:nvPr/>
          </p:nvSpPr>
          <p:spPr>
            <a:xfrm>
              <a:off x="3395733" y="147723"/>
              <a:ext cx="17140" cy="26609"/>
            </a:xfrm>
            <a:prstGeom prst="rect">
              <a:avLst/>
            </a:prstGeom>
            <a:solidFill>
              <a:srgbClr val="275B8E"/>
            </a:solidFill>
            <a:ln>
              <a:noFill/>
            </a:ln>
          </p:spPr>
        </p:sp>
        <p:sp>
          <p:nvSpPr>
            <p:cNvPr id="3837" name="Heatmap cell r6 c188"/>
            <p:cNvSpPr/>
            <p:nvPr/>
          </p:nvSpPr>
          <p:spPr>
            <a:xfrm>
              <a:off x="3412778" y="147723"/>
              <a:ext cx="19034" cy="26609"/>
            </a:xfrm>
            <a:prstGeom prst="rect">
              <a:avLst/>
            </a:prstGeom>
            <a:solidFill>
              <a:srgbClr val="F8DBDD"/>
            </a:solidFill>
            <a:ln>
              <a:noFill/>
            </a:ln>
          </p:spPr>
        </p:sp>
        <p:sp>
          <p:nvSpPr>
            <p:cNvPr id="3838" name="Heatmap cell r6 c189"/>
            <p:cNvSpPr/>
            <p:nvPr/>
          </p:nvSpPr>
          <p:spPr>
            <a:xfrm>
              <a:off x="3431717" y="147723"/>
              <a:ext cx="17140" cy="26609"/>
            </a:xfrm>
            <a:prstGeom prst="rect">
              <a:avLst/>
            </a:prstGeom>
            <a:solidFill>
              <a:srgbClr val="C5D3E0"/>
            </a:solidFill>
            <a:ln>
              <a:noFill/>
            </a:ln>
          </p:spPr>
        </p:sp>
        <p:sp>
          <p:nvSpPr>
            <p:cNvPr id="3839" name="Heatmap cell r6 c190"/>
            <p:cNvSpPr/>
            <p:nvPr/>
          </p:nvSpPr>
          <p:spPr>
            <a:xfrm>
              <a:off x="3448762" y="147723"/>
              <a:ext cx="19034" cy="26609"/>
            </a:xfrm>
            <a:prstGeom prst="rect">
              <a:avLst/>
            </a:prstGeom>
            <a:solidFill>
              <a:srgbClr val="F6D5D9"/>
            </a:solidFill>
            <a:ln>
              <a:noFill/>
            </a:ln>
          </p:spPr>
        </p:sp>
        <p:sp>
          <p:nvSpPr>
            <p:cNvPr id="3840" name="Heatmap cell r6 c191"/>
            <p:cNvSpPr/>
            <p:nvPr/>
          </p:nvSpPr>
          <p:spPr>
            <a:xfrm>
              <a:off x="3467701" y="147723"/>
              <a:ext cx="17140" cy="26609"/>
            </a:xfrm>
            <a:prstGeom prst="rect">
              <a:avLst/>
            </a:prstGeom>
            <a:solidFill>
              <a:srgbClr val="F6D6DA"/>
            </a:solidFill>
            <a:ln>
              <a:noFill/>
            </a:ln>
          </p:spPr>
        </p:sp>
        <p:sp>
          <p:nvSpPr>
            <p:cNvPr id="3841" name="Heatmap cell r6 c192"/>
            <p:cNvSpPr/>
            <p:nvPr/>
          </p:nvSpPr>
          <p:spPr>
            <a:xfrm>
              <a:off x="3484746" y="147723"/>
              <a:ext cx="19034" cy="26609"/>
            </a:xfrm>
            <a:prstGeom prst="rect">
              <a:avLst/>
            </a:prstGeom>
            <a:solidFill>
              <a:srgbClr val="A3B9CF"/>
            </a:solidFill>
            <a:ln>
              <a:noFill/>
            </a:ln>
          </p:spPr>
        </p:sp>
        <p:sp>
          <p:nvSpPr>
            <p:cNvPr id="3842" name="Heatmap cell r6 c193"/>
            <p:cNvSpPr/>
            <p:nvPr/>
          </p:nvSpPr>
          <p:spPr>
            <a:xfrm>
              <a:off x="3503684" y="147723"/>
              <a:ext cx="17140" cy="26609"/>
            </a:xfrm>
            <a:prstGeom prst="rect">
              <a:avLst/>
            </a:prstGeom>
            <a:solidFill>
              <a:srgbClr val="9EB5CC"/>
            </a:solidFill>
            <a:ln>
              <a:noFill/>
            </a:ln>
          </p:spPr>
        </p:sp>
        <p:sp>
          <p:nvSpPr>
            <p:cNvPr id="3843" name="Heatmap cell r6 c194"/>
            <p:cNvSpPr/>
            <p:nvPr/>
          </p:nvSpPr>
          <p:spPr>
            <a:xfrm>
              <a:off x="3520729" y="147723"/>
              <a:ext cx="19034" cy="26609"/>
            </a:xfrm>
            <a:prstGeom prst="rect">
              <a:avLst/>
            </a:prstGeom>
            <a:solidFill>
              <a:srgbClr val="F6D6DA"/>
            </a:solidFill>
            <a:ln>
              <a:noFill/>
            </a:ln>
          </p:spPr>
        </p:sp>
        <p:sp>
          <p:nvSpPr>
            <p:cNvPr id="3844" name="Heatmap cell r6 c195"/>
            <p:cNvSpPr/>
            <p:nvPr/>
          </p:nvSpPr>
          <p:spPr>
            <a:xfrm>
              <a:off x="3539668" y="147723"/>
              <a:ext cx="19034" cy="26609"/>
            </a:xfrm>
            <a:prstGeom prst="rect">
              <a:avLst/>
            </a:prstGeom>
            <a:solidFill>
              <a:srgbClr val="F6D6DA"/>
            </a:solidFill>
            <a:ln>
              <a:noFill/>
            </a:ln>
          </p:spPr>
        </p:sp>
        <p:sp>
          <p:nvSpPr>
            <p:cNvPr id="3845" name="Heatmap cell r6 c196"/>
            <p:cNvSpPr/>
            <p:nvPr/>
          </p:nvSpPr>
          <p:spPr>
            <a:xfrm>
              <a:off x="3558607" y="147723"/>
              <a:ext cx="17140" cy="26609"/>
            </a:xfrm>
            <a:prstGeom prst="rect">
              <a:avLst/>
            </a:prstGeom>
            <a:solidFill>
              <a:srgbClr val="F8DEE0"/>
            </a:solidFill>
            <a:ln>
              <a:noFill/>
            </a:ln>
          </p:spPr>
        </p:sp>
        <p:sp>
          <p:nvSpPr>
            <p:cNvPr id="3846" name="Heatmap cell r6 c197"/>
            <p:cNvSpPr/>
            <p:nvPr/>
          </p:nvSpPr>
          <p:spPr>
            <a:xfrm>
              <a:off x="3575652" y="147723"/>
              <a:ext cx="19034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3847" name="Heatmap cell r6 c198"/>
            <p:cNvSpPr/>
            <p:nvPr/>
          </p:nvSpPr>
          <p:spPr>
            <a:xfrm>
              <a:off x="3594591" y="147723"/>
              <a:ext cx="17140" cy="26609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3848" name="Heatmap cell r6 c199"/>
            <p:cNvSpPr/>
            <p:nvPr/>
          </p:nvSpPr>
          <p:spPr>
            <a:xfrm>
              <a:off x="3611636" y="147723"/>
              <a:ext cx="19034" cy="26609"/>
            </a:xfrm>
            <a:prstGeom prst="rect">
              <a:avLst/>
            </a:prstGeom>
            <a:solidFill>
              <a:srgbClr val="8BA8C3"/>
            </a:solidFill>
            <a:ln>
              <a:noFill/>
            </a:ln>
          </p:spPr>
        </p:sp>
        <p:sp>
          <p:nvSpPr>
            <p:cNvPr id="3849" name="Heatmap cell r6 c200"/>
            <p:cNvSpPr/>
            <p:nvPr/>
          </p:nvSpPr>
          <p:spPr>
            <a:xfrm>
              <a:off x="3630575" y="147723"/>
              <a:ext cx="17140" cy="26609"/>
            </a:xfrm>
            <a:prstGeom prst="rect">
              <a:avLst/>
            </a:prstGeom>
            <a:solidFill>
              <a:srgbClr val="D1DCE7"/>
            </a:solidFill>
            <a:ln>
              <a:noFill/>
            </a:ln>
          </p:spPr>
        </p:sp>
        <p:sp>
          <p:nvSpPr>
            <p:cNvPr id="3850" name="Heatmap cell r6 c201"/>
            <p:cNvSpPr/>
            <p:nvPr/>
          </p:nvSpPr>
          <p:spPr>
            <a:xfrm>
              <a:off x="3647620" y="147723"/>
              <a:ext cx="19034" cy="26609"/>
            </a:xfrm>
            <a:prstGeom prst="rect">
              <a:avLst/>
            </a:prstGeom>
            <a:solidFill>
              <a:srgbClr val="C5D3E0"/>
            </a:solidFill>
            <a:ln>
              <a:noFill/>
            </a:ln>
          </p:spPr>
        </p:sp>
        <p:sp>
          <p:nvSpPr>
            <p:cNvPr id="3851" name="Heatmap cell r6 c202"/>
            <p:cNvSpPr/>
            <p:nvPr/>
          </p:nvSpPr>
          <p:spPr>
            <a:xfrm>
              <a:off x="3666558" y="147723"/>
              <a:ext cx="17140" cy="26609"/>
            </a:xfrm>
            <a:prstGeom prst="rect">
              <a:avLst/>
            </a:prstGeom>
            <a:solidFill>
              <a:srgbClr val="C6D4E1"/>
            </a:solidFill>
            <a:ln>
              <a:noFill/>
            </a:ln>
          </p:spPr>
        </p:sp>
        <p:sp>
          <p:nvSpPr>
            <p:cNvPr id="3852" name="Heatmap cell r6 c203"/>
            <p:cNvSpPr/>
            <p:nvPr/>
          </p:nvSpPr>
          <p:spPr>
            <a:xfrm>
              <a:off x="3683603" y="147723"/>
              <a:ext cx="19034" cy="26609"/>
            </a:xfrm>
            <a:prstGeom prst="rect">
              <a:avLst/>
            </a:prstGeom>
            <a:solidFill>
              <a:srgbClr val="6A8DB0"/>
            </a:solidFill>
            <a:ln>
              <a:noFill/>
            </a:ln>
          </p:spPr>
        </p:sp>
        <p:sp>
          <p:nvSpPr>
            <p:cNvPr id="3853" name="Heatmap cell r6 c204"/>
            <p:cNvSpPr/>
            <p:nvPr/>
          </p:nvSpPr>
          <p:spPr>
            <a:xfrm>
              <a:off x="3702542" y="147723"/>
              <a:ext cx="17140" cy="26609"/>
            </a:xfrm>
            <a:prstGeom prst="rect">
              <a:avLst/>
            </a:prstGeom>
            <a:solidFill>
              <a:srgbClr val="F5CFD2"/>
            </a:solidFill>
            <a:ln>
              <a:noFill/>
            </a:ln>
          </p:spPr>
        </p:sp>
        <p:sp>
          <p:nvSpPr>
            <p:cNvPr id="3854" name="Heatmap cell r6 c205"/>
            <p:cNvSpPr/>
            <p:nvPr/>
          </p:nvSpPr>
          <p:spPr>
            <a:xfrm>
              <a:off x="3719587" y="147723"/>
              <a:ext cx="19034" cy="26609"/>
            </a:xfrm>
            <a:prstGeom prst="rect">
              <a:avLst/>
            </a:prstGeom>
            <a:solidFill>
              <a:srgbClr val="C3D1DF"/>
            </a:solidFill>
            <a:ln>
              <a:noFill/>
            </a:ln>
          </p:spPr>
        </p:sp>
        <p:sp>
          <p:nvSpPr>
            <p:cNvPr id="3855" name="Heatmap cell r6 c206"/>
            <p:cNvSpPr/>
            <p:nvPr/>
          </p:nvSpPr>
          <p:spPr>
            <a:xfrm>
              <a:off x="3738526" y="147723"/>
              <a:ext cx="17140" cy="26609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3856" name="Heatmap cell r6 c207"/>
            <p:cNvSpPr/>
            <p:nvPr/>
          </p:nvSpPr>
          <p:spPr>
            <a:xfrm>
              <a:off x="3755571" y="147723"/>
              <a:ext cx="19034" cy="26609"/>
            </a:xfrm>
            <a:prstGeom prst="rect">
              <a:avLst/>
            </a:prstGeom>
            <a:solidFill>
              <a:srgbClr val="F9E7E8"/>
            </a:solidFill>
            <a:ln>
              <a:noFill/>
            </a:ln>
          </p:spPr>
        </p:sp>
        <p:sp>
          <p:nvSpPr>
            <p:cNvPr id="3857" name="Heatmap cell r6 c208"/>
            <p:cNvSpPr/>
            <p:nvPr/>
          </p:nvSpPr>
          <p:spPr>
            <a:xfrm>
              <a:off x="3774510" y="147723"/>
              <a:ext cx="19034" cy="26609"/>
            </a:xfrm>
            <a:prstGeom prst="rect">
              <a:avLst/>
            </a:prstGeom>
            <a:solidFill>
              <a:srgbClr val="E4EBEF"/>
            </a:solidFill>
            <a:ln>
              <a:noFill/>
            </a:ln>
          </p:spPr>
        </p:sp>
        <p:sp>
          <p:nvSpPr>
            <p:cNvPr id="3858" name="Heatmap cell r6 c209"/>
            <p:cNvSpPr/>
            <p:nvPr/>
          </p:nvSpPr>
          <p:spPr>
            <a:xfrm>
              <a:off x="3793449" y="147723"/>
              <a:ext cx="17140" cy="26609"/>
            </a:xfrm>
            <a:prstGeom prst="rect">
              <a:avLst/>
            </a:prstGeom>
            <a:solidFill>
              <a:srgbClr val="D5DFE9"/>
            </a:solidFill>
            <a:ln>
              <a:noFill/>
            </a:ln>
          </p:spPr>
        </p:sp>
        <p:sp>
          <p:nvSpPr>
            <p:cNvPr id="3859" name="Heatmap cell r6 c210"/>
            <p:cNvSpPr/>
            <p:nvPr/>
          </p:nvSpPr>
          <p:spPr>
            <a:xfrm>
              <a:off x="3810494" y="147723"/>
              <a:ext cx="19034" cy="26609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860" name="Heatmap cell r6 c211"/>
            <p:cNvSpPr/>
            <p:nvPr/>
          </p:nvSpPr>
          <p:spPr>
            <a:xfrm>
              <a:off x="3829432" y="147723"/>
              <a:ext cx="17140" cy="26609"/>
            </a:xfrm>
            <a:prstGeom prst="rect">
              <a:avLst/>
            </a:prstGeom>
            <a:solidFill>
              <a:srgbClr val="DCE3EB"/>
            </a:solidFill>
            <a:ln>
              <a:noFill/>
            </a:ln>
          </p:spPr>
        </p:sp>
        <p:sp>
          <p:nvSpPr>
            <p:cNvPr id="3861" name="Heatmap cell r6 c212"/>
            <p:cNvSpPr/>
            <p:nvPr/>
          </p:nvSpPr>
          <p:spPr>
            <a:xfrm>
              <a:off x="3846477" y="147723"/>
              <a:ext cx="19034" cy="26609"/>
            </a:xfrm>
            <a:prstGeom prst="rect">
              <a:avLst/>
            </a:prstGeom>
            <a:solidFill>
              <a:srgbClr val="D2DDE8"/>
            </a:solidFill>
            <a:ln>
              <a:noFill/>
            </a:ln>
          </p:spPr>
        </p:sp>
        <p:sp>
          <p:nvSpPr>
            <p:cNvPr id="3862" name="Heatmap cell r6 c213"/>
            <p:cNvSpPr/>
            <p:nvPr/>
          </p:nvSpPr>
          <p:spPr>
            <a:xfrm>
              <a:off x="3865416" y="147723"/>
              <a:ext cx="17140" cy="26609"/>
            </a:xfrm>
            <a:prstGeom prst="rect">
              <a:avLst/>
            </a:prstGeom>
            <a:solidFill>
              <a:srgbClr val="C9D6E2"/>
            </a:solidFill>
            <a:ln>
              <a:noFill/>
            </a:ln>
          </p:spPr>
        </p:sp>
        <p:sp>
          <p:nvSpPr>
            <p:cNvPr id="3863" name="Heatmap cell r6 c214"/>
            <p:cNvSpPr/>
            <p:nvPr/>
          </p:nvSpPr>
          <p:spPr>
            <a:xfrm>
              <a:off x="3882461" y="147723"/>
              <a:ext cx="19034" cy="26609"/>
            </a:xfrm>
            <a:prstGeom prst="rect">
              <a:avLst/>
            </a:prstGeom>
            <a:solidFill>
              <a:srgbClr val="E6EBF1"/>
            </a:solidFill>
            <a:ln>
              <a:noFill/>
            </a:ln>
          </p:spPr>
        </p:sp>
        <p:sp>
          <p:nvSpPr>
            <p:cNvPr id="3864" name="Heatmap cell r6 c215"/>
            <p:cNvSpPr/>
            <p:nvPr/>
          </p:nvSpPr>
          <p:spPr>
            <a:xfrm>
              <a:off x="3901400" y="147723"/>
              <a:ext cx="17140" cy="26609"/>
            </a:xfrm>
            <a:prstGeom prst="rect">
              <a:avLst/>
            </a:prstGeom>
            <a:solidFill>
              <a:srgbClr val="DAE2EB"/>
            </a:solidFill>
            <a:ln>
              <a:noFill/>
            </a:ln>
          </p:spPr>
        </p:sp>
        <p:sp>
          <p:nvSpPr>
            <p:cNvPr id="3865" name="Heatmap cell r6 c216"/>
            <p:cNvSpPr/>
            <p:nvPr/>
          </p:nvSpPr>
          <p:spPr>
            <a:xfrm>
              <a:off x="3918445" y="147723"/>
              <a:ext cx="19034" cy="26609"/>
            </a:xfrm>
            <a:prstGeom prst="rect">
              <a:avLst/>
            </a:prstGeom>
            <a:solidFill>
              <a:srgbClr val="96AFC7"/>
            </a:solidFill>
            <a:ln>
              <a:noFill/>
            </a:ln>
          </p:spPr>
        </p:sp>
        <p:sp>
          <p:nvSpPr>
            <p:cNvPr id="3866" name="Heatmap cell r6 c217"/>
            <p:cNvSpPr/>
            <p:nvPr/>
          </p:nvSpPr>
          <p:spPr>
            <a:xfrm>
              <a:off x="3937384" y="147723"/>
              <a:ext cx="17140" cy="26609"/>
            </a:xfrm>
            <a:prstGeom prst="rect">
              <a:avLst/>
            </a:prstGeom>
            <a:solidFill>
              <a:srgbClr val="BACADB"/>
            </a:solidFill>
            <a:ln>
              <a:noFill/>
            </a:ln>
          </p:spPr>
        </p:sp>
        <p:sp>
          <p:nvSpPr>
            <p:cNvPr id="3867" name="Heatmap cell r6 c218"/>
            <p:cNvSpPr/>
            <p:nvPr/>
          </p:nvSpPr>
          <p:spPr>
            <a:xfrm>
              <a:off x="3954429" y="147723"/>
              <a:ext cx="19034" cy="26609"/>
            </a:xfrm>
            <a:prstGeom prst="rect">
              <a:avLst/>
            </a:prstGeom>
            <a:solidFill>
              <a:srgbClr val="CAD6E3"/>
            </a:solidFill>
            <a:ln>
              <a:noFill/>
            </a:ln>
          </p:spPr>
        </p:sp>
        <p:sp>
          <p:nvSpPr>
            <p:cNvPr id="3868" name="Heatmap cell r6 c219"/>
            <p:cNvSpPr/>
            <p:nvPr/>
          </p:nvSpPr>
          <p:spPr>
            <a:xfrm>
              <a:off x="3973368" y="147723"/>
              <a:ext cx="17140" cy="26609"/>
            </a:xfrm>
            <a:prstGeom prst="rect">
              <a:avLst/>
            </a:prstGeom>
            <a:solidFill>
              <a:srgbClr val="E8ECF3"/>
            </a:solidFill>
            <a:ln>
              <a:noFill/>
            </a:ln>
          </p:spPr>
        </p:sp>
        <p:sp>
          <p:nvSpPr>
            <p:cNvPr id="3869" name="Heatmap cell r6 c220"/>
            <p:cNvSpPr/>
            <p:nvPr/>
          </p:nvSpPr>
          <p:spPr>
            <a:xfrm>
              <a:off x="3990412" y="147723"/>
              <a:ext cx="19034" cy="26609"/>
            </a:xfrm>
            <a:prstGeom prst="rect">
              <a:avLst/>
            </a:prstGeom>
            <a:solidFill>
              <a:srgbClr val="C5D3E0"/>
            </a:solidFill>
            <a:ln>
              <a:noFill/>
            </a:ln>
          </p:spPr>
        </p:sp>
        <p:sp>
          <p:nvSpPr>
            <p:cNvPr id="3870" name="Heatmap cell r6 c221"/>
            <p:cNvSpPr/>
            <p:nvPr/>
          </p:nvSpPr>
          <p:spPr>
            <a:xfrm>
              <a:off x="4009351" y="147723"/>
              <a:ext cx="19034" cy="26609"/>
            </a:xfrm>
            <a:prstGeom prst="rect">
              <a:avLst/>
            </a:prstGeom>
            <a:solidFill>
              <a:srgbClr val="CFDBE6"/>
            </a:solidFill>
            <a:ln>
              <a:noFill/>
            </a:ln>
          </p:spPr>
        </p:sp>
        <p:sp>
          <p:nvSpPr>
            <p:cNvPr id="3871" name="Heatmap cell r6 c222"/>
            <p:cNvSpPr/>
            <p:nvPr/>
          </p:nvSpPr>
          <p:spPr>
            <a:xfrm>
              <a:off x="4028290" y="147723"/>
              <a:ext cx="17140" cy="26609"/>
            </a:xfrm>
            <a:prstGeom prst="rect">
              <a:avLst/>
            </a:prstGeom>
            <a:solidFill>
              <a:srgbClr val="F5D0D3"/>
            </a:solidFill>
            <a:ln>
              <a:noFill/>
            </a:ln>
          </p:spPr>
        </p:sp>
        <p:sp>
          <p:nvSpPr>
            <p:cNvPr id="3872" name="Heatmap cell r6 c223"/>
            <p:cNvSpPr/>
            <p:nvPr/>
          </p:nvSpPr>
          <p:spPr>
            <a:xfrm>
              <a:off x="4045335" y="147723"/>
              <a:ext cx="19034" cy="26609"/>
            </a:xfrm>
            <a:prstGeom prst="rect">
              <a:avLst/>
            </a:prstGeom>
            <a:solidFill>
              <a:srgbClr val="F3C5C8"/>
            </a:solidFill>
            <a:ln>
              <a:noFill/>
            </a:ln>
          </p:spPr>
        </p:sp>
        <p:sp>
          <p:nvSpPr>
            <p:cNvPr id="3873" name="Heatmap cell r7 c1"/>
            <p:cNvSpPr/>
            <p:nvPr/>
          </p:nvSpPr>
          <p:spPr>
            <a:xfrm>
              <a:off x="13257" y="174237"/>
              <a:ext cx="45548" cy="28503"/>
            </a:xfrm>
            <a:prstGeom prst="rect">
              <a:avLst/>
            </a:prstGeom>
            <a:solidFill>
              <a:srgbClr val="155B9C"/>
            </a:solidFill>
            <a:ln>
              <a:noFill/>
            </a:ln>
          </p:spPr>
        </p:sp>
        <p:sp>
          <p:nvSpPr>
            <p:cNvPr id="3874" name="Heatmap cell r7 c3"/>
            <p:cNvSpPr/>
            <p:nvPr/>
          </p:nvSpPr>
          <p:spPr>
            <a:xfrm>
              <a:off x="71968" y="174237"/>
              <a:ext cx="17140" cy="28503"/>
            </a:xfrm>
            <a:prstGeom prst="rect">
              <a:avLst/>
            </a:prstGeom>
            <a:solidFill>
              <a:srgbClr val="DCE3EB"/>
            </a:solidFill>
            <a:ln>
              <a:noFill/>
            </a:ln>
          </p:spPr>
        </p:sp>
        <p:sp>
          <p:nvSpPr>
            <p:cNvPr id="3875" name="Heatmap cell r7 c4"/>
            <p:cNvSpPr/>
            <p:nvPr/>
          </p:nvSpPr>
          <p:spPr>
            <a:xfrm>
              <a:off x="89013" y="174237"/>
              <a:ext cx="19034" cy="28503"/>
            </a:xfrm>
            <a:prstGeom prst="rect">
              <a:avLst/>
            </a:prstGeom>
            <a:solidFill>
              <a:srgbClr val="F4CED1"/>
            </a:solidFill>
            <a:ln>
              <a:noFill/>
            </a:ln>
          </p:spPr>
        </p:sp>
        <p:sp>
          <p:nvSpPr>
            <p:cNvPr id="3876" name="Heatmap cell r7 c5"/>
            <p:cNvSpPr/>
            <p:nvPr/>
          </p:nvSpPr>
          <p:spPr>
            <a:xfrm>
              <a:off x="107951" y="174237"/>
              <a:ext cx="17140" cy="28503"/>
            </a:xfrm>
            <a:prstGeom prst="rect">
              <a:avLst/>
            </a:prstGeom>
            <a:solidFill>
              <a:srgbClr val="DC5561"/>
            </a:solidFill>
            <a:ln>
              <a:noFill/>
            </a:ln>
          </p:spPr>
        </p:sp>
        <p:sp>
          <p:nvSpPr>
            <p:cNvPr id="3877" name="Heatmap cell r7 c6"/>
            <p:cNvSpPr/>
            <p:nvPr/>
          </p:nvSpPr>
          <p:spPr>
            <a:xfrm>
              <a:off x="124996" y="174237"/>
              <a:ext cx="19034" cy="28503"/>
            </a:xfrm>
            <a:prstGeom prst="rect">
              <a:avLst/>
            </a:prstGeom>
            <a:solidFill>
              <a:srgbClr val="ECABB0"/>
            </a:solidFill>
            <a:ln>
              <a:noFill/>
            </a:ln>
          </p:spPr>
        </p:sp>
        <p:sp>
          <p:nvSpPr>
            <p:cNvPr id="3878" name="Heatmap cell r7 c7"/>
            <p:cNvSpPr/>
            <p:nvPr/>
          </p:nvSpPr>
          <p:spPr>
            <a:xfrm>
              <a:off x="143935" y="174237"/>
              <a:ext cx="17140" cy="28503"/>
            </a:xfrm>
            <a:prstGeom prst="rect">
              <a:avLst/>
            </a:prstGeom>
            <a:solidFill>
              <a:srgbClr val="F2C8CD"/>
            </a:solidFill>
            <a:ln>
              <a:noFill/>
            </a:ln>
          </p:spPr>
        </p:sp>
        <p:sp>
          <p:nvSpPr>
            <p:cNvPr id="3879" name="Heatmap cell r7 c8"/>
            <p:cNvSpPr/>
            <p:nvPr/>
          </p:nvSpPr>
          <p:spPr>
            <a:xfrm>
              <a:off x="160980" y="174237"/>
              <a:ext cx="19034" cy="28503"/>
            </a:xfrm>
            <a:prstGeom prst="rect">
              <a:avLst/>
            </a:prstGeom>
            <a:solidFill>
              <a:srgbClr val="FBF0F1"/>
            </a:solidFill>
            <a:ln>
              <a:noFill/>
            </a:ln>
          </p:spPr>
        </p:sp>
        <p:sp>
          <p:nvSpPr>
            <p:cNvPr id="3880" name="Heatmap cell r7 c9"/>
            <p:cNvSpPr/>
            <p:nvPr/>
          </p:nvSpPr>
          <p:spPr>
            <a:xfrm>
              <a:off x="179919" y="174237"/>
              <a:ext cx="19034" cy="28503"/>
            </a:xfrm>
            <a:prstGeom prst="rect">
              <a:avLst/>
            </a:prstGeom>
            <a:solidFill>
              <a:srgbClr val="EBF0F6"/>
            </a:solidFill>
            <a:ln>
              <a:noFill/>
            </a:ln>
          </p:spPr>
        </p:sp>
        <p:sp>
          <p:nvSpPr>
            <p:cNvPr id="3881" name="Heatmap cell r7 c10"/>
            <p:cNvSpPr/>
            <p:nvPr/>
          </p:nvSpPr>
          <p:spPr>
            <a:xfrm>
              <a:off x="198858" y="174237"/>
              <a:ext cx="17140" cy="28503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3882" name="Heatmap cell r7 c11"/>
            <p:cNvSpPr/>
            <p:nvPr/>
          </p:nvSpPr>
          <p:spPr>
            <a:xfrm>
              <a:off x="215903" y="174237"/>
              <a:ext cx="19034" cy="28503"/>
            </a:xfrm>
            <a:prstGeom prst="rect">
              <a:avLst/>
            </a:prstGeom>
            <a:solidFill>
              <a:srgbClr val="EB9FA7"/>
            </a:solidFill>
            <a:ln>
              <a:noFill/>
            </a:ln>
          </p:spPr>
        </p:sp>
        <p:sp>
          <p:nvSpPr>
            <p:cNvPr id="3883" name="Heatmap cell r7 c12"/>
            <p:cNvSpPr/>
            <p:nvPr/>
          </p:nvSpPr>
          <p:spPr>
            <a:xfrm>
              <a:off x="234842" y="174237"/>
              <a:ext cx="17140" cy="28503"/>
            </a:xfrm>
            <a:prstGeom prst="rect">
              <a:avLst/>
            </a:prstGeom>
            <a:solidFill>
              <a:srgbClr val="C9D6E2"/>
            </a:solidFill>
            <a:ln>
              <a:noFill/>
            </a:ln>
          </p:spPr>
        </p:sp>
        <p:sp>
          <p:nvSpPr>
            <p:cNvPr id="3884" name="Heatmap cell r7 c13"/>
            <p:cNvSpPr/>
            <p:nvPr/>
          </p:nvSpPr>
          <p:spPr>
            <a:xfrm>
              <a:off x="251887" y="174237"/>
              <a:ext cx="19034" cy="28503"/>
            </a:xfrm>
            <a:prstGeom prst="rect">
              <a:avLst/>
            </a:prstGeom>
            <a:solidFill>
              <a:srgbClr val="F4CED1"/>
            </a:solidFill>
            <a:ln>
              <a:noFill/>
            </a:ln>
          </p:spPr>
        </p:sp>
        <p:sp>
          <p:nvSpPr>
            <p:cNvPr id="3885" name="Heatmap cell r7 c14"/>
            <p:cNvSpPr/>
            <p:nvPr/>
          </p:nvSpPr>
          <p:spPr>
            <a:xfrm>
              <a:off x="270825" y="174237"/>
              <a:ext cx="17140" cy="28503"/>
            </a:xfrm>
            <a:prstGeom prst="rect">
              <a:avLst/>
            </a:prstGeom>
            <a:solidFill>
              <a:srgbClr val="E4858D"/>
            </a:solidFill>
            <a:ln>
              <a:noFill/>
            </a:ln>
          </p:spPr>
        </p:sp>
        <p:sp>
          <p:nvSpPr>
            <p:cNvPr id="3886" name="Heatmap cell r7 c15"/>
            <p:cNvSpPr/>
            <p:nvPr/>
          </p:nvSpPr>
          <p:spPr>
            <a:xfrm>
              <a:off x="287870" y="174237"/>
              <a:ext cx="19034" cy="28503"/>
            </a:xfrm>
            <a:prstGeom prst="rect">
              <a:avLst/>
            </a:prstGeom>
            <a:solidFill>
              <a:srgbClr val="D43543"/>
            </a:solidFill>
            <a:ln>
              <a:noFill/>
            </a:ln>
          </p:spPr>
        </p:sp>
        <p:sp>
          <p:nvSpPr>
            <p:cNvPr id="3887" name="Heatmap cell r7 c16"/>
            <p:cNvSpPr/>
            <p:nvPr/>
          </p:nvSpPr>
          <p:spPr>
            <a:xfrm>
              <a:off x="306809" y="174237"/>
              <a:ext cx="17140" cy="28503"/>
            </a:xfrm>
            <a:prstGeom prst="rect">
              <a:avLst/>
            </a:prstGeom>
            <a:solidFill>
              <a:srgbClr val="F1C0C4"/>
            </a:solidFill>
            <a:ln>
              <a:noFill/>
            </a:ln>
          </p:spPr>
        </p:sp>
        <p:sp>
          <p:nvSpPr>
            <p:cNvPr id="3888" name="Heatmap cell r7 c17"/>
            <p:cNvSpPr/>
            <p:nvPr/>
          </p:nvSpPr>
          <p:spPr>
            <a:xfrm>
              <a:off x="323854" y="174237"/>
              <a:ext cx="19034" cy="28503"/>
            </a:xfrm>
            <a:prstGeom prst="rect">
              <a:avLst/>
            </a:prstGeom>
            <a:solidFill>
              <a:srgbClr val="E37B85"/>
            </a:solidFill>
            <a:ln>
              <a:noFill/>
            </a:ln>
          </p:spPr>
        </p:sp>
        <p:sp>
          <p:nvSpPr>
            <p:cNvPr id="3889" name="Heatmap cell r7 c18"/>
            <p:cNvSpPr/>
            <p:nvPr/>
          </p:nvSpPr>
          <p:spPr>
            <a:xfrm>
              <a:off x="342793" y="174237"/>
              <a:ext cx="17140" cy="28503"/>
            </a:xfrm>
            <a:prstGeom prst="rect">
              <a:avLst/>
            </a:prstGeom>
            <a:solidFill>
              <a:srgbClr val="EB9FA7"/>
            </a:solidFill>
            <a:ln>
              <a:noFill/>
            </a:ln>
          </p:spPr>
        </p:sp>
        <p:sp>
          <p:nvSpPr>
            <p:cNvPr id="3890" name="Heatmap cell r7 c19"/>
            <p:cNvSpPr/>
            <p:nvPr/>
          </p:nvSpPr>
          <p:spPr>
            <a:xfrm>
              <a:off x="359838" y="174237"/>
              <a:ext cx="19034" cy="28503"/>
            </a:xfrm>
            <a:prstGeom prst="rect">
              <a:avLst/>
            </a:prstGeom>
            <a:solidFill>
              <a:srgbClr val="DD626C"/>
            </a:solidFill>
            <a:ln>
              <a:noFill/>
            </a:ln>
          </p:spPr>
        </p:sp>
        <p:sp>
          <p:nvSpPr>
            <p:cNvPr id="3891" name="Heatmap cell r7 c20"/>
            <p:cNvSpPr/>
            <p:nvPr/>
          </p:nvSpPr>
          <p:spPr>
            <a:xfrm>
              <a:off x="378777" y="174237"/>
              <a:ext cx="17140" cy="28503"/>
            </a:xfrm>
            <a:prstGeom prst="rect">
              <a:avLst/>
            </a:prstGeom>
            <a:solidFill>
              <a:srgbClr val="FBF3F4"/>
            </a:solidFill>
            <a:ln>
              <a:noFill/>
            </a:ln>
          </p:spPr>
        </p:sp>
        <p:sp>
          <p:nvSpPr>
            <p:cNvPr id="3892" name="Heatmap cell r7 c21"/>
            <p:cNvSpPr/>
            <p:nvPr/>
          </p:nvSpPr>
          <p:spPr>
            <a:xfrm>
              <a:off x="395822" y="174237"/>
              <a:ext cx="19034" cy="28503"/>
            </a:xfrm>
            <a:prstGeom prst="rect">
              <a:avLst/>
            </a:prstGeom>
            <a:solidFill>
              <a:srgbClr val="D84552"/>
            </a:solidFill>
            <a:ln>
              <a:noFill/>
            </a:ln>
          </p:spPr>
        </p:sp>
        <p:sp>
          <p:nvSpPr>
            <p:cNvPr id="3893" name="Heatmap cell r7 c22"/>
            <p:cNvSpPr/>
            <p:nvPr/>
          </p:nvSpPr>
          <p:spPr>
            <a:xfrm>
              <a:off x="414760" y="174237"/>
              <a:ext cx="19034" cy="28503"/>
            </a:xfrm>
            <a:prstGeom prst="rect">
              <a:avLst/>
            </a:prstGeom>
            <a:solidFill>
              <a:srgbClr val="E06C79"/>
            </a:solidFill>
            <a:ln>
              <a:noFill/>
            </a:ln>
          </p:spPr>
        </p:sp>
        <p:sp>
          <p:nvSpPr>
            <p:cNvPr id="3894" name="Heatmap cell r7 c23"/>
            <p:cNvSpPr/>
            <p:nvPr/>
          </p:nvSpPr>
          <p:spPr>
            <a:xfrm>
              <a:off x="433699" y="174237"/>
              <a:ext cx="17140" cy="28503"/>
            </a:xfrm>
            <a:prstGeom prst="rect">
              <a:avLst/>
            </a:prstGeom>
            <a:solidFill>
              <a:srgbClr val="E1717B"/>
            </a:solidFill>
            <a:ln>
              <a:noFill/>
            </a:ln>
          </p:spPr>
        </p:sp>
        <p:sp>
          <p:nvSpPr>
            <p:cNvPr id="3895" name="Heatmap cell r7 c24"/>
            <p:cNvSpPr/>
            <p:nvPr/>
          </p:nvSpPr>
          <p:spPr>
            <a:xfrm>
              <a:off x="450744" y="174237"/>
              <a:ext cx="19034" cy="28503"/>
            </a:xfrm>
            <a:prstGeom prst="rect">
              <a:avLst/>
            </a:prstGeom>
            <a:solidFill>
              <a:srgbClr val="FBF3F4"/>
            </a:solidFill>
            <a:ln>
              <a:noFill/>
            </a:ln>
          </p:spPr>
        </p:sp>
        <p:sp>
          <p:nvSpPr>
            <p:cNvPr id="3896" name="Heatmap cell r7 c25"/>
            <p:cNvSpPr/>
            <p:nvPr/>
          </p:nvSpPr>
          <p:spPr>
            <a:xfrm>
              <a:off x="469683" y="174237"/>
              <a:ext cx="17140" cy="28503"/>
            </a:xfrm>
            <a:prstGeom prst="rect">
              <a:avLst/>
            </a:prstGeom>
            <a:solidFill>
              <a:srgbClr val="E78993"/>
            </a:solidFill>
            <a:ln>
              <a:noFill/>
            </a:ln>
          </p:spPr>
        </p:sp>
        <p:sp>
          <p:nvSpPr>
            <p:cNvPr id="3897" name="Heatmap cell r7 c26"/>
            <p:cNvSpPr/>
            <p:nvPr/>
          </p:nvSpPr>
          <p:spPr>
            <a:xfrm>
              <a:off x="486728" y="174237"/>
              <a:ext cx="19034" cy="28503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3898" name="Heatmap cell r7 c27"/>
            <p:cNvSpPr/>
            <p:nvPr/>
          </p:nvSpPr>
          <p:spPr>
            <a:xfrm>
              <a:off x="505667" y="174237"/>
              <a:ext cx="17140" cy="28503"/>
            </a:xfrm>
            <a:prstGeom prst="rect">
              <a:avLst/>
            </a:prstGeom>
            <a:solidFill>
              <a:srgbClr val="EFB8BC"/>
            </a:solidFill>
            <a:ln>
              <a:noFill/>
            </a:ln>
          </p:spPr>
        </p:sp>
        <p:sp>
          <p:nvSpPr>
            <p:cNvPr id="3899" name="Heatmap cell r7 c28"/>
            <p:cNvSpPr/>
            <p:nvPr/>
          </p:nvSpPr>
          <p:spPr>
            <a:xfrm>
              <a:off x="522712" y="174237"/>
              <a:ext cx="19034" cy="28503"/>
            </a:xfrm>
            <a:prstGeom prst="rect">
              <a:avLst/>
            </a:prstGeom>
            <a:solidFill>
              <a:srgbClr val="F0BDC2"/>
            </a:solidFill>
            <a:ln>
              <a:noFill/>
            </a:ln>
          </p:spPr>
        </p:sp>
        <p:sp>
          <p:nvSpPr>
            <p:cNvPr id="3900" name="Heatmap cell r7 c29"/>
            <p:cNvSpPr/>
            <p:nvPr/>
          </p:nvSpPr>
          <p:spPr>
            <a:xfrm>
              <a:off x="541651" y="174237"/>
              <a:ext cx="17140" cy="28503"/>
            </a:xfrm>
            <a:prstGeom prst="rect">
              <a:avLst/>
            </a:prstGeom>
            <a:solidFill>
              <a:srgbClr val="E88F96"/>
            </a:solidFill>
            <a:ln>
              <a:noFill/>
            </a:ln>
          </p:spPr>
        </p:sp>
        <p:sp>
          <p:nvSpPr>
            <p:cNvPr id="3901" name="Heatmap cell r7 c30"/>
            <p:cNvSpPr/>
            <p:nvPr/>
          </p:nvSpPr>
          <p:spPr>
            <a:xfrm>
              <a:off x="558696" y="174237"/>
              <a:ext cx="19034" cy="28503"/>
            </a:xfrm>
            <a:prstGeom prst="rect">
              <a:avLst/>
            </a:prstGeom>
            <a:solidFill>
              <a:srgbClr val="F7E2E4"/>
            </a:solidFill>
            <a:ln>
              <a:noFill/>
            </a:ln>
          </p:spPr>
        </p:sp>
        <p:sp>
          <p:nvSpPr>
            <p:cNvPr id="3902" name="Heatmap cell r7 c31"/>
            <p:cNvSpPr/>
            <p:nvPr/>
          </p:nvSpPr>
          <p:spPr>
            <a:xfrm>
              <a:off x="577634" y="174237"/>
              <a:ext cx="17140" cy="28503"/>
            </a:xfrm>
            <a:prstGeom prst="rect">
              <a:avLst/>
            </a:prstGeom>
            <a:solidFill>
              <a:srgbClr val="F3C5CA"/>
            </a:solidFill>
            <a:ln>
              <a:noFill/>
            </a:ln>
          </p:spPr>
        </p:sp>
        <p:sp>
          <p:nvSpPr>
            <p:cNvPr id="3903" name="Heatmap cell r7 c32"/>
            <p:cNvSpPr/>
            <p:nvPr/>
          </p:nvSpPr>
          <p:spPr>
            <a:xfrm>
              <a:off x="594679" y="174237"/>
              <a:ext cx="19034" cy="28503"/>
            </a:xfrm>
            <a:prstGeom prst="rect">
              <a:avLst/>
            </a:prstGeom>
            <a:solidFill>
              <a:srgbClr val="DEE6EC"/>
            </a:solidFill>
            <a:ln>
              <a:noFill/>
            </a:ln>
          </p:spPr>
        </p:sp>
        <p:sp>
          <p:nvSpPr>
            <p:cNvPr id="3904" name="Heatmap cell r7 c33"/>
            <p:cNvSpPr/>
            <p:nvPr/>
          </p:nvSpPr>
          <p:spPr>
            <a:xfrm>
              <a:off x="613618" y="174237"/>
              <a:ext cx="17140" cy="28503"/>
            </a:xfrm>
            <a:prstGeom prst="rect">
              <a:avLst/>
            </a:prstGeom>
            <a:solidFill>
              <a:srgbClr val="F1F5F8"/>
            </a:solidFill>
            <a:ln>
              <a:noFill/>
            </a:ln>
          </p:spPr>
        </p:sp>
        <p:sp>
          <p:nvSpPr>
            <p:cNvPr id="3905" name="Heatmap cell r7 c34"/>
            <p:cNvSpPr/>
            <p:nvPr/>
          </p:nvSpPr>
          <p:spPr>
            <a:xfrm>
              <a:off x="630663" y="174237"/>
              <a:ext cx="19034" cy="28503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3906" name="Heatmap cell r7 c35"/>
            <p:cNvSpPr/>
            <p:nvPr/>
          </p:nvSpPr>
          <p:spPr>
            <a:xfrm>
              <a:off x="649602" y="174237"/>
              <a:ext cx="19034" cy="28503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3907" name="Heatmap cell r7 c36"/>
            <p:cNvSpPr/>
            <p:nvPr/>
          </p:nvSpPr>
          <p:spPr>
            <a:xfrm>
              <a:off x="668541" y="174237"/>
              <a:ext cx="17140" cy="28503"/>
            </a:xfrm>
            <a:prstGeom prst="rect">
              <a:avLst/>
            </a:prstGeom>
            <a:solidFill>
              <a:srgbClr val="F2C8CD"/>
            </a:solidFill>
            <a:ln>
              <a:noFill/>
            </a:ln>
          </p:spPr>
        </p:sp>
        <p:sp>
          <p:nvSpPr>
            <p:cNvPr id="3908" name="Heatmap cell r7 c37"/>
            <p:cNvSpPr/>
            <p:nvPr/>
          </p:nvSpPr>
          <p:spPr>
            <a:xfrm>
              <a:off x="685586" y="174237"/>
              <a:ext cx="19034" cy="28503"/>
            </a:xfrm>
            <a:prstGeom prst="rect">
              <a:avLst/>
            </a:prstGeom>
            <a:solidFill>
              <a:srgbClr val="ECA7AD"/>
            </a:solidFill>
            <a:ln>
              <a:noFill/>
            </a:ln>
          </p:spPr>
        </p:sp>
        <p:sp>
          <p:nvSpPr>
            <p:cNvPr id="3909" name="Heatmap cell r7 c38"/>
            <p:cNvSpPr/>
            <p:nvPr/>
          </p:nvSpPr>
          <p:spPr>
            <a:xfrm>
              <a:off x="704525" y="174237"/>
              <a:ext cx="17140" cy="28503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3910" name="Heatmap cell r7 c39"/>
            <p:cNvSpPr/>
            <p:nvPr/>
          </p:nvSpPr>
          <p:spPr>
            <a:xfrm>
              <a:off x="721570" y="174237"/>
              <a:ext cx="19034" cy="28503"/>
            </a:xfrm>
            <a:prstGeom prst="rect">
              <a:avLst/>
            </a:prstGeom>
            <a:solidFill>
              <a:srgbClr val="EDACB3"/>
            </a:solidFill>
            <a:ln>
              <a:noFill/>
            </a:ln>
          </p:spPr>
        </p:sp>
        <p:sp>
          <p:nvSpPr>
            <p:cNvPr id="3911" name="Heatmap cell r7 c40"/>
            <p:cNvSpPr/>
            <p:nvPr/>
          </p:nvSpPr>
          <p:spPr>
            <a:xfrm>
              <a:off x="740508" y="174237"/>
              <a:ext cx="17140" cy="28503"/>
            </a:xfrm>
            <a:prstGeom prst="rect">
              <a:avLst/>
            </a:prstGeom>
            <a:solidFill>
              <a:srgbClr val="EBA3AA"/>
            </a:solidFill>
            <a:ln>
              <a:noFill/>
            </a:ln>
          </p:spPr>
        </p:sp>
        <p:sp>
          <p:nvSpPr>
            <p:cNvPr id="3912" name="Heatmap cell r7 c41"/>
            <p:cNvSpPr/>
            <p:nvPr/>
          </p:nvSpPr>
          <p:spPr>
            <a:xfrm>
              <a:off x="757553" y="174237"/>
              <a:ext cx="19034" cy="28503"/>
            </a:xfrm>
            <a:prstGeom prst="rect">
              <a:avLst/>
            </a:prstGeom>
            <a:solidFill>
              <a:srgbClr val="F2C8CD"/>
            </a:solidFill>
            <a:ln>
              <a:noFill/>
            </a:ln>
          </p:spPr>
        </p:sp>
        <p:sp>
          <p:nvSpPr>
            <p:cNvPr id="3913" name="Heatmap cell r7 c42"/>
            <p:cNvSpPr/>
            <p:nvPr/>
          </p:nvSpPr>
          <p:spPr>
            <a:xfrm>
              <a:off x="776492" y="174237"/>
              <a:ext cx="17140" cy="28503"/>
            </a:xfrm>
            <a:prstGeom prst="rect">
              <a:avLst/>
            </a:prstGeom>
            <a:solidFill>
              <a:srgbClr val="D6E0EA"/>
            </a:solidFill>
            <a:ln>
              <a:noFill/>
            </a:ln>
          </p:spPr>
        </p:sp>
        <p:sp>
          <p:nvSpPr>
            <p:cNvPr id="3914" name="Heatmap cell r7 c44"/>
            <p:cNvSpPr/>
            <p:nvPr/>
          </p:nvSpPr>
          <p:spPr>
            <a:xfrm>
              <a:off x="812476" y="174237"/>
              <a:ext cx="17140" cy="28503"/>
            </a:xfrm>
            <a:prstGeom prst="rect">
              <a:avLst/>
            </a:prstGeom>
            <a:solidFill>
              <a:srgbClr val="DAE2EB"/>
            </a:solidFill>
            <a:ln>
              <a:noFill/>
            </a:ln>
          </p:spPr>
        </p:sp>
        <p:sp>
          <p:nvSpPr>
            <p:cNvPr id="3915" name="Heatmap cell r7 c45"/>
            <p:cNvSpPr/>
            <p:nvPr/>
          </p:nvSpPr>
          <p:spPr>
            <a:xfrm>
              <a:off x="829521" y="174237"/>
              <a:ext cx="19034" cy="28503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3916" name="Heatmap cell r7 c46"/>
            <p:cNvSpPr/>
            <p:nvPr/>
          </p:nvSpPr>
          <p:spPr>
            <a:xfrm>
              <a:off x="848460" y="174237"/>
              <a:ext cx="17140" cy="28503"/>
            </a:xfrm>
            <a:prstGeom prst="rect">
              <a:avLst/>
            </a:prstGeom>
            <a:solidFill>
              <a:srgbClr val="F7DCDF"/>
            </a:solidFill>
            <a:ln>
              <a:noFill/>
            </a:ln>
          </p:spPr>
        </p:sp>
        <p:sp>
          <p:nvSpPr>
            <p:cNvPr id="3917" name="Heatmap cell r7 c47"/>
            <p:cNvSpPr/>
            <p:nvPr/>
          </p:nvSpPr>
          <p:spPr>
            <a:xfrm>
              <a:off x="865505" y="174237"/>
              <a:ext cx="19034" cy="28503"/>
            </a:xfrm>
            <a:prstGeom prst="rect">
              <a:avLst/>
            </a:prstGeom>
            <a:solidFill>
              <a:srgbClr val="EEB1B8"/>
            </a:solidFill>
            <a:ln>
              <a:noFill/>
            </a:ln>
          </p:spPr>
        </p:sp>
        <p:sp>
          <p:nvSpPr>
            <p:cNvPr id="3918" name="Heatmap cell r7 c48"/>
            <p:cNvSpPr/>
            <p:nvPr/>
          </p:nvSpPr>
          <p:spPr>
            <a:xfrm>
              <a:off x="884444" y="174237"/>
              <a:ext cx="19034" cy="28503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3919" name="Heatmap cell r7 c49"/>
            <p:cNvSpPr/>
            <p:nvPr/>
          </p:nvSpPr>
          <p:spPr>
            <a:xfrm>
              <a:off x="903382" y="174237"/>
              <a:ext cx="17140" cy="28503"/>
            </a:xfrm>
            <a:prstGeom prst="rect">
              <a:avLst/>
            </a:prstGeom>
            <a:solidFill>
              <a:srgbClr val="FAEEEF"/>
            </a:solidFill>
            <a:ln>
              <a:noFill/>
            </a:ln>
          </p:spPr>
        </p:sp>
        <p:sp>
          <p:nvSpPr>
            <p:cNvPr id="3920" name="Heatmap cell r7 c50"/>
            <p:cNvSpPr/>
            <p:nvPr/>
          </p:nvSpPr>
          <p:spPr>
            <a:xfrm>
              <a:off x="920427" y="174237"/>
              <a:ext cx="19034" cy="28503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3921" name="Heatmap cell r7 c51"/>
            <p:cNvSpPr/>
            <p:nvPr/>
          </p:nvSpPr>
          <p:spPr>
            <a:xfrm>
              <a:off x="939366" y="174237"/>
              <a:ext cx="17140" cy="28503"/>
            </a:xfrm>
            <a:prstGeom prst="rect">
              <a:avLst/>
            </a:prstGeom>
            <a:solidFill>
              <a:srgbClr val="ECAAAF"/>
            </a:solidFill>
            <a:ln>
              <a:noFill/>
            </a:ln>
          </p:spPr>
        </p:sp>
        <p:sp>
          <p:nvSpPr>
            <p:cNvPr id="3922" name="Heatmap cell r7 c52"/>
            <p:cNvSpPr/>
            <p:nvPr/>
          </p:nvSpPr>
          <p:spPr>
            <a:xfrm>
              <a:off x="956411" y="174237"/>
              <a:ext cx="19034" cy="28503"/>
            </a:xfrm>
            <a:prstGeom prst="rect">
              <a:avLst/>
            </a:prstGeom>
            <a:solidFill>
              <a:srgbClr val="EBA6AC"/>
            </a:solidFill>
            <a:ln>
              <a:noFill/>
            </a:ln>
          </p:spPr>
        </p:sp>
        <p:sp>
          <p:nvSpPr>
            <p:cNvPr id="3923" name="Heatmap cell r7 c53"/>
            <p:cNvSpPr/>
            <p:nvPr/>
          </p:nvSpPr>
          <p:spPr>
            <a:xfrm>
              <a:off x="975350" y="174237"/>
              <a:ext cx="17140" cy="28503"/>
            </a:xfrm>
            <a:prstGeom prst="rect">
              <a:avLst/>
            </a:prstGeom>
            <a:solidFill>
              <a:srgbClr val="F3C7CC"/>
            </a:solidFill>
            <a:ln>
              <a:noFill/>
            </a:ln>
          </p:spPr>
        </p:sp>
        <p:sp>
          <p:nvSpPr>
            <p:cNvPr id="3924" name="Heatmap cell r7 c54"/>
            <p:cNvSpPr/>
            <p:nvPr/>
          </p:nvSpPr>
          <p:spPr>
            <a:xfrm>
              <a:off x="992395" y="174237"/>
              <a:ext cx="19034" cy="28503"/>
            </a:xfrm>
            <a:prstGeom prst="rect">
              <a:avLst/>
            </a:prstGeom>
            <a:solidFill>
              <a:srgbClr val="E6868E"/>
            </a:solidFill>
            <a:ln>
              <a:noFill/>
            </a:ln>
          </p:spPr>
        </p:sp>
        <p:sp>
          <p:nvSpPr>
            <p:cNvPr id="3925" name="Heatmap cell r7 c55"/>
            <p:cNvSpPr/>
            <p:nvPr/>
          </p:nvSpPr>
          <p:spPr>
            <a:xfrm>
              <a:off x="1011334" y="174237"/>
              <a:ext cx="17140" cy="28503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3926" name="Heatmap cell r7 c56"/>
            <p:cNvSpPr/>
            <p:nvPr/>
          </p:nvSpPr>
          <p:spPr>
            <a:xfrm>
              <a:off x="1028379" y="174237"/>
              <a:ext cx="19034" cy="28503"/>
            </a:xfrm>
            <a:prstGeom prst="rect">
              <a:avLst/>
            </a:prstGeom>
            <a:solidFill>
              <a:srgbClr val="FCF6F6"/>
            </a:solidFill>
            <a:ln>
              <a:noFill/>
            </a:ln>
          </p:spPr>
        </p:sp>
        <p:sp>
          <p:nvSpPr>
            <p:cNvPr id="3927" name="Heatmap cell r7 c57"/>
            <p:cNvSpPr/>
            <p:nvPr/>
          </p:nvSpPr>
          <p:spPr>
            <a:xfrm>
              <a:off x="1047318" y="174237"/>
              <a:ext cx="17140" cy="28503"/>
            </a:xfrm>
            <a:prstGeom prst="rect">
              <a:avLst/>
            </a:prstGeom>
            <a:solidFill>
              <a:srgbClr val="E3EAF0"/>
            </a:solidFill>
            <a:ln>
              <a:noFill/>
            </a:ln>
          </p:spPr>
        </p:sp>
        <p:sp>
          <p:nvSpPr>
            <p:cNvPr id="3928" name="Heatmap cell r7 c58"/>
            <p:cNvSpPr/>
            <p:nvPr/>
          </p:nvSpPr>
          <p:spPr>
            <a:xfrm>
              <a:off x="1064363" y="174237"/>
              <a:ext cx="19034" cy="28503"/>
            </a:xfrm>
            <a:prstGeom prst="rect">
              <a:avLst/>
            </a:prstGeom>
            <a:solidFill>
              <a:srgbClr val="F8DDDF"/>
            </a:solidFill>
            <a:ln>
              <a:noFill/>
            </a:ln>
          </p:spPr>
        </p:sp>
        <p:sp>
          <p:nvSpPr>
            <p:cNvPr id="3929" name="Heatmap cell r7 c59"/>
            <p:cNvSpPr/>
            <p:nvPr/>
          </p:nvSpPr>
          <p:spPr>
            <a:xfrm>
              <a:off x="1083301" y="174237"/>
              <a:ext cx="17140" cy="28503"/>
            </a:xfrm>
            <a:prstGeom prst="rect">
              <a:avLst/>
            </a:prstGeom>
            <a:solidFill>
              <a:srgbClr val="F5CFD2"/>
            </a:solidFill>
            <a:ln>
              <a:noFill/>
            </a:ln>
          </p:spPr>
        </p:sp>
        <p:sp>
          <p:nvSpPr>
            <p:cNvPr id="3930" name="Heatmap cell r7 c60"/>
            <p:cNvSpPr/>
            <p:nvPr/>
          </p:nvSpPr>
          <p:spPr>
            <a:xfrm>
              <a:off x="1100346" y="174237"/>
              <a:ext cx="19034" cy="28503"/>
            </a:xfrm>
            <a:prstGeom prst="rect">
              <a:avLst/>
            </a:prstGeom>
            <a:solidFill>
              <a:srgbClr val="F9E8E9"/>
            </a:solidFill>
            <a:ln>
              <a:noFill/>
            </a:ln>
          </p:spPr>
        </p:sp>
        <p:sp>
          <p:nvSpPr>
            <p:cNvPr id="3931" name="Heatmap cell r7 c61"/>
            <p:cNvSpPr/>
            <p:nvPr/>
          </p:nvSpPr>
          <p:spPr>
            <a:xfrm>
              <a:off x="1119285" y="174237"/>
              <a:ext cx="19034" cy="28503"/>
            </a:xfrm>
            <a:prstGeom prst="rect">
              <a:avLst/>
            </a:prstGeom>
            <a:solidFill>
              <a:srgbClr val="EB9FA6"/>
            </a:solidFill>
            <a:ln>
              <a:noFill/>
            </a:ln>
          </p:spPr>
        </p:sp>
        <p:sp>
          <p:nvSpPr>
            <p:cNvPr id="3932" name="Heatmap cell r7 c62"/>
            <p:cNvSpPr/>
            <p:nvPr/>
          </p:nvSpPr>
          <p:spPr>
            <a:xfrm>
              <a:off x="1138224" y="174237"/>
              <a:ext cx="17140" cy="28503"/>
            </a:xfrm>
            <a:prstGeom prst="rect">
              <a:avLst/>
            </a:prstGeom>
            <a:solidFill>
              <a:srgbClr val="F8E6E8"/>
            </a:solidFill>
            <a:ln>
              <a:noFill/>
            </a:ln>
          </p:spPr>
        </p:sp>
        <p:sp>
          <p:nvSpPr>
            <p:cNvPr id="3933" name="Heatmap cell r7 c63"/>
            <p:cNvSpPr/>
            <p:nvPr/>
          </p:nvSpPr>
          <p:spPr>
            <a:xfrm>
              <a:off x="1155269" y="174237"/>
              <a:ext cx="19034" cy="28503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3934" name="Heatmap cell r7 c64"/>
            <p:cNvSpPr/>
            <p:nvPr/>
          </p:nvSpPr>
          <p:spPr>
            <a:xfrm>
              <a:off x="1174208" y="174237"/>
              <a:ext cx="17140" cy="28503"/>
            </a:xfrm>
            <a:prstGeom prst="rect">
              <a:avLst/>
            </a:prstGeom>
            <a:solidFill>
              <a:srgbClr val="F4CDD0"/>
            </a:solidFill>
            <a:ln>
              <a:noFill/>
            </a:ln>
          </p:spPr>
        </p:sp>
        <p:sp>
          <p:nvSpPr>
            <p:cNvPr id="3935" name="Heatmap cell r7 c66"/>
            <p:cNvSpPr/>
            <p:nvPr/>
          </p:nvSpPr>
          <p:spPr>
            <a:xfrm>
              <a:off x="1210192" y="174237"/>
              <a:ext cx="17140" cy="28503"/>
            </a:xfrm>
            <a:prstGeom prst="rect">
              <a:avLst/>
            </a:prstGeom>
            <a:solidFill>
              <a:srgbClr val="F3C6CB"/>
            </a:solidFill>
            <a:ln>
              <a:noFill/>
            </a:ln>
          </p:spPr>
        </p:sp>
        <p:sp>
          <p:nvSpPr>
            <p:cNvPr id="3936" name="Heatmap cell r7 c67"/>
            <p:cNvSpPr/>
            <p:nvPr/>
          </p:nvSpPr>
          <p:spPr>
            <a:xfrm>
              <a:off x="1227236" y="174237"/>
              <a:ext cx="19034" cy="28503"/>
            </a:xfrm>
            <a:prstGeom prst="rect">
              <a:avLst/>
            </a:prstGeom>
            <a:solidFill>
              <a:srgbClr val="F1C4C7"/>
            </a:solidFill>
            <a:ln>
              <a:noFill/>
            </a:ln>
          </p:spPr>
        </p:sp>
        <p:sp>
          <p:nvSpPr>
            <p:cNvPr id="3937" name="Heatmap cell r7 c68"/>
            <p:cNvSpPr/>
            <p:nvPr/>
          </p:nvSpPr>
          <p:spPr>
            <a:xfrm>
              <a:off x="1246175" y="174237"/>
              <a:ext cx="17140" cy="28503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3938" name="Heatmap cell r7 c69"/>
            <p:cNvSpPr/>
            <p:nvPr/>
          </p:nvSpPr>
          <p:spPr>
            <a:xfrm>
              <a:off x="1263220" y="174237"/>
              <a:ext cx="19034" cy="28503"/>
            </a:xfrm>
            <a:prstGeom prst="rect">
              <a:avLst/>
            </a:prstGeom>
            <a:solidFill>
              <a:srgbClr val="E89199"/>
            </a:solidFill>
            <a:ln>
              <a:noFill/>
            </a:ln>
          </p:spPr>
        </p:sp>
        <p:sp>
          <p:nvSpPr>
            <p:cNvPr id="3939" name="Heatmap cell r7 c70"/>
            <p:cNvSpPr/>
            <p:nvPr/>
          </p:nvSpPr>
          <p:spPr>
            <a:xfrm>
              <a:off x="1282159" y="174237"/>
              <a:ext cx="17140" cy="28503"/>
            </a:xfrm>
            <a:prstGeom prst="rect">
              <a:avLst/>
            </a:prstGeom>
            <a:solidFill>
              <a:srgbClr val="F6D5D9"/>
            </a:solidFill>
            <a:ln>
              <a:noFill/>
            </a:ln>
          </p:spPr>
        </p:sp>
        <p:sp>
          <p:nvSpPr>
            <p:cNvPr id="3940" name="Heatmap cell r7 c71"/>
            <p:cNvSpPr/>
            <p:nvPr/>
          </p:nvSpPr>
          <p:spPr>
            <a:xfrm>
              <a:off x="1299204" y="174237"/>
              <a:ext cx="19034" cy="28503"/>
            </a:xfrm>
            <a:prstGeom prst="rect">
              <a:avLst/>
            </a:prstGeom>
            <a:solidFill>
              <a:srgbClr val="E4848E"/>
            </a:solidFill>
            <a:ln>
              <a:noFill/>
            </a:ln>
          </p:spPr>
        </p:sp>
        <p:sp>
          <p:nvSpPr>
            <p:cNvPr id="3941" name="Heatmap cell r7 c72"/>
            <p:cNvSpPr/>
            <p:nvPr/>
          </p:nvSpPr>
          <p:spPr>
            <a:xfrm>
              <a:off x="1318143" y="174237"/>
              <a:ext cx="17140" cy="28503"/>
            </a:xfrm>
            <a:prstGeom prst="rect">
              <a:avLst/>
            </a:prstGeom>
            <a:solidFill>
              <a:srgbClr val="F8DDDF"/>
            </a:solidFill>
            <a:ln>
              <a:noFill/>
            </a:ln>
          </p:spPr>
        </p:sp>
        <p:sp>
          <p:nvSpPr>
            <p:cNvPr id="3942" name="Heatmap cell r7 c73"/>
            <p:cNvSpPr/>
            <p:nvPr/>
          </p:nvSpPr>
          <p:spPr>
            <a:xfrm>
              <a:off x="1335188" y="174237"/>
              <a:ext cx="19034" cy="28503"/>
            </a:xfrm>
            <a:prstGeom prst="rect">
              <a:avLst/>
            </a:prstGeom>
            <a:solidFill>
              <a:srgbClr val="FAEBED"/>
            </a:solidFill>
            <a:ln>
              <a:noFill/>
            </a:ln>
          </p:spPr>
        </p:sp>
        <p:sp>
          <p:nvSpPr>
            <p:cNvPr id="3943" name="Heatmap cell r7 c74"/>
            <p:cNvSpPr/>
            <p:nvPr/>
          </p:nvSpPr>
          <p:spPr>
            <a:xfrm>
              <a:off x="1354127" y="174237"/>
              <a:ext cx="17140" cy="28503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3944" name="Heatmap cell r7 c75"/>
            <p:cNvSpPr/>
            <p:nvPr/>
          </p:nvSpPr>
          <p:spPr>
            <a:xfrm>
              <a:off x="1371172" y="174237"/>
              <a:ext cx="19034" cy="28503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3945" name="Heatmap cell r7 c76"/>
            <p:cNvSpPr/>
            <p:nvPr/>
          </p:nvSpPr>
          <p:spPr>
            <a:xfrm>
              <a:off x="1390110" y="174237"/>
              <a:ext cx="19034" cy="28503"/>
            </a:xfrm>
            <a:prstGeom prst="rect">
              <a:avLst/>
            </a:prstGeom>
            <a:solidFill>
              <a:srgbClr val="EFB4B9"/>
            </a:solidFill>
            <a:ln>
              <a:noFill/>
            </a:ln>
          </p:spPr>
        </p:sp>
        <p:sp>
          <p:nvSpPr>
            <p:cNvPr id="3946" name="Heatmap cell r7 c77"/>
            <p:cNvSpPr/>
            <p:nvPr/>
          </p:nvSpPr>
          <p:spPr>
            <a:xfrm>
              <a:off x="1409049" y="174237"/>
              <a:ext cx="17140" cy="28503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3947" name="Heatmap cell r7 c78"/>
            <p:cNvSpPr/>
            <p:nvPr/>
          </p:nvSpPr>
          <p:spPr>
            <a:xfrm>
              <a:off x="1426094" y="174237"/>
              <a:ext cx="19034" cy="28503"/>
            </a:xfrm>
            <a:prstGeom prst="rect">
              <a:avLst/>
            </a:prstGeom>
            <a:solidFill>
              <a:srgbClr val="E7EBF1"/>
            </a:solidFill>
            <a:ln>
              <a:noFill/>
            </a:ln>
          </p:spPr>
        </p:sp>
        <p:sp>
          <p:nvSpPr>
            <p:cNvPr id="3948" name="Heatmap cell r7 c79"/>
            <p:cNvSpPr/>
            <p:nvPr/>
          </p:nvSpPr>
          <p:spPr>
            <a:xfrm>
              <a:off x="1445033" y="174237"/>
              <a:ext cx="17140" cy="28503"/>
            </a:xfrm>
            <a:prstGeom prst="rect">
              <a:avLst/>
            </a:prstGeom>
            <a:solidFill>
              <a:srgbClr val="E6878F"/>
            </a:solidFill>
            <a:ln>
              <a:noFill/>
            </a:ln>
          </p:spPr>
        </p:sp>
        <p:sp>
          <p:nvSpPr>
            <p:cNvPr id="3949" name="Heatmap cell r7 c80"/>
            <p:cNvSpPr/>
            <p:nvPr/>
          </p:nvSpPr>
          <p:spPr>
            <a:xfrm>
              <a:off x="1462078" y="174237"/>
              <a:ext cx="19034" cy="28503"/>
            </a:xfrm>
            <a:prstGeom prst="rect">
              <a:avLst/>
            </a:prstGeom>
            <a:solidFill>
              <a:srgbClr val="F4CACD"/>
            </a:solidFill>
            <a:ln>
              <a:noFill/>
            </a:ln>
          </p:spPr>
        </p:sp>
        <p:sp>
          <p:nvSpPr>
            <p:cNvPr id="3950" name="Heatmap cell r7 c81"/>
            <p:cNvSpPr/>
            <p:nvPr/>
          </p:nvSpPr>
          <p:spPr>
            <a:xfrm>
              <a:off x="1481017" y="174237"/>
              <a:ext cx="17140" cy="28503"/>
            </a:xfrm>
            <a:prstGeom prst="rect">
              <a:avLst/>
            </a:prstGeom>
            <a:solidFill>
              <a:srgbClr val="F7D7DB"/>
            </a:solidFill>
            <a:ln>
              <a:noFill/>
            </a:ln>
          </p:spPr>
        </p:sp>
        <p:sp>
          <p:nvSpPr>
            <p:cNvPr id="3951" name="Heatmap cell r7 c82"/>
            <p:cNvSpPr/>
            <p:nvPr/>
          </p:nvSpPr>
          <p:spPr>
            <a:xfrm>
              <a:off x="1498062" y="174237"/>
              <a:ext cx="19034" cy="28503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3952" name="Heatmap cell r7 c83"/>
            <p:cNvSpPr/>
            <p:nvPr/>
          </p:nvSpPr>
          <p:spPr>
            <a:xfrm>
              <a:off x="1517001" y="174237"/>
              <a:ext cx="17140" cy="28503"/>
            </a:xfrm>
            <a:prstGeom prst="rect">
              <a:avLst/>
            </a:prstGeom>
            <a:solidFill>
              <a:srgbClr val="EBEFF5"/>
            </a:solidFill>
            <a:ln>
              <a:noFill/>
            </a:ln>
          </p:spPr>
        </p:sp>
        <p:sp>
          <p:nvSpPr>
            <p:cNvPr id="3953" name="Heatmap cell r7 c84"/>
            <p:cNvSpPr/>
            <p:nvPr/>
          </p:nvSpPr>
          <p:spPr>
            <a:xfrm>
              <a:off x="1534046" y="174237"/>
              <a:ext cx="19034" cy="28503"/>
            </a:xfrm>
            <a:prstGeom prst="rect">
              <a:avLst/>
            </a:prstGeom>
            <a:solidFill>
              <a:srgbClr val="EDACB3"/>
            </a:solidFill>
            <a:ln>
              <a:noFill/>
            </a:ln>
          </p:spPr>
        </p:sp>
        <p:sp>
          <p:nvSpPr>
            <p:cNvPr id="3954" name="Heatmap cell r7 c85"/>
            <p:cNvSpPr/>
            <p:nvPr/>
          </p:nvSpPr>
          <p:spPr>
            <a:xfrm>
              <a:off x="1552984" y="174237"/>
              <a:ext cx="17140" cy="28503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</p:sp>
        <p:sp>
          <p:nvSpPr>
            <p:cNvPr id="3955" name="Heatmap cell r7 c86"/>
            <p:cNvSpPr/>
            <p:nvPr/>
          </p:nvSpPr>
          <p:spPr>
            <a:xfrm>
              <a:off x="1570029" y="174237"/>
              <a:ext cx="19034" cy="28503"/>
            </a:xfrm>
            <a:prstGeom prst="rect">
              <a:avLst/>
            </a:prstGeom>
            <a:solidFill>
              <a:srgbClr val="F7D9DB"/>
            </a:solidFill>
            <a:ln>
              <a:noFill/>
            </a:ln>
          </p:spPr>
        </p:sp>
        <p:sp>
          <p:nvSpPr>
            <p:cNvPr id="3956" name="Heatmap cell r7 c87"/>
            <p:cNvSpPr/>
            <p:nvPr/>
          </p:nvSpPr>
          <p:spPr>
            <a:xfrm>
              <a:off x="1588968" y="174237"/>
              <a:ext cx="17140" cy="28503"/>
            </a:xfrm>
            <a:prstGeom prst="rect">
              <a:avLst/>
            </a:prstGeom>
            <a:solidFill>
              <a:srgbClr val="EFB9BE"/>
            </a:solidFill>
            <a:ln>
              <a:noFill/>
            </a:ln>
          </p:spPr>
        </p:sp>
        <p:sp>
          <p:nvSpPr>
            <p:cNvPr id="3957" name="Heatmap cell r7 c88"/>
            <p:cNvSpPr/>
            <p:nvPr/>
          </p:nvSpPr>
          <p:spPr>
            <a:xfrm>
              <a:off x="1606013" y="174237"/>
              <a:ext cx="19034" cy="28503"/>
            </a:xfrm>
            <a:prstGeom prst="rect">
              <a:avLst/>
            </a:prstGeom>
            <a:solidFill>
              <a:srgbClr val="F5CFD2"/>
            </a:solidFill>
            <a:ln>
              <a:noFill/>
            </a:ln>
          </p:spPr>
        </p:sp>
        <p:sp>
          <p:nvSpPr>
            <p:cNvPr id="3958" name="Heatmap cell r7 c89"/>
            <p:cNvSpPr/>
            <p:nvPr/>
          </p:nvSpPr>
          <p:spPr>
            <a:xfrm>
              <a:off x="1624952" y="174237"/>
              <a:ext cx="19034" cy="28503"/>
            </a:xfrm>
            <a:prstGeom prst="rect">
              <a:avLst/>
            </a:prstGeom>
            <a:solidFill>
              <a:srgbClr val="F5D1D4"/>
            </a:solidFill>
            <a:ln>
              <a:noFill/>
            </a:ln>
          </p:spPr>
        </p:sp>
        <p:sp>
          <p:nvSpPr>
            <p:cNvPr id="3959" name="Heatmap cell r7 c90"/>
            <p:cNvSpPr/>
            <p:nvPr/>
          </p:nvSpPr>
          <p:spPr>
            <a:xfrm>
              <a:off x="1643891" y="174237"/>
              <a:ext cx="17140" cy="28503"/>
            </a:xfrm>
            <a:prstGeom prst="rect">
              <a:avLst/>
            </a:prstGeom>
            <a:solidFill>
              <a:srgbClr val="C6D4E1"/>
            </a:solidFill>
            <a:ln>
              <a:noFill/>
            </a:ln>
          </p:spPr>
        </p:sp>
        <p:sp>
          <p:nvSpPr>
            <p:cNvPr id="3960" name="Heatmap cell r7 c91"/>
            <p:cNvSpPr/>
            <p:nvPr/>
          </p:nvSpPr>
          <p:spPr>
            <a:xfrm>
              <a:off x="1660936" y="174237"/>
              <a:ext cx="19034" cy="28503"/>
            </a:xfrm>
            <a:prstGeom prst="rect">
              <a:avLst/>
            </a:prstGeom>
            <a:solidFill>
              <a:srgbClr val="B9C9DB"/>
            </a:solidFill>
            <a:ln>
              <a:noFill/>
            </a:ln>
          </p:spPr>
        </p:sp>
        <p:sp>
          <p:nvSpPr>
            <p:cNvPr id="3961" name="Heatmap cell r7 c92"/>
            <p:cNvSpPr/>
            <p:nvPr/>
          </p:nvSpPr>
          <p:spPr>
            <a:xfrm>
              <a:off x="1679875" y="174237"/>
              <a:ext cx="17140" cy="28503"/>
            </a:xfrm>
            <a:prstGeom prst="rect">
              <a:avLst/>
            </a:prstGeom>
            <a:solidFill>
              <a:srgbClr val="E0626F"/>
            </a:solidFill>
            <a:ln>
              <a:noFill/>
            </a:ln>
          </p:spPr>
        </p:sp>
        <p:sp>
          <p:nvSpPr>
            <p:cNvPr id="3962" name="Heatmap cell r7 c93"/>
            <p:cNvSpPr/>
            <p:nvPr/>
          </p:nvSpPr>
          <p:spPr>
            <a:xfrm>
              <a:off x="1696920" y="174237"/>
              <a:ext cx="19034" cy="28503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3963" name="Heatmap cell r7 c94"/>
            <p:cNvSpPr/>
            <p:nvPr/>
          </p:nvSpPr>
          <p:spPr>
            <a:xfrm>
              <a:off x="1715858" y="174237"/>
              <a:ext cx="17140" cy="28503"/>
            </a:xfrm>
            <a:prstGeom prst="rect">
              <a:avLst/>
            </a:prstGeom>
            <a:solidFill>
              <a:srgbClr val="9AB3C9"/>
            </a:solidFill>
            <a:ln>
              <a:noFill/>
            </a:ln>
          </p:spPr>
        </p:sp>
        <p:sp>
          <p:nvSpPr>
            <p:cNvPr id="3964" name="Heatmap cell r7 c95"/>
            <p:cNvSpPr/>
            <p:nvPr/>
          </p:nvSpPr>
          <p:spPr>
            <a:xfrm>
              <a:off x="1732903" y="174237"/>
              <a:ext cx="19034" cy="28503"/>
            </a:xfrm>
            <a:prstGeom prst="rect">
              <a:avLst/>
            </a:prstGeom>
            <a:solidFill>
              <a:srgbClr val="F3C7CC"/>
            </a:solidFill>
            <a:ln>
              <a:noFill/>
            </a:ln>
          </p:spPr>
        </p:sp>
        <p:sp>
          <p:nvSpPr>
            <p:cNvPr id="3965" name="Heatmap cell r7 c97"/>
            <p:cNvSpPr/>
            <p:nvPr/>
          </p:nvSpPr>
          <p:spPr>
            <a:xfrm>
              <a:off x="1768887" y="174237"/>
              <a:ext cx="19034" cy="28503"/>
            </a:xfrm>
            <a:prstGeom prst="rect">
              <a:avLst/>
            </a:prstGeom>
            <a:solidFill>
              <a:srgbClr val="F1C0C6"/>
            </a:solidFill>
            <a:ln>
              <a:noFill/>
            </a:ln>
          </p:spPr>
        </p:sp>
        <p:sp>
          <p:nvSpPr>
            <p:cNvPr id="3966" name="Heatmap cell r7 c98"/>
            <p:cNvSpPr/>
            <p:nvPr/>
          </p:nvSpPr>
          <p:spPr>
            <a:xfrm>
              <a:off x="1787826" y="174237"/>
              <a:ext cx="17140" cy="28503"/>
            </a:xfrm>
            <a:prstGeom prst="rect">
              <a:avLst/>
            </a:prstGeom>
            <a:solidFill>
              <a:srgbClr val="F7E2E4"/>
            </a:solidFill>
            <a:ln>
              <a:noFill/>
            </a:ln>
          </p:spPr>
        </p:sp>
        <p:sp>
          <p:nvSpPr>
            <p:cNvPr id="3967" name="Heatmap cell r7 c99"/>
            <p:cNvSpPr/>
            <p:nvPr/>
          </p:nvSpPr>
          <p:spPr>
            <a:xfrm>
              <a:off x="1804871" y="174237"/>
              <a:ext cx="19034" cy="28503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3968" name="Heatmap cell r7 c100"/>
            <p:cNvSpPr/>
            <p:nvPr/>
          </p:nvSpPr>
          <p:spPr>
            <a:xfrm>
              <a:off x="1823810" y="174237"/>
              <a:ext cx="17140" cy="28503"/>
            </a:xfrm>
            <a:prstGeom prst="rect">
              <a:avLst/>
            </a:prstGeom>
            <a:solidFill>
              <a:srgbClr val="F8E6E8"/>
            </a:solidFill>
            <a:ln>
              <a:noFill/>
            </a:ln>
          </p:spPr>
        </p:sp>
        <p:sp>
          <p:nvSpPr>
            <p:cNvPr id="3969" name="Heatmap cell r7 c101"/>
            <p:cNvSpPr/>
            <p:nvPr/>
          </p:nvSpPr>
          <p:spPr>
            <a:xfrm>
              <a:off x="1840855" y="174237"/>
              <a:ext cx="19034" cy="28503"/>
            </a:xfrm>
            <a:prstGeom prst="rect">
              <a:avLst/>
            </a:prstGeom>
            <a:solidFill>
              <a:srgbClr val="D5DFEA"/>
            </a:solidFill>
            <a:ln>
              <a:noFill/>
            </a:ln>
          </p:spPr>
        </p:sp>
        <p:sp>
          <p:nvSpPr>
            <p:cNvPr id="3970" name="Heatmap cell r7 c102"/>
            <p:cNvSpPr/>
            <p:nvPr/>
          </p:nvSpPr>
          <p:spPr>
            <a:xfrm>
              <a:off x="1859794" y="174237"/>
              <a:ext cx="19034" cy="28503"/>
            </a:xfrm>
            <a:prstGeom prst="rect">
              <a:avLst/>
            </a:prstGeom>
            <a:solidFill>
              <a:srgbClr val="F8E3E6"/>
            </a:solidFill>
            <a:ln>
              <a:noFill/>
            </a:ln>
          </p:spPr>
        </p:sp>
        <p:sp>
          <p:nvSpPr>
            <p:cNvPr id="3971" name="Heatmap cell r7 c103"/>
            <p:cNvSpPr/>
            <p:nvPr/>
          </p:nvSpPr>
          <p:spPr>
            <a:xfrm>
              <a:off x="1878732" y="174237"/>
              <a:ext cx="17140" cy="28503"/>
            </a:xfrm>
            <a:prstGeom prst="rect">
              <a:avLst/>
            </a:prstGeom>
            <a:solidFill>
              <a:srgbClr val="EBEFF5"/>
            </a:solidFill>
            <a:ln>
              <a:noFill/>
            </a:ln>
          </p:spPr>
        </p:sp>
        <p:sp>
          <p:nvSpPr>
            <p:cNvPr id="3972" name="Heatmap cell r7 c104"/>
            <p:cNvSpPr/>
            <p:nvPr/>
          </p:nvSpPr>
          <p:spPr>
            <a:xfrm>
              <a:off x="1895777" y="174237"/>
              <a:ext cx="19034" cy="28503"/>
            </a:xfrm>
            <a:prstGeom prst="rect">
              <a:avLst/>
            </a:prstGeom>
            <a:solidFill>
              <a:srgbClr val="F8F8FA"/>
            </a:solidFill>
            <a:ln>
              <a:noFill/>
            </a:ln>
          </p:spPr>
        </p:sp>
        <p:sp>
          <p:nvSpPr>
            <p:cNvPr id="3973" name="Heatmap cell r7 c105"/>
            <p:cNvSpPr/>
            <p:nvPr/>
          </p:nvSpPr>
          <p:spPr>
            <a:xfrm>
              <a:off x="1914716" y="174237"/>
              <a:ext cx="17140" cy="28503"/>
            </a:xfrm>
            <a:prstGeom prst="rect">
              <a:avLst/>
            </a:prstGeom>
            <a:solidFill>
              <a:srgbClr val="D5DFEA"/>
            </a:solidFill>
            <a:ln>
              <a:noFill/>
            </a:ln>
          </p:spPr>
        </p:sp>
        <p:sp>
          <p:nvSpPr>
            <p:cNvPr id="3974" name="Heatmap cell r7 c106"/>
            <p:cNvSpPr/>
            <p:nvPr/>
          </p:nvSpPr>
          <p:spPr>
            <a:xfrm>
              <a:off x="1931761" y="174237"/>
              <a:ext cx="19034" cy="28503"/>
            </a:xfrm>
            <a:prstGeom prst="rect">
              <a:avLst/>
            </a:prstGeom>
            <a:solidFill>
              <a:srgbClr val="F4CACD"/>
            </a:solidFill>
            <a:ln>
              <a:noFill/>
            </a:ln>
          </p:spPr>
        </p:sp>
        <p:sp>
          <p:nvSpPr>
            <p:cNvPr id="3975" name="Heatmap cell r7 c107"/>
            <p:cNvSpPr/>
            <p:nvPr/>
          </p:nvSpPr>
          <p:spPr>
            <a:xfrm>
              <a:off x="1950700" y="174237"/>
              <a:ext cx="17140" cy="28503"/>
            </a:xfrm>
            <a:prstGeom prst="rect">
              <a:avLst/>
            </a:prstGeom>
            <a:solidFill>
              <a:srgbClr val="FCF7F7"/>
            </a:solidFill>
            <a:ln>
              <a:noFill/>
            </a:ln>
          </p:spPr>
        </p:sp>
        <p:sp>
          <p:nvSpPr>
            <p:cNvPr id="3976" name="Heatmap cell r7 c108"/>
            <p:cNvSpPr/>
            <p:nvPr/>
          </p:nvSpPr>
          <p:spPr>
            <a:xfrm>
              <a:off x="1967745" y="174237"/>
              <a:ext cx="19034" cy="28503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3977" name="Heatmap cell r7 c109"/>
            <p:cNvSpPr/>
            <p:nvPr/>
          </p:nvSpPr>
          <p:spPr>
            <a:xfrm>
              <a:off x="1986684" y="174237"/>
              <a:ext cx="17140" cy="28503"/>
            </a:xfrm>
            <a:prstGeom prst="rect">
              <a:avLst/>
            </a:prstGeom>
            <a:solidFill>
              <a:srgbClr val="EBA3AA"/>
            </a:solidFill>
            <a:ln>
              <a:noFill/>
            </a:ln>
          </p:spPr>
        </p:sp>
        <p:sp>
          <p:nvSpPr>
            <p:cNvPr id="3978" name="Heatmap cell r7 c110"/>
            <p:cNvSpPr/>
            <p:nvPr/>
          </p:nvSpPr>
          <p:spPr>
            <a:xfrm>
              <a:off x="2003729" y="174237"/>
              <a:ext cx="19034" cy="28503"/>
            </a:xfrm>
            <a:prstGeom prst="rect">
              <a:avLst/>
            </a:prstGeom>
            <a:solidFill>
              <a:srgbClr val="EFB9BE"/>
            </a:solidFill>
            <a:ln>
              <a:noFill/>
            </a:ln>
          </p:spPr>
        </p:sp>
        <p:sp>
          <p:nvSpPr>
            <p:cNvPr id="3979" name="Heatmap cell r7 c111"/>
            <p:cNvSpPr/>
            <p:nvPr/>
          </p:nvSpPr>
          <p:spPr>
            <a:xfrm>
              <a:off x="2022668" y="174237"/>
              <a:ext cx="17140" cy="28503"/>
            </a:xfrm>
            <a:prstGeom prst="rect">
              <a:avLst/>
            </a:prstGeom>
            <a:solidFill>
              <a:srgbClr val="E89199"/>
            </a:solidFill>
            <a:ln>
              <a:noFill/>
            </a:ln>
          </p:spPr>
        </p:sp>
        <p:sp>
          <p:nvSpPr>
            <p:cNvPr id="3980" name="Heatmap cell r7 c112"/>
            <p:cNvSpPr/>
            <p:nvPr/>
          </p:nvSpPr>
          <p:spPr>
            <a:xfrm>
              <a:off x="2039712" y="174237"/>
              <a:ext cx="19034" cy="28503"/>
            </a:xfrm>
            <a:prstGeom prst="rect">
              <a:avLst/>
            </a:prstGeom>
            <a:solidFill>
              <a:srgbClr val="FAECEC"/>
            </a:solidFill>
            <a:ln>
              <a:noFill/>
            </a:ln>
          </p:spPr>
        </p:sp>
        <p:sp>
          <p:nvSpPr>
            <p:cNvPr id="3981" name="Heatmap cell r7 c113"/>
            <p:cNvSpPr/>
            <p:nvPr/>
          </p:nvSpPr>
          <p:spPr>
            <a:xfrm>
              <a:off x="2058651" y="174237"/>
              <a:ext cx="17140" cy="28503"/>
            </a:xfrm>
            <a:prstGeom prst="rect">
              <a:avLst/>
            </a:prstGeom>
            <a:solidFill>
              <a:srgbClr val="F1F5F8"/>
            </a:solidFill>
            <a:ln>
              <a:noFill/>
            </a:ln>
          </p:spPr>
        </p:sp>
        <p:sp>
          <p:nvSpPr>
            <p:cNvPr id="3982" name="Heatmap cell r7 c114"/>
            <p:cNvSpPr/>
            <p:nvPr/>
          </p:nvSpPr>
          <p:spPr>
            <a:xfrm>
              <a:off x="2075696" y="174237"/>
              <a:ext cx="19034" cy="28503"/>
            </a:xfrm>
            <a:prstGeom prst="rect">
              <a:avLst/>
            </a:prstGeom>
            <a:solidFill>
              <a:srgbClr val="F6F8F9"/>
            </a:solidFill>
            <a:ln>
              <a:noFill/>
            </a:ln>
          </p:spPr>
        </p:sp>
        <p:sp>
          <p:nvSpPr>
            <p:cNvPr id="3983" name="Heatmap cell r7 c115"/>
            <p:cNvSpPr/>
            <p:nvPr/>
          </p:nvSpPr>
          <p:spPr>
            <a:xfrm>
              <a:off x="2094635" y="174237"/>
              <a:ext cx="19034" cy="28503"/>
            </a:xfrm>
            <a:prstGeom prst="rect">
              <a:avLst/>
            </a:prstGeom>
            <a:solidFill>
              <a:srgbClr val="CED9E4"/>
            </a:solidFill>
            <a:ln>
              <a:noFill/>
            </a:ln>
          </p:spPr>
        </p:sp>
        <p:sp>
          <p:nvSpPr>
            <p:cNvPr id="3984" name="Heatmap cell r7 c116"/>
            <p:cNvSpPr/>
            <p:nvPr/>
          </p:nvSpPr>
          <p:spPr>
            <a:xfrm>
              <a:off x="2113574" y="174237"/>
              <a:ext cx="17140" cy="28503"/>
            </a:xfrm>
            <a:prstGeom prst="rect">
              <a:avLst/>
            </a:prstGeom>
            <a:solidFill>
              <a:srgbClr val="F5D0D3"/>
            </a:solidFill>
            <a:ln>
              <a:noFill/>
            </a:ln>
          </p:spPr>
        </p:sp>
        <p:sp>
          <p:nvSpPr>
            <p:cNvPr id="3985" name="Heatmap cell r7 c117"/>
            <p:cNvSpPr/>
            <p:nvPr/>
          </p:nvSpPr>
          <p:spPr>
            <a:xfrm>
              <a:off x="2130619" y="174237"/>
              <a:ext cx="19034" cy="28503"/>
            </a:xfrm>
            <a:prstGeom prst="rect">
              <a:avLst/>
            </a:prstGeom>
            <a:solidFill>
              <a:srgbClr val="EDACB3"/>
            </a:solidFill>
            <a:ln>
              <a:noFill/>
            </a:ln>
          </p:spPr>
        </p:sp>
        <p:sp>
          <p:nvSpPr>
            <p:cNvPr id="3986" name="Heatmap cell r7 c118"/>
            <p:cNvSpPr/>
            <p:nvPr/>
          </p:nvSpPr>
          <p:spPr>
            <a:xfrm>
              <a:off x="2149558" y="174237"/>
              <a:ext cx="17140" cy="28503"/>
            </a:xfrm>
            <a:prstGeom prst="rect">
              <a:avLst/>
            </a:prstGeom>
            <a:solidFill>
              <a:srgbClr val="FCF8F9"/>
            </a:solidFill>
            <a:ln>
              <a:noFill/>
            </a:ln>
          </p:spPr>
        </p:sp>
        <p:sp>
          <p:nvSpPr>
            <p:cNvPr id="3987" name="Heatmap cell r7 c119"/>
            <p:cNvSpPr/>
            <p:nvPr/>
          </p:nvSpPr>
          <p:spPr>
            <a:xfrm>
              <a:off x="2166603" y="174237"/>
              <a:ext cx="19034" cy="28503"/>
            </a:xfrm>
            <a:prstGeom prst="rect">
              <a:avLst/>
            </a:prstGeom>
            <a:solidFill>
              <a:srgbClr val="F8DBDD"/>
            </a:solidFill>
            <a:ln>
              <a:noFill/>
            </a:ln>
          </p:spPr>
        </p:sp>
        <p:sp>
          <p:nvSpPr>
            <p:cNvPr id="3988" name="Heatmap cell r7 c120"/>
            <p:cNvSpPr/>
            <p:nvPr/>
          </p:nvSpPr>
          <p:spPr>
            <a:xfrm>
              <a:off x="2185542" y="174237"/>
              <a:ext cx="17140" cy="28503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3989" name="Heatmap cell r7 c121"/>
            <p:cNvSpPr/>
            <p:nvPr/>
          </p:nvSpPr>
          <p:spPr>
            <a:xfrm>
              <a:off x="2202586" y="174237"/>
              <a:ext cx="19034" cy="28503"/>
            </a:xfrm>
            <a:prstGeom prst="rect">
              <a:avLst/>
            </a:prstGeom>
            <a:solidFill>
              <a:srgbClr val="D5DFEA"/>
            </a:solidFill>
            <a:ln>
              <a:noFill/>
            </a:ln>
          </p:spPr>
        </p:sp>
        <p:sp>
          <p:nvSpPr>
            <p:cNvPr id="3990" name="Heatmap cell r7 c122"/>
            <p:cNvSpPr/>
            <p:nvPr/>
          </p:nvSpPr>
          <p:spPr>
            <a:xfrm>
              <a:off x="2221525" y="174237"/>
              <a:ext cx="17140" cy="28503"/>
            </a:xfrm>
            <a:prstGeom prst="rect">
              <a:avLst/>
            </a:prstGeom>
            <a:solidFill>
              <a:srgbClr val="DDE4EC"/>
            </a:solidFill>
            <a:ln>
              <a:noFill/>
            </a:ln>
          </p:spPr>
        </p:sp>
        <p:sp>
          <p:nvSpPr>
            <p:cNvPr id="3991" name="Heatmap cell r7 c123"/>
            <p:cNvSpPr/>
            <p:nvPr/>
          </p:nvSpPr>
          <p:spPr>
            <a:xfrm>
              <a:off x="2238570" y="174237"/>
              <a:ext cx="19034" cy="28503"/>
            </a:xfrm>
            <a:prstGeom prst="rect">
              <a:avLst/>
            </a:prstGeom>
            <a:solidFill>
              <a:srgbClr val="DC5662"/>
            </a:solidFill>
            <a:ln>
              <a:noFill/>
            </a:ln>
          </p:spPr>
        </p:sp>
        <p:sp>
          <p:nvSpPr>
            <p:cNvPr id="3992" name="Heatmap cell r7 c124"/>
            <p:cNvSpPr/>
            <p:nvPr/>
          </p:nvSpPr>
          <p:spPr>
            <a:xfrm>
              <a:off x="2257509" y="174237"/>
              <a:ext cx="17140" cy="28503"/>
            </a:xfrm>
            <a:prstGeom prst="rect">
              <a:avLst/>
            </a:prstGeom>
            <a:solidFill>
              <a:srgbClr val="F1C3C8"/>
            </a:solidFill>
            <a:ln>
              <a:noFill/>
            </a:ln>
          </p:spPr>
        </p:sp>
        <p:sp>
          <p:nvSpPr>
            <p:cNvPr id="3993" name="Heatmap cell r7 c125"/>
            <p:cNvSpPr/>
            <p:nvPr/>
          </p:nvSpPr>
          <p:spPr>
            <a:xfrm>
              <a:off x="2274554" y="174237"/>
              <a:ext cx="19034" cy="28503"/>
            </a:xfrm>
            <a:prstGeom prst="rect">
              <a:avLst/>
            </a:prstGeom>
            <a:solidFill>
              <a:srgbClr val="F5CED2"/>
            </a:solidFill>
            <a:ln>
              <a:noFill/>
            </a:ln>
          </p:spPr>
        </p:sp>
        <p:sp>
          <p:nvSpPr>
            <p:cNvPr id="3994" name="Heatmap cell r7 c126"/>
            <p:cNvSpPr/>
            <p:nvPr/>
          </p:nvSpPr>
          <p:spPr>
            <a:xfrm>
              <a:off x="2293493" y="174237"/>
              <a:ext cx="17140" cy="28503"/>
            </a:xfrm>
            <a:prstGeom prst="rect">
              <a:avLst/>
            </a:prstGeom>
            <a:solidFill>
              <a:srgbClr val="E9979F"/>
            </a:solidFill>
            <a:ln>
              <a:noFill/>
            </a:ln>
          </p:spPr>
        </p:sp>
        <p:sp>
          <p:nvSpPr>
            <p:cNvPr id="3995" name="Heatmap cell r7 c127"/>
            <p:cNvSpPr/>
            <p:nvPr/>
          </p:nvSpPr>
          <p:spPr>
            <a:xfrm>
              <a:off x="2310538" y="174237"/>
              <a:ext cx="19034" cy="28503"/>
            </a:xfrm>
            <a:prstGeom prst="rect">
              <a:avLst/>
            </a:prstGeom>
            <a:solidFill>
              <a:srgbClr val="F9E7E8"/>
            </a:solidFill>
            <a:ln>
              <a:noFill/>
            </a:ln>
          </p:spPr>
        </p:sp>
        <p:sp>
          <p:nvSpPr>
            <p:cNvPr id="3996" name="Heatmap cell r7 c128"/>
            <p:cNvSpPr/>
            <p:nvPr/>
          </p:nvSpPr>
          <p:spPr>
            <a:xfrm>
              <a:off x="2329477" y="174237"/>
              <a:ext cx="19034" cy="28503"/>
            </a:xfrm>
            <a:prstGeom prst="rect">
              <a:avLst/>
            </a:prstGeom>
            <a:solidFill>
              <a:srgbClr val="E6878F"/>
            </a:solidFill>
            <a:ln>
              <a:noFill/>
            </a:ln>
          </p:spPr>
        </p:sp>
        <p:sp>
          <p:nvSpPr>
            <p:cNvPr id="3997" name="Heatmap cell r7 c129"/>
            <p:cNvSpPr/>
            <p:nvPr/>
          </p:nvSpPr>
          <p:spPr>
            <a:xfrm>
              <a:off x="2348416" y="174237"/>
              <a:ext cx="17140" cy="28503"/>
            </a:xfrm>
            <a:prstGeom prst="rect">
              <a:avLst/>
            </a:prstGeom>
            <a:solidFill>
              <a:srgbClr val="F1F5F8"/>
            </a:solidFill>
            <a:ln>
              <a:noFill/>
            </a:ln>
          </p:spPr>
        </p:sp>
        <p:sp>
          <p:nvSpPr>
            <p:cNvPr id="3998" name="Heatmap cell r7 c130"/>
            <p:cNvSpPr/>
            <p:nvPr/>
          </p:nvSpPr>
          <p:spPr>
            <a:xfrm>
              <a:off x="2365460" y="174237"/>
              <a:ext cx="19034" cy="28503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3999" name="Heatmap cell r7 c131"/>
            <p:cNvSpPr/>
            <p:nvPr/>
          </p:nvSpPr>
          <p:spPr>
            <a:xfrm>
              <a:off x="2384399" y="174237"/>
              <a:ext cx="17140" cy="28503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4000" name="Heatmap cell r7 c132"/>
            <p:cNvSpPr/>
            <p:nvPr/>
          </p:nvSpPr>
          <p:spPr>
            <a:xfrm>
              <a:off x="2401444" y="174237"/>
              <a:ext cx="19034" cy="28503"/>
            </a:xfrm>
            <a:prstGeom prst="rect">
              <a:avLst/>
            </a:prstGeom>
            <a:solidFill>
              <a:srgbClr val="F8E4E7"/>
            </a:solidFill>
            <a:ln>
              <a:noFill/>
            </a:ln>
          </p:spPr>
        </p:sp>
        <p:sp>
          <p:nvSpPr>
            <p:cNvPr id="4001" name="Heatmap cell r7 c133"/>
            <p:cNvSpPr/>
            <p:nvPr/>
          </p:nvSpPr>
          <p:spPr>
            <a:xfrm>
              <a:off x="2420383" y="174237"/>
              <a:ext cx="17140" cy="28503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4002" name="Heatmap cell r7 c134"/>
            <p:cNvSpPr/>
            <p:nvPr/>
          </p:nvSpPr>
          <p:spPr>
            <a:xfrm>
              <a:off x="2437428" y="174237"/>
              <a:ext cx="19034" cy="28503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4003" name="Heatmap cell r7 c135"/>
            <p:cNvSpPr/>
            <p:nvPr/>
          </p:nvSpPr>
          <p:spPr>
            <a:xfrm>
              <a:off x="2456367" y="174237"/>
              <a:ext cx="17140" cy="28503"/>
            </a:xfrm>
            <a:prstGeom prst="rect">
              <a:avLst/>
            </a:prstGeom>
            <a:solidFill>
              <a:srgbClr val="F7DADC"/>
            </a:solidFill>
            <a:ln>
              <a:noFill/>
            </a:ln>
          </p:spPr>
        </p:sp>
        <p:sp>
          <p:nvSpPr>
            <p:cNvPr id="4004" name="Heatmap cell r7 c136"/>
            <p:cNvSpPr/>
            <p:nvPr/>
          </p:nvSpPr>
          <p:spPr>
            <a:xfrm>
              <a:off x="2473412" y="174237"/>
              <a:ext cx="19034" cy="28503"/>
            </a:xfrm>
            <a:prstGeom prst="rect">
              <a:avLst/>
            </a:prstGeom>
            <a:solidFill>
              <a:srgbClr val="EA9AA1"/>
            </a:solidFill>
            <a:ln>
              <a:noFill/>
            </a:ln>
          </p:spPr>
        </p:sp>
        <p:sp>
          <p:nvSpPr>
            <p:cNvPr id="4005" name="Heatmap cell r7 c137"/>
            <p:cNvSpPr/>
            <p:nvPr/>
          </p:nvSpPr>
          <p:spPr>
            <a:xfrm>
              <a:off x="2492351" y="174237"/>
              <a:ext cx="17140" cy="28503"/>
            </a:xfrm>
            <a:prstGeom prst="rect">
              <a:avLst/>
            </a:prstGeom>
            <a:solidFill>
              <a:srgbClr val="F0BAC0"/>
            </a:solidFill>
            <a:ln>
              <a:noFill/>
            </a:ln>
          </p:spPr>
        </p:sp>
        <p:sp>
          <p:nvSpPr>
            <p:cNvPr id="4006" name="Heatmap cell r7 c138"/>
            <p:cNvSpPr/>
            <p:nvPr/>
          </p:nvSpPr>
          <p:spPr>
            <a:xfrm>
              <a:off x="2509396" y="174237"/>
              <a:ext cx="19034" cy="28503"/>
            </a:xfrm>
            <a:prstGeom prst="rect">
              <a:avLst/>
            </a:prstGeom>
            <a:solidFill>
              <a:srgbClr val="F1C0C4"/>
            </a:solidFill>
            <a:ln>
              <a:noFill/>
            </a:ln>
          </p:spPr>
        </p:sp>
        <p:sp>
          <p:nvSpPr>
            <p:cNvPr id="4007" name="Heatmap cell r7 c139"/>
            <p:cNvSpPr/>
            <p:nvPr/>
          </p:nvSpPr>
          <p:spPr>
            <a:xfrm>
              <a:off x="2528334" y="174237"/>
              <a:ext cx="17140" cy="28503"/>
            </a:xfrm>
            <a:prstGeom prst="rect">
              <a:avLst/>
            </a:prstGeom>
            <a:solidFill>
              <a:srgbClr val="FAECEC"/>
            </a:solidFill>
            <a:ln>
              <a:noFill/>
            </a:ln>
          </p:spPr>
        </p:sp>
        <p:sp>
          <p:nvSpPr>
            <p:cNvPr id="4008" name="Heatmap cell r7 c140"/>
            <p:cNvSpPr/>
            <p:nvPr/>
          </p:nvSpPr>
          <p:spPr>
            <a:xfrm>
              <a:off x="2545379" y="174237"/>
              <a:ext cx="19034" cy="28503"/>
            </a:xfrm>
            <a:prstGeom prst="rect">
              <a:avLst/>
            </a:prstGeom>
            <a:solidFill>
              <a:srgbClr val="F6D4D7"/>
            </a:solidFill>
            <a:ln>
              <a:noFill/>
            </a:ln>
          </p:spPr>
        </p:sp>
        <p:sp>
          <p:nvSpPr>
            <p:cNvPr id="4009" name="Heatmap cell r7 c141"/>
            <p:cNvSpPr/>
            <p:nvPr/>
          </p:nvSpPr>
          <p:spPr>
            <a:xfrm>
              <a:off x="2564318" y="174237"/>
              <a:ext cx="19034" cy="28503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4010" name="Heatmap cell r7 c142"/>
            <p:cNvSpPr/>
            <p:nvPr/>
          </p:nvSpPr>
          <p:spPr>
            <a:xfrm>
              <a:off x="2583257" y="174237"/>
              <a:ext cx="17140" cy="28503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4011" name="Heatmap cell r7 c143"/>
            <p:cNvSpPr/>
            <p:nvPr/>
          </p:nvSpPr>
          <p:spPr>
            <a:xfrm>
              <a:off x="2600302" y="174237"/>
              <a:ext cx="19034" cy="28503"/>
            </a:xfrm>
            <a:prstGeom prst="rect">
              <a:avLst/>
            </a:prstGeom>
            <a:solidFill>
              <a:srgbClr val="DA4F5C"/>
            </a:solidFill>
            <a:ln>
              <a:noFill/>
            </a:ln>
          </p:spPr>
        </p:sp>
        <p:sp>
          <p:nvSpPr>
            <p:cNvPr id="4012" name="Heatmap cell r7 c144"/>
            <p:cNvSpPr/>
            <p:nvPr/>
          </p:nvSpPr>
          <p:spPr>
            <a:xfrm>
              <a:off x="2619241" y="174237"/>
              <a:ext cx="17140" cy="28503"/>
            </a:xfrm>
            <a:prstGeom prst="rect">
              <a:avLst/>
            </a:prstGeom>
            <a:solidFill>
              <a:srgbClr val="F9E7E8"/>
            </a:solidFill>
            <a:ln>
              <a:noFill/>
            </a:ln>
          </p:spPr>
        </p:sp>
        <p:sp>
          <p:nvSpPr>
            <p:cNvPr id="4013" name="Heatmap cell r7 c145"/>
            <p:cNvSpPr/>
            <p:nvPr/>
          </p:nvSpPr>
          <p:spPr>
            <a:xfrm>
              <a:off x="2636286" y="174237"/>
              <a:ext cx="19034" cy="28503"/>
            </a:xfrm>
            <a:prstGeom prst="rect">
              <a:avLst/>
            </a:prstGeom>
            <a:solidFill>
              <a:srgbClr val="F0BAC0"/>
            </a:solidFill>
            <a:ln>
              <a:noFill/>
            </a:ln>
          </p:spPr>
        </p:sp>
        <p:sp>
          <p:nvSpPr>
            <p:cNvPr id="4014" name="Heatmap cell r7 c146"/>
            <p:cNvSpPr/>
            <p:nvPr/>
          </p:nvSpPr>
          <p:spPr>
            <a:xfrm>
              <a:off x="2655225" y="174237"/>
              <a:ext cx="17140" cy="28503"/>
            </a:xfrm>
            <a:prstGeom prst="rect">
              <a:avLst/>
            </a:prstGeom>
            <a:solidFill>
              <a:srgbClr val="F9E8E9"/>
            </a:solidFill>
            <a:ln>
              <a:noFill/>
            </a:ln>
          </p:spPr>
        </p:sp>
        <p:sp>
          <p:nvSpPr>
            <p:cNvPr id="4015" name="Heatmap cell r7 c147"/>
            <p:cNvSpPr/>
            <p:nvPr/>
          </p:nvSpPr>
          <p:spPr>
            <a:xfrm>
              <a:off x="2672270" y="174237"/>
              <a:ext cx="19034" cy="28503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4016" name="Heatmap cell r7 c148"/>
            <p:cNvSpPr/>
            <p:nvPr/>
          </p:nvSpPr>
          <p:spPr>
            <a:xfrm>
              <a:off x="2691208" y="174237"/>
              <a:ext cx="17140" cy="28503"/>
            </a:xfrm>
            <a:prstGeom prst="rect">
              <a:avLst/>
            </a:prstGeom>
            <a:solidFill>
              <a:srgbClr val="D1DCE7"/>
            </a:solidFill>
            <a:ln>
              <a:noFill/>
            </a:ln>
          </p:spPr>
        </p:sp>
        <p:sp>
          <p:nvSpPr>
            <p:cNvPr id="4017" name="Heatmap cell r7 c149"/>
            <p:cNvSpPr/>
            <p:nvPr/>
          </p:nvSpPr>
          <p:spPr>
            <a:xfrm>
              <a:off x="2708253" y="174237"/>
              <a:ext cx="19034" cy="28503"/>
            </a:xfrm>
            <a:prstGeom prst="rect">
              <a:avLst/>
            </a:prstGeom>
            <a:solidFill>
              <a:srgbClr val="FCF6F6"/>
            </a:solidFill>
            <a:ln>
              <a:noFill/>
            </a:ln>
          </p:spPr>
        </p:sp>
        <p:sp>
          <p:nvSpPr>
            <p:cNvPr id="4018" name="Heatmap cell r7 c150"/>
            <p:cNvSpPr/>
            <p:nvPr/>
          </p:nvSpPr>
          <p:spPr>
            <a:xfrm>
              <a:off x="2727192" y="174237"/>
              <a:ext cx="17140" cy="28503"/>
            </a:xfrm>
            <a:prstGeom prst="rect">
              <a:avLst/>
            </a:prstGeom>
            <a:solidFill>
              <a:srgbClr val="F1F5F8"/>
            </a:solidFill>
            <a:ln>
              <a:noFill/>
            </a:ln>
          </p:spPr>
        </p:sp>
        <p:sp>
          <p:nvSpPr>
            <p:cNvPr id="4019" name="Heatmap cell r7 c151"/>
            <p:cNvSpPr/>
            <p:nvPr/>
          </p:nvSpPr>
          <p:spPr>
            <a:xfrm>
              <a:off x="2744237" y="174237"/>
              <a:ext cx="19034" cy="28503"/>
            </a:xfrm>
            <a:prstGeom prst="rect">
              <a:avLst/>
            </a:prstGeom>
            <a:solidFill>
              <a:srgbClr val="F7DADC"/>
            </a:solidFill>
            <a:ln>
              <a:noFill/>
            </a:ln>
          </p:spPr>
        </p:sp>
        <p:sp>
          <p:nvSpPr>
            <p:cNvPr id="4020" name="Heatmap cell r7 c152"/>
            <p:cNvSpPr/>
            <p:nvPr/>
          </p:nvSpPr>
          <p:spPr>
            <a:xfrm>
              <a:off x="2763176" y="174237"/>
              <a:ext cx="17140" cy="28503"/>
            </a:xfrm>
            <a:prstGeom prst="rect">
              <a:avLst/>
            </a:prstGeom>
            <a:solidFill>
              <a:srgbClr val="F3C6CB"/>
            </a:solidFill>
            <a:ln>
              <a:noFill/>
            </a:ln>
          </p:spPr>
        </p:sp>
        <p:sp>
          <p:nvSpPr>
            <p:cNvPr id="4021" name="Heatmap cell r7 c153"/>
            <p:cNvSpPr/>
            <p:nvPr/>
          </p:nvSpPr>
          <p:spPr>
            <a:xfrm>
              <a:off x="2780221" y="174237"/>
              <a:ext cx="19034" cy="28503"/>
            </a:xfrm>
            <a:prstGeom prst="rect">
              <a:avLst/>
            </a:prstGeom>
            <a:solidFill>
              <a:srgbClr val="F5D0D3"/>
            </a:solidFill>
            <a:ln>
              <a:noFill/>
            </a:ln>
          </p:spPr>
        </p:sp>
        <p:sp>
          <p:nvSpPr>
            <p:cNvPr id="4022" name="Heatmap cell r7 c154"/>
            <p:cNvSpPr/>
            <p:nvPr/>
          </p:nvSpPr>
          <p:spPr>
            <a:xfrm>
              <a:off x="2799160" y="174237"/>
              <a:ext cx="17140" cy="28503"/>
            </a:xfrm>
            <a:prstGeom prst="rect">
              <a:avLst/>
            </a:prstGeom>
            <a:solidFill>
              <a:srgbClr val="E1757E"/>
            </a:solidFill>
            <a:ln>
              <a:noFill/>
            </a:ln>
          </p:spPr>
        </p:sp>
        <p:sp>
          <p:nvSpPr>
            <p:cNvPr id="4023" name="Heatmap cell r7 c155"/>
            <p:cNvSpPr/>
            <p:nvPr/>
          </p:nvSpPr>
          <p:spPr>
            <a:xfrm>
              <a:off x="2816205" y="174237"/>
              <a:ext cx="19034" cy="28503"/>
            </a:xfrm>
            <a:prstGeom prst="rect">
              <a:avLst/>
            </a:prstGeom>
            <a:solidFill>
              <a:srgbClr val="F1C3C8"/>
            </a:solidFill>
            <a:ln>
              <a:noFill/>
            </a:ln>
          </p:spPr>
        </p:sp>
        <p:sp>
          <p:nvSpPr>
            <p:cNvPr id="4024" name="Heatmap cell r7 c156"/>
            <p:cNvSpPr/>
            <p:nvPr/>
          </p:nvSpPr>
          <p:spPr>
            <a:xfrm>
              <a:off x="2835144" y="174237"/>
              <a:ext cx="19034" cy="28503"/>
            </a:xfrm>
            <a:prstGeom prst="rect">
              <a:avLst/>
            </a:prstGeom>
            <a:solidFill>
              <a:srgbClr val="F1C0C4"/>
            </a:solidFill>
            <a:ln>
              <a:noFill/>
            </a:ln>
          </p:spPr>
        </p:sp>
        <p:sp>
          <p:nvSpPr>
            <p:cNvPr id="4025" name="Heatmap cell r7 c157"/>
            <p:cNvSpPr/>
            <p:nvPr/>
          </p:nvSpPr>
          <p:spPr>
            <a:xfrm>
              <a:off x="2854082" y="174237"/>
              <a:ext cx="17140" cy="28503"/>
            </a:xfrm>
            <a:prstGeom prst="rect">
              <a:avLst/>
            </a:prstGeom>
            <a:solidFill>
              <a:srgbClr val="EBA1A8"/>
            </a:solidFill>
            <a:ln>
              <a:noFill/>
            </a:ln>
          </p:spPr>
        </p:sp>
        <p:sp>
          <p:nvSpPr>
            <p:cNvPr id="4026" name="Heatmap cell r7 c158"/>
            <p:cNvSpPr/>
            <p:nvPr/>
          </p:nvSpPr>
          <p:spPr>
            <a:xfrm>
              <a:off x="2871127" y="174237"/>
              <a:ext cx="19034" cy="28503"/>
            </a:xfrm>
            <a:prstGeom prst="rect">
              <a:avLst/>
            </a:prstGeom>
            <a:solidFill>
              <a:srgbClr val="FBF5F5"/>
            </a:solidFill>
            <a:ln>
              <a:noFill/>
            </a:ln>
          </p:spPr>
        </p:sp>
        <p:sp>
          <p:nvSpPr>
            <p:cNvPr id="4027" name="Heatmap cell r7 c159"/>
            <p:cNvSpPr/>
            <p:nvPr/>
          </p:nvSpPr>
          <p:spPr>
            <a:xfrm>
              <a:off x="2890066" y="174237"/>
              <a:ext cx="17140" cy="28503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4028" name="Heatmap cell r7 c160"/>
            <p:cNvSpPr/>
            <p:nvPr/>
          </p:nvSpPr>
          <p:spPr>
            <a:xfrm>
              <a:off x="2907111" y="174237"/>
              <a:ext cx="19034" cy="28503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4029" name="Heatmap cell r7 c161"/>
            <p:cNvSpPr/>
            <p:nvPr/>
          </p:nvSpPr>
          <p:spPr>
            <a:xfrm>
              <a:off x="2926050" y="174237"/>
              <a:ext cx="17140" cy="28503"/>
            </a:xfrm>
            <a:prstGeom prst="rect">
              <a:avLst/>
            </a:prstGeom>
            <a:solidFill>
              <a:srgbClr val="BCCDDD"/>
            </a:solidFill>
            <a:ln>
              <a:noFill/>
            </a:ln>
          </p:spPr>
        </p:sp>
        <p:sp>
          <p:nvSpPr>
            <p:cNvPr id="4030" name="Heatmap cell r7 c162"/>
            <p:cNvSpPr/>
            <p:nvPr/>
          </p:nvSpPr>
          <p:spPr>
            <a:xfrm>
              <a:off x="2943095" y="174237"/>
              <a:ext cx="19034" cy="28503"/>
            </a:xfrm>
            <a:prstGeom prst="rect">
              <a:avLst/>
            </a:prstGeom>
            <a:solidFill>
              <a:srgbClr val="CCD7E3"/>
            </a:solidFill>
            <a:ln>
              <a:noFill/>
            </a:ln>
          </p:spPr>
        </p:sp>
        <p:sp>
          <p:nvSpPr>
            <p:cNvPr id="4031" name="Heatmap cell r7 c163"/>
            <p:cNvSpPr/>
            <p:nvPr/>
          </p:nvSpPr>
          <p:spPr>
            <a:xfrm>
              <a:off x="2962034" y="174237"/>
              <a:ext cx="17140" cy="28503"/>
            </a:xfrm>
            <a:prstGeom prst="rect">
              <a:avLst/>
            </a:prstGeom>
            <a:solidFill>
              <a:srgbClr val="D7E1EB"/>
            </a:solidFill>
            <a:ln>
              <a:noFill/>
            </a:ln>
          </p:spPr>
        </p:sp>
        <p:sp>
          <p:nvSpPr>
            <p:cNvPr id="4032" name="Heatmap cell r7 c164"/>
            <p:cNvSpPr/>
            <p:nvPr/>
          </p:nvSpPr>
          <p:spPr>
            <a:xfrm>
              <a:off x="2979079" y="174237"/>
              <a:ext cx="19034" cy="28503"/>
            </a:xfrm>
            <a:prstGeom prst="rect">
              <a:avLst/>
            </a:prstGeom>
            <a:solidFill>
              <a:srgbClr val="D5DFE9"/>
            </a:solidFill>
            <a:ln>
              <a:noFill/>
            </a:ln>
          </p:spPr>
        </p:sp>
        <p:sp>
          <p:nvSpPr>
            <p:cNvPr id="4033" name="Heatmap cell r7 c165"/>
            <p:cNvSpPr/>
            <p:nvPr/>
          </p:nvSpPr>
          <p:spPr>
            <a:xfrm>
              <a:off x="2998018" y="174237"/>
              <a:ext cx="17140" cy="28503"/>
            </a:xfrm>
            <a:prstGeom prst="rect">
              <a:avLst/>
            </a:prstGeom>
            <a:solidFill>
              <a:srgbClr val="F0F4F7"/>
            </a:solidFill>
            <a:ln>
              <a:noFill/>
            </a:ln>
          </p:spPr>
        </p:sp>
        <p:sp>
          <p:nvSpPr>
            <p:cNvPr id="4034" name="Heatmap cell r7 c166"/>
            <p:cNvSpPr/>
            <p:nvPr/>
          </p:nvSpPr>
          <p:spPr>
            <a:xfrm>
              <a:off x="3015062" y="174237"/>
              <a:ext cx="19034" cy="28503"/>
            </a:xfrm>
            <a:prstGeom prst="rect">
              <a:avLst/>
            </a:prstGeom>
            <a:solidFill>
              <a:srgbClr val="E3EAF0"/>
            </a:solidFill>
            <a:ln>
              <a:noFill/>
            </a:ln>
          </p:spPr>
        </p:sp>
        <p:sp>
          <p:nvSpPr>
            <p:cNvPr id="4035" name="Heatmap cell r7 c167"/>
            <p:cNvSpPr/>
            <p:nvPr/>
          </p:nvSpPr>
          <p:spPr>
            <a:xfrm>
              <a:off x="3034001" y="174237"/>
              <a:ext cx="17140" cy="28503"/>
            </a:xfrm>
            <a:prstGeom prst="rect">
              <a:avLst/>
            </a:prstGeom>
            <a:solidFill>
              <a:srgbClr val="FCF7F7"/>
            </a:solidFill>
            <a:ln>
              <a:noFill/>
            </a:ln>
          </p:spPr>
        </p:sp>
        <p:sp>
          <p:nvSpPr>
            <p:cNvPr id="4036" name="Heatmap cell r7 c168"/>
            <p:cNvSpPr/>
            <p:nvPr/>
          </p:nvSpPr>
          <p:spPr>
            <a:xfrm>
              <a:off x="3051046" y="174237"/>
              <a:ext cx="19034" cy="28503"/>
            </a:xfrm>
            <a:prstGeom prst="rect">
              <a:avLst/>
            </a:prstGeom>
            <a:solidFill>
              <a:srgbClr val="7F9FBC"/>
            </a:solidFill>
            <a:ln>
              <a:noFill/>
            </a:ln>
          </p:spPr>
        </p:sp>
        <p:sp>
          <p:nvSpPr>
            <p:cNvPr id="4037" name="Heatmap cell r7 c170"/>
            <p:cNvSpPr/>
            <p:nvPr/>
          </p:nvSpPr>
          <p:spPr>
            <a:xfrm>
              <a:off x="3088924" y="174237"/>
              <a:ext cx="17140" cy="28503"/>
            </a:xfrm>
            <a:prstGeom prst="rect">
              <a:avLst/>
            </a:prstGeom>
            <a:solidFill>
              <a:srgbClr val="F8E4E7"/>
            </a:solidFill>
            <a:ln>
              <a:noFill/>
            </a:ln>
          </p:spPr>
        </p:sp>
        <p:sp>
          <p:nvSpPr>
            <p:cNvPr id="4038" name="Heatmap cell r7 c171"/>
            <p:cNvSpPr/>
            <p:nvPr/>
          </p:nvSpPr>
          <p:spPr>
            <a:xfrm>
              <a:off x="3105969" y="174237"/>
              <a:ext cx="19034" cy="28503"/>
            </a:xfrm>
            <a:prstGeom prst="rect">
              <a:avLst/>
            </a:prstGeom>
            <a:solidFill>
              <a:srgbClr val="D6E0EA"/>
            </a:solidFill>
            <a:ln>
              <a:noFill/>
            </a:ln>
          </p:spPr>
        </p:sp>
        <p:sp>
          <p:nvSpPr>
            <p:cNvPr id="4039" name="Heatmap cell r7 c172"/>
            <p:cNvSpPr/>
            <p:nvPr/>
          </p:nvSpPr>
          <p:spPr>
            <a:xfrm>
              <a:off x="3124908" y="174237"/>
              <a:ext cx="17140" cy="28503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4040" name="Heatmap cell r7 c174"/>
            <p:cNvSpPr/>
            <p:nvPr/>
          </p:nvSpPr>
          <p:spPr>
            <a:xfrm>
              <a:off x="3160892" y="174237"/>
              <a:ext cx="17140" cy="28503"/>
            </a:xfrm>
            <a:prstGeom prst="rect">
              <a:avLst/>
            </a:prstGeom>
            <a:solidFill>
              <a:srgbClr val="DFE6ED"/>
            </a:solidFill>
            <a:ln>
              <a:noFill/>
            </a:ln>
          </p:spPr>
        </p:sp>
        <p:sp>
          <p:nvSpPr>
            <p:cNvPr id="4041" name="Heatmap cell r7 c175"/>
            <p:cNvSpPr/>
            <p:nvPr/>
          </p:nvSpPr>
          <p:spPr>
            <a:xfrm>
              <a:off x="3177936" y="174237"/>
              <a:ext cx="19034" cy="28503"/>
            </a:xfrm>
            <a:prstGeom prst="rect">
              <a:avLst/>
            </a:prstGeom>
            <a:solidFill>
              <a:srgbClr val="F9E7E8"/>
            </a:solidFill>
            <a:ln>
              <a:noFill/>
            </a:ln>
          </p:spPr>
        </p:sp>
        <p:sp>
          <p:nvSpPr>
            <p:cNvPr id="4042" name="Heatmap cell r7 c176"/>
            <p:cNvSpPr/>
            <p:nvPr/>
          </p:nvSpPr>
          <p:spPr>
            <a:xfrm>
              <a:off x="3196875" y="174237"/>
              <a:ext cx="17140" cy="28503"/>
            </a:xfrm>
            <a:prstGeom prst="rect">
              <a:avLst/>
            </a:prstGeom>
            <a:solidFill>
              <a:srgbClr val="A6BAD0"/>
            </a:solidFill>
            <a:ln>
              <a:noFill/>
            </a:ln>
          </p:spPr>
        </p:sp>
        <p:sp>
          <p:nvSpPr>
            <p:cNvPr id="4043" name="Heatmap cell r7 c177"/>
            <p:cNvSpPr/>
            <p:nvPr/>
          </p:nvSpPr>
          <p:spPr>
            <a:xfrm>
              <a:off x="3213920" y="174237"/>
              <a:ext cx="19034" cy="28503"/>
            </a:xfrm>
            <a:prstGeom prst="rect">
              <a:avLst/>
            </a:prstGeom>
            <a:solidFill>
              <a:srgbClr val="B6C7D9"/>
            </a:solidFill>
            <a:ln>
              <a:noFill/>
            </a:ln>
          </p:spPr>
        </p:sp>
        <p:sp>
          <p:nvSpPr>
            <p:cNvPr id="4044" name="Heatmap cell r7 c178"/>
            <p:cNvSpPr/>
            <p:nvPr/>
          </p:nvSpPr>
          <p:spPr>
            <a:xfrm>
              <a:off x="3232859" y="174237"/>
              <a:ext cx="17140" cy="28503"/>
            </a:xfrm>
            <a:prstGeom prst="rect">
              <a:avLst/>
            </a:prstGeom>
            <a:solidFill>
              <a:srgbClr val="FCF8F9"/>
            </a:solidFill>
            <a:ln>
              <a:noFill/>
            </a:ln>
          </p:spPr>
        </p:sp>
        <p:sp>
          <p:nvSpPr>
            <p:cNvPr id="4045" name="Heatmap cell r7 c179"/>
            <p:cNvSpPr/>
            <p:nvPr/>
          </p:nvSpPr>
          <p:spPr>
            <a:xfrm>
              <a:off x="3249904" y="174237"/>
              <a:ext cx="19034" cy="28503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4046" name="Heatmap cell r7 c180"/>
            <p:cNvSpPr/>
            <p:nvPr/>
          </p:nvSpPr>
          <p:spPr>
            <a:xfrm>
              <a:off x="3268843" y="174237"/>
              <a:ext cx="17140" cy="28503"/>
            </a:xfrm>
            <a:prstGeom prst="rect">
              <a:avLst/>
            </a:prstGeom>
            <a:solidFill>
              <a:srgbClr val="EBA3AB"/>
            </a:solidFill>
            <a:ln>
              <a:noFill/>
            </a:ln>
          </p:spPr>
        </p:sp>
        <p:sp>
          <p:nvSpPr>
            <p:cNvPr id="4047" name="Heatmap cell r7 c181"/>
            <p:cNvSpPr/>
            <p:nvPr/>
          </p:nvSpPr>
          <p:spPr>
            <a:xfrm>
              <a:off x="3285888" y="174237"/>
              <a:ext cx="19034" cy="28503"/>
            </a:xfrm>
            <a:prstGeom prst="rect">
              <a:avLst/>
            </a:prstGeom>
            <a:solidFill>
              <a:srgbClr val="D6E0EA"/>
            </a:solidFill>
            <a:ln>
              <a:noFill/>
            </a:ln>
          </p:spPr>
        </p:sp>
        <p:sp>
          <p:nvSpPr>
            <p:cNvPr id="4048" name="Heatmap cell r7 c182"/>
            <p:cNvSpPr/>
            <p:nvPr/>
          </p:nvSpPr>
          <p:spPr>
            <a:xfrm>
              <a:off x="3304827" y="174237"/>
              <a:ext cx="19034" cy="28503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4049" name="Heatmap cell r7 c183"/>
            <p:cNvSpPr/>
            <p:nvPr/>
          </p:nvSpPr>
          <p:spPr>
            <a:xfrm>
              <a:off x="3323765" y="174237"/>
              <a:ext cx="17140" cy="28503"/>
            </a:xfrm>
            <a:prstGeom prst="rect">
              <a:avLst/>
            </a:prstGeom>
            <a:solidFill>
              <a:srgbClr val="FAECEC"/>
            </a:solidFill>
            <a:ln>
              <a:noFill/>
            </a:ln>
          </p:spPr>
        </p:sp>
        <p:sp>
          <p:nvSpPr>
            <p:cNvPr id="4050" name="Heatmap cell r7 c185"/>
            <p:cNvSpPr/>
            <p:nvPr/>
          </p:nvSpPr>
          <p:spPr>
            <a:xfrm>
              <a:off x="3359749" y="174237"/>
              <a:ext cx="17140" cy="28503"/>
            </a:xfrm>
            <a:prstGeom prst="rect">
              <a:avLst/>
            </a:prstGeom>
            <a:solidFill>
              <a:srgbClr val="DDE4EC"/>
            </a:solidFill>
            <a:ln>
              <a:noFill/>
            </a:ln>
          </p:spPr>
        </p:sp>
        <p:sp>
          <p:nvSpPr>
            <p:cNvPr id="4051" name="Heatmap cell r7 c186"/>
            <p:cNvSpPr/>
            <p:nvPr/>
          </p:nvSpPr>
          <p:spPr>
            <a:xfrm>
              <a:off x="3376794" y="174237"/>
              <a:ext cx="19034" cy="28503"/>
            </a:xfrm>
            <a:prstGeom prst="rect">
              <a:avLst/>
            </a:prstGeom>
            <a:solidFill>
              <a:srgbClr val="F2C8CD"/>
            </a:solidFill>
            <a:ln>
              <a:noFill/>
            </a:ln>
          </p:spPr>
        </p:sp>
        <p:sp>
          <p:nvSpPr>
            <p:cNvPr id="4052" name="Heatmap cell r7 c187"/>
            <p:cNvSpPr/>
            <p:nvPr/>
          </p:nvSpPr>
          <p:spPr>
            <a:xfrm>
              <a:off x="3395733" y="174237"/>
              <a:ext cx="17140" cy="28503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4053" name="Heatmap cell r7 c188"/>
            <p:cNvSpPr/>
            <p:nvPr/>
          </p:nvSpPr>
          <p:spPr>
            <a:xfrm>
              <a:off x="3412778" y="174237"/>
              <a:ext cx="19034" cy="28503"/>
            </a:xfrm>
            <a:prstGeom prst="rect">
              <a:avLst/>
            </a:prstGeom>
            <a:solidFill>
              <a:srgbClr val="B5C5D7"/>
            </a:solidFill>
            <a:ln>
              <a:noFill/>
            </a:ln>
          </p:spPr>
        </p:sp>
        <p:sp>
          <p:nvSpPr>
            <p:cNvPr id="4054" name="Heatmap cell r7 c189"/>
            <p:cNvSpPr/>
            <p:nvPr/>
          </p:nvSpPr>
          <p:spPr>
            <a:xfrm>
              <a:off x="3431717" y="174237"/>
              <a:ext cx="17140" cy="28503"/>
            </a:xfrm>
            <a:prstGeom prst="rect">
              <a:avLst/>
            </a:prstGeom>
            <a:solidFill>
              <a:srgbClr val="CED9E4"/>
            </a:solidFill>
            <a:ln>
              <a:noFill/>
            </a:ln>
          </p:spPr>
        </p:sp>
        <p:sp>
          <p:nvSpPr>
            <p:cNvPr id="4055" name="Heatmap cell r7 c190"/>
            <p:cNvSpPr/>
            <p:nvPr/>
          </p:nvSpPr>
          <p:spPr>
            <a:xfrm>
              <a:off x="3448762" y="174237"/>
              <a:ext cx="19034" cy="28503"/>
            </a:xfrm>
            <a:prstGeom prst="rect">
              <a:avLst/>
            </a:prstGeom>
            <a:solidFill>
              <a:srgbClr val="7797B8"/>
            </a:solidFill>
            <a:ln>
              <a:noFill/>
            </a:ln>
          </p:spPr>
        </p:sp>
        <p:sp>
          <p:nvSpPr>
            <p:cNvPr id="4056" name="Heatmap cell r7 c191"/>
            <p:cNvSpPr/>
            <p:nvPr/>
          </p:nvSpPr>
          <p:spPr>
            <a:xfrm>
              <a:off x="3467701" y="174237"/>
              <a:ext cx="17140" cy="28503"/>
            </a:xfrm>
            <a:prstGeom prst="rect">
              <a:avLst/>
            </a:prstGeom>
            <a:solidFill>
              <a:srgbClr val="BDCEDD"/>
            </a:solidFill>
            <a:ln>
              <a:noFill/>
            </a:ln>
          </p:spPr>
        </p:sp>
        <p:sp>
          <p:nvSpPr>
            <p:cNvPr id="4057" name="Heatmap cell r7 c192"/>
            <p:cNvSpPr/>
            <p:nvPr/>
          </p:nvSpPr>
          <p:spPr>
            <a:xfrm>
              <a:off x="3484746" y="174237"/>
              <a:ext cx="19034" cy="28503"/>
            </a:xfrm>
            <a:prstGeom prst="rect">
              <a:avLst/>
            </a:prstGeom>
            <a:solidFill>
              <a:srgbClr val="97B0C8"/>
            </a:solidFill>
            <a:ln>
              <a:noFill/>
            </a:ln>
          </p:spPr>
        </p:sp>
        <p:sp>
          <p:nvSpPr>
            <p:cNvPr id="4058" name="Heatmap cell r7 c193"/>
            <p:cNvSpPr/>
            <p:nvPr/>
          </p:nvSpPr>
          <p:spPr>
            <a:xfrm>
              <a:off x="3503684" y="174237"/>
              <a:ext cx="17140" cy="28503"/>
            </a:xfrm>
            <a:prstGeom prst="rect">
              <a:avLst/>
            </a:prstGeom>
            <a:solidFill>
              <a:srgbClr val="EFB4B9"/>
            </a:solidFill>
            <a:ln>
              <a:noFill/>
            </a:ln>
          </p:spPr>
        </p:sp>
        <p:sp>
          <p:nvSpPr>
            <p:cNvPr id="4059" name="Heatmap cell r7 c194"/>
            <p:cNvSpPr/>
            <p:nvPr/>
          </p:nvSpPr>
          <p:spPr>
            <a:xfrm>
              <a:off x="3520729" y="174237"/>
              <a:ext cx="19034" cy="28503"/>
            </a:xfrm>
            <a:prstGeom prst="rect">
              <a:avLst/>
            </a:prstGeom>
            <a:solidFill>
              <a:srgbClr val="C5D2DF"/>
            </a:solidFill>
            <a:ln>
              <a:noFill/>
            </a:ln>
          </p:spPr>
        </p:sp>
        <p:sp>
          <p:nvSpPr>
            <p:cNvPr id="4060" name="Heatmap cell r7 c195"/>
            <p:cNvSpPr/>
            <p:nvPr/>
          </p:nvSpPr>
          <p:spPr>
            <a:xfrm>
              <a:off x="3539668" y="174237"/>
              <a:ext cx="19034" cy="28503"/>
            </a:xfrm>
            <a:prstGeom prst="rect">
              <a:avLst/>
            </a:prstGeom>
            <a:solidFill>
              <a:srgbClr val="A2B8CE"/>
            </a:solidFill>
            <a:ln>
              <a:noFill/>
            </a:ln>
          </p:spPr>
        </p:sp>
        <p:sp>
          <p:nvSpPr>
            <p:cNvPr id="4061" name="Heatmap cell r7 c196"/>
            <p:cNvSpPr/>
            <p:nvPr/>
          </p:nvSpPr>
          <p:spPr>
            <a:xfrm>
              <a:off x="3558607" y="174237"/>
              <a:ext cx="17140" cy="28503"/>
            </a:xfrm>
            <a:prstGeom prst="rect">
              <a:avLst/>
            </a:prstGeom>
            <a:solidFill>
              <a:srgbClr val="F1C1C5"/>
            </a:solidFill>
            <a:ln>
              <a:noFill/>
            </a:ln>
          </p:spPr>
        </p:sp>
        <p:sp>
          <p:nvSpPr>
            <p:cNvPr id="4062" name="Heatmap cell r7 c197"/>
            <p:cNvSpPr/>
            <p:nvPr/>
          </p:nvSpPr>
          <p:spPr>
            <a:xfrm>
              <a:off x="3575652" y="174237"/>
              <a:ext cx="19034" cy="28503"/>
            </a:xfrm>
            <a:prstGeom prst="rect">
              <a:avLst/>
            </a:prstGeom>
            <a:solidFill>
              <a:srgbClr val="F1C0C6"/>
            </a:solidFill>
            <a:ln>
              <a:noFill/>
            </a:ln>
          </p:spPr>
        </p:sp>
        <p:sp>
          <p:nvSpPr>
            <p:cNvPr id="4063" name="Heatmap cell r7 c198"/>
            <p:cNvSpPr/>
            <p:nvPr/>
          </p:nvSpPr>
          <p:spPr>
            <a:xfrm>
              <a:off x="3594591" y="174237"/>
              <a:ext cx="17140" cy="28503"/>
            </a:xfrm>
            <a:prstGeom prst="rect">
              <a:avLst/>
            </a:prstGeom>
            <a:solidFill>
              <a:srgbClr val="F1C4C7"/>
            </a:solidFill>
            <a:ln>
              <a:noFill/>
            </a:ln>
          </p:spPr>
        </p:sp>
        <p:sp>
          <p:nvSpPr>
            <p:cNvPr id="4064" name="Heatmap cell r7 c199"/>
            <p:cNvSpPr/>
            <p:nvPr/>
          </p:nvSpPr>
          <p:spPr>
            <a:xfrm>
              <a:off x="3611636" y="174237"/>
              <a:ext cx="19034" cy="28503"/>
            </a:xfrm>
            <a:prstGeom prst="rect">
              <a:avLst/>
            </a:prstGeom>
            <a:solidFill>
              <a:srgbClr val="F7D3D6"/>
            </a:solidFill>
            <a:ln>
              <a:noFill/>
            </a:ln>
          </p:spPr>
        </p:sp>
        <p:sp>
          <p:nvSpPr>
            <p:cNvPr id="4065" name="Heatmap cell r7 c200"/>
            <p:cNvSpPr/>
            <p:nvPr/>
          </p:nvSpPr>
          <p:spPr>
            <a:xfrm>
              <a:off x="3630575" y="174237"/>
              <a:ext cx="17140" cy="28503"/>
            </a:xfrm>
            <a:prstGeom prst="rect">
              <a:avLst/>
            </a:prstGeom>
            <a:solidFill>
              <a:srgbClr val="EFB8BD"/>
            </a:solidFill>
            <a:ln>
              <a:noFill/>
            </a:ln>
          </p:spPr>
        </p:sp>
        <p:sp>
          <p:nvSpPr>
            <p:cNvPr id="4066" name="Heatmap cell r7 c201"/>
            <p:cNvSpPr/>
            <p:nvPr/>
          </p:nvSpPr>
          <p:spPr>
            <a:xfrm>
              <a:off x="3647620" y="174237"/>
              <a:ext cx="19034" cy="28503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4067" name="Heatmap cell r7 c202"/>
            <p:cNvSpPr/>
            <p:nvPr/>
          </p:nvSpPr>
          <p:spPr>
            <a:xfrm>
              <a:off x="3666558" y="174237"/>
              <a:ext cx="17140" cy="28503"/>
            </a:xfrm>
            <a:prstGeom prst="rect">
              <a:avLst/>
            </a:prstGeom>
            <a:solidFill>
              <a:srgbClr val="FDF9FA"/>
            </a:solidFill>
            <a:ln>
              <a:noFill/>
            </a:ln>
          </p:spPr>
        </p:sp>
        <p:sp>
          <p:nvSpPr>
            <p:cNvPr id="4068" name="Heatmap cell r7 c203"/>
            <p:cNvSpPr/>
            <p:nvPr/>
          </p:nvSpPr>
          <p:spPr>
            <a:xfrm>
              <a:off x="3683603" y="174237"/>
              <a:ext cx="19034" cy="28503"/>
            </a:xfrm>
            <a:prstGeom prst="rect">
              <a:avLst/>
            </a:prstGeom>
            <a:solidFill>
              <a:srgbClr val="C6D4E1"/>
            </a:solidFill>
            <a:ln>
              <a:noFill/>
            </a:ln>
          </p:spPr>
        </p:sp>
        <p:sp>
          <p:nvSpPr>
            <p:cNvPr id="4069" name="Heatmap cell r7 c204"/>
            <p:cNvSpPr/>
            <p:nvPr/>
          </p:nvSpPr>
          <p:spPr>
            <a:xfrm>
              <a:off x="3702542" y="174237"/>
              <a:ext cx="17140" cy="28503"/>
            </a:xfrm>
            <a:prstGeom prst="rect">
              <a:avLst/>
            </a:prstGeom>
            <a:solidFill>
              <a:srgbClr val="D7E1EB"/>
            </a:solidFill>
            <a:ln>
              <a:noFill/>
            </a:ln>
          </p:spPr>
        </p:sp>
        <p:sp>
          <p:nvSpPr>
            <p:cNvPr id="4070" name="Heatmap cell r7 c205"/>
            <p:cNvSpPr/>
            <p:nvPr/>
          </p:nvSpPr>
          <p:spPr>
            <a:xfrm>
              <a:off x="3719587" y="174237"/>
              <a:ext cx="19034" cy="28503"/>
            </a:xfrm>
            <a:prstGeom prst="rect">
              <a:avLst/>
            </a:prstGeom>
            <a:solidFill>
              <a:srgbClr val="FCF6F6"/>
            </a:solidFill>
            <a:ln>
              <a:noFill/>
            </a:ln>
          </p:spPr>
        </p:sp>
        <p:sp>
          <p:nvSpPr>
            <p:cNvPr id="4071" name="Heatmap cell r7 c206"/>
            <p:cNvSpPr/>
            <p:nvPr/>
          </p:nvSpPr>
          <p:spPr>
            <a:xfrm>
              <a:off x="3738526" y="174237"/>
              <a:ext cx="17140" cy="28503"/>
            </a:xfrm>
            <a:prstGeom prst="rect">
              <a:avLst/>
            </a:prstGeom>
            <a:solidFill>
              <a:srgbClr val="EBA9AE"/>
            </a:solidFill>
            <a:ln>
              <a:noFill/>
            </a:ln>
          </p:spPr>
        </p:sp>
        <p:sp>
          <p:nvSpPr>
            <p:cNvPr id="4072" name="Heatmap cell r7 c207"/>
            <p:cNvSpPr/>
            <p:nvPr/>
          </p:nvSpPr>
          <p:spPr>
            <a:xfrm>
              <a:off x="3755571" y="174237"/>
              <a:ext cx="19034" cy="28503"/>
            </a:xfrm>
            <a:prstGeom prst="rect">
              <a:avLst/>
            </a:prstGeom>
            <a:solidFill>
              <a:srgbClr val="F3C6CB"/>
            </a:solidFill>
            <a:ln>
              <a:noFill/>
            </a:ln>
          </p:spPr>
        </p:sp>
        <p:sp>
          <p:nvSpPr>
            <p:cNvPr id="4073" name="Heatmap cell r7 c208"/>
            <p:cNvSpPr/>
            <p:nvPr/>
          </p:nvSpPr>
          <p:spPr>
            <a:xfrm>
              <a:off x="3774510" y="174237"/>
              <a:ext cx="19034" cy="28503"/>
            </a:xfrm>
            <a:prstGeom prst="rect">
              <a:avLst/>
            </a:prstGeom>
            <a:solidFill>
              <a:srgbClr val="EDF1F7"/>
            </a:solidFill>
            <a:ln>
              <a:noFill/>
            </a:ln>
          </p:spPr>
        </p:sp>
        <p:sp>
          <p:nvSpPr>
            <p:cNvPr id="4074" name="Heatmap cell r7 c209"/>
            <p:cNvSpPr/>
            <p:nvPr/>
          </p:nvSpPr>
          <p:spPr>
            <a:xfrm>
              <a:off x="3793449" y="174237"/>
              <a:ext cx="17140" cy="28503"/>
            </a:xfrm>
            <a:prstGeom prst="rect">
              <a:avLst/>
            </a:prstGeom>
            <a:solidFill>
              <a:srgbClr val="E3EAF0"/>
            </a:solidFill>
            <a:ln>
              <a:noFill/>
            </a:ln>
          </p:spPr>
        </p:sp>
        <p:sp>
          <p:nvSpPr>
            <p:cNvPr id="4075" name="Heatmap cell r7 c210"/>
            <p:cNvSpPr/>
            <p:nvPr/>
          </p:nvSpPr>
          <p:spPr>
            <a:xfrm>
              <a:off x="3810494" y="174237"/>
              <a:ext cx="19034" cy="28503"/>
            </a:xfrm>
            <a:prstGeom prst="rect">
              <a:avLst/>
            </a:prstGeom>
            <a:solidFill>
              <a:srgbClr val="B3C5D6"/>
            </a:solidFill>
            <a:ln>
              <a:noFill/>
            </a:ln>
          </p:spPr>
        </p:sp>
        <p:sp>
          <p:nvSpPr>
            <p:cNvPr id="4076" name="Heatmap cell r7 c211"/>
            <p:cNvSpPr/>
            <p:nvPr/>
          </p:nvSpPr>
          <p:spPr>
            <a:xfrm>
              <a:off x="3829432" y="174237"/>
              <a:ext cx="17140" cy="28503"/>
            </a:xfrm>
            <a:prstGeom prst="rect">
              <a:avLst/>
            </a:prstGeom>
            <a:solidFill>
              <a:srgbClr val="DDE4EC"/>
            </a:solidFill>
            <a:ln>
              <a:noFill/>
            </a:ln>
          </p:spPr>
        </p:sp>
        <p:sp>
          <p:nvSpPr>
            <p:cNvPr id="4077" name="Heatmap cell r7 c212"/>
            <p:cNvSpPr/>
            <p:nvPr/>
          </p:nvSpPr>
          <p:spPr>
            <a:xfrm>
              <a:off x="3846477" y="174237"/>
              <a:ext cx="19034" cy="28503"/>
            </a:xfrm>
            <a:prstGeom prst="rect">
              <a:avLst/>
            </a:prstGeom>
            <a:solidFill>
              <a:srgbClr val="EDB0B6"/>
            </a:solidFill>
            <a:ln>
              <a:noFill/>
            </a:ln>
          </p:spPr>
        </p:sp>
        <p:sp>
          <p:nvSpPr>
            <p:cNvPr id="4078" name="Heatmap cell r7 c213"/>
            <p:cNvSpPr/>
            <p:nvPr/>
          </p:nvSpPr>
          <p:spPr>
            <a:xfrm>
              <a:off x="3865416" y="174237"/>
              <a:ext cx="17140" cy="28503"/>
            </a:xfrm>
            <a:prstGeom prst="rect">
              <a:avLst/>
            </a:prstGeom>
            <a:solidFill>
              <a:srgbClr val="F9E8E9"/>
            </a:solidFill>
            <a:ln>
              <a:noFill/>
            </a:ln>
          </p:spPr>
        </p:sp>
        <p:sp>
          <p:nvSpPr>
            <p:cNvPr id="4079" name="Heatmap cell r7 c214"/>
            <p:cNvSpPr/>
            <p:nvPr/>
          </p:nvSpPr>
          <p:spPr>
            <a:xfrm>
              <a:off x="3882461" y="174237"/>
              <a:ext cx="19034" cy="28503"/>
            </a:xfrm>
            <a:prstGeom prst="rect">
              <a:avLst/>
            </a:prstGeom>
            <a:solidFill>
              <a:srgbClr val="EBA1A8"/>
            </a:solidFill>
            <a:ln>
              <a:noFill/>
            </a:ln>
          </p:spPr>
        </p:sp>
        <p:sp>
          <p:nvSpPr>
            <p:cNvPr id="4080" name="Heatmap cell r7 c215"/>
            <p:cNvSpPr/>
            <p:nvPr/>
          </p:nvSpPr>
          <p:spPr>
            <a:xfrm>
              <a:off x="3901400" y="174237"/>
              <a:ext cx="17140" cy="28503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</p:sp>
        <p:sp>
          <p:nvSpPr>
            <p:cNvPr id="4081" name="Heatmap cell r7 c216"/>
            <p:cNvSpPr/>
            <p:nvPr/>
          </p:nvSpPr>
          <p:spPr>
            <a:xfrm>
              <a:off x="3918445" y="174237"/>
              <a:ext cx="19034" cy="28503"/>
            </a:xfrm>
            <a:prstGeom prst="rect">
              <a:avLst/>
            </a:prstGeom>
            <a:solidFill>
              <a:srgbClr val="96AFC7"/>
            </a:solidFill>
            <a:ln>
              <a:noFill/>
            </a:ln>
          </p:spPr>
        </p:sp>
        <p:sp>
          <p:nvSpPr>
            <p:cNvPr id="4082" name="Heatmap cell r7 c217"/>
            <p:cNvSpPr/>
            <p:nvPr/>
          </p:nvSpPr>
          <p:spPr>
            <a:xfrm>
              <a:off x="3937384" y="174237"/>
              <a:ext cx="17140" cy="28503"/>
            </a:xfrm>
            <a:prstGeom prst="rect">
              <a:avLst/>
            </a:prstGeom>
            <a:solidFill>
              <a:srgbClr val="F7E2E4"/>
            </a:solidFill>
            <a:ln>
              <a:noFill/>
            </a:ln>
          </p:spPr>
        </p:sp>
        <p:sp>
          <p:nvSpPr>
            <p:cNvPr id="4083" name="Heatmap cell r7 c218"/>
            <p:cNvSpPr/>
            <p:nvPr/>
          </p:nvSpPr>
          <p:spPr>
            <a:xfrm>
              <a:off x="3954429" y="174237"/>
              <a:ext cx="19034" cy="28503"/>
            </a:xfrm>
            <a:prstGeom prst="rect">
              <a:avLst/>
            </a:prstGeom>
            <a:solidFill>
              <a:srgbClr val="D6E0EA"/>
            </a:solidFill>
            <a:ln>
              <a:noFill/>
            </a:ln>
          </p:spPr>
        </p:sp>
        <p:sp>
          <p:nvSpPr>
            <p:cNvPr id="4084" name="Heatmap cell r7 c219"/>
            <p:cNvSpPr/>
            <p:nvPr/>
          </p:nvSpPr>
          <p:spPr>
            <a:xfrm>
              <a:off x="3973368" y="174237"/>
              <a:ext cx="17140" cy="28503"/>
            </a:xfrm>
            <a:prstGeom prst="rect">
              <a:avLst/>
            </a:prstGeom>
            <a:solidFill>
              <a:srgbClr val="F0BCC3"/>
            </a:solidFill>
            <a:ln>
              <a:noFill/>
            </a:ln>
          </p:spPr>
        </p:sp>
        <p:sp>
          <p:nvSpPr>
            <p:cNvPr id="4085" name="Heatmap cell r7 c221"/>
            <p:cNvSpPr/>
            <p:nvPr/>
          </p:nvSpPr>
          <p:spPr>
            <a:xfrm>
              <a:off x="4009351" y="174237"/>
              <a:ext cx="19034" cy="28503"/>
            </a:xfrm>
            <a:prstGeom prst="rect">
              <a:avLst/>
            </a:prstGeom>
            <a:solidFill>
              <a:srgbClr val="D5DFE9"/>
            </a:solidFill>
            <a:ln>
              <a:noFill/>
            </a:ln>
          </p:spPr>
        </p:sp>
        <p:sp>
          <p:nvSpPr>
            <p:cNvPr id="4086" name="Heatmap cell r7 c222"/>
            <p:cNvSpPr/>
            <p:nvPr/>
          </p:nvSpPr>
          <p:spPr>
            <a:xfrm>
              <a:off x="4028290" y="174237"/>
              <a:ext cx="17140" cy="28503"/>
            </a:xfrm>
            <a:prstGeom prst="rect">
              <a:avLst/>
            </a:prstGeom>
            <a:solidFill>
              <a:srgbClr val="B9C9DB"/>
            </a:solidFill>
            <a:ln>
              <a:noFill/>
            </a:ln>
          </p:spPr>
        </p:sp>
        <p:sp>
          <p:nvSpPr>
            <p:cNvPr id="4087" name="Heatmap cell r7 c223"/>
            <p:cNvSpPr/>
            <p:nvPr/>
          </p:nvSpPr>
          <p:spPr>
            <a:xfrm>
              <a:off x="4045335" y="174237"/>
              <a:ext cx="19034" cy="28503"/>
            </a:xfrm>
            <a:prstGeom prst="rect">
              <a:avLst/>
            </a:prstGeom>
            <a:solidFill>
              <a:srgbClr val="9FB7CD"/>
            </a:solidFill>
            <a:ln>
              <a:noFill/>
            </a:ln>
          </p:spPr>
        </p:sp>
        <p:sp>
          <p:nvSpPr>
            <p:cNvPr id="4088" name="Heatmap cell r8 c1"/>
            <p:cNvSpPr/>
            <p:nvPr/>
          </p:nvSpPr>
          <p:spPr>
            <a:xfrm>
              <a:off x="13257" y="202646"/>
              <a:ext cx="45548" cy="26609"/>
            </a:xfrm>
            <a:prstGeom prst="rect">
              <a:avLst/>
            </a:prstGeom>
            <a:solidFill>
              <a:srgbClr val="155B9C"/>
            </a:solidFill>
            <a:ln>
              <a:noFill/>
            </a:ln>
          </p:spPr>
        </p:sp>
        <p:sp>
          <p:nvSpPr>
            <p:cNvPr id="4089" name="Heatmap cell r8 c3"/>
            <p:cNvSpPr/>
            <p:nvPr/>
          </p:nvSpPr>
          <p:spPr>
            <a:xfrm>
              <a:off x="71968" y="202646"/>
              <a:ext cx="17140" cy="26609"/>
            </a:xfrm>
            <a:prstGeom prst="rect">
              <a:avLst/>
            </a:prstGeom>
            <a:solidFill>
              <a:srgbClr val="F8E4E7"/>
            </a:solidFill>
            <a:ln>
              <a:noFill/>
            </a:ln>
          </p:spPr>
        </p:sp>
        <p:sp>
          <p:nvSpPr>
            <p:cNvPr id="4090" name="Heatmap cell r8 c4"/>
            <p:cNvSpPr/>
            <p:nvPr/>
          </p:nvSpPr>
          <p:spPr>
            <a:xfrm>
              <a:off x="89013" y="202646"/>
              <a:ext cx="19034" cy="26609"/>
            </a:xfrm>
            <a:prstGeom prst="rect">
              <a:avLst/>
            </a:prstGeom>
            <a:solidFill>
              <a:srgbClr val="D7E1EB"/>
            </a:solidFill>
            <a:ln>
              <a:noFill/>
            </a:ln>
          </p:spPr>
        </p:sp>
        <p:sp>
          <p:nvSpPr>
            <p:cNvPr id="4091" name="Heatmap cell r8 c5"/>
            <p:cNvSpPr/>
            <p:nvPr/>
          </p:nvSpPr>
          <p:spPr>
            <a:xfrm>
              <a:off x="107951" y="202646"/>
              <a:ext cx="17140" cy="26609"/>
            </a:xfrm>
            <a:prstGeom prst="rect">
              <a:avLst/>
            </a:prstGeom>
            <a:solidFill>
              <a:srgbClr val="FAEBED"/>
            </a:solidFill>
            <a:ln>
              <a:noFill/>
            </a:ln>
          </p:spPr>
        </p:sp>
        <p:sp>
          <p:nvSpPr>
            <p:cNvPr id="4092" name="Heatmap cell r8 c6"/>
            <p:cNvSpPr/>
            <p:nvPr/>
          </p:nvSpPr>
          <p:spPr>
            <a:xfrm>
              <a:off x="124996" y="202646"/>
              <a:ext cx="19034" cy="26609"/>
            </a:xfrm>
            <a:prstGeom prst="rect">
              <a:avLst/>
            </a:prstGeom>
            <a:solidFill>
              <a:srgbClr val="DC5764"/>
            </a:solidFill>
            <a:ln>
              <a:noFill/>
            </a:ln>
          </p:spPr>
        </p:sp>
        <p:sp>
          <p:nvSpPr>
            <p:cNvPr id="4093" name="Heatmap cell r8 c7"/>
            <p:cNvSpPr/>
            <p:nvPr/>
          </p:nvSpPr>
          <p:spPr>
            <a:xfrm>
              <a:off x="143935" y="202646"/>
              <a:ext cx="17140" cy="26609"/>
            </a:xfrm>
            <a:prstGeom prst="rect">
              <a:avLst/>
            </a:prstGeom>
            <a:solidFill>
              <a:srgbClr val="ECAAAF"/>
            </a:solidFill>
            <a:ln>
              <a:noFill/>
            </a:ln>
          </p:spPr>
        </p:sp>
        <p:sp>
          <p:nvSpPr>
            <p:cNvPr id="4094" name="Heatmap cell r8 c8"/>
            <p:cNvSpPr/>
            <p:nvPr/>
          </p:nvSpPr>
          <p:spPr>
            <a:xfrm>
              <a:off x="160980" y="202646"/>
              <a:ext cx="19034" cy="26609"/>
            </a:xfrm>
            <a:prstGeom prst="rect">
              <a:avLst/>
            </a:prstGeom>
            <a:solidFill>
              <a:srgbClr val="F0BAC0"/>
            </a:solidFill>
            <a:ln>
              <a:noFill/>
            </a:ln>
          </p:spPr>
        </p:sp>
        <p:sp>
          <p:nvSpPr>
            <p:cNvPr id="4095" name="Heatmap cell r8 c9"/>
            <p:cNvSpPr/>
            <p:nvPr/>
          </p:nvSpPr>
          <p:spPr>
            <a:xfrm>
              <a:off x="179919" y="202646"/>
              <a:ext cx="19034" cy="26609"/>
            </a:xfrm>
            <a:prstGeom prst="rect">
              <a:avLst/>
            </a:prstGeom>
            <a:solidFill>
              <a:srgbClr val="F3C6CB"/>
            </a:solidFill>
            <a:ln>
              <a:noFill/>
            </a:ln>
          </p:spPr>
        </p:sp>
        <p:sp>
          <p:nvSpPr>
            <p:cNvPr id="4096" name="Heatmap cell r8 c10"/>
            <p:cNvSpPr/>
            <p:nvPr/>
          </p:nvSpPr>
          <p:spPr>
            <a:xfrm>
              <a:off x="198858" y="202646"/>
              <a:ext cx="17140" cy="26609"/>
            </a:xfrm>
            <a:prstGeom prst="rect">
              <a:avLst/>
            </a:prstGeom>
            <a:solidFill>
              <a:srgbClr val="DE5F6A"/>
            </a:solidFill>
            <a:ln>
              <a:noFill/>
            </a:ln>
          </p:spPr>
        </p:sp>
        <p:sp>
          <p:nvSpPr>
            <p:cNvPr id="4097" name="Heatmap cell r8 c11"/>
            <p:cNvSpPr/>
            <p:nvPr/>
          </p:nvSpPr>
          <p:spPr>
            <a:xfrm>
              <a:off x="215903" y="202646"/>
              <a:ext cx="19034" cy="26609"/>
            </a:xfrm>
            <a:prstGeom prst="rect">
              <a:avLst/>
            </a:prstGeom>
            <a:solidFill>
              <a:srgbClr val="EBA9AE"/>
            </a:solidFill>
            <a:ln>
              <a:noFill/>
            </a:ln>
          </p:spPr>
        </p:sp>
        <p:sp>
          <p:nvSpPr>
            <p:cNvPr id="4098" name="Heatmap cell r8 c12"/>
            <p:cNvSpPr/>
            <p:nvPr/>
          </p:nvSpPr>
          <p:spPr>
            <a:xfrm>
              <a:off x="234842" y="202646"/>
              <a:ext cx="17140" cy="26609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4099" name="Heatmap cell r8 c13"/>
            <p:cNvSpPr/>
            <p:nvPr/>
          </p:nvSpPr>
          <p:spPr>
            <a:xfrm>
              <a:off x="251887" y="202646"/>
              <a:ext cx="19034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4100" name="Heatmap cell r8 c14"/>
            <p:cNvSpPr/>
            <p:nvPr/>
          </p:nvSpPr>
          <p:spPr>
            <a:xfrm>
              <a:off x="270825" y="202646"/>
              <a:ext cx="17140" cy="26609"/>
            </a:xfrm>
            <a:prstGeom prst="rect">
              <a:avLst/>
            </a:prstGeom>
            <a:solidFill>
              <a:srgbClr val="FAEEEF"/>
            </a:solidFill>
            <a:ln>
              <a:noFill/>
            </a:ln>
          </p:spPr>
        </p:sp>
        <p:sp>
          <p:nvSpPr>
            <p:cNvPr id="4101" name="Heatmap cell r8 c15"/>
            <p:cNvSpPr/>
            <p:nvPr/>
          </p:nvSpPr>
          <p:spPr>
            <a:xfrm>
              <a:off x="287870" y="202646"/>
              <a:ext cx="19034" cy="26609"/>
            </a:xfrm>
            <a:prstGeom prst="rect">
              <a:avLst/>
            </a:prstGeom>
            <a:solidFill>
              <a:srgbClr val="DF6974"/>
            </a:solidFill>
            <a:ln>
              <a:noFill/>
            </a:ln>
          </p:spPr>
        </p:sp>
        <p:sp>
          <p:nvSpPr>
            <p:cNvPr id="4102" name="Heatmap cell r8 c16"/>
            <p:cNvSpPr/>
            <p:nvPr/>
          </p:nvSpPr>
          <p:spPr>
            <a:xfrm>
              <a:off x="306809" y="202646"/>
              <a:ext cx="17140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4103" name="Heatmap cell r8 c17"/>
            <p:cNvSpPr/>
            <p:nvPr/>
          </p:nvSpPr>
          <p:spPr>
            <a:xfrm>
              <a:off x="323854" y="202646"/>
              <a:ext cx="19034" cy="26609"/>
            </a:xfrm>
            <a:prstGeom prst="rect">
              <a:avLst/>
            </a:prstGeom>
            <a:solidFill>
              <a:srgbClr val="DA4D5A"/>
            </a:solidFill>
            <a:ln>
              <a:noFill/>
            </a:ln>
          </p:spPr>
        </p:sp>
        <p:sp>
          <p:nvSpPr>
            <p:cNvPr id="4104" name="Heatmap cell r8 c18"/>
            <p:cNvSpPr/>
            <p:nvPr/>
          </p:nvSpPr>
          <p:spPr>
            <a:xfrm>
              <a:off x="342793" y="202646"/>
              <a:ext cx="17140" cy="26609"/>
            </a:xfrm>
            <a:prstGeom prst="rect">
              <a:avLst/>
            </a:prstGeom>
            <a:solidFill>
              <a:srgbClr val="DF6974"/>
            </a:solidFill>
            <a:ln>
              <a:noFill/>
            </a:ln>
          </p:spPr>
        </p:sp>
        <p:sp>
          <p:nvSpPr>
            <p:cNvPr id="4105" name="Heatmap cell r8 c19"/>
            <p:cNvSpPr/>
            <p:nvPr/>
          </p:nvSpPr>
          <p:spPr>
            <a:xfrm>
              <a:off x="359838" y="202646"/>
              <a:ext cx="19034" cy="26609"/>
            </a:xfrm>
            <a:prstGeom prst="rect">
              <a:avLst/>
            </a:prstGeom>
            <a:solidFill>
              <a:srgbClr val="F8E4E7"/>
            </a:solidFill>
            <a:ln>
              <a:noFill/>
            </a:ln>
          </p:spPr>
        </p:sp>
        <p:sp>
          <p:nvSpPr>
            <p:cNvPr id="4106" name="Heatmap cell r8 c20"/>
            <p:cNvSpPr/>
            <p:nvPr/>
          </p:nvSpPr>
          <p:spPr>
            <a:xfrm>
              <a:off x="378777" y="202646"/>
              <a:ext cx="17140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4107" name="Heatmap cell r8 c21"/>
            <p:cNvSpPr/>
            <p:nvPr/>
          </p:nvSpPr>
          <p:spPr>
            <a:xfrm>
              <a:off x="395822" y="202646"/>
              <a:ext cx="19034" cy="26609"/>
            </a:xfrm>
            <a:prstGeom prst="rect">
              <a:avLst/>
            </a:prstGeom>
            <a:solidFill>
              <a:srgbClr val="EA9CA2"/>
            </a:solidFill>
            <a:ln>
              <a:noFill/>
            </a:ln>
          </p:spPr>
        </p:sp>
        <p:sp>
          <p:nvSpPr>
            <p:cNvPr id="4108" name="Heatmap cell r8 c22"/>
            <p:cNvSpPr/>
            <p:nvPr/>
          </p:nvSpPr>
          <p:spPr>
            <a:xfrm>
              <a:off x="414760" y="202646"/>
              <a:ext cx="19034" cy="26609"/>
            </a:xfrm>
            <a:prstGeom prst="rect">
              <a:avLst/>
            </a:prstGeom>
            <a:solidFill>
              <a:srgbClr val="F6F8F9"/>
            </a:solidFill>
            <a:ln>
              <a:noFill/>
            </a:ln>
          </p:spPr>
        </p:sp>
        <p:sp>
          <p:nvSpPr>
            <p:cNvPr id="4109" name="Heatmap cell r8 c23"/>
            <p:cNvSpPr/>
            <p:nvPr/>
          </p:nvSpPr>
          <p:spPr>
            <a:xfrm>
              <a:off x="433699" y="202646"/>
              <a:ext cx="17140" cy="26609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4110" name="Heatmap cell r8 c24"/>
            <p:cNvSpPr/>
            <p:nvPr/>
          </p:nvSpPr>
          <p:spPr>
            <a:xfrm>
              <a:off x="450744" y="202646"/>
              <a:ext cx="19034" cy="26609"/>
            </a:xfrm>
            <a:prstGeom prst="rect">
              <a:avLst/>
            </a:prstGeom>
            <a:solidFill>
              <a:srgbClr val="F1C4C7"/>
            </a:solidFill>
            <a:ln>
              <a:noFill/>
            </a:ln>
          </p:spPr>
        </p:sp>
        <p:sp>
          <p:nvSpPr>
            <p:cNvPr id="4111" name="Heatmap cell r8 c25"/>
            <p:cNvSpPr/>
            <p:nvPr/>
          </p:nvSpPr>
          <p:spPr>
            <a:xfrm>
              <a:off x="469683" y="202646"/>
              <a:ext cx="17140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4112" name="Heatmap cell r8 c26"/>
            <p:cNvSpPr/>
            <p:nvPr/>
          </p:nvSpPr>
          <p:spPr>
            <a:xfrm>
              <a:off x="486728" y="202646"/>
              <a:ext cx="19034" cy="26609"/>
            </a:xfrm>
            <a:prstGeom prst="rect">
              <a:avLst/>
            </a:prstGeom>
            <a:solidFill>
              <a:srgbClr val="EDADB4"/>
            </a:solidFill>
            <a:ln>
              <a:noFill/>
            </a:ln>
          </p:spPr>
        </p:sp>
        <p:sp>
          <p:nvSpPr>
            <p:cNvPr id="4113" name="Heatmap cell r8 c27"/>
            <p:cNvSpPr/>
            <p:nvPr/>
          </p:nvSpPr>
          <p:spPr>
            <a:xfrm>
              <a:off x="505667" y="202646"/>
              <a:ext cx="17140" cy="26609"/>
            </a:xfrm>
            <a:prstGeom prst="rect">
              <a:avLst/>
            </a:prstGeom>
            <a:solidFill>
              <a:srgbClr val="F2C8CD"/>
            </a:solidFill>
            <a:ln>
              <a:noFill/>
            </a:ln>
          </p:spPr>
        </p:sp>
        <p:sp>
          <p:nvSpPr>
            <p:cNvPr id="4114" name="Heatmap cell r8 c28"/>
            <p:cNvSpPr/>
            <p:nvPr/>
          </p:nvSpPr>
          <p:spPr>
            <a:xfrm>
              <a:off x="522712" y="202646"/>
              <a:ext cx="19034" cy="26609"/>
            </a:xfrm>
            <a:prstGeom prst="rect">
              <a:avLst/>
            </a:prstGeom>
            <a:solidFill>
              <a:srgbClr val="FBF0F1"/>
            </a:solidFill>
            <a:ln>
              <a:noFill/>
            </a:ln>
          </p:spPr>
        </p:sp>
        <p:sp>
          <p:nvSpPr>
            <p:cNvPr id="4115" name="Heatmap cell r8 c29"/>
            <p:cNvSpPr/>
            <p:nvPr/>
          </p:nvSpPr>
          <p:spPr>
            <a:xfrm>
              <a:off x="541651" y="202646"/>
              <a:ext cx="17140" cy="26609"/>
            </a:xfrm>
            <a:prstGeom prst="rect">
              <a:avLst/>
            </a:prstGeom>
            <a:solidFill>
              <a:srgbClr val="EDACB3"/>
            </a:solidFill>
            <a:ln>
              <a:noFill/>
            </a:ln>
          </p:spPr>
        </p:sp>
        <p:sp>
          <p:nvSpPr>
            <p:cNvPr id="4116" name="Heatmap cell r8 c30"/>
            <p:cNvSpPr/>
            <p:nvPr/>
          </p:nvSpPr>
          <p:spPr>
            <a:xfrm>
              <a:off x="558696" y="202646"/>
              <a:ext cx="19034" cy="26609"/>
            </a:xfrm>
            <a:prstGeom prst="rect">
              <a:avLst/>
            </a:prstGeom>
            <a:solidFill>
              <a:srgbClr val="DB525F"/>
            </a:solidFill>
            <a:ln>
              <a:noFill/>
            </a:ln>
          </p:spPr>
        </p:sp>
        <p:sp>
          <p:nvSpPr>
            <p:cNvPr id="4117" name="Heatmap cell r8 c31"/>
            <p:cNvSpPr/>
            <p:nvPr/>
          </p:nvSpPr>
          <p:spPr>
            <a:xfrm>
              <a:off x="577634" y="202646"/>
              <a:ext cx="17140" cy="26609"/>
            </a:xfrm>
            <a:prstGeom prst="rect">
              <a:avLst/>
            </a:prstGeom>
            <a:solidFill>
              <a:srgbClr val="F0BDC2"/>
            </a:solidFill>
            <a:ln>
              <a:noFill/>
            </a:ln>
          </p:spPr>
        </p:sp>
        <p:sp>
          <p:nvSpPr>
            <p:cNvPr id="4118" name="Heatmap cell r8 c32"/>
            <p:cNvSpPr/>
            <p:nvPr/>
          </p:nvSpPr>
          <p:spPr>
            <a:xfrm>
              <a:off x="594679" y="202646"/>
              <a:ext cx="19034" cy="26609"/>
            </a:xfrm>
            <a:prstGeom prst="rect">
              <a:avLst/>
            </a:prstGeom>
            <a:solidFill>
              <a:srgbClr val="EAEEF4"/>
            </a:solidFill>
            <a:ln>
              <a:noFill/>
            </a:ln>
          </p:spPr>
        </p:sp>
        <p:sp>
          <p:nvSpPr>
            <p:cNvPr id="4119" name="Heatmap cell r8 c33"/>
            <p:cNvSpPr/>
            <p:nvPr/>
          </p:nvSpPr>
          <p:spPr>
            <a:xfrm>
              <a:off x="613618" y="202646"/>
              <a:ext cx="17140" cy="26609"/>
            </a:xfrm>
            <a:prstGeom prst="rect">
              <a:avLst/>
            </a:prstGeom>
            <a:solidFill>
              <a:srgbClr val="F7D3D6"/>
            </a:solidFill>
            <a:ln>
              <a:noFill/>
            </a:ln>
          </p:spPr>
        </p:sp>
        <p:sp>
          <p:nvSpPr>
            <p:cNvPr id="4120" name="Heatmap cell r8 c34"/>
            <p:cNvSpPr/>
            <p:nvPr/>
          </p:nvSpPr>
          <p:spPr>
            <a:xfrm>
              <a:off x="630663" y="202646"/>
              <a:ext cx="19034" cy="26609"/>
            </a:xfrm>
            <a:prstGeom prst="rect">
              <a:avLst/>
            </a:prstGeom>
            <a:solidFill>
              <a:srgbClr val="DD5B67"/>
            </a:solidFill>
            <a:ln>
              <a:noFill/>
            </a:ln>
          </p:spPr>
        </p:sp>
        <p:sp>
          <p:nvSpPr>
            <p:cNvPr id="4121" name="Heatmap cell r8 c35"/>
            <p:cNvSpPr/>
            <p:nvPr/>
          </p:nvSpPr>
          <p:spPr>
            <a:xfrm>
              <a:off x="649602" y="202646"/>
              <a:ext cx="19034" cy="26609"/>
            </a:xfrm>
            <a:prstGeom prst="rect">
              <a:avLst/>
            </a:prstGeom>
            <a:solidFill>
              <a:srgbClr val="EB9FA7"/>
            </a:solidFill>
            <a:ln>
              <a:noFill/>
            </a:ln>
          </p:spPr>
        </p:sp>
        <p:sp>
          <p:nvSpPr>
            <p:cNvPr id="4122" name="Heatmap cell r8 c36"/>
            <p:cNvSpPr/>
            <p:nvPr/>
          </p:nvSpPr>
          <p:spPr>
            <a:xfrm>
              <a:off x="668541" y="202646"/>
              <a:ext cx="17140" cy="26609"/>
            </a:xfrm>
            <a:prstGeom prst="rect">
              <a:avLst/>
            </a:prstGeom>
            <a:solidFill>
              <a:srgbClr val="E27882"/>
            </a:solidFill>
            <a:ln>
              <a:noFill/>
            </a:ln>
          </p:spPr>
        </p:sp>
        <p:sp>
          <p:nvSpPr>
            <p:cNvPr id="4123" name="Heatmap cell r8 c37"/>
            <p:cNvSpPr/>
            <p:nvPr/>
          </p:nvSpPr>
          <p:spPr>
            <a:xfrm>
              <a:off x="685586" y="202646"/>
              <a:ext cx="19034" cy="26609"/>
            </a:xfrm>
            <a:prstGeom prst="rect">
              <a:avLst/>
            </a:prstGeom>
            <a:solidFill>
              <a:srgbClr val="EDB0B6"/>
            </a:solidFill>
            <a:ln>
              <a:noFill/>
            </a:ln>
          </p:spPr>
        </p:sp>
        <p:sp>
          <p:nvSpPr>
            <p:cNvPr id="4124" name="Heatmap cell r8 c38"/>
            <p:cNvSpPr/>
            <p:nvPr/>
          </p:nvSpPr>
          <p:spPr>
            <a:xfrm>
              <a:off x="704525" y="202646"/>
              <a:ext cx="17140" cy="26609"/>
            </a:xfrm>
            <a:prstGeom prst="rect">
              <a:avLst/>
            </a:prstGeom>
            <a:solidFill>
              <a:srgbClr val="F8DDDF"/>
            </a:solidFill>
            <a:ln>
              <a:noFill/>
            </a:ln>
          </p:spPr>
        </p:sp>
        <p:sp>
          <p:nvSpPr>
            <p:cNvPr id="4125" name="Heatmap cell r8 c39"/>
            <p:cNvSpPr/>
            <p:nvPr/>
          </p:nvSpPr>
          <p:spPr>
            <a:xfrm>
              <a:off x="721570" y="202646"/>
              <a:ext cx="19034" cy="26609"/>
            </a:xfrm>
            <a:prstGeom prst="rect">
              <a:avLst/>
            </a:prstGeom>
            <a:solidFill>
              <a:srgbClr val="F1BEC3"/>
            </a:solidFill>
            <a:ln>
              <a:noFill/>
            </a:ln>
          </p:spPr>
        </p:sp>
        <p:sp>
          <p:nvSpPr>
            <p:cNvPr id="4126" name="Heatmap cell r8 c40"/>
            <p:cNvSpPr/>
            <p:nvPr/>
          </p:nvSpPr>
          <p:spPr>
            <a:xfrm>
              <a:off x="740508" y="202646"/>
              <a:ext cx="17140" cy="26609"/>
            </a:xfrm>
            <a:prstGeom prst="rect">
              <a:avLst/>
            </a:prstGeom>
            <a:solidFill>
              <a:srgbClr val="F6D4D7"/>
            </a:solidFill>
            <a:ln>
              <a:noFill/>
            </a:ln>
          </p:spPr>
        </p:sp>
        <p:sp>
          <p:nvSpPr>
            <p:cNvPr id="4127" name="Heatmap cell r8 c41"/>
            <p:cNvSpPr/>
            <p:nvPr/>
          </p:nvSpPr>
          <p:spPr>
            <a:xfrm>
              <a:off x="757553" y="202646"/>
              <a:ext cx="19034" cy="26609"/>
            </a:xfrm>
            <a:prstGeom prst="rect">
              <a:avLst/>
            </a:prstGeom>
            <a:solidFill>
              <a:srgbClr val="F5CFD2"/>
            </a:solidFill>
            <a:ln>
              <a:noFill/>
            </a:ln>
          </p:spPr>
        </p:sp>
        <p:sp>
          <p:nvSpPr>
            <p:cNvPr id="4128" name="Heatmap cell r8 c42"/>
            <p:cNvSpPr/>
            <p:nvPr/>
          </p:nvSpPr>
          <p:spPr>
            <a:xfrm>
              <a:off x="776492" y="202646"/>
              <a:ext cx="17140" cy="26609"/>
            </a:xfrm>
            <a:prstGeom prst="rect">
              <a:avLst/>
            </a:prstGeom>
            <a:solidFill>
              <a:srgbClr val="F9E7E8"/>
            </a:solidFill>
            <a:ln>
              <a:noFill/>
            </a:ln>
          </p:spPr>
        </p:sp>
        <p:sp>
          <p:nvSpPr>
            <p:cNvPr id="4129" name="Heatmap cell r8 c43"/>
            <p:cNvSpPr/>
            <p:nvPr/>
          </p:nvSpPr>
          <p:spPr>
            <a:xfrm>
              <a:off x="793537" y="202646"/>
              <a:ext cx="19034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4130" name="Heatmap cell r8 c44"/>
            <p:cNvSpPr/>
            <p:nvPr/>
          </p:nvSpPr>
          <p:spPr>
            <a:xfrm>
              <a:off x="812476" y="202646"/>
              <a:ext cx="17140" cy="26609"/>
            </a:xfrm>
            <a:prstGeom prst="rect">
              <a:avLst/>
            </a:prstGeom>
            <a:solidFill>
              <a:srgbClr val="FBF0F1"/>
            </a:solidFill>
            <a:ln>
              <a:noFill/>
            </a:ln>
          </p:spPr>
        </p:sp>
        <p:sp>
          <p:nvSpPr>
            <p:cNvPr id="4131" name="Heatmap cell r8 c45"/>
            <p:cNvSpPr/>
            <p:nvPr/>
          </p:nvSpPr>
          <p:spPr>
            <a:xfrm>
              <a:off x="829521" y="202646"/>
              <a:ext cx="19034" cy="26609"/>
            </a:xfrm>
            <a:prstGeom prst="rect">
              <a:avLst/>
            </a:prstGeom>
            <a:solidFill>
              <a:srgbClr val="B5C5D7"/>
            </a:solidFill>
            <a:ln>
              <a:noFill/>
            </a:ln>
          </p:spPr>
        </p:sp>
        <p:sp>
          <p:nvSpPr>
            <p:cNvPr id="4132" name="Heatmap cell r8 c46"/>
            <p:cNvSpPr/>
            <p:nvPr/>
          </p:nvSpPr>
          <p:spPr>
            <a:xfrm>
              <a:off x="848460" y="202646"/>
              <a:ext cx="17140" cy="26609"/>
            </a:xfrm>
            <a:prstGeom prst="rect">
              <a:avLst/>
            </a:prstGeom>
            <a:solidFill>
              <a:srgbClr val="F3C5C8"/>
            </a:solidFill>
            <a:ln>
              <a:noFill/>
            </a:ln>
          </p:spPr>
        </p:sp>
        <p:sp>
          <p:nvSpPr>
            <p:cNvPr id="4133" name="Heatmap cell r8 c47"/>
            <p:cNvSpPr/>
            <p:nvPr/>
          </p:nvSpPr>
          <p:spPr>
            <a:xfrm>
              <a:off x="865505" y="202646"/>
              <a:ext cx="19034" cy="26609"/>
            </a:xfrm>
            <a:prstGeom prst="rect">
              <a:avLst/>
            </a:prstGeom>
            <a:solidFill>
              <a:srgbClr val="FDF9FA"/>
            </a:solidFill>
            <a:ln>
              <a:noFill/>
            </a:ln>
          </p:spPr>
        </p:sp>
        <p:sp>
          <p:nvSpPr>
            <p:cNvPr id="4134" name="Heatmap cell r8 c48"/>
            <p:cNvSpPr/>
            <p:nvPr/>
          </p:nvSpPr>
          <p:spPr>
            <a:xfrm>
              <a:off x="884444" y="202646"/>
              <a:ext cx="19034" cy="26609"/>
            </a:xfrm>
            <a:prstGeom prst="rect">
              <a:avLst/>
            </a:prstGeom>
            <a:solidFill>
              <a:srgbClr val="E06F7A"/>
            </a:solidFill>
            <a:ln>
              <a:noFill/>
            </a:ln>
          </p:spPr>
        </p:sp>
        <p:sp>
          <p:nvSpPr>
            <p:cNvPr id="4135" name="Heatmap cell r8 c49"/>
            <p:cNvSpPr/>
            <p:nvPr/>
          </p:nvSpPr>
          <p:spPr>
            <a:xfrm>
              <a:off x="903382" y="202646"/>
              <a:ext cx="17140" cy="26609"/>
            </a:xfrm>
            <a:prstGeom prst="rect">
              <a:avLst/>
            </a:prstGeom>
            <a:solidFill>
              <a:srgbClr val="B8C8DA"/>
            </a:solidFill>
            <a:ln>
              <a:noFill/>
            </a:ln>
          </p:spPr>
        </p:sp>
        <p:sp>
          <p:nvSpPr>
            <p:cNvPr id="4136" name="Heatmap cell r8 c50"/>
            <p:cNvSpPr/>
            <p:nvPr/>
          </p:nvSpPr>
          <p:spPr>
            <a:xfrm>
              <a:off x="920427" y="202646"/>
              <a:ext cx="19034" cy="26609"/>
            </a:xfrm>
            <a:prstGeom prst="rect">
              <a:avLst/>
            </a:prstGeom>
            <a:solidFill>
              <a:srgbClr val="FCF6F6"/>
            </a:solidFill>
            <a:ln>
              <a:noFill/>
            </a:ln>
          </p:spPr>
        </p:sp>
        <p:sp>
          <p:nvSpPr>
            <p:cNvPr id="4137" name="Heatmap cell r8 c51"/>
            <p:cNvSpPr/>
            <p:nvPr/>
          </p:nvSpPr>
          <p:spPr>
            <a:xfrm>
              <a:off x="939366" y="202646"/>
              <a:ext cx="17140" cy="26609"/>
            </a:xfrm>
            <a:prstGeom prst="rect">
              <a:avLst/>
            </a:prstGeom>
            <a:solidFill>
              <a:srgbClr val="F8E9EA"/>
            </a:solidFill>
            <a:ln>
              <a:noFill/>
            </a:ln>
          </p:spPr>
        </p:sp>
        <p:sp>
          <p:nvSpPr>
            <p:cNvPr id="4138" name="Heatmap cell r8 c52"/>
            <p:cNvSpPr/>
            <p:nvPr/>
          </p:nvSpPr>
          <p:spPr>
            <a:xfrm>
              <a:off x="956411" y="202646"/>
              <a:ext cx="19034" cy="26609"/>
            </a:xfrm>
            <a:prstGeom prst="rect">
              <a:avLst/>
            </a:prstGeom>
            <a:solidFill>
              <a:srgbClr val="E78D93"/>
            </a:solidFill>
            <a:ln>
              <a:noFill/>
            </a:ln>
          </p:spPr>
        </p:sp>
        <p:sp>
          <p:nvSpPr>
            <p:cNvPr id="4139" name="Heatmap cell r8 c53"/>
            <p:cNvSpPr/>
            <p:nvPr/>
          </p:nvSpPr>
          <p:spPr>
            <a:xfrm>
              <a:off x="975350" y="202646"/>
              <a:ext cx="17140" cy="26609"/>
            </a:xfrm>
            <a:prstGeom prst="rect">
              <a:avLst/>
            </a:prstGeom>
            <a:solidFill>
              <a:srgbClr val="F3C7CC"/>
            </a:solidFill>
            <a:ln>
              <a:noFill/>
            </a:ln>
          </p:spPr>
        </p:sp>
        <p:sp>
          <p:nvSpPr>
            <p:cNvPr id="4140" name="Heatmap cell r8 c54"/>
            <p:cNvSpPr/>
            <p:nvPr/>
          </p:nvSpPr>
          <p:spPr>
            <a:xfrm>
              <a:off x="992395" y="202646"/>
              <a:ext cx="19034" cy="26609"/>
            </a:xfrm>
            <a:prstGeom prst="rect">
              <a:avLst/>
            </a:prstGeom>
            <a:solidFill>
              <a:srgbClr val="EEB1B8"/>
            </a:solidFill>
            <a:ln>
              <a:noFill/>
            </a:ln>
          </p:spPr>
        </p:sp>
        <p:sp>
          <p:nvSpPr>
            <p:cNvPr id="4141" name="Heatmap cell r8 c55"/>
            <p:cNvSpPr/>
            <p:nvPr/>
          </p:nvSpPr>
          <p:spPr>
            <a:xfrm>
              <a:off x="1011334" y="202646"/>
              <a:ext cx="17140" cy="26609"/>
            </a:xfrm>
            <a:prstGeom prst="rect">
              <a:avLst/>
            </a:prstGeom>
            <a:solidFill>
              <a:srgbClr val="E89199"/>
            </a:solidFill>
            <a:ln>
              <a:noFill/>
            </a:ln>
          </p:spPr>
        </p:sp>
        <p:sp>
          <p:nvSpPr>
            <p:cNvPr id="4142" name="Heatmap cell r8 c56"/>
            <p:cNvSpPr/>
            <p:nvPr/>
          </p:nvSpPr>
          <p:spPr>
            <a:xfrm>
              <a:off x="1028379" y="202646"/>
              <a:ext cx="19034" cy="26609"/>
            </a:xfrm>
            <a:prstGeom prst="rect">
              <a:avLst/>
            </a:prstGeom>
            <a:solidFill>
              <a:srgbClr val="F5CFD2"/>
            </a:solidFill>
            <a:ln>
              <a:noFill/>
            </a:ln>
          </p:spPr>
        </p:sp>
        <p:sp>
          <p:nvSpPr>
            <p:cNvPr id="4143" name="Heatmap cell r8 c57"/>
            <p:cNvSpPr/>
            <p:nvPr/>
          </p:nvSpPr>
          <p:spPr>
            <a:xfrm>
              <a:off x="1047318" y="202646"/>
              <a:ext cx="17140" cy="26609"/>
            </a:xfrm>
            <a:prstGeom prst="rect">
              <a:avLst/>
            </a:prstGeom>
            <a:solidFill>
              <a:srgbClr val="F7D3D6"/>
            </a:solidFill>
            <a:ln>
              <a:noFill/>
            </a:ln>
          </p:spPr>
        </p:sp>
        <p:sp>
          <p:nvSpPr>
            <p:cNvPr id="4144" name="Heatmap cell r8 c58"/>
            <p:cNvSpPr/>
            <p:nvPr/>
          </p:nvSpPr>
          <p:spPr>
            <a:xfrm>
              <a:off x="1064363" y="202646"/>
              <a:ext cx="19034" cy="26609"/>
            </a:xfrm>
            <a:prstGeom prst="rect">
              <a:avLst/>
            </a:prstGeom>
            <a:solidFill>
              <a:srgbClr val="EBA9AE"/>
            </a:solidFill>
            <a:ln>
              <a:noFill/>
            </a:ln>
          </p:spPr>
        </p:sp>
        <p:sp>
          <p:nvSpPr>
            <p:cNvPr id="4145" name="Heatmap cell r8 c59"/>
            <p:cNvSpPr/>
            <p:nvPr/>
          </p:nvSpPr>
          <p:spPr>
            <a:xfrm>
              <a:off x="1083301" y="202646"/>
              <a:ext cx="17140" cy="26609"/>
            </a:xfrm>
            <a:prstGeom prst="rect">
              <a:avLst/>
            </a:prstGeom>
            <a:solidFill>
              <a:srgbClr val="F0BCC3"/>
            </a:solidFill>
            <a:ln>
              <a:noFill/>
            </a:ln>
          </p:spPr>
        </p:sp>
        <p:sp>
          <p:nvSpPr>
            <p:cNvPr id="4146" name="Heatmap cell r8 c60"/>
            <p:cNvSpPr/>
            <p:nvPr/>
          </p:nvSpPr>
          <p:spPr>
            <a:xfrm>
              <a:off x="1100346" y="202646"/>
              <a:ext cx="19034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4147" name="Heatmap cell r8 c61"/>
            <p:cNvSpPr/>
            <p:nvPr/>
          </p:nvSpPr>
          <p:spPr>
            <a:xfrm>
              <a:off x="1119285" y="202646"/>
              <a:ext cx="19034" cy="26609"/>
            </a:xfrm>
            <a:prstGeom prst="rect">
              <a:avLst/>
            </a:prstGeom>
            <a:solidFill>
              <a:srgbClr val="F7D3D6"/>
            </a:solidFill>
            <a:ln>
              <a:noFill/>
            </a:ln>
          </p:spPr>
        </p:sp>
        <p:sp>
          <p:nvSpPr>
            <p:cNvPr id="4148" name="Heatmap cell r8 c62"/>
            <p:cNvSpPr/>
            <p:nvPr/>
          </p:nvSpPr>
          <p:spPr>
            <a:xfrm>
              <a:off x="1138224" y="202646"/>
              <a:ext cx="17140" cy="26609"/>
            </a:xfrm>
            <a:prstGeom prst="rect">
              <a:avLst/>
            </a:prstGeom>
            <a:solidFill>
              <a:srgbClr val="F4CDD0"/>
            </a:solidFill>
            <a:ln>
              <a:noFill/>
            </a:ln>
          </p:spPr>
        </p:sp>
        <p:sp>
          <p:nvSpPr>
            <p:cNvPr id="4149" name="Heatmap cell r8 c63"/>
            <p:cNvSpPr/>
            <p:nvPr/>
          </p:nvSpPr>
          <p:spPr>
            <a:xfrm>
              <a:off x="1155269" y="202646"/>
              <a:ext cx="19034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4150" name="Heatmap cell r8 c64"/>
            <p:cNvSpPr/>
            <p:nvPr/>
          </p:nvSpPr>
          <p:spPr>
            <a:xfrm>
              <a:off x="1174208" y="202646"/>
              <a:ext cx="17140" cy="26609"/>
            </a:xfrm>
            <a:prstGeom prst="rect">
              <a:avLst/>
            </a:prstGeom>
            <a:solidFill>
              <a:srgbClr val="EEB1B8"/>
            </a:solidFill>
            <a:ln>
              <a:noFill/>
            </a:ln>
          </p:spPr>
        </p:sp>
        <p:sp>
          <p:nvSpPr>
            <p:cNvPr id="4151" name="Heatmap cell r8 c65"/>
            <p:cNvSpPr/>
            <p:nvPr/>
          </p:nvSpPr>
          <p:spPr>
            <a:xfrm>
              <a:off x="1191253" y="202646"/>
              <a:ext cx="19034" cy="26609"/>
            </a:xfrm>
            <a:prstGeom prst="rect">
              <a:avLst/>
            </a:prstGeom>
            <a:solidFill>
              <a:srgbClr val="DB5360"/>
            </a:solidFill>
            <a:ln>
              <a:noFill/>
            </a:ln>
          </p:spPr>
        </p:sp>
        <p:sp>
          <p:nvSpPr>
            <p:cNvPr id="4152" name="Heatmap cell r8 c66"/>
            <p:cNvSpPr/>
            <p:nvPr/>
          </p:nvSpPr>
          <p:spPr>
            <a:xfrm>
              <a:off x="1210192" y="202646"/>
              <a:ext cx="17140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4153" name="Heatmap cell r8 c67"/>
            <p:cNvSpPr/>
            <p:nvPr/>
          </p:nvSpPr>
          <p:spPr>
            <a:xfrm>
              <a:off x="1227236" y="202646"/>
              <a:ext cx="19034" cy="26609"/>
            </a:xfrm>
            <a:prstGeom prst="rect">
              <a:avLst/>
            </a:prstGeom>
            <a:solidFill>
              <a:srgbClr val="EDACB3"/>
            </a:solidFill>
            <a:ln>
              <a:noFill/>
            </a:ln>
          </p:spPr>
        </p:sp>
        <p:sp>
          <p:nvSpPr>
            <p:cNvPr id="4154" name="Heatmap cell r8 c68"/>
            <p:cNvSpPr/>
            <p:nvPr/>
          </p:nvSpPr>
          <p:spPr>
            <a:xfrm>
              <a:off x="1246175" y="202646"/>
              <a:ext cx="17140" cy="26609"/>
            </a:xfrm>
            <a:prstGeom prst="rect">
              <a:avLst/>
            </a:prstGeom>
            <a:solidFill>
              <a:srgbClr val="EA9CA2"/>
            </a:solidFill>
            <a:ln>
              <a:noFill/>
            </a:ln>
          </p:spPr>
        </p:sp>
        <p:sp>
          <p:nvSpPr>
            <p:cNvPr id="4155" name="Heatmap cell r8 c69"/>
            <p:cNvSpPr/>
            <p:nvPr/>
          </p:nvSpPr>
          <p:spPr>
            <a:xfrm>
              <a:off x="1263220" y="202646"/>
              <a:ext cx="19034" cy="26609"/>
            </a:xfrm>
            <a:prstGeom prst="rect">
              <a:avLst/>
            </a:prstGeom>
            <a:solidFill>
              <a:srgbClr val="E27883"/>
            </a:solidFill>
            <a:ln>
              <a:noFill/>
            </a:ln>
          </p:spPr>
        </p:sp>
        <p:sp>
          <p:nvSpPr>
            <p:cNvPr id="4156" name="Heatmap cell r8 c70"/>
            <p:cNvSpPr/>
            <p:nvPr/>
          </p:nvSpPr>
          <p:spPr>
            <a:xfrm>
              <a:off x="1282159" y="202646"/>
              <a:ext cx="17140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4157" name="Heatmap cell r8 c71"/>
            <p:cNvSpPr/>
            <p:nvPr/>
          </p:nvSpPr>
          <p:spPr>
            <a:xfrm>
              <a:off x="1299204" y="202646"/>
              <a:ext cx="19034" cy="26609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4158" name="Heatmap cell r8 c72"/>
            <p:cNvSpPr/>
            <p:nvPr/>
          </p:nvSpPr>
          <p:spPr>
            <a:xfrm>
              <a:off x="1318143" y="202646"/>
              <a:ext cx="17140" cy="26609"/>
            </a:xfrm>
            <a:prstGeom prst="rect">
              <a:avLst/>
            </a:prstGeom>
            <a:solidFill>
              <a:srgbClr val="E7EBF1"/>
            </a:solidFill>
            <a:ln>
              <a:noFill/>
            </a:ln>
          </p:spPr>
        </p:sp>
        <p:sp>
          <p:nvSpPr>
            <p:cNvPr id="4159" name="Heatmap cell r8 c73"/>
            <p:cNvSpPr/>
            <p:nvPr/>
          </p:nvSpPr>
          <p:spPr>
            <a:xfrm>
              <a:off x="1335188" y="202646"/>
              <a:ext cx="19034" cy="26609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</p:sp>
        <p:sp>
          <p:nvSpPr>
            <p:cNvPr id="4160" name="Heatmap cell r8 c75"/>
            <p:cNvSpPr/>
            <p:nvPr/>
          </p:nvSpPr>
          <p:spPr>
            <a:xfrm>
              <a:off x="1371172" y="202646"/>
              <a:ext cx="19034" cy="26609"/>
            </a:xfrm>
            <a:prstGeom prst="rect">
              <a:avLst/>
            </a:prstGeom>
            <a:solidFill>
              <a:srgbClr val="ECABB0"/>
            </a:solidFill>
            <a:ln>
              <a:noFill/>
            </a:ln>
          </p:spPr>
        </p:sp>
        <p:sp>
          <p:nvSpPr>
            <p:cNvPr id="4161" name="Heatmap cell r8 c76"/>
            <p:cNvSpPr/>
            <p:nvPr/>
          </p:nvSpPr>
          <p:spPr>
            <a:xfrm>
              <a:off x="1390110" y="202646"/>
              <a:ext cx="19034" cy="26609"/>
            </a:xfrm>
            <a:prstGeom prst="rect">
              <a:avLst/>
            </a:prstGeom>
            <a:solidFill>
              <a:srgbClr val="E27883"/>
            </a:solidFill>
            <a:ln>
              <a:noFill/>
            </a:ln>
          </p:spPr>
        </p:sp>
        <p:sp>
          <p:nvSpPr>
            <p:cNvPr id="4162" name="Heatmap cell r8 c77"/>
            <p:cNvSpPr/>
            <p:nvPr/>
          </p:nvSpPr>
          <p:spPr>
            <a:xfrm>
              <a:off x="1409049" y="202646"/>
              <a:ext cx="17140" cy="26609"/>
            </a:xfrm>
            <a:prstGeom prst="rect">
              <a:avLst/>
            </a:prstGeom>
            <a:solidFill>
              <a:srgbClr val="FBF1F3"/>
            </a:solidFill>
            <a:ln>
              <a:noFill/>
            </a:ln>
          </p:spPr>
        </p:sp>
        <p:sp>
          <p:nvSpPr>
            <p:cNvPr id="4163" name="Heatmap cell r8 c78"/>
            <p:cNvSpPr/>
            <p:nvPr/>
          </p:nvSpPr>
          <p:spPr>
            <a:xfrm>
              <a:off x="1426094" y="202646"/>
              <a:ext cx="19034" cy="26609"/>
            </a:xfrm>
            <a:prstGeom prst="rect">
              <a:avLst/>
            </a:prstGeom>
            <a:solidFill>
              <a:srgbClr val="F9E8E9"/>
            </a:solidFill>
            <a:ln>
              <a:noFill/>
            </a:ln>
          </p:spPr>
        </p:sp>
        <p:sp>
          <p:nvSpPr>
            <p:cNvPr id="4164" name="Heatmap cell r8 c79"/>
            <p:cNvSpPr/>
            <p:nvPr/>
          </p:nvSpPr>
          <p:spPr>
            <a:xfrm>
              <a:off x="1445033" y="202646"/>
              <a:ext cx="17140" cy="26609"/>
            </a:xfrm>
            <a:prstGeom prst="rect">
              <a:avLst/>
            </a:prstGeom>
            <a:solidFill>
              <a:srgbClr val="DA4D5A"/>
            </a:solidFill>
            <a:ln>
              <a:noFill/>
            </a:ln>
          </p:spPr>
        </p:sp>
        <p:sp>
          <p:nvSpPr>
            <p:cNvPr id="4165" name="Heatmap cell r8 c80"/>
            <p:cNvSpPr/>
            <p:nvPr/>
          </p:nvSpPr>
          <p:spPr>
            <a:xfrm>
              <a:off x="1462078" y="202646"/>
              <a:ext cx="19034" cy="26609"/>
            </a:xfrm>
            <a:prstGeom prst="rect">
              <a:avLst/>
            </a:prstGeom>
            <a:solidFill>
              <a:srgbClr val="CCD7E3"/>
            </a:solidFill>
            <a:ln>
              <a:noFill/>
            </a:ln>
          </p:spPr>
        </p:sp>
        <p:sp>
          <p:nvSpPr>
            <p:cNvPr id="4166" name="Heatmap cell r8 c81"/>
            <p:cNvSpPr/>
            <p:nvPr/>
          </p:nvSpPr>
          <p:spPr>
            <a:xfrm>
              <a:off x="1481017" y="202646"/>
              <a:ext cx="17140" cy="26609"/>
            </a:xfrm>
            <a:prstGeom prst="rect">
              <a:avLst/>
            </a:prstGeom>
            <a:solidFill>
              <a:srgbClr val="FAEEEF"/>
            </a:solidFill>
            <a:ln>
              <a:noFill/>
            </a:ln>
          </p:spPr>
        </p:sp>
        <p:sp>
          <p:nvSpPr>
            <p:cNvPr id="4167" name="Heatmap cell r8 c82"/>
            <p:cNvSpPr/>
            <p:nvPr/>
          </p:nvSpPr>
          <p:spPr>
            <a:xfrm>
              <a:off x="1498062" y="202646"/>
              <a:ext cx="19034" cy="26609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</p:sp>
        <p:sp>
          <p:nvSpPr>
            <p:cNvPr id="4168" name="Heatmap cell r8 c83"/>
            <p:cNvSpPr/>
            <p:nvPr/>
          </p:nvSpPr>
          <p:spPr>
            <a:xfrm>
              <a:off x="1517001" y="202646"/>
              <a:ext cx="17140" cy="26609"/>
            </a:xfrm>
            <a:prstGeom prst="rect">
              <a:avLst/>
            </a:prstGeom>
            <a:solidFill>
              <a:srgbClr val="EFB5BA"/>
            </a:solidFill>
            <a:ln>
              <a:noFill/>
            </a:ln>
          </p:spPr>
        </p:sp>
        <p:sp>
          <p:nvSpPr>
            <p:cNvPr id="4169" name="Heatmap cell r8 c84"/>
            <p:cNvSpPr/>
            <p:nvPr/>
          </p:nvSpPr>
          <p:spPr>
            <a:xfrm>
              <a:off x="1534046" y="202646"/>
              <a:ext cx="19034" cy="26609"/>
            </a:xfrm>
            <a:prstGeom prst="rect">
              <a:avLst/>
            </a:prstGeom>
            <a:solidFill>
              <a:srgbClr val="EEB1B8"/>
            </a:solidFill>
            <a:ln>
              <a:noFill/>
            </a:ln>
          </p:spPr>
        </p:sp>
        <p:sp>
          <p:nvSpPr>
            <p:cNvPr id="4170" name="Heatmap cell r8 c85"/>
            <p:cNvSpPr/>
            <p:nvPr/>
          </p:nvSpPr>
          <p:spPr>
            <a:xfrm>
              <a:off x="1552984" y="202646"/>
              <a:ext cx="17140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4171" name="Heatmap cell r8 c86"/>
            <p:cNvSpPr/>
            <p:nvPr/>
          </p:nvSpPr>
          <p:spPr>
            <a:xfrm>
              <a:off x="1570029" y="202646"/>
              <a:ext cx="19034" cy="26609"/>
            </a:xfrm>
            <a:prstGeom prst="rect">
              <a:avLst/>
            </a:prstGeom>
            <a:solidFill>
              <a:srgbClr val="F3C7CC"/>
            </a:solidFill>
            <a:ln>
              <a:noFill/>
            </a:ln>
          </p:spPr>
        </p:sp>
        <p:sp>
          <p:nvSpPr>
            <p:cNvPr id="4172" name="Heatmap cell r8 c87"/>
            <p:cNvSpPr/>
            <p:nvPr/>
          </p:nvSpPr>
          <p:spPr>
            <a:xfrm>
              <a:off x="1588968" y="202646"/>
              <a:ext cx="17140" cy="26609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</p:sp>
        <p:sp>
          <p:nvSpPr>
            <p:cNvPr id="4173" name="Heatmap cell r8 c88"/>
            <p:cNvSpPr/>
            <p:nvPr/>
          </p:nvSpPr>
          <p:spPr>
            <a:xfrm>
              <a:off x="1606013" y="202646"/>
              <a:ext cx="19034" cy="26609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</p:sp>
        <p:sp>
          <p:nvSpPr>
            <p:cNvPr id="4174" name="Heatmap cell r8 c89"/>
            <p:cNvSpPr/>
            <p:nvPr/>
          </p:nvSpPr>
          <p:spPr>
            <a:xfrm>
              <a:off x="1624952" y="202646"/>
              <a:ext cx="19034" cy="26609"/>
            </a:xfrm>
            <a:prstGeom prst="rect">
              <a:avLst/>
            </a:prstGeom>
            <a:solidFill>
              <a:srgbClr val="F8DEE0"/>
            </a:solidFill>
            <a:ln>
              <a:noFill/>
            </a:ln>
          </p:spPr>
        </p:sp>
        <p:sp>
          <p:nvSpPr>
            <p:cNvPr id="4175" name="Heatmap cell r8 c90"/>
            <p:cNvSpPr/>
            <p:nvPr/>
          </p:nvSpPr>
          <p:spPr>
            <a:xfrm>
              <a:off x="1643891" y="202646"/>
              <a:ext cx="17140" cy="26609"/>
            </a:xfrm>
            <a:prstGeom prst="rect">
              <a:avLst/>
            </a:prstGeom>
            <a:solidFill>
              <a:srgbClr val="FBF3F4"/>
            </a:solidFill>
            <a:ln>
              <a:noFill/>
            </a:ln>
          </p:spPr>
        </p:sp>
        <p:sp>
          <p:nvSpPr>
            <p:cNvPr id="4176" name="Heatmap cell r8 c91"/>
            <p:cNvSpPr/>
            <p:nvPr/>
          </p:nvSpPr>
          <p:spPr>
            <a:xfrm>
              <a:off x="1660936" y="202646"/>
              <a:ext cx="19034" cy="26609"/>
            </a:xfrm>
            <a:prstGeom prst="rect">
              <a:avLst/>
            </a:prstGeom>
            <a:solidFill>
              <a:srgbClr val="E27883"/>
            </a:solidFill>
            <a:ln>
              <a:noFill/>
            </a:ln>
          </p:spPr>
        </p:sp>
        <p:sp>
          <p:nvSpPr>
            <p:cNvPr id="4177" name="Heatmap cell r8 c92"/>
            <p:cNvSpPr/>
            <p:nvPr/>
          </p:nvSpPr>
          <p:spPr>
            <a:xfrm>
              <a:off x="1679875" y="202646"/>
              <a:ext cx="17140" cy="26609"/>
            </a:xfrm>
            <a:prstGeom prst="rect">
              <a:avLst/>
            </a:prstGeom>
            <a:solidFill>
              <a:srgbClr val="FBF1F3"/>
            </a:solidFill>
            <a:ln>
              <a:noFill/>
            </a:ln>
          </p:spPr>
        </p:sp>
        <p:sp>
          <p:nvSpPr>
            <p:cNvPr id="4178" name="Heatmap cell r8 c93"/>
            <p:cNvSpPr/>
            <p:nvPr/>
          </p:nvSpPr>
          <p:spPr>
            <a:xfrm>
              <a:off x="1696920" y="202646"/>
              <a:ext cx="19034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4179" name="Heatmap cell r8 c94"/>
            <p:cNvSpPr/>
            <p:nvPr/>
          </p:nvSpPr>
          <p:spPr>
            <a:xfrm>
              <a:off x="1715858" y="202646"/>
              <a:ext cx="17140" cy="26609"/>
            </a:xfrm>
            <a:prstGeom prst="rect">
              <a:avLst/>
            </a:prstGeom>
            <a:solidFill>
              <a:srgbClr val="FBF5F5"/>
            </a:solidFill>
            <a:ln>
              <a:noFill/>
            </a:ln>
          </p:spPr>
        </p:sp>
        <p:sp>
          <p:nvSpPr>
            <p:cNvPr id="4180" name="Heatmap cell r8 c95"/>
            <p:cNvSpPr/>
            <p:nvPr/>
          </p:nvSpPr>
          <p:spPr>
            <a:xfrm>
              <a:off x="1732903" y="202646"/>
              <a:ext cx="19034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4181" name="Heatmap cell r8 c96"/>
            <p:cNvSpPr/>
            <p:nvPr/>
          </p:nvSpPr>
          <p:spPr>
            <a:xfrm>
              <a:off x="1751842" y="202646"/>
              <a:ext cx="17140" cy="26609"/>
            </a:xfrm>
            <a:prstGeom prst="rect">
              <a:avLst/>
            </a:prstGeom>
            <a:solidFill>
              <a:srgbClr val="EEB1B7"/>
            </a:solidFill>
            <a:ln>
              <a:noFill/>
            </a:ln>
          </p:spPr>
        </p:sp>
        <p:sp>
          <p:nvSpPr>
            <p:cNvPr id="4182" name="Heatmap cell r8 c97"/>
            <p:cNvSpPr/>
            <p:nvPr/>
          </p:nvSpPr>
          <p:spPr>
            <a:xfrm>
              <a:off x="1768887" y="202646"/>
              <a:ext cx="19034" cy="26609"/>
            </a:xfrm>
            <a:prstGeom prst="rect">
              <a:avLst/>
            </a:prstGeom>
            <a:solidFill>
              <a:srgbClr val="EFB4B9"/>
            </a:solidFill>
            <a:ln>
              <a:noFill/>
            </a:ln>
          </p:spPr>
        </p:sp>
        <p:sp>
          <p:nvSpPr>
            <p:cNvPr id="4183" name="Heatmap cell r8 c98"/>
            <p:cNvSpPr/>
            <p:nvPr/>
          </p:nvSpPr>
          <p:spPr>
            <a:xfrm>
              <a:off x="1787826" y="202646"/>
              <a:ext cx="17140" cy="26609"/>
            </a:xfrm>
            <a:prstGeom prst="rect">
              <a:avLst/>
            </a:prstGeom>
            <a:solidFill>
              <a:srgbClr val="EDB0B6"/>
            </a:solidFill>
            <a:ln>
              <a:noFill/>
            </a:ln>
          </p:spPr>
        </p:sp>
        <p:sp>
          <p:nvSpPr>
            <p:cNvPr id="4184" name="Heatmap cell r8 c99"/>
            <p:cNvSpPr/>
            <p:nvPr/>
          </p:nvSpPr>
          <p:spPr>
            <a:xfrm>
              <a:off x="1804871" y="202646"/>
              <a:ext cx="19034" cy="26609"/>
            </a:xfrm>
            <a:prstGeom prst="rect">
              <a:avLst/>
            </a:prstGeom>
            <a:solidFill>
              <a:srgbClr val="F1C2C6"/>
            </a:solidFill>
            <a:ln>
              <a:noFill/>
            </a:ln>
          </p:spPr>
        </p:sp>
        <p:sp>
          <p:nvSpPr>
            <p:cNvPr id="4185" name="Heatmap cell r8 c100"/>
            <p:cNvSpPr/>
            <p:nvPr/>
          </p:nvSpPr>
          <p:spPr>
            <a:xfrm>
              <a:off x="1823810" y="202646"/>
              <a:ext cx="17140" cy="26609"/>
            </a:xfrm>
            <a:prstGeom prst="rect">
              <a:avLst/>
            </a:prstGeom>
            <a:solidFill>
              <a:srgbClr val="EFB5BA"/>
            </a:solidFill>
            <a:ln>
              <a:noFill/>
            </a:ln>
          </p:spPr>
        </p:sp>
        <p:sp>
          <p:nvSpPr>
            <p:cNvPr id="4186" name="Heatmap cell r8 c101"/>
            <p:cNvSpPr/>
            <p:nvPr/>
          </p:nvSpPr>
          <p:spPr>
            <a:xfrm>
              <a:off x="1840855" y="202646"/>
              <a:ext cx="19034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4187" name="Heatmap cell r8 c102"/>
            <p:cNvSpPr/>
            <p:nvPr/>
          </p:nvSpPr>
          <p:spPr>
            <a:xfrm>
              <a:off x="1859794" y="202646"/>
              <a:ext cx="19034" cy="26609"/>
            </a:xfrm>
            <a:prstGeom prst="rect">
              <a:avLst/>
            </a:prstGeom>
            <a:solidFill>
              <a:srgbClr val="F8E4E7"/>
            </a:solidFill>
            <a:ln>
              <a:noFill/>
            </a:ln>
          </p:spPr>
        </p:sp>
        <p:sp>
          <p:nvSpPr>
            <p:cNvPr id="4188" name="Heatmap cell r8 c103"/>
            <p:cNvSpPr/>
            <p:nvPr/>
          </p:nvSpPr>
          <p:spPr>
            <a:xfrm>
              <a:off x="1878732" y="202646"/>
              <a:ext cx="17140" cy="26609"/>
            </a:xfrm>
            <a:prstGeom prst="rect">
              <a:avLst/>
            </a:prstGeom>
            <a:solidFill>
              <a:srgbClr val="DF6873"/>
            </a:solidFill>
            <a:ln>
              <a:noFill/>
            </a:ln>
          </p:spPr>
        </p:sp>
        <p:sp>
          <p:nvSpPr>
            <p:cNvPr id="4189" name="Heatmap cell r8 c104"/>
            <p:cNvSpPr/>
            <p:nvPr/>
          </p:nvSpPr>
          <p:spPr>
            <a:xfrm>
              <a:off x="1895777" y="202646"/>
              <a:ext cx="19034" cy="26609"/>
            </a:xfrm>
            <a:prstGeom prst="rect">
              <a:avLst/>
            </a:prstGeom>
            <a:solidFill>
              <a:srgbClr val="F0BAC0"/>
            </a:solidFill>
            <a:ln>
              <a:noFill/>
            </a:ln>
          </p:spPr>
        </p:sp>
        <p:sp>
          <p:nvSpPr>
            <p:cNvPr id="4190" name="Heatmap cell r8 c105"/>
            <p:cNvSpPr/>
            <p:nvPr/>
          </p:nvSpPr>
          <p:spPr>
            <a:xfrm>
              <a:off x="1914716" y="202646"/>
              <a:ext cx="17140" cy="26609"/>
            </a:xfrm>
            <a:prstGeom prst="rect">
              <a:avLst/>
            </a:prstGeom>
            <a:solidFill>
              <a:srgbClr val="EB9EA4"/>
            </a:solidFill>
            <a:ln>
              <a:noFill/>
            </a:ln>
          </p:spPr>
        </p:sp>
        <p:sp>
          <p:nvSpPr>
            <p:cNvPr id="4191" name="Heatmap cell r8 c106"/>
            <p:cNvSpPr/>
            <p:nvPr/>
          </p:nvSpPr>
          <p:spPr>
            <a:xfrm>
              <a:off x="1931761" y="202646"/>
              <a:ext cx="19034" cy="26609"/>
            </a:xfrm>
            <a:prstGeom prst="rect">
              <a:avLst/>
            </a:prstGeom>
            <a:solidFill>
              <a:srgbClr val="F4CCD1"/>
            </a:solidFill>
            <a:ln>
              <a:noFill/>
            </a:ln>
          </p:spPr>
        </p:sp>
        <p:sp>
          <p:nvSpPr>
            <p:cNvPr id="4192" name="Heatmap cell r8 c107"/>
            <p:cNvSpPr/>
            <p:nvPr/>
          </p:nvSpPr>
          <p:spPr>
            <a:xfrm>
              <a:off x="1950700" y="202646"/>
              <a:ext cx="17140" cy="26609"/>
            </a:xfrm>
            <a:prstGeom prst="rect">
              <a:avLst/>
            </a:prstGeom>
            <a:solidFill>
              <a:srgbClr val="FAEBED"/>
            </a:solidFill>
            <a:ln>
              <a:noFill/>
            </a:ln>
          </p:spPr>
        </p:sp>
        <p:sp>
          <p:nvSpPr>
            <p:cNvPr id="4193" name="Heatmap cell r8 c108"/>
            <p:cNvSpPr/>
            <p:nvPr/>
          </p:nvSpPr>
          <p:spPr>
            <a:xfrm>
              <a:off x="1967745" y="202646"/>
              <a:ext cx="19034" cy="26609"/>
            </a:xfrm>
            <a:prstGeom prst="rect">
              <a:avLst/>
            </a:prstGeom>
            <a:solidFill>
              <a:srgbClr val="F1C2C6"/>
            </a:solidFill>
            <a:ln>
              <a:noFill/>
            </a:ln>
          </p:spPr>
        </p:sp>
        <p:sp>
          <p:nvSpPr>
            <p:cNvPr id="4194" name="Heatmap cell r8 c109"/>
            <p:cNvSpPr/>
            <p:nvPr/>
          </p:nvSpPr>
          <p:spPr>
            <a:xfrm>
              <a:off x="1986684" y="202646"/>
              <a:ext cx="17140" cy="26609"/>
            </a:xfrm>
            <a:prstGeom prst="rect">
              <a:avLst/>
            </a:prstGeom>
            <a:solidFill>
              <a:srgbClr val="F0F4F7"/>
            </a:solidFill>
            <a:ln>
              <a:noFill/>
            </a:ln>
          </p:spPr>
        </p:sp>
        <p:sp>
          <p:nvSpPr>
            <p:cNvPr id="4195" name="Heatmap cell r8 c110"/>
            <p:cNvSpPr/>
            <p:nvPr/>
          </p:nvSpPr>
          <p:spPr>
            <a:xfrm>
              <a:off x="2003729" y="202646"/>
              <a:ext cx="19034" cy="26609"/>
            </a:xfrm>
            <a:prstGeom prst="rect">
              <a:avLst/>
            </a:prstGeom>
            <a:solidFill>
              <a:srgbClr val="F1C2C6"/>
            </a:solidFill>
            <a:ln>
              <a:noFill/>
            </a:ln>
          </p:spPr>
        </p:sp>
        <p:sp>
          <p:nvSpPr>
            <p:cNvPr id="4196" name="Heatmap cell r8 c111"/>
            <p:cNvSpPr/>
            <p:nvPr/>
          </p:nvSpPr>
          <p:spPr>
            <a:xfrm>
              <a:off x="2022668" y="202646"/>
              <a:ext cx="17140" cy="26609"/>
            </a:xfrm>
            <a:prstGeom prst="rect">
              <a:avLst/>
            </a:prstGeom>
            <a:solidFill>
              <a:srgbClr val="E5858F"/>
            </a:solidFill>
            <a:ln>
              <a:noFill/>
            </a:ln>
          </p:spPr>
        </p:sp>
        <p:sp>
          <p:nvSpPr>
            <p:cNvPr id="4197" name="Heatmap cell r8 c112"/>
            <p:cNvSpPr/>
            <p:nvPr/>
          </p:nvSpPr>
          <p:spPr>
            <a:xfrm>
              <a:off x="2039712" y="202646"/>
              <a:ext cx="19034" cy="26609"/>
            </a:xfrm>
            <a:prstGeom prst="rect">
              <a:avLst/>
            </a:prstGeom>
            <a:solidFill>
              <a:srgbClr val="E06F7A"/>
            </a:solidFill>
            <a:ln>
              <a:noFill/>
            </a:ln>
          </p:spPr>
        </p:sp>
        <p:sp>
          <p:nvSpPr>
            <p:cNvPr id="4198" name="Heatmap cell r8 c113"/>
            <p:cNvSpPr/>
            <p:nvPr/>
          </p:nvSpPr>
          <p:spPr>
            <a:xfrm>
              <a:off x="2058651" y="202646"/>
              <a:ext cx="17140" cy="26609"/>
            </a:xfrm>
            <a:prstGeom prst="rect">
              <a:avLst/>
            </a:prstGeom>
            <a:solidFill>
              <a:srgbClr val="F0F4F7"/>
            </a:solidFill>
            <a:ln>
              <a:noFill/>
            </a:ln>
          </p:spPr>
        </p:sp>
        <p:sp>
          <p:nvSpPr>
            <p:cNvPr id="4199" name="Heatmap cell r8 c114"/>
            <p:cNvSpPr/>
            <p:nvPr/>
          </p:nvSpPr>
          <p:spPr>
            <a:xfrm>
              <a:off x="2075696" y="202646"/>
              <a:ext cx="19034" cy="26609"/>
            </a:xfrm>
            <a:prstGeom prst="rect">
              <a:avLst/>
            </a:prstGeom>
            <a:solidFill>
              <a:srgbClr val="FBF1F3"/>
            </a:solidFill>
            <a:ln>
              <a:noFill/>
            </a:ln>
          </p:spPr>
        </p:sp>
        <p:sp>
          <p:nvSpPr>
            <p:cNvPr id="4200" name="Heatmap cell r8 c115"/>
            <p:cNvSpPr/>
            <p:nvPr/>
          </p:nvSpPr>
          <p:spPr>
            <a:xfrm>
              <a:off x="2094635" y="202646"/>
              <a:ext cx="19034" cy="26609"/>
            </a:xfrm>
            <a:prstGeom prst="rect">
              <a:avLst/>
            </a:prstGeom>
            <a:solidFill>
              <a:srgbClr val="D2DDE8"/>
            </a:solidFill>
            <a:ln>
              <a:noFill/>
            </a:ln>
          </p:spPr>
        </p:sp>
        <p:sp>
          <p:nvSpPr>
            <p:cNvPr id="4201" name="Heatmap cell r8 c116"/>
            <p:cNvSpPr/>
            <p:nvPr/>
          </p:nvSpPr>
          <p:spPr>
            <a:xfrm>
              <a:off x="2113574" y="202646"/>
              <a:ext cx="17140" cy="26609"/>
            </a:xfrm>
            <a:prstGeom prst="rect">
              <a:avLst/>
            </a:prstGeom>
            <a:solidFill>
              <a:srgbClr val="A6BAD0"/>
            </a:solidFill>
            <a:ln>
              <a:noFill/>
            </a:ln>
          </p:spPr>
        </p:sp>
        <p:sp>
          <p:nvSpPr>
            <p:cNvPr id="4202" name="Heatmap cell r8 c117"/>
            <p:cNvSpPr/>
            <p:nvPr/>
          </p:nvSpPr>
          <p:spPr>
            <a:xfrm>
              <a:off x="2130619" y="202646"/>
              <a:ext cx="19034" cy="26609"/>
            </a:xfrm>
            <a:prstGeom prst="rect">
              <a:avLst/>
            </a:prstGeom>
            <a:solidFill>
              <a:srgbClr val="EEB1B7"/>
            </a:solidFill>
            <a:ln>
              <a:noFill/>
            </a:ln>
          </p:spPr>
        </p:sp>
        <p:sp>
          <p:nvSpPr>
            <p:cNvPr id="4203" name="Heatmap cell r8 c118"/>
            <p:cNvSpPr/>
            <p:nvPr/>
          </p:nvSpPr>
          <p:spPr>
            <a:xfrm>
              <a:off x="2149558" y="202646"/>
              <a:ext cx="17140" cy="26609"/>
            </a:xfrm>
            <a:prstGeom prst="rect">
              <a:avLst/>
            </a:prstGeom>
            <a:solidFill>
              <a:srgbClr val="E27884"/>
            </a:solidFill>
            <a:ln>
              <a:noFill/>
            </a:ln>
          </p:spPr>
        </p:sp>
        <p:sp>
          <p:nvSpPr>
            <p:cNvPr id="4204" name="Heatmap cell r8 c119"/>
            <p:cNvSpPr/>
            <p:nvPr/>
          </p:nvSpPr>
          <p:spPr>
            <a:xfrm>
              <a:off x="2166603" y="202646"/>
              <a:ext cx="19034" cy="26609"/>
            </a:xfrm>
            <a:prstGeom prst="rect">
              <a:avLst/>
            </a:prstGeom>
            <a:solidFill>
              <a:srgbClr val="DBE3EB"/>
            </a:solidFill>
            <a:ln>
              <a:noFill/>
            </a:ln>
          </p:spPr>
        </p:sp>
        <p:sp>
          <p:nvSpPr>
            <p:cNvPr id="4205" name="Heatmap cell r8 c120"/>
            <p:cNvSpPr/>
            <p:nvPr/>
          </p:nvSpPr>
          <p:spPr>
            <a:xfrm>
              <a:off x="2185542" y="202646"/>
              <a:ext cx="17140" cy="26609"/>
            </a:xfrm>
            <a:prstGeom prst="rect">
              <a:avLst/>
            </a:prstGeom>
            <a:solidFill>
              <a:srgbClr val="EDADB4"/>
            </a:solidFill>
            <a:ln>
              <a:noFill/>
            </a:ln>
          </p:spPr>
        </p:sp>
        <p:sp>
          <p:nvSpPr>
            <p:cNvPr id="4206" name="Heatmap cell r8 c121"/>
            <p:cNvSpPr/>
            <p:nvPr/>
          </p:nvSpPr>
          <p:spPr>
            <a:xfrm>
              <a:off x="2202586" y="202646"/>
              <a:ext cx="19034" cy="26609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4207" name="Heatmap cell r8 c122"/>
            <p:cNvSpPr/>
            <p:nvPr/>
          </p:nvSpPr>
          <p:spPr>
            <a:xfrm>
              <a:off x="2221525" y="202646"/>
              <a:ext cx="17140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4208" name="Heatmap cell r8 c123"/>
            <p:cNvSpPr/>
            <p:nvPr/>
          </p:nvSpPr>
          <p:spPr>
            <a:xfrm>
              <a:off x="2238570" y="202646"/>
              <a:ext cx="19034" cy="26609"/>
            </a:xfrm>
            <a:prstGeom prst="rect">
              <a:avLst/>
            </a:prstGeom>
            <a:solidFill>
              <a:srgbClr val="F1C4C7"/>
            </a:solidFill>
            <a:ln>
              <a:noFill/>
            </a:ln>
          </p:spPr>
        </p:sp>
        <p:sp>
          <p:nvSpPr>
            <p:cNvPr id="4209" name="Heatmap cell r8 c124"/>
            <p:cNvSpPr/>
            <p:nvPr/>
          </p:nvSpPr>
          <p:spPr>
            <a:xfrm>
              <a:off x="2257509" y="202646"/>
              <a:ext cx="17140" cy="26609"/>
            </a:xfrm>
            <a:prstGeom prst="rect">
              <a:avLst/>
            </a:prstGeom>
            <a:solidFill>
              <a:srgbClr val="E9EDF3"/>
            </a:solidFill>
            <a:ln>
              <a:noFill/>
            </a:ln>
          </p:spPr>
        </p:sp>
        <p:sp>
          <p:nvSpPr>
            <p:cNvPr id="4210" name="Heatmap cell r8 c125"/>
            <p:cNvSpPr/>
            <p:nvPr/>
          </p:nvSpPr>
          <p:spPr>
            <a:xfrm>
              <a:off x="2274554" y="202646"/>
              <a:ext cx="19034" cy="26609"/>
            </a:xfrm>
            <a:prstGeom prst="rect">
              <a:avLst/>
            </a:prstGeom>
            <a:solidFill>
              <a:srgbClr val="F7E2E4"/>
            </a:solidFill>
            <a:ln>
              <a:noFill/>
            </a:ln>
          </p:spPr>
        </p:sp>
        <p:sp>
          <p:nvSpPr>
            <p:cNvPr id="4211" name="Heatmap cell r8 c126"/>
            <p:cNvSpPr/>
            <p:nvPr/>
          </p:nvSpPr>
          <p:spPr>
            <a:xfrm>
              <a:off x="2293493" y="202646"/>
              <a:ext cx="17140" cy="26609"/>
            </a:xfrm>
            <a:prstGeom prst="rect">
              <a:avLst/>
            </a:prstGeom>
            <a:solidFill>
              <a:srgbClr val="FAEBED"/>
            </a:solidFill>
            <a:ln>
              <a:noFill/>
            </a:ln>
          </p:spPr>
        </p:sp>
        <p:sp>
          <p:nvSpPr>
            <p:cNvPr id="4212" name="Heatmap cell r8 c127"/>
            <p:cNvSpPr/>
            <p:nvPr/>
          </p:nvSpPr>
          <p:spPr>
            <a:xfrm>
              <a:off x="2310538" y="202646"/>
              <a:ext cx="19034" cy="26609"/>
            </a:xfrm>
            <a:prstGeom prst="rect">
              <a:avLst/>
            </a:prstGeom>
            <a:solidFill>
              <a:srgbClr val="F5CED2"/>
            </a:solidFill>
            <a:ln>
              <a:noFill/>
            </a:ln>
          </p:spPr>
        </p:sp>
        <p:sp>
          <p:nvSpPr>
            <p:cNvPr id="4213" name="Heatmap cell r8 c128"/>
            <p:cNvSpPr/>
            <p:nvPr/>
          </p:nvSpPr>
          <p:spPr>
            <a:xfrm>
              <a:off x="2329477" y="202646"/>
              <a:ext cx="19034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4214" name="Heatmap cell r8 c129"/>
            <p:cNvSpPr/>
            <p:nvPr/>
          </p:nvSpPr>
          <p:spPr>
            <a:xfrm>
              <a:off x="2348416" y="202646"/>
              <a:ext cx="17140" cy="26609"/>
            </a:xfrm>
            <a:prstGeom prst="rect">
              <a:avLst/>
            </a:prstGeom>
            <a:solidFill>
              <a:srgbClr val="D7E1EB"/>
            </a:solidFill>
            <a:ln>
              <a:noFill/>
            </a:ln>
          </p:spPr>
        </p:sp>
        <p:sp>
          <p:nvSpPr>
            <p:cNvPr id="4215" name="Heatmap cell r8 c130"/>
            <p:cNvSpPr/>
            <p:nvPr/>
          </p:nvSpPr>
          <p:spPr>
            <a:xfrm>
              <a:off x="2365460" y="202646"/>
              <a:ext cx="19034" cy="26609"/>
            </a:xfrm>
            <a:prstGeom prst="rect">
              <a:avLst/>
            </a:prstGeom>
            <a:solidFill>
              <a:srgbClr val="EA949C"/>
            </a:solidFill>
            <a:ln>
              <a:noFill/>
            </a:ln>
          </p:spPr>
        </p:sp>
        <p:sp>
          <p:nvSpPr>
            <p:cNvPr id="4216" name="Heatmap cell r8 c131"/>
            <p:cNvSpPr/>
            <p:nvPr/>
          </p:nvSpPr>
          <p:spPr>
            <a:xfrm>
              <a:off x="2384399" y="202646"/>
              <a:ext cx="17140" cy="26609"/>
            </a:xfrm>
            <a:prstGeom prst="rect">
              <a:avLst/>
            </a:prstGeom>
            <a:solidFill>
              <a:srgbClr val="F7DCDF"/>
            </a:solidFill>
            <a:ln>
              <a:noFill/>
            </a:ln>
          </p:spPr>
        </p:sp>
        <p:sp>
          <p:nvSpPr>
            <p:cNvPr id="4217" name="Heatmap cell r8 c132"/>
            <p:cNvSpPr/>
            <p:nvPr/>
          </p:nvSpPr>
          <p:spPr>
            <a:xfrm>
              <a:off x="2401444" y="202646"/>
              <a:ext cx="19034" cy="26609"/>
            </a:xfrm>
            <a:prstGeom prst="rect">
              <a:avLst/>
            </a:prstGeom>
            <a:solidFill>
              <a:srgbClr val="E06C79"/>
            </a:solidFill>
            <a:ln>
              <a:noFill/>
            </a:ln>
          </p:spPr>
        </p:sp>
        <p:sp>
          <p:nvSpPr>
            <p:cNvPr id="4218" name="Heatmap cell r8 c133"/>
            <p:cNvSpPr/>
            <p:nvPr/>
          </p:nvSpPr>
          <p:spPr>
            <a:xfrm>
              <a:off x="2420383" y="202646"/>
              <a:ext cx="17140" cy="26609"/>
            </a:xfrm>
            <a:prstGeom prst="rect">
              <a:avLst/>
            </a:prstGeom>
            <a:solidFill>
              <a:srgbClr val="F8DBDD"/>
            </a:solidFill>
            <a:ln>
              <a:noFill/>
            </a:ln>
          </p:spPr>
        </p:sp>
        <p:sp>
          <p:nvSpPr>
            <p:cNvPr id="4219" name="Heatmap cell r8 c134"/>
            <p:cNvSpPr/>
            <p:nvPr/>
          </p:nvSpPr>
          <p:spPr>
            <a:xfrm>
              <a:off x="2437428" y="202646"/>
              <a:ext cx="19034" cy="26609"/>
            </a:xfrm>
            <a:prstGeom prst="rect">
              <a:avLst/>
            </a:prstGeom>
            <a:solidFill>
              <a:srgbClr val="F6D5D9"/>
            </a:solidFill>
            <a:ln>
              <a:noFill/>
            </a:ln>
          </p:spPr>
        </p:sp>
        <p:sp>
          <p:nvSpPr>
            <p:cNvPr id="4220" name="Heatmap cell r8 c135"/>
            <p:cNvSpPr/>
            <p:nvPr/>
          </p:nvSpPr>
          <p:spPr>
            <a:xfrm>
              <a:off x="2456367" y="202646"/>
              <a:ext cx="17140" cy="26609"/>
            </a:xfrm>
            <a:prstGeom prst="rect">
              <a:avLst/>
            </a:prstGeom>
            <a:solidFill>
              <a:srgbClr val="F6D5D9"/>
            </a:solidFill>
            <a:ln>
              <a:noFill/>
            </a:ln>
          </p:spPr>
        </p:sp>
        <p:sp>
          <p:nvSpPr>
            <p:cNvPr id="4221" name="Heatmap cell r8 c136"/>
            <p:cNvSpPr/>
            <p:nvPr/>
          </p:nvSpPr>
          <p:spPr>
            <a:xfrm>
              <a:off x="2473412" y="202646"/>
              <a:ext cx="19034" cy="26609"/>
            </a:xfrm>
            <a:prstGeom prst="rect">
              <a:avLst/>
            </a:prstGeom>
            <a:solidFill>
              <a:srgbClr val="B5C5D7"/>
            </a:solidFill>
            <a:ln>
              <a:noFill/>
            </a:ln>
          </p:spPr>
        </p:sp>
        <p:sp>
          <p:nvSpPr>
            <p:cNvPr id="4222" name="Heatmap cell r8 c137"/>
            <p:cNvSpPr/>
            <p:nvPr/>
          </p:nvSpPr>
          <p:spPr>
            <a:xfrm>
              <a:off x="2492351" y="202646"/>
              <a:ext cx="17140" cy="26609"/>
            </a:xfrm>
            <a:prstGeom prst="rect">
              <a:avLst/>
            </a:prstGeom>
            <a:solidFill>
              <a:srgbClr val="F8E3E6"/>
            </a:solidFill>
            <a:ln>
              <a:noFill/>
            </a:ln>
          </p:spPr>
        </p:sp>
        <p:sp>
          <p:nvSpPr>
            <p:cNvPr id="4223" name="Heatmap cell r8 c138"/>
            <p:cNvSpPr/>
            <p:nvPr/>
          </p:nvSpPr>
          <p:spPr>
            <a:xfrm>
              <a:off x="2509396" y="202646"/>
              <a:ext cx="19034" cy="26609"/>
            </a:xfrm>
            <a:prstGeom prst="rect">
              <a:avLst/>
            </a:prstGeom>
            <a:solidFill>
              <a:srgbClr val="DE5F6B"/>
            </a:solidFill>
            <a:ln>
              <a:noFill/>
            </a:ln>
          </p:spPr>
        </p:sp>
        <p:sp>
          <p:nvSpPr>
            <p:cNvPr id="4224" name="Heatmap cell r8 c139"/>
            <p:cNvSpPr/>
            <p:nvPr/>
          </p:nvSpPr>
          <p:spPr>
            <a:xfrm>
              <a:off x="2528334" y="202646"/>
              <a:ext cx="17140" cy="26609"/>
            </a:xfrm>
            <a:prstGeom prst="rect">
              <a:avLst/>
            </a:prstGeom>
            <a:solidFill>
              <a:srgbClr val="F7D7DB"/>
            </a:solidFill>
            <a:ln>
              <a:noFill/>
            </a:ln>
          </p:spPr>
        </p:sp>
        <p:sp>
          <p:nvSpPr>
            <p:cNvPr id="4225" name="Heatmap cell r8 c140"/>
            <p:cNvSpPr/>
            <p:nvPr/>
          </p:nvSpPr>
          <p:spPr>
            <a:xfrm>
              <a:off x="2545379" y="202646"/>
              <a:ext cx="19034" cy="26609"/>
            </a:xfrm>
            <a:prstGeom prst="rect">
              <a:avLst/>
            </a:prstGeom>
            <a:solidFill>
              <a:srgbClr val="F4CCD1"/>
            </a:solidFill>
            <a:ln>
              <a:noFill/>
            </a:ln>
          </p:spPr>
        </p:sp>
        <p:sp>
          <p:nvSpPr>
            <p:cNvPr id="4226" name="Heatmap cell r8 c142"/>
            <p:cNvSpPr/>
            <p:nvPr/>
          </p:nvSpPr>
          <p:spPr>
            <a:xfrm>
              <a:off x="2583257" y="202646"/>
              <a:ext cx="17140" cy="26609"/>
            </a:xfrm>
            <a:prstGeom prst="rect">
              <a:avLst/>
            </a:prstGeom>
            <a:solidFill>
              <a:srgbClr val="F5CED2"/>
            </a:solidFill>
            <a:ln>
              <a:noFill/>
            </a:ln>
          </p:spPr>
        </p:sp>
        <p:sp>
          <p:nvSpPr>
            <p:cNvPr id="4227" name="Heatmap cell r8 c143"/>
            <p:cNvSpPr/>
            <p:nvPr/>
          </p:nvSpPr>
          <p:spPr>
            <a:xfrm>
              <a:off x="2600302" y="202646"/>
              <a:ext cx="19034" cy="26609"/>
            </a:xfrm>
            <a:prstGeom prst="rect">
              <a:avLst/>
            </a:prstGeom>
            <a:solidFill>
              <a:srgbClr val="EFB6BA"/>
            </a:solidFill>
            <a:ln>
              <a:noFill/>
            </a:ln>
          </p:spPr>
        </p:sp>
        <p:sp>
          <p:nvSpPr>
            <p:cNvPr id="4228" name="Heatmap cell r8 c144"/>
            <p:cNvSpPr/>
            <p:nvPr/>
          </p:nvSpPr>
          <p:spPr>
            <a:xfrm>
              <a:off x="2619241" y="202646"/>
              <a:ext cx="17140" cy="26609"/>
            </a:xfrm>
            <a:prstGeom prst="rect">
              <a:avLst/>
            </a:prstGeom>
            <a:solidFill>
              <a:srgbClr val="F6D5D9"/>
            </a:solidFill>
            <a:ln>
              <a:noFill/>
            </a:ln>
          </p:spPr>
        </p:sp>
        <p:sp>
          <p:nvSpPr>
            <p:cNvPr id="4229" name="Heatmap cell r8 c145"/>
            <p:cNvSpPr/>
            <p:nvPr/>
          </p:nvSpPr>
          <p:spPr>
            <a:xfrm>
              <a:off x="2636286" y="202646"/>
              <a:ext cx="19034" cy="26609"/>
            </a:xfrm>
            <a:prstGeom prst="rect">
              <a:avLst/>
            </a:prstGeom>
            <a:solidFill>
              <a:srgbClr val="F8E9EA"/>
            </a:solidFill>
            <a:ln>
              <a:noFill/>
            </a:ln>
          </p:spPr>
        </p:sp>
        <p:sp>
          <p:nvSpPr>
            <p:cNvPr id="4230" name="Heatmap cell r8 c146"/>
            <p:cNvSpPr/>
            <p:nvPr/>
          </p:nvSpPr>
          <p:spPr>
            <a:xfrm>
              <a:off x="2655225" y="202646"/>
              <a:ext cx="17140" cy="26609"/>
            </a:xfrm>
            <a:prstGeom prst="rect">
              <a:avLst/>
            </a:prstGeom>
            <a:solidFill>
              <a:srgbClr val="FCF8F9"/>
            </a:solidFill>
            <a:ln>
              <a:noFill/>
            </a:ln>
          </p:spPr>
        </p:sp>
        <p:sp>
          <p:nvSpPr>
            <p:cNvPr id="4231" name="Heatmap cell r8 c147"/>
            <p:cNvSpPr/>
            <p:nvPr/>
          </p:nvSpPr>
          <p:spPr>
            <a:xfrm>
              <a:off x="2672270" y="202646"/>
              <a:ext cx="19034" cy="26609"/>
            </a:xfrm>
            <a:prstGeom prst="rect">
              <a:avLst/>
            </a:prstGeom>
            <a:solidFill>
              <a:srgbClr val="89A6C2"/>
            </a:solidFill>
            <a:ln>
              <a:noFill/>
            </a:ln>
          </p:spPr>
        </p:sp>
        <p:sp>
          <p:nvSpPr>
            <p:cNvPr id="4232" name="Heatmap cell r8 c148"/>
            <p:cNvSpPr/>
            <p:nvPr/>
          </p:nvSpPr>
          <p:spPr>
            <a:xfrm>
              <a:off x="2691208" y="202646"/>
              <a:ext cx="17140" cy="26609"/>
            </a:xfrm>
            <a:prstGeom prst="rect">
              <a:avLst/>
            </a:prstGeom>
            <a:solidFill>
              <a:srgbClr val="FAEEEF"/>
            </a:solidFill>
            <a:ln>
              <a:noFill/>
            </a:ln>
          </p:spPr>
        </p:sp>
        <p:sp>
          <p:nvSpPr>
            <p:cNvPr id="4233" name="Heatmap cell r8 c149"/>
            <p:cNvSpPr/>
            <p:nvPr/>
          </p:nvSpPr>
          <p:spPr>
            <a:xfrm>
              <a:off x="2708253" y="202646"/>
              <a:ext cx="19034" cy="26609"/>
            </a:xfrm>
            <a:prstGeom prst="rect">
              <a:avLst/>
            </a:prstGeom>
            <a:solidFill>
              <a:srgbClr val="F8DEE0"/>
            </a:solidFill>
            <a:ln>
              <a:noFill/>
            </a:ln>
          </p:spPr>
        </p:sp>
        <p:sp>
          <p:nvSpPr>
            <p:cNvPr id="4234" name="Heatmap cell r8 c150"/>
            <p:cNvSpPr/>
            <p:nvPr/>
          </p:nvSpPr>
          <p:spPr>
            <a:xfrm>
              <a:off x="2727192" y="202646"/>
              <a:ext cx="17140" cy="26609"/>
            </a:xfrm>
            <a:prstGeom prst="rect">
              <a:avLst/>
            </a:prstGeom>
            <a:solidFill>
              <a:srgbClr val="FAECEC"/>
            </a:solidFill>
            <a:ln>
              <a:noFill/>
            </a:ln>
          </p:spPr>
        </p:sp>
        <p:sp>
          <p:nvSpPr>
            <p:cNvPr id="4235" name="Heatmap cell r8 c151"/>
            <p:cNvSpPr/>
            <p:nvPr/>
          </p:nvSpPr>
          <p:spPr>
            <a:xfrm>
              <a:off x="2744237" y="202646"/>
              <a:ext cx="19034" cy="26609"/>
            </a:xfrm>
            <a:prstGeom prst="rect">
              <a:avLst/>
            </a:prstGeom>
            <a:solidFill>
              <a:srgbClr val="D33040"/>
            </a:solidFill>
            <a:ln>
              <a:noFill/>
            </a:ln>
          </p:spPr>
        </p:sp>
        <p:sp>
          <p:nvSpPr>
            <p:cNvPr id="4236" name="Heatmap cell r8 c152"/>
            <p:cNvSpPr/>
            <p:nvPr/>
          </p:nvSpPr>
          <p:spPr>
            <a:xfrm>
              <a:off x="2763176" y="202646"/>
              <a:ext cx="17140" cy="26609"/>
            </a:xfrm>
            <a:prstGeom prst="rect">
              <a:avLst/>
            </a:prstGeom>
            <a:solidFill>
              <a:srgbClr val="EEF3F6"/>
            </a:solidFill>
            <a:ln>
              <a:noFill/>
            </a:ln>
          </p:spPr>
        </p:sp>
        <p:sp>
          <p:nvSpPr>
            <p:cNvPr id="4237" name="Heatmap cell r8 c153"/>
            <p:cNvSpPr/>
            <p:nvPr/>
          </p:nvSpPr>
          <p:spPr>
            <a:xfrm>
              <a:off x="2780221" y="202646"/>
              <a:ext cx="19034" cy="26609"/>
            </a:xfrm>
            <a:prstGeom prst="rect">
              <a:avLst/>
            </a:prstGeom>
            <a:solidFill>
              <a:srgbClr val="D5DFEA"/>
            </a:solidFill>
            <a:ln>
              <a:noFill/>
            </a:ln>
          </p:spPr>
        </p:sp>
        <p:sp>
          <p:nvSpPr>
            <p:cNvPr id="4238" name="Heatmap cell r8 c154"/>
            <p:cNvSpPr/>
            <p:nvPr/>
          </p:nvSpPr>
          <p:spPr>
            <a:xfrm>
              <a:off x="2799160" y="202646"/>
              <a:ext cx="17140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4239" name="Heatmap cell r8 c155"/>
            <p:cNvSpPr/>
            <p:nvPr/>
          </p:nvSpPr>
          <p:spPr>
            <a:xfrm>
              <a:off x="2816205" y="202646"/>
              <a:ext cx="19034" cy="26609"/>
            </a:xfrm>
            <a:prstGeom prst="rect">
              <a:avLst/>
            </a:prstGeom>
            <a:solidFill>
              <a:srgbClr val="BECFDD"/>
            </a:solidFill>
            <a:ln>
              <a:noFill/>
            </a:ln>
          </p:spPr>
        </p:sp>
        <p:sp>
          <p:nvSpPr>
            <p:cNvPr id="4240" name="Heatmap cell r8 c156"/>
            <p:cNvSpPr/>
            <p:nvPr/>
          </p:nvSpPr>
          <p:spPr>
            <a:xfrm>
              <a:off x="2835144" y="202646"/>
              <a:ext cx="19034" cy="26609"/>
            </a:xfrm>
            <a:prstGeom prst="rect">
              <a:avLst/>
            </a:prstGeom>
            <a:solidFill>
              <a:srgbClr val="FAEBED"/>
            </a:solidFill>
            <a:ln>
              <a:noFill/>
            </a:ln>
          </p:spPr>
        </p:sp>
        <p:sp>
          <p:nvSpPr>
            <p:cNvPr id="4241" name="Heatmap cell r8 c157"/>
            <p:cNvSpPr/>
            <p:nvPr/>
          </p:nvSpPr>
          <p:spPr>
            <a:xfrm>
              <a:off x="2854082" y="202646"/>
              <a:ext cx="17140" cy="26609"/>
            </a:xfrm>
            <a:prstGeom prst="rect">
              <a:avLst/>
            </a:prstGeom>
            <a:solidFill>
              <a:srgbClr val="F5CFD2"/>
            </a:solidFill>
            <a:ln>
              <a:noFill/>
            </a:ln>
          </p:spPr>
        </p:sp>
        <p:sp>
          <p:nvSpPr>
            <p:cNvPr id="4242" name="Heatmap cell r8 c158"/>
            <p:cNvSpPr/>
            <p:nvPr/>
          </p:nvSpPr>
          <p:spPr>
            <a:xfrm>
              <a:off x="2871127" y="202646"/>
              <a:ext cx="19034" cy="26609"/>
            </a:xfrm>
            <a:prstGeom prst="rect">
              <a:avLst/>
            </a:prstGeom>
            <a:solidFill>
              <a:srgbClr val="EDAFB5"/>
            </a:solidFill>
            <a:ln>
              <a:noFill/>
            </a:ln>
          </p:spPr>
        </p:sp>
        <p:sp>
          <p:nvSpPr>
            <p:cNvPr id="4243" name="Heatmap cell r8 c159"/>
            <p:cNvSpPr/>
            <p:nvPr/>
          </p:nvSpPr>
          <p:spPr>
            <a:xfrm>
              <a:off x="2890066" y="202646"/>
              <a:ext cx="17140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4244" name="Heatmap cell r8 c160"/>
            <p:cNvSpPr/>
            <p:nvPr/>
          </p:nvSpPr>
          <p:spPr>
            <a:xfrm>
              <a:off x="2907111" y="202646"/>
              <a:ext cx="19034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4245" name="Heatmap cell r8 c161"/>
            <p:cNvSpPr/>
            <p:nvPr/>
          </p:nvSpPr>
          <p:spPr>
            <a:xfrm>
              <a:off x="2926050" y="202646"/>
              <a:ext cx="17140" cy="26609"/>
            </a:xfrm>
            <a:prstGeom prst="rect">
              <a:avLst/>
            </a:prstGeom>
            <a:solidFill>
              <a:srgbClr val="F9E8E9"/>
            </a:solidFill>
            <a:ln>
              <a:noFill/>
            </a:ln>
          </p:spPr>
        </p:sp>
        <p:sp>
          <p:nvSpPr>
            <p:cNvPr id="4246" name="Heatmap cell r8 c162"/>
            <p:cNvSpPr/>
            <p:nvPr/>
          </p:nvSpPr>
          <p:spPr>
            <a:xfrm>
              <a:off x="2943095" y="202646"/>
              <a:ext cx="19034" cy="26609"/>
            </a:xfrm>
            <a:prstGeom prst="rect">
              <a:avLst/>
            </a:prstGeom>
            <a:solidFill>
              <a:srgbClr val="FAEEEF"/>
            </a:solidFill>
            <a:ln>
              <a:noFill/>
            </a:ln>
          </p:spPr>
        </p:sp>
        <p:sp>
          <p:nvSpPr>
            <p:cNvPr id="4247" name="Heatmap cell r8 c163"/>
            <p:cNvSpPr/>
            <p:nvPr/>
          </p:nvSpPr>
          <p:spPr>
            <a:xfrm>
              <a:off x="2962034" y="202646"/>
              <a:ext cx="17140" cy="26609"/>
            </a:xfrm>
            <a:prstGeom prst="rect">
              <a:avLst/>
            </a:prstGeom>
            <a:solidFill>
              <a:srgbClr val="FAEBED"/>
            </a:solidFill>
            <a:ln>
              <a:noFill/>
            </a:ln>
          </p:spPr>
        </p:sp>
        <p:sp>
          <p:nvSpPr>
            <p:cNvPr id="4248" name="Heatmap cell r8 c164"/>
            <p:cNvSpPr/>
            <p:nvPr/>
          </p:nvSpPr>
          <p:spPr>
            <a:xfrm>
              <a:off x="2979079" y="202646"/>
              <a:ext cx="19034" cy="26609"/>
            </a:xfrm>
            <a:prstGeom prst="rect">
              <a:avLst/>
            </a:prstGeom>
            <a:solidFill>
              <a:srgbClr val="FBF0F1"/>
            </a:solidFill>
            <a:ln>
              <a:noFill/>
            </a:ln>
          </p:spPr>
        </p:sp>
        <p:sp>
          <p:nvSpPr>
            <p:cNvPr id="4249" name="Heatmap cell r8 c165"/>
            <p:cNvSpPr/>
            <p:nvPr/>
          </p:nvSpPr>
          <p:spPr>
            <a:xfrm>
              <a:off x="2998018" y="202646"/>
              <a:ext cx="17140" cy="26609"/>
            </a:xfrm>
            <a:prstGeom prst="rect">
              <a:avLst/>
            </a:prstGeom>
            <a:solidFill>
              <a:srgbClr val="FBF1F3"/>
            </a:solidFill>
            <a:ln>
              <a:noFill/>
            </a:ln>
          </p:spPr>
        </p:sp>
        <p:sp>
          <p:nvSpPr>
            <p:cNvPr id="4250" name="Heatmap cell r8 c166"/>
            <p:cNvSpPr/>
            <p:nvPr/>
          </p:nvSpPr>
          <p:spPr>
            <a:xfrm>
              <a:off x="3015062" y="202646"/>
              <a:ext cx="19034" cy="26609"/>
            </a:xfrm>
            <a:prstGeom prst="rect">
              <a:avLst/>
            </a:prstGeom>
            <a:solidFill>
              <a:srgbClr val="F8E9EA"/>
            </a:solidFill>
            <a:ln>
              <a:noFill/>
            </a:ln>
          </p:spPr>
        </p:sp>
        <p:sp>
          <p:nvSpPr>
            <p:cNvPr id="4251" name="Heatmap cell r8 c167"/>
            <p:cNvSpPr/>
            <p:nvPr/>
          </p:nvSpPr>
          <p:spPr>
            <a:xfrm>
              <a:off x="3034001" y="202646"/>
              <a:ext cx="17140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4252" name="Heatmap cell r8 c168"/>
            <p:cNvSpPr/>
            <p:nvPr/>
          </p:nvSpPr>
          <p:spPr>
            <a:xfrm>
              <a:off x="3051046" y="202646"/>
              <a:ext cx="19034" cy="26609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4253" name="Heatmap cell r8 c169"/>
            <p:cNvSpPr/>
            <p:nvPr/>
          </p:nvSpPr>
          <p:spPr>
            <a:xfrm>
              <a:off x="3069985" y="202646"/>
              <a:ext cx="19034" cy="26609"/>
            </a:xfrm>
            <a:prstGeom prst="rect">
              <a:avLst/>
            </a:prstGeom>
            <a:solidFill>
              <a:srgbClr val="F9E8E9"/>
            </a:solidFill>
            <a:ln>
              <a:noFill/>
            </a:ln>
          </p:spPr>
        </p:sp>
        <p:sp>
          <p:nvSpPr>
            <p:cNvPr id="4254" name="Heatmap cell r8 c170"/>
            <p:cNvSpPr/>
            <p:nvPr/>
          </p:nvSpPr>
          <p:spPr>
            <a:xfrm>
              <a:off x="3088924" y="202646"/>
              <a:ext cx="17140" cy="26609"/>
            </a:xfrm>
            <a:prstGeom prst="rect">
              <a:avLst/>
            </a:prstGeom>
            <a:solidFill>
              <a:srgbClr val="F1F5F8"/>
            </a:solidFill>
            <a:ln>
              <a:noFill/>
            </a:ln>
          </p:spPr>
        </p:sp>
        <p:sp>
          <p:nvSpPr>
            <p:cNvPr id="4255" name="Heatmap cell r8 c171"/>
            <p:cNvSpPr/>
            <p:nvPr/>
          </p:nvSpPr>
          <p:spPr>
            <a:xfrm>
              <a:off x="3105969" y="202646"/>
              <a:ext cx="19034" cy="26609"/>
            </a:xfrm>
            <a:prstGeom prst="rect">
              <a:avLst/>
            </a:prstGeom>
            <a:solidFill>
              <a:srgbClr val="A4BAD0"/>
            </a:solidFill>
            <a:ln>
              <a:noFill/>
            </a:ln>
          </p:spPr>
        </p:sp>
        <p:sp>
          <p:nvSpPr>
            <p:cNvPr id="4256" name="Heatmap cell r8 c172"/>
            <p:cNvSpPr/>
            <p:nvPr/>
          </p:nvSpPr>
          <p:spPr>
            <a:xfrm>
              <a:off x="3124908" y="202646"/>
              <a:ext cx="17140" cy="26609"/>
            </a:xfrm>
            <a:prstGeom prst="rect">
              <a:avLst/>
            </a:prstGeom>
            <a:solidFill>
              <a:srgbClr val="F8DBDD"/>
            </a:solidFill>
            <a:ln>
              <a:noFill/>
            </a:ln>
          </p:spPr>
        </p:sp>
        <p:sp>
          <p:nvSpPr>
            <p:cNvPr id="4257" name="Heatmap cell r8 c174"/>
            <p:cNvSpPr/>
            <p:nvPr/>
          </p:nvSpPr>
          <p:spPr>
            <a:xfrm>
              <a:off x="3160892" y="202646"/>
              <a:ext cx="17140" cy="26609"/>
            </a:xfrm>
            <a:prstGeom prst="rect">
              <a:avLst/>
            </a:prstGeom>
            <a:solidFill>
              <a:srgbClr val="316192"/>
            </a:solidFill>
            <a:ln>
              <a:noFill/>
            </a:ln>
          </p:spPr>
        </p:sp>
        <p:sp>
          <p:nvSpPr>
            <p:cNvPr id="4258" name="Heatmap cell r8 c176"/>
            <p:cNvSpPr/>
            <p:nvPr/>
          </p:nvSpPr>
          <p:spPr>
            <a:xfrm>
              <a:off x="3196875" y="202646"/>
              <a:ext cx="17140" cy="26609"/>
            </a:xfrm>
            <a:prstGeom prst="rect">
              <a:avLst/>
            </a:prstGeom>
            <a:solidFill>
              <a:srgbClr val="AABDD2"/>
            </a:solidFill>
            <a:ln>
              <a:noFill/>
            </a:ln>
          </p:spPr>
        </p:sp>
        <p:sp>
          <p:nvSpPr>
            <p:cNvPr id="4259" name="Heatmap cell r8 c177"/>
            <p:cNvSpPr/>
            <p:nvPr/>
          </p:nvSpPr>
          <p:spPr>
            <a:xfrm>
              <a:off x="3213920" y="202646"/>
              <a:ext cx="19034" cy="26609"/>
            </a:xfrm>
            <a:prstGeom prst="rect">
              <a:avLst/>
            </a:prstGeom>
            <a:solidFill>
              <a:srgbClr val="E9EDF3"/>
            </a:solidFill>
            <a:ln>
              <a:noFill/>
            </a:ln>
          </p:spPr>
        </p:sp>
        <p:sp>
          <p:nvSpPr>
            <p:cNvPr id="4260" name="Heatmap cell r8 c178"/>
            <p:cNvSpPr/>
            <p:nvPr/>
          </p:nvSpPr>
          <p:spPr>
            <a:xfrm>
              <a:off x="3232859" y="202646"/>
              <a:ext cx="17140" cy="26609"/>
            </a:xfrm>
            <a:prstGeom prst="rect">
              <a:avLst/>
            </a:prstGeom>
            <a:solidFill>
              <a:srgbClr val="FCF6F6"/>
            </a:solidFill>
            <a:ln>
              <a:noFill/>
            </a:ln>
          </p:spPr>
        </p:sp>
        <p:sp>
          <p:nvSpPr>
            <p:cNvPr id="4261" name="Heatmap cell r8 c179"/>
            <p:cNvSpPr/>
            <p:nvPr/>
          </p:nvSpPr>
          <p:spPr>
            <a:xfrm>
              <a:off x="3249904" y="202646"/>
              <a:ext cx="19034" cy="26609"/>
            </a:xfrm>
            <a:prstGeom prst="rect">
              <a:avLst/>
            </a:prstGeom>
            <a:solidFill>
              <a:srgbClr val="F9E8E9"/>
            </a:solidFill>
            <a:ln>
              <a:noFill/>
            </a:ln>
          </p:spPr>
        </p:sp>
        <p:sp>
          <p:nvSpPr>
            <p:cNvPr id="4262" name="Heatmap cell r8 c180"/>
            <p:cNvSpPr/>
            <p:nvPr/>
          </p:nvSpPr>
          <p:spPr>
            <a:xfrm>
              <a:off x="3268843" y="202646"/>
              <a:ext cx="17140" cy="26609"/>
            </a:xfrm>
            <a:prstGeom prst="rect">
              <a:avLst/>
            </a:prstGeom>
            <a:solidFill>
              <a:srgbClr val="97B0C8"/>
            </a:solidFill>
            <a:ln>
              <a:noFill/>
            </a:ln>
          </p:spPr>
        </p:sp>
        <p:sp>
          <p:nvSpPr>
            <p:cNvPr id="4263" name="Heatmap cell r8 c181"/>
            <p:cNvSpPr/>
            <p:nvPr/>
          </p:nvSpPr>
          <p:spPr>
            <a:xfrm>
              <a:off x="3285888" y="202646"/>
              <a:ext cx="19034" cy="26609"/>
            </a:xfrm>
            <a:prstGeom prst="rect">
              <a:avLst/>
            </a:prstGeom>
            <a:solidFill>
              <a:srgbClr val="1E4F86"/>
            </a:solidFill>
            <a:ln>
              <a:noFill/>
            </a:ln>
          </p:spPr>
        </p:sp>
        <p:sp>
          <p:nvSpPr>
            <p:cNvPr id="4264" name="Heatmap cell r8 c183"/>
            <p:cNvSpPr/>
            <p:nvPr/>
          </p:nvSpPr>
          <p:spPr>
            <a:xfrm>
              <a:off x="3323765" y="202646"/>
              <a:ext cx="17140" cy="26609"/>
            </a:xfrm>
            <a:prstGeom prst="rect">
              <a:avLst/>
            </a:prstGeom>
            <a:solidFill>
              <a:srgbClr val="F7D7DB"/>
            </a:solidFill>
            <a:ln>
              <a:noFill/>
            </a:ln>
          </p:spPr>
        </p:sp>
        <p:sp>
          <p:nvSpPr>
            <p:cNvPr id="4265" name="Heatmap cell r8 c184"/>
            <p:cNvSpPr/>
            <p:nvPr/>
          </p:nvSpPr>
          <p:spPr>
            <a:xfrm>
              <a:off x="3340810" y="202646"/>
              <a:ext cx="19034" cy="26609"/>
            </a:xfrm>
            <a:prstGeom prst="rect">
              <a:avLst/>
            </a:prstGeom>
            <a:solidFill>
              <a:srgbClr val="EEF3F6"/>
            </a:solidFill>
            <a:ln>
              <a:noFill/>
            </a:ln>
          </p:spPr>
        </p:sp>
        <p:sp>
          <p:nvSpPr>
            <p:cNvPr id="4266" name="Heatmap cell r8 c185"/>
            <p:cNvSpPr/>
            <p:nvPr/>
          </p:nvSpPr>
          <p:spPr>
            <a:xfrm>
              <a:off x="3359749" y="202646"/>
              <a:ext cx="17140" cy="26609"/>
            </a:xfrm>
            <a:prstGeom prst="rect">
              <a:avLst/>
            </a:prstGeom>
            <a:solidFill>
              <a:srgbClr val="EFB8BC"/>
            </a:solidFill>
            <a:ln>
              <a:noFill/>
            </a:ln>
          </p:spPr>
        </p:sp>
        <p:sp>
          <p:nvSpPr>
            <p:cNvPr id="4267" name="Heatmap cell r8 c186"/>
            <p:cNvSpPr/>
            <p:nvPr/>
          </p:nvSpPr>
          <p:spPr>
            <a:xfrm>
              <a:off x="3376794" y="202646"/>
              <a:ext cx="19034" cy="26609"/>
            </a:xfrm>
            <a:prstGeom prst="rect">
              <a:avLst/>
            </a:prstGeom>
            <a:solidFill>
              <a:srgbClr val="D1DCE7"/>
            </a:solidFill>
            <a:ln>
              <a:noFill/>
            </a:ln>
          </p:spPr>
        </p:sp>
        <p:sp>
          <p:nvSpPr>
            <p:cNvPr id="4268" name="Heatmap cell r8 c187"/>
            <p:cNvSpPr/>
            <p:nvPr/>
          </p:nvSpPr>
          <p:spPr>
            <a:xfrm>
              <a:off x="3395733" y="202646"/>
              <a:ext cx="17140" cy="26609"/>
            </a:xfrm>
            <a:prstGeom prst="rect">
              <a:avLst/>
            </a:prstGeom>
            <a:solidFill>
              <a:srgbClr val="F8DBDD"/>
            </a:solidFill>
            <a:ln>
              <a:noFill/>
            </a:ln>
          </p:spPr>
        </p:sp>
        <p:sp>
          <p:nvSpPr>
            <p:cNvPr id="4269" name="Heatmap cell r8 c188"/>
            <p:cNvSpPr/>
            <p:nvPr/>
          </p:nvSpPr>
          <p:spPr>
            <a:xfrm>
              <a:off x="3412778" y="202646"/>
              <a:ext cx="19034" cy="26609"/>
            </a:xfrm>
            <a:prstGeom prst="rect">
              <a:avLst/>
            </a:prstGeom>
            <a:solidFill>
              <a:srgbClr val="F8E4E7"/>
            </a:solidFill>
            <a:ln>
              <a:noFill/>
            </a:ln>
          </p:spPr>
        </p:sp>
        <p:sp>
          <p:nvSpPr>
            <p:cNvPr id="4270" name="Heatmap cell r8 c189"/>
            <p:cNvSpPr/>
            <p:nvPr/>
          </p:nvSpPr>
          <p:spPr>
            <a:xfrm>
              <a:off x="3431717" y="202646"/>
              <a:ext cx="17140" cy="26609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</p:sp>
        <p:sp>
          <p:nvSpPr>
            <p:cNvPr id="4271" name="Heatmap cell r8 c190"/>
            <p:cNvSpPr/>
            <p:nvPr/>
          </p:nvSpPr>
          <p:spPr>
            <a:xfrm>
              <a:off x="3448762" y="202646"/>
              <a:ext cx="19034" cy="26609"/>
            </a:xfrm>
            <a:prstGeom prst="rect">
              <a:avLst/>
            </a:prstGeom>
            <a:solidFill>
              <a:srgbClr val="C3D1DF"/>
            </a:solidFill>
            <a:ln>
              <a:noFill/>
            </a:ln>
          </p:spPr>
        </p:sp>
        <p:sp>
          <p:nvSpPr>
            <p:cNvPr id="4272" name="Heatmap cell r8 c191"/>
            <p:cNvSpPr/>
            <p:nvPr/>
          </p:nvSpPr>
          <p:spPr>
            <a:xfrm>
              <a:off x="3467701" y="202646"/>
              <a:ext cx="17140" cy="26609"/>
            </a:xfrm>
            <a:prstGeom prst="rect">
              <a:avLst/>
            </a:prstGeom>
            <a:solidFill>
              <a:srgbClr val="F9E8E9"/>
            </a:solidFill>
            <a:ln>
              <a:noFill/>
            </a:ln>
          </p:spPr>
        </p:sp>
        <p:sp>
          <p:nvSpPr>
            <p:cNvPr id="4273" name="Heatmap cell r8 c192"/>
            <p:cNvSpPr/>
            <p:nvPr/>
          </p:nvSpPr>
          <p:spPr>
            <a:xfrm>
              <a:off x="3484746" y="202646"/>
              <a:ext cx="19034" cy="26609"/>
            </a:xfrm>
            <a:prstGeom prst="rect">
              <a:avLst/>
            </a:prstGeom>
            <a:solidFill>
              <a:srgbClr val="BECFDD"/>
            </a:solidFill>
            <a:ln>
              <a:noFill/>
            </a:ln>
          </p:spPr>
        </p:sp>
        <p:sp>
          <p:nvSpPr>
            <p:cNvPr id="4274" name="Heatmap cell r8 c193"/>
            <p:cNvSpPr/>
            <p:nvPr/>
          </p:nvSpPr>
          <p:spPr>
            <a:xfrm>
              <a:off x="3503684" y="202646"/>
              <a:ext cx="17140" cy="26609"/>
            </a:xfrm>
            <a:prstGeom prst="rect">
              <a:avLst/>
            </a:prstGeom>
            <a:solidFill>
              <a:srgbClr val="9EB5CC"/>
            </a:solidFill>
            <a:ln>
              <a:noFill/>
            </a:ln>
          </p:spPr>
        </p:sp>
        <p:sp>
          <p:nvSpPr>
            <p:cNvPr id="4275" name="Heatmap cell r8 c194"/>
            <p:cNvSpPr/>
            <p:nvPr/>
          </p:nvSpPr>
          <p:spPr>
            <a:xfrm>
              <a:off x="3520729" y="202646"/>
              <a:ext cx="19034" cy="26609"/>
            </a:xfrm>
            <a:prstGeom prst="rect">
              <a:avLst/>
            </a:prstGeom>
            <a:solidFill>
              <a:srgbClr val="F8E9EA"/>
            </a:solidFill>
            <a:ln>
              <a:noFill/>
            </a:ln>
          </p:spPr>
        </p:sp>
        <p:sp>
          <p:nvSpPr>
            <p:cNvPr id="4276" name="Heatmap cell r8 c195"/>
            <p:cNvSpPr/>
            <p:nvPr/>
          </p:nvSpPr>
          <p:spPr>
            <a:xfrm>
              <a:off x="3539668" y="202646"/>
              <a:ext cx="19034" cy="26609"/>
            </a:xfrm>
            <a:prstGeom prst="rect">
              <a:avLst/>
            </a:prstGeom>
            <a:solidFill>
              <a:srgbClr val="F8E9EA"/>
            </a:solidFill>
            <a:ln>
              <a:noFill/>
            </a:ln>
          </p:spPr>
        </p:sp>
        <p:sp>
          <p:nvSpPr>
            <p:cNvPr id="4277" name="Heatmap cell r8 c196"/>
            <p:cNvSpPr/>
            <p:nvPr/>
          </p:nvSpPr>
          <p:spPr>
            <a:xfrm>
              <a:off x="3558607" y="202646"/>
              <a:ext cx="17140" cy="26609"/>
            </a:xfrm>
            <a:prstGeom prst="rect">
              <a:avLst/>
            </a:prstGeom>
            <a:solidFill>
              <a:srgbClr val="A9BCD2"/>
            </a:solidFill>
            <a:ln>
              <a:noFill/>
            </a:ln>
          </p:spPr>
        </p:sp>
        <p:sp>
          <p:nvSpPr>
            <p:cNvPr id="4278" name="Heatmap cell r8 c197"/>
            <p:cNvSpPr/>
            <p:nvPr/>
          </p:nvSpPr>
          <p:spPr>
            <a:xfrm>
              <a:off x="3575652" y="202646"/>
              <a:ext cx="19034" cy="26609"/>
            </a:xfrm>
            <a:prstGeom prst="rect">
              <a:avLst/>
            </a:prstGeom>
            <a:solidFill>
              <a:srgbClr val="FCF8F9"/>
            </a:solidFill>
            <a:ln>
              <a:noFill/>
            </a:ln>
          </p:spPr>
        </p:sp>
        <p:sp>
          <p:nvSpPr>
            <p:cNvPr id="4279" name="Heatmap cell r8 c198"/>
            <p:cNvSpPr/>
            <p:nvPr/>
          </p:nvSpPr>
          <p:spPr>
            <a:xfrm>
              <a:off x="3594591" y="202646"/>
              <a:ext cx="17140" cy="26609"/>
            </a:xfrm>
            <a:prstGeom prst="rect">
              <a:avLst/>
            </a:prstGeom>
            <a:solidFill>
              <a:srgbClr val="FCF7F7"/>
            </a:solidFill>
            <a:ln>
              <a:noFill/>
            </a:ln>
          </p:spPr>
        </p:sp>
        <p:sp>
          <p:nvSpPr>
            <p:cNvPr id="4280" name="Heatmap cell r8 c199"/>
            <p:cNvSpPr/>
            <p:nvPr/>
          </p:nvSpPr>
          <p:spPr>
            <a:xfrm>
              <a:off x="3611636" y="202646"/>
              <a:ext cx="19034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4281" name="Heatmap cell r8 c200"/>
            <p:cNvSpPr/>
            <p:nvPr/>
          </p:nvSpPr>
          <p:spPr>
            <a:xfrm>
              <a:off x="3630575" y="202646"/>
              <a:ext cx="17140" cy="26609"/>
            </a:xfrm>
            <a:prstGeom prst="rect">
              <a:avLst/>
            </a:prstGeom>
            <a:solidFill>
              <a:srgbClr val="386896"/>
            </a:solidFill>
            <a:ln>
              <a:noFill/>
            </a:ln>
          </p:spPr>
        </p:sp>
        <p:sp>
          <p:nvSpPr>
            <p:cNvPr id="4282" name="Heatmap cell r8 c201"/>
            <p:cNvSpPr/>
            <p:nvPr/>
          </p:nvSpPr>
          <p:spPr>
            <a:xfrm>
              <a:off x="3647620" y="202646"/>
              <a:ext cx="19034" cy="26609"/>
            </a:xfrm>
            <a:prstGeom prst="rect">
              <a:avLst/>
            </a:prstGeom>
            <a:solidFill>
              <a:srgbClr val="AFC4D5"/>
            </a:solidFill>
            <a:ln>
              <a:noFill/>
            </a:ln>
          </p:spPr>
        </p:sp>
        <p:sp>
          <p:nvSpPr>
            <p:cNvPr id="4283" name="Heatmap cell r8 c202"/>
            <p:cNvSpPr/>
            <p:nvPr/>
          </p:nvSpPr>
          <p:spPr>
            <a:xfrm>
              <a:off x="3666558" y="202646"/>
              <a:ext cx="17140" cy="26609"/>
            </a:xfrm>
            <a:prstGeom prst="rect">
              <a:avLst/>
            </a:prstGeom>
            <a:solidFill>
              <a:srgbClr val="F9E7E8"/>
            </a:solidFill>
            <a:ln>
              <a:noFill/>
            </a:ln>
          </p:spPr>
        </p:sp>
        <p:sp>
          <p:nvSpPr>
            <p:cNvPr id="4284" name="Heatmap cell r8 c203"/>
            <p:cNvSpPr/>
            <p:nvPr/>
          </p:nvSpPr>
          <p:spPr>
            <a:xfrm>
              <a:off x="3683603" y="202646"/>
              <a:ext cx="19034" cy="26609"/>
            </a:xfrm>
            <a:prstGeom prst="rect">
              <a:avLst/>
            </a:prstGeom>
            <a:solidFill>
              <a:srgbClr val="C9D6E2"/>
            </a:solidFill>
            <a:ln>
              <a:noFill/>
            </a:ln>
          </p:spPr>
        </p:sp>
        <p:sp>
          <p:nvSpPr>
            <p:cNvPr id="4285" name="Heatmap cell r8 c205"/>
            <p:cNvSpPr/>
            <p:nvPr/>
          </p:nvSpPr>
          <p:spPr>
            <a:xfrm>
              <a:off x="3719587" y="202646"/>
              <a:ext cx="19034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4286" name="Heatmap cell r8 c206"/>
            <p:cNvSpPr/>
            <p:nvPr/>
          </p:nvSpPr>
          <p:spPr>
            <a:xfrm>
              <a:off x="3738526" y="202646"/>
              <a:ext cx="17140" cy="26609"/>
            </a:xfrm>
            <a:prstGeom prst="rect">
              <a:avLst/>
            </a:prstGeom>
            <a:solidFill>
              <a:srgbClr val="B7C7D9"/>
            </a:solidFill>
            <a:ln>
              <a:noFill/>
            </a:ln>
          </p:spPr>
        </p:sp>
        <p:sp>
          <p:nvSpPr>
            <p:cNvPr id="4287" name="Heatmap cell r8 c207"/>
            <p:cNvSpPr/>
            <p:nvPr/>
          </p:nvSpPr>
          <p:spPr>
            <a:xfrm>
              <a:off x="3755571" y="202646"/>
              <a:ext cx="19034" cy="26609"/>
            </a:xfrm>
            <a:prstGeom prst="rect">
              <a:avLst/>
            </a:prstGeom>
            <a:solidFill>
              <a:srgbClr val="EBA2A9"/>
            </a:solidFill>
            <a:ln>
              <a:noFill/>
            </a:ln>
          </p:spPr>
        </p:sp>
        <p:sp>
          <p:nvSpPr>
            <p:cNvPr id="4288" name="Heatmap cell r8 c208"/>
            <p:cNvSpPr/>
            <p:nvPr/>
          </p:nvSpPr>
          <p:spPr>
            <a:xfrm>
              <a:off x="3774510" y="202646"/>
              <a:ext cx="19034" cy="26609"/>
            </a:xfrm>
            <a:prstGeom prst="rect">
              <a:avLst/>
            </a:prstGeom>
            <a:solidFill>
              <a:srgbClr val="F1C0C4"/>
            </a:solidFill>
            <a:ln>
              <a:noFill/>
            </a:ln>
          </p:spPr>
        </p:sp>
        <p:sp>
          <p:nvSpPr>
            <p:cNvPr id="4289" name="Heatmap cell r8 c209"/>
            <p:cNvSpPr/>
            <p:nvPr/>
          </p:nvSpPr>
          <p:spPr>
            <a:xfrm>
              <a:off x="3793449" y="202646"/>
              <a:ext cx="17140" cy="26609"/>
            </a:xfrm>
            <a:prstGeom prst="rect">
              <a:avLst/>
            </a:prstGeom>
            <a:solidFill>
              <a:srgbClr val="F3C5C8"/>
            </a:solidFill>
            <a:ln>
              <a:noFill/>
            </a:ln>
          </p:spPr>
        </p:sp>
        <p:sp>
          <p:nvSpPr>
            <p:cNvPr id="4290" name="Heatmap cell r8 c210"/>
            <p:cNvSpPr/>
            <p:nvPr/>
          </p:nvSpPr>
          <p:spPr>
            <a:xfrm>
              <a:off x="3810494" y="202646"/>
              <a:ext cx="19034" cy="26609"/>
            </a:xfrm>
            <a:prstGeom prst="rect">
              <a:avLst/>
            </a:prstGeom>
            <a:solidFill>
              <a:srgbClr val="8AA7C2"/>
            </a:solidFill>
            <a:ln>
              <a:noFill/>
            </a:ln>
          </p:spPr>
        </p:sp>
        <p:sp>
          <p:nvSpPr>
            <p:cNvPr id="4291" name="Heatmap cell r8 c211"/>
            <p:cNvSpPr/>
            <p:nvPr/>
          </p:nvSpPr>
          <p:spPr>
            <a:xfrm>
              <a:off x="3829432" y="202646"/>
              <a:ext cx="17140" cy="26609"/>
            </a:xfrm>
            <a:prstGeom prst="rect">
              <a:avLst/>
            </a:prstGeom>
            <a:solidFill>
              <a:srgbClr val="FAEEEF"/>
            </a:solidFill>
            <a:ln>
              <a:noFill/>
            </a:ln>
          </p:spPr>
        </p:sp>
        <p:sp>
          <p:nvSpPr>
            <p:cNvPr id="4292" name="Heatmap cell r8 c212"/>
            <p:cNvSpPr/>
            <p:nvPr/>
          </p:nvSpPr>
          <p:spPr>
            <a:xfrm>
              <a:off x="3846477" y="202646"/>
              <a:ext cx="19034" cy="26609"/>
            </a:xfrm>
            <a:prstGeom prst="rect">
              <a:avLst/>
            </a:prstGeom>
            <a:solidFill>
              <a:srgbClr val="A4BAD0"/>
            </a:solidFill>
            <a:ln>
              <a:noFill/>
            </a:ln>
          </p:spPr>
        </p:sp>
        <p:sp>
          <p:nvSpPr>
            <p:cNvPr id="4293" name="Heatmap cell r8 c213"/>
            <p:cNvSpPr/>
            <p:nvPr/>
          </p:nvSpPr>
          <p:spPr>
            <a:xfrm>
              <a:off x="3865416" y="202646"/>
              <a:ext cx="17140" cy="26609"/>
            </a:xfrm>
            <a:prstGeom prst="rect">
              <a:avLst/>
            </a:prstGeom>
            <a:solidFill>
              <a:srgbClr val="F6D6DA"/>
            </a:solidFill>
            <a:ln>
              <a:noFill/>
            </a:ln>
          </p:spPr>
        </p:sp>
        <p:sp>
          <p:nvSpPr>
            <p:cNvPr id="4294" name="Heatmap cell r8 c214"/>
            <p:cNvSpPr/>
            <p:nvPr/>
          </p:nvSpPr>
          <p:spPr>
            <a:xfrm>
              <a:off x="3882461" y="202646"/>
              <a:ext cx="19034" cy="26609"/>
            </a:xfrm>
            <a:prstGeom prst="rect">
              <a:avLst/>
            </a:prstGeom>
            <a:solidFill>
              <a:srgbClr val="A1B8CE"/>
            </a:solidFill>
            <a:ln>
              <a:noFill/>
            </a:ln>
          </p:spPr>
        </p:sp>
        <p:sp>
          <p:nvSpPr>
            <p:cNvPr id="4295" name="Heatmap cell r8 c215"/>
            <p:cNvSpPr/>
            <p:nvPr/>
          </p:nvSpPr>
          <p:spPr>
            <a:xfrm>
              <a:off x="3901400" y="202646"/>
              <a:ext cx="17140" cy="26609"/>
            </a:xfrm>
            <a:prstGeom prst="rect">
              <a:avLst/>
            </a:prstGeom>
            <a:solidFill>
              <a:srgbClr val="1F5388"/>
            </a:solidFill>
            <a:ln>
              <a:noFill/>
            </a:ln>
          </p:spPr>
        </p:sp>
        <p:sp>
          <p:nvSpPr>
            <p:cNvPr id="4296" name="Heatmap cell r8 c216"/>
            <p:cNvSpPr/>
            <p:nvPr/>
          </p:nvSpPr>
          <p:spPr>
            <a:xfrm>
              <a:off x="3918445" y="202646"/>
              <a:ext cx="19034" cy="26609"/>
            </a:xfrm>
            <a:prstGeom prst="rect">
              <a:avLst/>
            </a:prstGeom>
            <a:solidFill>
              <a:srgbClr val="96AFC7"/>
            </a:solidFill>
            <a:ln>
              <a:noFill/>
            </a:ln>
          </p:spPr>
        </p:sp>
        <p:sp>
          <p:nvSpPr>
            <p:cNvPr id="4297" name="Heatmap cell r8 c217"/>
            <p:cNvSpPr/>
            <p:nvPr/>
          </p:nvSpPr>
          <p:spPr>
            <a:xfrm>
              <a:off x="3937384" y="202646"/>
              <a:ext cx="17140" cy="26609"/>
            </a:xfrm>
            <a:prstGeom prst="rect">
              <a:avLst/>
            </a:prstGeom>
            <a:solidFill>
              <a:srgbClr val="F7D3D6"/>
            </a:solidFill>
            <a:ln>
              <a:noFill/>
            </a:ln>
          </p:spPr>
        </p:sp>
        <p:sp>
          <p:nvSpPr>
            <p:cNvPr id="4298" name="Heatmap cell r8 c218"/>
            <p:cNvSpPr/>
            <p:nvPr/>
          </p:nvSpPr>
          <p:spPr>
            <a:xfrm>
              <a:off x="3954429" y="202646"/>
              <a:ext cx="19034" cy="26609"/>
            </a:xfrm>
            <a:prstGeom prst="rect">
              <a:avLst/>
            </a:prstGeom>
            <a:solidFill>
              <a:srgbClr val="8EA9C3"/>
            </a:solidFill>
            <a:ln>
              <a:noFill/>
            </a:ln>
          </p:spPr>
        </p:sp>
        <p:sp>
          <p:nvSpPr>
            <p:cNvPr id="4299" name="Heatmap cell r8 c219"/>
            <p:cNvSpPr/>
            <p:nvPr/>
          </p:nvSpPr>
          <p:spPr>
            <a:xfrm>
              <a:off x="3973368" y="202646"/>
              <a:ext cx="17140" cy="26609"/>
            </a:xfrm>
            <a:prstGeom prst="rect">
              <a:avLst/>
            </a:prstGeom>
            <a:solidFill>
              <a:srgbClr val="D4DFE9"/>
            </a:solidFill>
            <a:ln>
              <a:noFill/>
            </a:ln>
          </p:spPr>
        </p:sp>
        <p:sp>
          <p:nvSpPr>
            <p:cNvPr id="4300" name="Heatmap cell r8 c220"/>
            <p:cNvSpPr/>
            <p:nvPr/>
          </p:nvSpPr>
          <p:spPr>
            <a:xfrm>
              <a:off x="3990412" y="202646"/>
              <a:ext cx="19034" cy="26609"/>
            </a:xfrm>
            <a:prstGeom prst="rect">
              <a:avLst/>
            </a:prstGeom>
            <a:solidFill>
              <a:srgbClr val="92ADC6"/>
            </a:solidFill>
            <a:ln>
              <a:noFill/>
            </a:ln>
          </p:spPr>
        </p:sp>
        <p:sp>
          <p:nvSpPr>
            <p:cNvPr id="4301" name="Heatmap cell r8 c221"/>
            <p:cNvSpPr/>
            <p:nvPr/>
          </p:nvSpPr>
          <p:spPr>
            <a:xfrm>
              <a:off x="4009351" y="202646"/>
              <a:ext cx="19034" cy="26609"/>
            </a:xfrm>
            <a:prstGeom prst="rect">
              <a:avLst/>
            </a:prstGeom>
            <a:solidFill>
              <a:srgbClr val="89A6C2"/>
            </a:solidFill>
            <a:ln>
              <a:noFill/>
            </a:ln>
          </p:spPr>
        </p:sp>
        <p:sp>
          <p:nvSpPr>
            <p:cNvPr id="4302" name="Heatmap cell r8 c222"/>
            <p:cNvSpPr/>
            <p:nvPr/>
          </p:nvSpPr>
          <p:spPr>
            <a:xfrm>
              <a:off x="4028290" y="202646"/>
              <a:ext cx="17140" cy="26609"/>
            </a:xfrm>
            <a:prstGeom prst="rect">
              <a:avLst/>
            </a:prstGeom>
            <a:solidFill>
              <a:srgbClr val="EFF3F7"/>
            </a:solidFill>
            <a:ln>
              <a:noFill/>
            </a:ln>
          </p:spPr>
        </p:sp>
        <p:sp>
          <p:nvSpPr>
            <p:cNvPr id="4303" name="Heatmap cell r8 c223"/>
            <p:cNvSpPr/>
            <p:nvPr/>
          </p:nvSpPr>
          <p:spPr>
            <a:xfrm>
              <a:off x="4045335" y="202646"/>
              <a:ext cx="19034" cy="26609"/>
            </a:xfrm>
            <a:prstGeom prst="rect">
              <a:avLst/>
            </a:prstGeom>
            <a:solidFill>
              <a:srgbClr val="D2DDE7"/>
            </a:solidFill>
            <a:ln>
              <a:noFill/>
            </a:ln>
          </p:spPr>
        </p:sp>
        <p:sp>
          <p:nvSpPr>
            <p:cNvPr id="4304" name="Heatmap cell r9 c1"/>
            <p:cNvSpPr/>
            <p:nvPr/>
          </p:nvSpPr>
          <p:spPr>
            <a:xfrm>
              <a:off x="13257" y="229160"/>
              <a:ext cx="45548" cy="26609"/>
            </a:xfrm>
            <a:prstGeom prst="rect">
              <a:avLst/>
            </a:prstGeom>
            <a:solidFill>
              <a:srgbClr val="155B9C"/>
            </a:solidFill>
            <a:ln>
              <a:noFill/>
            </a:ln>
          </p:spPr>
        </p:sp>
        <p:sp>
          <p:nvSpPr>
            <p:cNvPr id="4305" name="Heatmap cell r9 c3"/>
            <p:cNvSpPr/>
            <p:nvPr/>
          </p:nvSpPr>
          <p:spPr>
            <a:xfrm>
              <a:off x="71968" y="229160"/>
              <a:ext cx="17140" cy="26609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4306" name="Heatmap cell r9 c4"/>
            <p:cNvSpPr/>
            <p:nvPr/>
          </p:nvSpPr>
          <p:spPr>
            <a:xfrm>
              <a:off x="89013" y="229160"/>
              <a:ext cx="19034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4307" name="Heatmap cell r9 c5"/>
            <p:cNvSpPr/>
            <p:nvPr/>
          </p:nvSpPr>
          <p:spPr>
            <a:xfrm>
              <a:off x="107951" y="229160"/>
              <a:ext cx="17140" cy="26609"/>
            </a:xfrm>
            <a:prstGeom prst="rect">
              <a:avLst/>
            </a:prstGeom>
            <a:solidFill>
              <a:srgbClr val="EDADB4"/>
            </a:solidFill>
            <a:ln>
              <a:noFill/>
            </a:ln>
          </p:spPr>
        </p:sp>
        <p:sp>
          <p:nvSpPr>
            <p:cNvPr id="4308" name="Heatmap cell r9 c6"/>
            <p:cNvSpPr/>
            <p:nvPr/>
          </p:nvSpPr>
          <p:spPr>
            <a:xfrm>
              <a:off x="124996" y="229160"/>
              <a:ext cx="19034" cy="26609"/>
            </a:xfrm>
            <a:prstGeom prst="rect">
              <a:avLst/>
            </a:prstGeom>
            <a:solidFill>
              <a:srgbClr val="F1C0C4"/>
            </a:solidFill>
            <a:ln>
              <a:noFill/>
            </a:ln>
          </p:spPr>
        </p:sp>
        <p:sp>
          <p:nvSpPr>
            <p:cNvPr id="4309" name="Heatmap cell r9 c7"/>
            <p:cNvSpPr/>
            <p:nvPr/>
          </p:nvSpPr>
          <p:spPr>
            <a:xfrm>
              <a:off x="143935" y="229160"/>
              <a:ext cx="17140" cy="26609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4310" name="Heatmap cell r9 c8"/>
            <p:cNvSpPr/>
            <p:nvPr/>
          </p:nvSpPr>
          <p:spPr>
            <a:xfrm>
              <a:off x="160980" y="229160"/>
              <a:ext cx="19034" cy="26609"/>
            </a:xfrm>
            <a:prstGeom prst="rect">
              <a:avLst/>
            </a:prstGeom>
            <a:solidFill>
              <a:srgbClr val="F8E9EA"/>
            </a:solidFill>
            <a:ln>
              <a:noFill/>
            </a:ln>
          </p:spPr>
        </p:sp>
        <p:sp>
          <p:nvSpPr>
            <p:cNvPr id="4311" name="Heatmap cell r9 c9"/>
            <p:cNvSpPr/>
            <p:nvPr/>
          </p:nvSpPr>
          <p:spPr>
            <a:xfrm>
              <a:off x="179919" y="229160"/>
              <a:ext cx="19034" cy="26609"/>
            </a:xfrm>
            <a:prstGeom prst="rect">
              <a:avLst/>
            </a:prstGeom>
            <a:solidFill>
              <a:srgbClr val="9FB7CD"/>
            </a:solidFill>
            <a:ln>
              <a:noFill/>
            </a:ln>
          </p:spPr>
        </p:sp>
        <p:sp>
          <p:nvSpPr>
            <p:cNvPr id="4312" name="Heatmap cell r9 c10"/>
            <p:cNvSpPr/>
            <p:nvPr/>
          </p:nvSpPr>
          <p:spPr>
            <a:xfrm>
              <a:off x="198858" y="229160"/>
              <a:ext cx="17140" cy="26609"/>
            </a:xfrm>
            <a:prstGeom prst="rect">
              <a:avLst/>
            </a:prstGeom>
            <a:solidFill>
              <a:srgbClr val="FBF1F3"/>
            </a:solidFill>
            <a:ln>
              <a:noFill/>
            </a:ln>
          </p:spPr>
        </p:sp>
        <p:sp>
          <p:nvSpPr>
            <p:cNvPr id="4313" name="Heatmap cell r9 c11"/>
            <p:cNvSpPr/>
            <p:nvPr/>
          </p:nvSpPr>
          <p:spPr>
            <a:xfrm>
              <a:off x="215903" y="229160"/>
              <a:ext cx="19034" cy="26609"/>
            </a:xfrm>
            <a:prstGeom prst="rect">
              <a:avLst/>
            </a:prstGeom>
            <a:solidFill>
              <a:srgbClr val="FCF8F9"/>
            </a:solidFill>
            <a:ln>
              <a:noFill/>
            </a:ln>
          </p:spPr>
        </p:sp>
        <p:sp>
          <p:nvSpPr>
            <p:cNvPr id="4314" name="Heatmap cell r9 c12"/>
            <p:cNvSpPr/>
            <p:nvPr/>
          </p:nvSpPr>
          <p:spPr>
            <a:xfrm>
              <a:off x="234842" y="229160"/>
              <a:ext cx="17140" cy="26609"/>
            </a:xfrm>
            <a:prstGeom prst="rect">
              <a:avLst/>
            </a:prstGeom>
            <a:solidFill>
              <a:srgbClr val="E48189"/>
            </a:solidFill>
            <a:ln>
              <a:noFill/>
            </a:ln>
          </p:spPr>
        </p:sp>
        <p:sp>
          <p:nvSpPr>
            <p:cNvPr id="4315" name="Heatmap cell r9 c13"/>
            <p:cNvSpPr/>
            <p:nvPr/>
          </p:nvSpPr>
          <p:spPr>
            <a:xfrm>
              <a:off x="251887" y="229160"/>
              <a:ext cx="19034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4316" name="Heatmap cell r9 c14"/>
            <p:cNvSpPr/>
            <p:nvPr/>
          </p:nvSpPr>
          <p:spPr>
            <a:xfrm>
              <a:off x="270825" y="229160"/>
              <a:ext cx="17140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4317" name="Heatmap cell r9 c15"/>
            <p:cNvSpPr/>
            <p:nvPr/>
          </p:nvSpPr>
          <p:spPr>
            <a:xfrm>
              <a:off x="287870" y="229160"/>
              <a:ext cx="19034" cy="26609"/>
            </a:xfrm>
            <a:prstGeom prst="rect">
              <a:avLst/>
            </a:prstGeom>
            <a:solidFill>
              <a:srgbClr val="AFC4D5"/>
            </a:solidFill>
            <a:ln>
              <a:noFill/>
            </a:ln>
          </p:spPr>
        </p:sp>
        <p:sp>
          <p:nvSpPr>
            <p:cNvPr id="4318" name="Heatmap cell r9 c16"/>
            <p:cNvSpPr/>
            <p:nvPr/>
          </p:nvSpPr>
          <p:spPr>
            <a:xfrm>
              <a:off x="306809" y="229160"/>
              <a:ext cx="17140" cy="26609"/>
            </a:xfrm>
            <a:prstGeom prst="rect">
              <a:avLst/>
            </a:prstGeom>
            <a:solidFill>
              <a:srgbClr val="F8DBDD"/>
            </a:solidFill>
            <a:ln>
              <a:noFill/>
            </a:ln>
          </p:spPr>
        </p:sp>
        <p:sp>
          <p:nvSpPr>
            <p:cNvPr id="4319" name="Heatmap cell r9 c17"/>
            <p:cNvSpPr/>
            <p:nvPr/>
          </p:nvSpPr>
          <p:spPr>
            <a:xfrm>
              <a:off x="323854" y="229160"/>
              <a:ext cx="19034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4320" name="Heatmap cell r9 c18"/>
            <p:cNvSpPr/>
            <p:nvPr/>
          </p:nvSpPr>
          <p:spPr>
            <a:xfrm>
              <a:off x="342793" y="229160"/>
              <a:ext cx="17140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4321" name="Heatmap cell r9 c19"/>
            <p:cNvSpPr/>
            <p:nvPr/>
          </p:nvSpPr>
          <p:spPr>
            <a:xfrm>
              <a:off x="359838" y="229160"/>
              <a:ext cx="19034" cy="26609"/>
            </a:xfrm>
            <a:prstGeom prst="rect">
              <a:avLst/>
            </a:prstGeom>
            <a:solidFill>
              <a:srgbClr val="FAEEEF"/>
            </a:solidFill>
            <a:ln>
              <a:noFill/>
            </a:ln>
          </p:spPr>
        </p:sp>
        <p:sp>
          <p:nvSpPr>
            <p:cNvPr id="4322" name="Heatmap cell r9 c20"/>
            <p:cNvSpPr/>
            <p:nvPr/>
          </p:nvSpPr>
          <p:spPr>
            <a:xfrm>
              <a:off x="378777" y="229160"/>
              <a:ext cx="17140" cy="26609"/>
            </a:xfrm>
            <a:prstGeom prst="rect">
              <a:avLst/>
            </a:prstGeom>
            <a:solidFill>
              <a:srgbClr val="F9E7E8"/>
            </a:solidFill>
            <a:ln>
              <a:noFill/>
            </a:ln>
          </p:spPr>
        </p:sp>
        <p:sp>
          <p:nvSpPr>
            <p:cNvPr id="4323" name="Heatmap cell r9 c21"/>
            <p:cNvSpPr/>
            <p:nvPr/>
          </p:nvSpPr>
          <p:spPr>
            <a:xfrm>
              <a:off x="395822" y="229160"/>
              <a:ext cx="19034" cy="26609"/>
            </a:xfrm>
            <a:prstGeom prst="rect">
              <a:avLst/>
            </a:prstGeom>
            <a:solidFill>
              <a:srgbClr val="E3EAF0"/>
            </a:solidFill>
            <a:ln>
              <a:noFill/>
            </a:ln>
          </p:spPr>
        </p:sp>
        <p:sp>
          <p:nvSpPr>
            <p:cNvPr id="4324" name="Heatmap cell r9 c22"/>
            <p:cNvSpPr/>
            <p:nvPr/>
          </p:nvSpPr>
          <p:spPr>
            <a:xfrm>
              <a:off x="414760" y="229160"/>
              <a:ext cx="19034" cy="26609"/>
            </a:xfrm>
            <a:prstGeom prst="rect">
              <a:avLst/>
            </a:prstGeom>
            <a:solidFill>
              <a:srgbClr val="F3C7CC"/>
            </a:solidFill>
            <a:ln>
              <a:noFill/>
            </a:ln>
          </p:spPr>
        </p:sp>
        <p:sp>
          <p:nvSpPr>
            <p:cNvPr id="4325" name="Heatmap cell r9 c23"/>
            <p:cNvSpPr/>
            <p:nvPr/>
          </p:nvSpPr>
          <p:spPr>
            <a:xfrm>
              <a:off x="433699" y="229160"/>
              <a:ext cx="17140" cy="26609"/>
            </a:xfrm>
            <a:prstGeom prst="rect">
              <a:avLst/>
            </a:prstGeom>
            <a:solidFill>
              <a:srgbClr val="F8E3E6"/>
            </a:solidFill>
            <a:ln>
              <a:noFill/>
            </a:ln>
          </p:spPr>
        </p:sp>
        <p:sp>
          <p:nvSpPr>
            <p:cNvPr id="4326" name="Heatmap cell r9 c24"/>
            <p:cNvSpPr/>
            <p:nvPr/>
          </p:nvSpPr>
          <p:spPr>
            <a:xfrm>
              <a:off x="450744" y="229160"/>
              <a:ext cx="19034" cy="26609"/>
            </a:xfrm>
            <a:prstGeom prst="rect">
              <a:avLst/>
            </a:prstGeom>
            <a:solidFill>
              <a:srgbClr val="D4DFE9"/>
            </a:solidFill>
            <a:ln>
              <a:noFill/>
            </a:ln>
          </p:spPr>
        </p:sp>
        <p:sp>
          <p:nvSpPr>
            <p:cNvPr id="4327" name="Heatmap cell r9 c25"/>
            <p:cNvSpPr/>
            <p:nvPr/>
          </p:nvSpPr>
          <p:spPr>
            <a:xfrm>
              <a:off x="469683" y="229160"/>
              <a:ext cx="17140" cy="26609"/>
            </a:xfrm>
            <a:prstGeom prst="rect">
              <a:avLst/>
            </a:prstGeom>
            <a:solidFill>
              <a:srgbClr val="F7DADC"/>
            </a:solidFill>
            <a:ln>
              <a:noFill/>
            </a:ln>
          </p:spPr>
        </p:sp>
        <p:sp>
          <p:nvSpPr>
            <p:cNvPr id="4328" name="Heatmap cell r9 c26"/>
            <p:cNvSpPr/>
            <p:nvPr/>
          </p:nvSpPr>
          <p:spPr>
            <a:xfrm>
              <a:off x="486728" y="229160"/>
              <a:ext cx="19034" cy="26609"/>
            </a:xfrm>
            <a:prstGeom prst="rect">
              <a:avLst/>
            </a:prstGeom>
            <a:solidFill>
              <a:srgbClr val="DFE6ED"/>
            </a:solidFill>
            <a:ln>
              <a:noFill/>
            </a:ln>
          </p:spPr>
        </p:sp>
        <p:sp>
          <p:nvSpPr>
            <p:cNvPr id="4329" name="Heatmap cell r9 c27"/>
            <p:cNvSpPr/>
            <p:nvPr/>
          </p:nvSpPr>
          <p:spPr>
            <a:xfrm>
              <a:off x="505667" y="229160"/>
              <a:ext cx="17140" cy="26609"/>
            </a:xfrm>
            <a:prstGeom prst="rect">
              <a:avLst/>
            </a:prstGeom>
            <a:solidFill>
              <a:srgbClr val="FAEBED"/>
            </a:solidFill>
            <a:ln>
              <a:noFill/>
            </a:ln>
          </p:spPr>
        </p:sp>
        <p:sp>
          <p:nvSpPr>
            <p:cNvPr id="4330" name="Heatmap cell r9 c28"/>
            <p:cNvSpPr/>
            <p:nvPr/>
          </p:nvSpPr>
          <p:spPr>
            <a:xfrm>
              <a:off x="522712" y="229160"/>
              <a:ext cx="19034" cy="26609"/>
            </a:xfrm>
            <a:prstGeom prst="rect">
              <a:avLst/>
            </a:prstGeom>
            <a:solidFill>
              <a:srgbClr val="FCF6F6"/>
            </a:solidFill>
            <a:ln>
              <a:noFill/>
            </a:ln>
          </p:spPr>
        </p:sp>
        <p:sp>
          <p:nvSpPr>
            <p:cNvPr id="4331" name="Heatmap cell r9 c29"/>
            <p:cNvSpPr/>
            <p:nvPr/>
          </p:nvSpPr>
          <p:spPr>
            <a:xfrm>
              <a:off x="541651" y="229160"/>
              <a:ext cx="17140" cy="26609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4332" name="Heatmap cell r9 c30"/>
            <p:cNvSpPr/>
            <p:nvPr/>
          </p:nvSpPr>
          <p:spPr>
            <a:xfrm>
              <a:off x="558696" y="229160"/>
              <a:ext cx="19034" cy="26609"/>
            </a:xfrm>
            <a:prstGeom prst="rect">
              <a:avLst/>
            </a:prstGeom>
            <a:solidFill>
              <a:srgbClr val="A6BAD0"/>
            </a:solidFill>
            <a:ln>
              <a:noFill/>
            </a:ln>
          </p:spPr>
        </p:sp>
        <p:sp>
          <p:nvSpPr>
            <p:cNvPr id="4333" name="Heatmap cell r9 c31"/>
            <p:cNvSpPr/>
            <p:nvPr/>
          </p:nvSpPr>
          <p:spPr>
            <a:xfrm>
              <a:off x="577634" y="229160"/>
              <a:ext cx="17140" cy="26609"/>
            </a:xfrm>
            <a:prstGeom prst="rect">
              <a:avLst/>
            </a:prstGeom>
            <a:solidFill>
              <a:srgbClr val="F5CFD2"/>
            </a:solidFill>
            <a:ln>
              <a:noFill/>
            </a:ln>
          </p:spPr>
        </p:sp>
        <p:sp>
          <p:nvSpPr>
            <p:cNvPr id="4334" name="Heatmap cell r9 c32"/>
            <p:cNvSpPr/>
            <p:nvPr/>
          </p:nvSpPr>
          <p:spPr>
            <a:xfrm>
              <a:off x="594679" y="229160"/>
              <a:ext cx="19034" cy="26609"/>
            </a:xfrm>
            <a:prstGeom prst="rect">
              <a:avLst/>
            </a:prstGeom>
            <a:solidFill>
              <a:srgbClr val="D5DFEA"/>
            </a:solidFill>
            <a:ln>
              <a:noFill/>
            </a:ln>
          </p:spPr>
        </p:sp>
        <p:sp>
          <p:nvSpPr>
            <p:cNvPr id="4335" name="Heatmap cell r9 c33"/>
            <p:cNvSpPr/>
            <p:nvPr/>
          </p:nvSpPr>
          <p:spPr>
            <a:xfrm>
              <a:off x="613618" y="229160"/>
              <a:ext cx="17140" cy="26609"/>
            </a:xfrm>
            <a:prstGeom prst="rect">
              <a:avLst/>
            </a:prstGeom>
            <a:solidFill>
              <a:srgbClr val="F4CDD0"/>
            </a:solidFill>
            <a:ln>
              <a:noFill/>
            </a:ln>
          </p:spPr>
        </p:sp>
        <p:sp>
          <p:nvSpPr>
            <p:cNvPr id="4336" name="Heatmap cell r9 c34"/>
            <p:cNvSpPr/>
            <p:nvPr/>
          </p:nvSpPr>
          <p:spPr>
            <a:xfrm>
              <a:off x="630663" y="229160"/>
              <a:ext cx="19034" cy="26609"/>
            </a:xfrm>
            <a:prstGeom prst="rect">
              <a:avLst/>
            </a:prstGeom>
            <a:solidFill>
              <a:srgbClr val="EEF3F6"/>
            </a:solidFill>
            <a:ln>
              <a:noFill/>
            </a:ln>
          </p:spPr>
        </p:sp>
        <p:sp>
          <p:nvSpPr>
            <p:cNvPr id="4337" name="Heatmap cell r9 c35"/>
            <p:cNvSpPr/>
            <p:nvPr/>
          </p:nvSpPr>
          <p:spPr>
            <a:xfrm>
              <a:off x="649602" y="229160"/>
              <a:ext cx="19034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4338" name="Heatmap cell r9 c36"/>
            <p:cNvSpPr/>
            <p:nvPr/>
          </p:nvSpPr>
          <p:spPr>
            <a:xfrm>
              <a:off x="668541" y="229160"/>
              <a:ext cx="17140" cy="26609"/>
            </a:xfrm>
            <a:prstGeom prst="rect">
              <a:avLst/>
            </a:prstGeom>
            <a:solidFill>
              <a:srgbClr val="EAEEF4"/>
            </a:solidFill>
            <a:ln>
              <a:noFill/>
            </a:ln>
          </p:spPr>
        </p:sp>
        <p:sp>
          <p:nvSpPr>
            <p:cNvPr id="4339" name="Heatmap cell r9 c37"/>
            <p:cNvSpPr/>
            <p:nvPr/>
          </p:nvSpPr>
          <p:spPr>
            <a:xfrm>
              <a:off x="685586" y="229160"/>
              <a:ext cx="19034" cy="26609"/>
            </a:xfrm>
            <a:prstGeom prst="rect">
              <a:avLst/>
            </a:prstGeom>
            <a:solidFill>
              <a:srgbClr val="FBF3F4"/>
            </a:solidFill>
            <a:ln>
              <a:noFill/>
            </a:ln>
          </p:spPr>
        </p:sp>
        <p:sp>
          <p:nvSpPr>
            <p:cNvPr id="4340" name="Heatmap cell r9 c38"/>
            <p:cNvSpPr/>
            <p:nvPr/>
          </p:nvSpPr>
          <p:spPr>
            <a:xfrm>
              <a:off x="704525" y="229160"/>
              <a:ext cx="17140" cy="26609"/>
            </a:xfrm>
            <a:prstGeom prst="rect">
              <a:avLst/>
            </a:prstGeom>
            <a:solidFill>
              <a:srgbClr val="DDE4EC"/>
            </a:solidFill>
            <a:ln>
              <a:noFill/>
            </a:ln>
          </p:spPr>
        </p:sp>
        <p:sp>
          <p:nvSpPr>
            <p:cNvPr id="4341" name="Heatmap cell r9 c39"/>
            <p:cNvSpPr/>
            <p:nvPr/>
          </p:nvSpPr>
          <p:spPr>
            <a:xfrm>
              <a:off x="721570" y="229160"/>
              <a:ext cx="19034" cy="26609"/>
            </a:xfrm>
            <a:prstGeom prst="rect">
              <a:avLst/>
            </a:prstGeom>
            <a:solidFill>
              <a:srgbClr val="E78E95"/>
            </a:solidFill>
            <a:ln>
              <a:noFill/>
            </a:ln>
          </p:spPr>
        </p:sp>
        <p:sp>
          <p:nvSpPr>
            <p:cNvPr id="4342" name="Heatmap cell r9 c40"/>
            <p:cNvSpPr/>
            <p:nvPr/>
          </p:nvSpPr>
          <p:spPr>
            <a:xfrm>
              <a:off x="740508" y="229160"/>
              <a:ext cx="17140" cy="26609"/>
            </a:xfrm>
            <a:prstGeom prst="rect">
              <a:avLst/>
            </a:prstGeom>
            <a:solidFill>
              <a:srgbClr val="F7E2E4"/>
            </a:solidFill>
            <a:ln>
              <a:noFill/>
            </a:ln>
          </p:spPr>
        </p:sp>
        <p:sp>
          <p:nvSpPr>
            <p:cNvPr id="4343" name="Heatmap cell r9 c41"/>
            <p:cNvSpPr/>
            <p:nvPr/>
          </p:nvSpPr>
          <p:spPr>
            <a:xfrm>
              <a:off x="757553" y="229160"/>
              <a:ext cx="19034" cy="26609"/>
            </a:xfrm>
            <a:prstGeom prst="rect">
              <a:avLst/>
            </a:prstGeom>
            <a:solidFill>
              <a:srgbClr val="EA949C"/>
            </a:solidFill>
            <a:ln>
              <a:noFill/>
            </a:ln>
          </p:spPr>
        </p:sp>
        <p:sp>
          <p:nvSpPr>
            <p:cNvPr id="4344" name="Heatmap cell r9 c42"/>
            <p:cNvSpPr/>
            <p:nvPr/>
          </p:nvSpPr>
          <p:spPr>
            <a:xfrm>
              <a:off x="776492" y="229160"/>
              <a:ext cx="17140" cy="26609"/>
            </a:xfrm>
            <a:prstGeom prst="rect">
              <a:avLst/>
            </a:prstGeom>
            <a:solidFill>
              <a:srgbClr val="EDACB3"/>
            </a:solidFill>
            <a:ln>
              <a:noFill/>
            </a:ln>
          </p:spPr>
        </p:sp>
        <p:sp>
          <p:nvSpPr>
            <p:cNvPr id="4345" name="Heatmap cell r9 c43"/>
            <p:cNvSpPr/>
            <p:nvPr/>
          </p:nvSpPr>
          <p:spPr>
            <a:xfrm>
              <a:off x="793537" y="229160"/>
              <a:ext cx="19034" cy="26609"/>
            </a:xfrm>
            <a:prstGeom prst="rect">
              <a:avLst/>
            </a:prstGeom>
            <a:solidFill>
              <a:srgbClr val="9EB5CC"/>
            </a:solidFill>
            <a:ln>
              <a:noFill/>
            </a:ln>
          </p:spPr>
        </p:sp>
        <p:sp>
          <p:nvSpPr>
            <p:cNvPr id="4346" name="Heatmap cell r9 c44"/>
            <p:cNvSpPr/>
            <p:nvPr/>
          </p:nvSpPr>
          <p:spPr>
            <a:xfrm>
              <a:off x="812476" y="229160"/>
              <a:ext cx="17140" cy="26609"/>
            </a:xfrm>
            <a:prstGeom prst="rect">
              <a:avLst/>
            </a:prstGeom>
            <a:solidFill>
              <a:srgbClr val="E89097"/>
            </a:solidFill>
            <a:ln>
              <a:noFill/>
            </a:ln>
          </p:spPr>
        </p:sp>
        <p:sp>
          <p:nvSpPr>
            <p:cNvPr id="4347" name="Heatmap cell r9 c45"/>
            <p:cNvSpPr/>
            <p:nvPr/>
          </p:nvSpPr>
          <p:spPr>
            <a:xfrm>
              <a:off x="829521" y="229160"/>
              <a:ext cx="19034" cy="26609"/>
            </a:xfrm>
            <a:prstGeom prst="rect">
              <a:avLst/>
            </a:prstGeom>
            <a:solidFill>
              <a:srgbClr val="F8E6E8"/>
            </a:solidFill>
            <a:ln>
              <a:noFill/>
            </a:ln>
          </p:spPr>
        </p:sp>
        <p:sp>
          <p:nvSpPr>
            <p:cNvPr id="4348" name="Heatmap cell r9 c46"/>
            <p:cNvSpPr/>
            <p:nvPr/>
          </p:nvSpPr>
          <p:spPr>
            <a:xfrm>
              <a:off x="848460" y="229160"/>
              <a:ext cx="17140" cy="26609"/>
            </a:xfrm>
            <a:prstGeom prst="rect">
              <a:avLst/>
            </a:prstGeom>
            <a:solidFill>
              <a:srgbClr val="DBE3EB"/>
            </a:solidFill>
            <a:ln>
              <a:noFill/>
            </a:ln>
          </p:spPr>
        </p:sp>
        <p:sp>
          <p:nvSpPr>
            <p:cNvPr id="4349" name="Heatmap cell r9 c48"/>
            <p:cNvSpPr/>
            <p:nvPr/>
          </p:nvSpPr>
          <p:spPr>
            <a:xfrm>
              <a:off x="884444" y="229160"/>
              <a:ext cx="19034" cy="26609"/>
            </a:xfrm>
            <a:prstGeom prst="rect">
              <a:avLst/>
            </a:prstGeom>
            <a:solidFill>
              <a:srgbClr val="F5D1D4"/>
            </a:solidFill>
            <a:ln>
              <a:noFill/>
            </a:ln>
          </p:spPr>
        </p:sp>
        <p:sp>
          <p:nvSpPr>
            <p:cNvPr id="4350" name="Heatmap cell r9 c49"/>
            <p:cNvSpPr/>
            <p:nvPr/>
          </p:nvSpPr>
          <p:spPr>
            <a:xfrm>
              <a:off x="903382" y="229160"/>
              <a:ext cx="17140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4351" name="Heatmap cell r9 c50"/>
            <p:cNvSpPr/>
            <p:nvPr/>
          </p:nvSpPr>
          <p:spPr>
            <a:xfrm>
              <a:off x="920427" y="229160"/>
              <a:ext cx="19034" cy="26609"/>
            </a:xfrm>
            <a:prstGeom prst="rect">
              <a:avLst/>
            </a:prstGeom>
            <a:solidFill>
              <a:srgbClr val="FAEEEF"/>
            </a:solidFill>
            <a:ln>
              <a:noFill/>
            </a:ln>
          </p:spPr>
        </p:sp>
        <p:sp>
          <p:nvSpPr>
            <p:cNvPr id="4352" name="Heatmap cell r9 c51"/>
            <p:cNvSpPr/>
            <p:nvPr/>
          </p:nvSpPr>
          <p:spPr>
            <a:xfrm>
              <a:off x="939366" y="229160"/>
              <a:ext cx="17140" cy="26609"/>
            </a:xfrm>
            <a:prstGeom prst="rect">
              <a:avLst/>
            </a:prstGeom>
            <a:solidFill>
              <a:srgbClr val="EBA4AC"/>
            </a:solidFill>
            <a:ln>
              <a:noFill/>
            </a:ln>
          </p:spPr>
        </p:sp>
        <p:sp>
          <p:nvSpPr>
            <p:cNvPr id="4353" name="Heatmap cell r9 c52"/>
            <p:cNvSpPr/>
            <p:nvPr/>
          </p:nvSpPr>
          <p:spPr>
            <a:xfrm>
              <a:off x="956411" y="229160"/>
              <a:ext cx="19034" cy="26609"/>
            </a:xfrm>
            <a:prstGeom prst="rect">
              <a:avLst/>
            </a:prstGeom>
            <a:solidFill>
              <a:srgbClr val="CAD6E3"/>
            </a:solidFill>
            <a:ln>
              <a:noFill/>
            </a:ln>
          </p:spPr>
        </p:sp>
        <p:sp>
          <p:nvSpPr>
            <p:cNvPr id="4354" name="Heatmap cell r9 c53"/>
            <p:cNvSpPr/>
            <p:nvPr/>
          </p:nvSpPr>
          <p:spPr>
            <a:xfrm>
              <a:off x="975350" y="229160"/>
              <a:ext cx="17140" cy="26609"/>
            </a:xfrm>
            <a:prstGeom prst="rect">
              <a:avLst/>
            </a:prstGeom>
            <a:solidFill>
              <a:srgbClr val="E3EAF0"/>
            </a:solidFill>
            <a:ln>
              <a:noFill/>
            </a:ln>
          </p:spPr>
        </p:sp>
        <p:sp>
          <p:nvSpPr>
            <p:cNvPr id="4355" name="Heatmap cell r9 c54"/>
            <p:cNvSpPr/>
            <p:nvPr/>
          </p:nvSpPr>
          <p:spPr>
            <a:xfrm>
              <a:off x="992395" y="229160"/>
              <a:ext cx="19034" cy="26609"/>
            </a:xfrm>
            <a:prstGeom prst="rect">
              <a:avLst/>
            </a:prstGeom>
            <a:solidFill>
              <a:srgbClr val="EFB4B9"/>
            </a:solidFill>
            <a:ln>
              <a:noFill/>
            </a:ln>
          </p:spPr>
        </p:sp>
        <p:sp>
          <p:nvSpPr>
            <p:cNvPr id="4356" name="Heatmap cell r9 c55"/>
            <p:cNvSpPr/>
            <p:nvPr/>
          </p:nvSpPr>
          <p:spPr>
            <a:xfrm>
              <a:off x="1011334" y="229160"/>
              <a:ext cx="17140" cy="26609"/>
            </a:xfrm>
            <a:prstGeom prst="rect">
              <a:avLst/>
            </a:prstGeom>
            <a:solidFill>
              <a:srgbClr val="E9969F"/>
            </a:solidFill>
            <a:ln>
              <a:noFill/>
            </a:ln>
          </p:spPr>
        </p:sp>
        <p:sp>
          <p:nvSpPr>
            <p:cNvPr id="4357" name="Heatmap cell r9 c56"/>
            <p:cNvSpPr/>
            <p:nvPr/>
          </p:nvSpPr>
          <p:spPr>
            <a:xfrm>
              <a:off x="1028379" y="229160"/>
              <a:ext cx="19034" cy="26609"/>
            </a:xfrm>
            <a:prstGeom prst="rect">
              <a:avLst/>
            </a:prstGeom>
            <a:solidFill>
              <a:srgbClr val="EB9EA4"/>
            </a:solidFill>
            <a:ln>
              <a:noFill/>
            </a:ln>
          </p:spPr>
        </p:sp>
        <p:sp>
          <p:nvSpPr>
            <p:cNvPr id="4358" name="Heatmap cell r9 c57"/>
            <p:cNvSpPr/>
            <p:nvPr/>
          </p:nvSpPr>
          <p:spPr>
            <a:xfrm>
              <a:off x="1047318" y="229160"/>
              <a:ext cx="17140" cy="26609"/>
            </a:xfrm>
            <a:prstGeom prst="rect">
              <a:avLst/>
            </a:prstGeom>
            <a:solidFill>
              <a:srgbClr val="EEB1B7"/>
            </a:solidFill>
            <a:ln>
              <a:noFill/>
            </a:ln>
          </p:spPr>
        </p:sp>
        <p:sp>
          <p:nvSpPr>
            <p:cNvPr id="4359" name="Heatmap cell r9 c58"/>
            <p:cNvSpPr/>
            <p:nvPr/>
          </p:nvSpPr>
          <p:spPr>
            <a:xfrm>
              <a:off x="1064363" y="229160"/>
              <a:ext cx="19034" cy="26609"/>
            </a:xfrm>
            <a:prstGeom prst="rect">
              <a:avLst/>
            </a:prstGeom>
            <a:solidFill>
              <a:srgbClr val="F1F5F8"/>
            </a:solidFill>
            <a:ln>
              <a:noFill/>
            </a:ln>
          </p:spPr>
        </p:sp>
        <p:sp>
          <p:nvSpPr>
            <p:cNvPr id="4360" name="Heatmap cell r9 c59"/>
            <p:cNvSpPr/>
            <p:nvPr/>
          </p:nvSpPr>
          <p:spPr>
            <a:xfrm>
              <a:off x="1083301" y="229160"/>
              <a:ext cx="17140" cy="26609"/>
            </a:xfrm>
            <a:prstGeom prst="rect">
              <a:avLst/>
            </a:prstGeom>
            <a:solidFill>
              <a:srgbClr val="F8DBDD"/>
            </a:solidFill>
            <a:ln>
              <a:noFill/>
            </a:ln>
          </p:spPr>
        </p:sp>
        <p:sp>
          <p:nvSpPr>
            <p:cNvPr id="4361" name="Heatmap cell r9 c60"/>
            <p:cNvSpPr/>
            <p:nvPr/>
          </p:nvSpPr>
          <p:spPr>
            <a:xfrm>
              <a:off x="1100346" y="229160"/>
              <a:ext cx="19034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4362" name="Heatmap cell r9 c61"/>
            <p:cNvSpPr/>
            <p:nvPr/>
          </p:nvSpPr>
          <p:spPr>
            <a:xfrm>
              <a:off x="1119285" y="229160"/>
              <a:ext cx="19034" cy="26609"/>
            </a:xfrm>
            <a:prstGeom prst="rect">
              <a:avLst/>
            </a:prstGeom>
            <a:solidFill>
              <a:srgbClr val="EFB5BA"/>
            </a:solidFill>
            <a:ln>
              <a:noFill/>
            </a:ln>
          </p:spPr>
        </p:sp>
        <p:sp>
          <p:nvSpPr>
            <p:cNvPr id="4363" name="Heatmap cell r9 c62"/>
            <p:cNvSpPr/>
            <p:nvPr/>
          </p:nvSpPr>
          <p:spPr>
            <a:xfrm>
              <a:off x="1138224" y="229160"/>
              <a:ext cx="17140" cy="26609"/>
            </a:xfrm>
            <a:prstGeom prst="rect">
              <a:avLst/>
            </a:prstGeom>
            <a:solidFill>
              <a:srgbClr val="F4CED1"/>
            </a:solidFill>
            <a:ln>
              <a:noFill/>
            </a:ln>
          </p:spPr>
        </p:sp>
        <p:sp>
          <p:nvSpPr>
            <p:cNvPr id="4364" name="Heatmap cell r9 c63"/>
            <p:cNvSpPr/>
            <p:nvPr/>
          </p:nvSpPr>
          <p:spPr>
            <a:xfrm>
              <a:off x="1155269" y="229160"/>
              <a:ext cx="19034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4365" name="Heatmap cell r9 c64"/>
            <p:cNvSpPr/>
            <p:nvPr/>
          </p:nvSpPr>
          <p:spPr>
            <a:xfrm>
              <a:off x="1174208" y="229160"/>
              <a:ext cx="17140" cy="26609"/>
            </a:xfrm>
            <a:prstGeom prst="rect">
              <a:avLst/>
            </a:prstGeom>
            <a:solidFill>
              <a:srgbClr val="FAEBED"/>
            </a:solidFill>
            <a:ln>
              <a:noFill/>
            </a:ln>
          </p:spPr>
        </p:sp>
        <p:sp>
          <p:nvSpPr>
            <p:cNvPr id="4366" name="Heatmap cell r9 c65"/>
            <p:cNvSpPr/>
            <p:nvPr/>
          </p:nvSpPr>
          <p:spPr>
            <a:xfrm>
              <a:off x="1191253" y="229160"/>
              <a:ext cx="19034" cy="26609"/>
            </a:xfrm>
            <a:prstGeom prst="rect">
              <a:avLst/>
            </a:prstGeom>
            <a:solidFill>
              <a:srgbClr val="F5F7F9"/>
            </a:solidFill>
            <a:ln>
              <a:noFill/>
            </a:ln>
          </p:spPr>
        </p:sp>
        <p:sp>
          <p:nvSpPr>
            <p:cNvPr id="4367" name="Heatmap cell r9 c66"/>
            <p:cNvSpPr/>
            <p:nvPr/>
          </p:nvSpPr>
          <p:spPr>
            <a:xfrm>
              <a:off x="1210192" y="229160"/>
              <a:ext cx="17140" cy="26609"/>
            </a:xfrm>
            <a:prstGeom prst="rect">
              <a:avLst/>
            </a:prstGeom>
            <a:solidFill>
              <a:srgbClr val="FCF7F7"/>
            </a:solidFill>
            <a:ln>
              <a:noFill/>
            </a:ln>
          </p:spPr>
        </p:sp>
        <p:sp>
          <p:nvSpPr>
            <p:cNvPr id="4368" name="Heatmap cell r9 c67"/>
            <p:cNvSpPr/>
            <p:nvPr/>
          </p:nvSpPr>
          <p:spPr>
            <a:xfrm>
              <a:off x="1227236" y="229160"/>
              <a:ext cx="19034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4369" name="Heatmap cell r9 c69"/>
            <p:cNvSpPr/>
            <p:nvPr/>
          </p:nvSpPr>
          <p:spPr>
            <a:xfrm>
              <a:off x="1263220" y="229160"/>
              <a:ext cx="19034" cy="26609"/>
            </a:xfrm>
            <a:prstGeom prst="rect">
              <a:avLst/>
            </a:prstGeom>
            <a:solidFill>
              <a:srgbClr val="F3C5CA"/>
            </a:solidFill>
            <a:ln>
              <a:noFill/>
            </a:ln>
          </p:spPr>
        </p:sp>
        <p:sp>
          <p:nvSpPr>
            <p:cNvPr id="4370" name="Heatmap cell r9 c70"/>
            <p:cNvSpPr/>
            <p:nvPr/>
          </p:nvSpPr>
          <p:spPr>
            <a:xfrm>
              <a:off x="1282159" y="229160"/>
              <a:ext cx="17140" cy="26609"/>
            </a:xfrm>
            <a:prstGeom prst="rect">
              <a:avLst/>
            </a:prstGeom>
            <a:solidFill>
              <a:srgbClr val="F1BEC3"/>
            </a:solidFill>
            <a:ln>
              <a:noFill/>
            </a:ln>
          </p:spPr>
        </p:sp>
        <p:sp>
          <p:nvSpPr>
            <p:cNvPr id="4371" name="Heatmap cell r9 c71"/>
            <p:cNvSpPr/>
            <p:nvPr/>
          </p:nvSpPr>
          <p:spPr>
            <a:xfrm>
              <a:off x="1299204" y="229160"/>
              <a:ext cx="19034" cy="26609"/>
            </a:xfrm>
            <a:prstGeom prst="rect">
              <a:avLst/>
            </a:prstGeom>
            <a:solidFill>
              <a:srgbClr val="F3C5C8"/>
            </a:solidFill>
            <a:ln>
              <a:noFill/>
            </a:ln>
          </p:spPr>
        </p:sp>
        <p:sp>
          <p:nvSpPr>
            <p:cNvPr id="4372" name="Heatmap cell r9 c72"/>
            <p:cNvSpPr/>
            <p:nvPr/>
          </p:nvSpPr>
          <p:spPr>
            <a:xfrm>
              <a:off x="1318143" y="229160"/>
              <a:ext cx="17140" cy="26609"/>
            </a:xfrm>
            <a:prstGeom prst="rect">
              <a:avLst/>
            </a:prstGeom>
            <a:solidFill>
              <a:srgbClr val="EEB1B7"/>
            </a:solidFill>
            <a:ln>
              <a:noFill/>
            </a:ln>
          </p:spPr>
        </p:sp>
        <p:sp>
          <p:nvSpPr>
            <p:cNvPr id="4373" name="Heatmap cell r9 c73"/>
            <p:cNvSpPr/>
            <p:nvPr/>
          </p:nvSpPr>
          <p:spPr>
            <a:xfrm>
              <a:off x="1335188" y="229160"/>
              <a:ext cx="19034" cy="26609"/>
            </a:xfrm>
            <a:prstGeom prst="rect">
              <a:avLst/>
            </a:prstGeom>
            <a:solidFill>
              <a:srgbClr val="EEB1B8"/>
            </a:solidFill>
            <a:ln>
              <a:noFill/>
            </a:ln>
          </p:spPr>
        </p:sp>
        <p:sp>
          <p:nvSpPr>
            <p:cNvPr id="4374" name="Heatmap cell r9 c74"/>
            <p:cNvSpPr/>
            <p:nvPr/>
          </p:nvSpPr>
          <p:spPr>
            <a:xfrm>
              <a:off x="1354127" y="229160"/>
              <a:ext cx="17140" cy="26609"/>
            </a:xfrm>
            <a:prstGeom prst="rect">
              <a:avLst/>
            </a:prstGeom>
            <a:solidFill>
              <a:srgbClr val="F4CDD0"/>
            </a:solidFill>
            <a:ln>
              <a:noFill/>
            </a:ln>
          </p:spPr>
        </p:sp>
        <p:sp>
          <p:nvSpPr>
            <p:cNvPr id="4375" name="Heatmap cell r9 c75"/>
            <p:cNvSpPr/>
            <p:nvPr/>
          </p:nvSpPr>
          <p:spPr>
            <a:xfrm>
              <a:off x="1371172" y="229160"/>
              <a:ext cx="19034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4376" name="Heatmap cell r9 c76"/>
            <p:cNvSpPr/>
            <p:nvPr/>
          </p:nvSpPr>
          <p:spPr>
            <a:xfrm>
              <a:off x="1390110" y="229160"/>
              <a:ext cx="19034" cy="26609"/>
            </a:xfrm>
            <a:prstGeom prst="rect">
              <a:avLst/>
            </a:prstGeom>
            <a:solidFill>
              <a:srgbClr val="F1C3C8"/>
            </a:solidFill>
            <a:ln>
              <a:noFill/>
            </a:ln>
          </p:spPr>
        </p:sp>
        <p:sp>
          <p:nvSpPr>
            <p:cNvPr id="4377" name="Heatmap cell r9 c78"/>
            <p:cNvSpPr/>
            <p:nvPr/>
          </p:nvSpPr>
          <p:spPr>
            <a:xfrm>
              <a:off x="1426094" y="229160"/>
              <a:ext cx="19034" cy="26609"/>
            </a:xfrm>
            <a:prstGeom prst="rect">
              <a:avLst/>
            </a:prstGeom>
            <a:solidFill>
              <a:srgbClr val="EDF1F7"/>
            </a:solidFill>
            <a:ln>
              <a:noFill/>
            </a:ln>
          </p:spPr>
        </p:sp>
        <p:sp>
          <p:nvSpPr>
            <p:cNvPr id="4378" name="Heatmap cell r9 c79"/>
            <p:cNvSpPr/>
            <p:nvPr/>
          </p:nvSpPr>
          <p:spPr>
            <a:xfrm>
              <a:off x="1445033" y="229160"/>
              <a:ext cx="17140" cy="26609"/>
            </a:xfrm>
            <a:prstGeom prst="rect">
              <a:avLst/>
            </a:prstGeom>
            <a:solidFill>
              <a:srgbClr val="F1C2C6"/>
            </a:solidFill>
            <a:ln>
              <a:noFill/>
            </a:ln>
          </p:spPr>
        </p:sp>
        <p:sp>
          <p:nvSpPr>
            <p:cNvPr id="4379" name="Heatmap cell r9 c80"/>
            <p:cNvSpPr/>
            <p:nvPr/>
          </p:nvSpPr>
          <p:spPr>
            <a:xfrm>
              <a:off x="1462078" y="229160"/>
              <a:ext cx="19034" cy="26609"/>
            </a:xfrm>
            <a:prstGeom prst="rect">
              <a:avLst/>
            </a:prstGeom>
            <a:solidFill>
              <a:srgbClr val="EBA2A9"/>
            </a:solidFill>
            <a:ln>
              <a:noFill/>
            </a:ln>
          </p:spPr>
        </p:sp>
        <p:sp>
          <p:nvSpPr>
            <p:cNvPr id="4380" name="Heatmap cell r9 c81"/>
            <p:cNvSpPr/>
            <p:nvPr/>
          </p:nvSpPr>
          <p:spPr>
            <a:xfrm>
              <a:off x="1481017" y="229160"/>
              <a:ext cx="17140" cy="26609"/>
            </a:xfrm>
            <a:prstGeom prst="rect">
              <a:avLst/>
            </a:prstGeom>
            <a:solidFill>
              <a:srgbClr val="F8E4E7"/>
            </a:solidFill>
            <a:ln>
              <a:noFill/>
            </a:ln>
          </p:spPr>
        </p:sp>
        <p:sp>
          <p:nvSpPr>
            <p:cNvPr id="4381" name="Heatmap cell r9 c82"/>
            <p:cNvSpPr/>
            <p:nvPr/>
          </p:nvSpPr>
          <p:spPr>
            <a:xfrm>
              <a:off x="1498062" y="229160"/>
              <a:ext cx="19034" cy="26609"/>
            </a:xfrm>
            <a:prstGeom prst="rect">
              <a:avLst/>
            </a:prstGeom>
            <a:solidFill>
              <a:srgbClr val="F8E9EA"/>
            </a:solidFill>
            <a:ln>
              <a:noFill/>
            </a:ln>
          </p:spPr>
        </p:sp>
        <p:sp>
          <p:nvSpPr>
            <p:cNvPr id="4382" name="Heatmap cell r9 c83"/>
            <p:cNvSpPr/>
            <p:nvPr/>
          </p:nvSpPr>
          <p:spPr>
            <a:xfrm>
              <a:off x="1517001" y="229160"/>
              <a:ext cx="17140" cy="26609"/>
            </a:xfrm>
            <a:prstGeom prst="rect">
              <a:avLst/>
            </a:prstGeom>
            <a:solidFill>
              <a:srgbClr val="FCF6F6"/>
            </a:solidFill>
            <a:ln>
              <a:noFill/>
            </a:ln>
          </p:spPr>
        </p:sp>
        <p:sp>
          <p:nvSpPr>
            <p:cNvPr id="4383" name="Heatmap cell r9 c84"/>
            <p:cNvSpPr/>
            <p:nvPr/>
          </p:nvSpPr>
          <p:spPr>
            <a:xfrm>
              <a:off x="1534046" y="229160"/>
              <a:ext cx="19034" cy="26609"/>
            </a:xfrm>
            <a:prstGeom prst="rect">
              <a:avLst/>
            </a:prstGeom>
            <a:solidFill>
              <a:srgbClr val="EDF1F7"/>
            </a:solidFill>
            <a:ln>
              <a:noFill/>
            </a:ln>
          </p:spPr>
        </p:sp>
        <p:sp>
          <p:nvSpPr>
            <p:cNvPr id="4384" name="Heatmap cell r9 c85"/>
            <p:cNvSpPr/>
            <p:nvPr/>
          </p:nvSpPr>
          <p:spPr>
            <a:xfrm>
              <a:off x="1552984" y="229160"/>
              <a:ext cx="17140" cy="26609"/>
            </a:xfrm>
            <a:prstGeom prst="rect">
              <a:avLst/>
            </a:prstGeom>
            <a:solidFill>
              <a:srgbClr val="E8ECF3"/>
            </a:solidFill>
            <a:ln>
              <a:noFill/>
            </a:ln>
          </p:spPr>
        </p:sp>
        <p:sp>
          <p:nvSpPr>
            <p:cNvPr id="4385" name="Heatmap cell r9 c86"/>
            <p:cNvSpPr/>
            <p:nvPr/>
          </p:nvSpPr>
          <p:spPr>
            <a:xfrm>
              <a:off x="1570029" y="229160"/>
              <a:ext cx="19034" cy="26609"/>
            </a:xfrm>
            <a:prstGeom prst="rect">
              <a:avLst/>
            </a:prstGeom>
            <a:solidFill>
              <a:srgbClr val="F8F8FA"/>
            </a:solidFill>
            <a:ln>
              <a:noFill/>
            </a:ln>
          </p:spPr>
        </p:sp>
        <p:sp>
          <p:nvSpPr>
            <p:cNvPr id="4386" name="Heatmap cell r9 c87"/>
            <p:cNvSpPr/>
            <p:nvPr/>
          </p:nvSpPr>
          <p:spPr>
            <a:xfrm>
              <a:off x="1588968" y="229160"/>
              <a:ext cx="17140" cy="26609"/>
            </a:xfrm>
            <a:prstGeom prst="rect">
              <a:avLst/>
            </a:prstGeom>
            <a:solidFill>
              <a:srgbClr val="F1F5F8"/>
            </a:solidFill>
            <a:ln>
              <a:noFill/>
            </a:ln>
          </p:spPr>
        </p:sp>
        <p:sp>
          <p:nvSpPr>
            <p:cNvPr id="4387" name="Heatmap cell r9 c88"/>
            <p:cNvSpPr/>
            <p:nvPr/>
          </p:nvSpPr>
          <p:spPr>
            <a:xfrm>
              <a:off x="1606013" y="229160"/>
              <a:ext cx="19034" cy="26609"/>
            </a:xfrm>
            <a:prstGeom prst="rect">
              <a:avLst/>
            </a:prstGeom>
            <a:solidFill>
              <a:srgbClr val="FAEEEF"/>
            </a:solidFill>
            <a:ln>
              <a:noFill/>
            </a:ln>
          </p:spPr>
        </p:sp>
        <p:sp>
          <p:nvSpPr>
            <p:cNvPr id="4388" name="Heatmap cell r9 c89"/>
            <p:cNvSpPr/>
            <p:nvPr/>
          </p:nvSpPr>
          <p:spPr>
            <a:xfrm>
              <a:off x="1624952" y="229160"/>
              <a:ext cx="19034" cy="26609"/>
            </a:xfrm>
            <a:prstGeom prst="rect">
              <a:avLst/>
            </a:prstGeom>
            <a:solidFill>
              <a:srgbClr val="F6D6DA"/>
            </a:solidFill>
            <a:ln>
              <a:noFill/>
            </a:ln>
          </p:spPr>
        </p:sp>
        <p:sp>
          <p:nvSpPr>
            <p:cNvPr id="4389" name="Heatmap cell r9 c90"/>
            <p:cNvSpPr/>
            <p:nvPr/>
          </p:nvSpPr>
          <p:spPr>
            <a:xfrm>
              <a:off x="1643891" y="229160"/>
              <a:ext cx="17140" cy="26609"/>
            </a:xfrm>
            <a:prstGeom prst="rect">
              <a:avLst/>
            </a:prstGeom>
            <a:solidFill>
              <a:srgbClr val="FAECEC"/>
            </a:solidFill>
            <a:ln>
              <a:noFill/>
            </a:ln>
          </p:spPr>
        </p:sp>
        <p:sp>
          <p:nvSpPr>
            <p:cNvPr id="4390" name="Heatmap cell r9 c91"/>
            <p:cNvSpPr/>
            <p:nvPr/>
          </p:nvSpPr>
          <p:spPr>
            <a:xfrm>
              <a:off x="1660936" y="229160"/>
              <a:ext cx="19034" cy="26609"/>
            </a:xfrm>
            <a:prstGeom prst="rect">
              <a:avLst/>
            </a:prstGeom>
            <a:solidFill>
              <a:srgbClr val="EFB6BA"/>
            </a:solidFill>
            <a:ln>
              <a:noFill/>
            </a:ln>
          </p:spPr>
        </p:sp>
        <p:sp>
          <p:nvSpPr>
            <p:cNvPr id="4391" name="Heatmap cell r9 c92"/>
            <p:cNvSpPr/>
            <p:nvPr/>
          </p:nvSpPr>
          <p:spPr>
            <a:xfrm>
              <a:off x="1679875" y="229160"/>
              <a:ext cx="17140" cy="26609"/>
            </a:xfrm>
            <a:prstGeom prst="rect">
              <a:avLst/>
            </a:prstGeom>
            <a:solidFill>
              <a:srgbClr val="EFB8BD"/>
            </a:solidFill>
            <a:ln>
              <a:noFill/>
            </a:ln>
          </p:spPr>
        </p:sp>
        <p:sp>
          <p:nvSpPr>
            <p:cNvPr id="4392" name="Heatmap cell r9 c93"/>
            <p:cNvSpPr/>
            <p:nvPr/>
          </p:nvSpPr>
          <p:spPr>
            <a:xfrm>
              <a:off x="1696920" y="229160"/>
              <a:ext cx="19034" cy="26609"/>
            </a:xfrm>
            <a:prstGeom prst="rect">
              <a:avLst/>
            </a:prstGeom>
            <a:solidFill>
              <a:srgbClr val="ECA0A8"/>
            </a:solidFill>
            <a:ln>
              <a:noFill/>
            </a:ln>
          </p:spPr>
        </p:sp>
        <p:sp>
          <p:nvSpPr>
            <p:cNvPr id="4393" name="Heatmap cell r9 c94"/>
            <p:cNvSpPr/>
            <p:nvPr/>
          </p:nvSpPr>
          <p:spPr>
            <a:xfrm>
              <a:off x="1715858" y="229160"/>
              <a:ext cx="17140" cy="26609"/>
            </a:xfrm>
            <a:prstGeom prst="rect">
              <a:avLst/>
            </a:prstGeom>
            <a:solidFill>
              <a:srgbClr val="ECA7AD"/>
            </a:solidFill>
            <a:ln>
              <a:noFill/>
            </a:ln>
          </p:spPr>
        </p:sp>
        <p:sp>
          <p:nvSpPr>
            <p:cNvPr id="4394" name="Heatmap cell r9 c95"/>
            <p:cNvSpPr/>
            <p:nvPr/>
          </p:nvSpPr>
          <p:spPr>
            <a:xfrm>
              <a:off x="1732903" y="229160"/>
              <a:ext cx="19034" cy="26609"/>
            </a:xfrm>
            <a:prstGeom prst="rect">
              <a:avLst/>
            </a:prstGeom>
            <a:solidFill>
              <a:srgbClr val="F1C2C6"/>
            </a:solidFill>
            <a:ln>
              <a:noFill/>
            </a:ln>
          </p:spPr>
        </p:sp>
        <p:sp>
          <p:nvSpPr>
            <p:cNvPr id="4395" name="Heatmap cell r9 c96"/>
            <p:cNvSpPr/>
            <p:nvPr/>
          </p:nvSpPr>
          <p:spPr>
            <a:xfrm>
              <a:off x="1751842" y="229160"/>
              <a:ext cx="17140" cy="26609"/>
            </a:xfrm>
            <a:prstGeom prst="rect">
              <a:avLst/>
            </a:prstGeom>
            <a:solidFill>
              <a:srgbClr val="FCF8F9"/>
            </a:solidFill>
            <a:ln>
              <a:noFill/>
            </a:ln>
          </p:spPr>
        </p:sp>
        <p:sp>
          <p:nvSpPr>
            <p:cNvPr id="4396" name="Heatmap cell r9 c98"/>
            <p:cNvSpPr/>
            <p:nvPr/>
          </p:nvSpPr>
          <p:spPr>
            <a:xfrm>
              <a:off x="1787826" y="229160"/>
              <a:ext cx="17140" cy="26609"/>
            </a:xfrm>
            <a:prstGeom prst="rect">
              <a:avLst/>
            </a:prstGeom>
            <a:solidFill>
              <a:srgbClr val="F7D7DB"/>
            </a:solidFill>
            <a:ln>
              <a:noFill/>
            </a:ln>
          </p:spPr>
        </p:sp>
        <p:sp>
          <p:nvSpPr>
            <p:cNvPr id="4397" name="Heatmap cell r9 c99"/>
            <p:cNvSpPr/>
            <p:nvPr/>
          </p:nvSpPr>
          <p:spPr>
            <a:xfrm>
              <a:off x="1804871" y="229160"/>
              <a:ext cx="19034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4398" name="Heatmap cell r9 c100"/>
            <p:cNvSpPr/>
            <p:nvPr/>
          </p:nvSpPr>
          <p:spPr>
            <a:xfrm>
              <a:off x="1823810" y="229160"/>
              <a:ext cx="17140" cy="26609"/>
            </a:xfrm>
            <a:prstGeom prst="rect">
              <a:avLst/>
            </a:prstGeom>
            <a:solidFill>
              <a:srgbClr val="E78D93"/>
            </a:solidFill>
            <a:ln>
              <a:noFill/>
            </a:ln>
          </p:spPr>
        </p:sp>
        <p:sp>
          <p:nvSpPr>
            <p:cNvPr id="4399" name="Heatmap cell r9 c101"/>
            <p:cNvSpPr/>
            <p:nvPr/>
          </p:nvSpPr>
          <p:spPr>
            <a:xfrm>
              <a:off x="1840855" y="229160"/>
              <a:ext cx="19034" cy="26609"/>
            </a:xfrm>
            <a:prstGeom prst="rect">
              <a:avLst/>
            </a:prstGeom>
            <a:solidFill>
              <a:srgbClr val="F9E7E8"/>
            </a:solidFill>
            <a:ln>
              <a:noFill/>
            </a:ln>
          </p:spPr>
        </p:sp>
        <p:sp>
          <p:nvSpPr>
            <p:cNvPr id="4400" name="Heatmap cell r9 c102"/>
            <p:cNvSpPr/>
            <p:nvPr/>
          </p:nvSpPr>
          <p:spPr>
            <a:xfrm>
              <a:off x="1859794" y="229160"/>
              <a:ext cx="19034" cy="26609"/>
            </a:xfrm>
            <a:prstGeom prst="rect">
              <a:avLst/>
            </a:prstGeom>
            <a:solidFill>
              <a:srgbClr val="F0BCC3"/>
            </a:solidFill>
            <a:ln>
              <a:noFill/>
            </a:ln>
          </p:spPr>
        </p:sp>
        <p:sp>
          <p:nvSpPr>
            <p:cNvPr id="4401" name="Heatmap cell r9 c103"/>
            <p:cNvSpPr/>
            <p:nvPr/>
          </p:nvSpPr>
          <p:spPr>
            <a:xfrm>
              <a:off x="1878732" y="229160"/>
              <a:ext cx="17140" cy="26609"/>
            </a:xfrm>
            <a:prstGeom prst="rect">
              <a:avLst/>
            </a:prstGeom>
            <a:solidFill>
              <a:srgbClr val="EB9EA4"/>
            </a:solidFill>
            <a:ln>
              <a:noFill/>
            </a:ln>
          </p:spPr>
        </p:sp>
        <p:sp>
          <p:nvSpPr>
            <p:cNvPr id="4402" name="Heatmap cell r9 c104"/>
            <p:cNvSpPr/>
            <p:nvPr/>
          </p:nvSpPr>
          <p:spPr>
            <a:xfrm>
              <a:off x="1895777" y="229160"/>
              <a:ext cx="19034" cy="26609"/>
            </a:xfrm>
            <a:prstGeom prst="rect">
              <a:avLst/>
            </a:prstGeom>
            <a:solidFill>
              <a:srgbClr val="E7EBF1"/>
            </a:solidFill>
            <a:ln>
              <a:noFill/>
            </a:ln>
          </p:spPr>
        </p:sp>
        <p:sp>
          <p:nvSpPr>
            <p:cNvPr id="4403" name="Heatmap cell r9 c105"/>
            <p:cNvSpPr/>
            <p:nvPr/>
          </p:nvSpPr>
          <p:spPr>
            <a:xfrm>
              <a:off x="1914716" y="229160"/>
              <a:ext cx="17140" cy="26609"/>
            </a:xfrm>
            <a:prstGeom prst="rect">
              <a:avLst/>
            </a:prstGeom>
            <a:solidFill>
              <a:srgbClr val="F8E3E6"/>
            </a:solidFill>
            <a:ln>
              <a:noFill/>
            </a:ln>
          </p:spPr>
        </p:sp>
        <p:sp>
          <p:nvSpPr>
            <p:cNvPr id="4404" name="Heatmap cell r9 c106"/>
            <p:cNvSpPr/>
            <p:nvPr/>
          </p:nvSpPr>
          <p:spPr>
            <a:xfrm>
              <a:off x="1931761" y="229160"/>
              <a:ext cx="19034" cy="26609"/>
            </a:xfrm>
            <a:prstGeom prst="rect">
              <a:avLst/>
            </a:prstGeom>
            <a:solidFill>
              <a:srgbClr val="E4828A"/>
            </a:solidFill>
            <a:ln>
              <a:noFill/>
            </a:ln>
          </p:spPr>
        </p:sp>
        <p:sp>
          <p:nvSpPr>
            <p:cNvPr id="4405" name="Heatmap cell r9 c107"/>
            <p:cNvSpPr/>
            <p:nvPr/>
          </p:nvSpPr>
          <p:spPr>
            <a:xfrm>
              <a:off x="1950700" y="229160"/>
              <a:ext cx="17140" cy="26609"/>
            </a:xfrm>
            <a:prstGeom prst="rect">
              <a:avLst/>
            </a:prstGeom>
            <a:solidFill>
              <a:srgbClr val="F7DADC"/>
            </a:solidFill>
            <a:ln>
              <a:noFill/>
            </a:ln>
          </p:spPr>
        </p:sp>
        <p:sp>
          <p:nvSpPr>
            <p:cNvPr id="4406" name="Heatmap cell r9 c108"/>
            <p:cNvSpPr/>
            <p:nvPr/>
          </p:nvSpPr>
          <p:spPr>
            <a:xfrm>
              <a:off x="1967745" y="229160"/>
              <a:ext cx="19034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4407" name="Heatmap cell r9 c109"/>
            <p:cNvSpPr/>
            <p:nvPr/>
          </p:nvSpPr>
          <p:spPr>
            <a:xfrm>
              <a:off x="1986684" y="229160"/>
              <a:ext cx="17140" cy="26609"/>
            </a:xfrm>
            <a:prstGeom prst="rect">
              <a:avLst/>
            </a:prstGeom>
            <a:solidFill>
              <a:srgbClr val="F8E9EA"/>
            </a:solidFill>
            <a:ln>
              <a:noFill/>
            </a:ln>
          </p:spPr>
        </p:sp>
        <p:sp>
          <p:nvSpPr>
            <p:cNvPr id="4408" name="Heatmap cell r9 c111"/>
            <p:cNvSpPr/>
            <p:nvPr/>
          </p:nvSpPr>
          <p:spPr>
            <a:xfrm>
              <a:off x="2022668" y="229160"/>
              <a:ext cx="17140" cy="26609"/>
            </a:xfrm>
            <a:prstGeom prst="rect">
              <a:avLst/>
            </a:prstGeom>
            <a:solidFill>
              <a:srgbClr val="D9E1EB"/>
            </a:solidFill>
            <a:ln>
              <a:noFill/>
            </a:ln>
          </p:spPr>
        </p:sp>
        <p:sp>
          <p:nvSpPr>
            <p:cNvPr id="4409" name="Heatmap cell r9 c112"/>
            <p:cNvSpPr/>
            <p:nvPr/>
          </p:nvSpPr>
          <p:spPr>
            <a:xfrm>
              <a:off x="2039712" y="229160"/>
              <a:ext cx="19034" cy="26609"/>
            </a:xfrm>
            <a:prstGeom prst="rect">
              <a:avLst/>
            </a:prstGeom>
            <a:solidFill>
              <a:srgbClr val="EFB5BA"/>
            </a:solidFill>
            <a:ln>
              <a:noFill/>
            </a:ln>
          </p:spPr>
        </p:sp>
        <p:sp>
          <p:nvSpPr>
            <p:cNvPr id="4410" name="Heatmap cell r9 c113"/>
            <p:cNvSpPr/>
            <p:nvPr/>
          </p:nvSpPr>
          <p:spPr>
            <a:xfrm>
              <a:off x="2058651" y="229160"/>
              <a:ext cx="17140" cy="26609"/>
            </a:xfrm>
            <a:prstGeom prst="rect">
              <a:avLst/>
            </a:prstGeom>
            <a:solidFill>
              <a:srgbClr val="EBA2A9"/>
            </a:solidFill>
            <a:ln>
              <a:noFill/>
            </a:ln>
          </p:spPr>
        </p:sp>
        <p:sp>
          <p:nvSpPr>
            <p:cNvPr id="4411" name="Heatmap cell r9 c114"/>
            <p:cNvSpPr/>
            <p:nvPr/>
          </p:nvSpPr>
          <p:spPr>
            <a:xfrm>
              <a:off x="2075696" y="229160"/>
              <a:ext cx="19034" cy="26609"/>
            </a:xfrm>
            <a:prstGeom prst="rect">
              <a:avLst/>
            </a:prstGeom>
            <a:solidFill>
              <a:srgbClr val="F7D3D6"/>
            </a:solidFill>
            <a:ln>
              <a:noFill/>
            </a:ln>
          </p:spPr>
        </p:sp>
        <p:sp>
          <p:nvSpPr>
            <p:cNvPr id="4412" name="Heatmap cell r9 c115"/>
            <p:cNvSpPr/>
            <p:nvPr/>
          </p:nvSpPr>
          <p:spPr>
            <a:xfrm>
              <a:off x="2094635" y="229160"/>
              <a:ext cx="19034" cy="26609"/>
            </a:xfrm>
            <a:prstGeom prst="rect">
              <a:avLst/>
            </a:prstGeom>
            <a:solidFill>
              <a:srgbClr val="EEB1B7"/>
            </a:solidFill>
            <a:ln>
              <a:noFill/>
            </a:ln>
          </p:spPr>
        </p:sp>
        <p:sp>
          <p:nvSpPr>
            <p:cNvPr id="4413" name="Heatmap cell r9 c116"/>
            <p:cNvSpPr/>
            <p:nvPr/>
          </p:nvSpPr>
          <p:spPr>
            <a:xfrm>
              <a:off x="2113574" y="229160"/>
              <a:ext cx="17140" cy="26609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4414" name="Heatmap cell r9 c117"/>
            <p:cNvSpPr/>
            <p:nvPr/>
          </p:nvSpPr>
          <p:spPr>
            <a:xfrm>
              <a:off x="2130619" y="229160"/>
              <a:ext cx="19034" cy="26609"/>
            </a:xfrm>
            <a:prstGeom prst="rect">
              <a:avLst/>
            </a:prstGeom>
            <a:solidFill>
              <a:srgbClr val="F8E1E3"/>
            </a:solidFill>
            <a:ln>
              <a:noFill/>
            </a:ln>
          </p:spPr>
        </p:sp>
        <p:sp>
          <p:nvSpPr>
            <p:cNvPr id="4415" name="Heatmap cell r9 c118"/>
            <p:cNvSpPr/>
            <p:nvPr/>
          </p:nvSpPr>
          <p:spPr>
            <a:xfrm>
              <a:off x="2149558" y="229160"/>
              <a:ext cx="17140" cy="26609"/>
            </a:xfrm>
            <a:prstGeom prst="rect">
              <a:avLst/>
            </a:prstGeom>
            <a:solidFill>
              <a:srgbClr val="F9E8E9"/>
            </a:solidFill>
            <a:ln>
              <a:noFill/>
            </a:ln>
          </p:spPr>
        </p:sp>
        <p:sp>
          <p:nvSpPr>
            <p:cNvPr id="4416" name="Heatmap cell r9 c119"/>
            <p:cNvSpPr/>
            <p:nvPr/>
          </p:nvSpPr>
          <p:spPr>
            <a:xfrm>
              <a:off x="2166603" y="229160"/>
              <a:ext cx="19034" cy="26609"/>
            </a:xfrm>
            <a:prstGeom prst="rect">
              <a:avLst/>
            </a:prstGeom>
            <a:solidFill>
              <a:srgbClr val="D5DFE9"/>
            </a:solidFill>
            <a:ln>
              <a:noFill/>
            </a:ln>
          </p:spPr>
        </p:sp>
        <p:sp>
          <p:nvSpPr>
            <p:cNvPr id="4417" name="Heatmap cell r9 c120"/>
            <p:cNvSpPr/>
            <p:nvPr/>
          </p:nvSpPr>
          <p:spPr>
            <a:xfrm>
              <a:off x="2185542" y="229160"/>
              <a:ext cx="17140" cy="26609"/>
            </a:xfrm>
            <a:prstGeom prst="rect">
              <a:avLst/>
            </a:prstGeom>
            <a:solidFill>
              <a:srgbClr val="F0F4F7"/>
            </a:solidFill>
            <a:ln>
              <a:noFill/>
            </a:ln>
          </p:spPr>
        </p:sp>
        <p:sp>
          <p:nvSpPr>
            <p:cNvPr id="4418" name="Heatmap cell r9 c121"/>
            <p:cNvSpPr/>
            <p:nvPr/>
          </p:nvSpPr>
          <p:spPr>
            <a:xfrm>
              <a:off x="2202586" y="229160"/>
              <a:ext cx="19034" cy="26609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4419" name="Heatmap cell r9 c122"/>
            <p:cNvSpPr/>
            <p:nvPr/>
          </p:nvSpPr>
          <p:spPr>
            <a:xfrm>
              <a:off x="2221525" y="229160"/>
              <a:ext cx="17140" cy="26609"/>
            </a:xfrm>
            <a:prstGeom prst="rect">
              <a:avLst/>
            </a:prstGeom>
            <a:solidFill>
              <a:srgbClr val="F0BCC3"/>
            </a:solidFill>
            <a:ln>
              <a:noFill/>
            </a:ln>
          </p:spPr>
        </p:sp>
        <p:sp>
          <p:nvSpPr>
            <p:cNvPr id="4420" name="Heatmap cell r9 c123"/>
            <p:cNvSpPr/>
            <p:nvPr/>
          </p:nvSpPr>
          <p:spPr>
            <a:xfrm>
              <a:off x="2238570" y="229160"/>
              <a:ext cx="19034" cy="26609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4421" name="Heatmap cell r9 c125"/>
            <p:cNvSpPr/>
            <p:nvPr/>
          </p:nvSpPr>
          <p:spPr>
            <a:xfrm>
              <a:off x="2274554" y="229160"/>
              <a:ext cx="19034" cy="26609"/>
            </a:xfrm>
            <a:prstGeom prst="rect">
              <a:avLst/>
            </a:prstGeom>
            <a:solidFill>
              <a:srgbClr val="F8E9EA"/>
            </a:solidFill>
            <a:ln>
              <a:noFill/>
            </a:ln>
          </p:spPr>
        </p:sp>
        <p:sp>
          <p:nvSpPr>
            <p:cNvPr id="4422" name="Heatmap cell r9 c126"/>
            <p:cNvSpPr/>
            <p:nvPr/>
          </p:nvSpPr>
          <p:spPr>
            <a:xfrm>
              <a:off x="2293493" y="229160"/>
              <a:ext cx="17140" cy="26609"/>
            </a:xfrm>
            <a:prstGeom prst="rect">
              <a:avLst/>
            </a:prstGeom>
            <a:solidFill>
              <a:srgbClr val="BBCCDC"/>
            </a:solidFill>
            <a:ln>
              <a:noFill/>
            </a:ln>
          </p:spPr>
        </p:sp>
        <p:sp>
          <p:nvSpPr>
            <p:cNvPr id="4423" name="Heatmap cell r9 c128"/>
            <p:cNvSpPr/>
            <p:nvPr/>
          </p:nvSpPr>
          <p:spPr>
            <a:xfrm>
              <a:off x="2329477" y="229160"/>
              <a:ext cx="19034" cy="26609"/>
            </a:xfrm>
            <a:prstGeom prst="rect">
              <a:avLst/>
            </a:prstGeom>
            <a:solidFill>
              <a:srgbClr val="EFB5BA"/>
            </a:solidFill>
            <a:ln>
              <a:noFill/>
            </a:ln>
          </p:spPr>
        </p:sp>
        <p:sp>
          <p:nvSpPr>
            <p:cNvPr id="4424" name="Heatmap cell r9 c129"/>
            <p:cNvSpPr/>
            <p:nvPr/>
          </p:nvSpPr>
          <p:spPr>
            <a:xfrm>
              <a:off x="2348416" y="229160"/>
              <a:ext cx="17140" cy="26609"/>
            </a:xfrm>
            <a:prstGeom prst="rect">
              <a:avLst/>
            </a:prstGeom>
            <a:solidFill>
              <a:srgbClr val="CCD7E3"/>
            </a:solidFill>
            <a:ln>
              <a:noFill/>
            </a:ln>
          </p:spPr>
        </p:sp>
        <p:sp>
          <p:nvSpPr>
            <p:cNvPr id="4425" name="Heatmap cell r9 c130"/>
            <p:cNvSpPr/>
            <p:nvPr/>
          </p:nvSpPr>
          <p:spPr>
            <a:xfrm>
              <a:off x="2365460" y="229160"/>
              <a:ext cx="19034" cy="26609"/>
            </a:xfrm>
            <a:prstGeom prst="rect">
              <a:avLst/>
            </a:prstGeom>
            <a:solidFill>
              <a:srgbClr val="DAE2EB"/>
            </a:solidFill>
            <a:ln>
              <a:noFill/>
            </a:ln>
          </p:spPr>
        </p:sp>
        <p:sp>
          <p:nvSpPr>
            <p:cNvPr id="4426" name="Heatmap cell r9 c131"/>
            <p:cNvSpPr/>
            <p:nvPr/>
          </p:nvSpPr>
          <p:spPr>
            <a:xfrm>
              <a:off x="2384399" y="229160"/>
              <a:ext cx="17140" cy="26609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4427" name="Heatmap cell r9 c132"/>
            <p:cNvSpPr/>
            <p:nvPr/>
          </p:nvSpPr>
          <p:spPr>
            <a:xfrm>
              <a:off x="2401444" y="229160"/>
              <a:ext cx="19034" cy="26609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4428" name="Heatmap cell r9 c133"/>
            <p:cNvSpPr/>
            <p:nvPr/>
          </p:nvSpPr>
          <p:spPr>
            <a:xfrm>
              <a:off x="2420383" y="229160"/>
              <a:ext cx="17140" cy="26609"/>
            </a:xfrm>
            <a:prstGeom prst="rect">
              <a:avLst/>
            </a:prstGeom>
            <a:solidFill>
              <a:srgbClr val="F4CDD0"/>
            </a:solidFill>
            <a:ln>
              <a:noFill/>
            </a:ln>
          </p:spPr>
        </p:sp>
        <p:sp>
          <p:nvSpPr>
            <p:cNvPr id="4429" name="Heatmap cell r9 c134"/>
            <p:cNvSpPr/>
            <p:nvPr/>
          </p:nvSpPr>
          <p:spPr>
            <a:xfrm>
              <a:off x="2437428" y="229160"/>
              <a:ext cx="19034" cy="26609"/>
            </a:xfrm>
            <a:prstGeom prst="rect">
              <a:avLst/>
            </a:prstGeom>
            <a:solidFill>
              <a:srgbClr val="F6F8F9"/>
            </a:solidFill>
            <a:ln>
              <a:noFill/>
            </a:ln>
          </p:spPr>
        </p:sp>
        <p:sp>
          <p:nvSpPr>
            <p:cNvPr id="4430" name="Heatmap cell r9 c135"/>
            <p:cNvSpPr/>
            <p:nvPr/>
          </p:nvSpPr>
          <p:spPr>
            <a:xfrm>
              <a:off x="2456367" y="229160"/>
              <a:ext cx="17140" cy="26609"/>
            </a:xfrm>
            <a:prstGeom prst="rect">
              <a:avLst/>
            </a:prstGeom>
            <a:solidFill>
              <a:srgbClr val="ECABB0"/>
            </a:solidFill>
            <a:ln>
              <a:noFill/>
            </a:ln>
          </p:spPr>
        </p:sp>
        <p:sp>
          <p:nvSpPr>
            <p:cNvPr id="4431" name="Heatmap cell r9 c136"/>
            <p:cNvSpPr/>
            <p:nvPr/>
          </p:nvSpPr>
          <p:spPr>
            <a:xfrm>
              <a:off x="2473412" y="229160"/>
              <a:ext cx="19034" cy="26609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4432" name="Heatmap cell r9 c137"/>
            <p:cNvSpPr/>
            <p:nvPr/>
          </p:nvSpPr>
          <p:spPr>
            <a:xfrm>
              <a:off x="2492351" y="229160"/>
              <a:ext cx="17140" cy="26609"/>
            </a:xfrm>
            <a:prstGeom prst="rect">
              <a:avLst/>
            </a:prstGeom>
            <a:solidFill>
              <a:srgbClr val="F7DADC"/>
            </a:solidFill>
            <a:ln>
              <a:noFill/>
            </a:ln>
          </p:spPr>
        </p:sp>
        <p:sp>
          <p:nvSpPr>
            <p:cNvPr id="4433" name="Heatmap cell r9 c138"/>
            <p:cNvSpPr/>
            <p:nvPr/>
          </p:nvSpPr>
          <p:spPr>
            <a:xfrm>
              <a:off x="2509396" y="229160"/>
              <a:ext cx="19034" cy="26609"/>
            </a:xfrm>
            <a:prstGeom prst="rect">
              <a:avLst/>
            </a:prstGeom>
            <a:solidFill>
              <a:srgbClr val="EBF0F6"/>
            </a:solidFill>
            <a:ln>
              <a:noFill/>
            </a:ln>
          </p:spPr>
        </p:sp>
        <p:sp>
          <p:nvSpPr>
            <p:cNvPr id="4434" name="Heatmap cell r9 c139"/>
            <p:cNvSpPr/>
            <p:nvPr/>
          </p:nvSpPr>
          <p:spPr>
            <a:xfrm>
              <a:off x="2528334" y="229160"/>
              <a:ext cx="17140" cy="26609"/>
            </a:xfrm>
            <a:prstGeom prst="rect">
              <a:avLst/>
            </a:prstGeom>
            <a:solidFill>
              <a:srgbClr val="F4CACD"/>
            </a:solidFill>
            <a:ln>
              <a:noFill/>
            </a:ln>
          </p:spPr>
        </p:sp>
        <p:sp>
          <p:nvSpPr>
            <p:cNvPr id="4435" name="Heatmap cell r9 c140"/>
            <p:cNvSpPr/>
            <p:nvPr/>
          </p:nvSpPr>
          <p:spPr>
            <a:xfrm>
              <a:off x="2545379" y="229160"/>
              <a:ext cx="19034" cy="26609"/>
            </a:xfrm>
            <a:prstGeom prst="rect">
              <a:avLst/>
            </a:prstGeom>
            <a:solidFill>
              <a:srgbClr val="EDAFB5"/>
            </a:solidFill>
            <a:ln>
              <a:noFill/>
            </a:ln>
          </p:spPr>
        </p:sp>
        <p:sp>
          <p:nvSpPr>
            <p:cNvPr id="4436" name="Heatmap cell r9 c141"/>
            <p:cNvSpPr/>
            <p:nvPr/>
          </p:nvSpPr>
          <p:spPr>
            <a:xfrm>
              <a:off x="2564318" y="229160"/>
              <a:ext cx="19034" cy="26609"/>
            </a:xfrm>
            <a:prstGeom prst="rect">
              <a:avLst/>
            </a:prstGeom>
            <a:solidFill>
              <a:srgbClr val="FBF3F4"/>
            </a:solidFill>
            <a:ln>
              <a:noFill/>
            </a:ln>
          </p:spPr>
        </p:sp>
        <p:sp>
          <p:nvSpPr>
            <p:cNvPr id="4437" name="Heatmap cell r9 c142"/>
            <p:cNvSpPr/>
            <p:nvPr/>
          </p:nvSpPr>
          <p:spPr>
            <a:xfrm>
              <a:off x="2583257" y="229160"/>
              <a:ext cx="17140" cy="26609"/>
            </a:xfrm>
            <a:prstGeom prst="rect">
              <a:avLst/>
            </a:prstGeom>
            <a:solidFill>
              <a:srgbClr val="E9EEF4"/>
            </a:solidFill>
            <a:ln>
              <a:noFill/>
            </a:ln>
          </p:spPr>
        </p:sp>
        <p:sp>
          <p:nvSpPr>
            <p:cNvPr id="4438" name="Heatmap cell r9 c143"/>
            <p:cNvSpPr/>
            <p:nvPr/>
          </p:nvSpPr>
          <p:spPr>
            <a:xfrm>
              <a:off x="2600302" y="229160"/>
              <a:ext cx="19034" cy="26609"/>
            </a:xfrm>
            <a:prstGeom prst="rect">
              <a:avLst/>
            </a:prstGeom>
            <a:solidFill>
              <a:srgbClr val="BFCFDF"/>
            </a:solidFill>
            <a:ln>
              <a:noFill/>
            </a:ln>
          </p:spPr>
        </p:sp>
        <p:sp>
          <p:nvSpPr>
            <p:cNvPr id="4439" name="Heatmap cell r9 c144"/>
            <p:cNvSpPr/>
            <p:nvPr/>
          </p:nvSpPr>
          <p:spPr>
            <a:xfrm>
              <a:off x="2619241" y="229160"/>
              <a:ext cx="17140" cy="26609"/>
            </a:xfrm>
            <a:prstGeom prst="rect">
              <a:avLst/>
            </a:prstGeom>
            <a:solidFill>
              <a:srgbClr val="EDAFB5"/>
            </a:solidFill>
            <a:ln>
              <a:noFill/>
            </a:ln>
          </p:spPr>
        </p:sp>
        <p:sp>
          <p:nvSpPr>
            <p:cNvPr id="4440" name="Heatmap cell r9 c145"/>
            <p:cNvSpPr/>
            <p:nvPr/>
          </p:nvSpPr>
          <p:spPr>
            <a:xfrm>
              <a:off x="2636286" y="229160"/>
              <a:ext cx="19034" cy="26609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4441" name="Heatmap cell r9 c146"/>
            <p:cNvSpPr/>
            <p:nvPr/>
          </p:nvSpPr>
          <p:spPr>
            <a:xfrm>
              <a:off x="2655225" y="229160"/>
              <a:ext cx="17140" cy="26609"/>
            </a:xfrm>
            <a:prstGeom prst="rect">
              <a:avLst/>
            </a:prstGeom>
            <a:solidFill>
              <a:srgbClr val="F7E2E4"/>
            </a:solidFill>
            <a:ln>
              <a:noFill/>
            </a:ln>
          </p:spPr>
        </p:sp>
        <p:sp>
          <p:nvSpPr>
            <p:cNvPr id="4442" name="Heatmap cell r9 c147"/>
            <p:cNvSpPr/>
            <p:nvPr/>
          </p:nvSpPr>
          <p:spPr>
            <a:xfrm>
              <a:off x="2672270" y="229160"/>
              <a:ext cx="19034" cy="26609"/>
            </a:xfrm>
            <a:prstGeom prst="rect">
              <a:avLst/>
            </a:prstGeom>
            <a:solidFill>
              <a:srgbClr val="EBEFF5"/>
            </a:solidFill>
            <a:ln>
              <a:noFill/>
            </a:ln>
          </p:spPr>
        </p:sp>
        <p:sp>
          <p:nvSpPr>
            <p:cNvPr id="4443" name="Heatmap cell r9 c148"/>
            <p:cNvSpPr/>
            <p:nvPr/>
          </p:nvSpPr>
          <p:spPr>
            <a:xfrm>
              <a:off x="2691208" y="229160"/>
              <a:ext cx="17140" cy="26609"/>
            </a:xfrm>
            <a:prstGeom prst="rect">
              <a:avLst/>
            </a:prstGeom>
            <a:solidFill>
              <a:srgbClr val="F3C7CC"/>
            </a:solidFill>
            <a:ln>
              <a:noFill/>
            </a:ln>
          </p:spPr>
        </p:sp>
        <p:sp>
          <p:nvSpPr>
            <p:cNvPr id="4444" name="Heatmap cell r9 c149"/>
            <p:cNvSpPr/>
            <p:nvPr/>
          </p:nvSpPr>
          <p:spPr>
            <a:xfrm>
              <a:off x="2708253" y="229160"/>
              <a:ext cx="19034" cy="26609"/>
            </a:xfrm>
            <a:prstGeom prst="rect">
              <a:avLst/>
            </a:prstGeom>
            <a:solidFill>
              <a:srgbClr val="FBF1F3"/>
            </a:solidFill>
            <a:ln>
              <a:noFill/>
            </a:ln>
          </p:spPr>
        </p:sp>
        <p:sp>
          <p:nvSpPr>
            <p:cNvPr id="4445" name="Heatmap cell r9 c150"/>
            <p:cNvSpPr/>
            <p:nvPr/>
          </p:nvSpPr>
          <p:spPr>
            <a:xfrm>
              <a:off x="2727192" y="229160"/>
              <a:ext cx="17140" cy="26609"/>
            </a:xfrm>
            <a:prstGeom prst="rect">
              <a:avLst/>
            </a:prstGeom>
            <a:solidFill>
              <a:srgbClr val="F4CCD1"/>
            </a:solidFill>
            <a:ln>
              <a:noFill/>
            </a:ln>
          </p:spPr>
        </p:sp>
        <p:sp>
          <p:nvSpPr>
            <p:cNvPr id="4446" name="Heatmap cell r9 c151"/>
            <p:cNvSpPr/>
            <p:nvPr/>
          </p:nvSpPr>
          <p:spPr>
            <a:xfrm>
              <a:off x="2744237" y="229160"/>
              <a:ext cx="19034" cy="26609"/>
            </a:xfrm>
            <a:prstGeom prst="rect">
              <a:avLst/>
            </a:prstGeom>
            <a:solidFill>
              <a:srgbClr val="F8E3E6"/>
            </a:solidFill>
            <a:ln>
              <a:noFill/>
            </a:ln>
          </p:spPr>
        </p:sp>
        <p:sp>
          <p:nvSpPr>
            <p:cNvPr id="4447" name="Heatmap cell r9 c152"/>
            <p:cNvSpPr/>
            <p:nvPr/>
          </p:nvSpPr>
          <p:spPr>
            <a:xfrm>
              <a:off x="2763176" y="229160"/>
              <a:ext cx="17140" cy="26609"/>
            </a:xfrm>
            <a:prstGeom prst="rect">
              <a:avLst/>
            </a:prstGeom>
            <a:solidFill>
              <a:srgbClr val="F8E1E3"/>
            </a:solidFill>
            <a:ln>
              <a:noFill/>
            </a:ln>
          </p:spPr>
        </p:sp>
        <p:sp>
          <p:nvSpPr>
            <p:cNvPr id="4448" name="Heatmap cell r9 c153"/>
            <p:cNvSpPr/>
            <p:nvPr/>
          </p:nvSpPr>
          <p:spPr>
            <a:xfrm>
              <a:off x="2780221" y="229160"/>
              <a:ext cx="19034" cy="26609"/>
            </a:xfrm>
            <a:prstGeom prst="rect">
              <a:avLst/>
            </a:prstGeom>
            <a:solidFill>
              <a:srgbClr val="F5D0D3"/>
            </a:solidFill>
            <a:ln>
              <a:noFill/>
            </a:ln>
          </p:spPr>
        </p:sp>
        <p:sp>
          <p:nvSpPr>
            <p:cNvPr id="4449" name="Heatmap cell r9 c154"/>
            <p:cNvSpPr/>
            <p:nvPr/>
          </p:nvSpPr>
          <p:spPr>
            <a:xfrm>
              <a:off x="2799160" y="229160"/>
              <a:ext cx="17140" cy="26609"/>
            </a:xfrm>
            <a:prstGeom prst="rect">
              <a:avLst/>
            </a:prstGeom>
            <a:solidFill>
              <a:srgbClr val="DEE6EC"/>
            </a:solidFill>
            <a:ln>
              <a:noFill/>
            </a:ln>
          </p:spPr>
        </p:sp>
        <p:sp>
          <p:nvSpPr>
            <p:cNvPr id="4450" name="Heatmap cell r9 c155"/>
            <p:cNvSpPr/>
            <p:nvPr/>
          </p:nvSpPr>
          <p:spPr>
            <a:xfrm>
              <a:off x="2816205" y="229160"/>
              <a:ext cx="19034" cy="26609"/>
            </a:xfrm>
            <a:prstGeom prst="rect">
              <a:avLst/>
            </a:prstGeom>
            <a:solidFill>
              <a:srgbClr val="E9939B"/>
            </a:solidFill>
            <a:ln>
              <a:noFill/>
            </a:ln>
          </p:spPr>
        </p:sp>
        <p:sp>
          <p:nvSpPr>
            <p:cNvPr id="4451" name="Heatmap cell r9 c156"/>
            <p:cNvSpPr/>
            <p:nvPr/>
          </p:nvSpPr>
          <p:spPr>
            <a:xfrm>
              <a:off x="2835144" y="229160"/>
              <a:ext cx="19034" cy="26609"/>
            </a:xfrm>
            <a:prstGeom prst="rect">
              <a:avLst/>
            </a:prstGeom>
            <a:solidFill>
              <a:srgbClr val="F1C0C4"/>
            </a:solidFill>
            <a:ln>
              <a:noFill/>
            </a:ln>
          </p:spPr>
        </p:sp>
        <p:sp>
          <p:nvSpPr>
            <p:cNvPr id="4452" name="Heatmap cell r9 c157"/>
            <p:cNvSpPr/>
            <p:nvPr/>
          </p:nvSpPr>
          <p:spPr>
            <a:xfrm>
              <a:off x="2854082" y="229160"/>
              <a:ext cx="17140" cy="26609"/>
            </a:xfrm>
            <a:prstGeom prst="rect">
              <a:avLst/>
            </a:prstGeom>
            <a:solidFill>
              <a:srgbClr val="E5838B"/>
            </a:solidFill>
            <a:ln>
              <a:noFill/>
            </a:ln>
          </p:spPr>
        </p:sp>
        <p:sp>
          <p:nvSpPr>
            <p:cNvPr id="4453" name="Heatmap cell r9 c158"/>
            <p:cNvSpPr/>
            <p:nvPr/>
          </p:nvSpPr>
          <p:spPr>
            <a:xfrm>
              <a:off x="2871127" y="229160"/>
              <a:ext cx="19034" cy="26609"/>
            </a:xfrm>
            <a:prstGeom prst="rect">
              <a:avLst/>
            </a:prstGeom>
            <a:solidFill>
              <a:srgbClr val="F0F4F7"/>
            </a:solidFill>
            <a:ln>
              <a:noFill/>
            </a:ln>
          </p:spPr>
        </p:sp>
        <p:sp>
          <p:nvSpPr>
            <p:cNvPr id="4454" name="Heatmap cell r9 c160"/>
            <p:cNvSpPr/>
            <p:nvPr/>
          </p:nvSpPr>
          <p:spPr>
            <a:xfrm>
              <a:off x="2907111" y="229160"/>
              <a:ext cx="19034" cy="26609"/>
            </a:xfrm>
            <a:prstGeom prst="rect">
              <a:avLst/>
            </a:prstGeom>
            <a:solidFill>
              <a:srgbClr val="D2DDE8"/>
            </a:solidFill>
            <a:ln>
              <a:noFill/>
            </a:ln>
          </p:spPr>
        </p:sp>
        <p:sp>
          <p:nvSpPr>
            <p:cNvPr id="4455" name="Heatmap cell r9 c161"/>
            <p:cNvSpPr/>
            <p:nvPr/>
          </p:nvSpPr>
          <p:spPr>
            <a:xfrm>
              <a:off x="2926050" y="229160"/>
              <a:ext cx="17140" cy="26609"/>
            </a:xfrm>
            <a:prstGeom prst="rect">
              <a:avLst/>
            </a:prstGeom>
            <a:solidFill>
              <a:srgbClr val="DAE2EB"/>
            </a:solidFill>
            <a:ln>
              <a:noFill/>
            </a:ln>
          </p:spPr>
        </p:sp>
        <p:sp>
          <p:nvSpPr>
            <p:cNvPr id="4456" name="Heatmap cell r9 c162"/>
            <p:cNvSpPr/>
            <p:nvPr/>
          </p:nvSpPr>
          <p:spPr>
            <a:xfrm>
              <a:off x="2943095" y="229160"/>
              <a:ext cx="19034" cy="26609"/>
            </a:xfrm>
            <a:prstGeom prst="rect">
              <a:avLst/>
            </a:prstGeom>
            <a:solidFill>
              <a:srgbClr val="CCD7E3"/>
            </a:solidFill>
            <a:ln>
              <a:noFill/>
            </a:ln>
          </p:spPr>
        </p:sp>
        <p:sp>
          <p:nvSpPr>
            <p:cNvPr id="4457" name="Heatmap cell r9 c163"/>
            <p:cNvSpPr/>
            <p:nvPr/>
          </p:nvSpPr>
          <p:spPr>
            <a:xfrm>
              <a:off x="2962034" y="229160"/>
              <a:ext cx="17140" cy="26609"/>
            </a:xfrm>
            <a:prstGeom prst="rect">
              <a:avLst/>
            </a:prstGeom>
            <a:solidFill>
              <a:srgbClr val="D7E1EB"/>
            </a:solidFill>
            <a:ln>
              <a:noFill/>
            </a:ln>
          </p:spPr>
        </p:sp>
        <p:sp>
          <p:nvSpPr>
            <p:cNvPr id="4458" name="Heatmap cell r9 c164"/>
            <p:cNvSpPr/>
            <p:nvPr/>
          </p:nvSpPr>
          <p:spPr>
            <a:xfrm>
              <a:off x="2979079" y="229160"/>
              <a:ext cx="19034" cy="26609"/>
            </a:xfrm>
            <a:prstGeom prst="rect">
              <a:avLst/>
            </a:prstGeom>
            <a:solidFill>
              <a:srgbClr val="D4DFE9"/>
            </a:solidFill>
            <a:ln>
              <a:noFill/>
            </a:ln>
          </p:spPr>
        </p:sp>
        <p:sp>
          <p:nvSpPr>
            <p:cNvPr id="4459" name="Heatmap cell r9 c165"/>
            <p:cNvSpPr/>
            <p:nvPr/>
          </p:nvSpPr>
          <p:spPr>
            <a:xfrm>
              <a:off x="2998018" y="229160"/>
              <a:ext cx="17140" cy="26609"/>
            </a:xfrm>
            <a:prstGeom prst="rect">
              <a:avLst/>
            </a:prstGeom>
            <a:solidFill>
              <a:srgbClr val="809EBB"/>
            </a:solidFill>
            <a:ln>
              <a:noFill/>
            </a:ln>
          </p:spPr>
        </p:sp>
        <p:sp>
          <p:nvSpPr>
            <p:cNvPr id="4460" name="Heatmap cell r9 c166"/>
            <p:cNvSpPr/>
            <p:nvPr/>
          </p:nvSpPr>
          <p:spPr>
            <a:xfrm>
              <a:off x="3015062" y="229160"/>
              <a:ext cx="19034" cy="26609"/>
            </a:xfrm>
            <a:prstGeom prst="rect">
              <a:avLst/>
            </a:prstGeom>
            <a:solidFill>
              <a:srgbClr val="E3EAF0"/>
            </a:solidFill>
            <a:ln>
              <a:noFill/>
            </a:ln>
          </p:spPr>
        </p:sp>
        <p:sp>
          <p:nvSpPr>
            <p:cNvPr id="4461" name="Heatmap cell r9 c167"/>
            <p:cNvSpPr/>
            <p:nvPr/>
          </p:nvSpPr>
          <p:spPr>
            <a:xfrm>
              <a:off x="3034001" y="229160"/>
              <a:ext cx="17140" cy="26609"/>
            </a:xfrm>
            <a:prstGeom prst="rect">
              <a:avLst/>
            </a:prstGeom>
            <a:solidFill>
              <a:srgbClr val="A4BAD0"/>
            </a:solidFill>
            <a:ln>
              <a:noFill/>
            </a:ln>
          </p:spPr>
        </p:sp>
        <p:sp>
          <p:nvSpPr>
            <p:cNvPr id="4462" name="Heatmap cell r9 c168"/>
            <p:cNvSpPr/>
            <p:nvPr/>
          </p:nvSpPr>
          <p:spPr>
            <a:xfrm>
              <a:off x="3051046" y="229160"/>
              <a:ext cx="19034" cy="26609"/>
            </a:xfrm>
            <a:prstGeom prst="rect">
              <a:avLst/>
            </a:prstGeom>
            <a:solidFill>
              <a:srgbClr val="D2DDE8"/>
            </a:solidFill>
            <a:ln>
              <a:noFill/>
            </a:ln>
          </p:spPr>
        </p:sp>
        <p:sp>
          <p:nvSpPr>
            <p:cNvPr id="4463" name="Heatmap cell r9 c169"/>
            <p:cNvSpPr/>
            <p:nvPr/>
          </p:nvSpPr>
          <p:spPr>
            <a:xfrm>
              <a:off x="3069985" y="229160"/>
              <a:ext cx="19034" cy="26609"/>
            </a:xfrm>
            <a:prstGeom prst="rect">
              <a:avLst/>
            </a:prstGeom>
            <a:solidFill>
              <a:srgbClr val="1E5287"/>
            </a:solidFill>
            <a:ln>
              <a:noFill/>
            </a:ln>
          </p:spPr>
        </p:sp>
        <p:sp>
          <p:nvSpPr>
            <p:cNvPr id="4464" name="Heatmap cell r9 c170"/>
            <p:cNvSpPr/>
            <p:nvPr/>
          </p:nvSpPr>
          <p:spPr>
            <a:xfrm>
              <a:off x="3088924" y="229160"/>
              <a:ext cx="17140" cy="26609"/>
            </a:xfrm>
            <a:prstGeom prst="rect">
              <a:avLst/>
            </a:prstGeom>
            <a:solidFill>
              <a:srgbClr val="B1C4D5"/>
            </a:solidFill>
            <a:ln>
              <a:noFill/>
            </a:ln>
          </p:spPr>
        </p:sp>
        <p:sp>
          <p:nvSpPr>
            <p:cNvPr id="4465" name="Heatmap cell r9 c171"/>
            <p:cNvSpPr/>
            <p:nvPr/>
          </p:nvSpPr>
          <p:spPr>
            <a:xfrm>
              <a:off x="3105969" y="229160"/>
              <a:ext cx="19034" cy="26609"/>
            </a:xfrm>
            <a:prstGeom prst="rect">
              <a:avLst/>
            </a:prstGeom>
            <a:solidFill>
              <a:srgbClr val="B8C8DA"/>
            </a:solidFill>
            <a:ln>
              <a:noFill/>
            </a:ln>
          </p:spPr>
        </p:sp>
        <p:sp>
          <p:nvSpPr>
            <p:cNvPr id="4466" name="Heatmap cell r9 c172"/>
            <p:cNvSpPr/>
            <p:nvPr/>
          </p:nvSpPr>
          <p:spPr>
            <a:xfrm>
              <a:off x="3124908" y="229160"/>
              <a:ext cx="17140" cy="26609"/>
            </a:xfrm>
            <a:prstGeom prst="rect">
              <a:avLst/>
            </a:prstGeom>
            <a:solidFill>
              <a:srgbClr val="89A6C2"/>
            </a:solidFill>
            <a:ln>
              <a:noFill/>
            </a:ln>
          </p:spPr>
        </p:sp>
        <p:sp>
          <p:nvSpPr>
            <p:cNvPr id="4467" name="Heatmap cell r9 c173"/>
            <p:cNvSpPr/>
            <p:nvPr/>
          </p:nvSpPr>
          <p:spPr>
            <a:xfrm>
              <a:off x="3141953" y="229160"/>
              <a:ext cx="19034" cy="26609"/>
            </a:xfrm>
            <a:prstGeom prst="rect">
              <a:avLst/>
            </a:prstGeom>
            <a:solidFill>
              <a:srgbClr val="AFC3D5"/>
            </a:solidFill>
            <a:ln>
              <a:noFill/>
            </a:ln>
          </p:spPr>
        </p:sp>
        <p:sp>
          <p:nvSpPr>
            <p:cNvPr id="4468" name="Heatmap cell r9 c174"/>
            <p:cNvSpPr/>
            <p:nvPr/>
          </p:nvSpPr>
          <p:spPr>
            <a:xfrm>
              <a:off x="3160892" y="229160"/>
              <a:ext cx="17140" cy="26609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4469" name="Heatmap cell r9 c175"/>
            <p:cNvSpPr/>
            <p:nvPr/>
          </p:nvSpPr>
          <p:spPr>
            <a:xfrm>
              <a:off x="3177936" y="229160"/>
              <a:ext cx="19034" cy="26609"/>
            </a:xfrm>
            <a:prstGeom prst="rect">
              <a:avLst/>
            </a:prstGeom>
            <a:solidFill>
              <a:srgbClr val="BDCEDD"/>
            </a:solidFill>
            <a:ln>
              <a:noFill/>
            </a:ln>
          </p:spPr>
        </p:sp>
        <p:sp>
          <p:nvSpPr>
            <p:cNvPr id="4470" name="Heatmap cell r9 c176"/>
            <p:cNvSpPr/>
            <p:nvPr/>
          </p:nvSpPr>
          <p:spPr>
            <a:xfrm>
              <a:off x="3196875" y="229160"/>
              <a:ext cx="17140" cy="26609"/>
            </a:xfrm>
            <a:prstGeom prst="rect">
              <a:avLst/>
            </a:prstGeom>
            <a:solidFill>
              <a:srgbClr val="E9EEF4"/>
            </a:solidFill>
            <a:ln>
              <a:noFill/>
            </a:ln>
          </p:spPr>
        </p:sp>
        <p:sp>
          <p:nvSpPr>
            <p:cNvPr id="4471" name="Heatmap cell r9 c177"/>
            <p:cNvSpPr/>
            <p:nvPr/>
          </p:nvSpPr>
          <p:spPr>
            <a:xfrm>
              <a:off x="3213920" y="229160"/>
              <a:ext cx="19034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4472" name="Heatmap cell r9 c178"/>
            <p:cNvSpPr/>
            <p:nvPr/>
          </p:nvSpPr>
          <p:spPr>
            <a:xfrm>
              <a:off x="3232859" y="229160"/>
              <a:ext cx="17140" cy="26609"/>
            </a:xfrm>
            <a:prstGeom prst="rect">
              <a:avLst/>
            </a:prstGeom>
            <a:solidFill>
              <a:srgbClr val="B5C6D7"/>
            </a:solidFill>
            <a:ln>
              <a:noFill/>
            </a:ln>
          </p:spPr>
        </p:sp>
        <p:sp>
          <p:nvSpPr>
            <p:cNvPr id="4473" name="Heatmap cell r9 c179"/>
            <p:cNvSpPr/>
            <p:nvPr/>
          </p:nvSpPr>
          <p:spPr>
            <a:xfrm>
              <a:off x="3249904" y="229160"/>
              <a:ext cx="19034" cy="26609"/>
            </a:xfrm>
            <a:prstGeom prst="rect">
              <a:avLst/>
            </a:prstGeom>
            <a:solidFill>
              <a:srgbClr val="1F5388"/>
            </a:solidFill>
            <a:ln>
              <a:noFill/>
            </a:ln>
          </p:spPr>
        </p:sp>
        <p:sp>
          <p:nvSpPr>
            <p:cNvPr id="4474" name="Heatmap cell r9 c180"/>
            <p:cNvSpPr/>
            <p:nvPr/>
          </p:nvSpPr>
          <p:spPr>
            <a:xfrm>
              <a:off x="3268843" y="229160"/>
              <a:ext cx="17140" cy="26609"/>
            </a:xfrm>
            <a:prstGeom prst="rect">
              <a:avLst/>
            </a:prstGeom>
            <a:solidFill>
              <a:srgbClr val="FAEBED"/>
            </a:solidFill>
            <a:ln>
              <a:noFill/>
            </a:ln>
          </p:spPr>
        </p:sp>
        <p:sp>
          <p:nvSpPr>
            <p:cNvPr id="4475" name="Heatmap cell r9 c181"/>
            <p:cNvSpPr/>
            <p:nvPr/>
          </p:nvSpPr>
          <p:spPr>
            <a:xfrm>
              <a:off x="3285888" y="229160"/>
              <a:ext cx="19034" cy="26609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4476" name="Heatmap cell r9 c182"/>
            <p:cNvSpPr/>
            <p:nvPr/>
          </p:nvSpPr>
          <p:spPr>
            <a:xfrm>
              <a:off x="3304827" y="229160"/>
              <a:ext cx="19034" cy="26609"/>
            </a:xfrm>
            <a:prstGeom prst="rect">
              <a:avLst/>
            </a:prstGeom>
            <a:solidFill>
              <a:srgbClr val="95AEC7"/>
            </a:solidFill>
            <a:ln>
              <a:noFill/>
            </a:ln>
          </p:spPr>
        </p:sp>
        <p:sp>
          <p:nvSpPr>
            <p:cNvPr id="4477" name="Heatmap cell r9 c183"/>
            <p:cNvSpPr/>
            <p:nvPr/>
          </p:nvSpPr>
          <p:spPr>
            <a:xfrm>
              <a:off x="3323765" y="229160"/>
              <a:ext cx="17140" cy="26609"/>
            </a:xfrm>
            <a:prstGeom prst="rect">
              <a:avLst/>
            </a:prstGeom>
            <a:solidFill>
              <a:srgbClr val="47749F"/>
            </a:solidFill>
            <a:ln>
              <a:noFill/>
            </a:ln>
          </p:spPr>
        </p:sp>
        <p:sp>
          <p:nvSpPr>
            <p:cNvPr id="4478" name="Heatmap cell r9 c184"/>
            <p:cNvSpPr/>
            <p:nvPr/>
          </p:nvSpPr>
          <p:spPr>
            <a:xfrm>
              <a:off x="3340810" y="229160"/>
              <a:ext cx="19034" cy="26609"/>
            </a:xfrm>
            <a:prstGeom prst="rect">
              <a:avLst/>
            </a:prstGeom>
            <a:solidFill>
              <a:srgbClr val="B7C7D9"/>
            </a:solidFill>
            <a:ln>
              <a:noFill/>
            </a:ln>
          </p:spPr>
        </p:sp>
        <p:sp>
          <p:nvSpPr>
            <p:cNvPr id="4479" name="Heatmap cell r9 c185"/>
            <p:cNvSpPr/>
            <p:nvPr/>
          </p:nvSpPr>
          <p:spPr>
            <a:xfrm>
              <a:off x="3359749" y="229160"/>
              <a:ext cx="17140" cy="26609"/>
            </a:xfrm>
            <a:prstGeom prst="rect">
              <a:avLst/>
            </a:prstGeom>
            <a:solidFill>
              <a:srgbClr val="E4828A"/>
            </a:solidFill>
            <a:ln>
              <a:noFill/>
            </a:ln>
          </p:spPr>
        </p:sp>
        <p:sp>
          <p:nvSpPr>
            <p:cNvPr id="4480" name="Heatmap cell r9 c186"/>
            <p:cNvSpPr/>
            <p:nvPr/>
          </p:nvSpPr>
          <p:spPr>
            <a:xfrm>
              <a:off x="3376794" y="229160"/>
              <a:ext cx="19034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4481" name="Heatmap cell r9 c187"/>
            <p:cNvSpPr/>
            <p:nvPr/>
          </p:nvSpPr>
          <p:spPr>
            <a:xfrm>
              <a:off x="3395733" y="229160"/>
              <a:ext cx="17140" cy="26609"/>
            </a:xfrm>
            <a:prstGeom prst="rect">
              <a:avLst/>
            </a:prstGeom>
            <a:solidFill>
              <a:srgbClr val="275B8E"/>
            </a:solidFill>
            <a:ln>
              <a:noFill/>
            </a:ln>
          </p:spPr>
        </p:sp>
        <p:sp>
          <p:nvSpPr>
            <p:cNvPr id="4482" name="Heatmap cell r9 c188"/>
            <p:cNvSpPr/>
            <p:nvPr/>
          </p:nvSpPr>
          <p:spPr>
            <a:xfrm>
              <a:off x="3412778" y="229160"/>
              <a:ext cx="19034" cy="26609"/>
            </a:xfrm>
            <a:prstGeom prst="rect">
              <a:avLst/>
            </a:prstGeom>
            <a:solidFill>
              <a:srgbClr val="F7DADC"/>
            </a:solidFill>
            <a:ln>
              <a:noFill/>
            </a:ln>
          </p:spPr>
        </p:sp>
        <p:sp>
          <p:nvSpPr>
            <p:cNvPr id="4483" name="Heatmap cell r9 c189"/>
            <p:cNvSpPr/>
            <p:nvPr/>
          </p:nvSpPr>
          <p:spPr>
            <a:xfrm>
              <a:off x="3431717" y="229160"/>
              <a:ext cx="17140" cy="26609"/>
            </a:xfrm>
            <a:prstGeom prst="rect">
              <a:avLst/>
            </a:prstGeom>
            <a:solidFill>
              <a:srgbClr val="D9E1EB"/>
            </a:solidFill>
            <a:ln>
              <a:noFill/>
            </a:ln>
          </p:spPr>
        </p:sp>
        <p:sp>
          <p:nvSpPr>
            <p:cNvPr id="4484" name="Heatmap cell r9 c190"/>
            <p:cNvSpPr/>
            <p:nvPr/>
          </p:nvSpPr>
          <p:spPr>
            <a:xfrm>
              <a:off x="3448762" y="229160"/>
              <a:ext cx="19034" cy="26609"/>
            </a:xfrm>
            <a:prstGeom prst="rect">
              <a:avLst/>
            </a:prstGeom>
            <a:solidFill>
              <a:srgbClr val="91ACC5"/>
            </a:solidFill>
            <a:ln>
              <a:noFill/>
            </a:ln>
          </p:spPr>
        </p:sp>
        <p:sp>
          <p:nvSpPr>
            <p:cNvPr id="4485" name="Heatmap cell r9 c191"/>
            <p:cNvSpPr/>
            <p:nvPr/>
          </p:nvSpPr>
          <p:spPr>
            <a:xfrm>
              <a:off x="3467701" y="229160"/>
              <a:ext cx="17140" cy="26609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4486" name="Heatmap cell r9 c192"/>
            <p:cNvSpPr/>
            <p:nvPr/>
          </p:nvSpPr>
          <p:spPr>
            <a:xfrm>
              <a:off x="3484746" y="229160"/>
              <a:ext cx="19034" cy="26609"/>
            </a:xfrm>
            <a:prstGeom prst="rect">
              <a:avLst/>
            </a:prstGeom>
            <a:solidFill>
              <a:srgbClr val="91ACC5"/>
            </a:solidFill>
            <a:ln>
              <a:noFill/>
            </a:ln>
          </p:spPr>
        </p:sp>
        <p:sp>
          <p:nvSpPr>
            <p:cNvPr id="4487" name="Heatmap cell r9 c193"/>
            <p:cNvSpPr/>
            <p:nvPr/>
          </p:nvSpPr>
          <p:spPr>
            <a:xfrm>
              <a:off x="3503684" y="229160"/>
              <a:ext cx="17140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4488" name="Heatmap cell r9 c194"/>
            <p:cNvSpPr/>
            <p:nvPr/>
          </p:nvSpPr>
          <p:spPr>
            <a:xfrm>
              <a:off x="3520729" y="229160"/>
              <a:ext cx="19034" cy="26609"/>
            </a:xfrm>
            <a:prstGeom prst="rect">
              <a:avLst/>
            </a:prstGeom>
            <a:solidFill>
              <a:srgbClr val="F7DCDF"/>
            </a:solidFill>
            <a:ln>
              <a:noFill/>
            </a:ln>
          </p:spPr>
        </p:sp>
        <p:sp>
          <p:nvSpPr>
            <p:cNvPr id="4489" name="Heatmap cell r9 c195"/>
            <p:cNvSpPr/>
            <p:nvPr/>
          </p:nvSpPr>
          <p:spPr>
            <a:xfrm>
              <a:off x="3539668" y="229160"/>
              <a:ext cx="19034" cy="26609"/>
            </a:xfrm>
            <a:prstGeom prst="rect">
              <a:avLst/>
            </a:prstGeom>
            <a:solidFill>
              <a:srgbClr val="F7DCDF"/>
            </a:solidFill>
            <a:ln>
              <a:noFill/>
            </a:ln>
          </p:spPr>
        </p:sp>
        <p:sp>
          <p:nvSpPr>
            <p:cNvPr id="4490" name="Heatmap cell r9 c196"/>
            <p:cNvSpPr/>
            <p:nvPr/>
          </p:nvSpPr>
          <p:spPr>
            <a:xfrm>
              <a:off x="3558607" y="229160"/>
              <a:ext cx="17140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4491" name="Heatmap cell r9 c197"/>
            <p:cNvSpPr/>
            <p:nvPr/>
          </p:nvSpPr>
          <p:spPr>
            <a:xfrm>
              <a:off x="3575652" y="229160"/>
              <a:ext cx="19034" cy="26609"/>
            </a:xfrm>
            <a:prstGeom prst="rect">
              <a:avLst/>
            </a:prstGeom>
            <a:solidFill>
              <a:srgbClr val="D5DFE9"/>
            </a:solidFill>
            <a:ln>
              <a:noFill/>
            </a:ln>
          </p:spPr>
        </p:sp>
        <p:sp>
          <p:nvSpPr>
            <p:cNvPr id="4492" name="Heatmap cell r9 c198"/>
            <p:cNvSpPr/>
            <p:nvPr/>
          </p:nvSpPr>
          <p:spPr>
            <a:xfrm>
              <a:off x="3594591" y="229160"/>
              <a:ext cx="17140" cy="26609"/>
            </a:xfrm>
            <a:prstGeom prst="rect">
              <a:avLst/>
            </a:prstGeom>
            <a:solidFill>
              <a:srgbClr val="E2EAEF"/>
            </a:solidFill>
            <a:ln>
              <a:noFill/>
            </a:ln>
          </p:spPr>
        </p:sp>
        <p:sp>
          <p:nvSpPr>
            <p:cNvPr id="4493" name="Heatmap cell r9 c199"/>
            <p:cNvSpPr/>
            <p:nvPr/>
          </p:nvSpPr>
          <p:spPr>
            <a:xfrm>
              <a:off x="3611636" y="229160"/>
              <a:ext cx="19034" cy="26609"/>
            </a:xfrm>
            <a:prstGeom prst="rect">
              <a:avLst/>
            </a:prstGeom>
            <a:solidFill>
              <a:srgbClr val="5F85AC"/>
            </a:solidFill>
            <a:ln>
              <a:noFill/>
            </a:ln>
          </p:spPr>
        </p:sp>
        <p:sp>
          <p:nvSpPr>
            <p:cNvPr id="4494" name="Heatmap cell r9 c200"/>
            <p:cNvSpPr/>
            <p:nvPr/>
          </p:nvSpPr>
          <p:spPr>
            <a:xfrm>
              <a:off x="3630575" y="229160"/>
              <a:ext cx="17140" cy="26609"/>
            </a:xfrm>
            <a:prstGeom prst="rect">
              <a:avLst/>
            </a:prstGeom>
            <a:solidFill>
              <a:srgbClr val="FCF6F6"/>
            </a:solidFill>
            <a:ln>
              <a:noFill/>
            </a:ln>
          </p:spPr>
        </p:sp>
        <p:sp>
          <p:nvSpPr>
            <p:cNvPr id="4495" name="Heatmap cell r9 c201"/>
            <p:cNvSpPr/>
            <p:nvPr/>
          </p:nvSpPr>
          <p:spPr>
            <a:xfrm>
              <a:off x="3647620" y="229160"/>
              <a:ext cx="19034" cy="26609"/>
            </a:xfrm>
            <a:prstGeom prst="rect">
              <a:avLst/>
            </a:prstGeom>
            <a:solidFill>
              <a:srgbClr val="7193B5"/>
            </a:solidFill>
            <a:ln>
              <a:noFill/>
            </a:ln>
          </p:spPr>
        </p:sp>
        <p:sp>
          <p:nvSpPr>
            <p:cNvPr id="4496" name="Heatmap cell r9 c202"/>
            <p:cNvSpPr/>
            <p:nvPr/>
          </p:nvSpPr>
          <p:spPr>
            <a:xfrm>
              <a:off x="3666558" y="229160"/>
              <a:ext cx="17140" cy="26609"/>
            </a:xfrm>
            <a:prstGeom prst="rect">
              <a:avLst/>
            </a:prstGeom>
            <a:solidFill>
              <a:srgbClr val="F8F8FA"/>
            </a:solidFill>
            <a:ln>
              <a:noFill/>
            </a:ln>
          </p:spPr>
        </p:sp>
        <p:sp>
          <p:nvSpPr>
            <p:cNvPr id="4497" name="Heatmap cell r9 c203"/>
            <p:cNvSpPr/>
            <p:nvPr/>
          </p:nvSpPr>
          <p:spPr>
            <a:xfrm>
              <a:off x="3683603" y="229160"/>
              <a:ext cx="19034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4498" name="Heatmap cell r9 c204"/>
            <p:cNvSpPr/>
            <p:nvPr/>
          </p:nvSpPr>
          <p:spPr>
            <a:xfrm>
              <a:off x="3702542" y="229160"/>
              <a:ext cx="17140" cy="26609"/>
            </a:xfrm>
            <a:prstGeom prst="rect">
              <a:avLst/>
            </a:prstGeom>
            <a:solidFill>
              <a:srgbClr val="F7E2E4"/>
            </a:solidFill>
            <a:ln>
              <a:noFill/>
            </a:ln>
          </p:spPr>
        </p:sp>
        <p:sp>
          <p:nvSpPr>
            <p:cNvPr id="4499" name="Heatmap cell r9 c205"/>
            <p:cNvSpPr/>
            <p:nvPr/>
          </p:nvSpPr>
          <p:spPr>
            <a:xfrm>
              <a:off x="3719587" y="229160"/>
              <a:ext cx="19034" cy="26609"/>
            </a:xfrm>
            <a:prstGeom prst="rect">
              <a:avLst/>
            </a:prstGeom>
            <a:solidFill>
              <a:srgbClr val="DEE6EC"/>
            </a:solidFill>
            <a:ln>
              <a:noFill/>
            </a:ln>
          </p:spPr>
        </p:sp>
        <p:sp>
          <p:nvSpPr>
            <p:cNvPr id="4500" name="Heatmap cell r9 c206"/>
            <p:cNvSpPr/>
            <p:nvPr/>
          </p:nvSpPr>
          <p:spPr>
            <a:xfrm>
              <a:off x="3738526" y="229160"/>
              <a:ext cx="17140" cy="26609"/>
            </a:xfrm>
            <a:prstGeom prst="rect">
              <a:avLst/>
            </a:prstGeom>
            <a:solidFill>
              <a:srgbClr val="8DA8C3"/>
            </a:solidFill>
            <a:ln>
              <a:noFill/>
            </a:ln>
          </p:spPr>
        </p:sp>
        <p:sp>
          <p:nvSpPr>
            <p:cNvPr id="4501" name="Heatmap cell r9 c207"/>
            <p:cNvSpPr/>
            <p:nvPr/>
          </p:nvSpPr>
          <p:spPr>
            <a:xfrm>
              <a:off x="3755571" y="229160"/>
              <a:ext cx="19034" cy="26609"/>
            </a:xfrm>
            <a:prstGeom prst="rect">
              <a:avLst/>
            </a:prstGeom>
            <a:solidFill>
              <a:srgbClr val="8FAAC5"/>
            </a:solidFill>
            <a:ln>
              <a:noFill/>
            </a:ln>
          </p:spPr>
        </p:sp>
        <p:sp>
          <p:nvSpPr>
            <p:cNvPr id="4502" name="Heatmap cell r9 c208"/>
            <p:cNvSpPr/>
            <p:nvPr/>
          </p:nvSpPr>
          <p:spPr>
            <a:xfrm>
              <a:off x="3774510" y="229160"/>
              <a:ext cx="19034" cy="26609"/>
            </a:xfrm>
            <a:prstGeom prst="rect">
              <a:avLst/>
            </a:prstGeom>
            <a:solidFill>
              <a:srgbClr val="DC5662"/>
            </a:solidFill>
            <a:ln>
              <a:noFill/>
            </a:ln>
          </p:spPr>
        </p:sp>
        <p:sp>
          <p:nvSpPr>
            <p:cNvPr id="4503" name="Heatmap cell r9 c209"/>
            <p:cNvSpPr/>
            <p:nvPr/>
          </p:nvSpPr>
          <p:spPr>
            <a:xfrm>
              <a:off x="3793449" y="229160"/>
              <a:ext cx="17140" cy="26609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</p:sp>
        <p:sp>
          <p:nvSpPr>
            <p:cNvPr id="4504" name="Heatmap cell r9 c210"/>
            <p:cNvSpPr/>
            <p:nvPr/>
          </p:nvSpPr>
          <p:spPr>
            <a:xfrm>
              <a:off x="3810494" y="229160"/>
              <a:ext cx="19034" cy="26609"/>
            </a:xfrm>
            <a:prstGeom prst="rect">
              <a:avLst/>
            </a:prstGeom>
            <a:solidFill>
              <a:srgbClr val="B4C5D6"/>
            </a:solidFill>
            <a:ln>
              <a:noFill/>
            </a:ln>
          </p:spPr>
        </p:sp>
        <p:sp>
          <p:nvSpPr>
            <p:cNvPr id="4505" name="Heatmap cell r9 c211"/>
            <p:cNvSpPr/>
            <p:nvPr/>
          </p:nvSpPr>
          <p:spPr>
            <a:xfrm>
              <a:off x="3829432" y="229160"/>
              <a:ext cx="17140" cy="26609"/>
            </a:xfrm>
            <a:prstGeom prst="rect">
              <a:avLst/>
            </a:prstGeom>
            <a:solidFill>
              <a:srgbClr val="9CB4CA"/>
            </a:solidFill>
            <a:ln>
              <a:noFill/>
            </a:ln>
          </p:spPr>
        </p:sp>
        <p:sp>
          <p:nvSpPr>
            <p:cNvPr id="4506" name="Heatmap cell r9 c212"/>
            <p:cNvSpPr/>
            <p:nvPr/>
          </p:nvSpPr>
          <p:spPr>
            <a:xfrm>
              <a:off x="3846477" y="229160"/>
              <a:ext cx="19034" cy="26609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4507" name="Heatmap cell r9 c213"/>
            <p:cNvSpPr/>
            <p:nvPr/>
          </p:nvSpPr>
          <p:spPr>
            <a:xfrm>
              <a:off x="3865416" y="229160"/>
              <a:ext cx="17140" cy="26609"/>
            </a:xfrm>
            <a:prstGeom prst="rect">
              <a:avLst/>
            </a:prstGeom>
            <a:solidFill>
              <a:srgbClr val="16427E"/>
            </a:solidFill>
            <a:ln>
              <a:noFill/>
            </a:ln>
          </p:spPr>
        </p:sp>
        <p:sp>
          <p:nvSpPr>
            <p:cNvPr id="4508" name="Heatmap cell r9 c214"/>
            <p:cNvSpPr/>
            <p:nvPr/>
          </p:nvSpPr>
          <p:spPr>
            <a:xfrm>
              <a:off x="3882461" y="229160"/>
              <a:ext cx="19034" cy="26609"/>
            </a:xfrm>
            <a:prstGeom prst="rect">
              <a:avLst/>
            </a:prstGeom>
            <a:solidFill>
              <a:srgbClr val="F7DADC"/>
            </a:solidFill>
            <a:ln>
              <a:noFill/>
            </a:ln>
          </p:spPr>
        </p:sp>
        <p:sp>
          <p:nvSpPr>
            <p:cNvPr id="4509" name="Heatmap cell r9 c215"/>
            <p:cNvSpPr/>
            <p:nvPr/>
          </p:nvSpPr>
          <p:spPr>
            <a:xfrm>
              <a:off x="3901400" y="229160"/>
              <a:ext cx="17140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4510" name="Heatmap cell r9 c216"/>
            <p:cNvSpPr/>
            <p:nvPr/>
          </p:nvSpPr>
          <p:spPr>
            <a:xfrm>
              <a:off x="3918445" y="229160"/>
              <a:ext cx="19034" cy="26609"/>
            </a:xfrm>
            <a:prstGeom prst="rect">
              <a:avLst/>
            </a:prstGeom>
            <a:solidFill>
              <a:srgbClr val="F4CACD"/>
            </a:solidFill>
            <a:ln>
              <a:noFill/>
            </a:ln>
          </p:spPr>
        </p:sp>
        <p:sp>
          <p:nvSpPr>
            <p:cNvPr id="4511" name="Heatmap cell r9 c217"/>
            <p:cNvSpPr/>
            <p:nvPr/>
          </p:nvSpPr>
          <p:spPr>
            <a:xfrm>
              <a:off x="3937384" y="229160"/>
              <a:ext cx="17140" cy="26609"/>
            </a:xfrm>
            <a:prstGeom prst="rect">
              <a:avLst/>
            </a:prstGeom>
            <a:solidFill>
              <a:srgbClr val="3D6C9A"/>
            </a:solidFill>
            <a:ln>
              <a:noFill/>
            </a:ln>
          </p:spPr>
        </p:sp>
        <p:sp>
          <p:nvSpPr>
            <p:cNvPr id="4512" name="Heatmap cell r9 c218"/>
            <p:cNvSpPr/>
            <p:nvPr/>
          </p:nvSpPr>
          <p:spPr>
            <a:xfrm>
              <a:off x="3954429" y="229160"/>
              <a:ext cx="19034" cy="26609"/>
            </a:xfrm>
            <a:prstGeom prst="rect">
              <a:avLst/>
            </a:prstGeom>
            <a:solidFill>
              <a:srgbClr val="9AB3C9"/>
            </a:solidFill>
            <a:ln>
              <a:noFill/>
            </a:ln>
          </p:spPr>
        </p:sp>
        <p:sp>
          <p:nvSpPr>
            <p:cNvPr id="4513" name="Heatmap cell r9 c219"/>
            <p:cNvSpPr/>
            <p:nvPr/>
          </p:nvSpPr>
          <p:spPr>
            <a:xfrm>
              <a:off x="3973368" y="229160"/>
              <a:ext cx="17140" cy="26609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4514" name="Heatmap cell r9 c220"/>
            <p:cNvSpPr/>
            <p:nvPr/>
          </p:nvSpPr>
          <p:spPr>
            <a:xfrm>
              <a:off x="3990412" y="229160"/>
              <a:ext cx="19034" cy="26609"/>
            </a:xfrm>
            <a:prstGeom prst="rect">
              <a:avLst/>
            </a:prstGeom>
            <a:solidFill>
              <a:srgbClr val="F1C1C5"/>
            </a:solidFill>
            <a:ln>
              <a:noFill/>
            </a:ln>
          </p:spPr>
        </p:sp>
        <p:sp>
          <p:nvSpPr>
            <p:cNvPr id="4515" name="Heatmap cell r9 c221"/>
            <p:cNvSpPr/>
            <p:nvPr/>
          </p:nvSpPr>
          <p:spPr>
            <a:xfrm>
              <a:off x="4009351" y="229160"/>
              <a:ext cx="19034" cy="26609"/>
            </a:xfrm>
            <a:prstGeom prst="rect">
              <a:avLst/>
            </a:prstGeom>
            <a:solidFill>
              <a:srgbClr val="9AB3C9"/>
            </a:solidFill>
            <a:ln>
              <a:noFill/>
            </a:ln>
          </p:spPr>
        </p:sp>
        <p:sp>
          <p:nvSpPr>
            <p:cNvPr id="4516" name="Heatmap cell r9 c222"/>
            <p:cNvSpPr/>
            <p:nvPr/>
          </p:nvSpPr>
          <p:spPr>
            <a:xfrm>
              <a:off x="4028290" y="229160"/>
              <a:ext cx="17140" cy="26609"/>
            </a:xfrm>
            <a:prstGeom prst="rect">
              <a:avLst/>
            </a:prstGeom>
            <a:solidFill>
              <a:srgbClr val="A8BCD1"/>
            </a:solidFill>
            <a:ln>
              <a:noFill/>
            </a:ln>
          </p:spPr>
        </p:sp>
        <p:sp>
          <p:nvSpPr>
            <p:cNvPr id="4517" name="Heatmap cell r9 c223"/>
            <p:cNvSpPr/>
            <p:nvPr/>
          </p:nvSpPr>
          <p:spPr>
            <a:xfrm>
              <a:off x="4045335" y="229160"/>
              <a:ext cx="19034" cy="26609"/>
            </a:xfrm>
            <a:prstGeom prst="rect">
              <a:avLst/>
            </a:prstGeom>
            <a:solidFill>
              <a:srgbClr val="AFC3D5"/>
            </a:solidFill>
            <a:ln>
              <a:noFill/>
            </a:ln>
          </p:spPr>
        </p:sp>
        <p:sp>
          <p:nvSpPr>
            <p:cNvPr id="4518" name="Heatmap cell r10 c1"/>
            <p:cNvSpPr/>
            <p:nvPr/>
          </p:nvSpPr>
          <p:spPr>
            <a:xfrm>
              <a:off x="13257" y="255674"/>
              <a:ext cx="45548" cy="28503"/>
            </a:xfrm>
            <a:prstGeom prst="rect">
              <a:avLst/>
            </a:prstGeom>
            <a:solidFill>
              <a:srgbClr val="155B9C"/>
            </a:solidFill>
            <a:ln>
              <a:noFill/>
            </a:ln>
          </p:spPr>
        </p:sp>
        <p:sp>
          <p:nvSpPr>
            <p:cNvPr id="4519" name="Heatmap cell r10 c3"/>
            <p:cNvSpPr/>
            <p:nvPr/>
          </p:nvSpPr>
          <p:spPr>
            <a:xfrm>
              <a:off x="71968" y="255674"/>
              <a:ext cx="17140" cy="28503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4520" name="Heatmap cell r10 c4"/>
            <p:cNvSpPr/>
            <p:nvPr/>
          </p:nvSpPr>
          <p:spPr>
            <a:xfrm>
              <a:off x="89013" y="255674"/>
              <a:ext cx="19034" cy="28503"/>
            </a:xfrm>
            <a:prstGeom prst="rect">
              <a:avLst/>
            </a:prstGeom>
            <a:solidFill>
              <a:srgbClr val="ECAAAF"/>
            </a:solidFill>
            <a:ln>
              <a:noFill/>
            </a:ln>
          </p:spPr>
        </p:sp>
        <p:sp>
          <p:nvSpPr>
            <p:cNvPr id="4521" name="Heatmap cell r10 c5"/>
            <p:cNvSpPr/>
            <p:nvPr/>
          </p:nvSpPr>
          <p:spPr>
            <a:xfrm>
              <a:off x="107951" y="255674"/>
              <a:ext cx="17140" cy="28503"/>
            </a:xfrm>
            <a:prstGeom prst="rect">
              <a:avLst/>
            </a:prstGeom>
            <a:solidFill>
              <a:srgbClr val="EFB8BD"/>
            </a:solidFill>
            <a:ln>
              <a:noFill/>
            </a:ln>
          </p:spPr>
        </p:sp>
        <p:sp>
          <p:nvSpPr>
            <p:cNvPr id="4522" name="Heatmap cell r10 c6"/>
            <p:cNvSpPr/>
            <p:nvPr/>
          </p:nvSpPr>
          <p:spPr>
            <a:xfrm>
              <a:off x="124996" y="255674"/>
              <a:ext cx="19034" cy="28503"/>
            </a:xfrm>
            <a:prstGeom prst="rect">
              <a:avLst/>
            </a:prstGeom>
            <a:solidFill>
              <a:srgbClr val="E78992"/>
            </a:solidFill>
            <a:ln>
              <a:noFill/>
            </a:ln>
          </p:spPr>
        </p:sp>
        <p:sp>
          <p:nvSpPr>
            <p:cNvPr id="4523" name="Heatmap cell r10 c7"/>
            <p:cNvSpPr/>
            <p:nvPr/>
          </p:nvSpPr>
          <p:spPr>
            <a:xfrm>
              <a:off x="143935" y="255674"/>
              <a:ext cx="17140" cy="28503"/>
            </a:xfrm>
            <a:prstGeom prst="rect">
              <a:avLst/>
            </a:prstGeom>
            <a:solidFill>
              <a:srgbClr val="F7DCDF"/>
            </a:solidFill>
            <a:ln>
              <a:noFill/>
            </a:ln>
          </p:spPr>
        </p:sp>
        <p:sp>
          <p:nvSpPr>
            <p:cNvPr id="4524" name="Heatmap cell r10 c8"/>
            <p:cNvSpPr/>
            <p:nvPr/>
          </p:nvSpPr>
          <p:spPr>
            <a:xfrm>
              <a:off x="160980" y="255674"/>
              <a:ext cx="19034" cy="28503"/>
            </a:xfrm>
            <a:prstGeom prst="rect">
              <a:avLst/>
            </a:prstGeom>
            <a:solidFill>
              <a:srgbClr val="EFB7BB"/>
            </a:solidFill>
            <a:ln>
              <a:noFill/>
            </a:ln>
          </p:spPr>
        </p:sp>
        <p:sp>
          <p:nvSpPr>
            <p:cNvPr id="4525" name="Heatmap cell r10 c9"/>
            <p:cNvSpPr/>
            <p:nvPr/>
          </p:nvSpPr>
          <p:spPr>
            <a:xfrm>
              <a:off x="179919" y="255674"/>
              <a:ext cx="19034" cy="28503"/>
            </a:xfrm>
            <a:prstGeom prst="rect">
              <a:avLst/>
            </a:prstGeom>
            <a:solidFill>
              <a:srgbClr val="EBA4AC"/>
            </a:solidFill>
            <a:ln>
              <a:noFill/>
            </a:ln>
          </p:spPr>
        </p:sp>
        <p:sp>
          <p:nvSpPr>
            <p:cNvPr id="4526" name="Heatmap cell r10 c10"/>
            <p:cNvSpPr/>
            <p:nvPr/>
          </p:nvSpPr>
          <p:spPr>
            <a:xfrm>
              <a:off x="198858" y="255674"/>
              <a:ext cx="17140" cy="28503"/>
            </a:xfrm>
            <a:prstGeom prst="rect">
              <a:avLst/>
            </a:prstGeom>
            <a:solidFill>
              <a:srgbClr val="CDD9E3"/>
            </a:solidFill>
            <a:ln>
              <a:noFill/>
            </a:ln>
          </p:spPr>
        </p:sp>
        <p:sp>
          <p:nvSpPr>
            <p:cNvPr id="4527" name="Heatmap cell r10 c11"/>
            <p:cNvSpPr/>
            <p:nvPr/>
          </p:nvSpPr>
          <p:spPr>
            <a:xfrm>
              <a:off x="215903" y="255674"/>
              <a:ext cx="19034" cy="28503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4528" name="Heatmap cell r10 c12"/>
            <p:cNvSpPr/>
            <p:nvPr/>
          </p:nvSpPr>
          <p:spPr>
            <a:xfrm>
              <a:off x="234842" y="255674"/>
              <a:ext cx="17140" cy="28503"/>
            </a:xfrm>
            <a:prstGeom prst="rect">
              <a:avLst/>
            </a:prstGeom>
            <a:solidFill>
              <a:srgbClr val="F0BBC2"/>
            </a:solidFill>
            <a:ln>
              <a:noFill/>
            </a:ln>
          </p:spPr>
        </p:sp>
        <p:sp>
          <p:nvSpPr>
            <p:cNvPr id="4529" name="Heatmap cell r10 c13"/>
            <p:cNvSpPr/>
            <p:nvPr/>
          </p:nvSpPr>
          <p:spPr>
            <a:xfrm>
              <a:off x="251887" y="255674"/>
              <a:ext cx="19034" cy="28503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4530" name="Heatmap cell r10 c14"/>
            <p:cNvSpPr/>
            <p:nvPr/>
          </p:nvSpPr>
          <p:spPr>
            <a:xfrm>
              <a:off x="270825" y="255674"/>
              <a:ext cx="17140" cy="28503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4531" name="Heatmap cell r10 c15"/>
            <p:cNvSpPr/>
            <p:nvPr/>
          </p:nvSpPr>
          <p:spPr>
            <a:xfrm>
              <a:off x="287870" y="255674"/>
              <a:ext cx="19034" cy="28503"/>
            </a:xfrm>
            <a:prstGeom prst="rect">
              <a:avLst/>
            </a:prstGeom>
            <a:solidFill>
              <a:srgbClr val="EFB9BE"/>
            </a:solidFill>
            <a:ln>
              <a:noFill/>
            </a:ln>
          </p:spPr>
        </p:sp>
        <p:sp>
          <p:nvSpPr>
            <p:cNvPr id="4532" name="Heatmap cell r10 c16"/>
            <p:cNvSpPr/>
            <p:nvPr/>
          </p:nvSpPr>
          <p:spPr>
            <a:xfrm>
              <a:off x="306809" y="255674"/>
              <a:ext cx="17140" cy="28503"/>
            </a:xfrm>
            <a:prstGeom prst="rect">
              <a:avLst/>
            </a:prstGeom>
            <a:solidFill>
              <a:srgbClr val="E4858D"/>
            </a:solidFill>
            <a:ln>
              <a:noFill/>
            </a:ln>
          </p:spPr>
        </p:sp>
        <p:sp>
          <p:nvSpPr>
            <p:cNvPr id="4533" name="Heatmap cell r10 c17"/>
            <p:cNvSpPr/>
            <p:nvPr/>
          </p:nvSpPr>
          <p:spPr>
            <a:xfrm>
              <a:off x="323854" y="255674"/>
              <a:ext cx="19034" cy="28503"/>
            </a:xfrm>
            <a:prstGeom prst="rect">
              <a:avLst/>
            </a:prstGeom>
            <a:solidFill>
              <a:srgbClr val="E78D93"/>
            </a:solidFill>
            <a:ln>
              <a:noFill/>
            </a:ln>
          </p:spPr>
        </p:sp>
        <p:sp>
          <p:nvSpPr>
            <p:cNvPr id="4534" name="Heatmap cell r10 c18"/>
            <p:cNvSpPr/>
            <p:nvPr/>
          </p:nvSpPr>
          <p:spPr>
            <a:xfrm>
              <a:off x="342793" y="255674"/>
              <a:ext cx="17140" cy="28503"/>
            </a:xfrm>
            <a:prstGeom prst="rect">
              <a:avLst/>
            </a:prstGeom>
            <a:solidFill>
              <a:srgbClr val="F5CFD2"/>
            </a:solidFill>
            <a:ln>
              <a:noFill/>
            </a:ln>
          </p:spPr>
        </p:sp>
        <p:sp>
          <p:nvSpPr>
            <p:cNvPr id="4535" name="Heatmap cell r10 c19"/>
            <p:cNvSpPr/>
            <p:nvPr/>
          </p:nvSpPr>
          <p:spPr>
            <a:xfrm>
              <a:off x="359838" y="255674"/>
              <a:ext cx="19034" cy="28503"/>
            </a:xfrm>
            <a:prstGeom prst="rect">
              <a:avLst/>
            </a:prstGeom>
            <a:solidFill>
              <a:srgbClr val="F7D7DB"/>
            </a:solidFill>
            <a:ln>
              <a:noFill/>
            </a:ln>
          </p:spPr>
        </p:sp>
        <p:sp>
          <p:nvSpPr>
            <p:cNvPr id="4536" name="Heatmap cell r10 c20"/>
            <p:cNvSpPr/>
            <p:nvPr/>
          </p:nvSpPr>
          <p:spPr>
            <a:xfrm>
              <a:off x="378777" y="255674"/>
              <a:ext cx="17140" cy="28503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</p:sp>
        <p:sp>
          <p:nvSpPr>
            <p:cNvPr id="4537" name="Heatmap cell r10 c21"/>
            <p:cNvSpPr/>
            <p:nvPr/>
          </p:nvSpPr>
          <p:spPr>
            <a:xfrm>
              <a:off x="395822" y="255674"/>
              <a:ext cx="19034" cy="28503"/>
            </a:xfrm>
            <a:prstGeom prst="rect">
              <a:avLst/>
            </a:prstGeom>
            <a:solidFill>
              <a:srgbClr val="EFB5BA"/>
            </a:solidFill>
            <a:ln>
              <a:noFill/>
            </a:ln>
          </p:spPr>
        </p:sp>
        <p:sp>
          <p:nvSpPr>
            <p:cNvPr id="4538" name="Heatmap cell r10 c22"/>
            <p:cNvSpPr/>
            <p:nvPr/>
          </p:nvSpPr>
          <p:spPr>
            <a:xfrm>
              <a:off x="414760" y="255674"/>
              <a:ext cx="19034" cy="28503"/>
            </a:xfrm>
            <a:prstGeom prst="rect">
              <a:avLst/>
            </a:prstGeom>
            <a:solidFill>
              <a:srgbClr val="EFB9BE"/>
            </a:solidFill>
            <a:ln>
              <a:noFill/>
            </a:ln>
          </p:spPr>
        </p:sp>
        <p:sp>
          <p:nvSpPr>
            <p:cNvPr id="4539" name="Heatmap cell r10 c23"/>
            <p:cNvSpPr/>
            <p:nvPr/>
          </p:nvSpPr>
          <p:spPr>
            <a:xfrm>
              <a:off x="433699" y="255674"/>
              <a:ext cx="17140" cy="28503"/>
            </a:xfrm>
            <a:prstGeom prst="rect">
              <a:avLst/>
            </a:prstGeom>
            <a:solidFill>
              <a:srgbClr val="EEB1B7"/>
            </a:solidFill>
            <a:ln>
              <a:noFill/>
            </a:ln>
          </p:spPr>
        </p:sp>
        <p:sp>
          <p:nvSpPr>
            <p:cNvPr id="4540" name="Heatmap cell r10 c24"/>
            <p:cNvSpPr/>
            <p:nvPr/>
          </p:nvSpPr>
          <p:spPr>
            <a:xfrm>
              <a:off x="450744" y="255674"/>
              <a:ext cx="19034" cy="28503"/>
            </a:xfrm>
            <a:prstGeom prst="rect">
              <a:avLst/>
            </a:prstGeom>
            <a:solidFill>
              <a:srgbClr val="DF6A75"/>
            </a:solidFill>
            <a:ln>
              <a:noFill/>
            </a:ln>
          </p:spPr>
        </p:sp>
        <p:sp>
          <p:nvSpPr>
            <p:cNvPr id="4541" name="Heatmap cell r10 c25"/>
            <p:cNvSpPr/>
            <p:nvPr/>
          </p:nvSpPr>
          <p:spPr>
            <a:xfrm>
              <a:off x="469683" y="255674"/>
              <a:ext cx="17140" cy="28503"/>
            </a:xfrm>
            <a:prstGeom prst="rect">
              <a:avLst/>
            </a:prstGeom>
            <a:solidFill>
              <a:srgbClr val="F8DDDF"/>
            </a:solidFill>
            <a:ln>
              <a:noFill/>
            </a:ln>
          </p:spPr>
        </p:sp>
        <p:sp>
          <p:nvSpPr>
            <p:cNvPr id="4542" name="Heatmap cell r10 c26"/>
            <p:cNvSpPr/>
            <p:nvPr/>
          </p:nvSpPr>
          <p:spPr>
            <a:xfrm>
              <a:off x="486728" y="255674"/>
              <a:ext cx="19034" cy="28503"/>
            </a:xfrm>
            <a:prstGeom prst="rect">
              <a:avLst/>
            </a:prstGeom>
            <a:solidFill>
              <a:srgbClr val="EBA3AB"/>
            </a:solidFill>
            <a:ln>
              <a:noFill/>
            </a:ln>
          </p:spPr>
        </p:sp>
        <p:sp>
          <p:nvSpPr>
            <p:cNvPr id="4543" name="Heatmap cell r10 c27"/>
            <p:cNvSpPr/>
            <p:nvPr/>
          </p:nvSpPr>
          <p:spPr>
            <a:xfrm>
              <a:off x="505667" y="255674"/>
              <a:ext cx="17140" cy="28503"/>
            </a:xfrm>
            <a:prstGeom prst="rect">
              <a:avLst/>
            </a:prstGeom>
            <a:solidFill>
              <a:srgbClr val="EB9EA4"/>
            </a:solidFill>
            <a:ln>
              <a:noFill/>
            </a:ln>
          </p:spPr>
        </p:sp>
        <p:sp>
          <p:nvSpPr>
            <p:cNvPr id="4544" name="Heatmap cell r10 c28"/>
            <p:cNvSpPr/>
            <p:nvPr/>
          </p:nvSpPr>
          <p:spPr>
            <a:xfrm>
              <a:off x="522712" y="255674"/>
              <a:ext cx="19034" cy="28503"/>
            </a:xfrm>
            <a:prstGeom prst="rect">
              <a:avLst/>
            </a:prstGeom>
            <a:solidFill>
              <a:srgbClr val="DF6873"/>
            </a:solidFill>
            <a:ln>
              <a:noFill/>
            </a:ln>
          </p:spPr>
        </p:sp>
        <p:sp>
          <p:nvSpPr>
            <p:cNvPr id="4545" name="Heatmap cell r10 c29"/>
            <p:cNvSpPr/>
            <p:nvPr/>
          </p:nvSpPr>
          <p:spPr>
            <a:xfrm>
              <a:off x="541651" y="255674"/>
              <a:ext cx="17140" cy="28503"/>
            </a:xfrm>
            <a:prstGeom prst="rect">
              <a:avLst/>
            </a:prstGeom>
            <a:solidFill>
              <a:srgbClr val="FBF5F5"/>
            </a:solidFill>
            <a:ln>
              <a:noFill/>
            </a:ln>
          </p:spPr>
        </p:sp>
        <p:sp>
          <p:nvSpPr>
            <p:cNvPr id="4546" name="Heatmap cell r10 c30"/>
            <p:cNvSpPr/>
            <p:nvPr/>
          </p:nvSpPr>
          <p:spPr>
            <a:xfrm>
              <a:off x="558696" y="255674"/>
              <a:ext cx="19034" cy="28503"/>
            </a:xfrm>
            <a:prstGeom prst="rect">
              <a:avLst/>
            </a:prstGeom>
            <a:solidFill>
              <a:srgbClr val="E6878F"/>
            </a:solidFill>
            <a:ln>
              <a:noFill/>
            </a:ln>
          </p:spPr>
        </p:sp>
        <p:sp>
          <p:nvSpPr>
            <p:cNvPr id="4547" name="Heatmap cell r10 c31"/>
            <p:cNvSpPr/>
            <p:nvPr/>
          </p:nvSpPr>
          <p:spPr>
            <a:xfrm>
              <a:off x="577634" y="255674"/>
              <a:ext cx="17140" cy="28503"/>
            </a:xfrm>
            <a:prstGeom prst="rect">
              <a:avLst/>
            </a:prstGeom>
            <a:solidFill>
              <a:srgbClr val="F7D7DB"/>
            </a:solidFill>
            <a:ln>
              <a:noFill/>
            </a:ln>
          </p:spPr>
        </p:sp>
        <p:sp>
          <p:nvSpPr>
            <p:cNvPr id="4548" name="Heatmap cell r10 c32"/>
            <p:cNvSpPr/>
            <p:nvPr/>
          </p:nvSpPr>
          <p:spPr>
            <a:xfrm>
              <a:off x="594679" y="255674"/>
              <a:ext cx="19034" cy="28503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4549" name="Heatmap cell r10 c33"/>
            <p:cNvSpPr/>
            <p:nvPr/>
          </p:nvSpPr>
          <p:spPr>
            <a:xfrm>
              <a:off x="613618" y="255674"/>
              <a:ext cx="17140" cy="28503"/>
            </a:xfrm>
            <a:prstGeom prst="rect">
              <a:avLst/>
            </a:prstGeom>
            <a:solidFill>
              <a:srgbClr val="F6D5D9"/>
            </a:solidFill>
            <a:ln>
              <a:noFill/>
            </a:ln>
          </p:spPr>
        </p:sp>
        <p:sp>
          <p:nvSpPr>
            <p:cNvPr id="4550" name="Heatmap cell r10 c34"/>
            <p:cNvSpPr/>
            <p:nvPr/>
          </p:nvSpPr>
          <p:spPr>
            <a:xfrm>
              <a:off x="630663" y="255674"/>
              <a:ext cx="19034" cy="28503"/>
            </a:xfrm>
            <a:prstGeom prst="rect">
              <a:avLst/>
            </a:prstGeom>
            <a:solidFill>
              <a:srgbClr val="B6C7D9"/>
            </a:solidFill>
            <a:ln>
              <a:noFill/>
            </a:ln>
          </p:spPr>
        </p:sp>
        <p:sp>
          <p:nvSpPr>
            <p:cNvPr id="4551" name="Heatmap cell r10 c35"/>
            <p:cNvSpPr/>
            <p:nvPr/>
          </p:nvSpPr>
          <p:spPr>
            <a:xfrm>
              <a:off x="649602" y="255674"/>
              <a:ext cx="19034" cy="28503"/>
            </a:xfrm>
            <a:prstGeom prst="rect">
              <a:avLst/>
            </a:prstGeom>
            <a:solidFill>
              <a:srgbClr val="DC5461"/>
            </a:solidFill>
            <a:ln>
              <a:noFill/>
            </a:ln>
          </p:spPr>
        </p:sp>
        <p:sp>
          <p:nvSpPr>
            <p:cNvPr id="4552" name="Heatmap cell r10 c36"/>
            <p:cNvSpPr/>
            <p:nvPr/>
          </p:nvSpPr>
          <p:spPr>
            <a:xfrm>
              <a:off x="668541" y="255674"/>
              <a:ext cx="17140" cy="28503"/>
            </a:xfrm>
            <a:prstGeom prst="rect">
              <a:avLst/>
            </a:prstGeom>
            <a:solidFill>
              <a:srgbClr val="E1747D"/>
            </a:solidFill>
            <a:ln>
              <a:noFill/>
            </a:ln>
          </p:spPr>
        </p:sp>
        <p:sp>
          <p:nvSpPr>
            <p:cNvPr id="4553" name="Heatmap cell r10 c37"/>
            <p:cNvSpPr/>
            <p:nvPr/>
          </p:nvSpPr>
          <p:spPr>
            <a:xfrm>
              <a:off x="685586" y="255674"/>
              <a:ext cx="19034" cy="28503"/>
            </a:xfrm>
            <a:prstGeom prst="rect">
              <a:avLst/>
            </a:prstGeom>
            <a:solidFill>
              <a:srgbClr val="EFB7BB"/>
            </a:solidFill>
            <a:ln>
              <a:noFill/>
            </a:ln>
          </p:spPr>
        </p:sp>
        <p:sp>
          <p:nvSpPr>
            <p:cNvPr id="4554" name="Heatmap cell r10 c38"/>
            <p:cNvSpPr/>
            <p:nvPr/>
          </p:nvSpPr>
          <p:spPr>
            <a:xfrm>
              <a:off x="704525" y="255674"/>
              <a:ext cx="17140" cy="28503"/>
            </a:xfrm>
            <a:prstGeom prst="rect">
              <a:avLst/>
            </a:prstGeom>
            <a:solidFill>
              <a:srgbClr val="EDACB3"/>
            </a:solidFill>
            <a:ln>
              <a:noFill/>
            </a:ln>
          </p:spPr>
        </p:sp>
        <p:sp>
          <p:nvSpPr>
            <p:cNvPr id="4555" name="Heatmap cell r10 c39"/>
            <p:cNvSpPr/>
            <p:nvPr/>
          </p:nvSpPr>
          <p:spPr>
            <a:xfrm>
              <a:off x="721570" y="255674"/>
              <a:ext cx="19034" cy="28503"/>
            </a:xfrm>
            <a:prstGeom prst="rect">
              <a:avLst/>
            </a:prstGeom>
            <a:solidFill>
              <a:srgbClr val="F8DEE0"/>
            </a:solidFill>
            <a:ln>
              <a:noFill/>
            </a:ln>
          </p:spPr>
        </p:sp>
        <p:sp>
          <p:nvSpPr>
            <p:cNvPr id="4556" name="Heatmap cell r10 c40"/>
            <p:cNvSpPr/>
            <p:nvPr/>
          </p:nvSpPr>
          <p:spPr>
            <a:xfrm>
              <a:off x="740508" y="255674"/>
              <a:ext cx="17140" cy="28503"/>
            </a:xfrm>
            <a:prstGeom prst="rect">
              <a:avLst/>
            </a:prstGeom>
            <a:solidFill>
              <a:srgbClr val="FAECEC"/>
            </a:solidFill>
            <a:ln>
              <a:noFill/>
            </a:ln>
          </p:spPr>
        </p:sp>
        <p:sp>
          <p:nvSpPr>
            <p:cNvPr id="4557" name="Heatmap cell r10 c41"/>
            <p:cNvSpPr/>
            <p:nvPr/>
          </p:nvSpPr>
          <p:spPr>
            <a:xfrm>
              <a:off x="757553" y="255674"/>
              <a:ext cx="19034" cy="28503"/>
            </a:xfrm>
            <a:prstGeom prst="rect">
              <a:avLst/>
            </a:prstGeom>
            <a:solidFill>
              <a:srgbClr val="E78992"/>
            </a:solidFill>
            <a:ln>
              <a:noFill/>
            </a:ln>
          </p:spPr>
        </p:sp>
        <p:sp>
          <p:nvSpPr>
            <p:cNvPr id="4558" name="Heatmap cell r10 c42"/>
            <p:cNvSpPr/>
            <p:nvPr/>
          </p:nvSpPr>
          <p:spPr>
            <a:xfrm>
              <a:off x="776492" y="255674"/>
              <a:ext cx="17140" cy="28503"/>
            </a:xfrm>
            <a:prstGeom prst="rect">
              <a:avLst/>
            </a:prstGeom>
            <a:solidFill>
              <a:srgbClr val="F0F5F8"/>
            </a:solidFill>
            <a:ln>
              <a:noFill/>
            </a:ln>
          </p:spPr>
        </p:sp>
        <p:sp>
          <p:nvSpPr>
            <p:cNvPr id="4559" name="Heatmap cell r10 c43"/>
            <p:cNvSpPr/>
            <p:nvPr/>
          </p:nvSpPr>
          <p:spPr>
            <a:xfrm>
              <a:off x="793537" y="255674"/>
              <a:ext cx="19034" cy="28503"/>
            </a:xfrm>
            <a:prstGeom prst="rect">
              <a:avLst/>
            </a:prstGeom>
            <a:solidFill>
              <a:srgbClr val="EDF1F7"/>
            </a:solidFill>
            <a:ln>
              <a:noFill/>
            </a:ln>
          </p:spPr>
        </p:sp>
        <p:sp>
          <p:nvSpPr>
            <p:cNvPr id="4560" name="Heatmap cell r10 c44"/>
            <p:cNvSpPr/>
            <p:nvPr/>
          </p:nvSpPr>
          <p:spPr>
            <a:xfrm>
              <a:off x="812476" y="255674"/>
              <a:ext cx="17140" cy="28503"/>
            </a:xfrm>
            <a:prstGeom prst="rect">
              <a:avLst/>
            </a:prstGeom>
            <a:solidFill>
              <a:srgbClr val="F7DADC"/>
            </a:solidFill>
            <a:ln>
              <a:noFill/>
            </a:ln>
          </p:spPr>
        </p:sp>
        <p:sp>
          <p:nvSpPr>
            <p:cNvPr id="4561" name="Heatmap cell r10 c45"/>
            <p:cNvSpPr/>
            <p:nvPr/>
          </p:nvSpPr>
          <p:spPr>
            <a:xfrm>
              <a:off x="829521" y="255674"/>
              <a:ext cx="19034" cy="28503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4562" name="Heatmap cell r10 c46"/>
            <p:cNvSpPr/>
            <p:nvPr/>
          </p:nvSpPr>
          <p:spPr>
            <a:xfrm>
              <a:off x="848460" y="255674"/>
              <a:ext cx="17140" cy="28503"/>
            </a:xfrm>
            <a:prstGeom prst="rect">
              <a:avLst/>
            </a:prstGeom>
            <a:solidFill>
              <a:srgbClr val="E9969F"/>
            </a:solidFill>
            <a:ln>
              <a:noFill/>
            </a:ln>
          </p:spPr>
        </p:sp>
        <p:sp>
          <p:nvSpPr>
            <p:cNvPr id="4563" name="Heatmap cell r10 c48"/>
            <p:cNvSpPr/>
            <p:nvPr/>
          </p:nvSpPr>
          <p:spPr>
            <a:xfrm>
              <a:off x="884444" y="255674"/>
              <a:ext cx="19034" cy="28503"/>
            </a:xfrm>
            <a:prstGeom prst="rect">
              <a:avLst/>
            </a:prstGeom>
            <a:solidFill>
              <a:srgbClr val="BCCCDC"/>
            </a:solidFill>
            <a:ln>
              <a:noFill/>
            </a:ln>
          </p:spPr>
        </p:sp>
        <p:sp>
          <p:nvSpPr>
            <p:cNvPr id="4564" name="Heatmap cell r10 c49"/>
            <p:cNvSpPr/>
            <p:nvPr/>
          </p:nvSpPr>
          <p:spPr>
            <a:xfrm>
              <a:off x="903382" y="255674"/>
              <a:ext cx="17140" cy="28503"/>
            </a:xfrm>
            <a:prstGeom prst="rect">
              <a:avLst/>
            </a:prstGeom>
            <a:solidFill>
              <a:srgbClr val="F6D4D7"/>
            </a:solidFill>
            <a:ln>
              <a:noFill/>
            </a:ln>
          </p:spPr>
        </p:sp>
        <p:sp>
          <p:nvSpPr>
            <p:cNvPr id="4565" name="Heatmap cell r10 c50"/>
            <p:cNvSpPr/>
            <p:nvPr/>
          </p:nvSpPr>
          <p:spPr>
            <a:xfrm>
              <a:off x="920427" y="255674"/>
              <a:ext cx="19034" cy="28503"/>
            </a:xfrm>
            <a:prstGeom prst="rect">
              <a:avLst/>
            </a:prstGeom>
            <a:solidFill>
              <a:srgbClr val="F0BAC0"/>
            </a:solidFill>
            <a:ln>
              <a:noFill/>
            </a:ln>
          </p:spPr>
        </p:sp>
        <p:sp>
          <p:nvSpPr>
            <p:cNvPr id="4566" name="Heatmap cell r10 c51"/>
            <p:cNvSpPr/>
            <p:nvPr/>
          </p:nvSpPr>
          <p:spPr>
            <a:xfrm>
              <a:off x="939366" y="255674"/>
              <a:ext cx="17140" cy="28503"/>
            </a:xfrm>
            <a:prstGeom prst="rect">
              <a:avLst/>
            </a:prstGeom>
            <a:solidFill>
              <a:srgbClr val="EBA6AC"/>
            </a:solidFill>
            <a:ln>
              <a:noFill/>
            </a:ln>
          </p:spPr>
        </p:sp>
        <p:sp>
          <p:nvSpPr>
            <p:cNvPr id="4567" name="Heatmap cell r10 c52"/>
            <p:cNvSpPr/>
            <p:nvPr/>
          </p:nvSpPr>
          <p:spPr>
            <a:xfrm>
              <a:off x="956411" y="255674"/>
              <a:ext cx="19034" cy="28503"/>
            </a:xfrm>
            <a:prstGeom prst="rect">
              <a:avLst/>
            </a:prstGeom>
            <a:solidFill>
              <a:srgbClr val="EFB8BD"/>
            </a:solidFill>
            <a:ln>
              <a:noFill/>
            </a:ln>
          </p:spPr>
        </p:sp>
        <p:sp>
          <p:nvSpPr>
            <p:cNvPr id="4568" name="Heatmap cell r10 c53"/>
            <p:cNvSpPr/>
            <p:nvPr/>
          </p:nvSpPr>
          <p:spPr>
            <a:xfrm>
              <a:off x="975350" y="255674"/>
              <a:ext cx="17140" cy="28503"/>
            </a:xfrm>
            <a:prstGeom prst="rect">
              <a:avLst/>
            </a:prstGeom>
            <a:solidFill>
              <a:srgbClr val="D84452"/>
            </a:solidFill>
            <a:ln>
              <a:noFill/>
            </a:ln>
          </p:spPr>
        </p:sp>
        <p:sp>
          <p:nvSpPr>
            <p:cNvPr id="4569" name="Heatmap cell r10 c54"/>
            <p:cNvSpPr/>
            <p:nvPr/>
          </p:nvSpPr>
          <p:spPr>
            <a:xfrm>
              <a:off x="992395" y="255674"/>
              <a:ext cx="19034" cy="28503"/>
            </a:xfrm>
            <a:prstGeom prst="rect">
              <a:avLst/>
            </a:prstGeom>
            <a:solidFill>
              <a:srgbClr val="E27884"/>
            </a:solidFill>
            <a:ln>
              <a:noFill/>
            </a:ln>
          </p:spPr>
        </p:sp>
        <p:sp>
          <p:nvSpPr>
            <p:cNvPr id="4570" name="Heatmap cell r10 c55"/>
            <p:cNvSpPr/>
            <p:nvPr/>
          </p:nvSpPr>
          <p:spPr>
            <a:xfrm>
              <a:off x="1011334" y="255674"/>
              <a:ext cx="17140" cy="28503"/>
            </a:xfrm>
            <a:prstGeom prst="rect">
              <a:avLst/>
            </a:prstGeom>
            <a:solidFill>
              <a:srgbClr val="D12234"/>
            </a:solidFill>
            <a:ln>
              <a:noFill/>
            </a:ln>
          </p:spPr>
        </p:sp>
        <p:sp>
          <p:nvSpPr>
            <p:cNvPr id="4571" name="Heatmap cell r10 c56"/>
            <p:cNvSpPr/>
            <p:nvPr/>
          </p:nvSpPr>
          <p:spPr>
            <a:xfrm>
              <a:off x="1028379" y="255674"/>
              <a:ext cx="19034" cy="28503"/>
            </a:xfrm>
            <a:prstGeom prst="rect">
              <a:avLst/>
            </a:prstGeom>
            <a:solidFill>
              <a:srgbClr val="F0BAC0"/>
            </a:solidFill>
            <a:ln>
              <a:noFill/>
            </a:ln>
          </p:spPr>
        </p:sp>
        <p:sp>
          <p:nvSpPr>
            <p:cNvPr id="4572" name="Heatmap cell r10 c57"/>
            <p:cNvSpPr/>
            <p:nvPr/>
          </p:nvSpPr>
          <p:spPr>
            <a:xfrm>
              <a:off x="1047318" y="255674"/>
              <a:ext cx="17140" cy="28503"/>
            </a:xfrm>
            <a:prstGeom prst="rect">
              <a:avLst/>
            </a:prstGeom>
            <a:solidFill>
              <a:srgbClr val="F6F8F9"/>
            </a:solidFill>
            <a:ln>
              <a:noFill/>
            </a:ln>
          </p:spPr>
        </p:sp>
        <p:sp>
          <p:nvSpPr>
            <p:cNvPr id="4573" name="Heatmap cell r10 c58"/>
            <p:cNvSpPr/>
            <p:nvPr/>
          </p:nvSpPr>
          <p:spPr>
            <a:xfrm>
              <a:off x="1064363" y="255674"/>
              <a:ext cx="19034" cy="28503"/>
            </a:xfrm>
            <a:prstGeom prst="rect">
              <a:avLst/>
            </a:prstGeom>
            <a:solidFill>
              <a:srgbClr val="F1C0C6"/>
            </a:solidFill>
            <a:ln>
              <a:noFill/>
            </a:ln>
          </p:spPr>
        </p:sp>
        <p:sp>
          <p:nvSpPr>
            <p:cNvPr id="4574" name="Heatmap cell r10 c59"/>
            <p:cNvSpPr/>
            <p:nvPr/>
          </p:nvSpPr>
          <p:spPr>
            <a:xfrm>
              <a:off x="1083301" y="255674"/>
              <a:ext cx="17140" cy="28503"/>
            </a:xfrm>
            <a:prstGeom prst="rect">
              <a:avLst/>
            </a:prstGeom>
            <a:solidFill>
              <a:srgbClr val="F0BCC3"/>
            </a:solidFill>
            <a:ln>
              <a:noFill/>
            </a:ln>
          </p:spPr>
        </p:sp>
        <p:sp>
          <p:nvSpPr>
            <p:cNvPr id="4575" name="Heatmap cell r10 c60"/>
            <p:cNvSpPr/>
            <p:nvPr/>
          </p:nvSpPr>
          <p:spPr>
            <a:xfrm>
              <a:off x="1100346" y="255674"/>
              <a:ext cx="19034" cy="28503"/>
            </a:xfrm>
            <a:prstGeom prst="rect">
              <a:avLst/>
            </a:prstGeom>
            <a:solidFill>
              <a:srgbClr val="F3C6CB"/>
            </a:solidFill>
            <a:ln>
              <a:noFill/>
            </a:ln>
          </p:spPr>
        </p:sp>
        <p:sp>
          <p:nvSpPr>
            <p:cNvPr id="4576" name="Heatmap cell r10 c61"/>
            <p:cNvSpPr/>
            <p:nvPr/>
          </p:nvSpPr>
          <p:spPr>
            <a:xfrm>
              <a:off x="1119285" y="255674"/>
              <a:ext cx="19034" cy="28503"/>
            </a:xfrm>
            <a:prstGeom prst="rect">
              <a:avLst/>
            </a:prstGeom>
            <a:solidFill>
              <a:srgbClr val="EFB8BD"/>
            </a:solidFill>
            <a:ln>
              <a:noFill/>
            </a:ln>
          </p:spPr>
        </p:sp>
        <p:sp>
          <p:nvSpPr>
            <p:cNvPr id="4577" name="Heatmap cell r10 c62"/>
            <p:cNvSpPr/>
            <p:nvPr/>
          </p:nvSpPr>
          <p:spPr>
            <a:xfrm>
              <a:off x="1138224" y="255674"/>
              <a:ext cx="17140" cy="28503"/>
            </a:xfrm>
            <a:prstGeom prst="rect">
              <a:avLst/>
            </a:prstGeom>
            <a:solidFill>
              <a:srgbClr val="F6D5D9"/>
            </a:solidFill>
            <a:ln>
              <a:noFill/>
            </a:ln>
          </p:spPr>
        </p:sp>
        <p:sp>
          <p:nvSpPr>
            <p:cNvPr id="4578" name="Heatmap cell r10 c63"/>
            <p:cNvSpPr/>
            <p:nvPr/>
          </p:nvSpPr>
          <p:spPr>
            <a:xfrm>
              <a:off x="1155269" y="255674"/>
              <a:ext cx="19034" cy="28503"/>
            </a:xfrm>
            <a:prstGeom prst="rect">
              <a:avLst/>
            </a:prstGeom>
            <a:solidFill>
              <a:srgbClr val="F6D4D7"/>
            </a:solidFill>
            <a:ln>
              <a:noFill/>
            </a:ln>
          </p:spPr>
        </p:sp>
        <p:sp>
          <p:nvSpPr>
            <p:cNvPr id="4579" name="Heatmap cell r10 c64"/>
            <p:cNvSpPr/>
            <p:nvPr/>
          </p:nvSpPr>
          <p:spPr>
            <a:xfrm>
              <a:off x="1174208" y="255674"/>
              <a:ext cx="17140" cy="28503"/>
            </a:xfrm>
            <a:prstGeom prst="rect">
              <a:avLst/>
            </a:prstGeom>
            <a:solidFill>
              <a:srgbClr val="F1C0C6"/>
            </a:solidFill>
            <a:ln>
              <a:noFill/>
            </a:ln>
          </p:spPr>
        </p:sp>
        <p:sp>
          <p:nvSpPr>
            <p:cNvPr id="4580" name="Heatmap cell r10 c65"/>
            <p:cNvSpPr/>
            <p:nvPr/>
          </p:nvSpPr>
          <p:spPr>
            <a:xfrm>
              <a:off x="1191253" y="255674"/>
              <a:ext cx="19034" cy="28503"/>
            </a:xfrm>
            <a:prstGeom prst="rect">
              <a:avLst/>
            </a:prstGeom>
            <a:solidFill>
              <a:srgbClr val="F8E4E7"/>
            </a:solidFill>
            <a:ln>
              <a:noFill/>
            </a:ln>
          </p:spPr>
        </p:sp>
        <p:sp>
          <p:nvSpPr>
            <p:cNvPr id="4581" name="Heatmap cell r10 c66"/>
            <p:cNvSpPr/>
            <p:nvPr/>
          </p:nvSpPr>
          <p:spPr>
            <a:xfrm>
              <a:off x="1210192" y="255674"/>
              <a:ext cx="17140" cy="28503"/>
            </a:xfrm>
            <a:prstGeom prst="rect">
              <a:avLst/>
            </a:prstGeom>
            <a:solidFill>
              <a:srgbClr val="F6D5D9"/>
            </a:solidFill>
            <a:ln>
              <a:noFill/>
            </a:ln>
          </p:spPr>
        </p:sp>
        <p:sp>
          <p:nvSpPr>
            <p:cNvPr id="4582" name="Heatmap cell r10 c67"/>
            <p:cNvSpPr/>
            <p:nvPr/>
          </p:nvSpPr>
          <p:spPr>
            <a:xfrm>
              <a:off x="1227236" y="255674"/>
              <a:ext cx="19034" cy="28503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4583" name="Heatmap cell r10 c68"/>
            <p:cNvSpPr/>
            <p:nvPr/>
          </p:nvSpPr>
          <p:spPr>
            <a:xfrm>
              <a:off x="1246175" y="255674"/>
              <a:ext cx="17140" cy="28503"/>
            </a:xfrm>
            <a:prstGeom prst="rect">
              <a:avLst/>
            </a:prstGeom>
            <a:solidFill>
              <a:srgbClr val="F3C5CA"/>
            </a:solidFill>
            <a:ln>
              <a:noFill/>
            </a:ln>
          </p:spPr>
        </p:sp>
        <p:sp>
          <p:nvSpPr>
            <p:cNvPr id="4584" name="Heatmap cell r10 c69"/>
            <p:cNvSpPr/>
            <p:nvPr/>
          </p:nvSpPr>
          <p:spPr>
            <a:xfrm>
              <a:off x="1263220" y="255674"/>
              <a:ext cx="19034" cy="28503"/>
            </a:xfrm>
            <a:prstGeom prst="rect">
              <a:avLst/>
            </a:prstGeom>
            <a:solidFill>
              <a:srgbClr val="EA9CA2"/>
            </a:solidFill>
            <a:ln>
              <a:noFill/>
            </a:ln>
          </p:spPr>
        </p:sp>
        <p:sp>
          <p:nvSpPr>
            <p:cNvPr id="4585" name="Heatmap cell r10 c70"/>
            <p:cNvSpPr/>
            <p:nvPr/>
          </p:nvSpPr>
          <p:spPr>
            <a:xfrm>
              <a:off x="1282159" y="255674"/>
              <a:ext cx="17140" cy="28503"/>
            </a:xfrm>
            <a:prstGeom prst="rect">
              <a:avLst/>
            </a:prstGeom>
            <a:solidFill>
              <a:srgbClr val="F8E1E3"/>
            </a:solidFill>
            <a:ln>
              <a:noFill/>
            </a:ln>
          </p:spPr>
        </p:sp>
        <p:sp>
          <p:nvSpPr>
            <p:cNvPr id="4586" name="Heatmap cell r10 c71"/>
            <p:cNvSpPr/>
            <p:nvPr/>
          </p:nvSpPr>
          <p:spPr>
            <a:xfrm>
              <a:off x="1299204" y="255674"/>
              <a:ext cx="19034" cy="28503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4587" name="Heatmap cell r10 c72"/>
            <p:cNvSpPr/>
            <p:nvPr/>
          </p:nvSpPr>
          <p:spPr>
            <a:xfrm>
              <a:off x="1318143" y="255674"/>
              <a:ext cx="17140" cy="28503"/>
            </a:xfrm>
            <a:prstGeom prst="rect">
              <a:avLst/>
            </a:prstGeom>
            <a:solidFill>
              <a:srgbClr val="E06C78"/>
            </a:solidFill>
            <a:ln>
              <a:noFill/>
            </a:ln>
          </p:spPr>
        </p:sp>
        <p:sp>
          <p:nvSpPr>
            <p:cNvPr id="4588" name="Heatmap cell r10 c73"/>
            <p:cNvSpPr/>
            <p:nvPr/>
          </p:nvSpPr>
          <p:spPr>
            <a:xfrm>
              <a:off x="1335188" y="255674"/>
              <a:ext cx="19034" cy="28503"/>
            </a:xfrm>
            <a:prstGeom prst="rect">
              <a:avLst/>
            </a:prstGeom>
            <a:solidFill>
              <a:srgbClr val="F1C0C6"/>
            </a:solidFill>
            <a:ln>
              <a:noFill/>
            </a:ln>
          </p:spPr>
        </p:sp>
        <p:sp>
          <p:nvSpPr>
            <p:cNvPr id="4589" name="Heatmap cell r10 c74"/>
            <p:cNvSpPr/>
            <p:nvPr/>
          </p:nvSpPr>
          <p:spPr>
            <a:xfrm>
              <a:off x="1354127" y="255674"/>
              <a:ext cx="17140" cy="28503"/>
            </a:xfrm>
            <a:prstGeom prst="rect">
              <a:avLst/>
            </a:prstGeom>
            <a:solidFill>
              <a:srgbClr val="EDF1F7"/>
            </a:solidFill>
            <a:ln>
              <a:noFill/>
            </a:ln>
          </p:spPr>
        </p:sp>
        <p:sp>
          <p:nvSpPr>
            <p:cNvPr id="4590" name="Heatmap cell r10 c75"/>
            <p:cNvSpPr/>
            <p:nvPr/>
          </p:nvSpPr>
          <p:spPr>
            <a:xfrm>
              <a:off x="1371172" y="255674"/>
              <a:ext cx="19034" cy="28503"/>
            </a:xfrm>
            <a:prstGeom prst="rect">
              <a:avLst/>
            </a:prstGeom>
            <a:solidFill>
              <a:srgbClr val="F6D5D9"/>
            </a:solidFill>
            <a:ln>
              <a:noFill/>
            </a:ln>
          </p:spPr>
        </p:sp>
        <p:sp>
          <p:nvSpPr>
            <p:cNvPr id="4591" name="Heatmap cell r10 c76"/>
            <p:cNvSpPr/>
            <p:nvPr/>
          </p:nvSpPr>
          <p:spPr>
            <a:xfrm>
              <a:off x="1390110" y="255674"/>
              <a:ext cx="19034" cy="28503"/>
            </a:xfrm>
            <a:prstGeom prst="rect">
              <a:avLst/>
            </a:prstGeom>
            <a:solidFill>
              <a:srgbClr val="E78B94"/>
            </a:solidFill>
            <a:ln>
              <a:noFill/>
            </a:ln>
          </p:spPr>
        </p:sp>
        <p:sp>
          <p:nvSpPr>
            <p:cNvPr id="4592" name="Heatmap cell r10 c77"/>
            <p:cNvSpPr/>
            <p:nvPr/>
          </p:nvSpPr>
          <p:spPr>
            <a:xfrm>
              <a:off x="1409049" y="255674"/>
              <a:ext cx="17140" cy="28503"/>
            </a:xfrm>
            <a:prstGeom prst="rect">
              <a:avLst/>
            </a:prstGeom>
            <a:solidFill>
              <a:srgbClr val="F5CFD2"/>
            </a:solidFill>
            <a:ln>
              <a:noFill/>
            </a:ln>
          </p:spPr>
        </p:sp>
        <p:sp>
          <p:nvSpPr>
            <p:cNvPr id="4593" name="Heatmap cell r10 c78"/>
            <p:cNvSpPr/>
            <p:nvPr/>
          </p:nvSpPr>
          <p:spPr>
            <a:xfrm>
              <a:off x="1426094" y="255674"/>
              <a:ext cx="19034" cy="28503"/>
            </a:xfrm>
            <a:prstGeom prst="rect">
              <a:avLst/>
            </a:prstGeom>
            <a:solidFill>
              <a:srgbClr val="F9E8E9"/>
            </a:solidFill>
            <a:ln>
              <a:noFill/>
            </a:ln>
          </p:spPr>
        </p:sp>
        <p:sp>
          <p:nvSpPr>
            <p:cNvPr id="4594" name="Heatmap cell r10 c79"/>
            <p:cNvSpPr/>
            <p:nvPr/>
          </p:nvSpPr>
          <p:spPr>
            <a:xfrm>
              <a:off x="1445033" y="255674"/>
              <a:ext cx="17140" cy="28503"/>
            </a:xfrm>
            <a:prstGeom prst="rect">
              <a:avLst/>
            </a:prstGeom>
            <a:solidFill>
              <a:srgbClr val="ECACB1"/>
            </a:solidFill>
            <a:ln>
              <a:noFill/>
            </a:ln>
          </p:spPr>
        </p:sp>
        <p:sp>
          <p:nvSpPr>
            <p:cNvPr id="4595" name="Heatmap cell r10 c80"/>
            <p:cNvSpPr/>
            <p:nvPr/>
          </p:nvSpPr>
          <p:spPr>
            <a:xfrm>
              <a:off x="1462078" y="255674"/>
              <a:ext cx="19034" cy="28503"/>
            </a:xfrm>
            <a:prstGeom prst="rect">
              <a:avLst/>
            </a:prstGeom>
            <a:solidFill>
              <a:srgbClr val="EFB8BC"/>
            </a:solidFill>
            <a:ln>
              <a:noFill/>
            </a:ln>
          </p:spPr>
        </p:sp>
        <p:sp>
          <p:nvSpPr>
            <p:cNvPr id="4596" name="Heatmap cell r10 c81"/>
            <p:cNvSpPr/>
            <p:nvPr/>
          </p:nvSpPr>
          <p:spPr>
            <a:xfrm>
              <a:off x="1481017" y="255674"/>
              <a:ext cx="17140" cy="28503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4597" name="Heatmap cell r10 c82"/>
            <p:cNvSpPr/>
            <p:nvPr/>
          </p:nvSpPr>
          <p:spPr>
            <a:xfrm>
              <a:off x="1498062" y="255674"/>
              <a:ext cx="19034" cy="28503"/>
            </a:xfrm>
            <a:prstGeom prst="rect">
              <a:avLst/>
            </a:prstGeom>
            <a:solidFill>
              <a:srgbClr val="F6F8F9"/>
            </a:solidFill>
            <a:ln>
              <a:noFill/>
            </a:ln>
          </p:spPr>
        </p:sp>
        <p:sp>
          <p:nvSpPr>
            <p:cNvPr id="4598" name="Heatmap cell r10 c83"/>
            <p:cNvSpPr/>
            <p:nvPr/>
          </p:nvSpPr>
          <p:spPr>
            <a:xfrm>
              <a:off x="1517001" y="255674"/>
              <a:ext cx="17140" cy="28503"/>
            </a:xfrm>
            <a:prstGeom prst="rect">
              <a:avLst/>
            </a:prstGeom>
            <a:solidFill>
              <a:srgbClr val="EBA3AA"/>
            </a:solidFill>
            <a:ln>
              <a:noFill/>
            </a:ln>
          </p:spPr>
        </p:sp>
        <p:sp>
          <p:nvSpPr>
            <p:cNvPr id="4599" name="Heatmap cell r10 c84"/>
            <p:cNvSpPr/>
            <p:nvPr/>
          </p:nvSpPr>
          <p:spPr>
            <a:xfrm>
              <a:off x="1534046" y="255674"/>
              <a:ext cx="19034" cy="28503"/>
            </a:xfrm>
            <a:prstGeom prst="rect">
              <a:avLst/>
            </a:prstGeom>
            <a:solidFill>
              <a:srgbClr val="EA949C"/>
            </a:solidFill>
            <a:ln>
              <a:noFill/>
            </a:ln>
          </p:spPr>
        </p:sp>
        <p:sp>
          <p:nvSpPr>
            <p:cNvPr id="4600" name="Heatmap cell r10 c85"/>
            <p:cNvSpPr/>
            <p:nvPr/>
          </p:nvSpPr>
          <p:spPr>
            <a:xfrm>
              <a:off x="1552984" y="255674"/>
              <a:ext cx="17140" cy="28503"/>
            </a:xfrm>
            <a:prstGeom prst="rect">
              <a:avLst/>
            </a:prstGeom>
            <a:solidFill>
              <a:srgbClr val="F1C2C6"/>
            </a:solidFill>
            <a:ln>
              <a:noFill/>
            </a:ln>
          </p:spPr>
        </p:sp>
        <p:sp>
          <p:nvSpPr>
            <p:cNvPr id="4601" name="Heatmap cell r10 c86"/>
            <p:cNvSpPr/>
            <p:nvPr/>
          </p:nvSpPr>
          <p:spPr>
            <a:xfrm>
              <a:off x="1570029" y="255674"/>
              <a:ext cx="19034" cy="28503"/>
            </a:xfrm>
            <a:prstGeom prst="rect">
              <a:avLst/>
            </a:prstGeom>
            <a:solidFill>
              <a:srgbClr val="F9E8E9"/>
            </a:solidFill>
            <a:ln>
              <a:noFill/>
            </a:ln>
          </p:spPr>
        </p:sp>
        <p:sp>
          <p:nvSpPr>
            <p:cNvPr id="4602" name="Heatmap cell r10 c87"/>
            <p:cNvSpPr/>
            <p:nvPr/>
          </p:nvSpPr>
          <p:spPr>
            <a:xfrm>
              <a:off x="1588968" y="255674"/>
              <a:ext cx="17140" cy="28503"/>
            </a:xfrm>
            <a:prstGeom prst="rect">
              <a:avLst/>
            </a:prstGeom>
            <a:solidFill>
              <a:srgbClr val="FBF0F1"/>
            </a:solidFill>
            <a:ln>
              <a:noFill/>
            </a:ln>
          </p:spPr>
        </p:sp>
        <p:sp>
          <p:nvSpPr>
            <p:cNvPr id="4603" name="Heatmap cell r10 c88"/>
            <p:cNvSpPr/>
            <p:nvPr/>
          </p:nvSpPr>
          <p:spPr>
            <a:xfrm>
              <a:off x="1606013" y="255674"/>
              <a:ext cx="19034" cy="28503"/>
            </a:xfrm>
            <a:prstGeom prst="rect">
              <a:avLst/>
            </a:prstGeom>
            <a:solidFill>
              <a:srgbClr val="F0BCC3"/>
            </a:solidFill>
            <a:ln>
              <a:noFill/>
            </a:ln>
          </p:spPr>
        </p:sp>
        <p:sp>
          <p:nvSpPr>
            <p:cNvPr id="4604" name="Heatmap cell r10 c90"/>
            <p:cNvSpPr/>
            <p:nvPr/>
          </p:nvSpPr>
          <p:spPr>
            <a:xfrm>
              <a:off x="1643891" y="255674"/>
              <a:ext cx="17140" cy="28503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4605" name="Heatmap cell r10 c91"/>
            <p:cNvSpPr/>
            <p:nvPr/>
          </p:nvSpPr>
          <p:spPr>
            <a:xfrm>
              <a:off x="1660936" y="255674"/>
              <a:ext cx="19034" cy="28503"/>
            </a:xfrm>
            <a:prstGeom prst="rect">
              <a:avLst/>
            </a:prstGeom>
            <a:solidFill>
              <a:srgbClr val="B9C9DB"/>
            </a:solidFill>
            <a:ln>
              <a:noFill/>
            </a:ln>
          </p:spPr>
        </p:sp>
        <p:sp>
          <p:nvSpPr>
            <p:cNvPr id="4606" name="Heatmap cell r10 c92"/>
            <p:cNvSpPr/>
            <p:nvPr/>
          </p:nvSpPr>
          <p:spPr>
            <a:xfrm>
              <a:off x="1679875" y="255674"/>
              <a:ext cx="17140" cy="28503"/>
            </a:xfrm>
            <a:prstGeom prst="rect">
              <a:avLst/>
            </a:prstGeom>
            <a:solidFill>
              <a:srgbClr val="F7DCDF"/>
            </a:solidFill>
            <a:ln>
              <a:noFill/>
            </a:ln>
          </p:spPr>
        </p:sp>
        <p:sp>
          <p:nvSpPr>
            <p:cNvPr id="4607" name="Heatmap cell r10 c93"/>
            <p:cNvSpPr/>
            <p:nvPr/>
          </p:nvSpPr>
          <p:spPr>
            <a:xfrm>
              <a:off x="1696920" y="255674"/>
              <a:ext cx="19034" cy="28503"/>
            </a:xfrm>
            <a:prstGeom prst="rect">
              <a:avLst/>
            </a:prstGeom>
            <a:solidFill>
              <a:srgbClr val="E9979F"/>
            </a:solidFill>
            <a:ln>
              <a:noFill/>
            </a:ln>
          </p:spPr>
        </p:sp>
        <p:sp>
          <p:nvSpPr>
            <p:cNvPr id="4608" name="Heatmap cell r10 c94"/>
            <p:cNvSpPr/>
            <p:nvPr/>
          </p:nvSpPr>
          <p:spPr>
            <a:xfrm>
              <a:off x="1715858" y="255674"/>
              <a:ext cx="17140" cy="28503"/>
            </a:xfrm>
            <a:prstGeom prst="rect">
              <a:avLst/>
            </a:prstGeom>
            <a:solidFill>
              <a:srgbClr val="F3C9CE"/>
            </a:solidFill>
            <a:ln>
              <a:noFill/>
            </a:ln>
          </p:spPr>
        </p:sp>
        <p:sp>
          <p:nvSpPr>
            <p:cNvPr id="4609" name="Heatmap cell r10 c95"/>
            <p:cNvSpPr/>
            <p:nvPr/>
          </p:nvSpPr>
          <p:spPr>
            <a:xfrm>
              <a:off x="1732903" y="255674"/>
              <a:ext cx="19034" cy="28503"/>
            </a:xfrm>
            <a:prstGeom prst="rect">
              <a:avLst/>
            </a:prstGeom>
            <a:solidFill>
              <a:srgbClr val="DBE3EB"/>
            </a:solidFill>
            <a:ln>
              <a:noFill/>
            </a:ln>
          </p:spPr>
        </p:sp>
        <p:sp>
          <p:nvSpPr>
            <p:cNvPr id="4610" name="Heatmap cell r10 c96"/>
            <p:cNvSpPr/>
            <p:nvPr/>
          </p:nvSpPr>
          <p:spPr>
            <a:xfrm>
              <a:off x="1751842" y="255674"/>
              <a:ext cx="17140" cy="28503"/>
            </a:xfrm>
            <a:prstGeom prst="rect">
              <a:avLst/>
            </a:prstGeom>
            <a:solidFill>
              <a:srgbClr val="F8E3E6"/>
            </a:solidFill>
            <a:ln>
              <a:noFill/>
            </a:ln>
          </p:spPr>
        </p:sp>
        <p:sp>
          <p:nvSpPr>
            <p:cNvPr id="4611" name="Heatmap cell r10 c97"/>
            <p:cNvSpPr/>
            <p:nvPr/>
          </p:nvSpPr>
          <p:spPr>
            <a:xfrm>
              <a:off x="1768887" y="255674"/>
              <a:ext cx="19034" cy="28503"/>
            </a:xfrm>
            <a:prstGeom prst="rect">
              <a:avLst/>
            </a:prstGeom>
            <a:solidFill>
              <a:srgbClr val="FAEBED"/>
            </a:solidFill>
            <a:ln>
              <a:noFill/>
            </a:ln>
          </p:spPr>
        </p:sp>
        <p:sp>
          <p:nvSpPr>
            <p:cNvPr id="4612" name="Heatmap cell r10 c98"/>
            <p:cNvSpPr/>
            <p:nvPr/>
          </p:nvSpPr>
          <p:spPr>
            <a:xfrm>
              <a:off x="1787826" y="255674"/>
              <a:ext cx="17140" cy="28503"/>
            </a:xfrm>
            <a:prstGeom prst="rect">
              <a:avLst/>
            </a:prstGeom>
            <a:solidFill>
              <a:srgbClr val="F1C1C5"/>
            </a:solidFill>
            <a:ln>
              <a:noFill/>
            </a:ln>
          </p:spPr>
        </p:sp>
        <p:sp>
          <p:nvSpPr>
            <p:cNvPr id="4613" name="Heatmap cell r10 c99"/>
            <p:cNvSpPr/>
            <p:nvPr/>
          </p:nvSpPr>
          <p:spPr>
            <a:xfrm>
              <a:off x="1804871" y="255674"/>
              <a:ext cx="19034" cy="28503"/>
            </a:xfrm>
            <a:prstGeom prst="rect">
              <a:avLst/>
            </a:prstGeom>
            <a:solidFill>
              <a:srgbClr val="F3C6CB"/>
            </a:solidFill>
            <a:ln>
              <a:noFill/>
            </a:ln>
          </p:spPr>
        </p:sp>
        <p:sp>
          <p:nvSpPr>
            <p:cNvPr id="4614" name="Heatmap cell r10 c100"/>
            <p:cNvSpPr/>
            <p:nvPr/>
          </p:nvSpPr>
          <p:spPr>
            <a:xfrm>
              <a:off x="1823810" y="255674"/>
              <a:ext cx="17140" cy="28503"/>
            </a:xfrm>
            <a:prstGeom prst="rect">
              <a:avLst/>
            </a:prstGeom>
            <a:solidFill>
              <a:srgbClr val="EFB8BC"/>
            </a:solidFill>
            <a:ln>
              <a:noFill/>
            </a:ln>
          </p:spPr>
        </p:sp>
        <p:sp>
          <p:nvSpPr>
            <p:cNvPr id="4615" name="Heatmap cell r10 c101"/>
            <p:cNvSpPr/>
            <p:nvPr/>
          </p:nvSpPr>
          <p:spPr>
            <a:xfrm>
              <a:off x="1840855" y="255674"/>
              <a:ext cx="19034" cy="28503"/>
            </a:xfrm>
            <a:prstGeom prst="rect">
              <a:avLst/>
            </a:prstGeom>
            <a:solidFill>
              <a:srgbClr val="ECF0F6"/>
            </a:solidFill>
            <a:ln>
              <a:noFill/>
            </a:ln>
          </p:spPr>
        </p:sp>
        <p:sp>
          <p:nvSpPr>
            <p:cNvPr id="4616" name="Heatmap cell r10 c102"/>
            <p:cNvSpPr/>
            <p:nvPr/>
          </p:nvSpPr>
          <p:spPr>
            <a:xfrm>
              <a:off x="1859794" y="255674"/>
              <a:ext cx="19034" cy="28503"/>
            </a:xfrm>
            <a:prstGeom prst="rect">
              <a:avLst/>
            </a:prstGeom>
            <a:solidFill>
              <a:srgbClr val="FCF6F6"/>
            </a:solidFill>
            <a:ln>
              <a:noFill/>
            </a:ln>
          </p:spPr>
        </p:sp>
        <p:sp>
          <p:nvSpPr>
            <p:cNvPr id="4617" name="Heatmap cell r10 c103"/>
            <p:cNvSpPr/>
            <p:nvPr/>
          </p:nvSpPr>
          <p:spPr>
            <a:xfrm>
              <a:off x="1878732" y="255674"/>
              <a:ext cx="17140" cy="28503"/>
            </a:xfrm>
            <a:prstGeom prst="rect">
              <a:avLst/>
            </a:prstGeom>
            <a:solidFill>
              <a:srgbClr val="F3C5CA"/>
            </a:solidFill>
            <a:ln>
              <a:noFill/>
            </a:ln>
          </p:spPr>
        </p:sp>
        <p:sp>
          <p:nvSpPr>
            <p:cNvPr id="4618" name="Heatmap cell r10 c104"/>
            <p:cNvSpPr/>
            <p:nvPr/>
          </p:nvSpPr>
          <p:spPr>
            <a:xfrm>
              <a:off x="1895777" y="255674"/>
              <a:ext cx="19034" cy="28503"/>
            </a:xfrm>
            <a:prstGeom prst="rect">
              <a:avLst/>
            </a:prstGeom>
            <a:solidFill>
              <a:srgbClr val="F1C0C4"/>
            </a:solidFill>
            <a:ln>
              <a:noFill/>
            </a:ln>
          </p:spPr>
        </p:sp>
        <p:sp>
          <p:nvSpPr>
            <p:cNvPr id="4619" name="Heatmap cell r10 c105"/>
            <p:cNvSpPr/>
            <p:nvPr/>
          </p:nvSpPr>
          <p:spPr>
            <a:xfrm>
              <a:off x="1914716" y="255674"/>
              <a:ext cx="17140" cy="28503"/>
            </a:xfrm>
            <a:prstGeom prst="rect">
              <a:avLst/>
            </a:prstGeom>
            <a:solidFill>
              <a:srgbClr val="EAEEF4"/>
            </a:solidFill>
            <a:ln>
              <a:noFill/>
            </a:ln>
          </p:spPr>
        </p:sp>
        <p:sp>
          <p:nvSpPr>
            <p:cNvPr id="4620" name="Heatmap cell r10 c108"/>
            <p:cNvSpPr/>
            <p:nvPr/>
          </p:nvSpPr>
          <p:spPr>
            <a:xfrm>
              <a:off x="1967745" y="255674"/>
              <a:ext cx="19034" cy="28503"/>
            </a:xfrm>
            <a:prstGeom prst="rect">
              <a:avLst/>
            </a:prstGeom>
            <a:solidFill>
              <a:srgbClr val="F8DBDD"/>
            </a:solidFill>
            <a:ln>
              <a:noFill/>
            </a:ln>
          </p:spPr>
        </p:sp>
        <p:sp>
          <p:nvSpPr>
            <p:cNvPr id="4621" name="Heatmap cell r10 c109"/>
            <p:cNvSpPr/>
            <p:nvPr/>
          </p:nvSpPr>
          <p:spPr>
            <a:xfrm>
              <a:off x="1986684" y="255674"/>
              <a:ext cx="17140" cy="28503"/>
            </a:xfrm>
            <a:prstGeom prst="rect">
              <a:avLst/>
            </a:prstGeom>
            <a:solidFill>
              <a:srgbClr val="ECABB0"/>
            </a:solidFill>
            <a:ln>
              <a:noFill/>
            </a:ln>
          </p:spPr>
        </p:sp>
        <p:sp>
          <p:nvSpPr>
            <p:cNvPr id="4622" name="Heatmap cell r10 c110"/>
            <p:cNvSpPr/>
            <p:nvPr/>
          </p:nvSpPr>
          <p:spPr>
            <a:xfrm>
              <a:off x="2003729" y="255674"/>
              <a:ext cx="19034" cy="28503"/>
            </a:xfrm>
            <a:prstGeom prst="rect">
              <a:avLst/>
            </a:prstGeom>
            <a:solidFill>
              <a:srgbClr val="F5D1D4"/>
            </a:solidFill>
            <a:ln>
              <a:noFill/>
            </a:ln>
          </p:spPr>
        </p:sp>
        <p:sp>
          <p:nvSpPr>
            <p:cNvPr id="4623" name="Heatmap cell r10 c111"/>
            <p:cNvSpPr/>
            <p:nvPr/>
          </p:nvSpPr>
          <p:spPr>
            <a:xfrm>
              <a:off x="2022668" y="255674"/>
              <a:ext cx="17140" cy="28503"/>
            </a:xfrm>
            <a:prstGeom prst="rect">
              <a:avLst/>
            </a:prstGeom>
            <a:solidFill>
              <a:srgbClr val="BFCFDF"/>
            </a:solidFill>
            <a:ln>
              <a:noFill/>
            </a:ln>
          </p:spPr>
        </p:sp>
        <p:sp>
          <p:nvSpPr>
            <p:cNvPr id="4624" name="Heatmap cell r10 c112"/>
            <p:cNvSpPr/>
            <p:nvPr/>
          </p:nvSpPr>
          <p:spPr>
            <a:xfrm>
              <a:off x="2039712" y="255674"/>
              <a:ext cx="19034" cy="28503"/>
            </a:xfrm>
            <a:prstGeom prst="rect">
              <a:avLst/>
            </a:prstGeom>
            <a:solidFill>
              <a:srgbClr val="D53947"/>
            </a:solidFill>
            <a:ln>
              <a:noFill/>
            </a:ln>
          </p:spPr>
        </p:sp>
        <p:sp>
          <p:nvSpPr>
            <p:cNvPr id="4625" name="Heatmap cell r10 c113"/>
            <p:cNvSpPr/>
            <p:nvPr/>
          </p:nvSpPr>
          <p:spPr>
            <a:xfrm>
              <a:off x="2058651" y="255674"/>
              <a:ext cx="17140" cy="28503"/>
            </a:xfrm>
            <a:prstGeom prst="rect">
              <a:avLst/>
            </a:prstGeom>
            <a:solidFill>
              <a:srgbClr val="FBF1F3"/>
            </a:solidFill>
            <a:ln>
              <a:noFill/>
            </a:ln>
          </p:spPr>
        </p:sp>
        <p:sp>
          <p:nvSpPr>
            <p:cNvPr id="4626" name="Heatmap cell r10 c114"/>
            <p:cNvSpPr/>
            <p:nvPr/>
          </p:nvSpPr>
          <p:spPr>
            <a:xfrm>
              <a:off x="2075696" y="255674"/>
              <a:ext cx="19034" cy="28503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4627" name="Heatmap cell r10 c115"/>
            <p:cNvSpPr/>
            <p:nvPr/>
          </p:nvSpPr>
          <p:spPr>
            <a:xfrm>
              <a:off x="2094635" y="255674"/>
              <a:ext cx="19034" cy="28503"/>
            </a:xfrm>
            <a:prstGeom prst="rect">
              <a:avLst/>
            </a:prstGeom>
            <a:solidFill>
              <a:srgbClr val="F1C4C7"/>
            </a:solidFill>
            <a:ln>
              <a:noFill/>
            </a:ln>
          </p:spPr>
        </p:sp>
        <p:sp>
          <p:nvSpPr>
            <p:cNvPr id="4628" name="Heatmap cell r10 c116"/>
            <p:cNvSpPr/>
            <p:nvPr/>
          </p:nvSpPr>
          <p:spPr>
            <a:xfrm>
              <a:off x="2113574" y="255674"/>
              <a:ext cx="17140" cy="28503"/>
            </a:xfrm>
            <a:prstGeom prst="rect">
              <a:avLst/>
            </a:prstGeom>
            <a:solidFill>
              <a:srgbClr val="F5D0D3"/>
            </a:solidFill>
            <a:ln>
              <a:noFill/>
            </a:ln>
          </p:spPr>
        </p:sp>
        <p:sp>
          <p:nvSpPr>
            <p:cNvPr id="4629" name="Heatmap cell r10 c117"/>
            <p:cNvSpPr/>
            <p:nvPr/>
          </p:nvSpPr>
          <p:spPr>
            <a:xfrm>
              <a:off x="2130619" y="255674"/>
              <a:ext cx="19034" cy="28503"/>
            </a:xfrm>
            <a:prstGeom prst="rect">
              <a:avLst/>
            </a:prstGeom>
            <a:solidFill>
              <a:srgbClr val="E9939B"/>
            </a:solidFill>
            <a:ln>
              <a:noFill/>
            </a:ln>
          </p:spPr>
        </p:sp>
        <p:sp>
          <p:nvSpPr>
            <p:cNvPr id="4630" name="Heatmap cell r10 c118"/>
            <p:cNvSpPr/>
            <p:nvPr/>
          </p:nvSpPr>
          <p:spPr>
            <a:xfrm>
              <a:off x="2149558" y="255674"/>
              <a:ext cx="17140" cy="28503"/>
            </a:xfrm>
            <a:prstGeom prst="rect">
              <a:avLst/>
            </a:prstGeom>
            <a:solidFill>
              <a:srgbClr val="E37B85"/>
            </a:solidFill>
            <a:ln>
              <a:noFill/>
            </a:ln>
          </p:spPr>
        </p:sp>
        <p:sp>
          <p:nvSpPr>
            <p:cNvPr id="4631" name="Heatmap cell r10 c119"/>
            <p:cNvSpPr/>
            <p:nvPr/>
          </p:nvSpPr>
          <p:spPr>
            <a:xfrm>
              <a:off x="2166603" y="255674"/>
              <a:ext cx="19034" cy="28503"/>
            </a:xfrm>
            <a:prstGeom prst="rect">
              <a:avLst/>
            </a:prstGeom>
            <a:solidFill>
              <a:srgbClr val="F7D9DB"/>
            </a:solidFill>
            <a:ln>
              <a:noFill/>
            </a:ln>
          </p:spPr>
        </p:sp>
        <p:sp>
          <p:nvSpPr>
            <p:cNvPr id="4632" name="Heatmap cell r10 c120"/>
            <p:cNvSpPr/>
            <p:nvPr/>
          </p:nvSpPr>
          <p:spPr>
            <a:xfrm>
              <a:off x="2185542" y="255674"/>
              <a:ext cx="17140" cy="28503"/>
            </a:xfrm>
            <a:prstGeom prst="rect">
              <a:avLst/>
            </a:prstGeom>
            <a:solidFill>
              <a:srgbClr val="EFB5BA"/>
            </a:solidFill>
            <a:ln>
              <a:noFill/>
            </a:ln>
          </p:spPr>
        </p:sp>
        <p:sp>
          <p:nvSpPr>
            <p:cNvPr id="4633" name="Heatmap cell r10 c121"/>
            <p:cNvSpPr/>
            <p:nvPr/>
          </p:nvSpPr>
          <p:spPr>
            <a:xfrm>
              <a:off x="2202586" y="255674"/>
              <a:ext cx="19034" cy="28503"/>
            </a:xfrm>
            <a:prstGeom prst="rect">
              <a:avLst/>
            </a:prstGeom>
            <a:solidFill>
              <a:srgbClr val="F7D7DB"/>
            </a:solidFill>
            <a:ln>
              <a:noFill/>
            </a:ln>
          </p:spPr>
        </p:sp>
        <p:sp>
          <p:nvSpPr>
            <p:cNvPr id="4634" name="Heatmap cell r10 c122"/>
            <p:cNvSpPr/>
            <p:nvPr/>
          </p:nvSpPr>
          <p:spPr>
            <a:xfrm>
              <a:off x="2221525" y="255674"/>
              <a:ext cx="17140" cy="28503"/>
            </a:xfrm>
            <a:prstGeom prst="rect">
              <a:avLst/>
            </a:prstGeom>
            <a:solidFill>
              <a:srgbClr val="EA9DA3"/>
            </a:solidFill>
            <a:ln>
              <a:noFill/>
            </a:ln>
          </p:spPr>
        </p:sp>
        <p:sp>
          <p:nvSpPr>
            <p:cNvPr id="4635" name="Heatmap cell r10 c123"/>
            <p:cNvSpPr/>
            <p:nvPr/>
          </p:nvSpPr>
          <p:spPr>
            <a:xfrm>
              <a:off x="2238570" y="255674"/>
              <a:ext cx="19034" cy="28503"/>
            </a:xfrm>
            <a:prstGeom prst="rect">
              <a:avLst/>
            </a:prstGeom>
            <a:solidFill>
              <a:srgbClr val="E06F7A"/>
            </a:solidFill>
            <a:ln>
              <a:noFill/>
            </a:ln>
          </p:spPr>
        </p:sp>
        <p:sp>
          <p:nvSpPr>
            <p:cNvPr id="4636" name="Heatmap cell r10 c124"/>
            <p:cNvSpPr/>
            <p:nvPr/>
          </p:nvSpPr>
          <p:spPr>
            <a:xfrm>
              <a:off x="2257509" y="255674"/>
              <a:ext cx="17140" cy="28503"/>
            </a:xfrm>
            <a:prstGeom prst="rect">
              <a:avLst/>
            </a:prstGeom>
            <a:solidFill>
              <a:srgbClr val="EBA1A8"/>
            </a:solidFill>
            <a:ln>
              <a:noFill/>
            </a:ln>
          </p:spPr>
        </p:sp>
        <p:sp>
          <p:nvSpPr>
            <p:cNvPr id="4637" name="Heatmap cell r10 c126"/>
            <p:cNvSpPr/>
            <p:nvPr/>
          </p:nvSpPr>
          <p:spPr>
            <a:xfrm>
              <a:off x="2293493" y="255674"/>
              <a:ext cx="17140" cy="28503"/>
            </a:xfrm>
            <a:prstGeom prst="rect">
              <a:avLst/>
            </a:prstGeom>
            <a:solidFill>
              <a:srgbClr val="F0F4F7"/>
            </a:solidFill>
            <a:ln>
              <a:noFill/>
            </a:ln>
          </p:spPr>
        </p:sp>
        <p:sp>
          <p:nvSpPr>
            <p:cNvPr id="4638" name="Heatmap cell r10 c127"/>
            <p:cNvSpPr/>
            <p:nvPr/>
          </p:nvSpPr>
          <p:spPr>
            <a:xfrm>
              <a:off x="2310538" y="255674"/>
              <a:ext cx="19034" cy="28503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4639" name="Heatmap cell r10 c128"/>
            <p:cNvSpPr/>
            <p:nvPr/>
          </p:nvSpPr>
          <p:spPr>
            <a:xfrm>
              <a:off x="2329477" y="255674"/>
              <a:ext cx="19034" cy="28503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4640" name="Heatmap cell r10 c129"/>
            <p:cNvSpPr/>
            <p:nvPr/>
          </p:nvSpPr>
          <p:spPr>
            <a:xfrm>
              <a:off x="2348416" y="255674"/>
              <a:ext cx="17140" cy="28503"/>
            </a:xfrm>
            <a:prstGeom prst="rect">
              <a:avLst/>
            </a:prstGeom>
            <a:solidFill>
              <a:srgbClr val="FCF6F6"/>
            </a:solidFill>
            <a:ln>
              <a:noFill/>
            </a:ln>
          </p:spPr>
        </p:sp>
        <p:sp>
          <p:nvSpPr>
            <p:cNvPr id="4641" name="Heatmap cell r10 c131"/>
            <p:cNvSpPr/>
            <p:nvPr/>
          </p:nvSpPr>
          <p:spPr>
            <a:xfrm>
              <a:off x="2384399" y="255674"/>
              <a:ext cx="17140" cy="28503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4642" name="Heatmap cell r10 c132"/>
            <p:cNvSpPr/>
            <p:nvPr/>
          </p:nvSpPr>
          <p:spPr>
            <a:xfrm>
              <a:off x="2401444" y="255674"/>
              <a:ext cx="19034" cy="28503"/>
            </a:xfrm>
            <a:prstGeom prst="rect">
              <a:avLst/>
            </a:prstGeom>
            <a:solidFill>
              <a:srgbClr val="DF6B77"/>
            </a:solidFill>
            <a:ln>
              <a:noFill/>
            </a:ln>
          </p:spPr>
        </p:sp>
        <p:sp>
          <p:nvSpPr>
            <p:cNvPr id="4643" name="Heatmap cell r10 c133"/>
            <p:cNvSpPr/>
            <p:nvPr/>
          </p:nvSpPr>
          <p:spPr>
            <a:xfrm>
              <a:off x="2420383" y="255674"/>
              <a:ext cx="17140" cy="28503"/>
            </a:xfrm>
            <a:prstGeom prst="rect">
              <a:avLst/>
            </a:prstGeom>
            <a:solidFill>
              <a:srgbClr val="FAEEEF"/>
            </a:solidFill>
            <a:ln>
              <a:noFill/>
            </a:ln>
          </p:spPr>
        </p:sp>
        <p:sp>
          <p:nvSpPr>
            <p:cNvPr id="4644" name="Heatmap cell r10 c134"/>
            <p:cNvSpPr/>
            <p:nvPr/>
          </p:nvSpPr>
          <p:spPr>
            <a:xfrm>
              <a:off x="2437428" y="255674"/>
              <a:ext cx="19034" cy="28503"/>
            </a:xfrm>
            <a:prstGeom prst="rect">
              <a:avLst/>
            </a:prstGeom>
            <a:solidFill>
              <a:srgbClr val="ECF0F6"/>
            </a:solidFill>
            <a:ln>
              <a:noFill/>
            </a:ln>
          </p:spPr>
        </p:sp>
        <p:sp>
          <p:nvSpPr>
            <p:cNvPr id="4645" name="Heatmap cell r10 c135"/>
            <p:cNvSpPr/>
            <p:nvPr/>
          </p:nvSpPr>
          <p:spPr>
            <a:xfrm>
              <a:off x="2456367" y="255674"/>
              <a:ext cx="17140" cy="28503"/>
            </a:xfrm>
            <a:prstGeom prst="rect">
              <a:avLst/>
            </a:prstGeom>
            <a:solidFill>
              <a:srgbClr val="FCF6F6"/>
            </a:solidFill>
            <a:ln>
              <a:noFill/>
            </a:ln>
          </p:spPr>
        </p:sp>
        <p:sp>
          <p:nvSpPr>
            <p:cNvPr id="4646" name="Heatmap cell r10 c136"/>
            <p:cNvSpPr/>
            <p:nvPr/>
          </p:nvSpPr>
          <p:spPr>
            <a:xfrm>
              <a:off x="2473412" y="255674"/>
              <a:ext cx="19034" cy="28503"/>
            </a:xfrm>
            <a:prstGeom prst="rect">
              <a:avLst/>
            </a:prstGeom>
            <a:solidFill>
              <a:srgbClr val="ECA0A8"/>
            </a:solidFill>
            <a:ln>
              <a:noFill/>
            </a:ln>
          </p:spPr>
        </p:sp>
        <p:sp>
          <p:nvSpPr>
            <p:cNvPr id="4647" name="Heatmap cell r10 c137"/>
            <p:cNvSpPr/>
            <p:nvPr/>
          </p:nvSpPr>
          <p:spPr>
            <a:xfrm>
              <a:off x="2492351" y="255674"/>
              <a:ext cx="17140" cy="28503"/>
            </a:xfrm>
            <a:prstGeom prst="rect">
              <a:avLst/>
            </a:prstGeom>
            <a:solidFill>
              <a:srgbClr val="FBF3F4"/>
            </a:solidFill>
            <a:ln>
              <a:noFill/>
            </a:ln>
          </p:spPr>
        </p:sp>
        <p:sp>
          <p:nvSpPr>
            <p:cNvPr id="4648" name="Heatmap cell r10 c138"/>
            <p:cNvSpPr/>
            <p:nvPr/>
          </p:nvSpPr>
          <p:spPr>
            <a:xfrm>
              <a:off x="2509396" y="255674"/>
              <a:ext cx="19034" cy="28503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4649" name="Heatmap cell r10 c139"/>
            <p:cNvSpPr/>
            <p:nvPr/>
          </p:nvSpPr>
          <p:spPr>
            <a:xfrm>
              <a:off x="2528334" y="255674"/>
              <a:ext cx="17140" cy="28503"/>
            </a:xfrm>
            <a:prstGeom prst="rect">
              <a:avLst/>
            </a:prstGeom>
            <a:solidFill>
              <a:srgbClr val="EDF1F7"/>
            </a:solidFill>
            <a:ln>
              <a:noFill/>
            </a:ln>
          </p:spPr>
        </p:sp>
        <p:sp>
          <p:nvSpPr>
            <p:cNvPr id="4650" name="Heatmap cell r10 c140"/>
            <p:cNvSpPr/>
            <p:nvPr/>
          </p:nvSpPr>
          <p:spPr>
            <a:xfrm>
              <a:off x="2545379" y="255674"/>
              <a:ext cx="19034" cy="28503"/>
            </a:xfrm>
            <a:prstGeom prst="rect">
              <a:avLst/>
            </a:prstGeom>
            <a:solidFill>
              <a:srgbClr val="ECA7AD"/>
            </a:solidFill>
            <a:ln>
              <a:noFill/>
            </a:ln>
          </p:spPr>
        </p:sp>
        <p:sp>
          <p:nvSpPr>
            <p:cNvPr id="4651" name="Heatmap cell r10 c141"/>
            <p:cNvSpPr/>
            <p:nvPr/>
          </p:nvSpPr>
          <p:spPr>
            <a:xfrm>
              <a:off x="2564318" y="255674"/>
              <a:ext cx="19034" cy="28503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4652" name="Heatmap cell r10 c142"/>
            <p:cNvSpPr/>
            <p:nvPr/>
          </p:nvSpPr>
          <p:spPr>
            <a:xfrm>
              <a:off x="2583257" y="255674"/>
              <a:ext cx="17140" cy="28503"/>
            </a:xfrm>
            <a:prstGeom prst="rect">
              <a:avLst/>
            </a:prstGeom>
            <a:solidFill>
              <a:srgbClr val="EDF1F7"/>
            </a:solidFill>
            <a:ln>
              <a:noFill/>
            </a:ln>
          </p:spPr>
        </p:sp>
        <p:sp>
          <p:nvSpPr>
            <p:cNvPr id="4653" name="Heatmap cell r10 c143"/>
            <p:cNvSpPr/>
            <p:nvPr/>
          </p:nvSpPr>
          <p:spPr>
            <a:xfrm>
              <a:off x="2600302" y="255674"/>
              <a:ext cx="19034" cy="28503"/>
            </a:xfrm>
            <a:prstGeom prst="rect">
              <a:avLst/>
            </a:prstGeom>
            <a:solidFill>
              <a:srgbClr val="F1C1C5"/>
            </a:solidFill>
            <a:ln>
              <a:noFill/>
            </a:ln>
          </p:spPr>
        </p:sp>
        <p:sp>
          <p:nvSpPr>
            <p:cNvPr id="4654" name="Heatmap cell r10 c144"/>
            <p:cNvSpPr/>
            <p:nvPr/>
          </p:nvSpPr>
          <p:spPr>
            <a:xfrm>
              <a:off x="2619241" y="255674"/>
              <a:ext cx="17140" cy="28503"/>
            </a:xfrm>
            <a:prstGeom prst="rect">
              <a:avLst/>
            </a:prstGeom>
            <a:solidFill>
              <a:srgbClr val="FBF5F5"/>
            </a:solidFill>
            <a:ln>
              <a:noFill/>
            </a:ln>
          </p:spPr>
        </p:sp>
        <p:sp>
          <p:nvSpPr>
            <p:cNvPr id="4655" name="Heatmap cell r10 c145"/>
            <p:cNvSpPr/>
            <p:nvPr/>
          </p:nvSpPr>
          <p:spPr>
            <a:xfrm>
              <a:off x="2636286" y="255674"/>
              <a:ext cx="19034" cy="28503"/>
            </a:xfrm>
            <a:prstGeom prst="rect">
              <a:avLst/>
            </a:prstGeom>
            <a:solidFill>
              <a:srgbClr val="EBF0F6"/>
            </a:solidFill>
            <a:ln>
              <a:noFill/>
            </a:ln>
          </p:spPr>
        </p:sp>
        <p:sp>
          <p:nvSpPr>
            <p:cNvPr id="4656" name="Heatmap cell r10 c146"/>
            <p:cNvSpPr/>
            <p:nvPr/>
          </p:nvSpPr>
          <p:spPr>
            <a:xfrm>
              <a:off x="2655225" y="255674"/>
              <a:ext cx="17140" cy="28503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4657" name="Heatmap cell r10 c147"/>
            <p:cNvSpPr/>
            <p:nvPr/>
          </p:nvSpPr>
          <p:spPr>
            <a:xfrm>
              <a:off x="2672270" y="255674"/>
              <a:ext cx="19034" cy="28503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</p:sp>
        <p:sp>
          <p:nvSpPr>
            <p:cNvPr id="4658" name="Heatmap cell r10 c148"/>
            <p:cNvSpPr/>
            <p:nvPr/>
          </p:nvSpPr>
          <p:spPr>
            <a:xfrm>
              <a:off x="2691208" y="255674"/>
              <a:ext cx="17140" cy="28503"/>
            </a:xfrm>
            <a:prstGeom prst="rect">
              <a:avLst/>
            </a:prstGeom>
            <a:solidFill>
              <a:srgbClr val="F0BCC3"/>
            </a:solidFill>
            <a:ln>
              <a:noFill/>
            </a:ln>
          </p:spPr>
        </p:sp>
        <p:sp>
          <p:nvSpPr>
            <p:cNvPr id="4659" name="Heatmap cell r10 c149"/>
            <p:cNvSpPr/>
            <p:nvPr/>
          </p:nvSpPr>
          <p:spPr>
            <a:xfrm>
              <a:off x="2708253" y="255674"/>
              <a:ext cx="19034" cy="28503"/>
            </a:xfrm>
            <a:prstGeom prst="rect">
              <a:avLst/>
            </a:prstGeom>
            <a:solidFill>
              <a:srgbClr val="EB9EA4"/>
            </a:solidFill>
            <a:ln>
              <a:noFill/>
            </a:ln>
          </p:spPr>
        </p:sp>
        <p:sp>
          <p:nvSpPr>
            <p:cNvPr id="4660" name="Heatmap cell r10 c150"/>
            <p:cNvSpPr/>
            <p:nvPr/>
          </p:nvSpPr>
          <p:spPr>
            <a:xfrm>
              <a:off x="2727192" y="255674"/>
              <a:ext cx="17140" cy="28503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4661" name="Heatmap cell r10 c151"/>
            <p:cNvSpPr/>
            <p:nvPr/>
          </p:nvSpPr>
          <p:spPr>
            <a:xfrm>
              <a:off x="2744237" y="255674"/>
              <a:ext cx="19034" cy="28503"/>
            </a:xfrm>
            <a:prstGeom prst="rect">
              <a:avLst/>
            </a:prstGeom>
            <a:solidFill>
              <a:srgbClr val="D2DDE8"/>
            </a:solidFill>
            <a:ln>
              <a:noFill/>
            </a:ln>
          </p:spPr>
        </p:sp>
        <p:sp>
          <p:nvSpPr>
            <p:cNvPr id="4662" name="Heatmap cell r10 c152"/>
            <p:cNvSpPr/>
            <p:nvPr/>
          </p:nvSpPr>
          <p:spPr>
            <a:xfrm>
              <a:off x="2763176" y="255674"/>
              <a:ext cx="17140" cy="28503"/>
            </a:xfrm>
            <a:prstGeom prst="rect">
              <a:avLst/>
            </a:prstGeom>
            <a:solidFill>
              <a:srgbClr val="EDACB3"/>
            </a:solidFill>
            <a:ln>
              <a:noFill/>
            </a:ln>
          </p:spPr>
        </p:sp>
        <p:sp>
          <p:nvSpPr>
            <p:cNvPr id="4663" name="Heatmap cell r10 c153"/>
            <p:cNvSpPr/>
            <p:nvPr/>
          </p:nvSpPr>
          <p:spPr>
            <a:xfrm>
              <a:off x="2780221" y="255674"/>
              <a:ext cx="19034" cy="28503"/>
            </a:xfrm>
            <a:prstGeom prst="rect">
              <a:avLst/>
            </a:prstGeom>
            <a:solidFill>
              <a:srgbClr val="F7D3D6"/>
            </a:solidFill>
            <a:ln>
              <a:noFill/>
            </a:ln>
          </p:spPr>
        </p:sp>
        <p:sp>
          <p:nvSpPr>
            <p:cNvPr id="4664" name="Heatmap cell r10 c154"/>
            <p:cNvSpPr/>
            <p:nvPr/>
          </p:nvSpPr>
          <p:spPr>
            <a:xfrm>
              <a:off x="2799160" y="255674"/>
              <a:ext cx="17140" cy="28503"/>
            </a:xfrm>
            <a:prstGeom prst="rect">
              <a:avLst/>
            </a:prstGeom>
            <a:solidFill>
              <a:srgbClr val="F8E1E3"/>
            </a:solidFill>
            <a:ln>
              <a:noFill/>
            </a:ln>
          </p:spPr>
        </p:sp>
        <p:sp>
          <p:nvSpPr>
            <p:cNvPr id="4665" name="Heatmap cell r10 c155"/>
            <p:cNvSpPr/>
            <p:nvPr/>
          </p:nvSpPr>
          <p:spPr>
            <a:xfrm>
              <a:off x="2816205" y="255674"/>
              <a:ext cx="19034" cy="28503"/>
            </a:xfrm>
            <a:prstGeom prst="rect">
              <a:avLst/>
            </a:prstGeom>
            <a:solidFill>
              <a:srgbClr val="E7EBF1"/>
            </a:solidFill>
            <a:ln>
              <a:noFill/>
            </a:ln>
          </p:spPr>
        </p:sp>
        <p:sp>
          <p:nvSpPr>
            <p:cNvPr id="4666" name="Heatmap cell r10 c156"/>
            <p:cNvSpPr/>
            <p:nvPr/>
          </p:nvSpPr>
          <p:spPr>
            <a:xfrm>
              <a:off x="2835144" y="255674"/>
              <a:ext cx="19034" cy="28503"/>
            </a:xfrm>
            <a:prstGeom prst="rect">
              <a:avLst/>
            </a:prstGeom>
            <a:solidFill>
              <a:srgbClr val="F4CED1"/>
            </a:solidFill>
            <a:ln>
              <a:noFill/>
            </a:ln>
          </p:spPr>
        </p:sp>
        <p:sp>
          <p:nvSpPr>
            <p:cNvPr id="4667" name="Heatmap cell r10 c157"/>
            <p:cNvSpPr/>
            <p:nvPr/>
          </p:nvSpPr>
          <p:spPr>
            <a:xfrm>
              <a:off x="2854082" y="255674"/>
              <a:ext cx="17140" cy="28503"/>
            </a:xfrm>
            <a:prstGeom prst="rect">
              <a:avLst/>
            </a:prstGeom>
            <a:solidFill>
              <a:srgbClr val="FCF7F7"/>
            </a:solidFill>
            <a:ln>
              <a:noFill/>
            </a:ln>
          </p:spPr>
        </p:sp>
        <p:sp>
          <p:nvSpPr>
            <p:cNvPr id="4668" name="Heatmap cell r10 c158"/>
            <p:cNvSpPr/>
            <p:nvPr/>
          </p:nvSpPr>
          <p:spPr>
            <a:xfrm>
              <a:off x="2871127" y="255674"/>
              <a:ext cx="19034" cy="28503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4669" name="Heatmap cell r10 c159"/>
            <p:cNvSpPr/>
            <p:nvPr/>
          </p:nvSpPr>
          <p:spPr>
            <a:xfrm>
              <a:off x="2890066" y="255674"/>
              <a:ext cx="17140" cy="28503"/>
            </a:xfrm>
            <a:prstGeom prst="rect">
              <a:avLst/>
            </a:prstGeom>
            <a:solidFill>
              <a:srgbClr val="EFB4B9"/>
            </a:solidFill>
            <a:ln>
              <a:noFill/>
            </a:ln>
          </p:spPr>
        </p:sp>
        <p:sp>
          <p:nvSpPr>
            <p:cNvPr id="4670" name="Heatmap cell r10 c160"/>
            <p:cNvSpPr/>
            <p:nvPr/>
          </p:nvSpPr>
          <p:spPr>
            <a:xfrm>
              <a:off x="2907111" y="255674"/>
              <a:ext cx="19034" cy="28503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4671" name="Heatmap cell r10 c161"/>
            <p:cNvSpPr/>
            <p:nvPr/>
          </p:nvSpPr>
          <p:spPr>
            <a:xfrm>
              <a:off x="2926050" y="255674"/>
              <a:ext cx="17140" cy="28503"/>
            </a:xfrm>
            <a:prstGeom prst="rect">
              <a:avLst/>
            </a:prstGeom>
            <a:solidFill>
              <a:srgbClr val="F4CACD"/>
            </a:solidFill>
            <a:ln>
              <a:noFill/>
            </a:ln>
          </p:spPr>
        </p:sp>
        <p:sp>
          <p:nvSpPr>
            <p:cNvPr id="4672" name="Heatmap cell r10 c162"/>
            <p:cNvSpPr/>
            <p:nvPr/>
          </p:nvSpPr>
          <p:spPr>
            <a:xfrm>
              <a:off x="2943095" y="255674"/>
              <a:ext cx="19034" cy="28503"/>
            </a:xfrm>
            <a:prstGeom prst="rect">
              <a:avLst/>
            </a:prstGeom>
            <a:solidFill>
              <a:srgbClr val="F4CACD"/>
            </a:solidFill>
            <a:ln>
              <a:noFill/>
            </a:ln>
          </p:spPr>
        </p:sp>
        <p:sp>
          <p:nvSpPr>
            <p:cNvPr id="4673" name="Heatmap cell r10 c163"/>
            <p:cNvSpPr/>
            <p:nvPr/>
          </p:nvSpPr>
          <p:spPr>
            <a:xfrm>
              <a:off x="2962034" y="255674"/>
              <a:ext cx="17140" cy="28503"/>
            </a:xfrm>
            <a:prstGeom prst="rect">
              <a:avLst/>
            </a:prstGeom>
            <a:solidFill>
              <a:srgbClr val="F5D0D3"/>
            </a:solidFill>
            <a:ln>
              <a:noFill/>
            </a:ln>
          </p:spPr>
        </p:sp>
        <p:sp>
          <p:nvSpPr>
            <p:cNvPr id="4674" name="Heatmap cell r10 c164"/>
            <p:cNvSpPr/>
            <p:nvPr/>
          </p:nvSpPr>
          <p:spPr>
            <a:xfrm>
              <a:off x="2979079" y="255674"/>
              <a:ext cx="19034" cy="28503"/>
            </a:xfrm>
            <a:prstGeom prst="rect">
              <a:avLst/>
            </a:prstGeom>
            <a:solidFill>
              <a:srgbClr val="F5CFD2"/>
            </a:solidFill>
            <a:ln>
              <a:noFill/>
            </a:ln>
          </p:spPr>
        </p:sp>
        <p:sp>
          <p:nvSpPr>
            <p:cNvPr id="4675" name="Heatmap cell r10 c165"/>
            <p:cNvSpPr/>
            <p:nvPr/>
          </p:nvSpPr>
          <p:spPr>
            <a:xfrm>
              <a:off x="2998018" y="255674"/>
              <a:ext cx="17140" cy="28503"/>
            </a:xfrm>
            <a:prstGeom prst="rect">
              <a:avLst/>
            </a:prstGeom>
            <a:solidFill>
              <a:srgbClr val="F6D6DA"/>
            </a:solidFill>
            <a:ln>
              <a:noFill/>
            </a:ln>
          </p:spPr>
        </p:sp>
        <p:sp>
          <p:nvSpPr>
            <p:cNvPr id="4676" name="Heatmap cell r10 c166"/>
            <p:cNvSpPr/>
            <p:nvPr/>
          </p:nvSpPr>
          <p:spPr>
            <a:xfrm>
              <a:off x="3015062" y="255674"/>
              <a:ext cx="19034" cy="28503"/>
            </a:xfrm>
            <a:prstGeom prst="rect">
              <a:avLst/>
            </a:prstGeom>
            <a:solidFill>
              <a:srgbClr val="F7D7DB"/>
            </a:solidFill>
            <a:ln>
              <a:noFill/>
            </a:ln>
          </p:spPr>
        </p:sp>
        <p:sp>
          <p:nvSpPr>
            <p:cNvPr id="4677" name="Heatmap cell r10 c167"/>
            <p:cNvSpPr/>
            <p:nvPr/>
          </p:nvSpPr>
          <p:spPr>
            <a:xfrm>
              <a:off x="3034001" y="255674"/>
              <a:ext cx="17140" cy="28503"/>
            </a:xfrm>
            <a:prstGeom prst="rect">
              <a:avLst/>
            </a:prstGeom>
            <a:solidFill>
              <a:srgbClr val="EBEFF5"/>
            </a:solidFill>
            <a:ln>
              <a:noFill/>
            </a:ln>
          </p:spPr>
        </p:sp>
        <p:sp>
          <p:nvSpPr>
            <p:cNvPr id="4678" name="Heatmap cell r10 c168"/>
            <p:cNvSpPr/>
            <p:nvPr/>
          </p:nvSpPr>
          <p:spPr>
            <a:xfrm>
              <a:off x="3051046" y="255674"/>
              <a:ext cx="19034" cy="28503"/>
            </a:xfrm>
            <a:prstGeom prst="rect">
              <a:avLst/>
            </a:prstGeom>
            <a:solidFill>
              <a:srgbClr val="F0BBC2"/>
            </a:solidFill>
            <a:ln>
              <a:noFill/>
            </a:ln>
          </p:spPr>
        </p:sp>
        <p:sp>
          <p:nvSpPr>
            <p:cNvPr id="4679" name="Heatmap cell r10 c170"/>
            <p:cNvSpPr/>
            <p:nvPr/>
          </p:nvSpPr>
          <p:spPr>
            <a:xfrm>
              <a:off x="3088924" y="255674"/>
              <a:ext cx="17140" cy="28503"/>
            </a:xfrm>
            <a:prstGeom prst="rect">
              <a:avLst/>
            </a:prstGeom>
            <a:solidFill>
              <a:srgbClr val="F7E2E4"/>
            </a:solidFill>
            <a:ln>
              <a:noFill/>
            </a:ln>
          </p:spPr>
        </p:sp>
        <p:sp>
          <p:nvSpPr>
            <p:cNvPr id="4680" name="Heatmap cell r10 c171"/>
            <p:cNvSpPr/>
            <p:nvPr/>
          </p:nvSpPr>
          <p:spPr>
            <a:xfrm>
              <a:off x="3105969" y="255674"/>
              <a:ext cx="19034" cy="28503"/>
            </a:xfrm>
            <a:prstGeom prst="rect">
              <a:avLst/>
            </a:prstGeom>
            <a:solidFill>
              <a:srgbClr val="F6D6DA"/>
            </a:solidFill>
            <a:ln>
              <a:noFill/>
            </a:ln>
          </p:spPr>
        </p:sp>
        <p:sp>
          <p:nvSpPr>
            <p:cNvPr id="4681" name="Heatmap cell r10 c172"/>
            <p:cNvSpPr/>
            <p:nvPr/>
          </p:nvSpPr>
          <p:spPr>
            <a:xfrm>
              <a:off x="3124908" y="255674"/>
              <a:ext cx="17140" cy="28503"/>
            </a:xfrm>
            <a:prstGeom prst="rect">
              <a:avLst/>
            </a:prstGeom>
            <a:solidFill>
              <a:srgbClr val="E9979F"/>
            </a:solidFill>
            <a:ln>
              <a:noFill/>
            </a:ln>
          </p:spPr>
        </p:sp>
        <p:sp>
          <p:nvSpPr>
            <p:cNvPr id="4682" name="Heatmap cell r10 c173"/>
            <p:cNvSpPr/>
            <p:nvPr/>
          </p:nvSpPr>
          <p:spPr>
            <a:xfrm>
              <a:off x="3141953" y="255674"/>
              <a:ext cx="19034" cy="28503"/>
            </a:xfrm>
            <a:prstGeom prst="rect">
              <a:avLst/>
            </a:prstGeom>
            <a:solidFill>
              <a:srgbClr val="F1C0C4"/>
            </a:solidFill>
            <a:ln>
              <a:noFill/>
            </a:ln>
          </p:spPr>
        </p:sp>
        <p:sp>
          <p:nvSpPr>
            <p:cNvPr id="4683" name="Heatmap cell r10 c174"/>
            <p:cNvSpPr/>
            <p:nvPr/>
          </p:nvSpPr>
          <p:spPr>
            <a:xfrm>
              <a:off x="3160892" y="255674"/>
              <a:ext cx="17140" cy="28503"/>
            </a:xfrm>
            <a:prstGeom prst="rect">
              <a:avLst/>
            </a:prstGeom>
            <a:solidFill>
              <a:srgbClr val="E9EDF3"/>
            </a:solidFill>
            <a:ln>
              <a:noFill/>
            </a:ln>
          </p:spPr>
        </p:sp>
        <p:sp>
          <p:nvSpPr>
            <p:cNvPr id="4684" name="Heatmap cell r10 c175"/>
            <p:cNvSpPr/>
            <p:nvPr/>
          </p:nvSpPr>
          <p:spPr>
            <a:xfrm>
              <a:off x="3177936" y="255674"/>
              <a:ext cx="19034" cy="28503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4685" name="Heatmap cell r10 c176"/>
            <p:cNvSpPr/>
            <p:nvPr/>
          </p:nvSpPr>
          <p:spPr>
            <a:xfrm>
              <a:off x="3196875" y="255674"/>
              <a:ext cx="17140" cy="28503"/>
            </a:xfrm>
            <a:prstGeom prst="rect">
              <a:avLst/>
            </a:prstGeom>
            <a:solidFill>
              <a:srgbClr val="8EA9C3"/>
            </a:solidFill>
            <a:ln>
              <a:noFill/>
            </a:ln>
          </p:spPr>
        </p:sp>
        <p:sp>
          <p:nvSpPr>
            <p:cNvPr id="4686" name="Heatmap cell r10 c178"/>
            <p:cNvSpPr/>
            <p:nvPr/>
          </p:nvSpPr>
          <p:spPr>
            <a:xfrm>
              <a:off x="3232859" y="255674"/>
              <a:ext cx="17140" cy="28503"/>
            </a:xfrm>
            <a:prstGeom prst="rect">
              <a:avLst/>
            </a:prstGeom>
            <a:solidFill>
              <a:srgbClr val="F4CACD"/>
            </a:solidFill>
            <a:ln>
              <a:noFill/>
            </a:ln>
          </p:spPr>
        </p:sp>
        <p:sp>
          <p:nvSpPr>
            <p:cNvPr id="4687" name="Heatmap cell r10 c179"/>
            <p:cNvSpPr/>
            <p:nvPr/>
          </p:nvSpPr>
          <p:spPr>
            <a:xfrm>
              <a:off x="3249904" y="255674"/>
              <a:ext cx="19034" cy="28503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4688" name="Heatmap cell r10 c180"/>
            <p:cNvSpPr/>
            <p:nvPr/>
          </p:nvSpPr>
          <p:spPr>
            <a:xfrm>
              <a:off x="3268843" y="255674"/>
              <a:ext cx="17140" cy="28503"/>
            </a:xfrm>
            <a:prstGeom prst="rect">
              <a:avLst/>
            </a:prstGeom>
            <a:solidFill>
              <a:srgbClr val="FBF5F5"/>
            </a:solidFill>
            <a:ln>
              <a:noFill/>
            </a:ln>
          </p:spPr>
        </p:sp>
        <p:sp>
          <p:nvSpPr>
            <p:cNvPr id="4689" name="Heatmap cell r10 c182"/>
            <p:cNvSpPr/>
            <p:nvPr/>
          </p:nvSpPr>
          <p:spPr>
            <a:xfrm>
              <a:off x="3304827" y="255674"/>
              <a:ext cx="19034" cy="28503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4690" name="Heatmap cell r10 c183"/>
            <p:cNvSpPr/>
            <p:nvPr/>
          </p:nvSpPr>
          <p:spPr>
            <a:xfrm>
              <a:off x="3323765" y="255674"/>
              <a:ext cx="17140" cy="28503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4691" name="Heatmap cell r10 c184"/>
            <p:cNvSpPr/>
            <p:nvPr/>
          </p:nvSpPr>
          <p:spPr>
            <a:xfrm>
              <a:off x="3340810" y="255674"/>
              <a:ext cx="19034" cy="28503"/>
            </a:xfrm>
            <a:prstGeom prst="rect">
              <a:avLst/>
            </a:prstGeom>
            <a:solidFill>
              <a:srgbClr val="F0BDC2"/>
            </a:solidFill>
            <a:ln>
              <a:noFill/>
            </a:ln>
          </p:spPr>
        </p:sp>
        <p:sp>
          <p:nvSpPr>
            <p:cNvPr id="4692" name="Heatmap cell r10 c185"/>
            <p:cNvSpPr/>
            <p:nvPr/>
          </p:nvSpPr>
          <p:spPr>
            <a:xfrm>
              <a:off x="3359749" y="255674"/>
              <a:ext cx="17140" cy="28503"/>
            </a:xfrm>
            <a:prstGeom prst="rect">
              <a:avLst/>
            </a:prstGeom>
            <a:solidFill>
              <a:srgbClr val="D2DDE8"/>
            </a:solidFill>
            <a:ln>
              <a:noFill/>
            </a:ln>
          </p:spPr>
        </p:sp>
        <p:sp>
          <p:nvSpPr>
            <p:cNvPr id="4693" name="Heatmap cell r10 c186"/>
            <p:cNvSpPr/>
            <p:nvPr/>
          </p:nvSpPr>
          <p:spPr>
            <a:xfrm>
              <a:off x="3376794" y="255674"/>
              <a:ext cx="19034" cy="28503"/>
            </a:xfrm>
            <a:prstGeom prst="rect">
              <a:avLst/>
            </a:prstGeom>
            <a:solidFill>
              <a:srgbClr val="D5DFE9"/>
            </a:solidFill>
            <a:ln>
              <a:noFill/>
            </a:ln>
          </p:spPr>
        </p:sp>
        <p:sp>
          <p:nvSpPr>
            <p:cNvPr id="4694" name="Heatmap cell r10 c187"/>
            <p:cNvSpPr/>
            <p:nvPr/>
          </p:nvSpPr>
          <p:spPr>
            <a:xfrm>
              <a:off x="3395733" y="255674"/>
              <a:ext cx="17140" cy="28503"/>
            </a:xfrm>
            <a:prstGeom prst="rect">
              <a:avLst/>
            </a:prstGeom>
            <a:solidFill>
              <a:srgbClr val="F7E2E4"/>
            </a:solidFill>
            <a:ln>
              <a:noFill/>
            </a:ln>
          </p:spPr>
        </p:sp>
        <p:sp>
          <p:nvSpPr>
            <p:cNvPr id="4695" name="Heatmap cell r10 c188"/>
            <p:cNvSpPr/>
            <p:nvPr/>
          </p:nvSpPr>
          <p:spPr>
            <a:xfrm>
              <a:off x="3412778" y="255674"/>
              <a:ext cx="19034" cy="28503"/>
            </a:xfrm>
            <a:prstGeom prst="rect">
              <a:avLst/>
            </a:prstGeom>
            <a:solidFill>
              <a:srgbClr val="EFB9BE"/>
            </a:solidFill>
            <a:ln>
              <a:noFill/>
            </a:ln>
          </p:spPr>
        </p:sp>
        <p:sp>
          <p:nvSpPr>
            <p:cNvPr id="4696" name="Heatmap cell r10 c189"/>
            <p:cNvSpPr/>
            <p:nvPr/>
          </p:nvSpPr>
          <p:spPr>
            <a:xfrm>
              <a:off x="3431717" y="255674"/>
              <a:ext cx="17140" cy="28503"/>
            </a:xfrm>
            <a:prstGeom prst="rect">
              <a:avLst/>
            </a:prstGeom>
            <a:solidFill>
              <a:srgbClr val="F2C8CD"/>
            </a:solidFill>
            <a:ln>
              <a:noFill/>
            </a:ln>
          </p:spPr>
        </p:sp>
        <p:sp>
          <p:nvSpPr>
            <p:cNvPr id="4697" name="Heatmap cell r10 c190"/>
            <p:cNvSpPr/>
            <p:nvPr/>
          </p:nvSpPr>
          <p:spPr>
            <a:xfrm>
              <a:off x="3448762" y="255674"/>
              <a:ext cx="19034" cy="28503"/>
            </a:xfrm>
            <a:prstGeom prst="rect">
              <a:avLst/>
            </a:prstGeom>
            <a:solidFill>
              <a:srgbClr val="E9EEF4"/>
            </a:solidFill>
            <a:ln>
              <a:noFill/>
            </a:ln>
          </p:spPr>
        </p:sp>
        <p:sp>
          <p:nvSpPr>
            <p:cNvPr id="4698" name="Heatmap cell r10 c191"/>
            <p:cNvSpPr/>
            <p:nvPr/>
          </p:nvSpPr>
          <p:spPr>
            <a:xfrm>
              <a:off x="3467701" y="255674"/>
              <a:ext cx="17140" cy="28503"/>
            </a:xfrm>
            <a:prstGeom prst="rect">
              <a:avLst/>
            </a:prstGeom>
            <a:solidFill>
              <a:srgbClr val="ECABB0"/>
            </a:solidFill>
            <a:ln>
              <a:noFill/>
            </a:ln>
          </p:spPr>
        </p:sp>
        <p:sp>
          <p:nvSpPr>
            <p:cNvPr id="4699" name="Heatmap cell r10 c193"/>
            <p:cNvSpPr/>
            <p:nvPr/>
          </p:nvSpPr>
          <p:spPr>
            <a:xfrm>
              <a:off x="3503684" y="255674"/>
              <a:ext cx="17140" cy="28503"/>
            </a:xfrm>
            <a:prstGeom prst="rect">
              <a:avLst/>
            </a:prstGeom>
            <a:solidFill>
              <a:srgbClr val="F4CDD0"/>
            </a:solidFill>
            <a:ln>
              <a:noFill/>
            </a:ln>
          </p:spPr>
        </p:sp>
        <p:sp>
          <p:nvSpPr>
            <p:cNvPr id="4700" name="Heatmap cell r10 c194"/>
            <p:cNvSpPr/>
            <p:nvPr/>
          </p:nvSpPr>
          <p:spPr>
            <a:xfrm>
              <a:off x="3520729" y="255674"/>
              <a:ext cx="19034" cy="28503"/>
            </a:xfrm>
            <a:prstGeom prst="rect">
              <a:avLst/>
            </a:prstGeom>
            <a:solidFill>
              <a:srgbClr val="EDB0B6"/>
            </a:solidFill>
            <a:ln>
              <a:noFill/>
            </a:ln>
          </p:spPr>
        </p:sp>
        <p:sp>
          <p:nvSpPr>
            <p:cNvPr id="4701" name="Heatmap cell r10 c195"/>
            <p:cNvSpPr/>
            <p:nvPr/>
          </p:nvSpPr>
          <p:spPr>
            <a:xfrm>
              <a:off x="3539668" y="255674"/>
              <a:ext cx="19034" cy="28503"/>
            </a:xfrm>
            <a:prstGeom prst="rect">
              <a:avLst/>
            </a:prstGeom>
            <a:solidFill>
              <a:srgbClr val="EFB4B9"/>
            </a:solidFill>
            <a:ln>
              <a:noFill/>
            </a:ln>
          </p:spPr>
        </p:sp>
        <p:sp>
          <p:nvSpPr>
            <p:cNvPr id="4702" name="Heatmap cell r10 c196"/>
            <p:cNvSpPr/>
            <p:nvPr/>
          </p:nvSpPr>
          <p:spPr>
            <a:xfrm>
              <a:off x="3558607" y="255674"/>
              <a:ext cx="17140" cy="28503"/>
            </a:xfrm>
            <a:prstGeom prst="rect">
              <a:avLst/>
            </a:prstGeom>
            <a:solidFill>
              <a:srgbClr val="7D9DBA"/>
            </a:solidFill>
            <a:ln>
              <a:noFill/>
            </a:ln>
          </p:spPr>
        </p:sp>
        <p:sp>
          <p:nvSpPr>
            <p:cNvPr id="4703" name="Heatmap cell r10 c197"/>
            <p:cNvSpPr/>
            <p:nvPr/>
          </p:nvSpPr>
          <p:spPr>
            <a:xfrm>
              <a:off x="3575652" y="255674"/>
              <a:ext cx="19034" cy="28503"/>
            </a:xfrm>
            <a:prstGeom prst="rect">
              <a:avLst/>
            </a:prstGeom>
            <a:solidFill>
              <a:srgbClr val="F0F5F8"/>
            </a:solidFill>
            <a:ln>
              <a:noFill/>
            </a:ln>
          </p:spPr>
        </p:sp>
        <p:sp>
          <p:nvSpPr>
            <p:cNvPr id="4704" name="Heatmap cell r10 c198"/>
            <p:cNvSpPr/>
            <p:nvPr/>
          </p:nvSpPr>
          <p:spPr>
            <a:xfrm>
              <a:off x="3594591" y="255674"/>
              <a:ext cx="17140" cy="28503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4705" name="Heatmap cell r10 c199"/>
            <p:cNvSpPr/>
            <p:nvPr/>
          </p:nvSpPr>
          <p:spPr>
            <a:xfrm>
              <a:off x="3611636" y="255674"/>
              <a:ext cx="19034" cy="28503"/>
            </a:xfrm>
            <a:prstGeom prst="rect">
              <a:avLst/>
            </a:prstGeom>
            <a:solidFill>
              <a:srgbClr val="FAEBED"/>
            </a:solidFill>
            <a:ln>
              <a:noFill/>
            </a:ln>
          </p:spPr>
        </p:sp>
        <p:sp>
          <p:nvSpPr>
            <p:cNvPr id="4706" name="Heatmap cell r10 c200"/>
            <p:cNvSpPr/>
            <p:nvPr/>
          </p:nvSpPr>
          <p:spPr>
            <a:xfrm>
              <a:off x="3630575" y="255674"/>
              <a:ext cx="17140" cy="28503"/>
            </a:xfrm>
            <a:prstGeom prst="rect">
              <a:avLst/>
            </a:prstGeom>
            <a:solidFill>
              <a:srgbClr val="F7D7DB"/>
            </a:solidFill>
            <a:ln>
              <a:noFill/>
            </a:ln>
          </p:spPr>
        </p:sp>
        <p:sp>
          <p:nvSpPr>
            <p:cNvPr id="4707" name="Heatmap cell r10 c201"/>
            <p:cNvSpPr/>
            <p:nvPr/>
          </p:nvSpPr>
          <p:spPr>
            <a:xfrm>
              <a:off x="3647620" y="255674"/>
              <a:ext cx="19034" cy="28503"/>
            </a:xfrm>
            <a:prstGeom prst="rect">
              <a:avLst/>
            </a:prstGeom>
            <a:solidFill>
              <a:srgbClr val="F8E9EA"/>
            </a:solidFill>
            <a:ln>
              <a:noFill/>
            </a:ln>
          </p:spPr>
        </p:sp>
        <p:sp>
          <p:nvSpPr>
            <p:cNvPr id="4708" name="Heatmap cell r10 c202"/>
            <p:cNvSpPr/>
            <p:nvPr/>
          </p:nvSpPr>
          <p:spPr>
            <a:xfrm>
              <a:off x="3666558" y="255674"/>
              <a:ext cx="17140" cy="28503"/>
            </a:xfrm>
            <a:prstGeom prst="rect">
              <a:avLst/>
            </a:prstGeom>
            <a:solidFill>
              <a:srgbClr val="EEF3F6"/>
            </a:solidFill>
            <a:ln>
              <a:noFill/>
            </a:ln>
          </p:spPr>
        </p:sp>
        <p:sp>
          <p:nvSpPr>
            <p:cNvPr id="4709" name="Heatmap cell r10 c203"/>
            <p:cNvSpPr/>
            <p:nvPr/>
          </p:nvSpPr>
          <p:spPr>
            <a:xfrm>
              <a:off x="3683603" y="255674"/>
              <a:ext cx="19034" cy="28503"/>
            </a:xfrm>
            <a:prstGeom prst="rect">
              <a:avLst/>
            </a:prstGeom>
            <a:solidFill>
              <a:srgbClr val="F8DDDF"/>
            </a:solidFill>
            <a:ln>
              <a:noFill/>
            </a:ln>
          </p:spPr>
        </p:sp>
        <p:sp>
          <p:nvSpPr>
            <p:cNvPr id="4710" name="Heatmap cell r10 c204"/>
            <p:cNvSpPr/>
            <p:nvPr/>
          </p:nvSpPr>
          <p:spPr>
            <a:xfrm>
              <a:off x="3702542" y="255674"/>
              <a:ext cx="17140" cy="28503"/>
            </a:xfrm>
            <a:prstGeom prst="rect">
              <a:avLst/>
            </a:prstGeom>
            <a:solidFill>
              <a:srgbClr val="F4CCD1"/>
            </a:solidFill>
            <a:ln>
              <a:noFill/>
            </a:ln>
          </p:spPr>
        </p:sp>
        <p:sp>
          <p:nvSpPr>
            <p:cNvPr id="4711" name="Heatmap cell r10 c205"/>
            <p:cNvSpPr/>
            <p:nvPr/>
          </p:nvSpPr>
          <p:spPr>
            <a:xfrm>
              <a:off x="3719587" y="255674"/>
              <a:ext cx="19034" cy="28503"/>
            </a:xfrm>
            <a:prstGeom prst="rect">
              <a:avLst/>
            </a:prstGeom>
            <a:solidFill>
              <a:srgbClr val="D9E1EB"/>
            </a:solidFill>
            <a:ln>
              <a:noFill/>
            </a:ln>
          </p:spPr>
        </p:sp>
        <p:sp>
          <p:nvSpPr>
            <p:cNvPr id="4712" name="Heatmap cell r10 c206"/>
            <p:cNvSpPr/>
            <p:nvPr/>
          </p:nvSpPr>
          <p:spPr>
            <a:xfrm>
              <a:off x="3738526" y="255674"/>
              <a:ext cx="17140" cy="28503"/>
            </a:xfrm>
            <a:prstGeom prst="rect">
              <a:avLst/>
            </a:prstGeom>
            <a:solidFill>
              <a:srgbClr val="EDF1F7"/>
            </a:solidFill>
            <a:ln>
              <a:noFill/>
            </a:ln>
          </p:spPr>
        </p:sp>
        <p:sp>
          <p:nvSpPr>
            <p:cNvPr id="4713" name="Heatmap cell r10 c207"/>
            <p:cNvSpPr/>
            <p:nvPr/>
          </p:nvSpPr>
          <p:spPr>
            <a:xfrm>
              <a:off x="3755571" y="255674"/>
              <a:ext cx="19034" cy="28503"/>
            </a:xfrm>
            <a:prstGeom prst="rect">
              <a:avLst/>
            </a:prstGeom>
            <a:solidFill>
              <a:srgbClr val="C9D6E2"/>
            </a:solidFill>
            <a:ln>
              <a:noFill/>
            </a:ln>
          </p:spPr>
        </p:sp>
        <p:sp>
          <p:nvSpPr>
            <p:cNvPr id="4714" name="Heatmap cell r10 c208"/>
            <p:cNvSpPr/>
            <p:nvPr/>
          </p:nvSpPr>
          <p:spPr>
            <a:xfrm>
              <a:off x="3774510" y="255674"/>
              <a:ext cx="19034" cy="28503"/>
            </a:xfrm>
            <a:prstGeom prst="rect">
              <a:avLst/>
            </a:prstGeom>
            <a:solidFill>
              <a:srgbClr val="B9C9DB"/>
            </a:solidFill>
            <a:ln>
              <a:noFill/>
            </a:ln>
          </p:spPr>
        </p:sp>
        <p:sp>
          <p:nvSpPr>
            <p:cNvPr id="4715" name="Heatmap cell r10 c209"/>
            <p:cNvSpPr/>
            <p:nvPr/>
          </p:nvSpPr>
          <p:spPr>
            <a:xfrm>
              <a:off x="3793449" y="255674"/>
              <a:ext cx="17140" cy="28503"/>
            </a:xfrm>
            <a:prstGeom prst="rect">
              <a:avLst/>
            </a:prstGeom>
            <a:solidFill>
              <a:srgbClr val="F6D6DA"/>
            </a:solidFill>
            <a:ln>
              <a:noFill/>
            </a:ln>
          </p:spPr>
        </p:sp>
        <p:sp>
          <p:nvSpPr>
            <p:cNvPr id="4716" name="Heatmap cell r10 c210"/>
            <p:cNvSpPr/>
            <p:nvPr/>
          </p:nvSpPr>
          <p:spPr>
            <a:xfrm>
              <a:off x="3810494" y="255674"/>
              <a:ext cx="19034" cy="28503"/>
            </a:xfrm>
            <a:prstGeom prst="rect">
              <a:avLst/>
            </a:prstGeom>
            <a:solidFill>
              <a:srgbClr val="F8DDDF"/>
            </a:solidFill>
            <a:ln>
              <a:noFill/>
            </a:ln>
          </p:spPr>
        </p:sp>
        <p:sp>
          <p:nvSpPr>
            <p:cNvPr id="4717" name="Heatmap cell r10 c211"/>
            <p:cNvSpPr/>
            <p:nvPr/>
          </p:nvSpPr>
          <p:spPr>
            <a:xfrm>
              <a:off x="3829432" y="255674"/>
              <a:ext cx="17140" cy="28503"/>
            </a:xfrm>
            <a:prstGeom prst="rect">
              <a:avLst/>
            </a:prstGeom>
            <a:solidFill>
              <a:srgbClr val="F8F8FA"/>
            </a:solidFill>
            <a:ln>
              <a:noFill/>
            </a:ln>
          </p:spPr>
        </p:sp>
        <p:sp>
          <p:nvSpPr>
            <p:cNvPr id="4718" name="Heatmap cell r10 c212"/>
            <p:cNvSpPr/>
            <p:nvPr/>
          </p:nvSpPr>
          <p:spPr>
            <a:xfrm>
              <a:off x="3846477" y="255674"/>
              <a:ext cx="19034" cy="28503"/>
            </a:xfrm>
            <a:prstGeom prst="rect">
              <a:avLst/>
            </a:prstGeom>
            <a:solidFill>
              <a:srgbClr val="F5CFD2"/>
            </a:solidFill>
            <a:ln>
              <a:noFill/>
            </a:ln>
          </p:spPr>
        </p:sp>
        <p:sp>
          <p:nvSpPr>
            <p:cNvPr id="4719" name="Heatmap cell r10 c213"/>
            <p:cNvSpPr/>
            <p:nvPr/>
          </p:nvSpPr>
          <p:spPr>
            <a:xfrm>
              <a:off x="3865416" y="255674"/>
              <a:ext cx="17140" cy="28503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4720" name="Heatmap cell r10 c214"/>
            <p:cNvSpPr/>
            <p:nvPr/>
          </p:nvSpPr>
          <p:spPr>
            <a:xfrm>
              <a:off x="3882461" y="255674"/>
              <a:ext cx="19034" cy="28503"/>
            </a:xfrm>
            <a:prstGeom prst="rect">
              <a:avLst/>
            </a:prstGeom>
            <a:solidFill>
              <a:srgbClr val="C5D2DF"/>
            </a:solidFill>
            <a:ln>
              <a:noFill/>
            </a:ln>
          </p:spPr>
        </p:sp>
        <p:sp>
          <p:nvSpPr>
            <p:cNvPr id="4721" name="Heatmap cell r10 c215"/>
            <p:cNvSpPr/>
            <p:nvPr/>
          </p:nvSpPr>
          <p:spPr>
            <a:xfrm>
              <a:off x="3901400" y="255674"/>
              <a:ext cx="17140" cy="28503"/>
            </a:xfrm>
            <a:prstGeom prst="rect">
              <a:avLst/>
            </a:prstGeom>
            <a:solidFill>
              <a:srgbClr val="F8DDDF"/>
            </a:solidFill>
            <a:ln>
              <a:noFill/>
            </a:ln>
          </p:spPr>
        </p:sp>
        <p:sp>
          <p:nvSpPr>
            <p:cNvPr id="4722" name="Heatmap cell r10 c216"/>
            <p:cNvSpPr/>
            <p:nvPr/>
          </p:nvSpPr>
          <p:spPr>
            <a:xfrm>
              <a:off x="3918445" y="255674"/>
              <a:ext cx="19034" cy="28503"/>
            </a:xfrm>
            <a:prstGeom prst="rect">
              <a:avLst/>
            </a:prstGeom>
            <a:solidFill>
              <a:srgbClr val="F3C7CC"/>
            </a:solidFill>
            <a:ln>
              <a:noFill/>
            </a:ln>
          </p:spPr>
        </p:sp>
        <p:sp>
          <p:nvSpPr>
            <p:cNvPr id="4723" name="Heatmap cell r10 c217"/>
            <p:cNvSpPr/>
            <p:nvPr/>
          </p:nvSpPr>
          <p:spPr>
            <a:xfrm>
              <a:off x="3937384" y="255674"/>
              <a:ext cx="17140" cy="28503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4724" name="Heatmap cell r10 c219"/>
            <p:cNvSpPr/>
            <p:nvPr/>
          </p:nvSpPr>
          <p:spPr>
            <a:xfrm>
              <a:off x="3973368" y="255674"/>
              <a:ext cx="17140" cy="28503"/>
            </a:xfrm>
            <a:prstGeom prst="rect">
              <a:avLst/>
            </a:prstGeom>
            <a:solidFill>
              <a:srgbClr val="EFF3F7"/>
            </a:solidFill>
            <a:ln>
              <a:noFill/>
            </a:ln>
          </p:spPr>
        </p:sp>
        <p:sp>
          <p:nvSpPr>
            <p:cNvPr id="4725" name="Heatmap cell r10 c220"/>
            <p:cNvSpPr/>
            <p:nvPr/>
          </p:nvSpPr>
          <p:spPr>
            <a:xfrm>
              <a:off x="3990412" y="255674"/>
              <a:ext cx="19034" cy="28503"/>
            </a:xfrm>
            <a:prstGeom prst="rect">
              <a:avLst/>
            </a:prstGeom>
            <a:solidFill>
              <a:srgbClr val="E8ECF3"/>
            </a:solidFill>
            <a:ln>
              <a:noFill/>
            </a:ln>
          </p:spPr>
        </p:sp>
        <p:sp>
          <p:nvSpPr>
            <p:cNvPr id="4726" name="Heatmap cell r10 c222"/>
            <p:cNvSpPr/>
            <p:nvPr/>
          </p:nvSpPr>
          <p:spPr>
            <a:xfrm>
              <a:off x="4028290" y="255674"/>
              <a:ext cx="17140" cy="28503"/>
            </a:xfrm>
            <a:prstGeom prst="rect">
              <a:avLst/>
            </a:prstGeom>
            <a:solidFill>
              <a:srgbClr val="D1DCE7"/>
            </a:solidFill>
            <a:ln>
              <a:noFill/>
            </a:ln>
          </p:spPr>
        </p:sp>
        <p:sp>
          <p:nvSpPr>
            <p:cNvPr id="4727" name="Heatmap cell r10 c223"/>
            <p:cNvSpPr/>
            <p:nvPr/>
          </p:nvSpPr>
          <p:spPr>
            <a:xfrm>
              <a:off x="4045335" y="255674"/>
              <a:ext cx="19034" cy="28503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4728" name="Heatmap cell r11 c1"/>
            <p:cNvSpPr/>
            <p:nvPr/>
          </p:nvSpPr>
          <p:spPr>
            <a:xfrm>
              <a:off x="13257" y="284083"/>
              <a:ext cx="45548" cy="26609"/>
            </a:xfrm>
            <a:prstGeom prst="rect">
              <a:avLst/>
            </a:prstGeom>
            <a:solidFill>
              <a:srgbClr val="155B9C"/>
            </a:solidFill>
            <a:ln>
              <a:noFill/>
            </a:ln>
          </p:spPr>
        </p:sp>
        <p:sp>
          <p:nvSpPr>
            <p:cNvPr id="4729" name="Heatmap cell r11 c4"/>
            <p:cNvSpPr/>
            <p:nvPr/>
          </p:nvSpPr>
          <p:spPr>
            <a:xfrm>
              <a:off x="89013" y="284083"/>
              <a:ext cx="19034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4730" name="Heatmap cell r11 c5"/>
            <p:cNvSpPr/>
            <p:nvPr/>
          </p:nvSpPr>
          <p:spPr>
            <a:xfrm>
              <a:off x="107951" y="284083"/>
              <a:ext cx="17140" cy="26609"/>
            </a:xfrm>
            <a:prstGeom prst="rect">
              <a:avLst/>
            </a:prstGeom>
            <a:solidFill>
              <a:srgbClr val="E7929A"/>
            </a:solidFill>
            <a:ln>
              <a:noFill/>
            </a:ln>
          </p:spPr>
        </p:sp>
        <p:sp>
          <p:nvSpPr>
            <p:cNvPr id="4731" name="Heatmap cell r11 c6"/>
            <p:cNvSpPr/>
            <p:nvPr/>
          </p:nvSpPr>
          <p:spPr>
            <a:xfrm>
              <a:off x="124996" y="284083"/>
              <a:ext cx="19034" cy="26609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</p:sp>
        <p:sp>
          <p:nvSpPr>
            <p:cNvPr id="4732" name="Heatmap cell r11 c7"/>
            <p:cNvSpPr/>
            <p:nvPr/>
          </p:nvSpPr>
          <p:spPr>
            <a:xfrm>
              <a:off x="143935" y="284083"/>
              <a:ext cx="17140" cy="26609"/>
            </a:xfrm>
            <a:prstGeom prst="rect">
              <a:avLst/>
            </a:prstGeom>
            <a:solidFill>
              <a:srgbClr val="F9E7E8"/>
            </a:solidFill>
            <a:ln>
              <a:noFill/>
            </a:ln>
          </p:spPr>
        </p:sp>
        <p:sp>
          <p:nvSpPr>
            <p:cNvPr id="4733" name="Heatmap cell r11 c8"/>
            <p:cNvSpPr/>
            <p:nvPr/>
          </p:nvSpPr>
          <p:spPr>
            <a:xfrm>
              <a:off x="160980" y="284083"/>
              <a:ext cx="19034" cy="26609"/>
            </a:xfrm>
            <a:prstGeom prst="rect">
              <a:avLst/>
            </a:prstGeom>
            <a:solidFill>
              <a:srgbClr val="E7EBF1"/>
            </a:solidFill>
            <a:ln>
              <a:noFill/>
            </a:ln>
          </p:spPr>
        </p:sp>
        <p:sp>
          <p:nvSpPr>
            <p:cNvPr id="4734" name="Heatmap cell r11 c9"/>
            <p:cNvSpPr/>
            <p:nvPr/>
          </p:nvSpPr>
          <p:spPr>
            <a:xfrm>
              <a:off x="179919" y="284083"/>
              <a:ext cx="19034" cy="26609"/>
            </a:xfrm>
            <a:prstGeom prst="rect">
              <a:avLst/>
            </a:prstGeom>
            <a:solidFill>
              <a:srgbClr val="E1E9EF"/>
            </a:solidFill>
            <a:ln>
              <a:noFill/>
            </a:ln>
          </p:spPr>
        </p:sp>
        <p:sp>
          <p:nvSpPr>
            <p:cNvPr id="4735" name="Heatmap cell r11 c10"/>
            <p:cNvSpPr/>
            <p:nvPr/>
          </p:nvSpPr>
          <p:spPr>
            <a:xfrm>
              <a:off x="198858" y="284083"/>
              <a:ext cx="17140" cy="26609"/>
            </a:xfrm>
            <a:prstGeom prst="rect">
              <a:avLst/>
            </a:prstGeom>
            <a:solidFill>
              <a:srgbClr val="F5CED2"/>
            </a:solidFill>
            <a:ln>
              <a:noFill/>
            </a:ln>
          </p:spPr>
        </p:sp>
        <p:sp>
          <p:nvSpPr>
            <p:cNvPr id="4736" name="Heatmap cell r11 c11"/>
            <p:cNvSpPr/>
            <p:nvPr/>
          </p:nvSpPr>
          <p:spPr>
            <a:xfrm>
              <a:off x="215903" y="284083"/>
              <a:ext cx="19034" cy="26609"/>
            </a:xfrm>
            <a:prstGeom prst="rect">
              <a:avLst/>
            </a:prstGeom>
            <a:solidFill>
              <a:srgbClr val="95AEC6"/>
            </a:solidFill>
            <a:ln>
              <a:noFill/>
            </a:ln>
          </p:spPr>
        </p:sp>
        <p:sp>
          <p:nvSpPr>
            <p:cNvPr id="4737" name="Heatmap cell r11 c12"/>
            <p:cNvSpPr/>
            <p:nvPr/>
          </p:nvSpPr>
          <p:spPr>
            <a:xfrm>
              <a:off x="234842" y="284083"/>
              <a:ext cx="17140" cy="26609"/>
            </a:xfrm>
            <a:prstGeom prst="rect">
              <a:avLst/>
            </a:prstGeom>
            <a:solidFill>
              <a:srgbClr val="E7EBF1"/>
            </a:solidFill>
            <a:ln>
              <a:noFill/>
            </a:ln>
          </p:spPr>
        </p:sp>
        <p:sp>
          <p:nvSpPr>
            <p:cNvPr id="4738" name="Heatmap cell r11 c13"/>
            <p:cNvSpPr/>
            <p:nvPr/>
          </p:nvSpPr>
          <p:spPr>
            <a:xfrm>
              <a:off x="251887" y="284083"/>
              <a:ext cx="19034" cy="26609"/>
            </a:xfrm>
            <a:prstGeom prst="rect">
              <a:avLst/>
            </a:prstGeom>
            <a:solidFill>
              <a:srgbClr val="D4DFE9"/>
            </a:solidFill>
            <a:ln>
              <a:noFill/>
            </a:ln>
          </p:spPr>
        </p:sp>
        <p:sp>
          <p:nvSpPr>
            <p:cNvPr id="4739" name="Heatmap cell r11 c14"/>
            <p:cNvSpPr/>
            <p:nvPr/>
          </p:nvSpPr>
          <p:spPr>
            <a:xfrm>
              <a:off x="270825" y="284083"/>
              <a:ext cx="17140" cy="26609"/>
            </a:xfrm>
            <a:prstGeom prst="rect">
              <a:avLst/>
            </a:prstGeom>
            <a:solidFill>
              <a:srgbClr val="F0BBC2"/>
            </a:solidFill>
            <a:ln>
              <a:noFill/>
            </a:ln>
          </p:spPr>
        </p:sp>
        <p:sp>
          <p:nvSpPr>
            <p:cNvPr id="4740" name="Heatmap cell r11 c15"/>
            <p:cNvSpPr/>
            <p:nvPr/>
          </p:nvSpPr>
          <p:spPr>
            <a:xfrm>
              <a:off x="287870" y="284083"/>
              <a:ext cx="19034" cy="26609"/>
            </a:xfrm>
            <a:prstGeom prst="rect">
              <a:avLst/>
            </a:prstGeom>
            <a:solidFill>
              <a:srgbClr val="B8C8DA"/>
            </a:solidFill>
            <a:ln>
              <a:noFill/>
            </a:ln>
          </p:spPr>
        </p:sp>
        <p:sp>
          <p:nvSpPr>
            <p:cNvPr id="4741" name="Heatmap cell r11 c16"/>
            <p:cNvSpPr/>
            <p:nvPr/>
          </p:nvSpPr>
          <p:spPr>
            <a:xfrm>
              <a:off x="306809" y="284083"/>
              <a:ext cx="17140" cy="26609"/>
            </a:xfrm>
            <a:prstGeom prst="rect">
              <a:avLst/>
            </a:prstGeom>
            <a:solidFill>
              <a:srgbClr val="D7E1EB"/>
            </a:solidFill>
            <a:ln>
              <a:noFill/>
            </a:ln>
          </p:spPr>
        </p:sp>
        <p:sp>
          <p:nvSpPr>
            <p:cNvPr id="4742" name="Heatmap cell r11 c17"/>
            <p:cNvSpPr/>
            <p:nvPr/>
          </p:nvSpPr>
          <p:spPr>
            <a:xfrm>
              <a:off x="323854" y="284083"/>
              <a:ext cx="19034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4743" name="Heatmap cell r11 c18"/>
            <p:cNvSpPr/>
            <p:nvPr/>
          </p:nvSpPr>
          <p:spPr>
            <a:xfrm>
              <a:off x="342793" y="284083"/>
              <a:ext cx="17140" cy="26609"/>
            </a:xfrm>
            <a:prstGeom prst="rect">
              <a:avLst/>
            </a:prstGeom>
            <a:solidFill>
              <a:srgbClr val="E1E9EF"/>
            </a:solidFill>
            <a:ln>
              <a:noFill/>
            </a:ln>
          </p:spPr>
        </p:sp>
        <p:sp>
          <p:nvSpPr>
            <p:cNvPr id="4744" name="Heatmap cell r11 c19"/>
            <p:cNvSpPr/>
            <p:nvPr/>
          </p:nvSpPr>
          <p:spPr>
            <a:xfrm>
              <a:off x="359838" y="284083"/>
              <a:ext cx="19034" cy="26609"/>
            </a:xfrm>
            <a:prstGeom prst="rect">
              <a:avLst/>
            </a:prstGeom>
            <a:solidFill>
              <a:srgbClr val="F1C2C6"/>
            </a:solidFill>
            <a:ln>
              <a:noFill/>
            </a:ln>
          </p:spPr>
        </p:sp>
        <p:sp>
          <p:nvSpPr>
            <p:cNvPr id="4745" name="Heatmap cell r11 c20"/>
            <p:cNvSpPr/>
            <p:nvPr/>
          </p:nvSpPr>
          <p:spPr>
            <a:xfrm>
              <a:off x="378777" y="284083"/>
              <a:ext cx="17140" cy="26609"/>
            </a:xfrm>
            <a:prstGeom prst="rect">
              <a:avLst/>
            </a:prstGeom>
            <a:solidFill>
              <a:srgbClr val="F3C6CB"/>
            </a:solidFill>
            <a:ln>
              <a:noFill/>
            </a:ln>
          </p:spPr>
        </p:sp>
        <p:sp>
          <p:nvSpPr>
            <p:cNvPr id="4746" name="Heatmap cell r11 c21"/>
            <p:cNvSpPr/>
            <p:nvPr/>
          </p:nvSpPr>
          <p:spPr>
            <a:xfrm>
              <a:off x="395822" y="284083"/>
              <a:ext cx="19034" cy="26609"/>
            </a:xfrm>
            <a:prstGeom prst="rect">
              <a:avLst/>
            </a:prstGeom>
            <a:solidFill>
              <a:srgbClr val="CDD9E3"/>
            </a:solidFill>
            <a:ln>
              <a:noFill/>
            </a:ln>
          </p:spPr>
        </p:sp>
        <p:sp>
          <p:nvSpPr>
            <p:cNvPr id="4747" name="Heatmap cell r11 c22"/>
            <p:cNvSpPr/>
            <p:nvPr/>
          </p:nvSpPr>
          <p:spPr>
            <a:xfrm>
              <a:off x="414760" y="284083"/>
              <a:ext cx="19034" cy="26609"/>
            </a:xfrm>
            <a:prstGeom prst="rect">
              <a:avLst/>
            </a:prstGeom>
            <a:solidFill>
              <a:srgbClr val="E89097"/>
            </a:solidFill>
            <a:ln>
              <a:noFill/>
            </a:ln>
          </p:spPr>
        </p:sp>
        <p:sp>
          <p:nvSpPr>
            <p:cNvPr id="4748" name="Heatmap cell r11 c23"/>
            <p:cNvSpPr/>
            <p:nvPr/>
          </p:nvSpPr>
          <p:spPr>
            <a:xfrm>
              <a:off x="433699" y="284083"/>
              <a:ext cx="17140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4749" name="Heatmap cell r11 c24"/>
            <p:cNvSpPr/>
            <p:nvPr/>
          </p:nvSpPr>
          <p:spPr>
            <a:xfrm>
              <a:off x="450744" y="284083"/>
              <a:ext cx="19034" cy="26609"/>
            </a:xfrm>
            <a:prstGeom prst="rect">
              <a:avLst/>
            </a:prstGeom>
            <a:solidFill>
              <a:srgbClr val="F9E8E9"/>
            </a:solidFill>
            <a:ln>
              <a:noFill/>
            </a:ln>
          </p:spPr>
        </p:sp>
        <p:sp>
          <p:nvSpPr>
            <p:cNvPr id="4750" name="Heatmap cell r11 c25"/>
            <p:cNvSpPr/>
            <p:nvPr/>
          </p:nvSpPr>
          <p:spPr>
            <a:xfrm>
              <a:off x="469683" y="284083"/>
              <a:ext cx="17140" cy="26609"/>
            </a:xfrm>
            <a:prstGeom prst="rect">
              <a:avLst/>
            </a:prstGeom>
            <a:solidFill>
              <a:srgbClr val="EFB8BD"/>
            </a:solidFill>
            <a:ln>
              <a:noFill/>
            </a:ln>
          </p:spPr>
        </p:sp>
        <p:sp>
          <p:nvSpPr>
            <p:cNvPr id="4751" name="Heatmap cell r11 c26"/>
            <p:cNvSpPr/>
            <p:nvPr/>
          </p:nvSpPr>
          <p:spPr>
            <a:xfrm>
              <a:off x="486728" y="284083"/>
              <a:ext cx="19034" cy="26609"/>
            </a:xfrm>
            <a:prstGeom prst="rect">
              <a:avLst/>
            </a:prstGeom>
            <a:solidFill>
              <a:srgbClr val="E6868E"/>
            </a:solidFill>
            <a:ln>
              <a:noFill/>
            </a:ln>
          </p:spPr>
        </p:sp>
        <p:sp>
          <p:nvSpPr>
            <p:cNvPr id="4752" name="Heatmap cell r11 c27"/>
            <p:cNvSpPr/>
            <p:nvPr/>
          </p:nvSpPr>
          <p:spPr>
            <a:xfrm>
              <a:off x="505667" y="284083"/>
              <a:ext cx="17140" cy="26609"/>
            </a:xfrm>
            <a:prstGeom prst="rect">
              <a:avLst/>
            </a:prstGeom>
            <a:solidFill>
              <a:srgbClr val="FAEBED"/>
            </a:solidFill>
            <a:ln>
              <a:noFill/>
            </a:ln>
          </p:spPr>
        </p:sp>
        <p:sp>
          <p:nvSpPr>
            <p:cNvPr id="4753" name="Heatmap cell r11 c28"/>
            <p:cNvSpPr/>
            <p:nvPr/>
          </p:nvSpPr>
          <p:spPr>
            <a:xfrm>
              <a:off x="522712" y="284083"/>
              <a:ext cx="19034" cy="26609"/>
            </a:xfrm>
            <a:prstGeom prst="rect">
              <a:avLst/>
            </a:prstGeom>
            <a:solidFill>
              <a:srgbClr val="D0DBE6"/>
            </a:solidFill>
            <a:ln>
              <a:noFill/>
            </a:ln>
          </p:spPr>
        </p:sp>
        <p:sp>
          <p:nvSpPr>
            <p:cNvPr id="4754" name="Heatmap cell r11 c29"/>
            <p:cNvSpPr/>
            <p:nvPr/>
          </p:nvSpPr>
          <p:spPr>
            <a:xfrm>
              <a:off x="541651" y="284083"/>
              <a:ext cx="17140" cy="26609"/>
            </a:xfrm>
            <a:prstGeom prst="rect">
              <a:avLst/>
            </a:prstGeom>
            <a:solidFill>
              <a:srgbClr val="8BA8C3"/>
            </a:solidFill>
            <a:ln>
              <a:noFill/>
            </a:ln>
          </p:spPr>
        </p:sp>
        <p:sp>
          <p:nvSpPr>
            <p:cNvPr id="4755" name="Heatmap cell r11 c30"/>
            <p:cNvSpPr/>
            <p:nvPr/>
          </p:nvSpPr>
          <p:spPr>
            <a:xfrm>
              <a:off x="558696" y="284083"/>
              <a:ext cx="19034" cy="26609"/>
            </a:xfrm>
            <a:prstGeom prst="rect">
              <a:avLst/>
            </a:prstGeom>
            <a:solidFill>
              <a:srgbClr val="F1C0C4"/>
            </a:solidFill>
            <a:ln>
              <a:noFill/>
            </a:ln>
          </p:spPr>
        </p:sp>
        <p:sp>
          <p:nvSpPr>
            <p:cNvPr id="4756" name="Heatmap cell r11 c31"/>
            <p:cNvSpPr/>
            <p:nvPr/>
          </p:nvSpPr>
          <p:spPr>
            <a:xfrm>
              <a:off x="577634" y="284083"/>
              <a:ext cx="17140" cy="26609"/>
            </a:xfrm>
            <a:prstGeom prst="rect">
              <a:avLst/>
            </a:prstGeom>
            <a:solidFill>
              <a:srgbClr val="FCF6F6"/>
            </a:solidFill>
            <a:ln>
              <a:noFill/>
            </a:ln>
          </p:spPr>
        </p:sp>
        <p:sp>
          <p:nvSpPr>
            <p:cNvPr id="4757" name="Heatmap cell r11 c32"/>
            <p:cNvSpPr/>
            <p:nvPr/>
          </p:nvSpPr>
          <p:spPr>
            <a:xfrm>
              <a:off x="594679" y="284083"/>
              <a:ext cx="19034" cy="26609"/>
            </a:xfrm>
            <a:prstGeom prst="rect">
              <a:avLst/>
            </a:prstGeom>
            <a:solidFill>
              <a:srgbClr val="F4CDD0"/>
            </a:solidFill>
            <a:ln>
              <a:noFill/>
            </a:ln>
          </p:spPr>
        </p:sp>
        <p:sp>
          <p:nvSpPr>
            <p:cNvPr id="4758" name="Heatmap cell r11 c33"/>
            <p:cNvSpPr/>
            <p:nvPr/>
          </p:nvSpPr>
          <p:spPr>
            <a:xfrm>
              <a:off x="613618" y="284083"/>
              <a:ext cx="17140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4759" name="Heatmap cell r11 c34"/>
            <p:cNvSpPr/>
            <p:nvPr/>
          </p:nvSpPr>
          <p:spPr>
            <a:xfrm>
              <a:off x="630663" y="284083"/>
              <a:ext cx="19034" cy="26609"/>
            </a:xfrm>
            <a:prstGeom prst="rect">
              <a:avLst/>
            </a:prstGeom>
            <a:solidFill>
              <a:srgbClr val="F4CCD1"/>
            </a:solidFill>
            <a:ln>
              <a:noFill/>
            </a:ln>
          </p:spPr>
        </p:sp>
        <p:sp>
          <p:nvSpPr>
            <p:cNvPr id="4760" name="Heatmap cell r11 c36"/>
            <p:cNvSpPr/>
            <p:nvPr/>
          </p:nvSpPr>
          <p:spPr>
            <a:xfrm>
              <a:off x="668541" y="284083"/>
              <a:ext cx="17140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4761" name="Heatmap cell r11 c37"/>
            <p:cNvSpPr/>
            <p:nvPr/>
          </p:nvSpPr>
          <p:spPr>
            <a:xfrm>
              <a:off x="685586" y="284083"/>
              <a:ext cx="19034" cy="26609"/>
            </a:xfrm>
            <a:prstGeom prst="rect">
              <a:avLst/>
            </a:prstGeom>
            <a:solidFill>
              <a:srgbClr val="90ABC5"/>
            </a:solidFill>
            <a:ln>
              <a:noFill/>
            </a:ln>
          </p:spPr>
        </p:sp>
        <p:sp>
          <p:nvSpPr>
            <p:cNvPr id="4762" name="Heatmap cell r11 c38"/>
            <p:cNvSpPr/>
            <p:nvPr/>
          </p:nvSpPr>
          <p:spPr>
            <a:xfrm>
              <a:off x="704525" y="284083"/>
              <a:ext cx="17140" cy="26609"/>
            </a:xfrm>
            <a:prstGeom prst="rect">
              <a:avLst/>
            </a:prstGeom>
            <a:solidFill>
              <a:srgbClr val="F9E8E9"/>
            </a:solidFill>
            <a:ln>
              <a:noFill/>
            </a:ln>
          </p:spPr>
        </p:sp>
        <p:sp>
          <p:nvSpPr>
            <p:cNvPr id="4763" name="Heatmap cell r11 c39"/>
            <p:cNvSpPr/>
            <p:nvPr/>
          </p:nvSpPr>
          <p:spPr>
            <a:xfrm>
              <a:off x="721570" y="284083"/>
              <a:ext cx="19034" cy="26609"/>
            </a:xfrm>
            <a:prstGeom prst="rect">
              <a:avLst/>
            </a:prstGeom>
            <a:solidFill>
              <a:srgbClr val="688BAF"/>
            </a:solidFill>
            <a:ln>
              <a:noFill/>
            </a:ln>
          </p:spPr>
        </p:sp>
        <p:sp>
          <p:nvSpPr>
            <p:cNvPr id="4764" name="Heatmap cell r11 c40"/>
            <p:cNvSpPr/>
            <p:nvPr/>
          </p:nvSpPr>
          <p:spPr>
            <a:xfrm>
              <a:off x="740508" y="284083"/>
              <a:ext cx="17140" cy="26609"/>
            </a:xfrm>
            <a:prstGeom prst="rect">
              <a:avLst/>
            </a:prstGeom>
            <a:solidFill>
              <a:srgbClr val="E1E9EF"/>
            </a:solidFill>
            <a:ln>
              <a:noFill/>
            </a:ln>
          </p:spPr>
        </p:sp>
        <p:sp>
          <p:nvSpPr>
            <p:cNvPr id="4765" name="Heatmap cell r11 c41"/>
            <p:cNvSpPr/>
            <p:nvPr/>
          </p:nvSpPr>
          <p:spPr>
            <a:xfrm>
              <a:off x="757553" y="284083"/>
              <a:ext cx="19034" cy="26609"/>
            </a:xfrm>
            <a:prstGeom prst="rect">
              <a:avLst/>
            </a:prstGeom>
            <a:solidFill>
              <a:srgbClr val="F4CACD"/>
            </a:solidFill>
            <a:ln>
              <a:noFill/>
            </a:ln>
          </p:spPr>
        </p:sp>
        <p:sp>
          <p:nvSpPr>
            <p:cNvPr id="4766" name="Heatmap cell r11 c42"/>
            <p:cNvSpPr/>
            <p:nvPr/>
          </p:nvSpPr>
          <p:spPr>
            <a:xfrm>
              <a:off x="776492" y="284083"/>
              <a:ext cx="17140" cy="26609"/>
            </a:xfrm>
            <a:prstGeom prst="rect">
              <a:avLst/>
            </a:prstGeom>
            <a:solidFill>
              <a:srgbClr val="ABBED2"/>
            </a:solidFill>
            <a:ln>
              <a:noFill/>
            </a:ln>
          </p:spPr>
        </p:sp>
        <p:sp>
          <p:nvSpPr>
            <p:cNvPr id="4767" name="Heatmap cell r11 c43"/>
            <p:cNvSpPr/>
            <p:nvPr/>
          </p:nvSpPr>
          <p:spPr>
            <a:xfrm>
              <a:off x="793537" y="284083"/>
              <a:ext cx="19034" cy="26609"/>
            </a:xfrm>
            <a:prstGeom prst="rect">
              <a:avLst/>
            </a:prstGeom>
            <a:solidFill>
              <a:srgbClr val="F3C6CB"/>
            </a:solidFill>
            <a:ln>
              <a:noFill/>
            </a:ln>
          </p:spPr>
        </p:sp>
        <p:sp>
          <p:nvSpPr>
            <p:cNvPr id="4768" name="Heatmap cell r11 c45"/>
            <p:cNvSpPr/>
            <p:nvPr/>
          </p:nvSpPr>
          <p:spPr>
            <a:xfrm>
              <a:off x="829521" y="284083"/>
              <a:ext cx="19034" cy="26609"/>
            </a:xfrm>
            <a:prstGeom prst="rect">
              <a:avLst/>
            </a:prstGeom>
            <a:solidFill>
              <a:srgbClr val="F6D5D9"/>
            </a:solidFill>
            <a:ln>
              <a:noFill/>
            </a:ln>
          </p:spPr>
        </p:sp>
        <p:sp>
          <p:nvSpPr>
            <p:cNvPr id="4769" name="Heatmap cell r11 c46"/>
            <p:cNvSpPr/>
            <p:nvPr/>
          </p:nvSpPr>
          <p:spPr>
            <a:xfrm>
              <a:off x="848460" y="284083"/>
              <a:ext cx="17140" cy="26609"/>
            </a:xfrm>
            <a:prstGeom prst="rect">
              <a:avLst/>
            </a:prstGeom>
            <a:solidFill>
              <a:srgbClr val="C3D1DF"/>
            </a:solidFill>
            <a:ln>
              <a:noFill/>
            </a:ln>
          </p:spPr>
        </p:sp>
        <p:sp>
          <p:nvSpPr>
            <p:cNvPr id="4770" name="Heatmap cell r11 c47"/>
            <p:cNvSpPr/>
            <p:nvPr/>
          </p:nvSpPr>
          <p:spPr>
            <a:xfrm>
              <a:off x="865505" y="284083"/>
              <a:ext cx="19034" cy="26609"/>
            </a:xfrm>
            <a:prstGeom prst="rect">
              <a:avLst/>
            </a:prstGeom>
            <a:solidFill>
              <a:srgbClr val="AFC3D5"/>
            </a:solidFill>
            <a:ln>
              <a:noFill/>
            </a:ln>
          </p:spPr>
        </p:sp>
        <p:sp>
          <p:nvSpPr>
            <p:cNvPr id="4771" name="Heatmap cell r11 c48"/>
            <p:cNvSpPr/>
            <p:nvPr/>
          </p:nvSpPr>
          <p:spPr>
            <a:xfrm>
              <a:off x="884444" y="284083"/>
              <a:ext cx="19034" cy="26609"/>
            </a:xfrm>
            <a:prstGeom prst="rect">
              <a:avLst/>
            </a:prstGeom>
            <a:solidFill>
              <a:srgbClr val="1F558A"/>
            </a:solidFill>
            <a:ln>
              <a:noFill/>
            </a:ln>
          </p:spPr>
        </p:sp>
        <p:sp>
          <p:nvSpPr>
            <p:cNvPr id="4772" name="Heatmap cell r11 c49"/>
            <p:cNvSpPr/>
            <p:nvPr/>
          </p:nvSpPr>
          <p:spPr>
            <a:xfrm>
              <a:off x="903382" y="284083"/>
              <a:ext cx="17140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4773" name="Heatmap cell r11 c50"/>
            <p:cNvSpPr/>
            <p:nvPr/>
          </p:nvSpPr>
          <p:spPr>
            <a:xfrm>
              <a:off x="920427" y="284083"/>
              <a:ext cx="19034" cy="26609"/>
            </a:xfrm>
            <a:prstGeom prst="rect">
              <a:avLst/>
            </a:prstGeom>
            <a:solidFill>
              <a:srgbClr val="EDF1F7"/>
            </a:solidFill>
            <a:ln>
              <a:noFill/>
            </a:ln>
          </p:spPr>
        </p:sp>
        <p:sp>
          <p:nvSpPr>
            <p:cNvPr id="4774" name="Heatmap cell r11 c51"/>
            <p:cNvSpPr/>
            <p:nvPr/>
          </p:nvSpPr>
          <p:spPr>
            <a:xfrm>
              <a:off x="939366" y="284083"/>
              <a:ext cx="17140" cy="26609"/>
            </a:xfrm>
            <a:prstGeom prst="rect">
              <a:avLst/>
            </a:prstGeom>
            <a:solidFill>
              <a:srgbClr val="406D9B"/>
            </a:solidFill>
            <a:ln>
              <a:noFill/>
            </a:ln>
          </p:spPr>
        </p:sp>
        <p:sp>
          <p:nvSpPr>
            <p:cNvPr id="4775" name="Heatmap cell r11 c52"/>
            <p:cNvSpPr/>
            <p:nvPr/>
          </p:nvSpPr>
          <p:spPr>
            <a:xfrm>
              <a:off x="956411" y="284083"/>
              <a:ext cx="19034" cy="26609"/>
            </a:xfrm>
            <a:prstGeom prst="rect">
              <a:avLst/>
            </a:prstGeom>
            <a:solidFill>
              <a:srgbClr val="D1DCE7"/>
            </a:solidFill>
            <a:ln>
              <a:noFill/>
            </a:ln>
          </p:spPr>
        </p:sp>
        <p:sp>
          <p:nvSpPr>
            <p:cNvPr id="4776" name="Heatmap cell r11 c53"/>
            <p:cNvSpPr/>
            <p:nvPr/>
          </p:nvSpPr>
          <p:spPr>
            <a:xfrm>
              <a:off x="975350" y="284083"/>
              <a:ext cx="17140" cy="26609"/>
            </a:xfrm>
            <a:prstGeom prst="rect">
              <a:avLst/>
            </a:prstGeom>
            <a:solidFill>
              <a:srgbClr val="DEE6EC"/>
            </a:solidFill>
            <a:ln>
              <a:noFill/>
            </a:ln>
          </p:spPr>
        </p:sp>
        <p:sp>
          <p:nvSpPr>
            <p:cNvPr id="4777" name="Heatmap cell r11 c55"/>
            <p:cNvSpPr/>
            <p:nvPr/>
          </p:nvSpPr>
          <p:spPr>
            <a:xfrm>
              <a:off x="1011334" y="284083"/>
              <a:ext cx="17140" cy="26609"/>
            </a:xfrm>
            <a:prstGeom prst="rect">
              <a:avLst/>
            </a:prstGeom>
            <a:solidFill>
              <a:srgbClr val="FBF5F5"/>
            </a:solidFill>
            <a:ln>
              <a:noFill/>
            </a:ln>
          </p:spPr>
        </p:sp>
        <p:sp>
          <p:nvSpPr>
            <p:cNvPr id="4778" name="Heatmap cell r11 c56"/>
            <p:cNvSpPr/>
            <p:nvPr/>
          </p:nvSpPr>
          <p:spPr>
            <a:xfrm>
              <a:off x="1028379" y="284083"/>
              <a:ext cx="19034" cy="26609"/>
            </a:xfrm>
            <a:prstGeom prst="rect">
              <a:avLst/>
            </a:prstGeom>
            <a:solidFill>
              <a:srgbClr val="B1C4D5"/>
            </a:solidFill>
            <a:ln>
              <a:noFill/>
            </a:ln>
          </p:spPr>
        </p:sp>
        <p:sp>
          <p:nvSpPr>
            <p:cNvPr id="4779" name="Heatmap cell r11 c58"/>
            <p:cNvSpPr/>
            <p:nvPr/>
          </p:nvSpPr>
          <p:spPr>
            <a:xfrm>
              <a:off x="1064363" y="284083"/>
              <a:ext cx="19034" cy="26609"/>
            </a:xfrm>
            <a:prstGeom prst="rect">
              <a:avLst/>
            </a:prstGeom>
            <a:solidFill>
              <a:srgbClr val="F7D9DB"/>
            </a:solidFill>
            <a:ln>
              <a:noFill/>
            </a:ln>
          </p:spPr>
        </p:sp>
        <p:sp>
          <p:nvSpPr>
            <p:cNvPr id="4780" name="Heatmap cell r11 c59"/>
            <p:cNvSpPr/>
            <p:nvPr/>
          </p:nvSpPr>
          <p:spPr>
            <a:xfrm>
              <a:off x="1083301" y="284083"/>
              <a:ext cx="17140" cy="26609"/>
            </a:xfrm>
            <a:prstGeom prst="rect">
              <a:avLst/>
            </a:prstGeom>
            <a:solidFill>
              <a:srgbClr val="D0DBE6"/>
            </a:solidFill>
            <a:ln>
              <a:noFill/>
            </a:ln>
          </p:spPr>
        </p:sp>
        <p:sp>
          <p:nvSpPr>
            <p:cNvPr id="4781" name="Heatmap cell r11 c60"/>
            <p:cNvSpPr/>
            <p:nvPr/>
          </p:nvSpPr>
          <p:spPr>
            <a:xfrm>
              <a:off x="1100346" y="284083"/>
              <a:ext cx="19034" cy="26609"/>
            </a:xfrm>
            <a:prstGeom prst="rect">
              <a:avLst/>
            </a:prstGeom>
            <a:solidFill>
              <a:srgbClr val="F5F7F9"/>
            </a:solidFill>
            <a:ln>
              <a:noFill/>
            </a:ln>
          </p:spPr>
        </p:sp>
        <p:sp>
          <p:nvSpPr>
            <p:cNvPr id="4782" name="Heatmap cell r11 c61"/>
            <p:cNvSpPr/>
            <p:nvPr/>
          </p:nvSpPr>
          <p:spPr>
            <a:xfrm>
              <a:off x="1119285" y="284083"/>
              <a:ext cx="19034" cy="26609"/>
            </a:xfrm>
            <a:prstGeom prst="rect">
              <a:avLst/>
            </a:prstGeom>
            <a:solidFill>
              <a:srgbClr val="EBEFF5"/>
            </a:solidFill>
            <a:ln>
              <a:noFill/>
            </a:ln>
          </p:spPr>
        </p:sp>
        <p:sp>
          <p:nvSpPr>
            <p:cNvPr id="4783" name="Heatmap cell r11 c62"/>
            <p:cNvSpPr/>
            <p:nvPr/>
          </p:nvSpPr>
          <p:spPr>
            <a:xfrm>
              <a:off x="1138224" y="284083"/>
              <a:ext cx="17140" cy="26609"/>
            </a:xfrm>
            <a:prstGeom prst="rect">
              <a:avLst/>
            </a:prstGeom>
            <a:solidFill>
              <a:srgbClr val="FAECEC"/>
            </a:solidFill>
            <a:ln>
              <a:noFill/>
            </a:ln>
          </p:spPr>
        </p:sp>
        <p:sp>
          <p:nvSpPr>
            <p:cNvPr id="4784" name="Heatmap cell r11 c63"/>
            <p:cNvSpPr/>
            <p:nvPr/>
          </p:nvSpPr>
          <p:spPr>
            <a:xfrm>
              <a:off x="1155269" y="284083"/>
              <a:ext cx="19034" cy="26609"/>
            </a:xfrm>
            <a:prstGeom prst="rect">
              <a:avLst/>
            </a:prstGeom>
            <a:solidFill>
              <a:srgbClr val="EFB8BC"/>
            </a:solidFill>
            <a:ln>
              <a:noFill/>
            </a:ln>
          </p:spPr>
        </p:sp>
        <p:sp>
          <p:nvSpPr>
            <p:cNvPr id="4785" name="Heatmap cell r11 c64"/>
            <p:cNvSpPr/>
            <p:nvPr/>
          </p:nvSpPr>
          <p:spPr>
            <a:xfrm>
              <a:off x="1174208" y="284083"/>
              <a:ext cx="17140" cy="26609"/>
            </a:xfrm>
            <a:prstGeom prst="rect">
              <a:avLst/>
            </a:prstGeom>
            <a:solidFill>
              <a:srgbClr val="BECFDD"/>
            </a:solidFill>
            <a:ln>
              <a:noFill/>
            </a:ln>
          </p:spPr>
        </p:sp>
        <p:sp>
          <p:nvSpPr>
            <p:cNvPr id="4786" name="Heatmap cell r11 c65"/>
            <p:cNvSpPr/>
            <p:nvPr/>
          </p:nvSpPr>
          <p:spPr>
            <a:xfrm>
              <a:off x="1191253" y="284083"/>
              <a:ext cx="19034" cy="26609"/>
            </a:xfrm>
            <a:prstGeom prst="rect">
              <a:avLst/>
            </a:prstGeom>
            <a:solidFill>
              <a:srgbClr val="EDF1F7"/>
            </a:solidFill>
            <a:ln>
              <a:noFill/>
            </a:ln>
          </p:spPr>
        </p:sp>
        <p:sp>
          <p:nvSpPr>
            <p:cNvPr id="4787" name="Heatmap cell r11 c66"/>
            <p:cNvSpPr/>
            <p:nvPr/>
          </p:nvSpPr>
          <p:spPr>
            <a:xfrm>
              <a:off x="1210192" y="284083"/>
              <a:ext cx="17140" cy="26609"/>
            </a:xfrm>
            <a:prstGeom prst="rect">
              <a:avLst/>
            </a:prstGeom>
            <a:solidFill>
              <a:srgbClr val="87A3C0"/>
            </a:solidFill>
            <a:ln>
              <a:noFill/>
            </a:ln>
          </p:spPr>
        </p:sp>
        <p:sp>
          <p:nvSpPr>
            <p:cNvPr id="4788" name="Heatmap cell r11 c67"/>
            <p:cNvSpPr/>
            <p:nvPr/>
          </p:nvSpPr>
          <p:spPr>
            <a:xfrm>
              <a:off x="1227236" y="284083"/>
              <a:ext cx="19034" cy="26609"/>
            </a:xfrm>
            <a:prstGeom prst="rect">
              <a:avLst/>
            </a:prstGeom>
            <a:solidFill>
              <a:srgbClr val="CFDAE4"/>
            </a:solidFill>
            <a:ln>
              <a:noFill/>
            </a:ln>
          </p:spPr>
        </p:sp>
        <p:sp>
          <p:nvSpPr>
            <p:cNvPr id="4789" name="Heatmap cell r11 c68"/>
            <p:cNvSpPr/>
            <p:nvPr/>
          </p:nvSpPr>
          <p:spPr>
            <a:xfrm>
              <a:off x="1246175" y="284083"/>
              <a:ext cx="17140" cy="26609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4790" name="Heatmap cell r11 c69"/>
            <p:cNvSpPr/>
            <p:nvPr/>
          </p:nvSpPr>
          <p:spPr>
            <a:xfrm>
              <a:off x="1263220" y="284083"/>
              <a:ext cx="19034" cy="26609"/>
            </a:xfrm>
            <a:prstGeom prst="rect">
              <a:avLst/>
            </a:prstGeom>
            <a:solidFill>
              <a:srgbClr val="F3C6CB"/>
            </a:solidFill>
            <a:ln>
              <a:noFill/>
            </a:ln>
          </p:spPr>
        </p:sp>
        <p:sp>
          <p:nvSpPr>
            <p:cNvPr id="4791" name="Heatmap cell r11 c70"/>
            <p:cNvSpPr/>
            <p:nvPr/>
          </p:nvSpPr>
          <p:spPr>
            <a:xfrm>
              <a:off x="1282159" y="284083"/>
              <a:ext cx="17140" cy="26609"/>
            </a:xfrm>
            <a:prstGeom prst="rect">
              <a:avLst/>
            </a:prstGeom>
            <a:solidFill>
              <a:srgbClr val="7999B8"/>
            </a:solidFill>
            <a:ln>
              <a:noFill/>
            </a:ln>
          </p:spPr>
        </p:sp>
        <p:sp>
          <p:nvSpPr>
            <p:cNvPr id="4792" name="Heatmap cell r11 c71"/>
            <p:cNvSpPr/>
            <p:nvPr/>
          </p:nvSpPr>
          <p:spPr>
            <a:xfrm>
              <a:off x="1299204" y="284083"/>
              <a:ext cx="19034" cy="26609"/>
            </a:xfrm>
            <a:prstGeom prst="rect">
              <a:avLst/>
            </a:prstGeom>
            <a:solidFill>
              <a:srgbClr val="6D91B3"/>
            </a:solidFill>
            <a:ln>
              <a:noFill/>
            </a:ln>
          </p:spPr>
        </p:sp>
        <p:sp>
          <p:nvSpPr>
            <p:cNvPr id="4793" name="Heatmap cell r11 c72"/>
            <p:cNvSpPr/>
            <p:nvPr/>
          </p:nvSpPr>
          <p:spPr>
            <a:xfrm>
              <a:off x="1318143" y="284083"/>
              <a:ext cx="17140" cy="26609"/>
            </a:xfrm>
            <a:prstGeom prst="rect">
              <a:avLst/>
            </a:prstGeom>
            <a:solidFill>
              <a:srgbClr val="F7D3D6"/>
            </a:solidFill>
            <a:ln>
              <a:noFill/>
            </a:ln>
          </p:spPr>
        </p:sp>
        <p:sp>
          <p:nvSpPr>
            <p:cNvPr id="4794" name="Heatmap cell r11 c73"/>
            <p:cNvSpPr/>
            <p:nvPr/>
          </p:nvSpPr>
          <p:spPr>
            <a:xfrm>
              <a:off x="1335188" y="284083"/>
              <a:ext cx="19034" cy="26609"/>
            </a:xfrm>
            <a:prstGeom prst="rect">
              <a:avLst/>
            </a:prstGeom>
            <a:solidFill>
              <a:srgbClr val="88A6C1"/>
            </a:solidFill>
            <a:ln>
              <a:noFill/>
            </a:ln>
          </p:spPr>
        </p:sp>
        <p:sp>
          <p:nvSpPr>
            <p:cNvPr id="4795" name="Heatmap cell r11 c74"/>
            <p:cNvSpPr/>
            <p:nvPr/>
          </p:nvSpPr>
          <p:spPr>
            <a:xfrm>
              <a:off x="1354127" y="284083"/>
              <a:ext cx="17140" cy="26609"/>
            </a:xfrm>
            <a:prstGeom prst="rect">
              <a:avLst/>
            </a:prstGeom>
            <a:solidFill>
              <a:srgbClr val="F7DCDF"/>
            </a:solidFill>
            <a:ln>
              <a:noFill/>
            </a:ln>
          </p:spPr>
        </p:sp>
        <p:sp>
          <p:nvSpPr>
            <p:cNvPr id="4796" name="Heatmap cell r11 c75"/>
            <p:cNvSpPr/>
            <p:nvPr/>
          </p:nvSpPr>
          <p:spPr>
            <a:xfrm>
              <a:off x="1371172" y="284083"/>
              <a:ext cx="19034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4797" name="Heatmap cell r11 c76"/>
            <p:cNvSpPr/>
            <p:nvPr/>
          </p:nvSpPr>
          <p:spPr>
            <a:xfrm>
              <a:off x="1390110" y="284083"/>
              <a:ext cx="19034" cy="26609"/>
            </a:xfrm>
            <a:prstGeom prst="rect">
              <a:avLst/>
            </a:prstGeom>
            <a:solidFill>
              <a:srgbClr val="FBF5F5"/>
            </a:solidFill>
            <a:ln>
              <a:noFill/>
            </a:ln>
          </p:spPr>
        </p:sp>
        <p:sp>
          <p:nvSpPr>
            <p:cNvPr id="4798" name="Heatmap cell r11 c77"/>
            <p:cNvSpPr/>
            <p:nvPr/>
          </p:nvSpPr>
          <p:spPr>
            <a:xfrm>
              <a:off x="1409049" y="284083"/>
              <a:ext cx="17140" cy="26609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4799" name="Heatmap cell r11 c78"/>
            <p:cNvSpPr/>
            <p:nvPr/>
          </p:nvSpPr>
          <p:spPr>
            <a:xfrm>
              <a:off x="1426094" y="284083"/>
              <a:ext cx="19034" cy="26609"/>
            </a:xfrm>
            <a:prstGeom prst="rect">
              <a:avLst/>
            </a:prstGeom>
            <a:solidFill>
              <a:srgbClr val="EDF1F7"/>
            </a:solidFill>
            <a:ln>
              <a:noFill/>
            </a:ln>
          </p:spPr>
        </p:sp>
        <p:sp>
          <p:nvSpPr>
            <p:cNvPr id="4800" name="Heatmap cell r11 c80"/>
            <p:cNvSpPr/>
            <p:nvPr/>
          </p:nvSpPr>
          <p:spPr>
            <a:xfrm>
              <a:off x="1462078" y="284083"/>
              <a:ext cx="19034" cy="26609"/>
            </a:xfrm>
            <a:prstGeom prst="rect">
              <a:avLst/>
            </a:prstGeom>
            <a:solidFill>
              <a:srgbClr val="A8BCD1"/>
            </a:solidFill>
            <a:ln>
              <a:noFill/>
            </a:ln>
          </p:spPr>
        </p:sp>
        <p:sp>
          <p:nvSpPr>
            <p:cNvPr id="4801" name="Heatmap cell r11 c81"/>
            <p:cNvSpPr/>
            <p:nvPr/>
          </p:nvSpPr>
          <p:spPr>
            <a:xfrm>
              <a:off x="1481017" y="284083"/>
              <a:ext cx="17140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4802" name="Heatmap cell r11 c82"/>
            <p:cNvSpPr/>
            <p:nvPr/>
          </p:nvSpPr>
          <p:spPr>
            <a:xfrm>
              <a:off x="1498062" y="284083"/>
              <a:ext cx="19034" cy="26609"/>
            </a:xfrm>
            <a:prstGeom prst="rect">
              <a:avLst/>
            </a:prstGeom>
            <a:solidFill>
              <a:srgbClr val="F4CCD1"/>
            </a:solidFill>
            <a:ln>
              <a:noFill/>
            </a:ln>
          </p:spPr>
        </p:sp>
        <p:sp>
          <p:nvSpPr>
            <p:cNvPr id="4803" name="Heatmap cell r11 c83"/>
            <p:cNvSpPr/>
            <p:nvPr/>
          </p:nvSpPr>
          <p:spPr>
            <a:xfrm>
              <a:off x="1517001" y="284083"/>
              <a:ext cx="17140" cy="26609"/>
            </a:xfrm>
            <a:prstGeom prst="rect">
              <a:avLst/>
            </a:prstGeom>
            <a:solidFill>
              <a:srgbClr val="EAEEF4"/>
            </a:solidFill>
            <a:ln>
              <a:noFill/>
            </a:ln>
          </p:spPr>
        </p:sp>
        <p:sp>
          <p:nvSpPr>
            <p:cNvPr id="4804" name="Heatmap cell r11 c84"/>
            <p:cNvSpPr/>
            <p:nvPr/>
          </p:nvSpPr>
          <p:spPr>
            <a:xfrm>
              <a:off x="1534046" y="284083"/>
              <a:ext cx="19034" cy="26609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4805" name="Heatmap cell r11 c85"/>
            <p:cNvSpPr/>
            <p:nvPr/>
          </p:nvSpPr>
          <p:spPr>
            <a:xfrm>
              <a:off x="1552984" y="284083"/>
              <a:ext cx="17140" cy="26609"/>
            </a:xfrm>
            <a:prstGeom prst="rect">
              <a:avLst/>
            </a:prstGeom>
            <a:solidFill>
              <a:srgbClr val="CFDBE6"/>
            </a:solidFill>
            <a:ln>
              <a:noFill/>
            </a:ln>
          </p:spPr>
        </p:sp>
        <p:sp>
          <p:nvSpPr>
            <p:cNvPr id="4806" name="Heatmap cell r11 c86"/>
            <p:cNvSpPr/>
            <p:nvPr/>
          </p:nvSpPr>
          <p:spPr>
            <a:xfrm>
              <a:off x="1570029" y="284083"/>
              <a:ext cx="19034" cy="26609"/>
            </a:xfrm>
            <a:prstGeom prst="rect">
              <a:avLst/>
            </a:prstGeom>
            <a:solidFill>
              <a:srgbClr val="D6E0EA"/>
            </a:solidFill>
            <a:ln>
              <a:noFill/>
            </a:ln>
          </p:spPr>
        </p:sp>
        <p:sp>
          <p:nvSpPr>
            <p:cNvPr id="4807" name="Heatmap cell r11 c87"/>
            <p:cNvSpPr/>
            <p:nvPr/>
          </p:nvSpPr>
          <p:spPr>
            <a:xfrm>
              <a:off x="1588968" y="284083"/>
              <a:ext cx="17140" cy="26609"/>
            </a:xfrm>
            <a:prstGeom prst="rect">
              <a:avLst/>
            </a:prstGeom>
            <a:solidFill>
              <a:srgbClr val="F8E3E6"/>
            </a:solidFill>
            <a:ln>
              <a:noFill/>
            </a:ln>
          </p:spPr>
        </p:sp>
        <p:sp>
          <p:nvSpPr>
            <p:cNvPr id="4808" name="Heatmap cell r11 c88"/>
            <p:cNvSpPr/>
            <p:nvPr/>
          </p:nvSpPr>
          <p:spPr>
            <a:xfrm>
              <a:off x="1606013" y="284083"/>
              <a:ext cx="19034" cy="26609"/>
            </a:xfrm>
            <a:prstGeom prst="rect">
              <a:avLst/>
            </a:prstGeom>
            <a:solidFill>
              <a:srgbClr val="B9C9DB"/>
            </a:solidFill>
            <a:ln>
              <a:noFill/>
            </a:ln>
          </p:spPr>
        </p:sp>
        <p:sp>
          <p:nvSpPr>
            <p:cNvPr id="4809" name="Heatmap cell r11 c89"/>
            <p:cNvSpPr/>
            <p:nvPr/>
          </p:nvSpPr>
          <p:spPr>
            <a:xfrm>
              <a:off x="1624952" y="284083"/>
              <a:ext cx="19034" cy="26609"/>
            </a:xfrm>
            <a:prstGeom prst="rect">
              <a:avLst/>
            </a:prstGeom>
            <a:solidFill>
              <a:srgbClr val="AFC4D5"/>
            </a:solidFill>
            <a:ln>
              <a:noFill/>
            </a:ln>
          </p:spPr>
        </p:sp>
        <p:sp>
          <p:nvSpPr>
            <p:cNvPr id="4810" name="Heatmap cell r11 c90"/>
            <p:cNvSpPr/>
            <p:nvPr/>
          </p:nvSpPr>
          <p:spPr>
            <a:xfrm>
              <a:off x="1643891" y="284083"/>
              <a:ext cx="17140" cy="26609"/>
            </a:xfrm>
            <a:prstGeom prst="rect">
              <a:avLst/>
            </a:prstGeom>
            <a:solidFill>
              <a:srgbClr val="F3C9CE"/>
            </a:solidFill>
            <a:ln>
              <a:noFill/>
            </a:ln>
          </p:spPr>
        </p:sp>
        <p:sp>
          <p:nvSpPr>
            <p:cNvPr id="4811" name="Heatmap cell r11 c91"/>
            <p:cNvSpPr/>
            <p:nvPr/>
          </p:nvSpPr>
          <p:spPr>
            <a:xfrm>
              <a:off x="1660936" y="284083"/>
              <a:ext cx="19034" cy="26609"/>
            </a:xfrm>
            <a:prstGeom prst="rect">
              <a:avLst/>
            </a:prstGeom>
            <a:solidFill>
              <a:srgbClr val="B9C9DB"/>
            </a:solidFill>
            <a:ln>
              <a:noFill/>
            </a:ln>
          </p:spPr>
        </p:sp>
        <p:sp>
          <p:nvSpPr>
            <p:cNvPr id="4812" name="Heatmap cell r11 c92"/>
            <p:cNvSpPr/>
            <p:nvPr/>
          </p:nvSpPr>
          <p:spPr>
            <a:xfrm>
              <a:off x="1679875" y="284083"/>
              <a:ext cx="17140" cy="26609"/>
            </a:xfrm>
            <a:prstGeom prst="rect">
              <a:avLst/>
            </a:prstGeom>
            <a:solidFill>
              <a:srgbClr val="C7D4E1"/>
            </a:solidFill>
            <a:ln>
              <a:noFill/>
            </a:ln>
          </p:spPr>
        </p:sp>
        <p:sp>
          <p:nvSpPr>
            <p:cNvPr id="4813" name="Heatmap cell r11 c93"/>
            <p:cNvSpPr/>
            <p:nvPr/>
          </p:nvSpPr>
          <p:spPr>
            <a:xfrm>
              <a:off x="1696920" y="284083"/>
              <a:ext cx="19034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4814" name="Heatmap cell r11 c94"/>
            <p:cNvSpPr/>
            <p:nvPr/>
          </p:nvSpPr>
          <p:spPr>
            <a:xfrm>
              <a:off x="1715858" y="284083"/>
              <a:ext cx="17140" cy="26609"/>
            </a:xfrm>
            <a:prstGeom prst="rect">
              <a:avLst/>
            </a:prstGeom>
            <a:solidFill>
              <a:srgbClr val="FCF7F7"/>
            </a:solidFill>
            <a:ln>
              <a:noFill/>
            </a:ln>
          </p:spPr>
        </p:sp>
        <p:sp>
          <p:nvSpPr>
            <p:cNvPr id="4815" name="Heatmap cell r11 c95"/>
            <p:cNvSpPr/>
            <p:nvPr/>
          </p:nvSpPr>
          <p:spPr>
            <a:xfrm>
              <a:off x="1732903" y="284083"/>
              <a:ext cx="19034" cy="26609"/>
            </a:xfrm>
            <a:prstGeom prst="rect">
              <a:avLst/>
            </a:prstGeom>
            <a:solidFill>
              <a:srgbClr val="CDD9E3"/>
            </a:solidFill>
            <a:ln>
              <a:noFill/>
            </a:ln>
          </p:spPr>
        </p:sp>
        <p:sp>
          <p:nvSpPr>
            <p:cNvPr id="4816" name="Heatmap cell r11 c96"/>
            <p:cNvSpPr/>
            <p:nvPr/>
          </p:nvSpPr>
          <p:spPr>
            <a:xfrm>
              <a:off x="1751842" y="284083"/>
              <a:ext cx="17140" cy="26609"/>
            </a:xfrm>
            <a:prstGeom prst="rect">
              <a:avLst/>
            </a:prstGeom>
            <a:solidFill>
              <a:srgbClr val="F6D6DA"/>
            </a:solidFill>
            <a:ln>
              <a:noFill/>
            </a:ln>
          </p:spPr>
        </p:sp>
        <p:sp>
          <p:nvSpPr>
            <p:cNvPr id="4817" name="Heatmap cell r11 c97"/>
            <p:cNvSpPr/>
            <p:nvPr/>
          </p:nvSpPr>
          <p:spPr>
            <a:xfrm>
              <a:off x="1768887" y="284083"/>
              <a:ext cx="19034" cy="26609"/>
            </a:xfrm>
            <a:prstGeom prst="rect">
              <a:avLst/>
            </a:prstGeom>
            <a:solidFill>
              <a:srgbClr val="F7D7DB"/>
            </a:solidFill>
            <a:ln>
              <a:noFill/>
            </a:ln>
          </p:spPr>
        </p:sp>
        <p:sp>
          <p:nvSpPr>
            <p:cNvPr id="4818" name="Heatmap cell r11 c98"/>
            <p:cNvSpPr/>
            <p:nvPr/>
          </p:nvSpPr>
          <p:spPr>
            <a:xfrm>
              <a:off x="1787826" y="284083"/>
              <a:ext cx="17140" cy="26609"/>
            </a:xfrm>
            <a:prstGeom prst="rect">
              <a:avLst/>
            </a:prstGeom>
            <a:solidFill>
              <a:srgbClr val="FBF5F5"/>
            </a:solidFill>
            <a:ln>
              <a:noFill/>
            </a:ln>
          </p:spPr>
        </p:sp>
        <p:sp>
          <p:nvSpPr>
            <p:cNvPr id="4819" name="Heatmap cell r11 c99"/>
            <p:cNvSpPr/>
            <p:nvPr/>
          </p:nvSpPr>
          <p:spPr>
            <a:xfrm>
              <a:off x="1804871" y="284083"/>
              <a:ext cx="19034" cy="26609"/>
            </a:xfrm>
            <a:prstGeom prst="rect">
              <a:avLst/>
            </a:prstGeom>
            <a:solidFill>
              <a:srgbClr val="B5C6D7"/>
            </a:solidFill>
            <a:ln>
              <a:noFill/>
            </a:ln>
          </p:spPr>
        </p:sp>
        <p:sp>
          <p:nvSpPr>
            <p:cNvPr id="4820" name="Heatmap cell r11 c100"/>
            <p:cNvSpPr/>
            <p:nvPr/>
          </p:nvSpPr>
          <p:spPr>
            <a:xfrm>
              <a:off x="1823810" y="284083"/>
              <a:ext cx="17140" cy="26609"/>
            </a:xfrm>
            <a:prstGeom prst="rect">
              <a:avLst/>
            </a:prstGeom>
            <a:solidFill>
              <a:srgbClr val="EAEEF4"/>
            </a:solidFill>
            <a:ln>
              <a:noFill/>
            </a:ln>
          </p:spPr>
        </p:sp>
        <p:sp>
          <p:nvSpPr>
            <p:cNvPr id="4821" name="Heatmap cell r11 c101"/>
            <p:cNvSpPr/>
            <p:nvPr/>
          </p:nvSpPr>
          <p:spPr>
            <a:xfrm>
              <a:off x="1840855" y="284083"/>
              <a:ext cx="19034" cy="26609"/>
            </a:xfrm>
            <a:prstGeom prst="rect">
              <a:avLst/>
            </a:prstGeom>
            <a:solidFill>
              <a:srgbClr val="F4CCD1"/>
            </a:solidFill>
            <a:ln>
              <a:noFill/>
            </a:ln>
          </p:spPr>
        </p:sp>
        <p:sp>
          <p:nvSpPr>
            <p:cNvPr id="4822" name="Heatmap cell r11 c102"/>
            <p:cNvSpPr/>
            <p:nvPr/>
          </p:nvSpPr>
          <p:spPr>
            <a:xfrm>
              <a:off x="1859794" y="284083"/>
              <a:ext cx="19034" cy="26609"/>
            </a:xfrm>
            <a:prstGeom prst="rect">
              <a:avLst/>
            </a:prstGeom>
            <a:solidFill>
              <a:srgbClr val="EDF1F7"/>
            </a:solidFill>
            <a:ln>
              <a:noFill/>
            </a:ln>
          </p:spPr>
        </p:sp>
        <p:sp>
          <p:nvSpPr>
            <p:cNvPr id="4823" name="Heatmap cell r11 c103"/>
            <p:cNvSpPr/>
            <p:nvPr/>
          </p:nvSpPr>
          <p:spPr>
            <a:xfrm>
              <a:off x="1878732" y="284083"/>
              <a:ext cx="17140" cy="26609"/>
            </a:xfrm>
            <a:prstGeom prst="rect">
              <a:avLst/>
            </a:prstGeom>
            <a:solidFill>
              <a:srgbClr val="DEE6EC"/>
            </a:solidFill>
            <a:ln>
              <a:noFill/>
            </a:ln>
          </p:spPr>
        </p:sp>
        <p:sp>
          <p:nvSpPr>
            <p:cNvPr id="4824" name="Heatmap cell r11 c104"/>
            <p:cNvSpPr/>
            <p:nvPr/>
          </p:nvSpPr>
          <p:spPr>
            <a:xfrm>
              <a:off x="1895777" y="284083"/>
              <a:ext cx="19034" cy="26609"/>
            </a:xfrm>
            <a:prstGeom prst="rect">
              <a:avLst/>
            </a:prstGeom>
            <a:solidFill>
              <a:srgbClr val="F7D3D6"/>
            </a:solidFill>
            <a:ln>
              <a:noFill/>
            </a:ln>
          </p:spPr>
        </p:sp>
        <p:sp>
          <p:nvSpPr>
            <p:cNvPr id="4825" name="Heatmap cell r11 c105"/>
            <p:cNvSpPr/>
            <p:nvPr/>
          </p:nvSpPr>
          <p:spPr>
            <a:xfrm>
              <a:off x="1914716" y="284083"/>
              <a:ext cx="17140" cy="26609"/>
            </a:xfrm>
            <a:prstGeom prst="rect">
              <a:avLst/>
            </a:prstGeom>
            <a:solidFill>
              <a:srgbClr val="F3C9CE"/>
            </a:solidFill>
            <a:ln>
              <a:noFill/>
            </a:ln>
          </p:spPr>
        </p:sp>
        <p:sp>
          <p:nvSpPr>
            <p:cNvPr id="4826" name="Heatmap cell r11 c106"/>
            <p:cNvSpPr/>
            <p:nvPr/>
          </p:nvSpPr>
          <p:spPr>
            <a:xfrm>
              <a:off x="1931761" y="284083"/>
              <a:ext cx="19034" cy="26609"/>
            </a:xfrm>
            <a:prstGeom prst="rect">
              <a:avLst/>
            </a:prstGeom>
            <a:solidFill>
              <a:srgbClr val="EBEFF5"/>
            </a:solidFill>
            <a:ln>
              <a:noFill/>
            </a:ln>
          </p:spPr>
        </p:sp>
        <p:sp>
          <p:nvSpPr>
            <p:cNvPr id="4827" name="Heatmap cell r11 c107"/>
            <p:cNvSpPr/>
            <p:nvPr/>
          </p:nvSpPr>
          <p:spPr>
            <a:xfrm>
              <a:off x="1950700" y="284083"/>
              <a:ext cx="17140" cy="26609"/>
            </a:xfrm>
            <a:prstGeom prst="rect">
              <a:avLst/>
            </a:prstGeom>
            <a:solidFill>
              <a:srgbClr val="BECFDD"/>
            </a:solidFill>
            <a:ln>
              <a:noFill/>
            </a:ln>
          </p:spPr>
        </p:sp>
        <p:sp>
          <p:nvSpPr>
            <p:cNvPr id="4828" name="Heatmap cell r11 c108"/>
            <p:cNvSpPr/>
            <p:nvPr/>
          </p:nvSpPr>
          <p:spPr>
            <a:xfrm>
              <a:off x="1967745" y="284083"/>
              <a:ext cx="19034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4829" name="Heatmap cell r11 c109"/>
            <p:cNvSpPr/>
            <p:nvPr/>
          </p:nvSpPr>
          <p:spPr>
            <a:xfrm>
              <a:off x="1986684" y="284083"/>
              <a:ext cx="17140" cy="26609"/>
            </a:xfrm>
            <a:prstGeom prst="rect">
              <a:avLst/>
            </a:prstGeom>
            <a:solidFill>
              <a:srgbClr val="EFB8BD"/>
            </a:solidFill>
            <a:ln>
              <a:noFill/>
            </a:ln>
          </p:spPr>
        </p:sp>
        <p:sp>
          <p:nvSpPr>
            <p:cNvPr id="4830" name="Heatmap cell r11 c110"/>
            <p:cNvSpPr/>
            <p:nvPr/>
          </p:nvSpPr>
          <p:spPr>
            <a:xfrm>
              <a:off x="2003729" y="284083"/>
              <a:ext cx="19034" cy="26609"/>
            </a:xfrm>
            <a:prstGeom prst="rect">
              <a:avLst/>
            </a:prstGeom>
            <a:solidFill>
              <a:srgbClr val="EFB6BA"/>
            </a:solidFill>
            <a:ln>
              <a:noFill/>
            </a:ln>
          </p:spPr>
        </p:sp>
        <p:sp>
          <p:nvSpPr>
            <p:cNvPr id="4831" name="Heatmap cell r11 c111"/>
            <p:cNvSpPr/>
            <p:nvPr/>
          </p:nvSpPr>
          <p:spPr>
            <a:xfrm>
              <a:off x="2022668" y="284083"/>
              <a:ext cx="17140" cy="26609"/>
            </a:xfrm>
            <a:prstGeom prst="rect">
              <a:avLst/>
            </a:prstGeom>
            <a:solidFill>
              <a:srgbClr val="F4CDD0"/>
            </a:solidFill>
            <a:ln>
              <a:noFill/>
            </a:ln>
          </p:spPr>
        </p:sp>
        <p:sp>
          <p:nvSpPr>
            <p:cNvPr id="4832" name="Heatmap cell r11 c112"/>
            <p:cNvSpPr/>
            <p:nvPr/>
          </p:nvSpPr>
          <p:spPr>
            <a:xfrm>
              <a:off x="2039712" y="284083"/>
              <a:ext cx="19034" cy="26609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4833" name="Heatmap cell r11 c113"/>
            <p:cNvSpPr/>
            <p:nvPr/>
          </p:nvSpPr>
          <p:spPr>
            <a:xfrm>
              <a:off x="2058651" y="284083"/>
              <a:ext cx="17140" cy="26609"/>
            </a:xfrm>
            <a:prstGeom prst="rect">
              <a:avLst/>
            </a:prstGeom>
            <a:solidFill>
              <a:srgbClr val="F5F7F9"/>
            </a:solidFill>
            <a:ln>
              <a:noFill/>
            </a:ln>
          </p:spPr>
        </p:sp>
        <p:sp>
          <p:nvSpPr>
            <p:cNvPr id="4834" name="Heatmap cell r11 c114"/>
            <p:cNvSpPr/>
            <p:nvPr/>
          </p:nvSpPr>
          <p:spPr>
            <a:xfrm>
              <a:off x="2075696" y="284083"/>
              <a:ext cx="19034" cy="26609"/>
            </a:xfrm>
            <a:prstGeom prst="rect">
              <a:avLst/>
            </a:prstGeom>
            <a:solidFill>
              <a:srgbClr val="D6E0EA"/>
            </a:solidFill>
            <a:ln>
              <a:noFill/>
            </a:ln>
          </p:spPr>
        </p:sp>
        <p:sp>
          <p:nvSpPr>
            <p:cNvPr id="4835" name="Heatmap cell r11 c115"/>
            <p:cNvSpPr/>
            <p:nvPr/>
          </p:nvSpPr>
          <p:spPr>
            <a:xfrm>
              <a:off x="2094635" y="284083"/>
              <a:ext cx="19034" cy="26609"/>
            </a:xfrm>
            <a:prstGeom prst="rect">
              <a:avLst/>
            </a:prstGeom>
            <a:solidFill>
              <a:srgbClr val="F3C5CA"/>
            </a:solidFill>
            <a:ln>
              <a:noFill/>
            </a:ln>
          </p:spPr>
        </p:sp>
        <p:sp>
          <p:nvSpPr>
            <p:cNvPr id="4836" name="Heatmap cell r11 c116"/>
            <p:cNvSpPr/>
            <p:nvPr/>
          </p:nvSpPr>
          <p:spPr>
            <a:xfrm>
              <a:off x="2113574" y="284083"/>
              <a:ext cx="17140" cy="26609"/>
            </a:xfrm>
            <a:prstGeom prst="rect">
              <a:avLst/>
            </a:prstGeom>
            <a:solidFill>
              <a:srgbClr val="FCF7F7"/>
            </a:solidFill>
            <a:ln>
              <a:noFill/>
            </a:ln>
          </p:spPr>
        </p:sp>
        <p:sp>
          <p:nvSpPr>
            <p:cNvPr id="4837" name="Heatmap cell r11 c117"/>
            <p:cNvSpPr/>
            <p:nvPr/>
          </p:nvSpPr>
          <p:spPr>
            <a:xfrm>
              <a:off x="2130619" y="284083"/>
              <a:ext cx="19034" cy="26609"/>
            </a:xfrm>
            <a:prstGeom prst="rect">
              <a:avLst/>
            </a:prstGeom>
            <a:solidFill>
              <a:srgbClr val="EDACB3"/>
            </a:solidFill>
            <a:ln>
              <a:noFill/>
            </a:ln>
          </p:spPr>
        </p:sp>
        <p:sp>
          <p:nvSpPr>
            <p:cNvPr id="4838" name="Heatmap cell r11 c118"/>
            <p:cNvSpPr/>
            <p:nvPr/>
          </p:nvSpPr>
          <p:spPr>
            <a:xfrm>
              <a:off x="2149558" y="284083"/>
              <a:ext cx="17140" cy="26609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4839" name="Heatmap cell r11 c119"/>
            <p:cNvSpPr/>
            <p:nvPr/>
          </p:nvSpPr>
          <p:spPr>
            <a:xfrm>
              <a:off x="2166603" y="284083"/>
              <a:ext cx="19034" cy="26609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4840" name="Heatmap cell r11 c120"/>
            <p:cNvSpPr/>
            <p:nvPr/>
          </p:nvSpPr>
          <p:spPr>
            <a:xfrm>
              <a:off x="2185542" y="284083"/>
              <a:ext cx="17140" cy="26609"/>
            </a:xfrm>
            <a:prstGeom prst="rect">
              <a:avLst/>
            </a:prstGeom>
            <a:solidFill>
              <a:srgbClr val="C3D1DF"/>
            </a:solidFill>
            <a:ln>
              <a:noFill/>
            </a:ln>
          </p:spPr>
        </p:sp>
        <p:sp>
          <p:nvSpPr>
            <p:cNvPr id="4841" name="Heatmap cell r11 c121"/>
            <p:cNvSpPr/>
            <p:nvPr/>
          </p:nvSpPr>
          <p:spPr>
            <a:xfrm>
              <a:off x="2202586" y="284083"/>
              <a:ext cx="19034" cy="26609"/>
            </a:xfrm>
            <a:prstGeom prst="rect">
              <a:avLst/>
            </a:prstGeom>
            <a:solidFill>
              <a:srgbClr val="EFB7BB"/>
            </a:solidFill>
            <a:ln>
              <a:noFill/>
            </a:ln>
          </p:spPr>
        </p:sp>
        <p:sp>
          <p:nvSpPr>
            <p:cNvPr id="4842" name="Heatmap cell r11 c122"/>
            <p:cNvSpPr/>
            <p:nvPr/>
          </p:nvSpPr>
          <p:spPr>
            <a:xfrm>
              <a:off x="2221525" y="284083"/>
              <a:ext cx="17140" cy="26609"/>
            </a:xfrm>
            <a:prstGeom prst="rect">
              <a:avLst/>
            </a:prstGeom>
            <a:solidFill>
              <a:srgbClr val="F5F7F9"/>
            </a:solidFill>
            <a:ln>
              <a:noFill/>
            </a:ln>
          </p:spPr>
        </p:sp>
        <p:sp>
          <p:nvSpPr>
            <p:cNvPr id="4843" name="Heatmap cell r11 c123"/>
            <p:cNvSpPr/>
            <p:nvPr/>
          </p:nvSpPr>
          <p:spPr>
            <a:xfrm>
              <a:off x="2238570" y="284083"/>
              <a:ext cx="19034" cy="26609"/>
            </a:xfrm>
            <a:prstGeom prst="rect">
              <a:avLst/>
            </a:prstGeom>
            <a:solidFill>
              <a:srgbClr val="FCF8F9"/>
            </a:solidFill>
            <a:ln>
              <a:noFill/>
            </a:ln>
          </p:spPr>
        </p:sp>
        <p:sp>
          <p:nvSpPr>
            <p:cNvPr id="4844" name="Heatmap cell r11 c124"/>
            <p:cNvSpPr/>
            <p:nvPr/>
          </p:nvSpPr>
          <p:spPr>
            <a:xfrm>
              <a:off x="2257509" y="284083"/>
              <a:ext cx="17140" cy="26609"/>
            </a:xfrm>
            <a:prstGeom prst="rect">
              <a:avLst/>
            </a:prstGeom>
            <a:solidFill>
              <a:srgbClr val="F6D6DA"/>
            </a:solidFill>
            <a:ln>
              <a:noFill/>
            </a:ln>
          </p:spPr>
        </p:sp>
        <p:sp>
          <p:nvSpPr>
            <p:cNvPr id="4845" name="Heatmap cell r11 c125"/>
            <p:cNvSpPr/>
            <p:nvPr/>
          </p:nvSpPr>
          <p:spPr>
            <a:xfrm>
              <a:off x="2274554" y="284083"/>
              <a:ext cx="19034" cy="26609"/>
            </a:xfrm>
            <a:prstGeom prst="rect">
              <a:avLst/>
            </a:prstGeom>
            <a:solidFill>
              <a:srgbClr val="F5CED2"/>
            </a:solidFill>
            <a:ln>
              <a:noFill/>
            </a:ln>
          </p:spPr>
        </p:sp>
        <p:sp>
          <p:nvSpPr>
            <p:cNvPr id="4846" name="Heatmap cell r11 c126"/>
            <p:cNvSpPr/>
            <p:nvPr/>
          </p:nvSpPr>
          <p:spPr>
            <a:xfrm>
              <a:off x="2293493" y="284083"/>
              <a:ext cx="17140" cy="26609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</p:sp>
        <p:sp>
          <p:nvSpPr>
            <p:cNvPr id="4847" name="Heatmap cell r11 c127"/>
            <p:cNvSpPr/>
            <p:nvPr/>
          </p:nvSpPr>
          <p:spPr>
            <a:xfrm>
              <a:off x="2310538" y="284083"/>
              <a:ext cx="19034" cy="26609"/>
            </a:xfrm>
            <a:prstGeom prst="rect">
              <a:avLst/>
            </a:prstGeom>
            <a:solidFill>
              <a:srgbClr val="ADC2D4"/>
            </a:solidFill>
            <a:ln>
              <a:noFill/>
            </a:ln>
          </p:spPr>
        </p:sp>
        <p:sp>
          <p:nvSpPr>
            <p:cNvPr id="4848" name="Heatmap cell r11 c128"/>
            <p:cNvSpPr/>
            <p:nvPr/>
          </p:nvSpPr>
          <p:spPr>
            <a:xfrm>
              <a:off x="2329477" y="284083"/>
              <a:ext cx="19034" cy="26609"/>
            </a:xfrm>
            <a:prstGeom prst="rect">
              <a:avLst/>
            </a:prstGeom>
            <a:solidFill>
              <a:srgbClr val="6489AD"/>
            </a:solidFill>
            <a:ln>
              <a:noFill/>
            </a:ln>
          </p:spPr>
        </p:sp>
        <p:sp>
          <p:nvSpPr>
            <p:cNvPr id="4849" name="Heatmap cell r11 c130"/>
            <p:cNvSpPr/>
            <p:nvPr/>
          </p:nvSpPr>
          <p:spPr>
            <a:xfrm>
              <a:off x="2365460" y="284083"/>
              <a:ext cx="19034" cy="26609"/>
            </a:xfrm>
            <a:prstGeom prst="rect">
              <a:avLst/>
            </a:prstGeom>
            <a:solidFill>
              <a:srgbClr val="DEE6EC"/>
            </a:solidFill>
            <a:ln>
              <a:noFill/>
            </a:ln>
          </p:spPr>
        </p:sp>
        <p:sp>
          <p:nvSpPr>
            <p:cNvPr id="4850" name="Heatmap cell r11 c131"/>
            <p:cNvSpPr/>
            <p:nvPr/>
          </p:nvSpPr>
          <p:spPr>
            <a:xfrm>
              <a:off x="2384399" y="284083"/>
              <a:ext cx="17140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4851" name="Heatmap cell r11 c132"/>
            <p:cNvSpPr/>
            <p:nvPr/>
          </p:nvSpPr>
          <p:spPr>
            <a:xfrm>
              <a:off x="2401444" y="284083"/>
              <a:ext cx="19034" cy="26609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</p:sp>
        <p:sp>
          <p:nvSpPr>
            <p:cNvPr id="4852" name="Heatmap cell r11 c133"/>
            <p:cNvSpPr/>
            <p:nvPr/>
          </p:nvSpPr>
          <p:spPr>
            <a:xfrm>
              <a:off x="2420383" y="284083"/>
              <a:ext cx="17140" cy="26609"/>
            </a:xfrm>
            <a:prstGeom prst="rect">
              <a:avLst/>
            </a:prstGeom>
            <a:solidFill>
              <a:srgbClr val="F0F5F8"/>
            </a:solidFill>
            <a:ln>
              <a:noFill/>
            </a:ln>
          </p:spPr>
        </p:sp>
        <p:sp>
          <p:nvSpPr>
            <p:cNvPr id="4853" name="Heatmap cell r11 c134"/>
            <p:cNvSpPr/>
            <p:nvPr/>
          </p:nvSpPr>
          <p:spPr>
            <a:xfrm>
              <a:off x="2437428" y="284083"/>
              <a:ext cx="19034" cy="26609"/>
            </a:xfrm>
            <a:prstGeom prst="rect">
              <a:avLst/>
            </a:prstGeom>
            <a:solidFill>
              <a:srgbClr val="E1E9EF"/>
            </a:solidFill>
            <a:ln>
              <a:noFill/>
            </a:ln>
          </p:spPr>
        </p:sp>
        <p:sp>
          <p:nvSpPr>
            <p:cNvPr id="4854" name="Heatmap cell r11 c135"/>
            <p:cNvSpPr/>
            <p:nvPr/>
          </p:nvSpPr>
          <p:spPr>
            <a:xfrm>
              <a:off x="2456367" y="284083"/>
              <a:ext cx="17140" cy="26609"/>
            </a:xfrm>
            <a:prstGeom prst="rect">
              <a:avLst/>
            </a:prstGeom>
            <a:solidFill>
              <a:srgbClr val="CDD9E3"/>
            </a:solidFill>
            <a:ln>
              <a:noFill/>
            </a:ln>
          </p:spPr>
        </p:sp>
        <p:sp>
          <p:nvSpPr>
            <p:cNvPr id="4855" name="Heatmap cell r11 c136"/>
            <p:cNvSpPr/>
            <p:nvPr/>
          </p:nvSpPr>
          <p:spPr>
            <a:xfrm>
              <a:off x="2473412" y="284083"/>
              <a:ext cx="19034" cy="26609"/>
            </a:xfrm>
            <a:prstGeom prst="rect">
              <a:avLst/>
            </a:prstGeom>
            <a:solidFill>
              <a:srgbClr val="EBA6AC"/>
            </a:solidFill>
            <a:ln>
              <a:noFill/>
            </a:ln>
          </p:spPr>
        </p:sp>
        <p:sp>
          <p:nvSpPr>
            <p:cNvPr id="4856" name="Heatmap cell r11 c137"/>
            <p:cNvSpPr/>
            <p:nvPr/>
          </p:nvSpPr>
          <p:spPr>
            <a:xfrm>
              <a:off x="2492351" y="284083"/>
              <a:ext cx="17140" cy="26609"/>
            </a:xfrm>
            <a:prstGeom prst="rect">
              <a:avLst/>
            </a:prstGeom>
            <a:solidFill>
              <a:srgbClr val="F7D7DB"/>
            </a:solidFill>
            <a:ln>
              <a:noFill/>
            </a:ln>
          </p:spPr>
        </p:sp>
        <p:sp>
          <p:nvSpPr>
            <p:cNvPr id="4857" name="Heatmap cell r11 c138"/>
            <p:cNvSpPr/>
            <p:nvPr/>
          </p:nvSpPr>
          <p:spPr>
            <a:xfrm>
              <a:off x="2509396" y="284083"/>
              <a:ext cx="19034" cy="26609"/>
            </a:xfrm>
            <a:prstGeom prst="rect">
              <a:avLst/>
            </a:prstGeom>
            <a:solidFill>
              <a:srgbClr val="A8BCD1"/>
            </a:solidFill>
            <a:ln>
              <a:noFill/>
            </a:ln>
          </p:spPr>
        </p:sp>
        <p:sp>
          <p:nvSpPr>
            <p:cNvPr id="4858" name="Heatmap cell r11 c139"/>
            <p:cNvSpPr/>
            <p:nvPr/>
          </p:nvSpPr>
          <p:spPr>
            <a:xfrm>
              <a:off x="2528334" y="284083"/>
              <a:ext cx="17140" cy="26609"/>
            </a:xfrm>
            <a:prstGeom prst="rect">
              <a:avLst/>
            </a:prstGeom>
            <a:solidFill>
              <a:srgbClr val="F8DDDF"/>
            </a:solidFill>
            <a:ln>
              <a:noFill/>
            </a:ln>
          </p:spPr>
        </p:sp>
        <p:sp>
          <p:nvSpPr>
            <p:cNvPr id="4859" name="Heatmap cell r11 c140"/>
            <p:cNvSpPr/>
            <p:nvPr/>
          </p:nvSpPr>
          <p:spPr>
            <a:xfrm>
              <a:off x="2545379" y="284083"/>
              <a:ext cx="19034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4860" name="Heatmap cell r11 c142"/>
            <p:cNvSpPr/>
            <p:nvPr/>
          </p:nvSpPr>
          <p:spPr>
            <a:xfrm>
              <a:off x="2583257" y="284083"/>
              <a:ext cx="17140" cy="26609"/>
            </a:xfrm>
            <a:prstGeom prst="rect">
              <a:avLst/>
            </a:prstGeom>
            <a:solidFill>
              <a:srgbClr val="F6D6DA"/>
            </a:solidFill>
            <a:ln>
              <a:noFill/>
            </a:ln>
          </p:spPr>
        </p:sp>
        <p:sp>
          <p:nvSpPr>
            <p:cNvPr id="4861" name="Heatmap cell r11 c143"/>
            <p:cNvSpPr/>
            <p:nvPr/>
          </p:nvSpPr>
          <p:spPr>
            <a:xfrm>
              <a:off x="2600302" y="284083"/>
              <a:ext cx="19034" cy="26609"/>
            </a:xfrm>
            <a:prstGeom prst="rect">
              <a:avLst/>
            </a:prstGeom>
            <a:solidFill>
              <a:srgbClr val="AABDD2"/>
            </a:solidFill>
            <a:ln>
              <a:noFill/>
            </a:ln>
          </p:spPr>
        </p:sp>
        <p:sp>
          <p:nvSpPr>
            <p:cNvPr id="4862" name="Heatmap cell r11 c144"/>
            <p:cNvSpPr/>
            <p:nvPr/>
          </p:nvSpPr>
          <p:spPr>
            <a:xfrm>
              <a:off x="2619241" y="284083"/>
              <a:ext cx="17140" cy="26609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4863" name="Heatmap cell r11 c145"/>
            <p:cNvSpPr/>
            <p:nvPr/>
          </p:nvSpPr>
          <p:spPr>
            <a:xfrm>
              <a:off x="2636286" y="284083"/>
              <a:ext cx="19034" cy="26609"/>
            </a:xfrm>
            <a:prstGeom prst="rect">
              <a:avLst/>
            </a:prstGeom>
            <a:solidFill>
              <a:srgbClr val="CCD7E3"/>
            </a:solidFill>
            <a:ln>
              <a:noFill/>
            </a:ln>
          </p:spPr>
        </p:sp>
        <p:sp>
          <p:nvSpPr>
            <p:cNvPr id="4864" name="Heatmap cell r11 c146"/>
            <p:cNvSpPr/>
            <p:nvPr/>
          </p:nvSpPr>
          <p:spPr>
            <a:xfrm>
              <a:off x="2655225" y="284083"/>
              <a:ext cx="17140" cy="26609"/>
            </a:xfrm>
            <a:prstGeom prst="rect">
              <a:avLst/>
            </a:prstGeom>
            <a:solidFill>
              <a:srgbClr val="91ACC5"/>
            </a:solidFill>
            <a:ln>
              <a:noFill/>
            </a:ln>
          </p:spPr>
        </p:sp>
        <p:sp>
          <p:nvSpPr>
            <p:cNvPr id="4865" name="Heatmap cell r11 c147"/>
            <p:cNvSpPr/>
            <p:nvPr/>
          </p:nvSpPr>
          <p:spPr>
            <a:xfrm>
              <a:off x="2672270" y="284083"/>
              <a:ext cx="19034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4866" name="Heatmap cell r11 c148"/>
            <p:cNvSpPr/>
            <p:nvPr/>
          </p:nvSpPr>
          <p:spPr>
            <a:xfrm>
              <a:off x="2691208" y="284083"/>
              <a:ext cx="17140" cy="26609"/>
            </a:xfrm>
            <a:prstGeom prst="rect">
              <a:avLst/>
            </a:prstGeom>
            <a:solidFill>
              <a:srgbClr val="DCE3EB"/>
            </a:solidFill>
            <a:ln>
              <a:noFill/>
            </a:ln>
          </p:spPr>
        </p:sp>
        <p:sp>
          <p:nvSpPr>
            <p:cNvPr id="4867" name="Heatmap cell r11 c149"/>
            <p:cNvSpPr/>
            <p:nvPr/>
          </p:nvSpPr>
          <p:spPr>
            <a:xfrm>
              <a:off x="2708253" y="284083"/>
              <a:ext cx="19034" cy="26609"/>
            </a:xfrm>
            <a:prstGeom prst="rect">
              <a:avLst/>
            </a:prstGeom>
            <a:solidFill>
              <a:srgbClr val="F3C6CB"/>
            </a:solidFill>
            <a:ln>
              <a:noFill/>
            </a:ln>
          </p:spPr>
        </p:sp>
        <p:sp>
          <p:nvSpPr>
            <p:cNvPr id="4868" name="Heatmap cell r11 c150"/>
            <p:cNvSpPr/>
            <p:nvPr/>
          </p:nvSpPr>
          <p:spPr>
            <a:xfrm>
              <a:off x="2727192" y="284083"/>
              <a:ext cx="17140" cy="26609"/>
            </a:xfrm>
            <a:prstGeom prst="rect">
              <a:avLst/>
            </a:prstGeom>
            <a:solidFill>
              <a:srgbClr val="F9E7E8"/>
            </a:solidFill>
            <a:ln>
              <a:noFill/>
            </a:ln>
          </p:spPr>
        </p:sp>
        <p:sp>
          <p:nvSpPr>
            <p:cNvPr id="4869" name="Heatmap cell r11 c151"/>
            <p:cNvSpPr/>
            <p:nvPr/>
          </p:nvSpPr>
          <p:spPr>
            <a:xfrm>
              <a:off x="2744237" y="284083"/>
              <a:ext cx="19034" cy="26609"/>
            </a:xfrm>
            <a:prstGeom prst="rect">
              <a:avLst/>
            </a:prstGeom>
            <a:solidFill>
              <a:srgbClr val="E9939B"/>
            </a:solidFill>
            <a:ln>
              <a:noFill/>
            </a:ln>
          </p:spPr>
        </p:sp>
        <p:sp>
          <p:nvSpPr>
            <p:cNvPr id="4870" name="Heatmap cell r11 c152"/>
            <p:cNvSpPr/>
            <p:nvPr/>
          </p:nvSpPr>
          <p:spPr>
            <a:xfrm>
              <a:off x="2763176" y="284083"/>
              <a:ext cx="17140" cy="26609"/>
            </a:xfrm>
            <a:prstGeom prst="rect">
              <a:avLst/>
            </a:prstGeom>
            <a:solidFill>
              <a:srgbClr val="F8E1E3"/>
            </a:solidFill>
            <a:ln>
              <a:noFill/>
            </a:ln>
          </p:spPr>
        </p:sp>
        <p:sp>
          <p:nvSpPr>
            <p:cNvPr id="4871" name="Heatmap cell r11 c153"/>
            <p:cNvSpPr/>
            <p:nvPr/>
          </p:nvSpPr>
          <p:spPr>
            <a:xfrm>
              <a:off x="2780221" y="284083"/>
              <a:ext cx="19034" cy="26609"/>
            </a:xfrm>
            <a:prstGeom prst="rect">
              <a:avLst/>
            </a:prstGeom>
            <a:solidFill>
              <a:srgbClr val="A2B8CF"/>
            </a:solidFill>
            <a:ln>
              <a:noFill/>
            </a:ln>
          </p:spPr>
        </p:sp>
        <p:sp>
          <p:nvSpPr>
            <p:cNvPr id="4872" name="Heatmap cell r11 c154"/>
            <p:cNvSpPr/>
            <p:nvPr/>
          </p:nvSpPr>
          <p:spPr>
            <a:xfrm>
              <a:off x="2799160" y="284083"/>
              <a:ext cx="17140" cy="26609"/>
            </a:xfrm>
            <a:prstGeom prst="rect">
              <a:avLst/>
            </a:prstGeom>
            <a:solidFill>
              <a:srgbClr val="FAEEEF"/>
            </a:solidFill>
            <a:ln>
              <a:noFill/>
            </a:ln>
          </p:spPr>
        </p:sp>
        <p:sp>
          <p:nvSpPr>
            <p:cNvPr id="4873" name="Heatmap cell r11 c155"/>
            <p:cNvSpPr/>
            <p:nvPr/>
          </p:nvSpPr>
          <p:spPr>
            <a:xfrm>
              <a:off x="2816205" y="284083"/>
              <a:ext cx="19034" cy="26609"/>
            </a:xfrm>
            <a:prstGeom prst="rect">
              <a:avLst/>
            </a:prstGeom>
            <a:solidFill>
              <a:srgbClr val="C9D6E2"/>
            </a:solidFill>
            <a:ln>
              <a:noFill/>
            </a:ln>
          </p:spPr>
        </p:sp>
        <p:sp>
          <p:nvSpPr>
            <p:cNvPr id="4874" name="Heatmap cell r11 c156"/>
            <p:cNvSpPr/>
            <p:nvPr/>
          </p:nvSpPr>
          <p:spPr>
            <a:xfrm>
              <a:off x="2835144" y="284083"/>
              <a:ext cx="19034" cy="26609"/>
            </a:xfrm>
            <a:prstGeom prst="rect">
              <a:avLst/>
            </a:prstGeom>
            <a:solidFill>
              <a:srgbClr val="C8D5E2"/>
            </a:solidFill>
            <a:ln>
              <a:noFill/>
            </a:ln>
          </p:spPr>
        </p:sp>
        <p:sp>
          <p:nvSpPr>
            <p:cNvPr id="4875" name="Heatmap cell r11 c157"/>
            <p:cNvSpPr/>
            <p:nvPr/>
          </p:nvSpPr>
          <p:spPr>
            <a:xfrm>
              <a:off x="2854082" y="284083"/>
              <a:ext cx="17140" cy="26609"/>
            </a:xfrm>
            <a:prstGeom prst="rect">
              <a:avLst/>
            </a:prstGeom>
            <a:solidFill>
              <a:srgbClr val="517AA2"/>
            </a:solidFill>
            <a:ln>
              <a:noFill/>
            </a:ln>
          </p:spPr>
        </p:sp>
        <p:sp>
          <p:nvSpPr>
            <p:cNvPr id="4876" name="Heatmap cell r11 c158"/>
            <p:cNvSpPr/>
            <p:nvPr/>
          </p:nvSpPr>
          <p:spPr>
            <a:xfrm>
              <a:off x="2871127" y="284083"/>
              <a:ext cx="19034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4877" name="Heatmap cell r11 c159"/>
            <p:cNvSpPr/>
            <p:nvPr/>
          </p:nvSpPr>
          <p:spPr>
            <a:xfrm>
              <a:off x="2890066" y="284083"/>
              <a:ext cx="17140" cy="26609"/>
            </a:xfrm>
            <a:prstGeom prst="rect">
              <a:avLst/>
            </a:prstGeom>
            <a:solidFill>
              <a:srgbClr val="F0BDC2"/>
            </a:solidFill>
            <a:ln>
              <a:noFill/>
            </a:ln>
          </p:spPr>
        </p:sp>
        <p:sp>
          <p:nvSpPr>
            <p:cNvPr id="4878" name="Heatmap cell r11 c160"/>
            <p:cNvSpPr/>
            <p:nvPr/>
          </p:nvSpPr>
          <p:spPr>
            <a:xfrm>
              <a:off x="2907111" y="284083"/>
              <a:ext cx="19034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4879" name="Heatmap cell r11 c162"/>
            <p:cNvSpPr/>
            <p:nvPr/>
          </p:nvSpPr>
          <p:spPr>
            <a:xfrm>
              <a:off x="2943095" y="284083"/>
              <a:ext cx="19034" cy="26609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</p:sp>
        <p:sp>
          <p:nvSpPr>
            <p:cNvPr id="4880" name="Heatmap cell r11 c164"/>
            <p:cNvSpPr/>
            <p:nvPr/>
          </p:nvSpPr>
          <p:spPr>
            <a:xfrm>
              <a:off x="2979079" y="284083"/>
              <a:ext cx="19034" cy="26609"/>
            </a:xfrm>
            <a:prstGeom prst="rect">
              <a:avLst/>
            </a:prstGeom>
            <a:solidFill>
              <a:srgbClr val="F8F8FA"/>
            </a:solidFill>
            <a:ln>
              <a:noFill/>
            </a:ln>
          </p:spPr>
        </p:sp>
        <p:sp>
          <p:nvSpPr>
            <p:cNvPr id="4881" name="Heatmap cell r11 c165"/>
            <p:cNvSpPr/>
            <p:nvPr/>
          </p:nvSpPr>
          <p:spPr>
            <a:xfrm>
              <a:off x="2998018" y="284083"/>
              <a:ext cx="17140" cy="26609"/>
            </a:xfrm>
            <a:prstGeom prst="rect">
              <a:avLst/>
            </a:prstGeom>
            <a:solidFill>
              <a:srgbClr val="FCF6F6"/>
            </a:solidFill>
            <a:ln>
              <a:noFill/>
            </a:ln>
          </p:spPr>
        </p:sp>
        <p:sp>
          <p:nvSpPr>
            <p:cNvPr id="4882" name="Heatmap cell r11 c166"/>
            <p:cNvSpPr/>
            <p:nvPr/>
          </p:nvSpPr>
          <p:spPr>
            <a:xfrm>
              <a:off x="3015062" y="284083"/>
              <a:ext cx="19034" cy="26609"/>
            </a:xfrm>
            <a:prstGeom prst="rect">
              <a:avLst/>
            </a:prstGeom>
            <a:solidFill>
              <a:srgbClr val="FDF9FA"/>
            </a:solidFill>
            <a:ln>
              <a:noFill/>
            </a:ln>
          </p:spPr>
        </p:sp>
        <p:sp>
          <p:nvSpPr>
            <p:cNvPr id="4883" name="Heatmap cell r11 c167"/>
            <p:cNvSpPr/>
            <p:nvPr/>
          </p:nvSpPr>
          <p:spPr>
            <a:xfrm>
              <a:off x="3034001" y="284083"/>
              <a:ext cx="17140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4884" name="Heatmap cell r11 c168"/>
            <p:cNvSpPr/>
            <p:nvPr/>
          </p:nvSpPr>
          <p:spPr>
            <a:xfrm>
              <a:off x="3051046" y="284083"/>
              <a:ext cx="19034" cy="26609"/>
            </a:xfrm>
            <a:prstGeom prst="rect">
              <a:avLst/>
            </a:prstGeom>
            <a:solidFill>
              <a:srgbClr val="FBF0F1"/>
            </a:solidFill>
            <a:ln>
              <a:noFill/>
            </a:ln>
          </p:spPr>
        </p:sp>
        <p:sp>
          <p:nvSpPr>
            <p:cNvPr id="4885" name="Heatmap cell r11 c169"/>
            <p:cNvSpPr/>
            <p:nvPr/>
          </p:nvSpPr>
          <p:spPr>
            <a:xfrm>
              <a:off x="3069985" y="284083"/>
              <a:ext cx="19034" cy="26609"/>
            </a:xfrm>
            <a:prstGeom prst="rect">
              <a:avLst/>
            </a:prstGeom>
            <a:solidFill>
              <a:srgbClr val="FAEEEF"/>
            </a:solidFill>
            <a:ln>
              <a:noFill/>
            </a:ln>
          </p:spPr>
        </p:sp>
        <p:sp>
          <p:nvSpPr>
            <p:cNvPr id="4886" name="Heatmap cell r11 c170"/>
            <p:cNvSpPr/>
            <p:nvPr/>
          </p:nvSpPr>
          <p:spPr>
            <a:xfrm>
              <a:off x="3088924" y="284083"/>
              <a:ext cx="17140" cy="26609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</p:sp>
        <p:sp>
          <p:nvSpPr>
            <p:cNvPr id="4887" name="Heatmap cell r11 c171"/>
            <p:cNvSpPr/>
            <p:nvPr/>
          </p:nvSpPr>
          <p:spPr>
            <a:xfrm>
              <a:off x="3105969" y="284083"/>
              <a:ext cx="19034" cy="26609"/>
            </a:xfrm>
            <a:prstGeom prst="rect">
              <a:avLst/>
            </a:prstGeom>
            <a:solidFill>
              <a:srgbClr val="D2DDE8"/>
            </a:solidFill>
            <a:ln>
              <a:noFill/>
            </a:ln>
          </p:spPr>
        </p:sp>
        <p:sp>
          <p:nvSpPr>
            <p:cNvPr id="4888" name="Heatmap cell r11 c172"/>
            <p:cNvSpPr/>
            <p:nvPr/>
          </p:nvSpPr>
          <p:spPr>
            <a:xfrm>
              <a:off x="3124908" y="284083"/>
              <a:ext cx="17140" cy="26609"/>
            </a:xfrm>
            <a:prstGeom prst="rect">
              <a:avLst/>
            </a:prstGeom>
            <a:solidFill>
              <a:srgbClr val="F0F5F8"/>
            </a:solidFill>
            <a:ln>
              <a:noFill/>
            </a:ln>
          </p:spPr>
        </p:sp>
        <p:sp>
          <p:nvSpPr>
            <p:cNvPr id="4889" name="Heatmap cell r11 c173"/>
            <p:cNvSpPr/>
            <p:nvPr/>
          </p:nvSpPr>
          <p:spPr>
            <a:xfrm>
              <a:off x="3141953" y="284083"/>
              <a:ext cx="19034" cy="26609"/>
            </a:xfrm>
            <a:prstGeom prst="rect">
              <a:avLst/>
            </a:prstGeom>
            <a:solidFill>
              <a:srgbClr val="EEF3F6"/>
            </a:solidFill>
            <a:ln>
              <a:noFill/>
            </a:ln>
          </p:spPr>
        </p:sp>
        <p:sp>
          <p:nvSpPr>
            <p:cNvPr id="4890" name="Heatmap cell r11 c174"/>
            <p:cNvSpPr/>
            <p:nvPr/>
          </p:nvSpPr>
          <p:spPr>
            <a:xfrm>
              <a:off x="3160892" y="284083"/>
              <a:ext cx="17140" cy="26609"/>
            </a:xfrm>
            <a:prstGeom prst="rect">
              <a:avLst/>
            </a:prstGeom>
            <a:solidFill>
              <a:srgbClr val="E8ECF3"/>
            </a:solidFill>
            <a:ln>
              <a:noFill/>
            </a:ln>
          </p:spPr>
        </p:sp>
        <p:sp>
          <p:nvSpPr>
            <p:cNvPr id="4891" name="Heatmap cell r11 c176"/>
            <p:cNvSpPr/>
            <p:nvPr/>
          </p:nvSpPr>
          <p:spPr>
            <a:xfrm>
              <a:off x="3196875" y="284083"/>
              <a:ext cx="17140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4892" name="Heatmap cell r11 c177"/>
            <p:cNvSpPr/>
            <p:nvPr/>
          </p:nvSpPr>
          <p:spPr>
            <a:xfrm>
              <a:off x="3213920" y="284083"/>
              <a:ext cx="19034" cy="26609"/>
            </a:xfrm>
            <a:prstGeom prst="rect">
              <a:avLst/>
            </a:prstGeom>
            <a:solidFill>
              <a:srgbClr val="E3EAF0"/>
            </a:solidFill>
            <a:ln>
              <a:noFill/>
            </a:ln>
          </p:spPr>
        </p:sp>
        <p:sp>
          <p:nvSpPr>
            <p:cNvPr id="4893" name="Heatmap cell r11 c178"/>
            <p:cNvSpPr/>
            <p:nvPr/>
          </p:nvSpPr>
          <p:spPr>
            <a:xfrm>
              <a:off x="3232859" y="284083"/>
              <a:ext cx="17140" cy="26609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</p:sp>
        <p:sp>
          <p:nvSpPr>
            <p:cNvPr id="4894" name="Heatmap cell r11 c179"/>
            <p:cNvSpPr/>
            <p:nvPr/>
          </p:nvSpPr>
          <p:spPr>
            <a:xfrm>
              <a:off x="3249904" y="284083"/>
              <a:ext cx="19034" cy="26609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</p:sp>
        <p:sp>
          <p:nvSpPr>
            <p:cNvPr id="4895" name="Heatmap cell r11 c181"/>
            <p:cNvSpPr/>
            <p:nvPr/>
          </p:nvSpPr>
          <p:spPr>
            <a:xfrm>
              <a:off x="3285888" y="284083"/>
              <a:ext cx="19034" cy="26609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4896" name="Heatmap cell r11 c182"/>
            <p:cNvSpPr/>
            <p:nvPr/>
          </p:nvSpPr>
          <p:spPr>
            <a:xfrm>
              <a:off x="3304827" y="284083"/>
              <a:ext cx="19034" cy="26609"/>
            </a:xfrm>
            <a:prstGeom prst="rect">
              <a:avLst/>
            </a:prstGeom>
            <a:solidFill>
              <a:srgbClr val="EDF1F7"/>
            </a:solidFill>
            <a:ln>
              <a:noFill/>
            </a:ln>
          </p:spPr>
        </p:sp>
        <p:sp>
          <p:nvSpPr>
            <p:cNvPr id="4897" name="Heatmap cell r11 c183"/>
            <p:cNvSpPr/>
            <p:nvPr/>
          </p:nvSpPr>
          <p:spPr>
            <a:xfrm>
              <a:off x="3323765" y="284083"/>
              <a:ext cx="17140" cy="26609"/>
            </a:xfrm>
            <a:prstGeom prst="rect">
              <a:avLst/>
            </a:prstGeom>
            <a:solidFill>
              <a:srgbClr val="F5F7F9"/>
            </a:solidFill>
            <a:ln>
              <a:noFill/>
            </a:ln>
          </p:spPr>
        </p:sp>
        <p:sp>
          <p:nvSpPr>
            <p:cNvPr id="4898" name="Heatmap cell r11 c184"/>
            <p:cNvSpPr/>
            <p:nvPr/>
          </p:nvSpPr>
          <p:spPr>
            <a:xfrm>
              <a:off x="3340810" y="284083"/>
              <a:ext cx="19034" cy="26609"/>
            </a:xfrm>
            <a:prstGeom prst="rect">
              <a:avLst/>
            </a:prstGeom>
            <a:solidFill>
              <a:srgbClr val="CED9E4"/>
            </a:solidFill>
            <a:ln>
              <a:noFill/>
            </a:ln>
          </p:spPr>
        </p:sp>
        <p:sp>
          <p:nvSpPr>
            <p:cNvPr id="4899" name="Heatmap cell r11 c185"/>
            <p:cNvSpPr/>
            <p:nvPr/>
          </p:nvSpPr>
          <p:spPr>
            <a:xfrm>
              <a:off x="3359749" y="284083"/>
              <a:ext cx="17140" cy="26609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4900" name="Heatmap cell r11 c186"/>
            <p:cNvSpPr/>
            <p:nvPr/>
          </p:nvSpPr>
          <p:spPr>
            <a:xfrm>
              <a:off x="3376794" y="284083"/>
              <a:ext cx="19034" cy="26609"/>
            </a:xfrm>
            <a:prstGeom prst="rect">
              <a:avLst/>
            </a:prstGeom>
            <a:solidFill>
              <a:srgbClr val="DBE3EB"/>
            </a:solidFill>
            <a:ln>
              <a:noFill/>
            </a:ln>
          </p:spPr>
        </p:sp>
        <p:sp>
          <p:nvSpPr>
            <p:cNvPr id="4901" name="Heatmap cell r11 c187"/>
            <p:cNvSpPr/>
            <p:nvPr/>
          </p:nvSpPr>
          <p:spPr>
            <a:xfrm>
              <a:off x="3395733" y="284083"/>
              <a:ext cx="17140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4902" name="Heatmap cell r11 c188"/>
            <p:cNvSpPr/>
            <p:nvPr/>
          </p:nvSpPr>
          <p:spPr>
            <a:xfrm>
              <a:off x="3412778" y="284083"/>
              <a:ext cx="19034" cy="26609"/>
            </a:xfrm>
            <a:prstGeom prst="rect">
              <a:avLst/>
            </a:prstGeom>
            <a:solidFill>
              <a:srgbClr val="F3C7CC"/>
            </a:solidFill>
            <a:ln>
              <a:noFill/>
            </a:ln>
          </p:spPr>
        </p:sp>
        <p:sp>
          <p:nvSpPr>
            <p:cNvPr id="4903" name="Heatmap cell r11 c189"/>
            <p:cNvSpPr/>
            <p:nvPr/>
          </p:nvSpPr>
          <p:spPr>
            <a:xfrm>
              <a:off x="3431717" y="284083"/>
              <a:ext cx="17140" cy="26609"/>
            </a:xfrm>
            <a:prstGeom prst="rect">
              <a:avLst/>
            </a:prstGeom>
            <a:solidFill>
              <a:srgbClr val="F1F5F8"/>
            </a:solidFill>
            <a:ln>
              <a:noFill/>
            </a:ln>
          </p:spPr>
        </p:sp>
        <p:sp>
          <p:nvSpPr>
            <p:cNvPr id="4904" name="Heatmap cell r11 c190"/>
            <p:cNvSpPr/>
            <p:nvPr/>
          </p:nvSpPr>
          <p:spPr>
            <a:xfrm>
              <a:off x="3448762" y="284083"/>
              <a:ext cx="19034" cy="26609"/>
            </a:xfrm>
            <a:prstGeom prst="rect">
              <a:avLst/>
            </a:prstGeom>
            <a:solidFill>
              <a:srgbClr val="F5D0D3"/>
            </a:solidFill>
            <a:ln>
              <a:noFill/>
            </a:ln>
          </p:spPr>
        </p:sp>
        <p:sp>
          <p:nvSpPr>
            <p:cNvPr id="4905" name="Heatmap cell r11 c191"/>
            <p:cNvSpPr/>
            <p:nvPr/>
          </p:nvSpPr>
          <p:spPr>
            <a:xfrm>
              <a:off x="3467701" y="284083"/>
              <a:ext cx="17140" cy="26609"/>
            </a:xfrm>
            <a:prstGeom prst="rect">
              <a:avLst/>
            </a:prstGeom>
            <a:solidFill>
              <a:srgbClr val="F7DCDF"/>
            </a:solidFill>
            <a:ln>
              <a:noFill/>
            </a:ln>
          </p:spPr>
        </p:sp>
        <p:sp>
          <p:nvSpPr>
            <p:cNvPr id="4906" name="Heatmap cell r11 c192"/>
            <p:cNvSpPr/>
            <p:nvPr/>
          </p:nvSpPr>
          <p:spPr>
            <a:xfrm>
              <a:off x="3484746" y="284083"/>
              <a:ext cx="19034" cy="26609"/>
            </a:xfrm>
            <a:prstGeom prst="rect">
              <a:avLst/>
            </a:prstGeom>
            <a:solidFill>
              <a:srgbClr val="F7D3D6"/>
            </a:solidFill>
            <a:ln>
              <a:noFill/>
            </a:ln>
          </p:spPr>
        </p:sp>
        <p:sp>
          <p:nvSpPr>
            <p:cNvPr id="4907" name="Heatmap cell r11 c193"/>
            <p:cNvSpPr/>
            <p:nvPr/>
          </p:nvSpPr>
          <p:spPr>
            <a:xfrm>
              <a:off x="3503684" y="284083"/>
              <a:ext cx="17140" cy="26609"/>
            </a:xfrm>
            <a:prstGeom prst="rect">
              <a:avLst/>
            </a:prstGeom>
            <a:solidFill>
              <a:srgbClr val="E1E9EF"/>
            </a:solidFill>
            <a:ln>
              <a:noFill/>
            </a:ln>
          </p:spPr>
        </p:sp>
        <p:sp>
          <p:nvSpPr>
            <p:cNvPr id="4908" name="Heatmap cell r11 c194"/>
            <p:cNvSpPr/>
            <p:nvPr/>
          </p:nvSpPr>
          <p:spPr>
            <a:xfrm>
              <a:off x="3520729" y="284083"/>
              <a:ext cx="19034" cy="26609"/>
            </a:xfrm>
            <a:prstGeom prst="rect">
              <a:avLst/>
            </a:prstGeom>
            <a:solidFill>
              <a:srgbClr val="F6D6DA"/>
            </a:solidFill>
            <a:ln>
              <a:noFill/>
            </a:ln>
          </p:spPr>
        </p:sp>
        <p:sp>
          <p:nvSpPr>
            <p:cNvPr id="4909" name="Heatmap cell r11 c195"/>
            <p:cNvSpPr/>
            <p:nvPr/>
          </p:nvSpPr>
          <p:spPr>
            <a:xfrm>
              <a:off x="3539668" y="284083"/>
              <a:ext cx="19034" cy="26609"/>
            </a:xfrm>
            <a:prstGeom prst="rect">
              <a:avLst/>
            </a:prstGeom>
            <a:solidFill>
              <a:srgbClr val="F1C0C4"/>
            </a:solidFill>
            <a:ln>
              <a:noFill/>
            </a:ln>
          </p:spPr>
        </p:sp>
        <p:sp>
          <p:nvSpPr>
            <p:cNvPr id="4910" name="Heatmap cell r11 c196"/>
            <p:cNvSpPr/>
            <p:nvPr/>
          </p:nvSpPr>
          <p:spPr>
            <a:xfrm>
              <a:off x="3558607" y="284083"/>
              <a:ext cx="17140" cy="26609"/>
            </a:xfrm>
            <a:prstGeom prst="rect">
              <a:avLst/>
            </a:prstGeom>
            <a:solidFill>
              <a:srgbClr val="F5CED2"/>
            </a:solidFill>
            <a:ln>
              <a:noFill/>
            </a:ln>
          </p:spPr>
        </p:sp>
        <p:sp>
          <p:nvSpPr>
            <p:cNvPr id="4911" name="Heatmap cell r11 c197"/>
            <p:cNvSpPr/>
            <p:nvPr/>
          </p:nvSpPr>
          <p:spPr>
            <a:xfrm>
              <a:off x="3575652" y="284083"/>
              <a:ext cx="19034" cy="26609"/>
            </a:xfrm>
            <a:prstGeom prst="rect">
              <a:avLst/>
            </a:prstGeom>
            <a:solidFill>
              <a:srgbClr val="D0DBE6"/>
            </a:solidFill>
            <a:ln>
              <a:noFill/>
            </a:ln>
          </p:spPr>
        </p:sp>
        <p:sp>
          <p:nvSpPr>
            <p:cNvPr id="4912" name="Heatmap cell r11 c198"/>
            <p:cNvSpPr/>
            <p:nvPr/>
          </p:nvSpPr>
          <p:spPr>
            <a:xfrm>
              <a:off x="3594591" y="284083"/>
              <a:ext cx="17140" cy="26609"/>
            </a:xfrm>
            <a:prstGeom prst="rect">
              <a:avLst/>
            </a:prstGeom>
            <a:solidFill>
              <a:srgbClr val="D5DFE9"/>
            </a:solidFill>
            <a:ln>
              <a:noFill/>
            </a:ln>
          </p:spPr>
        </p:sp>
        <p:sp>
          <p:nvSpPr>
            <p:cNvPr id="4913" name="Heatmap cell r11 c199"/>
            <p:cNvSpPr/>
            <p:nvPr/>
          </p:nvSpPr>
          <p:spPr>
            <a:xfrm>
              <a:off x="3611636" y="284083"/>
              <a:ext cx="19034" cy="26609"/>
            </a:xfrm>
            <a:prstGeom prst="rect">
              <a:avLst/>
            </a:prstGeom>
            <a:solidFill>
              <a:srgbClr val="D2DDE7"/>
            </a:solidFill>
            <a:ln>
              <a:noFill/>
            </a:ln>
          </p:spPr>
        </p:sp>
        <p:sp>
          <p:nvSpPr>
            <p:cNvPr id="4914" name="Heatmap cell r11 c200"/>
            <p:cNvSpPr/>
            <p:nvPr/>
          </p:nvSpPr>
          <p:spPr>
            <a:xfrm>
              <a:off x="3630575" y="284083"/>
              <a:ext cx="17140" cy="26609"/>
            </a:xfrm>
            <a:prstGeom prst="rect">
              <a:avLst/>
            </a:prstGeom>
            <a:solidFill>
              <a:srgbClr val="F1F5F8"/>
            </a:solidFill>
            <a:ln>
              <a:noFill/>
            </a:ln>
          </p:spPr>
        </p:sp>
        <p:sp>
          <p:nvSpPr>
            <p:cNvPr id="4915" name="Heatmap cell r11 c201"/>
            <p:cNvSpPr/>
            <p:nvPr/>
          </p:nvSpPr>
          <p:spPr>
            <a:xfrm>
              <a:off x="3647620" y="284083"/>
              <a:ext cx="19034" cy="26609"/>
            </a:xfrm>
            <a:prstGeom prst="rect">
              <a:avLst/>
            </a:prstGeom>
            <a:solidFill>
              <a:srgbClr val="F2C8CD"/>
            </a:solidFill>
            <a:ln>
              <a:noFill/>
            </a:ln>
          </p:spPr>
        </p:sp>
        <p:sp>
          <p:nvSpPr>
            <p:cNvPr id="4916" name="Heatmap cell r11 c202"/>
            <p:cNvSpPr/>
            <p:nvPr/>
          </p:nvSpPr>
          <p:spPr>
            <a:xfrm>
              <a:off x="3666558" y="284083"/>
              <a:ext cx="17140" cy="26609"/>
            </a:xfrm>
            <a:prstGeom prst="rect">
              <a:avLst/>
            </a:prstGeom>
            <a:solidFill>
              <a:srgbClr val="F1C3C8"/>
            </a:solidFill>
            <a:ln>
              <a:noFill/>
            </a:ln>
          </p:spPr>
        </p:sp>
        <p:sp>
          <p:nvSpPr>
            <p:cNvPr id="4917" name="Heatmap cell r11 c203"/>
            <p:cNvSpPr/>
            <p:nvPr/>
          </p:nvSpPr>
          <p:spPr>
            <a:xfrm>
              <a:off x="3683603" y="284083"/>
              <a:ext cx="19034" cy="26609"/>
            </a:xfrm>
            <a:prstGeom prst="rect">
              <a:avLst/>
            </a:prstGeom>
            <a:solidFill>
              <a:srgbClr val="C8D5E2"/>
            </a:solidFill>
            <a:ln>
              <a:noFill/>
            </a:ln>
          </p:spPr>
        </p:sp>
        <p:sp>
          <p:nvSpPr>
            <p:cNvPr id="4918" name="Heatmap cell r11 c204"/>
            <p:cNvSpPr/>
            <p:nvPr/>
          </p:nvSpPr>
          <p:spPr>
            <a:xfrm>
              <a:off x="3702542" y="284083"/>
              <a:ext cx="17140" cy="26609"/>
            </a:xfrm>
            <a:prstGeom prst="rect">
              <a:avLst/>
            </a:prstGeom>
            <a:solidFill>
              <a:srgbClr val="E38088"/>
            </a:solidFill>
            <a:ln>
              <a:noFill/>
            </a:ln>
          </p:spPr>
        </p:sp>
        <p:sp>
          <p:nvSpPr>
            <p:cNvPr id="4919" name="Heatmap cell r11 c205"/>
            <p:cNvSpPr/>
            <p:nvPr/>
          </p:nvSpPr>
          <p:spPr>
            <a:xfrm>
              <a:off x="3719587" y="284083"/>
              <a:ext cx="19034" cy="26609"/>
            </a:xfrm>
            <a:prstGeom prst="rect">
              <a:avLst/>
            </a:prstGeom>
            <a:solidFill>
              <a:srgbClr val="F0BCC3"/>
            </a:solidFill>
            <a:ln>
              <a:noFill/>
            </a:ln>
          </p:spPr>
        </p:sp>
        <p:sp>
          <p:nvSpPr>
            <p:cNvPr id="4920" name="Heatmap cell r11 c206"/>
            <p:cNvSpPr/>
            <p:nvPr/>
          </p:nvSpPr>
          <p:spPr>
            <a:xfrm>
              <a:off x="3738526" y="284083"/>
              <a:ext cx="17140" cy="26609"/>
            </a:xfrm>
            <a:prstGeom prst="rect">
              <a:avLst/>
            </a:prstGeom>
            <a:solidFill>
              <a:srgbClr val="EDAEB5"/>
            </a:solidFill>
            <a:ln>
              <a:noFill/>
            </a:ln>
          </p:spPr>
        </p:sp>
        <p:sp>
          <p:nvSpPr>
            <p:cNvPr id="4921" name="Heatmap cell r11 c207"/>
            <p:cNvSpPr/>
            <p:nvPr/>
          </p:nvSpPr>
          <p:spPr>
            <a:xfrm>
              <a:off x="3755571" y="284083"/>
              <a:ext cx="19034" cy="26609"/>
            </a:xfrm>
            <a:prstGeom prst="rect">
              <a:avLst/>
            </a:prstGeom>
            <a:solidFill>
              <a:srgbClr val="D6E0EA"/>
            </a:solidFill>
            <a:ln>
              <a:noFill/>
            </a:ln>
          </p:spPr>
        </p:sp>
        <p:sp>
          <p:nvSpPr>
            <p:cNvPr id="4922" name="Heatmap cell r11 c208"/>
            <p:cNvSpPr/>
            <p:nvPr/>
          </p:nvSpPr>
          <p:spPr>
            <a:xfrm>
              <a:off x="3774510" y="284083"/>
              <a:ext cx="19034" cy="26609"/>
            </a:xfrm>
            <a:prstGeom prst="rect">
              <a:avLst/>
            </a:prstGeom>
            <a:solidFill>
              <a:srgbClr val="F1C0C6"/>
            </a:solidFill>
            <a:ln>
              <a:noFill/>
            </a:ln>
          </p:spPr>
        </p:sp>
        <p:sp>
          <p:nvSpPr>
            <p:cNvPr id="4923" name="Heatmap cell r11 c209"/>
            <p:cNvSpPr/>
            <p:nvPr/>
          </p:nvSpPr>
          <p:spPr>
            <a:xfrm>
              <a:off x="3793449" y="284083"/>
              <a:ext cx="17140" cy="26609"/>
            </a:xfrm>
            <a:prstGeom prst="rect">
              <a:avLst/>
            </a:prstGeom>
            <a:solidFill>
              <a:srgbClr val="1D4E85"/>
            </a:solidFill>
            <a:ln>
              <a:noFill/>
            </a:ln>
          </p:spPr>
        </p:sp>
        <p:sp>
          <p:nvSpPr>
            <p:cNvPr id="4924" name="Heatmap cell r11 c210"/>
            <p:cNvSpPr/>
            <p:nvPr/>
          </p:nvSpPr>
          <p:spPr>
            <a:xfrm>
              <a:off x="3810494" y="284083"/>
              <a:ext cx="19034" cy="26609"/>
            </a:xfrm>
            <a:prstGeom prst="rect">
              <a:avLst/>
            </a:prstGeom>
            <a:solidFill>
              <a:srgbClr val="F7E2E4"/>
            </a:solidFill>
            <a:ln>
              <a:noFill/>
            </a:ln>
          </p:spPr>
        </p:sp>
        <p:sp>
          <p:nvSpPr>
            <p:cNvPr id="4925" name="Heatmap cell r11 c211"/>
            <p:cNvSpPr/>
            <p:nvPr/>
          </p:nvSpPr>
          <p:spPr>
            <a:xfrm>
              <a:off x="3829432" y="284083"/>
              <a:ext cx="17140" cy="26609"/>
            </a:xfrm>
            <a:prstGeom prst="rect">
              <a:avLst/>
            </a:prstGeom>
            <a:solidFill>
              <a:srgbClr val="D5DFE9"/>
            </a:solidFill>
            <a:ln>
              <a:noFill/>
            </a:ln>
          </p:spPr>
        </p:sp>
        <p:sp>
          <p:nvSpPr>
            <p:cNvPr id="4926" name="Heatmap cell r11 c212"/>
            <p:cNvSpPr/>
            <p:nvPr/>
          </p:nvSpPr>
          <p:spPr>
            <a:xfrm>
              <a:off x="3846477" y="284083"/>
              <a:ext cx="19034" cy="26609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</p:sp>
        <p:sp>
          <p:nvSpPr>
            <p:cNvPr id="4927" name="Heatmap cell r11 c213"/>
            <p:cNvSpPr/>
            <p:nvPr/>
          </p:nvSpPr>
          <p:spPr>
            <a:xfrm>
              <a:off x="3865416" y="284083"/>
              <a:ext cx="17140" cy="26609"/>
            </a:xfrm>
            <a:prstGeom prst="rect">
              <a:avLst/>
            </a:prstGeom>
            <a:solidFill>
              <a:srgbClr val="F5F7F9"/>
            </a:solidFill>
            <a:ln>
              <a:noFill/>
            </a:ln>
          </p:spPr>
        </p:sp>
        <p:sp>
          <p:nvSpPr>
            <p:cNvPr id="4928" name="Heatmap cell r11 c214"/>
            <p:cNvSpPr/>
            <p:nvPr/>
          </p:nvSpPr>
          <p:spPr>
            <a:xfrm>
              <a:off x="3882461" y="284083"/>
              <a:ext cx="19034" cy="26609"/>
            </a:xfrm>
            <a:prstGeom prst="rect">
              <a:avLst/>
            </a:prstGeom>
            <a:solidFill>
              <a:srgbClr val="EA9CA1"/>
            </a:solidFill>
            <a:ln>
              <a:noFill/>
            </a:ln>
          </p:spPr>
        </p:sp>
        <p:sp>
          <p:nvSpPr>
            <p:cNvPr id="4929" name="Heatmap cell r11 c215"/>
            <p:cNvSpPr/>
            <p:nvPr/>
          </p:nvSpPr>
          <p:spPr>
            <a:xfrm>
              <a:off x="3901400" y="284083"/>
              <a:ext cx="17140" cy="26609"/>
            </a:xfrm>
            <a:prstGeom prst="rect">
              <a:avLst/>
            </a:prstGeom>
            <a:solidFill>
              <a:srgbClr val="F0F5F8"/>
            </a:solidFill>
            <a:ln>
              <a:noFill/>
            </a:ln>
          </p:spPr>
        </p:sp>
        <p:sp>
          <p:nvSpPr>
            <p:cNvPr id="4930" name="Heatmap cell r11 c217"/>
            <p:cNvSpPr/>
            <p:nvPr/>
          </p:nvSpPr>
          <p:spPr>
            <a:xfrm>
              <a:off x="3937384" y="284083"/>
              <a:ext cx="17140" cy="26609"/>
            </a:xfrm>
            <a:prstGeom prst="rect">
              <a:avLst/>
            </a:prstGeom>
            <a:solidFill>
              <a:srgbClr val="F6F8F9"/>
            </a:solidFill>
            <a:ln>
              <a:noFill/>
            </a:ln>
          </p:spPr>
        </p:sp>
        <p:sp>
          <p:nvSpPr>
            <p:cNvPr id="4931" name="Heatmap cell r11 c218"/>
            <p:cNvSpPr/>
            <p:nvPr/>
          </p:nvSpPr>
          <p:spPr>
            <a:xfrm>
              <a:off x="3954429" y="284083"/>
              <a:ext cx="19034" cy="26609"/>
            </a:xfrm>
            <a:prstGeom prst="rect">
              <a:avLst/>
            </a:prstGeom>
            <a:solidFill>
              <a:srgbClr val="F1C3C8"/>
            </a:solidFill>
            <a:ln>
              <a:noFill/>
            </a:ln>
          </p:spPr>
        </p:sp>
        <p:sp>
          <p:nvSpPr>
            <p:cNvPr id="4932" name="Heatmap cell r11 c219"/>
            <p:cNvSpPr/>
            <p:nvPr/>
          </p:nvSpPr>
          <p:spPr>
            <a:xfrm>
              <a:off x="3973368" y="284083"/>
              <a:ext cx="17140" cy="26609"/>
            </a:xfrm>
            <a:prstGeom prst="rect">
              <a:avLst/>
            </a:prstGeom>
            <a:solidFill>
              <a:srgbClr val="E4EBEF"/>
            </a:solidFill>
            <a:ln>
              <a:noFill/>
            </a:ln>
          </p:spPr>
        </p:sp>
        <p:sp>
          <p:nvSpPr>
            <p:cNvPr id="4933" name="Heatmap cell r11 c220"/>
            <p:cNvSpPr/>
            <p:nvPr/>
          </p:nvSpPr>
          <p:spPr>
            <a:xfrm>
              <a:off x="3990412" y="284083"/>
              <a:ext cx="19034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4934" name="Heatmap cell r11 c221"/>
            <p:cNvSpPr/>
            <p:nvPr/>
          </p:nvSpPr>
          <p:spPr>
            <a:xfrm>
              <a:off x="4009351" y="284083"/>
              <a:ext cx="19034" cy="26609"/>
            </a:xfrm>
            <a:prstGeom prst="rect">
              <a:avLst/>
            </a:prstGeom>
            <a:solidFill>
              <a:srgbClr val="F1C0C4"/>
            </a:solidFill>
            <a:ln>
              <a:noFill/>
            </a:ln>
          </p:spPr>
        </p:sp>
        <p:sp>
          <p:nvSpPr>
            <p:cNvPr id="4935" name="Heatmap cell r11 c222"/>
            <p:cNvSpPr/>
            <p:nvPr/>
          </p:nvSpPr>
          <p:spPr>
            <a:xfrm>
              <a:off x="4028290" y="284083"/>
              <a:ext cx="17140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4936" name="Heatmap cell r11 c223"/>
            <p:cNvSpPr/>
            <p:nvPr/>
          </p:nvSpPr>
          <p:spPr>
            <a:xfrm>
              <a:off x="4045335" y="284083"/>
              <a:ext cx="19034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4937" name="Heatmap cell r12 c1"/>
            <p:cNvSpPr/>
            <p:nvPr/>
          </p:nvSpPr>
          <p:spPr>
            <a:xfrm>
              <a:off x="13257" y="310597"/>
              <a:ext cx="45548" cy="26609"/>
            </a:xfrm>
            <a:prstGeom prst="rect">
              <a:avLst/>
            </a:prstGeom>
            <a:solidFill>
              <a:srgbClr val="155B9C"/>
            </a:solidFill>
            <a:ln>
              <a:noFill/>
            </a:ln>
          </p:spPr>
        </p:sp>
        <p:sp>
          <p:nvSpPr>
            <p:cNvPr id="4938" name="Heatmap cell r12 c3"/>
            <p:cNvSpPr/>
            <p:nvPr/>
          </p:nvSpPr>
          <p:spPr>
            <a:xfrm>
              <a:off x="71968" y="310597"/>
              <a:ext cx="17140" cy="26609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4939" name="Heatmap cell r12 c4"/>
            <p:cNvSpPr/>
            <p:nvPr/>
          </p:nvSpPr>
          <p:spPr>
            <a:xfrm>
              <a:off x="89013" y="310597"/>
              <a:ext cx="19034" cy="26609"/>
            </a:xfrm>
            <a:prstGeom prst="rect">
              <a:avLst/>
            </a:prstGeom>
            <a:solidFill>
              <a:srgbClr val="EDAFB5"/>
            </a:solidFill>
            <a:ln>
              <a:noFill/>
            </a:ln>
          </p:spPr>
        </p:sp>
        <p:sp>
          <p:nvSpPr>
            <p:cNvPr id="4940" name="Heatmap cell r12 c5"/>
            <p:cNvSpPr/>
            <p:nvPr/>
          </p:nvSpPr>
          <p:spPr>
            <a:xfrm>
              <a:off x="107951" y="310597"/>
              <a:ext cx="17140" cy="26609"/>
            </a:xfrm>
            <a:prstGeom prst="rect">
              <a:avLst/>
            </a:prstGeom>
            <a:solidFill>
              <a:srgbClr val="D2DDE7"/>
            </a:solidFill>
            <a:ln>
              <a:noFill/>
            </a:ln>
          </p:spPr>
        </p:sp>
        <p:sp>
          <p:nvSpPr>
            <p:cNvPr id="4941" name="Heatmap cell r12 c6"/>
            <p:cNvSpPr/>
            <p:nvPr/>
          </p:nvSpPr>
          <p:spPr>
            <a:xfrm>
              <a:off x="124996" y="310597"/>
              <a:ext cx="19034" cy="26609"/>
            </a:xfrm>
            <a:prstGeom prst="rect">
              <a:avLst/>
            </a:prstGeom>
            <a:solidFill>
              <a:srgbClr val="F9E8E9"/>
            </a:solidFill>
            <a:ln>
              <a:noFill/>
            </a:ln>
          </p:spPr>
        </p:sp>
        <p:sp>
          <p:nvSpPr>
            <p:cNvPr id="4942" name="Heatmap cell r12 c7"/>
            <p:cNvSpPr/>
            <p:nvPr/>
          </p:nvSpPr>
          <p:spPr>
            <a:xfrm>
              <a:off x="143935" y="310597"/>
              <a:ext cx="17140" cy="26609"/>
            </a:xfrm>
            <a:prstGeom prst="rect">
              <a:avLst/>
            </a:prstGeom>
            <a:solidFill>
              <a:srgbClr val="F0F5F8"/>
            </a:solidFill>
            <a:ln>
              <a:noFill/>
            </a:ln>
          </p:spPr>
        </p:sp>
        <p:sp>
          <p:nvSpPr>
            <p:cNvPr id="4943" name="Heatmap cell r12 c8"/>
            <p:cNvSpPr/>
            <p:nvPr/>
          </p:nvSpPr>
          <p:spPr>
            <a:xfrm>
              <a:off x="160980" y="310597"/>
              <a:ext cx="19034" cy="26609"/>
            </a:xfrm>
            <a:prstGeom prst="rect">
              <a:avLst/>
            </a:prstGeom>
            <a:solidFill>
              <a:srgbClr val="FBF3F4"/>
            </a:solidFill>
            <a:ln>
              <a:noFill/>
            </a:ln>
          </p:spPr>
        </p:sp>
        <p:sp>
          <p:nvSpPr>
            <p:cNvPr id="4944" name="Heatmap cell r12 c9"/>
            <p:cNvSpPr/>
            <p:nvPr/>
          </p:nvSpPr>
          <p:spPr>
            <a:xfrm>
              <a:off x="179919" y="310597"/>
              <a:ext cx="19034" cy="26609"/>
            </a:xfrm>
            <a:prstGeom prst="rect">
              <a:avLst/>
            </a:prstGeom>
            <a:solidFill>
              <a:srgbClr val="F5D0D3"/>
            </a:solidFill>
            <a:ln>
              <a:noFill/>
            </a:ln>
          </p:spPr>
        </p:sp>
        <p:sp>
          <p:nvSpPr>
            <p:cNvPr id="4945" name="Heatmap cell r12 c10"/>
            <p:cNvSpPr/>
            <p:nvPr/>
          </p:nvSpPr>
          <p:spPr>
            <a:xfrm>
              <a:off x="198858" y="310597"/>
              <a:ext cx="17140" cy="26609"/>
            </a:xfrm>
            <a:prstGeom prst="rect">
              <a:avLst/>
            </a:prstGeom>
            <a:solidFill>
              <a:srgbClr val="EDB0B6"/>
            </a:solidFill>
            <a:ln>
              <a:noFill/>
            </a:ln>
          </p:spPr>
        </p:sp>
        <p:sp>
          <p:nvSpPr>
            <p:cNvPr id="4946" name="Heatmap cell r12 c11"/>
            <p:cNvSpPr/>
            <p:nvPr/>
          </p:nvSpPr>
          <p:spPr>
            <a:xfrm>
              <a:off x="215903" y="310597"/>
              <a:ext cx="19034" cy="26609"/>
            </a:xfrm>
            <a:prstGeom prst="rect">
              <a:avLst/>
            </a:prstGeom>
            <a:solidFill>
              <a:srgbClr val="EDAEB5"/>
            </a:solidFill>
            <a:ln>
              <a:noFill/>
            </a:ln>
          </p:spPr>
        </p:sp>
        <p:sp>
          <p:nvSpPr>
            <p:cNvPr id="4947" name="Heatmap cell r12 c12"/>
            <p:cNvSpPr/>
            <p:nvPr/>
          </p:nvSpPr>
          <p:spPr>
            <a:xfrm>
              <a:off x="234842" y="310597"/>
              <a:ext cx="17140" cy="26609"/>
            </a:xfrm>
            <a:prstGeom prst="rect">
              <a:avLst/>
            </a:prstGeom>
            <a:solidFill>
              <a:srgbClr val="F3C6CB"/>
            </a:solidFill>
            <a:ln>
              <a:noFill/>
            </a:ln>
          </p:spPr>
        </p:sp>
        <p:sp>
          <p:nvSpPr>
            <p:cNvPr id="4948" name="Heatmap cell r12 c13"/>
            <p:cNvSpPr/>
            <p:nvPr/>
          </p:nvSpPr>
          <p:spPr>
            <a:xfrm>
              <a:off x="251887" y="310597"/>
              <a:ext cx="19034" cy="26609"/>
            </a:xfrm>
            <a:prstGeom prst="rect">
              <a:avLst/>
            </a:prstGeom>
            <a:solidFill>
              <a:srgbClr val="F7DCDF"/>
            </a:solidFill>
            <a:ln>
              <a:noFill/>
            </a:ln>
          </p:spPr>
        </p:sp>
        <p:sp>
          <p:nvSpPr>
            <p:cNvPr id="4949" name="Heatmap cell r12 c14"/>
            <p:cNvSpPr/>
            <p:nvPr/>
          </p:nvSpPr>
          <p:spPr>
            <a:xfrm>
              <a:off x="270825" y="310597"/>
              <a:ext cx="17140" cy="26609"/>
            </a:xfrm>
            <a:prstGeom prst="rect">
              <a:avLst/>
            </a:prstGeom>
            <a:solidFill>
              <a:srgbClr val="D7E1EB"/>
            </a:solidFill>
            <a:ln>
              <a:noFill/>
            </a:ln>
          </p:spPr>
        </p:sp>
        <p:sp>
          <p:nvSpPr>
            <p:cNvPr id="4950" name="Heatmap cell r12 c16"/>
            <p:cNvSpPr/>
            <p:nvPr/>
          </p:nvSpPr>
          <p:spPr>
            <a:xfrm>
              <a:off x="306809" y="310597"/>
              <a:ext cx="17140" cy="26609"/>
            </a:xfrm>
            <a:prstGeom prst="rect">
              <a:avLst/>
            </a:prstGeom>
            <a:solidFill>
              <a:srgbClr val="FAEEEF"/>
            </a:solidFill>
            <a:ln>
              <a:noFill/>
            </a:ln>
          </p:spPr>
        </p:sp>
        <p:sp>
          <p:nvSpPr>
            <p:cNvPr id="4951" name="Heatmap cell r12 c17"/>
            <p:cNvSpPr/>
            <p:nvPr/>
          </p:nvSpPr>
          <p:spPr>
            <a:xfrm>
              <a:off x="323854" y="310597"/>
              <a:ext cx="19034" cy="26609"/>
            </a:xfrm>
            <a:prstGeom prst="rect">
              <a:avLst/>
            </a:prstGeom>
            <a:solidFill>
              <a:srgbClr val="F0F4F7"/>
            </a:solidFill>
            <a:ln>
              <a:noFill/>
            </a:ln>
          </p:spPr>
        </p:sp>
        <p:sp>
          <p:nvSpPr>
            <p:cNvPr id="4952" name="Heatmap cell r12 c18"/>
            <p:cNvSpPr/>
            <p:nvPr/>
          </p:nvSpPr>
          <p:spPr>
            <a:xfrm>
              <a:off x="342793" y="310597"/>
              <a:ext cx="17140" cy="26609"/>
            </a:xfrm>
            <a:prstGeom prst="rect">
              <a:avLst/>
            </a:prstGeom>
            <a:solidFill>
              <a:srgbClr val="E9EEF4"/>
            </a:solidFill>
            <a:ln>
              <a:noFill/>
            </a:ln>
          </p:spPr>
        </p:sp>
        <p:sp>
          <p:nvSpPr>
            <p:cNvPr id="4953" name="Heatmap cell r12 c19"/>
            <p:cNvSpPr/>
            <p:nvPr/>
          </p:nvSpPr>
          <p:spPr>
            <a:xfrm>
              <a:off x="359838" y="310597"/>
              <a:ext cx="19034" cy="26609"/>
            </a:xfrm>
            <a:prstGeom prst="rect">
              <a:avLst/>
            </a:prstGeom>
            <a:solidFill>
              <a:srgbClr val="AABDD2"/>
            </a:solidFill>
            <a:ln>
              <a:noFill/>
            </a:ln>
          </p:spPr>
        </p:sp>
        <p:sp>
          <p:nvSpPr>
            <p:cNvPr id="4954" name="Heatmap cell r12 c20"/>
            <p:cNvSpPr/>
            <p:nvPr/>
          </p:nvSpPr>
          <p:spPr>
            <a:xfrm>
              <a:off x="378777" y="310597"/>
              <a:ext cx="17140" cy="26609"/>
            </a:xfrm>
            <a:prstGeom prst="rect">
              <a:avLst/>
            </a:prstGeom>
            <a:solidFill>
              <a:srgbClr val="F0F5F8"/>
            </a:solidFill>
            <a:ln>
              <a:noFill/>
            </a:ln>
          </p:spPr>
        </p:sp>
        <p:sp>
          <p:nvSpPr>
            <p:cNvPr id="4955" name="Heatmap cell r12 c21"/>
            <p:cNvSpPr/>
            <p:nvPr/>
          </p:nvSpPr>
          <p:spPr>
            <a:xfrm>
              <a:off x="395822" y="310597"/>
              <a:ext cx="19034" cy="26609"/>
            </a:xfrm>
            <a:prstGeom prst="rect">
              <a:avLst/>
            </a:prstGeom>
            <a:solidFill>
              <a:srgbClr val="E6EBF1"/>
            </a:solidFill>
            <a:ln>
              <a:noFill/>
            </a:ln>
          </p:spPr>
        </p:sp>
        <p:sp>
          <p:nvSpPr>
            <p:cNvPr id="4956" name="Heatmap cell r12 c22"/>
            <p:cNvSpPr/>
            <p:nvPr/>
          </p:nvSpPr>
          <p:spPr>
            <a:xfrm>
              <a:off x="414760" y="310597"/>
              <a:ext cx="19034" cy="26609"/>
            </a:xfrm>
            <a:prstGeom prst="rect">
              <a:avLst/>
            </a:prstGeom>
            <a:solidFill>
              <a:srgbClr val="D0DBE6"/>
            </a:solidFill>
            <a:ln>
              <a:noFill/>
            </a:ln>
          </p:spPr>
        </p:sp>
        <p:sp>
          <p:nvSpPr>
            <p:cNvPr id="4957" name="Heatmap cell r12 c24"/>
            <p:cNvSpPr/>
            <p:nvPr/>
          </p:nvSpPr>
          <p:spPr>
            <a:xfrm>
              <a:off x="450744" y="310597"/>
              <a:ext cx="19034" cy="26609"/>
            </a:xfrm>
            <a:prstGeom prst="rect">
              <a:avLst/>
            </a:prstGeom>
            <a:solidFill>
              <a:srgbClr val="DA4E5B"/>
            </a:solidFill>
            <a:ln>
              <a:noFill/>
            </a:ln>
          </p:spPr>
        </p:sp>
        <p:sp>
          <p:nvSpPr>
            <p:cNvPr id="4958" name="Heatmap cell r12 c25"/>
            <p:cNvSpPr/>
            <p:nvPr/>
          </p:nvSpPr>
          <p:spPr>
            <a:xfrm>
              <a:off x="469683" y="310597"/>
              <a:ext cx="17140" cy="26609"/>
            </a:xfrm>
            <a:prstGeom prst="rect">
              <a:avLst/>
            </a:prstGeom>
            <a:solidFill>
              <a:srgbClr val="E9EDF3"/>
            </a:solidFill>
            <a:ln>
              <a:noFill/>
            </a:ln>
          </p:spPr>
        </p:sp>
        <p:sp>
          <p:nvSpPr>
            <p:cNvPr id="4959" name="Heatmap cell r12 c26"/>
            <p:cNvSpPr/>
            <p:nvPr/>
          </p:nvSpPr>
          <p:spPr>
            <a:xfrm>
              <a:off x="486728" y="310597"/>
              <a:ext cx="19034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4960" name="Heatmap cell r12 c27"/>
            <p:cNvSpPr/>
            <p:nvPr/>
          </p:nvSpPr>
          <p:spPr>
            <a:xfrm>
              <a:off x="505667" y="310597"/>
              <a:ext cx="17140" cy="26609"/>
            </a:xfrm>
            <a:prstGeom prst="rect">
              <a:avLst/>
            </a:prstGeom>
            <a:solidFill>
              <a:srgbClr val="EEF3F6"/>
            </a:solidFill>
            <a:ln>
              <a:noFill/>
            </a:ln>
          </p:spPr>
        </p:sp>
        <p:sp>
          <p:nvSpPr>
            <p:cNvPr id="4961" name="Heatmap cell r12 c29"/>
            <p:cNvSpPr/>
            <p:nvPr/>
          </p:nvSpPr>
          <p:spPr>
            <a:xfrm>
              <a:off x="541651" y="310597"/>
              <a:ext cx="17140" cy="26609"/>
            </a:xfrm>
            <a:prstGeom prst="rect">
              <a:avLst/>
            </a:prstGeom>
            <a:solidFill>
              <a:srgbClr val="E9959E"/>
            </a:solidFill>
            <a:ln>
              <a:noFill/>
            </a:ln>
          </p:spPr>
        </p:sp>
        <p:sp>
          <p:nvSpPr>
            <p:cNvPr id="4962" name="Heatmap cell r12 c30"/>
            <p:cNvSpPr/>
            <p:nvPr/>
          </p:nvSpPr>
          <p:spPr>
            <a:xfrm>
              <a:off x="558696" y="310597"/>
              <a:ext cx="19034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4963" name="Heatmap cell r12 c32"/>
            <p:cNvSpPr/>
            <p:nvPr/>
          </p:nvSpPr>
          <p:spPr>
            <a:xfrm>
              <a:off x="594679" y="310597"/>
              <a:ext cx="19034" cy="26609"/>
            </a:xfrm>
            <a:prstGeom prst="rect">
              <a:avLst/>
            </a:prstGeom>
            <a:solidFill>
              <a:srgbClr val="EBA2A9"/>
            </a:solidFill>
            <a:ln>
              <a:noFill/>
            </a:ln>
          </p:spPr>
        </p:sp>
        <p:sp>
          <p:nvSpPr>
            <p:cNvPr id="4964" name="Heatmap cell r12 c33"/>
            <p:cNvSpPr/>
            <p:nvPr/>
          </p:nvSpPr>
          <p:spPr>
            <a:xfrm>
              <a:off x="613618" y="310597"/>
              <a:ext cx="17140" cy="26609"/>
            </a:xfrm>
            <a:prstGeom prst="rect">
              <a:avLst/>
            </a:prstGeom>
            <a:solidFill>
              <a:srgbClr val="FAEEEF"/>
            </a:solidFill>
            <a:ln>
              <a:noFill/>
            </a:ln>
          </p:spPr>
        </p:sp>
        <p:sp>
          <p:nvSpPr>
            <p:cNvPr id="4965" name="Heatmap cell r12 c34"/>
            <p:cNvSpPr/>
            <p:nvPr/>
          </p:nvSpPr>
          <p:spPr>
            <a:xfrm>
              <a:off x="630663" y="310597"/>
              <a:ext cx="19034" cy="26609"/>
            </a:xfrm>
            <a:prstGeom prst="rect">
              <a:avLst/>
            </a:prstGeom>
            <a:solidFill>
              <a:srgbClr val="ECACB1"/>
            </a:solidFill>
            <a:ln>
              <a:noFill/>
            </a:ln>
          </p:spPr>
        </p:sp>
        <p:sp>
          <p:nvSpPr>
            <p:cNvPr id="4966" name="Heatmap cell r12 c36"/>
            <p:cNvSpPr/>
            <p:nvPr/>
          </p:nvSpPr>
          <p:spPr>
            <a:xfrm>
              <a:off x="668541" y="310597"/>
              <a:ext cx="17140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4967" name="Heatmap cell r12 c37"/>
            <p:cNvSpPr/>
            <p:nvPr/>
          </p:nvSpPr>
          <p:spPr>
            <a:xfrm>
              <a:off x="685586" y="310597"/>
              <a:ext cx="19034" cy="26609"/>
            </a:xfrm>
            <a:prstGeom prst="rect">
              <a:avLst/>
            </a:prstGeom>
            <a:solidFill>
              <a:srgbClr val="F3C7CC"/>
            </a:solidFill>
            <a:ln>
              <a:noFill/>
            </a:ln>
          </p:spPr>
        </p:sp>
        <p:sp>
          <p:nvSpPr>
            <p:cNvPr id="4968" name="Heatmap cell r12 c38"/>
            <p:cNvSpPr/>
            <p:nvPr/>
          </p:nvSpPr>
          <p:spPr>
            <a:xfrm>
              <a:off x="704525" y="310597"/>
              <a:ext cx="17140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4969" name="Heatmap cell r12 c39"/>
            <p:cNvSpPr/>
            <p:nvPr/>
          </p:nvSpPr>
          <p:spPr>
            <a:xfrm>
              <a:off x="721570" y="310597"/>
              <a:ext cx="19034" cy="26609"/>
            </a:xfrm>
            <a:prstGeom prst="rect">
              <a:avLst/>
            </a:prstGeom>
            <a:solidFill>
              <a:srgbClr val="EA9AA1"/>
            </a:solidFill>
            <a:ln>
              <a:noFill/>
            </a:ln>
          </p:spPr>
        </p:sp>
        <p:sp>
          <p:nvSpPr>
            <p:cNvPr id="4970" name="Heatmap cell r12 c40"/>
            <p:cNvSpPr/>
            <p:nvPr/>
          </p:nvSpPr>
          <p:spPr>
            <a:xfrm>
              <a:off x="740508" y="310597"/>
              <a:ext cx="17140" cy="26609"/>
            </a:xfrm>
            <a:prstGeom prst="rect">
              <a:avLst/>
            </a:prstGeom>
            <a:solidFill>
              <a:srgbClr val="EBF0F6"/>
            </a:solidFill>
            <a:ln>
              <a:noFill/>
            </a:ln>
          </p:spPr>
        </p:sp>
        <p:sp>
          <p:nvSpPr>
            <p:cNvPr id="4971" name="Heatmap cell r12 c41"/>
            <p:cNvSpPr/>
            <p:nvPr/>
          </p:nvSpPr>
          <p:spPr>
            <a:xfrm>
              <a:off x="757553" y="310597"/>
              <a:ext cx="19034" cy="26609"/>
            </a:xfrm>
            <a:prstGeom prst="rect">
              <a:avLst/>
            </a:prstGeom>
            <a:solidFill>
              <a:srgbClr val="E2EAEF"/>
            </a:solidFill>
            <a:ln>
              <a:noFill/>
            </a:ln>
          </p:spPr>
        </p:sp>
        <p:sp>
          <p:nvSpPr>
            <p:cNvPr id="4972" name="Heatmap cell r12 c42"/>
            <p:cNvSpPr/>
            <p:nvPr/>
          </p:nvSpPr>
          <p:spPr>
            <a:xfrm>
              <a:off x="776492" y="310597"/>
              <a:ext cx="17140" cy="26609"/>
            </a:xfrm>
            <a:prstGeom prst="rect">
              <a:avLst/>
            </a:prstGeom>
            <a:solidFill>
              <a:srgbClr val="EDAFB5"/>
            </a:solidFill>
            <a:ln>
              <a:noFill/>
            </a:ln>
          </p:spPr>
        </p:sp>
        <p:sp>
          <p:nvSpPr>
            <p:cNvPr id="4973" name="Heatmap cell r12 c43"/>
            <p:cNvSpPr/>
            <p:nvPr/>
          </p:nvSpPr>
          <p:spPr>
            <a:xfrm>
              <a:off x="793537" y="310597"/>
              <a:ext cx="19034" cy="26609"/>
            </a:xfrm>
            <a:prstGeom prst="rect">
              <a:avLst/>
            </a:prstGeom>
            <a:solidFill>
              <a:srgbClr val="D5DFEA"/>
            </a:solidFill>
            <a:ln>
              <a:noFill/>
            </a:ln>
          </p:spPr>
        </p:sp>
        <p:sp>
          <p:nvSpPr>
            <p:cNvPr id="4974" name="Heatmap cell r12 c44"/>
            <p:cNvSpPr/>
            <p:nvPr/>
          </p:nvSpPr>
          <p:spPr>
            <a:xfrm>
              <a:off x="812476" y="310597"/>
              <a:ext cx="17140" cy="26609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</p:sp>
        <p:sp>
          <p:nvSpPr>
            <p:cNvPr id="4975" name="Heatmap cell r12 c45"/>
            <p:cNvSpPr/>
            <p:nvPr/>
          </p:nvSpPr>
          <p:spPr>
            <a:xfrm>
              <a:off x="829521" y="310597"/>
              <a:ext cx="19034" cy="26609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4976" name="Heatmap cell r12 c47"/>
            <p:cNvSpPr/>
            <p:nvPr/>
          </p:nvSpPr>
          <p:spPr>
            <a:xfrm>
              <a:off x="865505" y="310597"/>
              <a:ext cx="19034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4977" name="Heatmap cell r12 c48"/>
            <p:cNvSpPr/>
            <p:nvPr/>
          </p:nvSpPr>
          <p:spPr>
            <a:xfrm>
              <a:off x="884444" y="310597"/>
              <a:ext cx="19034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4978" name="Heatmap cell r12 c49"/>
            <p:cNvSpPr/>
            <p:nvPr/>
          </p:nvSpPr>
          <p:spPr>
            <a:xfrm>
              <a:off x="903382" y="310597"/>
              <a:ext cx="17140" cy="26609"/>
            </a:xfrm>
            <a:prstGeom prst="rect">
              <a:avLst/>
            </a:prstGeom>
            <a:solidFill>
              <a:srgbClr val="E9979F"/>
            </a:solidFill>
            <a:ln>
              <a:noFill/>
            </a:ln>
          </p:spPr>
        </p:sp>
        <p:sp>
          <p:nvSpPr>
            <p:cNvPr id="4979" name="Heatmap cell r12 c50"/>
            <p:cNvSpPr/>
            <p:nvPr/>
          </p:nvSpPr>
          <p:spPr>
            <a:xfrm>
              <a:off x="920427" y="310597"/>
              <a:ext cx="19034" cy="26609"/>
            </a:xfrm>
            <a:prstGeom prst="rect">
              <a:avLst/>
            </a:prstGeom>
            <a:solidFill>
              <a:srgbClr val="F4CACD"/>
            </a:solidFill>
            <a:ln>
              <a:noFill/>
            </a:ln>
          </p:spPr>
        </p:sp>
        <p:sp>
          <p:nvSpPr>
            <p:cNvPr id="4980" name="Heatmap cell r12 c51"/>
            <p:cNvSpPr/>
            <p:nvPr/>
          </p:nvSpPr>
          <p:spPr>
            <a:xfrm>
              <a:off x="939366" y="310597"/>
              <a:ext cx="17140" cy="26609"/>
            </a:xfrm>
            <a:prstGeom prst="rect">
              <a:avLst/>
            </a:prstGeom>
            <a:solidFill>
              <a:srgbClr val="F5CED2"/>
            </a:solidFill>
            <a:ln>
              <a:noFill/>
            </a:ln>
          </p:spPr>
        </p:sp>
        <p:sp>
          <p:nvSpPr>
            <p:cNvPr id="4981" name="Heatmap cell r12 c52"/>
            <p:cNvSpPr/>
            <p:nvPr/>
          </p:nvSpPr>
          <p:spPr>
            <a:xfrm>
              <a:off x="956411" y="310597"/>
              <a:ext cx="19034" cy="26609"/>
            </a:xfrm>
            <a:prstGeom prst="rect">
              <a:avLst/>
            </a:prstGeom>
            <a:solidFill>
              <a:srgbClr val="FCF8F9"/>
            </a:solidFill>
            <a:ln>
              <a:noFill/>
            </a:ln>
          </p:spPr>
        </p:sp>
        <p:sp>
          <p:nvSpPr>
            <p:cNvPr id="4982" name="Heatmap cell r12 c53"/>
            <p:cNvSpPr/>
            <p:nvPr/>
          </p:nvSpPr>
          <p:spPr>
            <a:xfrm>
              <a:off x="975350" y="310597"/>
              <a:ext cx="17140" cy="26609"/>
            </a:xfrm>
            <a:prstGeom prst="rect">
              <a:avLst/>
            </a:prstGeom>
            <a:solidFill>
              <a:srgbClr val="F7D3D6"/>
            </a:solidFill>
            <a:ln>
              <a:noFill/>
            </a:ln>
          </p:spPr>
        </p:sp>
        <p:sp>
          <p:nvSpPr>
            <p:cNvPr id="4983" name="Heatmap cell r12 c54"/>
            <p:cNvSpPr/>
            <p:nvPr/>
          </p:nvSpPr>
          <p:spPr>
            <a:xfrm>
              <a:off x="992395" y="310597"/>
              <a:ext cx="19034" cy="26609"/>
            </a:xfrm>
            <a:prstGeom prst="rect">
              <a:avLst/>
            </a:prstGeom>
            <a:solidFill>
              <a:srgbClr val="F8F8FA"/>
            </a:solidFill>
            <a:ln>
              <a:noFill/>
            </a:ln>
          </p:spPr>
        </p:sp>
        <p:sp>
          <p:nvSpPr>
            <p:cNvPr id="4984" name="Heatmap cell r12 c56"/>
            <p:cNvSpPr/>
            <p:nvPr/>
          </p:nvSpPr>
          <p:spPr>
            <a:xfrm>
              <a:off x="1028379" y="310597"/>
              <a:ext cx="19034" cy="26609"/>
            </a:xfrm>
            <a:prstGeom prst="rect">
              <a:avLst/>
            </a:prstGeom>
            <a:solidFill>
              <a:srgbClr val="F2C8CD"/>
            </a:solidFill>
            <a:ln>
              <a:noFill/>
            </a:ln>
          </p:spPr>
        </p:sp>
        <p:sp>
          <p:nvSpPr>
            <p:cNvPr id="4985" name="Heatmap cell r12 c57"/>
            <p:cNvSpPr/>
            <p:nvPr/>
          </p:nvSpPr>
          <p:spPr>
            <a:xfrm>
              <a:off x="1047318" y="310597"/>
              <a:ext cx="17140" cy="26609"/>
            </a:xfrm>
            <a:prstGeom prst="rect">
              <a:avLst/>
            </a:prstGeom>
            <a:solidFill>
              <a:srgbClr val="EFB8BD"/>
            </a:solidFill>
            <a:ln>
              <a:noFill/>
            </a:ln>
          </p:spPr>
        </p:sp>
        <p:sp>
          <p:nvSpPr>
            <p:cNvPr id="4986" name="Heatmap cell r12 c58"/>
            <p:cNvSpPr/>
            <p:nvPr/>
          </p:nvSpPr>
          <p:spPr>
            <a:xfrm>
              <a:off x="1064363" y="310597"/>
              <a:ext cx="19034" cy="26609"/>
            </a:xfrm>
            <a:prstGeom prst="rect">
              <a:avLst/>
            </a:prstGeom>
            <a:solidFill>
              <a:srgbClr val="F0BDC2"/>
            </a:solidFill>
            <a:ln>
              <a:noFill/>
            </a:ln>
          </p:spPr>
        </p:sp>
        <p:sp>
          <p:nvSpPr>
            <p:cNvPr id="4987" name="Heatmap cell r12 c59"/>
            <p:cNvSpPr/>
            <p:nvPr/>
          </p:nvSpPr>
          <p:spPr>
            <a:xfrm>
              <a:off x="1083301" y="310597"/>
              <a:ext cx="17140" cy="26609"/>
            </a:xfrm>
            <a:prstGeom prst="rect">
              <a:avLst/>
            </a:prstGeom>
            <a:solidFill>
              <a:srgbClr val="EFB7BB"/>
            </a:solidFill>
            <a:ln>
              <a:noFill/>
            </a:ln>
          </p:spPr>
        </p:sp>
        <p:sp>
          <p:nvSpPr>
            <p:cNvPr id="4988" name="Heatmap cell r12 c60"/>
            <p:cNvSpPr/>
            <p:nvPr/>
          </p:nvSpPr>
          <p:spPr>
            <a:xfrm>
              <a:off x="1100346" y="310597"/>
              <a:ext cx="19034" cy="26609"/>
            </a:xfrm>
            <a:prstGeom prst="rect">
              <a:avLst/>
            </a:prstGeom>
            <a:solidFill>
              <a:srgbClr val="F1C4C7"/>
            </a:solidFill>
            <a:ln>
              <a:noFill/>
            </a:ln>
          </p:spPr>
        </p:sp>
        <p:sp>
          <p:nvSpPr>
            <p:cNvPr id="4989" name="Heatmap cell r12 c61"/>
            <p:cNvSpPr/>
            <p:nvPr/>
          </p:nvSpPr>
          <p:spPr>
            <a:xfrm>
              <a:off x="1119285" y="310597"/>
              <a:ext cx="19034" cy="26609"/>
            </a:xfrm>
            <a:prstGeom prst="rect">
              <a:avLst/>
            </a:prstGeom>
            <a:solidFill>
              <a:srgbClr val="E4EBEF"/>
            </a:solidFill>
            <a:ln>
              <a:noFill/>
            </a:ln>
          </p:spPr>
        </p:sp>
        <p:sp>
          <p:nvSpPr>
            <p:cNvPr id="4990" name="Heatmap cell r12 c62"/>
            <p:cNvSpPr/>
            <p:nvPr/>
          </p:nvSpPr>
          <p:spPr>
            <a:xfrm>
              <a:off x="1138224" y="310597"/>
              <a:ext cx="17140" cy="26609"/>
            </a:xfrm>
            <a:prstGeom prst="rect">
              <a:avLst/>
            </a:prstGeom>
            <a:solidFill>
              <a:srgbClr val="FCF8F9"/>
            </a:solidFill>
            <a:ln>
              <a:noFill/>
            </a:ln>
          </p:spPr>
        </p:sp>
        <p:sp>
          <p:nvSpPr>
            <p:cNvPr id="4991" name="Heatmap cell r12 c63"/>
            <p:cNvSpPr/>
            <p:nvPr/>
          </p:nvSpPr>
          <p:spPr>
            <a:xfrm>
              <a:off x="1155269" y="310597"/>
              <a:ext cx="19034" cy="26609"/>
            </a:xfrm>
            <a:prstGeom prst="rect">
              <a:avLst/>
            </a:prstGeom>
            <a:solidFill>
              <a:srgbClr val="EFB7BB"/>
            </a:solidFill>
            <a:ln>
              <a:noFill/>
            </a:ln>
          </p:spPr>
        </p:sp>
        <p:sp>
          <p:nvSpPr>
            <p:cNvPr id="4992" name="Heatmap cell r12 c64"/>
            <p:cNvSpPr/>
            <p:nvPr/>
          </p:nvSpPr>
          <p:spPr>
            <a:xfrm>
              <a:off x="1174208" y="310597"/>
              <a:ext cx="17140" cy="26609"/>
            </a:xfrm>
            <a:prstGeom prst="rect">
              <a:avLst/>
            </a:prstGeom>
            <a:solidFill>
              <a:srgbClr val="EFB8BD"/>
            </a:solidFill>
            <a:ln>
              <a:noFill/>
            </a:ln>
          </p:spPr>
        </p:sp>
        <p:sp>
          <p:nvSpPr>
            <p:cNvPr id="4993" name="Heatmap cell r12 c65"/>
            <p:cNvSpPr/>
            <p:nvPr/>
          </p:nvSpPr>
          <p:spPr>
            <a:xfrm>
              <a:off x="1191253" y="310597"/>
              <a:ext cx="19034" cy="26609"/>
            </a:xfrm>
            <a:prstGeom prst="rect">
              <a:avLst/>
            </a:prstGeom>
            <a:solidFill>
              <a:srgbClr val="F1C0C6"/>
            </a:solidFill>
            <a:ln>
              <a:noFill/>
            </a:ln>
          </p:spPr>
        </p:sp>
        <p:sp>
          <p:nvSpPr>
            <p:cNvPr id="4994" name="Heatmap cell r12 c66"/>
            <p:cNvSpPr/>
            <p:nvPr/>
          </p:nvSpPr>
          <p:spPr>
            <a:xfrm>
              <a:off x="1210192" y="310597"/>
              <a:ext cx="17140" cy="26609"/>
            </a:xfrm>
            <a:prstGeom prst="rect">
              <a:avLst/>
            </a:prstGeom>
            <a:solidFill>
              <a:srgbClr val="F4CED1"/>
            </a:solidFill>
            <a:ln>
              <a:noFill/>
            </a:ln>
          </p:spPr>
        </p:sp>
        <p:sp>
          <p:nvSpPr>
            <p:cNvPr id="4995" name="Heatmap cell r12 c67"/>
            <p:cNvSpPr/>
            <p:nvPr/>
          </p:nvSpPr>
          <p:spPr>
            <a:xfrm>
              <a:off x="1227236" y="310597"/>
              <a:ext cx="19034" cy="26609"/>
            </a:xfrm>
            <a:prstGeom prst="rect">
              <a:avLst/>
            </a:prstGeom>
            <a:solidFill>
              <a:srgbClr val="EDACB3"/>
            </a:solidFill>
            <a:ln>
              <a:noFill/>
            </a:ln>
          </p:spPr>
        </p:sp>
        <p:sp>
          <p:nvSpPr>
            <p:cNvPr id="4996" name="Heatmap cell r12 c68"/>
            <p:cNvSpPr/>
            <p:nvPr/>
          </p:nvSpPr>
          <p:spPr>
            <a:xfrm>
              <a:off x="1246175" y="310597"/>
              <a:ext cx="17140" cy="26609"/>
            </a:xfrm>
            <a:prstGeom prst="rect">
              <a:avLst/>
            </a:prstGeom>
            <a:solidFill>
              <a:srgbClr val="F5CFD2"/>
            </a:solidFill>
            <a:ln>
              <a:noFill/>
            </a:ln>
          </p:spPr>
        </p:sp>
        <p:sp>
          <p:nvSpPr>
            <p:cNvPr id="4997" name="Heatmap cell r12 c69"/>
            <p:cNvSpPr/>
            <p:nvPr/>
          </p:nvSpPr>
          <p:spPr>
            <a:xfrm>
              <a:off x="1263220" y="310597"/>
              <a:ext cx="19034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4998" name="Heatmap cell r12 c70"/>
            <p:cNvSpPr/>
            <p:nvPr/>
          </p:nvSpPr>
          <p:spPr>
            <a:xfrm>
              <a:off x="1282159" y="310597"/>
              <a:ext cx="17140" cy="26609"/>
            </a:xfrm>
            <a:prstGeom prst="rect">
              <a:avLst/>
            </a:prstGeom>
            <a:solidFill>
              <a:srgbClr val="E9959D"/>
            </a:solidFill>
            <a:ln>
              <a:noFill/>
            </a:ln>
          </p:spPr>
        </p:sp>
        <p:sp>
          <p:nvSpPr>
            <p:cNvPr id="4999" name="Heatmap cell r12 c71"/>
            <p:cNvSpPr/>
            <p:nvPr/>
          </p:nvSpPr>
          <p:spPr>
            <a:xfrm>
              <a:off x="1299204" y="310597"/>
              <a:ext cx="19034" cy="26609"/>
            </a:xfrm>
            <a:prstGeom prst="rect">
              <a:avLst/>
            </a:prstGeom>
            <a:solidFill>
              <a:srgbClr val="E78E95"/>
            </a:solidFill>
            <a:ln>
              <a:noFill/>
            </a:ln>
          </p:spPr>
        </p:sp>
        <p:sp>
          <p:nvSpPr>
            <p:cNvPr id="5000" name="Heatmap cell r12 c72"/>
            <p:cNvSpPr/>
            <p:nvPr/>
          </p:nvSpPr>
          <p:spPr>
            <a:xfrm>
              <a:off x="1318143" y="310597"/>
              <a:ext cx="17140" cy="26609"/>
            </a:xfrm>
            <a:prstGeom prst="rect">
              <a:avLst/>
            </a:prstGeom>
            <a:solidFill>
              <a:srgbClr val="A0B7CE"/>
            </a:solidFill>
            <a:ln>
              <a:noFill/>
            </a:ln>
          </p:spPr>
        </p:sp>
        <p:sp>
          <p:nvSpPr>
            <p:cNvPr id="5001" name="Heatmap cell r12 c73"/>
            <p:cNvSpPr/>
            <p:nvPr/>
          </p:nvSpPr>
          <p:spPr>
            <a:xfrm>
              <a:off x="1335188" y="310597"/>
              <a:ext cx="19034" cy="26609"/>
            </a:xfrm>
            <a:prstGeom prst="rect">
              <a:avLst/>
            </a:prstGeom>
            <a:solidFill>
              <a:srgbClr val="F3C5C8"/>
            </a:solidFill>
            <a:ln>
              <a:noFill/>
            </a:ln>
          </p:spPr>
        </p:sp>
        <p:sp>
          <p:nvSpPr>
            <p:cNvPr id="5002" name="Heatmap cell r12 c74"/>
            <p:cNvSpPr/>
            <p:nvPr/>
          </p:nvSpPr>
          <p:spPr>
            <a:xfrm>
              <a:off x="1354127" y="310597"/>
              <a:ext cx="17140" cy="26609"/>
            </a:xfrm>
            <a:prstGeom prst="rect">
              <a:avLst/>
            </a:prstGeom>
            <a:solidFill>
              <a:srgbClr val="F9E8E9"/>
            </a:solidFill>
            <a:ln>
              <a:noFill/>
            </a:ln>
          </p:spPr>
        </p:sp>
        <p:sp>
          <p:nvSpPr>
            <p:cNvPr id="5003" name="Heatmap cell r12 c75"/>
            <p:cNvSpPr/>
            <p:nvPr/>
          </p:nvSpPr>
          <p:spPr>
            <a:xfrm>
              <a:off x="1371172" y="310597"/>
              <a:ext cx="19034" cy="26609"/>
            </a:xfrm>
            <a:prstGeom prst="rect">
              <a:avLst/>
            </a:prstGeom>
            <a:solidFill>
              <a:srgbClr val="FAEEEF"/>
            </a:solidFill>
            <a:ln>
              <a:noFill/>
            </a:ln>
          </p:spPr>
        </p:sp>
        <p:sp>
          <p:nvSpPr>
            <p:cNvPr id="5004" name="Heatmap cell r12 c77"/>
            <p:cNvSpPr/>
            <p:nvPr/>
          </p:nvSpPr>
          <p:spPr>
            <a:xfrm>
              <a:off x="1409049" y="310597"/>
              <a:ext cx="17140" cy="26609"/>
            </a:xfrm>
            <a:prstGeom prst="rect">
              <a:avLst/>
            </a:prstGeom>
            <a:solidFill>
              <a:srgbClr val="F0BDC2"/>
            </a:solidFill>
            <a:ln>
              <a:noFill/>
            </a:ln>
          </p:spPr>
        </p:sp>
        <p:sp>
          <p:nvSpPr>
            <p:cNvPr id="5005" name="Heatmap cell r12 c78"/>
            <p:cNvSpPr/>
            <p:nvPr/>
          </p:nvSpPr>
          <p:spPr>
            <a:xfrm>
              <a:off x="1426094" y="310597"/>
              <a:ext cx="19034" cy="26609"/>
            </a:xfrm>
            <a:prstGeom prst="rect">
              <a:avLst/>
            </a:prstGeom>
            <a:solidFill>
              <a:srgbClr val="C5D3E0"/>
            </a:solidFill>
            <a:ln>
              <a:noFill/>
            </a:ln>
          </p:spPr>
        </p:sp>
        <p:sp>
          <p:nvSpPr>
            <p:cNvPr id="5006" name="Heatmap cell r12 c79"/>
            <p:cNvSpPr/>
            <p:nvPr/>
          </p:nvSpPr>
          <p:spPr>
            <a:xfrm>
              <a:off x="1445033" y="310597"/>
              <a:ext cx="17140" cy="26609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5007" name="Heatmap cell r12 c80"/>
            <p:cNvSpPr/>
            <p:nvPr/>
          </p:nvSpPr>
          <p:spPr>
            <a:xfrm>
              <a:off x="1462078" y="310597"/>
              <a:ext cx="19034" cy="26609"/>
            </a:xfrm>
            <a:prstGeom prst="rect">
              <a:avLst/>
            </a:prstGeom>
            <a:solidFill>
              <a:srgbClr val="EFB6BA"/>
            </a:solidFill>
            <a:ln>
              <a:noFill/>
            </a:ln>
          </p:spPr>
        </p:sp>
        <p:sp>
          <p:nvSpPr>
            <p:cNvPr id="5008" name="Heatmap cell r12 c81"/>
            <p:cNvSpPr/>
            <p:nvPr/>
          </p:nvSpPr>
          <p:spPr>
            <a:xfrm>
              <a:off x="1481017" y="310597"/>
              <a:ext cx="17140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5009" name="Heatmap cell r12 c82"/>
            <p:cNvSpPr/>
            <p:nvPr/>
          </p:nvSpPr>
          <p:spPr>
            <a:xfrm>
              <a:off x="1498062" y="310597"/>
              <a:ext cx="19034" cy="26609"/>
            </a:xfrm>
            <a:prstGeom prst="rect">
              <a:avLst/>
            </a:prstGeom>
            <a:solidFill>
              <a:srgbClr val="F7E2E4"/>
            </a:solidFill>
            <a:ln>
              <a:noFill/>
            </a:ln>
          </p:spPr>
        </p:sp>
        <p:sp>
          <p:nvSpPr>
            <p:cNvPr id="5010" name="Heatmap cell r12 c83"/>
            <p:cNvSpPr/>
            <p:nvPr/>
          </p:nvSpPr>
          <p:spPr>
            <a:xfrm>
              <a:off x="1517001" y="310597"/>
              <a:ext cx="17140" cy="26609"/>
            </a:xfrm>
            <a:prstGeom prst="rect">
              <a:avLst/>
            </a:prstGeom>
            <a:solidFill>
              <a:srgbClr val="FBF3F4"/>
            </a:solidFill>
            <a:ln>
              <a:noFill/>
            </a:ln>
          </p:spPr>
        </p:sp>
        <p:sp>
          <p:nvSpPr>
            <p:cNvPr id="5011" name="Heatmap cell r12 c84"/>
            <p:cNvSpPr/>
            <p:nvPr/>
          </p:nvSpPr>
          <p:spPr>
            <a:xfrm>
              <a:off x="1534046" y="310597"/>
              <a:ext cx="19034" cy="26609"/>
            </a:xfrm>
            <a:prstGeom prst="rect">
              <a:avLst/>
            </a:prstGeom>
            <a:solidFill>
              <a:srgbClr val="D1DCE7"/>
            </a:solidFill>
            <a:ln>
              <a:noFill/>
            </a:ln>
          </p:spPr>
        </p:sp>
        <p:sp>
          <p:nvSpPr>
            <p:cNvPr id="5012" name="Heatmap cell r12 c85"/>
            <p:cNvSpPr/>
            <p:nvPr/>
          </p:nvSpPr>
          <p:spPr>
            <a:xfrm>
              <a:off x="1552984" y="310597"/>
              <a:ext cx="17140" cy="26609"/>
            </a:xfrm>
            <a:prstGeom prst="rect">
              <a:avLst/>
            </a:prstGeom>
            <a:solidFill>
              <a:srgbClr val="F5F7F9"/>
            </a:solidFill>
            <a:ln>
              <a:noFill/>
            </a:ln>
          </p:spPr>
        </p:sp>
        <p:sp>
          <p:nvSpPr>
            <p:cNvPr id="5013" name="Heatmap cell r12 c86"/>
            <p:cNvSpPr/>
            <p:nvPr/>
          </p:nvSpPr>
          <p:spPr>
            <a:xfrm>
              <a:off x="1570029" y="310597"/>
              <a:ext cx="19034" cy="26609"/>
            </a:xfrm>
            <a:prstGeom prst="rect">
              <a:avLst/>
            </a:prstGeom>
            <a:solidFill>
              <a:srgbClr val="E38088"/>
            </a:solidFill>
            <a:ln>
              <a:noFill/>
            </a:ln>
          </p:spPr>
        </p:sp>
        <p:sp>
          <p:nvSpPr>
            <p:cNvPr id="5014" name="Heatmap cell r12 c87"/>
            <p:cNvSpPr/>
            <p:nvPr/>
          </p:nvSpPr>
          <p:spPr>
            <a:xfrm>
              <a:off x="1588968" y="310597"/>
              <a:ext cx="17140" cy="26609"/>
            </a:xfrm>
            <a:prstGeom prst="rect">
              <a:avLst/>
            </a:prstGeom>
            <a:solidFill>
              <a:srgbClr val="DBE3EB"/>
            </a:solidFill>
            <a:ln>
              <a:noFill/>
            </a:ln>
          </p:spPr>
        </p:sp>
        <p:sp>
          <p:nvSpPr>
            <p:cNvPr id="5015" name="Heatmap cell r12 c88"/>
            <p:cNvSpPr/>
            <p:nvPr/>
          </p:nvSpPr>
          <p:spPr>
            <a:xfrm>
              <a:off x="1606013" y="310597"/>
              <a:ext cx="19034" cy="26609"/>
            </a:xfrm>
            <a:prstGeom prst="rect">
              <a:avLst/>
            </a:prstGeom>
            <a:solidFill>
              <a:srgbClr val="EFB5BA"/>
            </a:solidFill>
            <a:ln>
              <a:noFill/>
            </a:ln>
          </p:spPr>
        </p:sp>
        <p:sp>
          <p:nvSpPr>
            <p:cNvPr id="5016" name="Heatmap cell r12 c91"/>
            <p:cNvSpPr/>
            <p:nvPr/>
          </p:nvSpPr>
          <p:spPr>
            <a:xfrm>
              <a:off x="1660936" y="310597"/>
              <a:ext cx="19034" cy="26609"/>
            </a:xfrm>
            <a:prstGeom prst="rect">
              <a:avLst/>
            </a:prstGeom>
            <a:solidFill>
              <a:srgbClr val="B9C9DB"/>
            </a:solidFill>
            <a:ln>
              <a:noFill/>
            </a:ln>
          </p:spPr>
        </p:sp>
        <p:sp>
          <p:nvSpPr>
            <p:cNvPr id="5017" name="Heatmap cell r12 c92"/>
            <p:cNvSpPr/>
            <p:nvPr/>
          </p:nvSpPr>
          <p:spPr>
            <a:xfrm>
              <a:off x="1679875" y="310597"/>
              <a:ext cx="17140" cy="26609"/>
            </a:xfrm>
            <a:prstGeom prst="rect">
              <a:avLst/>
            </a:prstGeom>
            <a:solidFill>
              <a:srgbClr val="E4EBEF"/>
            </a:solidFill>
            <a:ln>
              <a:noFill/>
            </a:ln>
          </p:spPr>
        </p:sp>
        <p:sp>
          <p:nvSpPr>
            <p:cNvPr id="5018" name="Heatmap cell r12 c93"/>
            <p:cNvSpPr/>
            <p:nvPr/>
          </p:nvSpPr>
          <p:spPr>
            <a:xfrm>
              <a:off x="1696920" y="310597"/>
              <a:ext cx="19034" cy="26609"/>
            </a:xfrm>
            <a:prstGeom prst="rect">
              <a:avLst/>
            </a:prstGeom>
            <a:solidFill>
              <a:srgbClr val="F8F8FA"/>
            </a:solidFill>
            <a:ln>
              <a:noFill/>
            </a:ln>
          </p:spPr>
        </p:sp>
        <p:sp>
          <p:nvSpPr>
            <p:cNvPr id="5019" name="Heatmap cell r12 c94"/>
            <p:cNvSpPr/>
            <p:nvPr/>
          </p:nvSpPr>
          <p:spPr>
            <a:xfrm>
              <a:off x="1715858" y="310597"/>
              <a:ext cx="17140" cy="26609"/>
            </a:xfrm>
            <a:prstGeom prst="rect">
              <a:avLst/>
            </a:prstGeom>
            <a:solidFill>
              <a:srgbClr val="F6D6DA"/>
            </a:solidFill>
            <a:ln>
              <a:noFill/>
            </a:ln>
          </p:spPr>
        </p:sp>
        <p:sp>
          <p:nvSpPr>
            <p:cNvPr id="5020" name="Heatmap cell r12 c95"/>
            <p:cNvSpPr/>
            <p:nvPr/>
          </p:nvSpPr>
          <p:spPr>
            <a:xfrm>
              <a:off x="1732903" y="310597"/>
              <a:ext cx="19034" cy="26609"/>
            </a:xfrm>
            <a:prstGeom prst="rect">
              <a:avLst/>
            </a:prstGeom>
            <a:solidFill>
              <a:srgbClr val="E9959E"/>
            </a:solidFill>
            <a:ln>
              <a:noFill/>
            </a:ln>
          </p:spPr>
        </p:sp>
        <p:sp>
          <p:nvSpPr>
            <p:cNvPr id="5021" name="Heatmap cell r12 c96"/>
            <p:cNvSpPr/>
            <p:nvPr/>
          </p:nvSpPr>
          <p:spPr>
            <a:xfrm>
              <a:off x="1751842" y="310597"/>
              <a:ext cx="17140" cy="26609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5022" name="Heatmap cell r12 c97"/>
            <p:cNvSpPr/>
            <p:nvPr/>
          </p:nvSpPr>
          <p:spPr>
            <a:xfrm>
              <a:off x="1768887" y="310597"/>
              <a:ext cx="19034" cy="26609"/>
            </a:xfrm>
            <a:prstGeom prst="rect">
              <a:avLst/>
            </a:prstGeom>
            <a:solidFill>
              <a:srgbClr val="F4CACD"/>
            </a:solidFill>
            <a:ln>
              <a:noFill/>
            </a:ln>
          </p:spPr>
        </p:sp>
        <p:sp>
          <p:nvSpPr>
            <p:cNvPr id="5023" name="Heatmap cell r12 c98"/>
            <p:cNvSpPr/>
            <p:nvPr/>
          </p:nvSpPr>
          <p:spPr>
            <a:xfrm>
              <a:off x="1787826" y="310597"/>
              <a:ext cx="17140" cy="26609"/>
            </a:xfrm>
            <a:prstGeom prst="rect">
              <a:avLst/>
            </a:prstGeom>
            <a:solidFill>
              <a:srgbClr val="F5CFD2"/>
            </a:solidFill>
            <a:ln>
              <a:noFill/>
            </a:ln>
          </p:spPr>
        </p:sp>
        <p:sp>
          <p:nvSpPr>
            <p:cNvPr id="5024" name="Heatmap cell r12 c99"/>
            <p:cNvSpPr/>
            <p:nvPr/>
          </p:nvSpPr>
          <p:spPr>
            <a:xfrm>
              <a:off x="1804871" y="310597"/>
              <a:ext cx="19034" cy="26609"/>
            </a:xfrm>
            <a:prstGeom prst="rect">
              <a:avLst/>
            </a:prstGeom>
            <a:solidFill>
              <a:srgbClr val="F1C0C6"/>
            </a:solidFill>
            <a:ln>
              <a:noFill/>
            </a:ln>
          </p:spPr>
        </p:sp>
        <p:sp>
          <p:nvSpPr>
            <p:cNvPr id="5025" name="Heatmap cell r12 c100"/>
            <p:cNvSpPr/>
            <p:nvPr/>
          </p:nvSpPr>
          <p:spPr>
            <a:xfrm>
              <a:off x="1823810" y="310597"/>
              <a:ext cx="17140" cy="26609"/>
            </a:xfrm>
            <a:prstGeom prst="rect">
              <a:avLst/>
            </a:prstGeom>
            <a:solidFill>
              <a:srgbClr val="E1E9EF"/>
            </a:solidFill>
            <a:ln>
              <a:noFill/>
            </a:ln>
          </p:spPr>
        </p:sp>
        <p:sp>
          <p:nvSpPr>
            <p:cNvPr id="5026" name="Heatmap cell r12 c102"/>
            <p:cNvSpPr/>
            <p:nvPr/>
          </p:nvSpPr>
          <p:spPr>
            <a:xfrm>
              <a:off x="1859794" y="310597"/>
              <a:ext cx="19034" cy="26609"/>
            </a:xfrm>
            <a:prstGeom prst="rect">
              <a:avLst/>
            </a:prstGeom>
            <a:solidFill>
              <a:srgbClr val="E9EDF3"/>
            </a:solidFill>
            <a:ln>
              <a:noFill/>
            </a:ln>
          </p:spPr>
        </p:sp>
        <p:sp>
          <p:nvSpPr>
            <p:cNvPr id="5027" name="Heatmap cell r12 c103"/>
            <p:cNvSpPr/>
            <p:nvPr/>
          </p:nvSpPr>
          <p:spPr>
            <a:xfrm>
              <a:off x="1878732" y="310597"/>
              <a:ext cx="17140" cy="26609"/>
            </a:xfrm>
            <a:prstGeom prst="rect">
              <a:avLst/>
            </a:prstGeom>
            <a:solidFill>
              <a:srgbClr val="E89199"/>
            </a:solidFill>
            <a:ln>
              <a:noFill/>
            </a:ln>
          </p:spPr>
        </p:sp>
        <p:sp>
          <p:nvSpPr>
            <p:cNvPr id="5028" name="Heatmap cell r12 c104"/>
            <p:cNvSpPr/>
            <p:nvPr/>
          </p:nvSpPr>
          <p:spPr>
            <a:xfrm>
              <a:off x="1895777" y="310597"/>
              <a:ext cx="19034" cy="26609"/>
            </a:xfrm>
            <a:prstGeom prst="rect">
              <a:avLst/>
            </a:prstGeom>
            <a:solidFill>
              <a:srgbClr val="F0BDC2"/>
            </a:solidFill>
            <a:ln>
              <a:noFill/>
            </a:ln>
          </p:spPr>
        </p:sp>
        <p:sp>
          <p:nvSpPr>
            <p:cNvPr id="5029" name="Heatmap cell r12 c105"/>
            <p:cNvSpPr/>
            <p:nvPr/>
          </p:nvSpPr>
          <p:spPr>
            <a:xfrm>
              <a:off x="1914716" y="310597"/>
              <a:ext cx="17140" cy="26609"/>
            </a:xfrm>
            <a:prstGeom prst="rect">
              <a:avLst/>
            </a:prstGeom>
            <a:solidFill>
              <a:srgbClr val="FAEEEF"/>
            </a:solidFill>
            <a:ln>
              <a:noFill/>
            </a:ln>
          </p:spPr>
        </p:sp>
        <p:sp>
          <p:nvSpPr>
            <p:cNvPr id="5030" name="Heatmap cell r12 c106"/>
            <p:cNvSpPr/>
            <p:nvPr/>
          </p:nvSpPr>
          <p:spPr>
            <a:xfrm>
              <a:off x="1931761" y="310597"/>
              <a:ext cx="19034" cy="26609"/>
            </a:xfrm>
            <a:prstGeom prst="rect">
              <a:avLst/>
            </a:prstGeom>
            <a:solidFill>
              <a:srgbClr val="F3C7CC"/>
            </a:solidFill>
            <a:ln>
              <a:noFill/>
            </a:ln>
          </p:spPr>
        </p:sp>
        <p:sp>
          <p:nvSpPr>
            <p:cNvPr id="5031" name="Heatmap cell r12 c107"/>
            <p:cNvSpPr/>
            <p:nvPr/>
          </p:nvSpPr>
          <p:spPr>
            <a:xfrm>
              <a:off x="1950700" y="310597"/>
              <a:ext cx="17140" cy="26609"/>
            </a:xfrm>
            <a:prstGeom prst="rect">
              <a:avLst/>
            </a:prstGeom>
            <a:solidFill>
              <a:srgbClr val="DE606D"/>
            </a:solidFill>
            <a:ln>
              <a:noFill/>
            </a:ln>
          </p:spPr>
        </p:sp>
        <p:sp>
          <p:nvSpPr>
            <p:cNvPr id="5032" name="Heatmap cell r12 c108"/>
            <p:cNvSpPr/>
            <p:nvPr/>
          </p:nvSpPr>
          <p:spPr>
            <a:xfrm>
              <a:off x="1967745" y="310597"/>
              <a:ext cx="19034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5033" name="Heatmap cell r12 c109"/>
            <p:cNvSpPr/>
            <p:nvPr/>
          </p:nvSpPr>
          <p:spPr>
            <a:xfrm>
              <a:off x="1986684" y="310597"/>
              <a:ext cx="17140" cy="26609"/>
            </a:xfrm>
            <a:prstGeom prst="rect">
              <a:avLst/>
            </a:prstGeom>
            <a:solidFill>
              <a:srgbClr val="EDF1F7"/>
            </a:solidFill>
            <a:ln>
              <a:noFill/>
            </a:ln>
          </p:spPr>
        </p:sp>
        <p:sp>
          <p:nvSpPr>
            <p:cNvPr id="5034" name="Heatmap cell r12 c110"/>
            <p:cNvSpPr/>
            <p:nvPr/>
          </p:nvSpPr>
          <p:spPr>
            <a:xfrm>
              <a:off x="2003729" y="310597"/>
              <a:ext cx="19034" cy="26609"/>
            </a:xfrm>
            <a:prstGeom prst="rect">
              <a:avLst/>
            </a:prstGeom>
            <a:solidFill>
              <a:srgbClr val="FCF6F6"/>
            </a:solidFill>
            <a:ln>
              <a:noFill/>
            </a:ln>
          </p:spPr>
        </p:sp>
        <p:sp>
          <p:nvSpPr>
            <p:cNvPr id="5035" name="Heatmap cell r12 c111"/>
            <p:cNvSpPr/>
            <p:nvPr/>
          </p:nvSpPr>
          <p:spPr>
            <a:xfrm>
              <a:off x="2022668" y="310597"/>
              <a:ext cx="17140" cy="26609"/>
            </a:xfrm>
            <a:prstGeom prst="rect">
              <a:avLst/>
            </a:prstGeom>
            <a:solidFill>
              <a:srgbClr val="EBEFF5"/>
            </a:solidFill>
            <a:ln>
              <a:noFill/>
            </a:ln>
          </p:spPr>
        </p:sp>
        <p:sp>
          <p:nvSpPr>
            <p:cNvPr id="5036" name="Heatmap cell r12 c112"/>
            <p:cNvSpPr/>
            <p:nvPr/>
          </p:nvSpPr>
          <p:spPr>
            <a:xfrm>
              <a:off x="2039712" y="310597"/>
              <a:ext cx="19034" cy="26609"/>
            </a:xfrm>
            <a:prstGeom prst="rect">
              <a:avLst/>
            </a:prstGeom>
            <a:solidFill>
              <a:srgbClr val="F7DADC"/>
            </a:solidFill>
            <a:ln>
              <a:noFill/>
            </a:ln>
          </p:spPr>
        </p:sp>
        <p:sp>
          <p:nvSpPr>
            <p:cNvPr id="5037" name="Heatmap cell r12 c113"/>
            <p:cNvSpPr/>
            <p:nvPr/>
          </p:nvSpPr>
          <p:spPr>
            <a:xfrm>
              <a:off x="2058651" y="310597"/>
              <a:ext cx="17140" cy="26609"/>
            </a:xfrm>
            <a:prstGeom prst="rect">
              <a:avLst/>
            </a:prstGeom>
            <a:solidFill>
              <a:srgbClr val="EDADB4"/>
            </a:solidFill>
            <a:ln>
              <a:noFill/>
            </a:ln>
          </p:spPr>
        </p:sp>
        <p:sp>
          <p:nvSpPr>
            <p:cNvPr id="5038" name="Heatmap cell r12 c114"/>
            <p:cNvSpPr/>
            <p:nvPr/>
          </p:nvSpPr>
          <p:spPr>
            <a:xfrm>
              <a:off x="2075696" y="310597"/>
              <a:ext cx="19034" cy="26609"/>
            </a:xfrm>
            <a:prstGeom prst="rect">
              <a:avLst/>
            </a:prstGeom>
            <a:solidFill>
              <a:srgbClr val="F7DCDF"/>
            </a:solidFill>
            <a:ln>
              <a:noFill/>
            </a:ln>
          </p:spPr>
        </p:sp>
        <p:sp>
          <p:nvSpPr>
            <p:cNvPr id="5039" name="Heatmap cell r12 c115"/>
            <p:cNvSpPr/>
            <p:nvPr/>
          </p:nvSpPr>
          <p:spPr>
            <a:xfrm>
              <a:off x="2094635" y="310597"/>
              <a:ext cx="19034" cy="26609"/>
            </a:xfrm>
            <a:prstGeom prst="rect">
              <a:avLst/>
            </a:prstGeom>
            <a:solidFill>
              <a:srgbClr val="F8F8FA"/>
            </a:solidFill>
            <a:ln>
              <a:noFill/>
            </a:ln>
          </p:spPr>
        </p:sp>
        <p:sp>
          <p:nvSpPr>
            <p:cNvPr id="5040" name="Heatmap cell r12 c117"/>
            <p:cNvSpPr/>
            <p:nvPr/>
          </p:nvSpPr>
          <p:spPr>
            <a:xfrm>
              <a:off x="2130619" y="310597"/>
              <a:ext cx="19034" cy="26609"/>
            </a:xfrm>
            <a:prstGeom prst="rect">
              <a:avLst/>
            </a:prstGeom>
            <a:solidFill>
              <a:srgbClr val="FCF8F9"/>
            </a:solidFill>
            <a:ln>
              <a:noFill/>
            </a:ln>
          </p:spPr>
        </p:sp>
        <p:sp>
          <p:nvSpPr>
            <p:cNvPr id="5041" name="Heatmap cell r12 c119"/>
            <p:cNvSpPr/>
            <p:nvPr/>
          </p:nvSpPr>
          <p:spPr>
            <a:xfrm>
              <a:off x="2166603" y="310597"/>
              <a:ext cx="19034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5042" name="Heatmap cell r12 c120"/>
            <p:cNvSpPr/>
            <p:nvPr/>
          </p:nvSpPr>
          <p:spPr>
            <a:xfrm>
              <a:off x="2185542" y="310597"/>
              <a:ext cx="17140" cy="26609"/>
            </a:xfrm>
            <a:prstGeom prst="rect">
              <a:avLst/>
            </a:prstGeom>
            <a:solidFill>
              <a:srgbClr val="DF6B77"/>
            </a:solidFill>
            <a:ln>
              <a:noFill/>
            </a:ln>
          </p:spPr>
        </p:sp>
        <p:sp>
          <p:nvSpPr>
            <p:cNvPr id="5043" name="Heatmap cell r12 c121"/>
            <p:cNvSpPr/>
            <p:nvPr/>
          </p:nvSpPr>
          <p:spPr>
            <a:xfrm>
              <a:off x="2202586" y="310597"/>
              <a:ext cx="19034" cy="26609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</p:sp>
        <p:sp>
          <p:nvSpPr>
            <p:cNvPr id="5044" name="Heatmap cell r12 c122"/>
            <p:cNvSpPr/>
            <p:nvPr/>
          </p:nvSpPr>
          <p:spPr>
            <a:xfrm>
              <a:off x="2221525" y="310597"/>
              <a:ext cx="17140" cy="26609"/>
            </a:xfrm>
            <a:prstGeom prst="rect">
              <a:avLst/>
            </a:prstGeom>
            <a:solidFill>
              <a:srgbClr val="EBA3AA"/>
            </a:solidFill>
            <a:ln>
              <a:noFill/>
            </a:ln>
          </p:spPr>
        </p:sp>
        <p:sp>
          <p:nvSpPr>
            <p:cNvPr id="5045" name="Heatmap cell r12 c123"/>
            <p:cNvSpPr/>
            <p:nvPr/>
          </p:nvSpPr>
          <p:spPr>
            <a:xfrm>
              <a:off x="2238570" y="310597"/>
              <a:ext cx="19034" cy="26609"/>
            </a:xfrm>
            <a:prstGeom prst="rect">
              <a:avLst/>
            </a:prstGeom>
            <a:solidFill>
              <a:srgbClr val="F0BDC2"/>
            </a:solidFill>
            <a:ln>
              <a:noFill/>
            </a:ln>
          </p:spPr>
        </p:sp>
        <p:sp>
          <p:nvSpPr>
            <p:cNvPr id="5046" name="Heatmap cell r12 c124"/>
            <p:cNvSpPr/>
            <p:nvPr/>
          </p:nvSpPr>
          <p:spPr>
            <a:xfrm>
              <a:off x="2257509" y="310597"/>
              <a:ext cx="17140" cy="26609"/>
            </a:xfrm>
            <a:prstGeom prst="rect">
              <a:avLst/>
            </a:prstGeom>
            <a:solidFill>
              <a:srgbClr val="FCF6F6"/>
            </a:solidFill>
            <a:ln>
              <a:noFill/>
            </a:ln>
          </p:spPr>
        </p:sp>
        <p:sp>
          <p:nvSpPr>
            <p:cNvPr id="5047" name="Heatmap cell r12 c125"/>
            <p:cNvSpPr/>
            <p:nvPr/>
          </p:nvSpPr>
          <p:spPr>
            <a:xfrm>
              <a:off x="2274554" y="310597"/>
              <a:ext cx="19034" cy="26609"/>
            </a:xfrm>
            <a:prstGeom prst="rect">
              <a:avLst/>
            </a:prstGeom>
            <a:solidFill>
              <a:srgbClr val="CCD7E3"/>
            </a:solidFill>
            <a:ln>
              <a:noFill/>
            </a:ln>
          </p:spPr>
        </p:sp>
        <p:sp>
          <p:nvSpPr>
            <p:cNvPr id="5048" name="Heatmap cell r12 c126"/>
            <p:cNvSpPr/>
            <p:nvPr/>
          </p:nvSpPr>
          <p:spPr>
            <a:xfrm>
              <a:off x="2293493" y="310597"/>
              <a:ext cx="17140" cy="26609"/>
            </a:xfrm>
            <a:prstGeom prst="rect">
              <a:avLst/>
            </a:prstGeom>
            <a:solidFill>
              <a:srgbClr val="DF646E"/>
            </a:solidFill>
            <a:ln>
              <a:noFill/>
            </a:ln>
          </p:spPr>
        </p:sp>
        <p:sp>
          <p:nvSpPr>
            <p:cNvPr id="5049" name="Heatmap cell r12 c127"/>
            <p:cNvSpPr/>
            <p:nvPr/>
          </p:nvSpPr>
          <p:spPr>
            <a:xfrm>
              <a:off x="2310538" y="310597"/>
              <a:ext cx="19034" cy="26609"/>
            </a:xfrm>
            <a:prstGeom prst="rect">
              <a:avLst/>
            </a:prstGeom>
            <a:solidFill>
              <a:srgbClr val="E78992"/>
            </a:solidFill>
            <a:ln>
              <a:noFill/>
            </a:ln>
          </p:spPr>
        </p:sp>
        <p:sp>
          <p:nvSpPr>
            <p:cNvPr id="5050" name="Heatmap cell r12 c128"/>
            <p:cNvSpPr/>
            <p:nvPr/>
          </p:nvSpPr>
          <p:spPr>
            <a:xfrm>
              <a:off x="2329477" y="310597"/>
              <a:ext cx="19034" cy="26609"/>
            </a:xfrm>
            <a:prstGeom prst="rect">
              <a:avLst/>
            </a:prstGeom>
            <a:solidFill>
              <a:srgbClr val="E4858D"/>
            </a:solidFill>
            <a:ln>
              <a:noFill/>
            </a:ln>
          </p:spPr>
        </p:sp>
        <p:sp>
          <p:nvSpPr>
            <p:cNvPr id="5051" name="Heatmap cell r12 c129"/>
            <p:cNvSpPr/>
            <p:nvPr/>
          </p:nvSpPr>
          <p:spPr>
            <a:xfrm>
              <a:off x="2348416" y="310597"/>
              <a:ext cx="17140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5052" name="Heatmap cell r12 c130"/>
            <p:cNvSpPr/>
            <p:nvPr/>
          </p:nvSpPr>
          <p:spPr>
            <a:xfrm>
              <a:off x="2365460" y="310597"/>
              <a:ext cx="19034" cy="26609"/>
            </a:xfrm>
            <a:prstGeom prst="rect">
              <a:avLst/>
            </a:prstGeom>
            <a:solidFill>
              <a:srgbClr val="FCF8F9"/>
            </a:solidFill>
            <a:ln>
              <a:noFill/>
            </a:ln>
          </p:spPr>
        </p:sp>
        <p:sp>
          <p:nvSpPr>
            <p:cNvPr id="5053" name="Heatmap cell r12 c131"/>
            <p:cNvSpPr/>
            <p:nvPr/>
          </p:nvSpPr>
          <p:spPr>
            <a:xfrm>
              <a:off x="2384399" y="310597"/>
              <a:ext cx="17140" cy="26609"/>
            </a:xfrm>
            <a:prstGeom prst="rect">
              <a:avLst/>
            </a:prstGeom>
            <a:solidFill>
              <a:srgbClr val="F9E7E8"/>
            </a:solidFill>
            <a:ln>
              <a:noFill/>
            </a:ln>
          </p:spPr>
        </p:sp>
        <p:sp>
          <p:nvSpPr>
            <p:cNvPr id="5054" name="Heatmap cell r12 c132"/>
            <p:cNvSpPr/>
            <p:nvPr/>
          </p:nvSpPr>
          <p:spPr>
            <a:xfrm>
              <a:off x="2401444" y="310597"/>
              <a:ext cx="19034" cy="26609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</p:sp>
        <p:sp>
          <p:nvSpPr>
            <p:cNvPr id="5055" name="Heatmap cell r12 c133"/>
            <p:cNvSpPr/>
            <p:nvPr/>
          </p:nvSpPr>
          <p:spPr>
            <a:xfrm>
              <a:off x="2420383" y="310597"/>
              <a:ext cx="17140" cy="26609"/>
            </a:xfrm>
            <a:prstGeom prst="rect">
              <a:avLst/>
            </a:prstGeom>
            <a:solidFill>
              <a:srgbClr val="F4CACD"/>
            </a:solidFill>
            <a:ln>
              <a:noFill/>
            </a:ln>
          </p:spPr>
        </p:sp>
        <p:sp>
          <p:nvSpPr>
            <p:cNvPr id="5056" name="Heatmap cell r12 c134"/>
            <p:cNvSpPr/>
            <p:nvPr/>
          </p:nvSpPr>
          <p:spPr>
            <a:xfrm>
              <a:off x="2437428" y="310597"/>
              <a:ext cx="19034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5057" name="Heatmap cell r12 c135"/>
            <p:cNvSpPr/>
            <p:nvPr/>
          </p:nvSpPr>
          <p:spPr>
            <a:xfrm>
              <a:off x="2456367" y="310597"/>
              <a:ext cx="17140" cy="26609"/>
            </a:xfrm>
            <a:prstGeom prst="rect">
              <a:avLst/>
            </a:prstGeom>
            <a:solidFill>
              <a:srgbClr val="EBEFF5"/>
            </a:solidFill>
            <a:ln>
              <a:noFill/>
            </a:ln>
          </p:spPr>
        </p:sp>
        <p:sp>
          <p:nvSpPr>
            <p:cNvPr id="5058" name="Heatmap cell r12 c136"/>
            <p:cNvSpPr/>
            <p:nvPr/>
          </p:nvSpPr>
          <p:spPr>
            <a:xfrm>
              <a:off x="2473412" y="310597"/>
              <a:ext cx="19034" cy="26609"/>
            </a:xfrm>
            <a:prstGeom prst="rect">
              <a:avLst/>
            </a:prstGeom>
            <a:solidFill>
              <a:srgbClr val="E9EEF4"/>
            </a:solidFill>
            <a:ln>
              <a:noFill/>
            </a:ln>
          </p:spPr>
        </p:sp>
        <p:sp>
          <p:nvSpPr>
            <p:cNvPr id="5059" name="Heatmap cell r12 c137"/>
            <p:cNvSpPr/>
            <p:nvPr/>
          </p:nvSpPr>
          <p:spPr>
            <a:xfrm>
              <a:off x="2492351" y="310597"/>
              <a:ext cx="17140" cy="26609"/>
            </a:xfrm>
            <a:prstGeom prst="rect">
              <a:avLst/>
            </a:prstGeom>
            <a:solidFill>
              <a:srgbClr val="F8E9EA"/>
            </a:solidFill>
            <a:ln>
              <a:noFill/>
            </a:ln>
          </p:spPr>
        </p:sp>
        <p:sp>
          <p:nvSpPr>
            <p:cNvPr id="5060" name="Heatmap cell r12 c138"/>
            <p:cNvSpPr/>
            <p:nvPr/>
          </p:nvSpPr>
          <p:spPr>
            <a:xfrm>
              <a:off x="2509396" y="310597"/>
              <a:ext cx="19034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5061" name="Heatmap cell r12 c139"/>
            <p:cNvSpPr/>
            <p:nvPr/>
          </p:nvSpPr>
          <p:spPr>
            <a:xfrm>
              <a:off x="2528334" y="310597"/>
              <a:ext cx="17140" cy="26609"/>
            </a:xfrm>
            <a:prstGeom prst="rect">
              <a:avLst/>
            </a:prstGeom>
            <a:solidFill>
              <a:srgbClr val="F1C0C4"/>
            </a:solidFill>
            <a:ln>
              <a:noFill/>
            </a:ln>
          </p:spPr>
        </p:sp>
        <p:sp>
          <p:nvSpPr>
            <p:cNvPr id="5062" name="Heatmap cell r12 c140"/>
            <p:cNvSpPr/>
            <p:nvPr/>
          </p:nvSpPr>
          <p:spPr>
            <a:xfrm>
              <a:off x="2545379" y="310597"/>
              <a:ext cx="19034" cy="26609"/>
            </a:xfrm>
            <a:prstGeom prst="rect">
              <a:avLst/>
            </a:prstGeom>
            <a:solidFill>
              <a:srgbClr val="B4C5D6"/>
            </a:solidFill>
            <a:ln>
              <a:noFill/>
            </a:ln>
          </p:spPr>
        </p:sp>
        <p:sp>
          <p:nvSpPr>
            <p:cNvPr id="5063" name="Heatmap cell r12 c141"/>
            <p:cNvSpPr/>
            <p:nvPr/>
          </p:nvSpPr>
          <p:spPr>
            <a:xfrm>
              <a:off x="2564318" y="310597"/>
              <a:ext cx="19034" cy="26609"/>
            </a:xfrm>
            <a:prstGeom prst="rect">
              <a:avLst/>
            </a:prstGeom>
            <a:solidFill>
              <a:srgbClr val="FBF5F5"/>
            </a:solidFill>
            <a:ln>
              <a:noFill/>
            </a:ln>
          </p:spPr>
        </p:sp>
        <p:sp>
          <p:nvSpPr>
            <p:cNvPr id="5064" name="Heatmap cell r12 c142"/>
            <p:cNvSpPr/>
            <p:nvPr/>
          </p:nvSpPr>
          <p:spPr>
            <a:xfrm>
              <a:off x="2583257" y="310597"/>
              <a:ext cx="17140" cy="26609"/>
            </a:xfrm>
            <a:prstGeom prst="rect">
              <a:avLst/>
            </a:prstGeom>
            <a:solidFill>
              <a:srgbClr val="FAEBED"/>
            </a:solidFill>
            <a:ln>
              <a:noFill/>
            </a:ln>
          </p:spPr>
        </p:sp>
        <p:sp>
          <p:nvSpPr>
            <p:cNvPr id="5065" name="Heatmap cell r12 c143"/>
            <p:cNvSpPr/>
            <p:nvPr/>
          </p:nvSpPr>
          <p:spPr>
            <a:xfrm>
              <a:off x="2600302" y="310597"/>
              <a:ext cx="19034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5066" name="Heatmap cell r12 c144"/>
            <p:cNvSpPr/>
            <p:nvPr/>
          </p:nvSpPr>
          <p:spPr>
            <a:xfrm>
              <a:off x="2619241" y="310597"/>
              <a:ext cx="17140" cy="26609"/>
            </a:xfrm>
            <a:prstGeom prst="rect">
              <a:avLst/>
            </a:prstGeom>
            <a:solidFill>
              <a:srgbClr val="6388AD"/>
            </a:solidFill>
            <a:ln>
              <a:noFill/>
            </a:ln>
          </p:spPr>
        </p:sp>
        <p:sp>
          <p:nvSpPr>
            <p:cNvPr id="5067" name="Heatmap cell r12 c145"/>
            <p:cNvSpPr/>
            <p:nvPr/>
          </p:nvSpPr>
          <p:spPr>
            <a:xfrm>
              <a:off x="2636286" y="310597"/>
              <a:ext cx="19034" cy="26609"/>
            </a:xfrm>
            <a:prstGeom prst="rect">
              <a:avLst/>
            </a:prstGeom>
            <a:solidFill>
              <a:srgbClr val="E68892"/>
            </a:solidFill>
            <a:ln>
              <a:noFill/>
            </a:ln>
          </p:spPr>
        </p:sp>
        <p:sp>
          <p:nvSpPr>
            <p:cNvPr id="5068" name="Heatmap cell r12 c146"/>
            <p:cNvSpPr/>
            <p:nvPr/>
          </p:nvSpPr>
          <p:spPr>
            <a:xfrm>
              <a:off x="2655225" y="310597"/>
              <a:ext cx="17140" cy="26609"/>
            </a:xfrm>
            <a:prstGeom prst="rect">
              <a:avLst/>
            </a:prstGeom>
            <a:solidFill>
              <a:srgbClr val="F4CED1"/>
            </a:solidFill>
            <a:ln>
              <a:noFill/>
            </a:ln>
          </p:spPr>
        </p:sp>
        <p:sp>
          <p:nvSpPr>
            <p:cNvPr id="5069" name="Heatmap cell r12 c147"/>
            <p:cNvSpPr/>
            <p:nvPr/>
          </p:nvSpPr>
          <p:spPr>
            <a:xfrm>
              <a:off x="2672270" y="310597"/>
              <a:ext cx="19034" cy="26609"/>
            </a:xfrm>
            <a:prstGeom prst="rect">
              <a:avLst/>
            </a:prstGeom>
            <a:solidFill>
              <a:srgbClr val="F1F5F8"/>
            </a:solidFill>
            <a:ln>
              <a:noFill/>
            </a:ln>
          </p:spPr>
        </p:sp>
        <p:sp>
          <p:nvSpPr>
            <p:cNvPr id="5070" name="Heatmap cell r12 c148"/>
            <p:cNvSpPr/>
            <p:nvPr/>
          </p:nvSpPr>
          <p:spPr>
            <a:xfrm>
              <a:off x="2691208" y="310597"/>
              <a:ext cx="17140" cy="26609"/>
            </a:xfrm>
            <a:prstGeom prst="rect">
              <a:avLst/>
            </a:prstGeom>
            <a:solidFill>
              <a:srgbClr val="F1C4C7"/>
            </a:solidFill>
            <a:ln>
              <a:noFill/>
            </a:ln>
          </p:spPr>
        </p:sp>
        <p:sp>
          <p:nvSpPr>
            <p:cNvPr id="5071" name="Heatmap cell r12 c149"/>
            <p:cNvSpPr/>
            <p:nvPr/>
          </p:nvSpPr>
          <p:spPr>
            <a:xfrm>
              <a:off x="2708253" y="310597"/>
              <a:ext cx="19034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5072" name="Heatmap cell r12 c150"/>
            <p:cNvSpPr/>
            <p:nvPr/>
          </p:nvSpPr>
          <p:spPr>
            <a:xfrm>
              <a:off x="2727192" y="310597"/>
              <a:ext cx="17140" cy="26609"/>
            </a:xfrm>
            <a:prstGeom prst="rect">
              <a:avLst/>
            </a:prstGeom>
            <a:solidFill>
              <a:srgbClr val="6086AC"/>
            </a:solidFill>
            <a:ln>
              <a:noFill/>
            </a:ln>
          </p:spPr>
        </p:sp>
        <p:sp>
          <p:nvSpPr>
            <p:cNvPr id="5073" name="Heatmap cell r12 c151"/>
            <p:cNvSpPr/>
            <p:nvPr/>
          </p:nvSpPr>
          <p:spPr>
            <a:xfrm>
              <a:off x="2744237" y="310597"/>
              <a:ext cx="19034" cy="26609"/>
            </a:xfrm>
            <a:prstGeom prst="rect">
              <a:avLst/>
            </a:prstGeom>
            <a:solidFill>
              <a:srgbClr val="D63D4B"/>
            </a:solidFill>
            <a:ln>
              <a:noFill/>
            </a:ln>
          </p:spPr>
        </p:sp>
        <p:sp>
          <p:nvSpPr>
            <p:cNvPr id="5074" name="Heatmap cell r12 c152"/>
            <p:cNvSpPr/>
            <p:nvPr/>
          </p:nvSpPr>
          <p:spPr>
            <a:xfrm>
              <a:off x="2763176" y="310597"/>
              <a:ext cx="17140" cy="26609"/>
            </a:xfrm>
            <a:prstGeom prst="rect">
              <a:avLst/>
            </a:prstGeom>
            <a:solidFill>
              <a:srgbClr val="F0F5F8"/>
            </a:solidFill>
            <a:ln>
              <a:noFill/>
            </a:ln>
          </p:spPr>
        </p:sp>
        <p:sp>
          <p:nvSpPr>
            <p:cNvPr id="5075" name="Heatmap cell r12 c153"/>
            <p:cNvSpPr/>
            <p:nvPr/>
          </p:nvSpPr>
          <p:spPr>
            <a:xfrm>
              <a:off x="2780221" y="310597"/>
              <a:ext cx="19034" cy="26609"/>
            </a:xfrm>
            <a:prstGeom prst="rect">
              <a:avLst/>
            </a:prstGeom>
            <a:solidFill>
              <a:srgbClr val="EFB5BA"/>
            </a:solidFill>
            <a:ln>
              <a:noFill/>
            </a:ln>
          </p:spPr>
        </p:sp>
        <p:sp>
          <p:nvSpPr>
            <p:cNvPr id="5076" name="Heatmap cell r12 c154"/>
            <p:cNvSpPr/>
            <p:nvPr/>
          </p:nvSpPr>
          <p:spPr>
            <a:xfrm>
              <a:off x="2799160" y="310597"/>
              <a:ext cx="17140" cy="26609"/>
            </a:xfrm>
            <a:prstGeom prst="rect">
              <a:avLst/>
            </a:prstGeom>
            <a:solidFill>
              <a:srgbClr val="6287AC"/>
            </a:solidFill>
            <a:ln>
              <a:noFill/>
            </a:ln>
          </p:spPr>
        </p:sp>
        <p:sp>
          <p:nvSpPr>
            <p:cNvPr id="5077" name="Heatmap cell r12 c155"/>
            <p:cNvSpPr/>
            <p:nvPr/>
          </p:nvSpPr>
          <p:spPr>
            <a:xfrm>
              <a:off x="2816205" y="310597"/>
              <a:ext cx="19034" cy="26609"/>
            </a:xfrm>
            <a:prstGeom prst="rect">
              <a:avLst/>
            </a:prstGeom>
            <a:solidFill>
              <a:srgbClr val="EBA6AC"/>
            </a:solidFill>
            <a:ln>
              <a:noFill/>
            </a:ln>
          </p:spPr>
        </p:sp>
        <p:sp>
          <p:nvSpPr>
            <p:cNvPr id="5078" name="Heatmap cell r12 c156"/>
            <p:cNvSpPr/>
            <p:nvPr/>
          </p:nvSpPr>
          <p:spPr>
            <a:xfrm>
              <a:off x="2835144" y="310597"/>
              <a:ext cx="19034" cy="26609"/>
            </a:xfrm>
            <a:prstGeom prst="rect">
              <a:avLst/>
            </a:prstGeom>
            <a:solidFill>
              <a:srgbClr val="FAECEC"/>
            </a:solidFill>
            <a:ln>
              <a:noFill/>
            </a:ln>
          </p:spPr>
        </p:sp>
        <p:sp>
          <p:nvSpPr>
            <p:cNvPr id="5079" name="Heatmap cell r12 c157"/>
            <p:cNvSpPr/>
            <p:nvPr/>
          </p:nvSpPr>
          <p:spPr>
            <a:xfrm>
              <a:off x="2854082" y="310597"/>
              <a:ext cx="17140" cy="26609"/>
            </a:xfrm>
            <a:prstGeom prst="rect">
              <a:avLst/>
            </a:prstGeom>
            <a:solidFill>
              <a:srgbClr val="E9969F"/>
            </a:solidFill>
            <a:ln>
              <a:noFill/>
            </a:ln>
          </p:spPr>
        </p:sp>
        <p:sp>
          <p:nvSpPr>
            <p:cNvPr id="5080" name="Heatmap cell r12 c158"/>
            <p:cNvSpPr/>
            <p:nvPr/>
          </p:nvSpPr>
          <p:spPr>
            <a:xfrm>
              <a:off x="2871127" y="310597"/>
              <a:ext cx="19034" cy="26609"/>
            </a:xfrm>
            <a:prstGeom prst="rect">
              <a:avLst/>
            </a:prstGeom>
            <a:solidFill>
              <a:srgbClr val="F4CDD0"/>
            </a:solidFill>
            <a:ln>
              <a:noFill/>
            </a:ln>
          </p:spPr>
        </p:sp>
        <p:sp>
          <p:nvSpPr>
            <p:cNvPr id="5081" name="Heatmap cell r12 c159"/>
            <p:cNvSpPr/>
            <p:nvPr/>
          </p:nvSpPr>
          <p:spPr>
            <a:xfrm>
              <a:off x="2890066" y="310597"/>
              <a:ext cx="17140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5082" name="Heatmap cell r12 c160"/>
            <p:cNvSpPr/>
            <p:nvPr/>
          </p:nvSpPr>
          <p:spPr>
            <a:xfrm>
              <a:off x="2907111" y="310597"/>
              <a:ext cx="19034" cy="26609"/>
            </a:xfrm>
            <a:prstGeom prst="rect">
              <a:avLst/>
            </a:prstGeom>
            <a:solidFill>
              <a:srgbClr val="FAEBED"/>
            </a:solidFill>
            <a:ln>
              <a:noFill/>
            </a:ln>
          </p:spPr>
        </p:sp>
        <p:sp>
          <p:nvSpPr>
            <p:cNvPr id="5083" name="Heatmap cell r12 c161"/>
            <p:cNvSpPr/>
            <p:nvPr/>
          </p:nvSpPr>
          <p:spPr>
            <a:xfrm>
              <a:off x="2926050" y="310597"/>
              <a:ext cx="17140" cy="26609"/>
            </a:xfrm>
            <a:prstGeom prst="rect">
              <a:avLst/>
            </a:prstGeom>
            <a:solidFill>
              <a:srgbClr val="F5F7F9"/>
            </a:solidFill>
            <a:ln>
              <a:noFill/>
            </a:ln>
          </p:spPr>
        </p:sp>
        <p:sp>
          <p:nvSpPr>
            <p:cNvPr id="5084" name="Heatmap cell r12 c162"/>
            <p:cNvSpPr/>
            <p:nvPr/>
          </p:nvSpPr>
          <p:spPr>
            <a:xfrm>
              <a:off x="2943095" y="310597"/>
              <a:ext cx="19034" cy="26609"/>
            </a:xfrm>
            <a:prstGeom prst="rect">
              <a:avLst/>
            </a:prstGeom>
            <a:solidFill>
              <a:srgbClr val="E6EBF1"/>
            </a:solidFill>
            <a:ln>
              <a:noFill/>
            </a:ln>
          </p:spPr>
        </p:sp>
        <p:sp>
          <p:nvSpPr>
            <p:cNvPr id="5085" name="Heatmap cell r12 c163"/>
            <p:cNvSpPr/>
            <p:nvPr/>
          </p:nvSpPr>
          <p:spPr>
            <a:xfrm>
              <a:off x="2962034" y="310597"/>
              <a:ext cx="17140" cy="26609"/>
            </a:xfrm>
            <a:prstGeom prst="rect">
              <a:avLst/>
            </a:prstGeom>
            <a:solidFill>
              <a:srgbClr val="F0F4F7"/>
            </a:solidFill>
            <a:ln>
              <a:noFill/>
            </a:ln>
          </p:spPr>
        </p:sp>
        <p:sp>
          <p:nvSpPr>
            <p:cNvPr id="5086" name="Heatmap cell r12 c164"/>
            <p:cNvSpPr/>
            <p:nvPr/>
          </p:nvSpPr>
          <p:spPr>
            <a:xfrm>
              <a:off x="2979079" y="310597"/>
              <a:ext cx="19034" cy="26609"/>
            </a:xfrm>
            <a:prstGeom prst="rect">
              <a:avLst/>
            </a:prstGeom>
            <a:solidFill>
              <a:srgbClr val="E9EEF4"/>
            </a:solidFill>
            <a:ln>
              <a:noFill/>
            </a:ln>
          </p:spPr>
        </p:sp>
        <p:sp>
          <p:nvSpPr>
            <p:cNvPr id="5087" name="Heatmap cell r12 c165"/>
            <p:cNvSpPr/>
            <p:nvPr/>
          </p:nvSpPr>
          <p:spPr>
            <a:xfrm>
              <a:off x="2998018" y="310597"/>
              <a:ext cx="17140" cy="26609"/>
            </a:xfrm>
            <a:prstGeom prst="rect">
              <a:avLst/>
            </a:prstGeom>
            <a:solidFill>
              <a:srgbClr val="F6F8F9"/>
            </a:solidFill>
            <a:ln>
              <a:noFill/>
            </a:ln>
          </p:spPr>
        </p:sp>
        <p:sp>
          <p:nvSpPr>
            <p:cNvPr id="5088" name="Heatmap cell r12 c166"/>
            <p:cNvSpPr/>
            <p:nvPr/>
          </p:nvSpPr>
          <p:spPr>
            <a:xfrm>
              <a:off x="3015062" y="310597"/>
              <a:ext cx="19034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5089" name="Heatmap cell r12 c167"/>
            <p:cNvSpPr/>
            <p:nvPr/>
          </p:nvSpPr>
          <p:spPr>
            <a:xfrm>
              <a:off x="3034001" y="310597"/>
              <a:ext cx="17140" cy="26609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</p:sp>
        <p:sp>
          <p:nvSpPr>
            <p:cNvPr id="5090" name="Heatmap cell r12 c168"/>
            <p:cNvSpPr/>
            <p:nvPr/>
          </p:nvSpPr>
          <p:spPr>
            <a:xfrm>
              <a:off x="3051046" y="310597"/>
              <a:ext cx="19034" cy="26609"/>
            </a:xfrm>
            <a:prstGeom prst="rect">
              <a:avLst/>
            </a:prstGeom>
            <a:solidFill>
              <a:srgbClr val="6A8DB0"/>
            </a:solidFill>
            <a:ln>
              <a:noFill/>
            </a:ln>
          </p:spPr>
        </p:sp>
        <p:sp>
          <p:nvSpPr>
            <p:cNvPr id="5091" name="Heatmap cell r12 c169"/>
            <p:cNvSpPr/>
            <p:nvPr/>
          </p:nvSpPr>
          <p:spPr>
            <a:xfrm>
              <a:off x="3069985" y="310597"/>
              <a:ext cx="19034" cy="26609"/>
            </a:xfrm>
            <a:prstGeom prst="rect">
              <a:avLst/>
            </a:prstGeom>
            <a:solidFill>
              <a:srgbClr val="E9EDF3"/>
            </a:solidFill>
            <a:ln>
              <a:noFill/>
            </a:ln>
          </p:spPr>
        </p:sp>
        <p:sp>
          <p:nvSpPr>
            <p:cNvPr id="5092" name="Heatmap cell r12 c170"/>
            <p:cNvSpPr/>
            <p:nvPr/>
          </p:nvSpPr>
          <p:spPr>
            <a:xfrm>
              <a:off x="3088924" y="310597"/>
              <a:ext cx="17140" cy="26609"/>
            </a:xfrm>
            <a:prstGeom prst="rect">
              <a:avLst/>
            </a:prstGeom>
            <a:solidFill>
              <a:srgbClr val="EBF0F6"/>
            </a:solidFill>
            <a:ln>
              <a:noFill/>
            </a:ln>
          </p:spPr>
        </p:sp>
        <p:sp>
          <p:nvSpPr>
            <p:cNvPr id="5093" name="Heatmap cell r12 c171"/>
            <p:cNvSpPr/>
            <p:nvPr/>
          </p:nvSpPr>
          <p:spPr>
            <a:xfrm>
              <a:off x="3105969" y="310597"/>
              <a:ext cx="19034" cy="26609"/>
            </a:xfrm>
            <a:prstGeom prst="rect">
              <a:avLst/>
            </a:prstGeom>
            <a:solidFill>
              <a:srgbClr val="E4EBEF"/>
            </a:solidFill>
            <a:ln>
              <a:noFill/>
            </a:ln>
          </p:spPr>
        </p:sp>
        <p:sp>
          <p:nvSpPr>
            <p:cNvPr id="5094" name="Heatmap cell r12 c172"/>
            <p:cNvSpPr/>
            <p:nvPr/>
          </p:nvSpPr>
          <p:spPr>
            <a:xfrm>
              <a:off x="3124908" y="310597"/>
              <a:ext cx="17140" cy="26609"/>
            </a:xfrm>
            <a:prstGeom prst="rect">
              <a:avLst/>
            </a:prstGeom>
            <a:solidFill>
              <a:srgbClr val="EB9EA4"/>
            </a:solidFill>
            <a:ln>
              <a:noFill/>
            </a:ln>
          </p:spPr>
        </p:sp>
        <p:sp>
          <p:nvSpPr>
            <p:cNvPr id="5095" name="Heatmap cell r12 c173"/>
            <p:cNvSpPr/>
            <p:nvPr/>
          </p:nvSpPr>
          <p:spPr>
            <a:xfrm>
              <a:off x="3141953" y="310597"/>
              <a:ext cx="19034" cy="26609"/>
            </a:xfrm>
            <a:prstGeom prst="rect">
              <a:avLst/>
            </a:prstGeom>
            <a:solidFill>
              <a:srgbClr val="D4DFE9"/>
            </a:solidFill>
            <a:ln>
              <a:noFill/>
            </a:ln>
          </p:spPr>
        </p:sp>
        <p:sp>
          <p:nvSpPr>
            <p:cNvPr id="5096" name="Heatmap cell r12 c174"/>
            <p:cNvSpPr/>
            <p:nvPr/>
          </p:nvSpPr>
          <p:spPr>
            <a:xfrm>
              <a:off x="3160892" y="310597"/>
              <a:ext cx="17140" cy="26609"/>
            </a:xfrm>
            <a:prstGeom prst="rect">
              <a:avLst/>
            </a:prstGeom>
            <a:solidFill>
              <a:srgbClr val="DFE7ED"/>
            </a:solidFill>
            <a:ln>
              <a:noFill/>
            </a:ln>
          </p:spPr>
        </p:sp>
        <p:sp>
          <p:nvSpPr>
            <p:cNvPr id="5097" name="Heatmap cell r12 c175"/>
            <p:cNvSpPr/>
            <p:nvPr/>
          </p:nvSpPr>
          <p:spPr>
            <a:xfrm>
              <a:off x="3177936" y="310597"/>
              <a:ext cx="19034" cy="26609"/>
            </a:xfrm>
            <a:prstGeom prst="rect">
              <a:avLst/>
            </a:prstGeom>
            <a:solidFill>
              <a:srgbClr val="F1F5F8"/>
            </a:solidFill>
            <a:ln>
              <a:noFill/>
            </a:ln>
          </p:spPr>
        </p:sp>
        <p:sp>
          <p:nvSpPr>
            <p:cNvPr id="5098" name="Heatmap cell r12 c176"/>
            <p:cNvSpPr/>
            <p:nvPr/>
          </p:nvSpPr>
          <p:spPr>
            <a:xfrm>
              <a:off x="3196875" y="310597"/>
              <a:ext cx="17140" cy="26609"/>
            </a:xfrm>
            <a:prstGeom prst="rect">
              <a:avLst/>
            </a:prstGeom>
            <a:solidFill>
              <a:srgbClr val="F8F8FA"/>
            </a:solidFill>
            <a:ln>
              <a:noFill/>
            </a:ln>
          </p:spPr>
        </p:sp>
        <p:sp>
          <p:nvSpPr>
            <p:cNvPr id="5099" name="Heatmap cell r12 c177"/>
            <p:cNvSpPr/>
            <p:nvPr/>
          </p:nvSpPr>
          <p:spPr>
            <a:xfrm>
              <a:off x="3213920" y="310597"/>
              <a:ext cx="19034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5100" name="Heatmap cell r12 c178"/>
            <p:cNvSpPr/>
            <p:nvPr/>
          </p:nvSpPr>
          <p:spPr>
            <a:xfrm>
              <a:off x="3232859" y="310597"/>
              <a:ext cx="17140" cy="26609"/>
            </a:xfrm>
            <a:prstGeom prst="rect">
              <a:avLst/>
            </a:prstGeom>
            <a:solidFill>
              <a:srgbClr val="E3EAF0"/>
            </a:solidFill>
            <a:ln>
              <a:noFill/>
            </a:ln>
          </p:spPr>
        </p:sp>
        <p:sp>
          <p:nvSpPr>
            <p:cNvPr id="5101" name="Heatmap cell r12 c179"/>
            <p:cNvSpPr/>
            <p:nvPr/>
          </p:nvSpPr>
          <p:spPr>
            <a:xfrm>
              <a:off x="3249904" y="310597"/>
              <a:ext cx="19034" cy="26609"/>
            </a:xfrm>
            <a:prstGeom prst="rect">
              <a:avLst/>
            </a:prstGeom>
            <a:solidFill>
              <a:srgbClr val="FBF5F5"/>
            </a:solidFill>
            <a:ln>
              <a:noFill/>
            </a:ln>
          </p:spPr>
        </p:sp>
        <p:sp>
          <p:nvSpPr>
            <p:cNvPr id="5102" name="Heatmap cell r12 c180"/>
            <p:cNvSpPr/>
            <p:nvPr/>
          </p:nvSpPr>
          <p:spPr>
            <a:xfrm>
              <a:off x="3268843" y="310597"/>
              <a:ext cx="17140" cy="26609"/>
            </a:xfrm>
            <a:prstGeom prst="rect">
              <a:avLst/>
            </a:prstGeom>
            <a:solidFill>
              <a:srgbClr val="F8DEE0"/>
            </a:solidFill>
            <a:ln>
              <a:noFill/>
            </a:ln>
          </p:spPr>
        </p:sp>
        <p:sp>
          <p:nvSpPr>
            <p:cNvPr id="5103" name="Heatmap cell r12 c181"/>
            <p:cNvSpPr/>
            <p:nvPr/>
          </p:nvSpPr>
          <p:spPr>
            <a:xfrm>
              <a:off x="3285888" y="310597"/>
              <a:ext cx="19034" cy="26609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5104" name="Heatmap cell r12 c182"/>
            <p:cNvSpPr/>
            <p:nvPr/>
          </p:nvSpPr>
          <p:spPr>
            <a:xfrm>
              <a:off x="3304827" y="310597"/>
              <a:ext cx="19034" cy="26609"/>
            </a:xfrm>
            <a:prstGeom prst="rect">
              <a:avLst/>
            </a:prstGeom>
            <a:solidFill>
              <a:srgbClr val="E3EAF0"/>
            </a:solidFill>
            <a:ln>
              <a:noFill/>
            </a:ln>
          </p:spPr>
        </p:sp>
        <p:sp>
          <p:nvSpPr>
            <p:cNvPr id="5105" name="Heatmap cell r12 c183"/>
            <p:cNvSpPr/>
            <p:nvPr/>
          </p:nvSpPr>
          <p:spPr>
            <a:xfrm>
              <a:off x="3323765" y="310597"/>
              <a:ext cx="17140" cy="26609"/>
            </a:xfrm>
            <a:prstGeom prst="rect">
              <a:avLst/>
            </a:prstGeom>
            <a:solidFill>
              <a:srgbClr val="E8ECF3"/>
            </a:solidFill>
            <a:ln>
              <a:noFill/>
            </a:ln>
          </p:spPr>
        </p:sp>
        <p:sp>
          <p:nvSpPr>
            <p:cNvPr id="5106" name="Heatmap cell r12 c184"/>
            <p:cNvSpPr/>
            <p:nvPr/>
          </p:nvSpPr>
          <p:spPr>
            <a:xfrm>
              <a:off x="3340810" y="310597"/>
              <a:ext cx="19034" cy="26609"/>
            </a:xfrm>
            <a:prstGeom prst="rect">
              <a:avLst/>
            </a:prstGeom>
            <a:solidFill>
              <a:srgbClr val="D5DFEA"/>
            </a:solidFill>
            <a:ln>
              <a:noFill/>
            </a:ln>
          </p:spPr>
        </p:sp>
        <p:sp>
          <p:nvSpPr>
            <p:cNvPr id="5107" name="Heatmap cell r12 c185"/>
            <p:cNvSpPr/>
            <p:nvPr/>
          </p:nvSpPr>
          <p:spPr>
            <a:xfrm>
              <a:off x="3359749" y="310597"/>
              <a:ext cx="17140" cy="26609"/>
            </a:xfrm>
            <a:prstGeom prst="rect">
              <a:avLst/>
            </a:prstGeom>
            <a:solidFill>
              <a:srgbClr val="F5D0D3"/>
            </a:solidFill>
            <a:ln>
              <a:noFill/>
            </a:ln>
          </p:spPr>
        </p:sp>
        <p:sp>
          <p:nvSpPr>
            <p:cNvPr id="5108" name="Heatmap cell r12 c186"/>
            <p:cNvSpPr/>
            <p:nvPr/>
          </p:nvSpPr>
          <p:spPr>
            <a:xfrm>
              <a:off x="3376794" y="310597"/>
              <a:ext cx="19034" cy="26609"/>
            </a:xfrm>
            <a:prstGeom prst="rect">
              <a:avLst/>
            </a:prstGeom>
            <a:solidFill>
              <a:srgbClr val="D3DEE8"/>
            </a:solidFill>
            <a:ln>
              <a:noFill/>
            </a:ln>
          </p:spPr>
        </p:sp>
        <p:sp>
          <p:nvSpPr>
            <p:cNvPr id="5109" name="Heatmap cell r12 c187"/>
            <p:cNvSpPr/>
            <p:nvPr/>
          </p:nvSpPr>
          <p:spPr>
            <a:xfrm>
              <a:off x="3395733" y="310597"/>
              <a:ext cx="17140" cy="26609"/>
            </a:xfrm>
            <a:prstGeom prst="rect">
              <a:avLst/>
            </a:prstGeom>
            <a:solidFill>
              <a:srgbClr val="FAEBED"/>
            </a:solidFill>
            <a:ln>
              <a:noFill/>
            </a:ln>
          </p:spPr>
        </p:sp>
        <p:sp>
          <p:nvSpPr>
            <p:cNvPr id="5110" name="Heatmap cell r12 c188"/>
            <p:cNvSpPr/>
            <p:nvPr/>
          </p:nvSpPr>
          <p:spPr>
            <a:xfrm>
              <a:off x="3412778" y="310597"/>
              <a:ext cx="19034" cy="26609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</p:sp>
        <p:sp>
          <p:nvSpPr>
            <p:cNvPr id="5111" name="Heatmap cell r12 c189"/>
            <p:cNvSpPr/>
            <p:nvPr/>
          </p:nvSpPr>
          <p:spPr>
            <a:xfrm>
              <a:off x="3431717" y="310597"/>
              <a:ext cx="17140" cy="26609"/>
            </a:xfrm>
            <a:prstGeom prst="rect">
              <a:avLst/>
            </a:prstGeom>
            <a:solidFill>
              <a:srgbClr val="B1C4D5"/>
            </a:solidFill>
            <a:ln>
              <a:noFill/>
            </a:ln>
          </p:spPr>
        </p:sp>
        <p:sp>
          <p:nvSpPr>
            <p:cNvPr id="5112" name="Heatmap cell r12 c190"/>
            <p:cNvSpPr/>
            <p:nvPr/>
          </p:nvSpPr>
          <p:spPr>
            <a:xfrm>
              <a:off x="3448762" y="310597"/>
              <a:ext cx="19034" cy="26609"/>
            </a:xfrm>
            <a:prstGeom prst="rect">
              <a:avLst/>
            </a:prstGeom>
            <a:solidFill>
              <a:srgbClr val="A1B8CE"/>
            </a:solidFill>
            <a:ln>
              <a:noFill/>
            </a:ln>
          </p:spPr>
        </p:sp>
        <p:sp>
          <p:nvSpPr>
            <p:cNvPr id="5113" name="Heatmap cell r12 c191"/>
            <p:cNvSpPr/>
            <p:nvPr/>
          </p:nvSpPr>
          <p:spPr>
            <a:xfrm>
              <a:off x="3467701" y="310597"/>
              <a:ext cx="17140" cy="26609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5114" name="Heatmap cell r12 c192"/>
            <p:cNvSpPr/>
            <p:nvPr/>
          </p:nvSpPr>
          <p:spPr>
            <a:xfrm>
              <a:off x="3484746" y="310597"/>
              <a:ext cx="19034" cy="26609"/>
            </a:xfrm>
            <a:prstGeom prst="rect">
              <a:avLst/>
            </a:prstGeom>
            <a:solidFill>
              <a:srgbClr val="F4CACD"/>
            </a:solidFill>
            <a:ln>
              <a:noFill/>
            </a:ln>
          </p:spPr>
        </p:sp>
        <p:sp>
          <p:nvSpPr>
            <p:cNvPr id="5115" name="Heatmap cell r12 c193"/>
            <p:cNvSpPr/>
            <p:nvPr/>
          </p:nvSpPr>
          <p:spPr>
            <a:xfrm>
              <a:off x="3503684" y="310597"/>
              <a:ext cx="17140" cy="26609"/>
            </a:xfrm>
            <a:prstGeom prst="rect">
              <a:avLst/>
            </a:prstGeom>
            <a:solidFill>
              <a:srgbClr val="F7D7DB"/>
            </a:solidFill>
            <a:ln>
              <a:noFill/>
            </a:ln>
          </p:spPr>
        </p:sp>
        <p:sp>
          <p:nvSpPr>
            <p:cNvPr id="5116" name="Heatmap cell r12 c194"/>
            <p:cNvSpPr/>
            <p:nvPr/>
          </p:nvSpPr>
          <p:spPr>
            <a:xfrm>
              <a:off x="3520729" y="310597"/>
              <a:ext cx="19034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5117" name="Heatmap cell r12 c195"/>
            <p:cNvSpPr/>
            <p:nvPr/>
          </p:nvSpPr>
          <p:spPr>
            <a:xfrm>
              <a:off x="3539668" y="310597"/>
              <a:ext cx="19034" cy="26609"/>
            </a:xfrm>
            <a:prstGeom prst="rect">
              <a:avLst/>
            </a:prstGeom>
            <a:solidFill>
              <a:srgbClr val="F6F8F9"/>
            </a:solidFill>
            <a:ln>
              <a:noFill/>
            </a:ln>
          </p:spPr>
        </p:sp>
        <p:sp>
          <p:nvSpPr>
            <p:cNvPr id="5118" name="Heatmap cell r12 c196"/>
            <p:cNvSpPr/>
            <p:nvPr/>
          </p:nvSpPr>
          <p:spPr>
            <a:xfrm>
              <a:off x="3558607" y="310597"/>
              <a:ext cx="17140" cy="26609"/>
            </a:xfrm>
            <a:prstGeom prst="rect">
              <a:avLst/>
            </a:prstGeom>
            <a:solidFill>
              <a:srgbClr val="F9E8E9"/>
            </a:solidFill>
            <a:ln>
              <a:noFill/>
            </a:ln>
          </p:spPr>
        </p:sp>
        <p:sp>
          <p:nvSpPr>
            <p:cNvPr id="5119" name="Heatmap cell r12 c197"/>
            <p:cNvSpPr/>
            <p:nvPr/>
          </p:nvSpPr>
          <p:spPr>
            <a:xfrm>
              <a:off x="3575652" y="310597"/>
              <a:ext cx="19034" cy="26609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</p:sp>
        <p:sp>
          <p:nvSpPr>
            <p:cNvPr id="5120" name="Heatmap cell r12 c198"/>
            <p:cNvSpPr/>
            <p:nvPr/>
          </p:nvSpPr>
          <p:spPr>
            <a:xfrm>
              <a:off x="3594591" y="310597"/>
              <a:ext cx="17140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5121" name="Heatmap cell r12 c200"/>
            <p:cNvSpPr/>
            <p:nvPr/>
          </p:nvSpPr>
          <p:spPr>
            <a:xfrm>
              <a:off x="3630575" y="310597"/>
              <a:ext cx="17140" cy="26609"/>
            </a:xfrm>
            <a:prstGeom prst="rect">
              <a:avLst/>
            </a:prstGeom>
            <a:solidFill>
              <a:srgbClr val="F8E1E3"/>
            </a:solidFill>
            <a:ln>
              <a:noFill/>
            </a:ln>
          </p:spPr>
        </p:sp>
        <p:sp>
          <p:nvSpPr>
            <p:cNvPr id="5122" name="Heatmap cell r12 c201"/>
            <p:cNvSpPr/>
            <p:nvPr/>
          </p:nvSpPr>
          <p:spPr>
            <a:xfrm>
              <a:off x="3647620" y="310597"/>
              <a:ext cx="19034" cy="26609"/>
            </a:xfrm>
            <a:prstGeom prst="rect">
              <a:avLst/>
            </a:prstGeom>
            <a:solidFill>
              <a:srgbClr val="F8F8FA"/>
            </a:solidFill>
            <a:ln>
              <a:noFill/>
            </a:ln>
          </p:spPr>
        </p:sp>
        <p:sp>
          <p:nvSpPr>
            <p:cNvPr id="5123" name="Heatmap cell r12 c202"/>
            <p:cNvSpPr/>
            <p:nvPr/>
          </p:nvSpPr>
          <p:spPr>
            <a:xfrm>
              <a:off x="3666558" y="310597"/>
              <a:ext cx="17140" cy="26609"/>
            </a:xfrm>
            <a:prstGeom prst="rect">
              <a:avLst/>
            </a:prstGeom>
            <a:solidFill>
              <a:srgbClr val="F3C6CB"/>
            </a:solidFill>
            <a:ln>
              <a:noFill/>
            </a:ln>
          </p:spPr>
        </p:sp>
        <p:sp>
          <p:nvSpPr>
            <p:cNvPr id="5124" name="Heatmap cell r12 c204"/>
            <p:cNvSpPr/>
            <p:nvPr/>
          </p:nvSpPr>
          <p:spPr>
            <a:xfrm>
              <a:off x="3702542" y="310597"/>
              <a:ext cx="17140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5125" name="Heatmap cell r12 c205"/>
            <p:cNvSpPr/>
            <p:nvPr/>
          </p:nvSpPr>
          <p:spPr>
            <a:xfrm>
              <a:off x="3719587" y="310597"/>
              <a:ext cx="19034" cy="26609"/>
            </a:xfrm>
            <a:prstGeom prst="rect">
              <a:avLst/>
            </a:prstGeom>
            <a:solidFill>
              <a:srgbClr val="F1BEC3"/>
            </a:solidFill>
            <a:ln>
              <a:noFill/>
            </a:ln>
          </p:spPr>
        </p:sp>
        <p:sp>
          <p:nvSpPr>
            <p:cNvPr id="5126" name="Heatmap cell r12 c206"/>
            <p:cNvSpPr/>
            <p:nvPr/>
          </p:nvSpPr>
          <p:spPr>
            <a:xfrm>
              <a:off x="3738526" y="310597"/>
              <a:ext cx="17140" cy="26609"/>
            </a:xfrm>
            <a:prstGeom prst="rect">
              <a:avLst/>
            </a:prstGeom>
            <a:solidFill>
              <a:srgbClr val="FCF6F6"/>
            </a:solidFill>
            <a:ln>
              <a:noFill/>
            </a:ln>
          </p:spPr>
        </p:sp>
        <p:sp>
          <p:nvSpPr>
            <p:cNvPr id="5127" name="Heatmap cell r12 c207"/>
            <p:cNvSpPr/>
            <p:nvPr/>
          </p:nvSpPr>
          <p:spPr>
            <a:xfrm>
              <a:off x="3755571" y="310597"/>
              <a:ext cx="19034" cy="26609"/>
            </a:xfrm>
            <a:prstGeom prst="rect">
              <a:avLst/>
            </a:prstGeom>
            <a:solidFill>
              <a:srgbClr val="FBF5F5"/>
            </a:solidFill>
            <a:ln>
              <a:noFill/>
            </a:ln>
          </p:spPr>
        </p:sp>
        <p:sp>
          <p:nvSpPr>
            <p:cNvPr id="5128" name="Heatmap cell r12 c209"/>
            <p:cNvSpPr/>
            <p:nvPr/>
          </p:nvSpPr>
          <p:spPr>
            <a:xfrm>
              <a:off x="3793449" y="310597"/>
              <a:ext cx="17140" cy="26609"/>
            </a:xfrm>
            <a:prstGeom prst="rect">
              <a:avLst/>
            </a:prstGeom>
            <a:solidFill>
              <a:srgbClr val="D2DDE8"/>
            </a:solidFill>
            <a:ln>
              <a:noFill/>
            </a:ln>
          </p:spPr>
        </p:sp>
        <p:sp>
          <p:nvSpPr>
            <p:cNvPr id="5129" name="Heatmap cell r12 c210"/>
            <p:cNvSpPr/>
            <p:nvPr/>
          </p:nvSpPr>
          <p:spPr>
            <a:xfrm>
              <a:off x="3810494" y="310597"/>
              <a:ext cx="19034" cy="26609"/>
            </a:xfrm>
            <a:prstGeom prst="rect">
              <a:avLst/>
            </a:prstGeom>
            <a:solidFill>
              <a:srgbClr val="F9E7E8"/>
            </a:solidFill>
            <a:ln>
              <a:noFill/>
            </a:ln>
          </p:spPr>
        </p:sp>
        <p:sp>
          <p:nvSpPr>
            <p:cNvPr id="5130" name="Heatmap cell r12 c211"/>
            <p:cNvSpPr/>
            <p:nvPr/>
          </p:nvSpPr>
          <p:spPr>
            <a:xfrm>
              <a:off x="3829432" y="310597"/>
              <a:ext cx="17140" cy="26609"/>
            </a:xfrm>
            <a:prstGeom prst="rect">
              <a:avLst/>
            </a:prstGeom>
            <a:solidFill>
              <a:srgbClr val="DAE2EB"/>
            </a:solidFill>
            <a:ln>
              <a:noFill/>
            </a:ln>
          </p:spPr>
        </p:sp>
        <p:sp>
          <p:nvSpPr>
            <p:cNvPr id="5131" name="Heatmap cell r12 c212"/>
            <p:cNvSpPr/>
            <p:nvPr/>
          </p:nvSpPr>
          <p:spPr>
            <a:xfrm>
              <a:off x="3846477" y="310597"/>
              <a:ext cx="19034" cy="26609"/>
            </a:xfrm>
            <a:prstGeom prst="rect">
              <a:avLst/>
            </a:prstGeom>
            <a:solidFill>
              <a:srgbClr val="F7D3D6"/>
            </a:solidFill>
            <a:ln>
              <a:noFill/>
            </a:ln>
          </p:spPr>
        </p:sp>
        <p:sp>
          <p:nvSpPr>
            <p:cNvPr id="5132" name="Heatmap cell r12 c213"/>
            <p:cNvSpPr/>
            <p:nvPr/>
          </p:nvSpPr>
          <p:spPr>
            <a:xfrm>
              <a:off x="3865416" y="310597"/>
              <a:ext cx="17140" cy="26609"/>
            </a:xfrm>
            <a:prstGeom prst="rect">
              <a:avLst/>
            </a:prstGeom>
            <a:solidFill>
              <a:srgbClr val="F8E4E7"/>
            </a:solidFill>
            <a:ln>
              <a:noFill/>
            </a:ln>
          </p:spPr>
        </p:sp>
        <p:sp>
          <p:nvSpPr>
            <p:cNvPr id="5133" name="Heatmap cell r12 c214"/>
            <p:cNvSpPr/>
            <p:nvPr/>
          </p:nvSpPr>
          <p:spPr>
            <a:xfrm>
              <a:off x="3882461" y="310597"/>
              <a:ext cx="19034" cy="26609"/>
            </a:xfrm>
            <a:prstGeom prst="rect">
              <a:avLst/>
            </a:prstGeom>
            <a:solidFill>
              <a:srgbClr val="E3EAF0"/>
            </a:solidFill>
            <a:ln>
              <a:noFill/>
            </a:ln>
          </p:spPr>
        </p:sp>
        <p:sp>
          <p:nvSpPr>
            <p:cNvPr id="5134" name="Heatmap cell r12 c215"/>
            <p:cNvSpPr/>
            <p:nvPr/>
          </p:nvSpPr>
          <p:spPr>
            <a:xfrm>
              <a:off x="3901400" y="310597"/>
              <a:ext cx="17140" cy="26609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5135" name="Heatmap cell r12 c216"/>
            <p:cNvSpPr/>
            <p:nvPr/>
          </p:nvSpPr>
          <p:spPr>
            <a:xfrm>
              <a:off x="3918445" y="310597"/>
              <a:ext cx="19034" cy="26609"/>
            </a:xfrm>
            <a:prstGeom prst="rect">
              <a:avLst/>
            </a:prstGeom>
            <a:solidFill>
              <a:srgbClr val="F3C9CE"/>
            </a:solidFill>
            <a:ln>
              <a:noFill/>
            </a:ln>
          </p:spPr>
        </p:sp>
        <p:sp>
          <p:nvSpPr>
            <p:cNvPr id="5136" name="Heatmap cell r12 c217"/>
            <p:cNvSpPr/>
            <p:nvPr/>
          </p:nvSpPr>
          <p:spPr>
            <a:xfrm>
              <a:off x="3937384" y="310597"/>
              <a:ext cx="17140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5137" name="Heatmap cell r12 c218"/>
            <p:cNvSpPr/>
            <p:nvPr/>
          </p:nvSpPr>
          <p:spPr>
            <a:xfrm>
              <a:off x="3954429" y="310597"/>
              <a:ext cx="19034" cy="26609"/>
            </a:xfrm>
            <a:prstGeom prst="rect">
              <a:avLst/>
            </a:prstGeom>
            <a:solidFill>
              <a:srgbClr val="EFB7BB"/>
            </a:solidFill>
            <a:ln>
              <a:noFill/>
            </a:ln>
          </p:spPr>
        </p:sp>
        <p:sp>
          <p:nvSpPr>
            <p:cNvPr id="5138" name="Heatmap cell r12 c220"/>
            <p:cNvSpPr/>
            <p:nvPr/>
          </p:nvSpPr>
          <p:spPr>
            <a:xfrm>
              <a:off x="3990412" y="310597"/>
              <a:ext cx="19034" cy="26609"/>
            </a:xfrm>
            <a:prstGeom prst="rect">
              <a:avLst/>
            </a:prstGeom>
            <a:solidFill>
              <a:srgbClr val="6F92B4"/>
            </a:solidFill>
            <a:ln>
              <a:noFill/>
            </a:ln>
          </p:spPr>
        </p:sp>
        <p:sp>
          <p:nvSpPr>
            <p:cNvPr id="5139" name="Heatmap cell r12 c221"/>
            <p:cNvSpPr/>
            <p:nvPr/>
          </p:nvSpPr>
          <p:spPr>
            <a:xfrm>
              <a:off x="4009351" y="310597"/>
              <a:ext cx="19034" cy="26609"/>
            </a:xfrm>
            <a:prstGeom prst="rect">
              <a:avLst/>
            </a:prstGeom>
            <a:solidFill>
              <a:srgbClr val="EFB6BA"/>
            </a:solidFill>
            <a:ln>
              <a:noFill/>
            </a:ln>
          </p:spPr>
        </p:sp>
        <p:sp>
          <p:nvSpPr>
            <p:cNvPr id="5140" name="Heatmap cell r12 c222"/>
            <p:cNvSpPr/>
            <p:nvPr/>
          </p:nvSpPr>
          <p:spPr>
            <a:xfrm>
              <a:off x="4028290" y="310597"/>
              <a:ext cx="17140" cy="26609"/>
            </a:xfrm>
            <a:prstGeom prst="rect">
              <a:avLst/>
            </a:prstGeom>
            <a:solidFill>
              <a:srgbClr val="A2B8CF"/>
            </a:solidFill>
            <a:ln>
              <a:noFill/>
            </a:ln>
          </p:spPr>
        </p:sp>
        <p:sp>
          <p:nvSpPr>
            <p:cNvPr id="5141" name="Heatmap cell r12 c223"/>
            <p:cNvSpPr/>
            <p:nvPr/>
          </p:nvSpPr>
          <p:spPr>
            <a:xfrm>
              <a:off x="4045335" y="310597"/>
              <a:ext cx="19034" cy="26609"/>
            </a:xfrm>
            <a:prstGeom prst="rect">
              <a:avLst/>
            </a:prstGeom>
            <a:solidFill>
              <a:srgbClr val="A3B9CF"/>
            </a:solidFill>
            <a:ln>
              <a:noFill/>
            </a:ln>
          </p:spPr>
        </p:sp>
        <p:sp>
          <p:nvSpPr>
            <p:cNvPr id="5142" name="Heatmap cell r13 c1"/>
            <p:cNvSpPr/>
            <p:nvPr/>
          </p:nvSpPr>
          <p:spPr>
            <a:xfrm>
              <a:off x="13257" y="337111"/>
              <a:ext cx="45548" cy="28503"/>
            </a:xfrm>
            <a:prstGeom prst="rect">
              <a:avLst/>
            </a:prstGeom>
            <a:solidFill>
              <a:srgbClr val="155B9C"/>
            </a:solidFill>
            <a:ln>
              <a:noFill/>
            </a:ln>
          </p:spPr>
        </p:sp>
        <p:sp>
          <p:nvSpPr>
            <p:cNvPr id="5143" name="Heatmap cell r13 c3"/>
            <p:cNvSpPr/>
            <p:nvPr/>
          </p:nvSpPr>
          <p:spPr>
            <a:xfrm>
              <a:off x="71968" y="337111"/>
              <a:ext cx="17140" cy="28503"/>
            </a:xfrm>
            <a:prstGeom prst="rect">
              <a:avLst/>
            </a:prstGeom>
            <a:solidFill>
              <a:srgbClr val="E6878F"/>
            </a:solidFill>
            <a:ln>
              <a:noFill/>
            </a:ln>
          </p:spPr>
        </p:sp>
        <p:sp>
          <p:nvSpPr>
            <p:cNvPr id="5144" name="Heatmap cell r13 c4"/>
            <p:cNvSpPr/>
            <p:nvPr/>
          </p:nvSpPr>
          <p:spPr>
            <a:xfrm>
              <a:off x="89013" y="337111"/>
              <a:ext cx="19034" cy="28503"/>
            </a:xfrm>
            <a:prstGeom prst="rect">
              <a:avLst/>
            </a:prstGeom>
            <a:solidFill>
              <a:srgbClr val="F1C2C6"/>
            </a:solidFill>
            <a:ln>
              <a:noFill/>
            </a:ln>
          </p:spPr>
        </p:sp>
        <p:sp>
          <p:nvSpPr>
            <p:cNvPr id="5145" name="Heatmap cell r13 c5"/>
            <p:cNvSpPr/>
            <p:nvPr/>
          </p:nvSpPr>
          <p:spPr>
            <a:xfrm>
              <a:off x="107951" y="337111"/>
              <a:ext cx="17140" cy="28503"/>
            </a:xfrm>
            <a:prstGeom prst="rect">
              <a:avLst/>
            </a:prstGeom>
            <a:solidFill>
              <a:srgbClr val="F3C5CA"/>
            </a:solidFill>
            <a:ln>
              <a:noFill/>
            </a:ln>
          </p:spPr>
        </p:sp>
        <p:sp>
          <p:nvSpPr>
            <p:cNvPr id="5146" name="Heatmap cell r13 c6"/>
            <p:cNvSpPr/>
            <p:nvPr/>
          </p:nvSpPr>
          <p:spPr>
            <a:xfrm>
              <a:off x="124996" y="337111"/>
              <a:ext cx="19034" cy="28503"/>
            </a:xfrm>
            <a:prstGeom prst="rect">
              <a:avLst/>
            </a:prstGeom>
            <a:solidFill>
              <a:srgbClr val="EBA1A8"/>
            </a:solidFill>
            <a:ln>
              <a:noFill/>
            </a:ln>
          </p:spPr>
        </p:sp>
        <p:sp>
          <p:nvSpPr>
            <p:cNvPr id="5147" name="Heatmap cell r13 c7"/>
            <p:cNvSpPr/>
            <p:nvPr/>
          </p:nvSpPr>
          <p:spPr>
            <a:xfrm>
              <a:off x="143935" y="337111"/>
              <a:ext cx="17140" cy="28503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5148" name="Heatmap cell r13 c8"/>
            <p:cNvSpPr/>
            <p:nvPr/>
          </p:nvSpPr>
          <p:spPr>
            <a:xfrm>
              <a:off x="160980" y="337111"/>
              <a:ext cx="19034" cy="28503"/>
            </a:xfrm>
            <a:prstGeom prst="rect">
              <a:avLst/>
            </a:prstGeom>
            <a:solidFill>
              <a:srgbClr val="EBA9AE"/>
            </a:solidFill>
            <a:ln>
              <a:noFill/>
            </a:ln>
          </p:spPr>
        </p:sp>
        <p:sp>
          <p:nvSpPr>
            <p:cNvPr id="5149" name="Heatmap cell r13 c9"/>
            <p:cNvSpPr/>
            <p:nvPr/>
          </p:nvSpPr>
          <p:spPr>
            <a:xfrm>
              <a:off x="179919" y="337111"/>
              <a:ext cx="19034" cy="28503"/>
            </a:xfrm>
            <a:prstGeom prst="rect">
              <a:avLst/>
            </a:prstGeom>
            <a:solidFill>
              <a:srgbClr val="F4CED1"/>
            </a:solidFill>
            <a:ln>
              <a:noFill/>
            </a:ln>
          </p:spPr>
        </p:sp>
        <p:sp>
          <p:nvSpPr>
            <p:cNvPr id="5150" name="Heatmap cell r13 c10"/>
            <p:cNvSpPr/>
            <p:nvPr/>
          </p:nvSpPr>
          <p:spPr>
            <a:xfrm>
              <a:off x="198858" y="337111"/>
              <a:ext cx="17140" cy="28503"/>
            </a:xfrm>
            <a:prstGeom prst="rect">
              <a:avLst/>
            </a:prstGeom>
            <a:solidFill>
              <a:srgbClr val="F1C4C7"/>
            </a:solidFill>
            <a:ln>
              <a:noFill/>
            </a:ln>
          </p:spPr>
        </p:sp>
        <p:sp>
          <p:nvSpPr>
            <p:cNvPr id="5151" name="Heatmap cell r13 c11"/>
            <p:cNvSpPr/>
            <p:nvPr/>
          </p:nvSpPr>
          <p:spPr>
            <a:xfrm>
              <a:off x="215903" y="337111"/>
              <a:ext cx="19034" cy="28503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5152" name="Heatmap cell r13 c12"/>
            <p:cNvSpPr/>
            <p:nvPr/>
          </p:nvSpPr>
          <p:spPr>
            <a:xfrm>
              <a:off x="234842" y="337111"/>
              <a:ext cx="17140" cy="28503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</p:sp>
        <p:sp>
          <p:nvSpPr>
            <p:cNvPr id="5153" name="Heatmap cell r13 c13"/>
            <p:cNvSpPr/>
            <p:nvPr/>
          </p:nvSpPr>
          <p:spPr>
            <a:xfrm>
              <a:off x="251887" y="337111"/>
              <a:ext cx="19034" cy="28503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5154" name="Heatmap cell r13 c14"/>
            <p:cNvSpPr/>
            <p:nvPr/>
          </p:nvSpPr>
          <p:spPr>
            <a:xfrm>
              <a:off x="270825" y="337111"/>
              <a:ext cx="17140" cy="28503"/>
            </a:xfrm>
            <a:prstGeom prst="rect">
              <a:avLst/>
            </a:prstGeom>
            <a:solidFill>
              <a:srgbClr val="FBF0F1"/>
            </a:solidFill>
            <a:ln>
              <a:noFill/>
            </a:ln>
          </p:spPr>
        </p:sp>
        <p:sp>
          <p:nvSpPr>
            <p:cNvPr id="5155" name="Heatmap cell r13 c15"/>
            <p:cNvSpPr/>
            <p:nvPr/>
          </p:nvSpPr>
          <p:spPr>
            <a:xfrm>
              <a:off x="287870" y="337111"/>
              <a:ext cx="19034" cy="28503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5156" name="Heatmap cell r13 c16"/>
            <p:cNvSpPr/>
            <p:nvPr/>
          </p:nvSpPr>
          <p:spPr>
            <a:xfrm>
              <a:off x="306809" y="337111"/>
              <a:ext cx="17140" cy="28503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5157" name="Heatmap cell r13 c17"/>
            <p:cNvSpPr/>
            <p:nvPr/>
          </p:nvSpPr>
          <p:spPr>
            <a:xfrm>
              <a:off x="323854" y="337111"/>
              <a:ext cx="19034" cy="28503"/>
            </a:xfrm>
            <a:prstGeom prst="rect">
              <a:avLst/>
            </a:prstGeom>
            <a:solidFill>
              <a:srgbClr val="F5CFD2"/>
            </a:solidFill>
            <a:ln>
              <a:noFill/>
            </a:ln>
          </p:spPr>
        </p:sp>
        <p:sp>
          <p:nvSpPr>
            <p:cNvPr id="5158" name="Heatmap cell r13 c18"/>
            <p:cNvSpPr/>
            <p:nvPr/>
          </p:nvSpPr>
          <p:spPr>
            <a:xfrm>
              <a:off x="342793" y="337111"/>
              <a:ext cx="17140" cy="28503"/>
            </a:xfrm>
            <a:prstGeom prst="rect">
              <a:avLst/>
            </a:prstGeom>
            <a:solidFill>
              <a:srgbClr val="E7929B"/>
            </a:solidFill>
            <a:ln>
              <a:noFill/>
            </a:ln>
          </p:spPr>
        </p:sp>
        <p:sp>
          <p:nvSpPr>
            <p:cNvPr id="5159" name="Heatmap cell r13 c19"/>
            <p:cNvSpPr/>
            <p:nvPr/>
          </p:nvSpPr>
          <p:spPr>
            <a:xfrm>
              <a:off x="359838" y="337111"/>
              <a:ext cx="19034" cy="28503"/>
            </a:xfrm>
            <a:prstGeom prst="rect">
              <a:avLst/>
            </a:prstGeom>
            <a:solidFill>
              <a:srgbClr val="F8E6E8"/>
            </a:solidFill>
            <a:ln>
              <a:noFill/>
            </a:ln>
          </p:spPr>
        </p:sp>
        <p:sp>
          <p:nvSpPr>
            <p:cNvPr id="5160" name="Heatmap cell r13 c20"/>
            <p:cNvSpPr/>
            <p:nvPr/>
          </p:nvSpPr>
          <p:spPr>
            <a:xfrm>
              <a:off x="378777" y="337111"/>
              <a:ext cx="17140" cy="28503"/>
            </a:xfrm>
            <a:prstGeom prst="rect">
              <a:avLst/>
            </a:prstGeom>
            <a:solidFill>
              <a:srgbClr val="F3C9CE"/>
            </a:solidFill>
            <a:ln>
              <a:noFill/>
            </a:ln>
          </p:spPr>
        </p:sp>
        <p:sp>
          <p:nvSpPr>
            <p:cNvPr id="5161" name="Heatmap cell r13 c21"/>
            <p:cNvSpPr/>
            <p:nvPr/>
          </p:nvSpPr>
          <p:spPr>
            <a:xfrm>
              <a:off x="395822" y="337111"/>
              <a:ext cx="19034" cy="28503"/>
            </a:xfrm>
            <a:prstGeom prst="rect">
              <a:avLst/>
            </a:prstGeom>
            <a:solidFill>
              <a:srgbClr val="F2C8CD"/>
            </a:solidFill>
            <a:ln>
              <a:noFill/>
            </a:ln>
          </p:spPr>
        </p:sp>
        <p:sp>
          <p:nvSpPr>
            <p:cNvPr id="5162" name="Heatmap cell r13 c22"/>
            <p:cNvSpPr/>
            <p:nvPr/>
          </p:nvSpPr>
          <p:spPr>
            <a:xfrm>
              <a:off x="414760" y="337111"/>
              <a:ext cx="19034" cy="28503"/>
            </a:xfrm>
            <a:prstGeom prst="rect">
              <a:avLst/>
            </a:prstGeom>
            <a:solidFill>
              <a:srgbClr val="F8DDDF"/>
            </a:solidFill>
            <a:ln>
              <a:noFill/>
            </a:ln>
          </p:spPr>
        </p:sp>
        <p:sp>
          <p:nvSpPr>
            <p:cNvPr id="5163" name="Heatmap cell r13 c23"/>
            <p:cNvSpPr/>
            <p:nvPr/>
          </p:nvSpPr>
          <p:spPr>
            <a:xfrm>
              <a:off x="433699" y="337111"/>
              <a:ext cx="17140" cy="28503"/>
            </a:xfrm>
            <a:prstGeom prst="rect">
              <a:avLst/>
            </a:prstGeom>
            <a:solidFill>
              <a:srgbClr val="D4DFE9"/>
            </a:solidFill>
            <a:ln>
              <a:noFill/>
            </a:ln>
          </p:spPr>
        </p:sp>
        <p:sp>
          <p:nvSpPr>
            <p:cNvPr id="5164" name="Heatmap cell r13 c24"/>
            <p:cNvSpPr/>
            <p:nvPr/>
          </p:nvSpPr>
          <p:spPr>
            <a:xfrm>
              <a:off x="450744" y="337111"/>
              <a:ext cx="19034" cy="28503"/>
            </a:xfrm>
            <a:prstGeom prst="rect">
              <a:avLst/>
            </a:prstGeom>
            <a:solidFill>
              <a:srgbClr val="EBA2A9"/>
            </a:solidFill>
            <a:ln>
              <a:noFill/>
            </a:ln>
          </p:spPr>
        </p:sp>
        <p:sp>
          <p:nvSpPr>
            <p:cNvPr id="5165" name="Heatmap cell r13 c25"/>
            <p:cNvSpPr/>
            <p:nvPr/>
          </p:nvSpPr>
          <p:spPr>
            <a:xfrm>
              <a:off x="469683" y="337111"/>
              <a:ext cx="17140" cy="28503"/>
            </a:xfrm>
            <a:prstGeom prst="rect">
              <a:avLst/>
            </a:prstGeom>
            <a:solidFill>
              <a:srgbClr val="F7E2E4"/>
            </a:solidFill>
            <a:ln>
              <a:noFill/>
            </a:ln>
          </p:spPr>
        </p:sp>
        <p:sp>
          <p:nvSpPr>
            <p:cNvPr id="5166" name="Heatmap cell r13 c27"/>
            <p:cNvSpPr/>
            <p:nvPr/>
          </p:nvSpPr>
          <p:spPr>
            <a:xfrm>
              <a:off x="505667" y="337111"/>
              <a:ext cx="17140" cy="28503"/>
            </a:xfrm>
            <a:prstGeom prst="rect">
              <a:avLst/>
            </a:prstGeom>
            <a:solidFill>
              <a:srgbClr val="FAEBED"/>
            </a:solidFill>
            <a:ln>
              <a:noFill/>
            </a:ln>
          </p:spPr>
        </p:sp>
        <p:sp>
          <p:nvSpPr>
            <p:cNvPr id="5167" name="Heatmap cell r13 c28"/>
            <p:cNvSpPr/>
            <p:nvPr/>
          </p:nvSpPr>
          <p:spPr>
            <a:xfrm>
              <a:off x="522712" y="337111"/>
              <a:ext cx="19034" cy="28503"/>
            </a:xfrm>
            <a:prstGeom prst="rect">
              <a:avLst/>
            </a:prstGeom>
            <a:solidFill>
              <a:srgbClr val="FCF8F9"/>
            </a:solidFill>
            <a:ln>
              <a:noFill/>
            </a:ln>
          </p:spPr>
        </p:sp>
        <p:sp>
          <p:nvSpPr>
            <p:cNvPr id="5168" name="Heatmap cell r13 c30"/>
            <p:cNvSpPr/>
            <p:nvPr/>
          </p:nvSpPr>
          <p:spPr>
            <a:xfrm>
              <a:off x="558696" y="337111"/>
              <a:ext cx="19034" cy="28503"/>
            </a:xfrm>
            <a:prstGeom prst="rect">
              <a:avLst/>
            </a:prstGeom>
            <a:solidFill>
              <a:srgbClr val="F0BDC2"/>
            </a:solidFill>
            <a:ln>
              <a:noFill/>
            </a:ln>
          </p:spPr>
        </p:sp>
        <p:sp>
          <p:nvSpPr>
            <p:cNvPr id="5169" name="Heatmap cell r13 c31"/>
            <p:cNvSpPr/>
            <p:nvPr/>
          </p:nvSpPr>
          <p:spPr>
            <a:xfrm>
              <a:off x="577634" y="337111"/>
              <a:ext cx="17140" cy="28503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5170" name="Heatmap cell r13 c32"/>
            <p:cNvSpPr/>
            <p:nvPr/>
          </p:nvSpPr>
          <p:spPr>
            <a:xfrm>
              <a:off x="594679" y="337111"/>
              <a:ext cx="19034" cy="28503"/>
            </a:xfrm>
            <a:prstGeom prst="rect">
              <a:avLst/>
            </a:prstGeom>
            <a:solidFill>
              <a:srgbClr val="E27882"/>
            </a:solidFill>
            <a:ln>
              <a:noFill/>
            </a:ln>
          </p:spPr>
        </p:sp>
        <p:sp>
          <p:nvSpPr>
            <p:cNvPr id="5171" name="Heatmap cell r13 c33"/>
            <p:cNvSpPr/>
            <p:nvPr/>
          </p:nvSpPr>
          <p:spPr>
            <a:xfrm>
              <a:off x="613618" y="337111"/>
              <a:ext cx="17140" cy="28503"/>
            </a:xfrm>
            <a:prstGeom prst="rect">
              <a:avLst/>
            </a:prstGeom>
            <a:solidFill>
              <a:srgbClr val="F3C7CC"/>
            </a:solidFill>
            <a:ln>
              <a:noFill/>
            </a:ln>
          </p:spPr>
        </p:sp>
        <p:sp>
          <p:nvSpPr>
            <p:cNvPr id="5172" name="Heatmap cell r13 c34"/>
            <p:cNvSpPr/>
            <p:nvPr/>
          </p:nvSpPr>
          <p:spPr>
            <a:xfrm>
              <a:off x="630663" y="337111"/>
              <a:ext cx="19034" cy="28503"/>
            </a:xfrm>
            <a:prstGeom prst="rect">
              <a:avLst/>
            </a:prstGeom>
            <a:solidFill>
              <a:srgbClr val="EFB7BB"/>
            </a:solidFill>
            <a:ln>
              <a:noFill/>
            </a:ln>
          </p:spPr>
        </p:sp>
        <p:sp>
          <p:nvSpPr>
            <p:cNvPr id="5173" name="Heatmap cell r13 c35"/>
            <p:cNvSpPr/>
            <p:nvPr/>
          </p:nvSpPr>
          <p:spPr>
            <a:xfrm>
              <a:off x="649602" y="337111"/>
              <a:ext cx="19034" cy="28503"/>
            </a:xfrm>
            <a:prstGeom prst="rect">
              <a:avLst/>
            </a:prstGeom>
            <a:solidFill>
              <a:srgbClr val="EB9EA4"/>
            </a:solidFill>
            <a:ln>
              <a:noFill/>
            </a:ln>
          </p:spPr>
        </p:sp>
        <p:sp>
          <p:nvSpPr>
            <p:cNvPr id="5174" name="Heatmap cell r13 c36"/>
            <p:cNvSpPr/>
            <p:nvPr/>
          </p:nvSpPr>
          <p:spPr>
            <a:xfrm>
              <a:off x="668541" y="337111"/>
              <a:ext cx="17140" cy="28503"/>
            </a:xfrm>
            <a:prstGeom prst="rect">
              <a:avLst/>
            </a:prstGeom>
            <a:solidFill>
              <a:srgbClr val="F7D3D6"/>
            </a:solidFill>
            <a:ln>
              <a:noFill/>
            </a:ln>
          </p:spPr>
        </p:sp>
        <p:sp>
          <p:nvSpPr>
            <p:cNvPr id="5175" name="Heatmap cell r13 c37"/>
            <p:cNvSpPr/>
            <p:nvPr/>
          </p:nvSpPr>
          <p:spPr>
            <a:xfrm>
              <a:off x="685586" y="337111"/>
              <a:ext cx="19034" cy="28503"/>
            </a:xfrm>
            <a:prstGeom prst="rect">
              <a:avLst/>
            </a:prstGeom>
            <a:solidFill>
              <a:srgbClr val="CED9E4"/>
            </a:solidFill>
            <a:ln>
              <a:noFill/>
            </a:ln>
          </p:spPr>
        </p:sp>
        <p:sp>
          <p:nvSpPr>
            <p:cNvPr id="5176" name="Heatmap cell r13 c38"/>
            <p:cNvSpPr/>
            <p:nvPr/>
          </p:nvSpPr>
          <p:spPr>
            <a:xfrm>
              <a:off x="704525" y="337111"/>
              <a:ext cx="17140" cy="28503"/>
            </a:xfrm>
            <a:prstGeom prst="rect">
              <a:avLst/>
            </a:prstGeom>
            <a:solidFill>
              <a:srgbClr val="F6D5D9"/>
            </a:solidFill>
            <a:ln>
              <a:noFill/>
            </a:ln>
          </p:spPr>
        </p:sp>
        <p:sp>
          <p:nvSpPr>
            <p:cNvPr id="5177" name="Heatmap cell r13 c39"/>
            <p:cNvSpPr/>
            <p:nvPr/>
          </p:nvSpPr>
          <p:spPr>
            <a:xfrm>
              <a:off x="721570" y="337111"/>
              <a:ext cx="19034" cy="28503"/>
            </a:xfrm>
            <a:prstGeom prst="rect">
              <a:avLst/>
            </a:prstGeom>
            <a:solidFill>
              <a:srgbClr val="F9E7E8"/>
            </a:solidFill>
            <a:ln>
              <a:noFill/>
            </a:ln>
          </p:spPr>
        </p:sp>
        <p:sp>
          <p:nvSpPr>
            <p:cNvPr id="5178" name="Heatmap cell r13 c40"/>
            <p:cNvSpPr/>
            <p:nvPr/>
          </p:nvSpPr>
          <p:spPr>
            <a:xfrm>
              <a:off x="740508" y="337111"/>
              <a:ext cx="17140" cy="28503"/>
            </a:xfrm>
            <a:prstGeom prst="rect">
              <a:avLst/>
            </a:prstGeom>
            <a:solidFill>
              <a:srgbClr val="E9EDF3"/>
            </a:solidFill>
            <a:ln>
              <a:noFill/>
            </a:ln>
          </p:spPr>
        </p:sp>
        <p:sp>
          <p:nvSpPr>
            <p:cNvPr id="5179" name="Heatmap cell r13 c41"/>
            <p:cNvSpPr/>
            <p:nvPr/>
          </p:nvSpPr>
          <p:spPr>
            <a:xfrm>
              <a:off x="757553" y="337111"/>
              <a:ext cx="19034" cy="28503"/>
            </a:xfrm>
            <a:prstGeom prst="rect">
              <a:avLst/>
            </a:prstGeom>
            <a:solidFill>
              <a:srgbClr val="EB9FA6"/>
            </a:solidFill>
            <a:ln>
              <a:noFill/>
            </a:ln>
          </p:spPr>
        </p:sp>
        <p:sp>
          <p:nvSpPr>
            <p:cNvPr id="5180" name="Heatmap cell r13 c42"/>
            <p:cNvSpPr/>
            <p:nvPr/>
          </p:nvSpPr>
          <p:spPr>
            <a:xfrm>
              <a:off x="776492" y="337111"/>
              <a:ext cx="17140" cy="28503"/>
            </a:xfrm>
            <a:prstGeom prst="rect">
              <a:avLst/>
            </a:prstGeom>
            <a:solidFill>
              <a:srgbClr val="CED9E4"/>
            </a:solidFill>
            <a:ln>
              <a:noFill/>
            </a:ln>
          </p:spPr>
        </p:sp>
        <p:sp>
          <p:nvSpPr>
            <p:cNvPr id="5181" name="Heatmap cell r13 c43"/>
            <p:cNvSpPr/>
            <p:nvPr/>
          </p:nvSpPr>
          <p:spPr>
            <a:xfrm>
              <a:off x="793537" y="337111"/>
              <a:ext cx="19034" cy="28503"/>
            </a:xfrm>
            <a:prstGeom prst="rect">
              <a:avLst/>
            </a:prstGeom>
            <a:solidFill>
              <a:srgbClr val="D53A48"/>
            </a:solidFill>
            <a:ln>
              <a:noFill/>
            </a:ln>
          </p:spPr>
        </p:sp>
        <p:sp>
          <p:nvSpPr>
            <p:cNvPr id="5182" name="Heatmap cell r13 c44"/>
            <p:cNvSpPr/>
            <p:nvPr/>
          </p:nvSpPr>
          <p:spPr>
            <a:xfrm>
              <a:off x="812476" y="337111"/>
              <a:ext cx="17140" cy="28503"/>
            </a:xfrm>
            <a:prstGeom prst="rect">
              <a:avLst/>
            </a:prstGeom>
            <a:solidFill>
              <a:srgbClr val="F6D5D9"/>
            </a:solidFill>
            <a:ln>
              <a:noFill/>
            </a:ln>
          </p:spPr>
        </p:sp>
        <p:sp>
          <p:nvSpPr>
            <p:cNvPr id="5183" name="Heatmap cell r13 c45"/>
            <p:cNvSpPr/>
            <p:nvPr/>
          </p:nvSpPr>
          <p:spPr>
            <a:xfrm>
              <a:off x="829521" y="337111"/>
              <a:ext cx="19034" cy="28503"/>
            </a:xfrm>
            <a:prstGeom prst="rect">
              <a:avLst/>
            </a:prstGeom>
            <a:solidFill>
              <a:srgbClr val="EFB7BB"/>
            </a:solidFill>
            <a:ln>
              <a:noFill/>
            </a:ln>
          </p:spPr>
        </p:sp>
        <p:sp>
          <p:nvSpPr>
            <p:cNvPr id="5184" name="Heatmap cell r13 c46"/>
            <p:cNvSpPr/>
            <p:nvPr/>
          </p:nvSpPr>
          <p:spPr>
            <a:xfrm>
              <a:off x="848460" y="337111"/>
              <a:ext cx="17140" cy="28503"/>
            </a:xfrm>
            <a:prstGeom prst="rect">
              <a:avLst/>
            </a:prstGeom>
            <a:solidFill>
              <a:srgbClr val="C5D2E0"/>
            </a:solidFill>
            <a:ln>
              <a:noFill/>
            </a:ln>
          </p:spPr>
        </p:sp>
        <p:sp>
          <p:nvSpPr>
            <p:cNvPr id="5185" name="Heatmap cell r13 c47"/>
            <p:cNvSpPr/>
            <p:nvPr/>
          </p:nvSpPr>
          <p:spPr>
            <a:xfrm>
              <a:off x="865505" y="337111"/>
              <a:ext cx="19034" cy="28503"/>
            </a:xfrm>
            <a:prstGeom prst="rect">
              <a:avLst/>
            </a:prstGeom>
            <a:solidFill>
              <a:srgbClr val="C5D2E0"/>
            </a:solidFill>
            <a:ln>
              <a:noFill/>
            </a:ln>
          </p:spPr>
        </p:sp>
        <p:sp>
          <p:nvSpPr>
            <p:cNvPr id="5186" name="Heatmap cell r13 c48"/>
            <p:cNvSpPr/>
            <p:nvPr/>
          </p:nvSpPr>
          <p:spPr>
            <a:xfrm>
              <a:off x="884444" y="337111"/>
              <a:ext cx="19034" cy="28503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5187" name="Heatmap cell r13 c49"/>
            <p:cNvSpPr/>
            <p:nvPr/>
          </p:nvSpPr>
          <p:spPr>
            <a:xfrm>
              <a:off x="903382" y="337111"/>
              <a:ext cx="17140" cy="28503"/>
            </a:xfrm>
            <a:prstGeom prst="rect">
              <a:avLst/>
            </a:prstGeom>
            <a:solidFill>
              <a:srgbClr val="EBA4AC"/>
            </a:solidFill>
            <a:ln>
              <a:noFill/>
            </a:ln>
          </p:spPr>
        </p:sp>
        <p:sp>
          <p:nvSpPr>
            <p:cNvPr id="5188" name="Heatmap cell r13 c50"/>
            <p:cNvSpPr/>
            <p:nvPr/>
          </p:nvSpPr>
          <p:spPr>
            <a:xfrm>
              <a:off x="920427" y="337111"/>
              <a:ext cx="19034" cy="28503"/>
            </a:xfrm>
            <a:prstGeom prst="rect">
              <a:avLst/>
            </a:prstGeom>
            <a:solidFill>
              <a:srgbClr val="F1C2C6"/>
            </a:solidFill>
            <a:ln>
              <a:noFill/>
            </a:ln>
          </p:spPr>
        </p:sp>
        <p:sp>
          <p:nvSpPr>
            <p:cNvPr id="5189" name="Heatmap cell r13 c52"/>
            <p:cNvSpPr/>
            <p:nvPr/>
          </p:nvSpPr>
          <p:spPr>
            <a:xfrm>
              <a:off x="956411" y="337111"/>
              <a:ext cx="19034" cy="28503"/>
            </a:xfrm>
            <a:prstGeom prst="rect">
              <a:avLst/>
            </a:prstGeom>
            <a:solidFill>
              <a:srgbClr val="F3C5C8"/>
            </a:solidFill>
            <a:ln>
              <a:noFill/>
            </a:ln>
          </p:spPr>
        </p:sp>
        <p:sp>
          <p:nvSpPr>
            <p:cNvPr id="5190" name="Heatmap cell r13 c53"/>
            <p:cNvSpPr/>
            <p:nvPr/>
          </p:nvSpPr>
          <p:spPr>
            <a:xfrm>
              <a:off x="975350" y="337111"/>
              <a:ext cx="17140" cy="28503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</p:sp>
        <p:sp>
          <p:nvSpPr>
            <p:cNvPr id="5191" name="Heatmap cell r13 c54"/>
            <p:cNvSpPr/>
            <p:nvPr/>
          </p:nvSpPr>
          <p:spPr>
            <a:xfrm>
              <a:off x="992395" y="337111"/>
              <a:ext cx="19034" cy="28503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</p:sp>
        <p:sp>
          <p:nvSpPr>
            <p:cNvPr id="5192" name="Heatmap cell r13 c55"/>
            <p:cNvSpPr/>
            <p:nvPr/>
          </p:nvSpPr>
          <p:spPr>
            <a:xfrm>
              <a:off x="1011334" y="337111"/>
              <a:ext cx="17140" cy="28503"/>
            </a:xfrm>
            <a:prstGeom prst="rect">
              <a:avLst/>
            </a:prstGeom>
            <a:solidFill>
              <a:srgbClr val="E89199"/>
            </a:solidFill>
            <a:ln>
              <a:noFill/>
            </a:ln>
          </p:spPr>
        </p:sp>
        <p:sp>
          <p:nvSpPr>
            <p:cNvPr id="5193" name="Heatmap cell r13 c56"/>
            <p:cNvSpPr/>
            <p:nvPr/>
          </p:nvSpPr>
          <p:spPr>
            <a:xfrm>
              <a:off x="1028379" y="337111"/>
              <a:ext cx="19034" cy="28503"/>
            </a:xfrm>
            <a:prstGeom prst="rect">
              <a:avLst/>
            </a:prstGeom>
            <a:solidFill>
              <a:srgbClr val="F6F8F9"/>
            </a:solidFill>
            <a:ln>
              <a:noFill/>
            </a:ln>
          </p:spPr>
        </p:sp>
        <p:sp>
          <p:nvSpPr>
            <p:cNvPr id="5194" name="Heatmap cell r13 c57"/>
            <p:cNvSpPr/>
            <p:nvPr/>
          </p:nvSpPr>
          <p:spPr>
            <a:xfrm>
              <a:off x="1047318" y="337111"/>
              <a:ext cx="17140" cy="28503"/>
            </a:xfrm>
            <a:prstGeom prst="rect">
              <a:avLst/>
            </a:prstGeom>
            <a:solidFill>
              <a:srgbClr val="F8E9EA"/>
            </a:solidFill>
            <a:ln>
              <a:noFill/>
            </a:ln>
          </p:spPr>
        </p:sp>
        <p:sp>
          <p:nvSpPr>
            <p:cNvPr id="5195" name="Heatmap cell r13 c58"/>
            <p:cNvSpPr/>
            <p:nvPr/>
          </p:nvSpPr>
          <p:spPr>
            <a:xfrm>
              <a:off x="1064363" y="337111"/>
              <a:ext cx="19034" cy="28503"/>
            </a:xfrm>
            <a:prstGeom prst="rect">
              <a:avLst/>
            </a:prstGeom>
            <a:solidFill>
              <a:srgbClr val="F1C1C5"/>
            </a:solidFill>
            <a:ln>
              <a:noFill/>
            </a:ln>
          </p:spPr>
        </p:sp>
        <p:sp>
          <p:nvSpPr>
            <p:cNvPr id="5196" name="Heatmap cell r13 c59"/>
            <p:cNvSpPr/>
            <p:nvPr/>
          </p:nvSpPr>
          <p:spPr>
            <a:xfrm>
              <a:off x="1083301" y="337111"/>
              <a:ext cx="17140" cy="28503"/>
            </a:xfrm>
            <a:prstGeom prst="rect">
              <a:avLst/>
            </a:prstGeom>
            <a:solidFill>
              <a:srgbClr val="F1C1C5"/>
            </a:solidFill>
            <a:ln>
              <a:noFill/>
            </a:ln>
          </p:spPr>
        </p:sp>
        <p:sp>
          <p:nvSpPr>
            <p:cNvPr id="5197" name="Heatmap cell r13 c60"/>
            <p:cNvSpPr/>
            <p:nvPr/>
          </p:nvSpPr>
          <p:spPr>
            <a:xfrm>
              <a:off x="1100346" y="337111"/>
              <a:ext cx="19034" cy="28503"/>
            </a:xfrm>
            <a:prstGeom prst="rect">
              <a:avLst/>
            </a:prstGeom>
            <a:solidFill>
              <a:srgbClr val="F1C0C6"/>
            </a:solidFill>
            <a:ln>
              <a:noFill/>
            </a:ln>
          </p:spPr>
        </p:sp>
        <p:sp>
          <p:nvSpPr>
            <p:cNvPr id="5198" name="Heatmap cell r13 c61"/>
            <p:cNvSpPr/>
            <p:nvPr/>
          </p:nvSpPr>
          <p:spPr>
            <a:xfrm>
              <a:off x="1119285" y="337111"/>
              <a:ext cx="19034" cy="28503"/>
            </a:xfrm>
            <a:prstGeom prst="rect">
              <a:avLst/>
            </a:prstGeom>
            <a:solidFill>
              <a:srgbClr val="F9E8E9"/>
            </a:solidFill>
            <a:ln>
              <a:noFill/>
            </a:ln>
          </p:spPr>
        </p:sp>
        <p:sp>
          <p:nvSpPr>
            <p:cNvPr id="5199" name="Heatmap cell r13 c62"/>
            <p:cNvSpPr/>
            <p:nvPr/>
          </p:nvSpPr>
          <p:spPr>
            <a:xfrm>
              <a:off x="1138224" y="337111"/>
              <a:ext cx="17140" cy="28503"/>
            </a:xfrm>
            <a:prstGeom prst="rect">
              <a:avLst/>
            </a:prstGeom>
            <a:solidFill>
              <a:srgbClr val="F6D5D9"/>
            </a:solidFill>
            <a:ln>
              <a:noFill/>
            </a:ln>
          </p:spPr>
        </p:sp>
        <p:sp>
          <p:nvSpPr>
            <p:cNvPr id="5200" name="Heatmap cell r13 c63"/>
            <p:cNvSpPr/>
            <p:nvPr/>
          </p:nvSpPr>
          <p:spPr>
            <a:xfrm>
              <a:off x="1155269" y="337111"/>
              <a:ext cx="19034" cy="28503"/>
            </a:xfrm>
            <a:prstGeom prst="rect">
              <a:avLst/>
            </a:prstGeom>
            <a:solidFill>
              <a:srgbClr val="FBF3F4"/>
            </a:solidFill>
            <a:ln>
              <a:noFill/>
            </a:ln>
          </p:spPr>
        </p:sp>
        <p:sp>
          <p:nvSpPr>
            <p:cNvPr id="5201" name="Heatmap cell r13 c64"/>
            <p:cNvSpPr/>
            <p:nvPr/>
          </p:nvSpPr>
          <p:spPr>
            <a:xfrm>
              <a:off x="1174208" y="337111"/>
              <a:ext cx="17140" cy="28503"/>
            </a:xfrm>
            <a:prstGeom prst="rect">
              <a:avLst/>
            </a:prstGeom>
            <a:solidFill>
              <a:srgbClr val="F1C2C6"/>
            </a:solidFill>
            <a:ln>
              <a:noFill/>
            </a:ln>
          </p:spPr>
        </p:sp>
        <p:sp>
          <p:nvSpPr>
            <p:cNvPr id="5202" name="Heatmap cell r13 c65"/>
            <p:cNvSpPr/>
            <p:nvPr/>
          </p:nvSpPr>
          <p:spPr>
            <a:xfrm>
              <a:off x="1191253" y="337111"/>
              <a:ext cx="19034" cy="28503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5203" name="Heatmap cell r13 c66"/>
            <p:cNvSpPr/>
            <p:nvPr/>
          </p:nvSpPr>
          <p:spPr>
            <a:xfrm>
              <a:off x="1210192" y="337111"/>
              <a:ext cx="17140" cy="28503"/>
            </a:xfrm>
            <a:prstGeom prst="rect">
              <a:avLst/>
            </a:prstGeom>
            <a:solidFill>
              <a:srgbClr val="EBEFF5"/>
            </a:solidFill>
            <a:ln>
              <a:noFill/>
            </a:ln>
          </p:spPr>
        </p:sp>
        <p:sp>
          <p:nvSpPr>
            <p:cNvPr id="5204" name="Heatmap cell r13 c67"/>
            <p:cNvSpPr/>
            <p:nvPr/>
          </p:nvSpPr>
          <p:spPr>
            <a:xfrm>
              <a:off x="1227236" y="337111"/>
              <a:ext cx="19034" cy="28503"/>
            </a:xfrm>
            <a:prstGeom prst="rect">
              <a:avLst/>
            </a:prstGeom>
            <a:solidFill>
              <a:srgbClr val="F4CACD"/>
            </a:solidFill>
            <a:ln>
              <a:noFill/>
            </a:ln>
          </p:spPr>
        </p:sp>
        <p:sp>
          <p:nvSpPr>
            <p:cNvPr id="5205" name="Heatmap cell r13 c68"/>
            <p:cNvSpPr/>
            <p:nvPr/>
          </p:nvSpPr>
          <p:spPr>
            <a:xfrm>
              <a:off x="1246175" y="337111"/>
              <a:ext cx="17140" cy="28503"/>
            </a:xfrm>
            <a:prstGeom prst="rect">
              <a:avLst/>
            </a:prstGeom>
            <a:solidFill>
              <a:srgbClr val="F4CDD0"/>
            </a:solidFill>
            <a:ln>
              <a:noFill/>
            </a:ln>
          </p:spPr>
        </p:sp>
        <p:sp>
          <p:nvSpPr>
            <p:cNvPr id="5206" name="Heatmap cell r13 c69"/>
            <p:cNvSpPr/>
            <p:nvPr/>
          </p:nvSpPr>
          <p:spPr>
            <a:xfrm>
              <a:off x="1263220" y="337111"/>
              <a:ext cx="19034" cy="28503"/>
            </a:xfrm>
            <a:prstGeom prst="rect">
              <a:avLst/>
            </a:prstGeom>
            <a:solidFill>
              <a:srgbClr val="F1C3C8"/>
            </a:solidFill>
            <a:ln>
              <a:noFill/>
            </a:ln>
          </p:spPr>
        </p:sp>
        <p:sp>
          <p:nvSpPr>
            <p:cNvPr id="5207" name="Heatmap cell r13 c71"/>
            <p:cNvSpPr/>
            <p:nvPr/>
          </p:nvSpPr>
          <p:spPr>
            <a:xfrm>
              <a:off x="1299204" y="337111"/>
              <a:ext cx="19034" cy="28503"/>
            </a:xfrm>
            <a:prstGeom prst="rect">
              <a:avLst/>
            </a:prstGeom>
            <a:solidFill>
              <a:srgbClr val="F8E3E6"/>
            </a:solidFill>
            <a:ln>
              <a:noFill/>
            </a:ln>
          </p:spPr>
        </p:sp>
        <p:sp>
          <p:nvSpPr>
            <p:cNvPr id="5208" name="Heatmap cell r13 c72"/>
            <p:cNvSpPr/>
            <p:nvPr/>
          </p:nvSpPr>
          <p:spPr>
            <a:xfrm>
              <a:off x="1318143" y="337111"/>
              <a:ext cx="17140" cy="28503"/>
            </a:xfrm>
            <a:prstGeom prst="rect">
              <a:avLst/>
            </a:prstGeom>
            <a:solidFill>
              <a:srgbClr val="F3C6CB"/>
            </a:solidFill>
            <a:ln>
              <a:noFill/>
            </a:ln>
          </p:spPr>
        </p:sp>
        <p:sp>
          <p:nvSpPr>
            <p:cNvPr id="5209" name="Heatmap cell r13 c73"/>
            <p:cNvSpPr/>
            <p:nvPr/>
          </p:nvSpPr>
          <p:spPr>
            <a:xfrm>
              <a:off x="1335188" y="337111"/>
              <a:ext cx="19034" cy="28503"/>
            </a:xfrm>
            <a:prstGeom prst="rect">
              <a:avLst/>
            </a:prstGeom>
            <a:solidFill>
              <a:srgbClr val="DBE3EB"/>
            </a:solidFill>
            <a:ln>
              <a:noFill/>
            </a:ln>
          </p:spPr>
        </p:sp>
        <p:sp>
          <p:nvSpPr>
            <p:cNvPr id="5210" name="Heatmap cell r13 c74"/>
            <p:cNvSpPr/>
            <p:nvPr/>
          </p:nvSpPr>
          <p:spPr>
            <a:xfrm>
              <a:off x="1354127" y="337111"/>
              <a:ext cx="17140" cy="28503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5211" name="Heatmap cell r13 c75"/>
            <p:cNvSpPr/>
            <p:nvPr/>
          </p:nvSpPr>
          <p:spPr>
            <a:xfrm>
              <a:off x="1371172" y="337111"/>
              <a:ext cx="19034" cy="28503"/>
            </a:xfrm>
            <a:prstGeom prst="rect">
              <a:avLst/>
            </a:prstGeom>
            <a:solidFill>
              <a:srgbClr val="F7E2E4"/>
            </a:solidFill>
            <a:ln>
              <a:noFill/>
            </a:ln>
          </p:spPr>
        </p:sp>
        <p:sp>
          <p:nvSpPr>
            <p:cNvPr id="5212" name="Heatmap cell r13 c76"/>
            <p:cNvSpPr/>
            <p:nvPr/>
          </p:nvSpPr>
          <p:spPr>
            <a:xfrm>
              <a:off x="1390110" y="337111"/>
              <a:ext cx="19034" cy="28503"/>
            </a:xfrm>
            <a:prstGeom prst="rect">
              <a:avLst/>
            </a:prstGeom>
            <a:solidFill>
              <a:srgbClr val="EBA3AB"/>
            </a:solidFill>
            <a:ln>
              <a:noFill/>
            </a:ln>
          </p:spPr>
        </p:sp>
        <p:sp>
          <p:nvSpPr>
            <p:cNvPr id="5213" name="Heatmap cell r13 c77"/>
            <p:cNvSpPr/>
            <p:nvPr/>
          </p:nvSpPr>
          <p:spPr>
            <a:xfrm>
              <a:off x="1409049" y="337111"/>
              <a:ext cx="17140" cy="28503"/>
            </a:xfrm>
            <a:prstGeom prst="rect">
              <a:avLst/>
            </a:prstGeom>
            <a:solidFill>
              <a:srgbClr val="F1C0C6"/>
            </a:solidFill>
            <a:ln>
              <a:noFill/>
            </a:ln>
          </p:spPr>
        </p:sp>
        <p:sp>
          <p:nvSpPr>
            <p:cNvPr id="5214" name="Heatmap cell r13 c78"/>
            <p:cNvSpPr/>
            <p:nvPr/>
          </p:nvSpPr>
          <p:spPr>
            <a:xfrm>
              <a:off x="1426094" y="337111"/>
              <a:ext cx="19034" cy="28503"/>
            </a:xfrm>
            <a:prstGeom prst="rect">
              <a:avLst/>
            </a:prstGeom>
            <a:solidFill>
              <a:srgbClr val="EAEEF4"/>
            </a:solidFill>
            <a:ln>
              <a:noFill/>
            </a:ln>
          </p:spPr>
        </p:sp>
        <p:sp>
          <p:nvSpPr>
            <p:cNvPr id="5215" name="Heatmap cell r13 c79"/>
            <p:cNvSpPr/>
            <p:nvPr/>
          </p:nvSpPr>
          <p:spPr>
            <a:xfrm>
              <a:off x="1445033" y="337111"/>
              <a:ext cx="17140" cy="28503"/>
            </a:xfrm>
            <a:prstGeom prst="rect">
              <a:avLst/>
            </a:prstGeom>
            <a:solidFill>
              <a:srgbClr val="F7D7DB"/>
            </a:solidFill>
            <a:ln>
              <a:noFill/>
            </a:ln>
          </p:spPr>
        </p:sp>
        <p:sp>
          <p:nvSpPr>
            <p:cNvPr id="5216" name="Heatmap cell r13 c80"/>
            <p:cNvSpPr/>
            <p:nvPr/>
          </p:nvSpPr>
          <p:spPr>
            <a:xfrm>
              <a:off x="1462078" y="337111"/>
              <a:ext cx="19034" cy="28503"/>
            </a:xfrm>
            <a:prstGeom prst="rect">
              <a:avLst/>
            </a:prstGeom>
            <a:solidFill>
              <a:srgbClr val="EEF3F6"/>
            </a:solidFill>
            <a:ln>
              <a:noFill/>
            </a:ln>
          </p:spPr>
        </p:sp>
        <p:sp>
          <p:nvSpPr>
            <p:cNvPr id="5217" name="Heatmap cell r13 c81"/>
            <p:cNvSpPr/>
            <p:nvPr/>
          </p:nvSpPr>
          <p:spPr>
            <a:xfrm>
              <a:off x="1481017" y="337111"/>
              <a:ext cx="17140" cy="28503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5218" name="Heatmap cell r13 c82"/>
            <p:cNvSpPr/>
            <p:nvPr/>
          </p:nvSpPr>
          <p:spPr>
            <a:xfrm>
              <a:off x="1498062" y="337111"/>
              <a:ext cx="19034" cy="28503"/>
            </a:xfrm>
            <a:prstGeom prst="rect">
              <a:avLst/>
            </a:prstGeom>
            <a:solidFill>
              <a:srgbClr val="FAECEC"/>
            </a:solidFill>
            <a:ln>
              <a:noFill/>
            </a:ln>
          </p:spPr>
        </p:sp>
        <p:sp>
          <p:nvSpPr>
            <p:cNvPr id="5219" name="Heatmap cell r13 c83"/>
            <p:cNvSpPr/>
            <p:nvPr/>
          </p:nvSpPr>
          <p:spPr>
            <a:xfrm>
              <a:off x="1517001" y="337111"/>
              <a:ext cx="17140" cy="28503"/>
            </a:xfrm>
            <a:prstGeom prst="rect">
              <a:avLst/>
            </a:prstGeom>
            <a:solidFill>
              <a:srgbClr val="E9959E"/>
            </a:solidFill>
            <a:ln>
              <a:noFill/>
            </a:ln>
          </p:spPr>
        </p:sp>
        <p:sp>
          <p:nvSpPr>
            <p:cNvPr id="5220" name="Heatmap cell r13 c84"/>
            <p:cNvSpPr/>
            <p:nvPr/>
          </p:nvSpPr>
          <p:spPr>
            <a:xfrm>
              <a:off x="1534046" y="337111"/>
              <a:ext cx="19034" cy="28503"/>
            </a:xfrm>
            <a:prstGeom prst="rect">
              <a:avLst/>
            </a:prstGeom>
            <a:solidFill>
              <a:srgbClr val="F0F4F7"/>
            </a:solidFill>
            <a:ln>
              <a:noFill/>
            </a:ln>
          </p:spPr>
        </p:sp>
        <p:sp>
          <p:nvSpPr>
            <p:cNvPr id="5221" name="Heatmap cell r13 c85"/>
            <p:cNvSpPr/>
            <p:nvPr/>
          </p:nvSpPr>
          <p:spPr>
            <a:xfrm>
              <a:off x="1552984" y="337111"/>
              <a:ext cx="17140" cy="28503"/>
            </a:xfrm>
            <a:prstGeom prst="rect">
              <a:avLst/>
            </a:prstGeom>
            <a:solidFill>
              <a:srgbClr val="F7DCDF"/>
            </a:solidFill>
            <a:ln>
              <a:noFill/>
            </a:ln>
          </p:spPr>
        </p:sp>
        <p:sp>
          <p:nvSpPr>
            <p:cNvPr id="5222" name="Heatmap cell r13 c86"/>
            <p:cNvSpPr/>
            <p:nvPr/>
          </p:nvSpPr>
          <p:spPr>
            <a:xfrm>
              <a:off x="1570029" y="337111"/>
              <a:ext cx="19034" cy="28503"/>
            </a:xfrm>
            <a:prstGeom prst="rect">
              <a:avLst/>
            </a:prstGeom>
            <a:solidFill>
              <a:srgbClr val="DEE6EC"/>
            </a:solidFill>
            <a:ln>
              <a:noFill/>
            </a:ln>
          </p:spPr>
        </p:sp>
        <p:sp>
          <p:nvSpPr>
            <p:cNvPr id="5223" name="Heatmap cell r13 c87"/>
            <p:cNvSpPr/>
            <p:nvPr/>
          </p:nvSpPr>
          <p:spPr>
            <a:xfrm>
              <a:off x="1588968" y="337111"/>
              <a:ext cx="17140" cy="28503"/>
            </a:xfrm>
            <a:prstGeom prst="rect">
              <a:avLst/>
            </a:prstGeom>
            <a:solidFill>
              <a:srgbClr val="DFE7ED"/>
            </a:solidFill>
            <a:ln>
              <a:noFill/>
            </a:ln>
          </p:spPr>
        </p:sp>
        <p:sp>
          <p:nvSpPr>
            <p:cNvPr id="5224" name="Heatmap cell r13 c88"/>
            <p:cNvSpPr/>
            <p:nvPr/>
          </p:nvSpPr>
          <p:spPr>
            <a:xfrm>
              <a:off x="1606013" y="337111"/>
              <a:ext cx="19034" cy="28503"/>
            </a:xfrm>
            <a:prstGeom prst="rect">
              <a:avLst/>
            </a:prstGeom>
            <a:solidFill>
              <a:srgbClr val="F3C6CB"/>
            </a:solidFill>
            <a:ln>
              <a:noFill/>
            </a:ln>
          </p:spPr>
        </p:sp>
        <p:sp>
          <p:nvSpPr>
            <p:cNvPr id="5225" name="Heatmap cell r13 c89"/>
            <p:cNvSpPr/>
            <p:nvPr/>
          </p:nvSpPr>
          <p:spPr>
            <a:xfrm>
              <a:off x="1624952" y="337111"/>
              <a:ext cx="19034" cy="28503"/>
            </a:xfrm>
            <a:prstGeom prst="rect">
              <a:avLst/>
            </a:prstGeom>
            <a:solidFill>
              <a:srgbClr val="F8DDDF"/>
            </a:solidFill>
            <a:ln>
              <a:noFill/>
            </a:ln>
          </p:spPr>
        </p:sp>
        <p:sp>
          <p:nvSpPr>
            <p:cNvPr id="5226" name="Heatmap cell r13 c90"/>
            <p:cNvSpPr/>
            <p:nvPr/>
          </p:nvSpPr>
          <p:spPr>
            <a:xfrm>
              <a:off x="1643891" y="337111"/>
              <a:ext cx="17140" cy="28503"/>
            </a:xfrm>
            <a:prstGeom prst="rect">
              <a:avLst/>
            </a:prstGeom>
            <a:solidFill>
              <a:srgbClr val="DFE7ED"/>
            </a:solidFill>
            <a:ln>
              <a:noFill/>
            </a:ln>
          </p:spPr>
        </p:sp>
        <p:sp>
          <p:nvSpPr>
            <p:cNvPr id="5227" name="Heatmap cell r13 c91"/>
            <p:cNvSpPr/>
            <p:nvPr/>
          </p:nvSpPr>
          <p:spPr>
            <a:xfrm>
              <a:off x="1660936" y="337111"/>
              <a:ext cx="19034" cy="28503"/>
            </a:xfrm>
            <a:prstGeom prst="rect">
              <a:avLst/>
            </a:prstGeom>
            <a:solidFill>
              <a:srgbClr val="EEB1B7"/>
            </a:solidFill>
            <a:ln>
              <a:noFill/>
            </a:ln>
          </p:spPr>
        </p:sp>
        <p:sp>
          <p:nvSpPr>
            <p:cNvPr id="5228" name="Heatmap cell r13 c92"/>
            <p:cNvSpPr/>
            <p:nvPr/>
          </p:nvSpPr>
          <p:spPr>
            <a:xfrm>
              <a:off x="1679875" y="337111"/>
              <a:ext cx="17140" cy="28503"/>
            </a:xfrm>
            <a:prstGeom prst="rect">
              <a:avLst/>
            </a:prstGeom>
            <a:solidFill>
              <a:srgbClr val="D0DBE6"/>
            </a:solidFill>
            <a:ln>
              <a:noFill/>
            </a:ln>
          </p:spPr>
        </p:sp>
        <p:sp>
          <p:nvSpPr>
            <p:cNvPr id="5229" name="Heatmap cell r13 c93"/>
            <p:cNvSpPr/>
            <p:nvPr/>
          </p:nvSpPr>
          <p:spPr>
            <a:xfrm>
              <a:off x="1696920" y="337111"/>
              <a:ext cx="19034" cy="28503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5230" name="Heatmap cell r13 c94"/>
            <p:cNvSpPr/>
            <p:nvPr/>
          </p:nvSpPr>
          <p:spPr>
            <a:xfrm>
              <a:off x="1715858" y="337111"/>
              <a:ext cx="17140" cy="28503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5231" name="Heatmap cell r13 c95"/>
            <p:cNvSpPr/>
            <p:nvPr/>
          </p:nvSpPr>
          <p:spPr>
            <a:xfrm>
              <a:off x="1732903" y="337111"/>
              <a:ext cx="19034" cy="28503"/>
            </a:xfrm>
            <a:prstGeom prst="rect">
              <a:avLst/>
            </a:prstGeom>
            <a:solidFill>
              <a:srgbClr val="C5D2E0"/>
            </a:solidFill>
            <a:ln>
              <a:noFill/>
            </a:ln>
          </p:spPr>
        </p:sp>
        <p:sp>
          <p:nvSpPr>
            <p:cNvPr id="5232" name="Heatmap cell r13 c96"/>
            <p:cNvSpPr/>
            <p:nvPr/>
          </p:nvSpPr>
          <p:spPr>
            <a:xfrm>
              <a:off x="1751842" y="337111"/>
              <a:ext cx="17140" cy="28503"/>
            </a:xfrm>
            <a:prstGeom prst="rect">
              <a:avLst/>
            </a:prstGeom>
            <a:solidFill>
              <a:srgbClr val="F1F5F8"/>
            </a:solidFill>
            <a:ln>
              <a:noFill/>
            </a:ln>
          </p:spPr>
        </p:sp>
        <p:sp>
          <p:nvSpPr>
            <p:cNvPr id="5233" name="Heatmap cell r13 c97"/>
            <p:cNvSpPr/>
            <p:nvPr/>
          </p:nvSpPr>
          <p:spPr>
            <a:xfrm>
              <a:off x="1768887" y="337111"/>
              <a:ext cx="19034" cy="28503"/>
            </a:xfrm>
            <a:prstGeom prst="rect">
              <a:avLst/>
            </a:prstGeom>
            <a:solidFill>
              <a:srgbClr val="EBA9AE"/>
            </a:solidFill>
            <a:ln>
              <a:noFill/>
            </a:ln>
          </p:spPr>
        </p:sp>
        <p:sp>
          <p:nvSpPr>
            <p:cNvPr id="5234" name="Heatmap cell r13 c98"/>
            <p:cNvSpPr/>
            <p:nvPr/>
          </p:nvSpPr>
          <p:spPr>
            <a:xfrm>
              <a:off x="1787826" y="337111"/>
              <a:ext cx="17140" cy="28503"/>
            </a:xfrm>
            <a:prstGeom prst="rect">
              <a:avLst/>
            </a:prstGeom>
            <a:solidFill>
              <a:srgbClr val="DCE3EB"/>
            </a:solidFill>
            <a:ln>
              <a:noFill/>
            </a:ln>
          </p:spPr>
        </p:sp>
        <p:sp>
          <p:nvSpPr>
            <p:cNvPr id="5235" name="Heatmap cell r13 c99"/>
            <p:cNvSpPr/>
            <p:nvPr/>
          </p:nvSpPr>
          <p:spPr>
            <a:xfrm>
              <a:off x="1804871" y="337111"/>
              <a:ext cx="19034" cy="28503"/>
            </a:xfrm>
            <a:prstGeom prst="rect">
              <a:avLst/>
            </a:prstGeom>
            <a:solidFill>
              <a:srgbClr val="F4CDD0"/>
            </a:solidFill>
            <a:ln>
              <a:noFill/>
            </a:ln>
          </p:spPr>
        </p:sp>
        <p:sp>
          <p:nvSpPr>
            <p:cNvPr id="5236" name="Heatmap cell r13 c100"/>
            <p:cNvSpPr/>
            <p:nvPr/>
          </p:nvSpPr>
          <p:spPr>
            <a:xfrm>
              <a:off x="1823810" y="337111"/>
              <a:ext cx="17140" cy="28503"/>
            </a:xfrm>
            <a:prstGeom prst="rect">
              <a:avLst/>
            </a:prstGeom>
            <a:solidFill>
              <a:srgbClr val="E9EDF3"/>
            </a:solidFill>
            <a:ln>
              <a:noFill/>
            </a:ln>
          </p:spPr>
        </p:sp>
        <p:sp>
          <p:nvSpPr>
            <p:cNvPr id="5237" name="Heatmap cell r13 c101"/>
            <p:cNvSpPr/>
            <p:nvPr/>
          </p:nvSpPr>
          <p:spPr>
            <a:xfrm>
              <a:off x="1840855" y="337111"/>
              <a:ext cx="19034" cy="28503"/>
            </a:xfrm>
            <a:prstGeom prst="rect">
              <a:avLst/>
            </a:prstGeom>
            <a:solidFill>
              <a:srgbClr val="D7E1EB"/>
            </a:solidFill>
            <a:ln>
              <a:noFill/>
            </a:ln>
          </p:spPr>
        </p:sp>
        <p:sp>
          <p:nvSpPr>
            <p:cNvPr id="5238" name="Heatmap cell r13 c102"/>
            <p:cNvSpPr/>
            <p:nvPr/>
          </p:nvSpPr>
          <p:spPr>
            <a:xfrm>
              <a:off x="1859794" y="337111"/>
              <a:ext cx="19034" cy="28503"/>
            </a:xfrm>
            <a:prstGeom prst="rect">
              <a:avLst/>
            </a:prstGeom>
            <a:solidFill>
              <a:srgbClr val="F3C9CE"/>
            </a:solidFill>
            <a:ln>
              <a:noFill/>
            </a:ln>
          </p:spPr>
        </p:sp>
        <p:sp>
          <p:nvSpPr>
            <p:cNvPr id="5239" name="Heatmap cell r13 c103"/>
            <p:cNvSpPr/>
            <p:nvPr/>
          </p:nvSpPr>
          <p:spPr>
            <a:xfrm>
              <a:off x="1878732" y="337111"/>
              <a:ext cx="17140" cy="28503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5240" name="Heatmap cell r13 c104"/>
            <p:cNvSpPr/>
            <p:nvPr/>
          </p:nvSpPr>
          <p:spPr>
            <a:xfrm>
              <a:off x="1895777" y="337111"/>
              <a:ext cx="19034" cy="28503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5241" name="Heatmap cell r13 c105"/>
            <p:cNvSpPr/>
            <p:nvPr/>
          </p:nvSpPr>
          <p:spPr>
            <a:xfrm>
              <a:off x="1914716" y="337111"/>
              <a:ext cx="17140" cy="28503"/>
            </a:xfrm>
            <a:prstGeom prst="rect">
              <a:avLst/>
            </a:prstGeom>
            <a:solidFill>
              <a:srgbClr val="F9E7E8"/>
            </a:solidFill>
            <a:ln>
              <a:noFill/>
            </a:ln>
          </p:spPr>
        </p:sp>
        <p:sp>
          <p:nvSpPr>
            <p:cNvPr id="5242" name="Heatmap cell r13 c106"/>
            <p:cNvSpPr/>
            <p:nvPr/>
          </p:nvSpPr>
          <p:spPr>
            <a:xfrm>
              <a:off x="1931761" y="337111"/>
              <a:ext cx="19034" cy="28503"/>
            </a:xfrm>
            <a:prstGeom prst="rect">
              <a:avLst/>
            </a:prstGeom>
            <a:solidFill>
              <a:srgbClr val="C7D4E1"/>
            </a:solidFill>
            <a:ln>
              <a:noFill/>
            </a:ln>
          </p:spPr>
        </p:sp>
        <p:sp>
          <p:nvSpPr>
            <p:cNvPr id="5243" name="Heatmap cell r13 c107"/>
            <p:cNvSpPr/>
            <p:nvPr/>
          </p:nvSpPr>
          <p:spPr>
            <a:xfrm>
              <a:off x="1950700" y="337111"/>
              <a:ext cx="17140" cy="28503"/>
            </a:xfrm>
            <a:prstGeom prst="rect">
              <a:avLst/>
            </a:prstGeom>
            <a:solidFill>
              <a:srgbClr val="F9E7E8"/>
            </a:solidFill>
            <a:ln>
              <a:noFill/>
            </a:ln>
          </p:spPr>
        </p:sp>
        <p:sp>
          <p:nvSpPr>
            <p:cNvPr id="5244" name="Heatmap cell r13 c108"/>
            <p:cNvSpPr/>
            <p:nvPr/>
          </p:nvSpPr>
          <p:spPr>
            <a:xfrm>
              <a:off x="1967745" y="337111"/>
              <a:ext cx="19034" cy="28503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5245" name="Heatmap cell r13 c109"/>
            <p:cNvSpPr/>
            <p:nvPr/>
          </p:nvSpPr>
          <p:spPr>
            <a:xfrm>
              <a:off x="1986684" y="337111"/>
              <a:ext cx="17140" cy="28503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5246" name="Heatmap cell r13 c110"/>
            <p:cNvSpPr/>
            <p:nvPr/>
          </p:nvSpPr>
          <p:spPr>
            <a:xfrm>
              <a:off x="2003729" y="337111"/>
              <a:ext cx="19034" cy="28503"/>
            </a:xfrm>
            <a:prstGeom prst="rect">
              <a:avLst/>
            </a:prstGeom>
            <a:solidFill>
              <a:srgbClr val="E4858D"/>
            </a:solidFill>
            <a:ln>
              <a:noFill/>
            </a:ln>
          </p:spPr>
        </p:sp>
        <p:sp>
          <p:nvSpPr>
            <p:cNvPr id="5247" name="Heatmap cell r13 c111"/>
            <p:cNvSpPr/>
            <p:nvPr/>
          </p:nvSpPr>
          <p:spPr>
            <a:xfrm>
              <a:off x="2022668" y="337111"/>
              <a:ext cx="17140" cy="28503"/>
            </a:xfrm>
            <a:prstGeom prst="rect">
              <a:avLst/>
            </a:prstGeom>
            <a:solidFill>
              <a:srgbClr val="DAE2EB"/>
            </a:solidFill>
            <a:ln>
              <a:noFill/>
            </a:ln>
          </p:spPr>
        </p:sp>
        <p:sp>
          <p:nvSpPr>
            <p:cNvPr id="5248" name="Heatmap cell r13 c112"/>
            <p:cNvSpPr/>
            <p:nvPr/>
          </p:nvSpPr>
          <p:spPr>
            <a:xfrm>
              <a:off x="2039712" y="337111"/>
              <a:ext cx="19034" cy="28503"/>
            </a:xfrm>
            <a:prstGeom prst="rect">
              <a:avLst/>
            </a:prstGeom>
            <a:solidFill>
              <a:srgbClr val="F0BDC2"/>
            </a:solidFill>
            <a:ln>
              <a:noFill/>
            </a:ln>
          </p:spPr>
        </p:sp>
        <p:sp>
          <p:nvSpPr>
            <p:cNvPr id="5249" name="Heatmap cell r13 c113"/>
            <p:cNvSpPr/>
            <p:nvPr/>
          </p:nvSpPr>
          <p:spPr>
            <a:xfrm>
              <a:off x="2058651" y="337111"/>
              <a:ext cx="17140" cy="28503"/>
            </a:xfrm>
            <a:prstGeom prst="rect">
              <a:avLst/>
            </a:prstGeom>
            <a:solidFill>
              <a:srgbClr val="F7DADC"/>
            </a:solidFill>
            <a:ln>
              <a:noFill/>
            </a:ln>
          </p:spPr>
        </p:sp>
        <p:sp>
          <p:nvSpPr>
            <p:cNvPr id="5250" name="Heatmap cell r13 c116"/>
            <p:cNvSpPr/>
            <p:nvPr/>
          </p:nvSpPr>
          <p:spPr>
            <a:xfrm>
              <a:off x="2113574" y="337111"/>
              <a:ext cx="17140" cy="28503"/>
            </a:xfrm>
            <a:prstGeom prst="rect">
              <a:avLst/>
            </a:prstGeom>
            <a:solidFill>
              <a:srgbClr val="E7929B"/>
            </a:solidFill>
            <a:ln>
              <a:noFill/>
            </a:ln>
          </p:spPr>
        </p:sp>
        <p:sp>
          <p:nvSpPr>
            <p:cNvPr id="5251" name="Heatmap cell r13 c117"/>
            <p:cNvSpPr/>
            <p:nvPr/>
          </p:nvSpPr>
          <p:spPr>
            <a:xfrm>
              <a:off x="2130619" y="337111"/>
              <a:ext cx="19034" cy="28503"/>
            </a:xfrm>
            <a:prstGeom prst="rect">
              <a:avLst/>
            </a:prstGeom>
            <a:solidFill>
              <a:srgbClr val="F4CCD1"/>
            </a:solidFill>
            <a:ln>
              <a:noFill/>
            </a:ln>
          </p:spPr>
        </p:sp>
        <p:sp>
          <p:nvSpPr>
            <p:cNvPr id="5252" name="Heatmap cell r13 c118"/>
            <p:cNvSpPr/>
            <p:nvPr/>
          </p:nvSpPr>
          <p:spPr>
            <a:xfrm>
              <a:off x="2149558" y="337111"/>
              <a:ext cx="17140" cy="28503"/>
            </a:xfrm>
            <a:prstGeom prst="rect">
              <a:avLst/>
            </a:prstGeom>
            <a:solidFill>
              <a:srgbClr val="EFB6BA"/>
            </a:solidFill>
            <a:ln>
              <a:noFill/>
            </a:ln>
          </p:spPr>
        </p:sp>
        <p:sp>
          <p:nvSpPr>
            <p:cNvPr id="5253" name="Heatmap cell r13 c119"/>
            <p:cNvSpPr/>
            <p:nvPr/>
          </p:nvSpPr>
          <p:spPr>
            <a:xfrm>
              <a:off x="2166603" y="337111"/>
              <a:ext cx="19034" cy="28503"/>
            </a:xfrm>
            <a:prstGeom prst="rect">
              <a:avLst/>
            </a:prstGeom>
            <a:solidFill>
              <a:srgbClr val="E4828A"/>
            </a:solidFill>
            <a:ln>
              <a:noFill/>
            </a:ln>
          </p:spPr>
        </p:sp>
        <p:sp>
          <p:nvSpPr>
            <p:cNvPr id="5254" name="Heatmap cell r13 c120"/>
            <p:cNvSpPr/>
            <p:nvPr/>
          </p:nvSpPr>
          <p:spPr>
            <a:xfrm>
              <a:off x="2185542" y="337111"/>
              <a:ext cx="17140" cy="28503"/>
            </a:xfrm>
            <a:prstGeom prst="rect">
              <a:avLst/>
            </a:prstGeom>
            <a:solidFill>
              <a:srgbClr val="F0F4F7"/>
            </a:solidFill>
            <a:ln>
              <a:noFill/>
            </a:ln>
          </p:spPr>
        </p:sp>
        <p:sp>
          <p:nvSpPr>
            <p:cNvPr id="5255" name="Heatmap cell r13 c122"/>
            <p:cNvSpPr/>
            <p:nvPr/>
          </p:nvSpPr>
          <p:spPr>
            <a:xfrm>
              <a:off x="2221525" y="337111"/>
              <a:ext cx="17140" cy="28503"/>
            </a:xfrm>
            <a:prstGeom prst="rect">
              <a:avLst/>
            </a:prstGeom>
            <a:solidFill>
              <a:srgbClr val="ECA8AE"/>
            </a:solidFill>
            <a:ln>
              <a:noFill/>
            </a:ln>
          </p:spPr>
        </p:sp>
        <p:sp>
          <p:nvSpPr>
            <p:cNvPr id="5256" name="Heatmap cell r13 c123"/>
            <p:cNvSpPr/>
            <p:nvPr/>
          </p:nvSpPr>
          <p:spPr>
            <a:xfrm>
              <a:off x="2238570" y="337111"/>
              <a:ext cx="19034" cy="28503"/>
            </a:xfrm>
            <a:prstGeom prst="rect">
              <a:avLst/>
            </a:prstGeom>
            <a:solidFill>
              <a:srgbClr val="F6D6DA"/>
            </a:solidFill>
            <a:ln>
              <a:noFill/>
            </a:ln>
          </p:spPr>
        </p:sp>
        <p:sp>
          <p:nvSpPr>
            <p:cNvPr id="5257" name="Heatmap cell r13 c124"/>
            <p:cNvSpPr/>
            <p:nvPr/>
          </p:nvSpPr>
          <p:spPr>
            <a:xfrm>
              <a:off x="2257509" y="337111"/>
              <a:ext cx="17140" cy="28503"/>
            </a:xfrm>
            <a:prstGeom prst="rect">
              <a:avLst/>
            </a:prstGeom>
            <a:solidFill>
              <a:srgbClr val="EA9CA1"/>
            </a:solidFill>
            <a:ln>
              <a:noFill/>
            </a:ln>
          </p:spPr>
        </p:sp>
        <p:sp>
          <p:nvSpPr>
            <p:cNvPr id="5258" name="Heatmap cell r13 c125"/>
            <p:cNvSpPr/>
            <p:nvPr/>
          </p:nvSpPr>
          <p:spPr>
            <a:xfrm>
              <a:off x="2274554" y="337111"/>
              <a:ext cx="19034" cy="28503"/>
            </a:xfrm>
            <a:prstGeom prst="rect">
              <a:avLst/>
            </a:prstGeom>
            <a:solidFill>
              <a:srgbClr val="F4CED1"/>
            </a:solidFill>
            <a:ln>
              <a:noFill/>
            </a:ln>
          </p:spPr>
        </p:sp>
        <p:sp>
          <p:nvSpPr>
            <p:cNvPr id="5259" name="Heatmap cell r13 c126"/>
            <p:cNvSpPr/>
            <p:nvPr/>
          </p:nvSpPr>
          <p:spPr>
            <a:xfrm>
              <a:off x="2293493" y="337111"/>
              <a:ext cx="17140" cy="28503"/>
            </a:xfrm>
            <a:prstGeom prst="rect">
              <a:avLst/>
            </a:prstGeom>
            <a:solidFill>
              <a:srgbClr val="C4D2DF"/>
            </a:solidFill>
            <a:ln>
              <a:noFill/>
            </a:ln>
          </p:spPr>
        </p:sp>
        <p:sp>
          <p:nvSpPr>
            <p:cNvPr id="5260" name="Heatmap cell r13 c127"/>
            <p:cNvSpPr/>
            <p:nvPr/>
          </p:nvSpPr>
          <p:spPr>
            <a:xfrm>
              <a:off x="2310538" y="337111"/>
              <a:ext cx="19034" cy="28503"/>
            </a:xfrm>
            <a:prstGeom prst="rect">
              <a:avLst/>
            </a:prstGeom>
            <a:solidFill>
              <a:srgbClr val="E9EEF4"/>
            </a:solidFill>
            <a:ln>
              <a:noFill/>
            </a:ln>
          </p:spPr>
        </p:sp>
        <p:sp>
          <p:nvSpPr>
            <p:cNvPr id="5261" name="Heatmap cell r13 c128"/>
            <p:cNvSpPr/>
            <p:nvPr/>
          </p:nvSpPr>
          <p:spPr>
            <a:xfrm>
              <a:off x="2329477" y="337111"/>
              <a:ext cx="19034" cy="28503"/>
            </a:xfrm>
            <a:prstGeom prst="rect">
              <a:avLst/>
            </a:prstGeom>
            <a:solidFill>
              <a:srgbClr val="F8E6E8"/>
            </a:solidFill>
            <a:ln>
              <a:noFill/>
            </a:ln>
          </p:spPr>
        </p:sp>
        <p:sp>
          <p:nvSpPr>
            <p:cNvPr id="5262" name="Heatmap cell r13 c129"/>
            <p:cNvSpPr/>
            <p:nvPr/>
          </p:nvSpPr>
          <p:spPr>
            <a:xfrm>
              <a:off x="2348416" y="337111"/>
              <a:ext cx="17140" cy="28503"/>
            </a:xfrm>
            <a:prstGeom prst="rect">
              <a:avLst/>
            </a:prstGeom>
            <a:solidFill>
              <a:srgbClr val="F6F8F9"/>
            </a:solidFill>
            <a:ln>
              <a:noFill/>
            </a:ln>
          </p:spPr>
        </p:sp>
        <p:sp>
          <p:nvSpPr>
            <p:cNvPr id="5263" name="Heatmap cell r13 c130"/>
            <p:cNvSpPr/>
            <p:nvPr/>
          </p:nvSpPr>
          <p:spPr>
            <a:xfrm>
              <a:off x="2365460" y="337111"/>
              <a:ext cx="19034" cy="28503"/>
            </a:xfrm>
            <a:prstGeom prst="rect">
              <a:avLst/>
            </a:prstGeom>
            <a:solidFill>
              <a:srgbClr val="E4EBEF"/>
            </a:solidFill>
            <a:ln>
              <a:noFill/>
            </a:ln>
          </p:spPr>
        </p:sp>
        <p:sp>
          <p:nvSpPr>
            <p:cNvPr id="5264" name="Heatmap cell r13 c131"/>
            <p:cNvSpPr/>
            <p:nvPr/>
          </p:nvSpPr>
          <p:spPr>
            <a:xfrm>
              <a:off x="2384399" y="337111"/>
              <a:ext cx="17140" cy="28503"/>
            </a:xfrm>
            <a:prstGeom prst="rect">
              <a:avLst/>
            </a:prstGeom>
            <a:solidFill>
              <a:srgbClr val="F5CFD2"/>
            </a:solidFill>
            <a:ln>
              <a:noFill/>
            </a:ln>
          </p:spPr>
        </p:sp>
        <p:sp>
          <p:nvSpPr>
            <p:cNvPr id="5265" name="Heatmap cell r13 c132"/>
            <p:cNvSpPr/>
            <p:nvPr/>
          </p:nvSpPr>
          <p:spPr>
            <a:xfrm>
              <a:off x="2401444" y="337111"/>
              <a:ext cx="19034" cy="28503"/>
            </a:xfrm>
            <a:prstGeom prst="rect">
              <a:avLst/>
            </a:prstGeom>
            <a:solidFill>
              <a:srgbClr val="EDAEB5"/>
            </a:solidFill>
            <a:ln>
              <a:noFill/>
            </a:ln>
          </p:spPr>
        </p:sp>
        <p:sp>
          <p:nvSpPr>
            <p:cNvPr id="5266" name="Heatmap cell r13 c133"/>
            <p:cNvSpPr/>
            <p:nvPr/>
          </p:nvSpPr>
          <p:spPr>
            <a:xfrm>
              <a:off x="2420383" y="337111"/>
              <a:ext cx="17140" cy="28503"/>
            </a:xfrm>
            <a:prstGeom prst="rect">
              <a:avLst/>
            </a:prstGeom>
            <a:solidFill>
              <a:srgbClr val="C5D3E0"/>
            </a:solidFill>
            <a:ln>
              <a:noFill/>
            </a:ln>
          </p:spPr>
        </p:sp>
        <p:sp>
          <p:nvSpPr>
            <p:cNvPr id="5267" name="Heatmap cell r13 c134"/>
            <p:cNvSpPr/>
            <p:nvPr/>
          </p:nvSpPr>
          <p:spPr>
            <a:xfrm>
              <a:off x="2437428" y="337111"/>
              <a:ext cx="19034" cy="28503"/>
            </a:xfrm>
            <a:prstGeom prst="rect">
              <a:avLst/>
            </a:prstGeom>
            <a:solidFill>
              <a:srgbClr val="F8F8FA"/>
            </a:solidFill>
            <a:ln>
              <a:noFill/>
            </a:ln>
          </p:spPr>
        </p:sp>
        <p:sp>
          <p:nvSpPr>
            <p:cNvPr id="5268" name="Heatmap cell r13 c135"/>
            <p:cNvSpPr/>
            <p:nvPr/>
          </p:nvSpPr>
          <p:spPr>
            <a:xfrm>
              <a:off x="2456367" y="337111"/>
              <a:ext cx="17140" cy="28503"/>
            </a:xfrm>
            <a:prstGeom prst="rect">
              <a:avLst/>
            </a:prstGeom>
            <a:solidFill>
              <a:srgbClr val="B1C4D5"/>
            </a:solidFill>
            <a:ln>
              <a:noFill/>
            </a:ln>
          </p:spPr>
        </p:sp>
        <p:sp>
          <p:nvSpPr>
            <p:cNvPr id="5269" name="Heatmap cell r13 c136"/>
            <p:cNvSpPr/>
            <p:nvPr/>
          </p:nvSpPr>
          <p:spPr>
            <a:xfrm>
              <a:off x="2473412" y="337111"/>
              <a:ext cx="19034" cy="28503"/>
            </a:xfrm>
            <a:prstGeom prst="rect">
              <a:avLst/>
            </a:prstGeom>
            <a:solidFill>
              <a:srgbClr val="EDF1F7"/>
            </a:solidFill>
            <a:ln>
              <a:noFill/>
            </a:ln>
          </p:spPr>
        </p:sp>
        <p:sp>
          <p:nvSpPr>
            <p:cNvPr id="5270" name="Heatmap cell r13 c137"/>
            <p:cNvSpPr/>
            <p:nvPr/>
          </p:nvSpPr>
          <p:spPr>
            <a:xfrm>
              <a:off x="2492351" y="337111"/>
              <a:ext cx="17140" cy="28503"/>
            </a:xfrm>
            <a:prstGeom prst="rect">
              <a:avLst/>
            </a:prstGeom>
            <a:solidFill>
              <a:srgbClr val="F8F8FA"/>
            </a:solidFill>
            <a:ln>
              <a:noFill/>
            </a:ln>
          </p:spPr>
        </p:sp>
        <p:sp>
          <p:nvSpPr>
            <p:cNvPr id="5271" name="Heatmap cell r13 c138"/>
            <p:cNvSpPr/>
            <p:nvPr/>
          </p:nvSpPr>
          <p:spPr>
            <a:xfrm>
              <a:off x="2509396" y="337111"/>
              <a:ext cx="19034" cy="28503"/>
            </a:xfrm>
            <a:prstGeom prst="rect">
              <a:avLst/>
            </a:prstGeom>
            <a:solidFill>
              <a:srgbClr val="EA99A0"/>
            </a:solidFill>
            <a:ln>
              <a:noFill/>
            </a:ln>
          </p:spPr>
        </p:sp>
        <p:sp>
          <p:nvSpPr>
            <p:cNvPr id="5272" name="Heatmap cell r13 c139"/>
            <p:cNvSpPr/>
            <p:nvPr/>
          </p:nvSpPr>
          <p:spPr>
            <a:xfrm>
              <a:off x="2528334" y="337111"/>
              <a:ext cx="17140" cy="28503"/>
            </a:xfrm>
            <a:prstGeom prst="rect">
              <a:avLst/>
            </a:prstGeom>
            <a:solidFill>
              <a:srgbClr val="F1C2C6"/>
            </a:solidFill>
            <a:ln>
              <a:noFill/>
            </a:ln>
          </p:spPr>
        </p:sp>
        <p:sp>
          <p:nvSpPr>
            <p:cNvPr id="5273" name="Heatmap cell r13 c140"/>
            <p:cNvSpPr/>
            <p:nvPr/>
          </p:nvSpPr>
          <p:spPr>
            <a:xfrm>
              <a:off x="2545379" y="337111"/>
              <a:ext cx="19034" cy="28503"/>
            </a:xfrm>
            <a:prstGeom prst="rect">
              <a:avLst/>
            </a:prstGeom>
            <a:solidFill>
              <a:srgbClr val="EDAFB5"/>
            </a:solidFill>
            <a:ln>
              <a:noFill/>
            </a:ln>
          </p:spPr>
        </p:sp>
        <p:sp>
          <p:nvSpPr>
            <p:cNvPr id="5274" name="Heatmap cell r13 c141"/>
            <p:cNvSpPr/>
            <p:nvPr/>
          </p:nvSpPr>
          <p:spPr>
            <a:xfrm>
              <a:off x="2564318" y="337111"/>
              <a:ext cx="19034" cy="28503"/>
            </a:xfrm>
            <a:prstGeom prst="rect">
              <a:avLst/>
            </a:prstGeom>
            <a:solidFill>
              <a:srgbClr val="F6F8F9"/>
            </a:solidFill>
            <a:ln>
              <a:noFill/>
            </a:ln>
          </p:spPr>
        </p:sp>
        <p:sp>
          <p:nvSpPr>
            <p:cNvPr id="5275" name="Heatmap cell r13 c142"/>
            <p:cNvSpPr/>
            <p:nvPr/>
          </p:nvSpPr>
          <p:spPr>
            <a:xfrm>
              <a:off x="2583257" y="337111"/>
              <a:ext cx="17140" cy="28503"/>
            </a:xfrm>
            <a:prstGeom prst="rect">
              <a:avLst/>
            </a:prstGeom>
            <a:solidFill>
              <a:srgbClr val="EFB8BC"/>
            </a:solidFill>
            <a:ln>
              <a:noFill/>
            </a:ln>
          </p:spPr>
        </p:sp>
        <p:sp>
          <p:nvSpPr>
            <p:cNvPr id="5276" name="Heatmap cell r13 c143"/>
            <p:cNvSpPr/>
            <p:nvPr/>
          </p:nvSpPr>
          <p:spPr>
            <a:xfrm>
              <a:off x="2600302" y="337111"/>
              <a:ext cx="19034" cy="28503"/>
            </a:xfrm>
            <a:prstGeom prst="rect">
              <a:avLst/>
            </a:prstGeom>
            <a:solidFill>
              <a:srgbClr val="F5F7F9"/>
            </a:solidFill>
            <a:ln>
              <a:noFill/>
            </a:ln>
          </p:spPr>
        </p:sp>
        <p:sp>
          <p:nvSpPr>
            <p:cNvPr id="5277" name="Heatmap cell r13 c144"/>
            <p:cNvSpPr/>
            <p:nvPr/>
          </p:nvSpPr>
          <p:spPr>
            <a:xfrm>
              <a:off x="2619241" y="337111"/>
              <a:ext cx="17140" cy="28503"/>
            </a:xfrm>
            <a:prstGeom prst="rect">
              <a:avLst/>
            </a:prstGeom>
            <a:solidFill>
              <a:srgbClr val="E9EDF3"/>
            </a:solidFill>
            <a:ln>
              <a:noFill/>
            </a:ln>
          </p:spPr>
        </p:sp>
        <p:sp>
          <p:nvSpPr>
            <p:cNvPr id="5278" name="Heatmap cell r13 c145"/>
            <p:cNvSpPr/>
            <p:nvPr/>
          </p:nvSpPr>
          <p:spPr>
            <a:xfrm>
              <a:off x="2636286" y="337111"/>
              <a:ext cx="19034" cy="28503"/>
            </a:xfrm>
            <a:prstGeom prst="rect">
              <a:avLst/>
            </a:prstGeom>
            <a:solidFill>
              <a:srgbClr val="F6D6DA"/>
            </a:solidFill>
            <a:ln>
              <a:noFill/>
            </a:ln>
          </p:spPr>
        </p:sp>
        <p:sp>
          <p:nvSpPr>
            <p:cNvPr id="5279" name="Heatmap cell r13 c147"/>
            <p:cNvSpPr/>
            <p:nvPr/>
          </p:nvSpPr>
          <p:spPr>
            <a:xfrm>
              <a:off x="2672270" y="337111"/>
              <a:ext cx="19034" cy="28503"/>
            </a:xfrm>
            <a:prstGeom prst="rect">
              <a:avLst/>
            </a:prstGeom>
            <a:solidFill>
              <a:srgbClr val="ECA7AD"/>
            </a:solidFill>
            <a:ln>
              <a:noFill/>
            </a:ln>
          </p:spPr>
        </p:sp>
        <p:sp>
          <p:nvSpPr>
            <p:cNvPr id="5280" name="Heatmap cell r13 c148"/>
            <p:cNvSpPr/>
            <p:nvPr/>
          </p:nvSpPr>
          <p:spPr>
            <a:xfrm>
              <a:off x="2691208" y="337111"/>
              <a:ext cx="17140" cy="28503"/>
            </a:xfrm>
            <a:prstGeom prst="rect">
              <a:avLst/>
            </a:prstGeom>
            <a:solidFill>
              <a:srgbClr val="D9E1EB"/>
            </a:solidFill>
            <a:ln>
              <a:noFill/>
            </a:ln>
          </p:spPr>
        </p:sp>
        <p:sp>
          <p:nvSpPr>
            <p:cNvPr id="5281" name="Heatmap cell r13 c149"/>
            <p:cNvSpPr/>
            <p:nvPr/>
          </p:nvSpPr>
          <p:spPr>
            <a:xfrm>
              <a:off x="2708253" y="337111"/>
              <a:ext cx="19034" cy="28503"/>
            </a:xfrm>
            <a:prstGeom prst="rect">
              <a:avLst/>
            </a:prstGeom>
            <a:solidFill>
              <a:srgbClr val="F6D5D9"/>
            </a:solidFill>
            <a:ln>
              <a:noFill/>
            </a:ln>
          </p:spPr>
        </p:sp>
        <p:sp>
          <p:nvSpPr>
            <p:cNvPr id="5282" name="Heatmap cell r13 c150"/>
            <p:cNvSpPr/>
            <p:nvPr/>
          </p:nvSpPr>
          <p:spPr>
            <a:xfrm>
              <a:off x="2727192" y="337111"/>
              <a:ext cx="17140" cy="28503"/>
            </a:xfrm>
            <a:prstGeom prst="rect">
              <a:avLst/>
            </a:prstGeom>
            <a:solidFill>
              <a:srgbClr val="D4DFE9"/>
            </a:solidFill>
            <a:ln>
              <a:noFill/>
            </a:ln>
          </p:spPr>
        </p:sp>
        <p:sp>
          <p:nvSpPr>
            <p:cNvPr id="5283" name="Heatmap cell r13 c151"/>
            <p:cNvSpPr/>
            <p:nvPr/>
          </p:nvSpPr>
          <p:spPr>
            <a:xfrm>
              <a:off x="2744237" y="337111"/>
              <a:ext cx="19034" cy="28503"/>
            </a:xfrm>
            <a:prstGeom prst="rect">
              <a:avLst/>
            </a:prstGeom>
            <a:solidFill>
              <a:srgbClr val="EDF1F7"/>
            </a:solidFill>
            <a:ln>
              <a:noFill/>
            </a:ln>
          </p:spPr>
        </p:sp>
        <p:sp>
          <p:nvSpPr>
            <p:cNvPr id="5284" name="Heatmap cell r13 c152"/>
            <p:cNvSpPr/>
            <p:nvPr/>
          </p:nvSpPr>
          <p:spPr>
            <a:xfrm>
              <a:off x="2763176" y="337111"/>
              <a:ext cx="17140" cy="28503"/>
            </a:xfrm>
            <a:prstGeom prst="rect">
              <a:avLst/>
            </a:prstGeom>
            <a:solidFill>
              <a:srgbClr val="F6D4D7"/>
            </a:solidFill>
            <a:ln>
              <a:noFill/>
            </a:ln>
          </p:spPr>
        </p:sp>
        <p:sp>
          <p:nvSpPr>
            <p:cNvPr id="5285" name="Heatmap cell r13 c153"/>
            <p:cNvSpPr/>
            <p:nvPr/>
          </p:nvSpPr>
          <p:spPr>
            <a:xfrm>
              <a:off x="2780221" y="337111"/>
              <a:ext cx="19034" cy="28503"/>
            </a:xfrm>
            <a:prstGeom prst="rect">
              <a:avLst/>
            </a:prstGeom>
            <a:solidFill>
              <a:srgbClr val="EFF3F7"/>
            </a:solidFill>
            <a:ln>
              <a:noFill/>
            </a:ln>
          </p:spPr>
        </p:sp>
        <p:sp>
          <p:nvSpPr>
            <p:cNvPr id="5286" name="Heatmap cell r13 c154"/>
            <p:cNvSpPr/>
            <p:nvPr/>
          </p:nvSpPr>
          <p:spPr>
            <a:xfrm>
              <a:off x="2799160" y="337111"/>
              <a:ext cx="17140" cy="28503"/>
            </a:xfrm>
            <a:prstGeom prst="rect">
              <a:avLst/>
            </a:prstGeom>
            <a:solidFill>
              <a:srgbClr val="EAEEF4"/>
            </a:solidFill>
            <a:ln>
              <a:noFill/>
            </a:ln>
          </p:spPr>
        </p:sp>
        <p:sp>
          <p:nvSpPr>
            <p:cNvPr id="5287" name="Heatmap cell r13 c155"/>
            <p:cNvSpPr/>
            <p:nvPr/>
          </p:nvSpPr>
          <p:spPr>
            <a:xfrm>
              <a:off x="2816205" y="337111"/>
              <a:ext cx="19034" cy="28503"/>
            </a:xfrm>
            <a:prstGeom prst="rect">
              <a:avLst/>
            </a:prstGeom>
            <a:solidFill>
              <a:srgbClr val="F8E3E6"/>
            </a:solidFill>
            <a:ln>
              <a:noFill/>
            </a:ln>
          </p:spPr>
        </p:sp>
        <p:sp>
          <p:nvSpPr>
            <p:cNvPr id="5288" name="Heatmap cell r13 c156"/>
            <p:cNvSpPr/>
            <p:nvPr/>
          </p:nvSpPr>
          <p:spPr>
            <a:xfrm>
              <a:off x="2835144" y="337111"/>
              <a:ext cx="19034" cy="28503"/>
            </a:xfrm>
            <a:prstGeom prst="rect">
              <a:avLst/>
            </a:prstGeom>
            <a:solidFill>
              <a:srgbClr val="D4DFE9"/>
            </a:solidFill>
            <a:ln>
              <a:noFill/>
            </a:ln>
          </p:spPr>
        </p:sp>
        <p:sp>
          <p:nvSpPr>
            <p:cNvPr id="5289" name="Heatmap cell r13 c157"/>
            <p:cNvSpPr/>
            <p:nvPr/>
          </p:nvSpPr>
          <p:spPr>
            <a:xfrm>
              <a:off x="2854082" y="337111"/>
              <a:ext cx="17140" cy="28503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5290" name="Heatmap cell r13 c158"/>
            <p:cNvSpPr/>
            <p:nvPr/>
          </p:nvSpPr>
          <p:spPr>
            <a:xfrm>
              <a:off x="2871127" y="337111"/>
              <a:ext cx="19034" cy="28503"/>
            </a:xfrm>
            <a:prstGeom prst="rect">
              <a:avLst/>
            </a:prstGeom>
            <a:solidFill>
              <a:srgbClr val="F5CED2"/>
            </a:solidFill>
            <a:ln>
              <a:noFill/>
            </a:ln>
          </p:spPr>
        </p:sp>
        <p:sp>
          <p:nvSpPr>
            <p:cNvPr id="5291" name="Heatmap cell r13 c159"/>
            <p:cNvSpPr/>
            <p:nvPr/>
          </p:nvSpPr>
          <p:spPr>
            <a:xfrm>
              <a:off x="2890066" y="337111"/>
              <a:ext cx="17140" cy="28503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5292" name="Heatmap cell r13 c160"/>
            <p:cNvSpPr/>
            <p:nvPr/>
          </p:nvSpPr>
          <p:spPr>
            <a:xfrm>
              <a:off x="2907111" y="337111"/>
              <a:ext cx="19034" cy="28503"/>
            </a:xfrm>
            <a:prstGeom prst="rect">
              <a:avLst/>
            </a:prstGeom>
            <a:solidFill>
              <a:srgbClr val="E2EAEF"/>
            </a:solidFill>
            <a:ln>
              <a:noFill/>
            </a:ln>
          </p:spPr>
        </p:sp>
        <p:sp>
          <p:nvSpPr>
            <p:cNvPr id="5293" name="Heatmap cell r13 c161"/>
            <p:cNvSpPr/>
            <p:nvPr/>
          </p:nvSpPr>
          <p:spPr>
            <a:xfrm>
              <a:off x="2926050" y="337111"/>
              <a:ext cx="17140" cy="28503"/>
            </a:xfrm>
            <a:prstGeom prst="rect">
              <a:avLst/>
            </a:prstGeom>
            <a:solidFill>
              <a:srgbClr val="F7D3D6"/>
            </a:solidFill>
            <a:ln>
              <a:noFill/>
            </a:ln>
          </p:spPr>
        </p:sp>
        <p:sp>
          <p:nvSpPr>
            <p:cNvPr id="5294" name="Heatmap cell r13 c162"/>
            <p:cNvSpPr/>
            <p:nvPr/>
          </p:nvSpPr>
          <p:spPr>
            <a:xfrm>
              <a:off x="2943095" y="337111"/>
              <a:ext cx="19034" cy="28503"/>
            </a:xfrm>
            <a:prstGeom prst="rect">
              <a:avLst/>
            </a:prstGeom>
            <a:solidFill>
              <a:srgbClr val="F7D9DB"/>
            </a:solidFill>
            <a:ln>
              <a:noFill/>
            </a:ln>
          </p:spPr>
        </p:sp>
        <p:sp>
          <p:nvSpPr>
            <p:cNvPr id="5295" name="Heatmap cell r13 c163"/>
            <p:cNvSpPr/>
            <p:nvPr/>
          </p:nvSpPr>
          <p:spPr>
            <a:xfrm>
              <a:off x="2962034" y="337111"/>
              <a:ext cx="17140" cy="28503"/>
            </a:xfrm>
            <a:prstGeom prst="rect">
              <a:avLst/>
            </a:prstGeom>
            <a:solidFill>
              <a:srgbClr val="F7DCDF"/>
            </a:solidFill>
            <a:ln>
              <a:noFill/>
            </a:ln>
          </p:spPr>
        </p:sp>
        <p:sp>
          <p:nvSpPr>
            <p:cNvPr id="5296" name="Heatmap cell r13 c164"/>
            <p:cNvSpPr/>
            <p:nvPr/>
          </p:nvSpPr>
          <p:spPr>
            <a:xfrm>
              <a:off x="2979079" y="337111"/>
              <a:ext cx="19034" cy="28503"/>
            </a:xfrm>
            <a:prstGeom prst="rect">
              <a:avLst/>
            </a:prstGeom>
            <a:solidFill>
              <a:srgbClr val="F7DCDF"/>
            </a:solidFill>
            <a:ln>
              <a:noFill/>
            </a:ln>
          </p:spPr>
        </p:sp>
        <p:sp>
          <p:nvSpPr>
            <p:cNvPr id="5297" name="Heatmap cell r13 c165"/>
            <p:cNvSpPr/>
            <p:nvPr/>
          </p:nvSpPr>
          <p:spPr>
            <a:xfrm>
              <a:off x="2998018" y="337111"/>
              <a:ext cx="17140" cy="28503"/>
            </a:xfrm>
            <a:prstGeom prst="rect">
              <a:avLst/>
            </a:prstGeom>
            <a:solidFill>
              <a:srgbClr val="F8E6E8"/>
            </a:solidFill>
            <a:ln>
              <a:noFill/>
            </a:ln>
          </p:spPr>
        </p:sp>
        <p:sp>
          <p:nvSpPr>
            <p:cNvPr id="5298" name="Heatmap cell r13 c166"/>
            <p:cNvSpPr/>
            <p:nvPr/>
          </p:nvSpPr>
          <p:spPr>
            <a:xfrm>
              <a:off x="3015062" y="337111"/>
              <a:ext cx="19034" cy="28503"/>
            </a:xfrm>
            <a:prstGeom prst="rect">
              <a:avLst/>
            </a:prstGeom>
            <a:solidFill>
              <a:srgbClr val="F8DBDD"/>
            </a:solidFill>
            <a:ln>
              <a:noFill/>
            </a:ln>
          </p:spPr>
        </p:sp>
        <p:sp>
          <p:nvSpPr>
            <p:cNvPr id="5299" name="Heatmap cell r13 c167"/>
            <p:cNvSpPr/>
            <p:nvPr/>
          </p:nvSpPr>
          <p:spPr>
            <a:xfrm>
              <a:off x="3034001" y="337111"/>
              <a:ext cx="17140" cy="28503"/>
            </a:xfrm>
            <a:prstGeom prst="rect">
              <a:avLst/>
            </a:prstGeom>
            <a:solidFill>
              <a:srgbClr val="FCF6F6"/>
            </a:solidFill>
            <a:ln>
              <a:noFill/>
            </a:ln>
          </p:spPr>
        </p:sp>
        <p:sp>
          <p:nvSpPr>
            <p:cNvPr id="5300" name="Heatmap cell r13 c168"/>
            <p:cNvSpPr/>
            <p:nvPr/>
          </p:nvSpPr>
          <p:spPr>
            <a:xfrm>
              <a:off x="3051046" y="337111"/>
              <a:ext cx="19034" cy="28503"/>
            </a:xfrm>
            <a:prstGeom prst="rect">
              <a:avLst/>
            </a:prstGeom>
            <a:solidFill>
              <a:srgbClr val="C6D4E1"/>
            </a:solidFill>
            <a:ln>
              <a:noFill/>
            </a:ln>
          </p:spPr>
        </p:sp>
        <p:sp>
          <p:nvSpPr>
            <p:cNvPr id="5301" name="Heatmap cell r13 c170"/>
            <p:cNvSpPr/>
            <p:nvPr/>
          </p:nvSpPr>
          <p:spPr>
            <a:xfrm>
              <a:off x="3088924" y="337111"/>
              <a:ext cx="17140" cy="28503"/>
            </a:xfrm>
            <a:prstGeom prst="rect">
              <a:avLst/>
            </a:prstGeom>
            <a:solidFill>
              <a:srgbClr val="F4CDD0"/>
            </a:solidFill>
            <a:ln>
              <a:noFill/>
            </a:ln>
          </p:spPr>
        </p:sp>
        <p:sp>
          <p:nvSpPr>
            <p:cNvPr id="5302" name="Heatmap cell r13 c172"/>
            <p:cNvSpPr/>
            <p:nvPr/>
          </p:nvSpPr>
          <p:spPr>
            <a:xfrm>
              <a:off x="3124908" y="337111"/>
              <a:ext cx="17140" cy="28503"/>
            </a:xfrm>
            <a:prstGeom prst="rect">
              <a:avLst/>
            </a:prstGeom>
            <a:solidFill>
              <a:srgbClr val="F9E7E8"/>
            </a:solidFill>
            <a:ln>
              <a:noFill/>
            </a:ln>
          </p:spPr>
        </p:sp>
        <p:sp>
          <p:nvSpPr>
            <p:cNvPr id="5303" name="Heatmap cell r13 c173"/>
            <p:cNvSpPr/>
            <p:nvPr/>
          </p:nvSpPr>
          <p:spPr>
            <a:xfrm>
              <a:off x="3141953" y="337111"/>
              <a:ext cx="19034" cy="28503"/>
            </a:xfrm>
            <a:prstGeom prst="rect">
              <a:avLst/>
            </a:prstGeom>
            <a:solidFill>
              <a:srgbClr val="F1C4C7"/>
            </a:solidFill>
            <a:ln>
              <a:noFill/>
            </a:ln>
          </p:spPr>
        </p:sp>
        <p:sp>
          <p:nvSpPr>
            <p:cNvPr id="5304" name="Heatmap cell r13 c174"/>
            <p:cNvSpPr/>
            <p:nvPr/>
          </p:nvSpPr>
          <p:spPr>
            <a:xfrm>
              <a:off x="3160892" y="337111"/>
              <a:ext cx="17140" cy="28503"/>
            </a:xfrm>
            <a:prstGeom prst="rect">
              <a:avLst/>
            </a:prstGeom>
            <a:solidFill>
              <a:srgbClr val="D1DCE7"/>
            </a:solidFill>
            <a:ln>
              <a:noFill/>
            </a:ln>
          </p:spPr>
        </p:sp>
        <p:sp>
          <p:nvSpPr>
            <p:cNvPr id="5305" name="Heatmap cell r13 c175"/>
            <p:cNvSpPr/>
            <p:nvPr/>
          </p:nvSpPr>
          <p:spPr>
            <a:xfrm>
              <a:off x="3177936" y="337111"/>
              <a:ext cx="19034" cy="28503"/>
            </a:xfrm>
            <a:prstGeom prst="rect">
              <a:avLst/>
            </a:prstGeom>
            <a:solidFill>
              <a:srgbClr val="F5D1D4"/>
            </a:solidFill>
            <a:ln>
              <a:noFill/>
            </a:ln>
          </p:spPr>
        </p:sp>
        <p:sp>
          <p:nvSpPr>
            <p:cNvPr id="5306" name="Heatmap cell r13 c176"/>
            <p:cNvSpPr/>
            <p:nvPr/>
          </p:nvSpPr>
          <p:spPr>
            <a:xfrm>
              <a:off x="3196875" y="337111"/>
              <a:ext cx="17140" cy="28503"/>
            </a:xfrm>
            <a:prstGeom prst="rect">
              <a:avLst/>
            </a:prstGeom>
            <a:solidFill>
              <a:srgbClr val="DBE3EB"/>
            </a:solidFill>
            <a:ln>
              <a:noFill/>
            </a:ln>
          </p:spPr>
        </p:sp>
        <p:sp>
          <p:nvSpPr>
            <p:cNvPr id="5307" name="Heatmap cell r13 c177"/>
            <p:cNvSpPr/>
            <p:nvPr/>
          </p:nvSpPr>
          <p:spPr>
            <a:xfrm>
              <a:off x="3213920" y="337111"/>
              <a:ext cx="19034" cy="28503"/>
            </a:xfrm>
            <a:prstGeom prst="rect">
              <a:avLst/>
            </a:prstGeom>
            <a:solidFill>
              <a:srgbClr val="EB9FA6"/>
            </a:solidFill>
            <a:ln>
              <a:noFill/>
            </a:ln>
          </p:spPr>
        </p:sp>
        <p:sp>
          <p:nvSpPr>
            <p:cNvPr id="5308" name="Heatmap cell r13 c178"/>
            <p:cNvSpPr/>
            <p:nvPr/>
          </p:nvSpPr>
          <p:spPr>
            <a:xfrm>
              <a:off x="3232859" y="337111"/>
              <a:ext cx="17140" cy="28503"/>
            </a:xfrm>
            <a:prstGeom prst="rect">
              <a:avLst/>
            </a:prstGeom>
            <a:solidFill>
              <a:srgbClr val="F4CACD"/>
            </a:solidFill>
            <a:ln>
              <a:noFill/>
            </a:ln>
          </p:spPr>
        </p:sp>
        <p:sp>
          <p:nvSpPr>
            <p:cNvPr id="5309" name="Heatmap cell r13 c179"/>
            <p:cNvSpPr/>
            <p:nvPr/>
          </p:nvSpPr>
          <p:spPr>
            <a:xfrm>
              <a:off x="3249904" y="337111"/>
              <a:ext cx="19034" cy="28503"/>
            </a:xfrm>
            <a:prstGeom prst="rect">
              <a:avLst/>
            </a:prstGeom>
            <a:solidFill>
              <a:srgbClr val="FAECEC"/>
            </a:solidFill>
            <a:ln>
              <a:noFill/>
            </a:ln>
          </p:spPr>
        </p:sp>
        <p:sp>
          <p:nvSpPr>
            <p:cNvPr id="5310" name="Heatmap cell r13 c180"/>
            <p:cNvSpPr/>
            <p:nvPr/>
          </p:nvSpPr>
          <p:spPr>
            <a:xfrm>
              <a:off x="3268843" y="337111"/>
              <a:ext cx="17140" cy="28503"/>
            </a:xfrm>
            <a:prstGeom prst="rect">
              <a:avLst/>
            </a:prstGeom>
            <a:solidFill>
              <a:srgbClr val="A2B8CE"/>
            </a:solidFill>
            <a:ln>
              <a:noFill/>
            </a:ln>
          </p:spPr>
        </p:sp>
        <p:sp>
          <p:nvSpPr>
            <p:cNvPr id="5311" name="Heatmap cell r13 c181"/>
            <p:cNvSpPr/>
            <p:nvPr/>
          </p:nvSpPr>
          <p:spPr>
            <a:xfrm>
              <a:off x="3285888" y="337111"/>
              <a:ext cx="19034" cy="28503"/>
            </a:xfrm>
            <a:prstGeom prst="rect">
              <a:avLst/>
            </a:prstGeom>
            <a:solidFill>
              <a:srgbClr val="EBEFF5"/>
            </a:solidFill>
            <a:ln>
              <a:noFill/>
            </a:ln>
          </p:spPr>
        </p:sp>
        <p:sp>
          <p:nvSpPr>
            <p:cNvPr id="5312" name="Heatmap cell r13 c182"/>
            <p:cNvSpPr/>
            <p:nvPr/>
          </p:nvSpPr>
          <p:spPr>
            <a:xfrm>
              <a:off x="3304827" y="337111"/>
              <a:ext cx="19034" cy="28503"/>
            </a:xfrm>
            <a:prstGeom prst="rect">
              <a:avLst/>
            </a:prstGeom>
            <a:solidFill>
              <a:srgbClr val="F9E7E8"/>
            </a:solidFill>
            <a:ln>
              <a:noFill/>
            </a:ln>
          </p:spPr>
        </p:sp>
        <p:sp>
          <p:nvSpPr>
            <p:cNvPr id="5313" name="Heatmap cell r13 c183"/>
            <p:cNvSpPr/>
            <p:nvPr/>
          </p:nvSpPr>
          <p:spPr>
            <a:xfrm>
              <a:off x="3323765" y="337111"/>
              <a:ext cx="17140" cy="28503"/>
            </a:xfrm>
            <a:prstGeom prst="rect">
              <a:avLst/>
            </a:prstGeom>
            <a:solidFill>
              <a:srgbClr val="F6D5D9"/>
            </a:solidFill>
            <a:ln>
              <a:noFill/>
            </a:ln>
          </p:spPr>
        </p:sp>
        <p:sp>
          <p:nvSpPr>
            <p:cNvPr id="5314" name="Heatmap cell r13 c184"/>
            <p:cNvSpPr/>
            <p:nvPr/>
          </p:nvSpPr>
          <p:spPr>
            <a:xfrm>
              <a:off x="3340810" y="337111"/>
              <a:ext cx="19034" cy="28503"/>
            </a:xfrm>
            <a:prstGeom prst="rect">
              <a:avLst/>
            </a:prstGeom>
            <a:solidFill>
              <a:srgbClr val="EFB8BC"/>
            </a:solidFill>
            <a:ln>
              <a:noFill/>
            </a:ln>
          </p:spPr>
        </p:sp>
        <p:sp>
          <p:nvSpPr>
            <p:cNvPr id="5315" name="Heatmap cell r13 c185"/>
            <p:cNvSpPr/>
            <p:nvPr/>
          </p:nvSpPr>
          <p:spPr>
            <a:xfrm>
              <a:off x="3359749" y="337111"/>
              <a:ext cx="17140" cy="28503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5316" name="Heatmap cell r13 c186"/>
            <p:cNvSpPr/>
            <p:nvPr/>
          </p:nvSpPr>
          <p:spPr>
            <a:xfrm>
              <a:off x="3376794" y="337111"/>
              <a:ext cx="19034" cy="28503"/>
            </a:xfrm>
            <a:prstGeom prst="rect">
              <a:avLst/>
            </a:prstGeom>
            <a:solidFill>
              <a:srgbClr val="EEF3F6"/>
            </a:solidFill>
            <a:ln>
              <a:noFill/>
            </a:ln>
          </p:spPr>
        </p:sp>
        <p:sp>
          <p:nvSpPr>
            <p:cNvPr id="5317" name="Heatmap cell r13 c187"/>
            <p:cNvSpPr/>
            <p:nvPr/>
          </p:nvSpPr>
          <p:spPr>
            <a:xfrm>
              <a:off x="3395733" y="337111"/>
              <a:ext cx="17140" cy="28503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5318" name="Heatmap cell r13 c188"/>
            <p:cNvSpPr/>
            <p:nvPr/>
          </p:nvSpPr>
          <p:spPr>
            <a:xfrm>
              <a:off x="3412778" y="337111"/>
              <a:ext cx="19034" cy="28503"/>
            </a:xfrm>
            <a:prstGeom prst="rect">
              <a:avLst/>
            </a:prstGeom>
            <a:solidFill>
              <a:srgbClr val="F6F8F9"/>
            </a:solidFill>
            <a:ln>
              <a:noFill/>
            </a:ln>
          </p:spPr>
        </p:sp>
        <p:sp>
          <p:nvSpPr>
            <p:cNvPr id="5319" name="Heatmap cell r13 c189"/>
            <p:cNvSpPr/>
            <p:nvPr/>
          </p:nvSpPr>
          <p:spPr>
            <a:xfrm>
              <a:off x="3431717" y="337111"/>
              <a:ext cx="17140" cy="28503"/>
            </a:xfrm>
            <a:prstGeom prst="rect">
              <a:avLst/>
            </a:prstGeom>
            <a:solidFill>
              <a:srgbClr val="F8F8FA"/>
            </a:solidFill>
            <a:ln>
              <a:noFill/>
            </a:ln>
          </p:spPr>
        </p:sp>
        <p:sp>
          <p:nvSpPr>
            <p:cNvPr id="5320" name="Heatmap cell r13 c190"/>
            <p:cNvSpPr/>
            <p:nvPr/>
          </p:nvSpPr>
          <p:spPr>
            <a:xfrm>
              <a:off x="3448762" y="337111"/>
              <a:ext cx="19034" cy="28503"/>
            </a:xfrm>
            <a:prstGeom prst="rect">
              <a:avLst/>
            </a:prstGeom>
            <a:solidFill>
              <a:srgbClr val="D5DFEA"/>
            </a:solidFill>
            <a:ln>
              <a:noFill/>
            </a:ln>
          </p:spPr>
        </p:sp>
        <p:sp>
          <p:nvSpPr>
            <p:cNvPr id="5321" name="Heatmap cell r13 c191"/>
            <p:cNvSpPr/>
            <p:nvPr/>
          </p:nvSpPr>
          <p:spPr>
            <a:xfrm>
              <a:off x="3467701" y="337111"/>
              <a:ext cx="17140" cy="28503"/>
            </a:xfrm>
            <a:prstGeom prst="rect">
              <a:avLst/>
            </a:prstGeom>
            <a:solidFill>
              <a:srgbClr val="EFF3F7"/>
            </a:solidFill>
            <a:ln>
              <a:noFill/>
            </a:ln>
          </p:spPr>
        </p:sp>
        <p:sp>
          <p:nvSpPr>
            <p:cNvPr id="5322" name="Heatmap cell r13 c192"/>
            <p:cNvSpPr/>
            <p:nvPr/>
          </p:nvSpPr>
          <p:spPr>
            <a:xfrm>
              <a:off x="3484746" y="337111"/>
              <a:ext cx="19034" cy="28503"/>
            </a:xfrm>
            <a:prstGeom prst="rect">
              <a:avLst/>
            </a:prstGeom>
            <a:solidFill>
              <a:srgbClr val="7797B8"/>
            </a:solidFill>
            <a:ln>
              <a:noFill/>
            </a:ln>
          </p:spPr>
        </p:sp>
        <p:sp>
          <p:nvSpPr>
            <p:cNvPr id="5323" name="Heatmap cell r13 c193"/>
            <p:cNvSpPr/>
            <p:nvPr/>
          </p:nvSpPr>
          <p:spPr>
            <a:xfrm>
              <a:off x="3503684" y="337111"/>
              <a:ext cx="17140" cy="28503"/>
            </a:xfrm>
            <a:prstGeom prst="rect">
              <a:avLst/>
            </a:prstGeom>
            <a:solidFill>
              <a:srgbClr val="9EB5CC"/>
            </a:solidFill>
            <a:ln>
              <a:noFill/>
            </a:ln>
          </p:spPr>
        </p:sp>
        <p:sp>
          <p:nvSpPr>
            <p:cNvPr id="5324" name="Heatmap cell r13 c194"/>
            <p:cNvSpPr/>
            <p:nvPr/>
          </p:nvSpPr>
          <p:spPr>
            <a:xfrm>
              <a:off x="3520729" y="337111"/>
              <a:ext cx="19034" cy="28503"/>
            </a:xfrm>
            <a:prstGeom prst="rect">
              <a:avLst/>
            </a:prstGeom>
            <a:solidFill>
              <a:srgbClr val="EEF3F6"/>
            </a:solidFill>
            <a:ln>
              <a:noFill/>
            </a:ln>
          </p:spPr>
        </p:sp>
        <p:sp>
          <p:nvSpPr>
            <p:cNvPr id="5325" name="Heatmap cell r13 c195"/>
            <p:cNvSpPr/>
            <p:nvPr/>
          </p:nvSpPr>
          <p:spPr>
            <a:xfrm>
              <a:off x="3539668" y="337111"/>
              <a:ext cx="19034" cy="28503"/>
            </a:xfrm>
            <a:prstGeom prst="rect">
              <a:avLst/>
            </a:prstGeom>
            <a:solidFill>
              <a:srgbClr val="EBEFF5"/>
            </a:solidFill>
            <a:ln>
              <a:noFill/>
            </a:ln>
          </p:spPr>
        </p:sp>
        <p:sp>
          <p:nvSpPr>
            <p:cNvPr id="5326" name="Heatmap cell r13 c196"/>
            <p:cNvSpPr/>
            <p:nvPr/>
          </p:nvSpPr>
          <p:spPr>
            <a:xfrm>
              <a:off x="3558607" y="337111"/>
              <a:ext cx="17140" cy="28503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5327" name="Heatmap cell r13 c197"/>
            <p:cNvSpPr/>
            <p:nvPr/>
          </p:nvSpPr>
          <p:spPr>
            <a:xfrm>
              <a:off x="3575652" y="337111"/>
              <a:ext cx="19034" cy="28503"/>
            </a:xfrm>
            <a:prstGeom prst="rect">
              <a:avLst/>
            </a:prstGeom>
            <a:solidFill>
              <a:srgbClr val="ECACB1"/>
            </a:solidFill>
            <a:ln>
              <a:noFill/>
            </a:ln>
          </p:spPr>
        </p:sp>
        <p:sp>
          <p:nvSpPr>
            <p:cNvPr id="5328" name="Heatmap cell r13 c198"/>
            <p:cNvSpPr/>
            <p:nvPr/>
          </p:nvSpPr>
          <p:spPr>
            <a:xfrm>
              <a:off x="3594591" y="337111"/>
              <a:ext cx="17140" cy="28503"/>
            </a:xfrm>
            <a:prstGeom prst="rect">
              <a:avLst/>
            </a:prstGeom>
            <a:solidFill>
              <a:srgbClr val="EEB1B7"/>
            </a:solidFill>
            <a:ln>
              <a:noFill/>
            </a:ln>
          </p:spPr>
        </p:sp>
        <p:sp>
          <p:nvSpPr>
            <p:cNvPr id="5329" name="Heatmap cell r13 c199"/>
            <p:cNvSpPr/>
            <p:nvPr/>
          </p:nvSpPr>
          <p:spPr>
            <a:xfrm>
              <a:off x="3611636" y="337111"/>
              <a:ext cx="19034" cy="28503"/>
            </a:xfrm>
            <a:prstGeom prst="rect">
              <a:avLst/>
            </a:prstGeom>
            <a:solidFill>
              <a:srgbClr val="F7D9DB"/>
            </a:solidFill>
            <a:ln>
              <a:noFill/>
            </a:ln>
          </p:spPr>
        </p:sp>
        <p:sp>
          <p:nvSpPr>
            <p:cNvPr id="5330" name="Heatmap cell r13 c200"/>
            <p:cNvSpPr/>
            <p:nvPr/>
          </p:nvSpPr>
          <p:spPr>
            <a:xfrm>
              <a:off x="3630575" y="337111"/>
              <a:ext cx="17140" cy="28503"/>
            </a:xfrm>
            <a:prstGeom prst="rect">
              <a:avLst/>
            </a:prstGeom>
            <a:solidFill>
              <a:srgbClr val="C5D2DF"/>
            </a:solidFill>
            <a:ln>
              <a:noFill/>
            </a:ln>
          </p:spPr>
        </p:sp>
        <p:sp>
          <p:nvSpPr>
            <p:cNvPr id="5331" name="Heatmap cell r13 c201"/>
            <p:cNvSpPr/>
            <p:nvPr/>
          </p:nvSpPr>
          <p:spPr>
            <a:xfrm>
              <a:off x="3647620" y="337111"/>
              <a:ext cx="19034" cy="28503"/>
            </a:xfrm>
            <a:prstGeom prst="rect">
              <a:avLst/>
            </a:prstGeom>
            <a:solidFill>
              <a:srgbClr val="FAEEEF"/>
            </a:solidFill>
            <a:ln>
              <a:noFill/>
            </a:ln>
          </p:spPr>
        </p:sp>
        <p:sp>
          <p:nvSpPr>
            <p:cNvPr id="5332" name="Heatmap cell r13 c202"/>
            <p:cNvSpPr/>
            <p:nvPr/>
          </p:nvSpPr>
          <p:spPr>
            <a:xfrm>
              <a:off x="3666558" y="337111"/>
              <a:ext cx="17140" cy="28503"/>
            </a:xfrm>
            <a:prstGeom prst="rect">
              <a:avLst/>
            </a:prstGeom>
            <a:solidFill>
              <a:srgbClr val="A2B8CE"/>
            </a:solidFill>
            <a:ln>
              <a:noFill/>
            </a:ln>
          </p:spPr>
        </p:sp>
        <p:sp>
          <p:nvSpPr>
            <p:cNvPr id="5333" name="Heatmap cell r13 c203"/>
            <p:cNvSpPr/>
            <p:nvPr/>
          </p:nvSpPr>
          <p:spPr>
            <a:xfrm>
              <a:off x="3683603" y="337111"/>
              <a:ext cx="19034" cy="28503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5334" name="Heatmap cell r13 c204"/>
            <p:cNvSpPr/>
            <p:nvPr/>
          </p:nvSpPr>
          <p:spPr>
            <a:xfrm>
              <a:off x="3702542" y="337111"/>
              <a:ext cx="17140" cy="28503"/>
            </a:xfrm>
            <a:prstGeom prst="rect">
              <a:avLst/>
            </a:prstGeom>
            <a:solidFill>
              <a:srgbClr val="F0F4F7"/>
            </a:solidFill>
            <a:ln>
              <a:noFill/>
            </a:ln>
          </p:spPr>
        </p:sp>
        <p:sp>
          <p:nvSpPr>
            <p:cNvPr id="5335" name="Heatmap cell r13 c205"/>
            <p:cNvSpPr/>
            <p:nvPr/>
          </p:nvSpPr>
          <p:spPr>
            <a:xfrm>
              <a:off x="3719587" y="337111"/>
              <a:ext cx="19034" cy="28503"/>
            </a:xfrm>
            <a:prstGeom prst="rect">
              <a:avLst/>
            </a:prstGeom>
            <a:solidFill>
              <a:srgbClr val="7D9DBA"/>
            </a:solidFill>
            <a:ln>
              <a:noFill/>
            </a:ln>
          </p:spPr>
        </p:sp>
        <p:sp>
          <p:nvSpPr>
            <p:cNvPr id="5336" name="Heatmap cell r13 c206"/>
            <p:cNvSpPr/>
            <p:nvPr/>
          </p:nvSpPr>
          <p:spPr>
            <a:xfrm>
              <a:off x="3738526" y="337111"/>
              <a:ext cx="17140" cy="28503"/>
            </a:xfrm>
            <a:prstGeom prst="rect">
              <a:avLst/>
            </a:prstGeom>
            <a:solidFill>
              <a:srgbClr val="DFE6ED"/>
            </a:solidFill>
            <a:ln>
              <a:noFill/>
            </a:ln>
          </p:spPr>
        </p:sp>
        <p:sp>
          <p:nvSpPr>
            <p:cNvPr id="5337" name="Heatmap cell r13 c207"/>
            <p:cNvSpPr/>
            <p:nvPr/>
          </p:nvSpPr>
          <p:spPr>
            <a:xfrm>
              <a:off x="3755571" y="337111"/>
              <a:ext cx="19034" cy="28503"/>
            </a:xfrm>
            <a:prstGeom prst="rect">
              <a:avLst/>
            </a:prstGeom>
            <a:solidFill>
              <a:srgbClr val="EEF3F6"/>
            </a:solidFill>
            <a:ln>
              <a:noFill/>
            </a:ln>
          </p:spPr>
        </p:sp>
        <p:sp>
          <p:nvSpPr>
            <p:cNvPr id="5338" name="Heatmap cell r13 c208"/>
            <p:cNvSpPr/>
            <p:nvPr/>
          </p:nvSpPr>
          <p:spPr>
            <a:xfrm>
              <a:off x="3774510" y="337111"/>
              <a:ext cx="19034" cy="28503"/>
            </a:xfrm>
            <a:prstGeom prst="rect">
              <a:avLst/>
            </a:prstGeom>
            <a:solidFill>
              <a:srgbClr val="FAEEEF"/>
            </a:solidFill>
            <a:ln>
              <a:noFill/>
            </a:ln>
          </p:spPr>
        </p:sp>
        <p:sp>
          <p:nvSpPr>
            <p:cNvPr id="5339" name="Heatmap cell r13 c209"/>
            <p:cNvSpPr/>
            <p:nvPr/>
          </p:nvSpPr>
          <p:spPr>
            <a:xfrm>
              <a:off x="3793449" y="337111"/>
              <a:ext cx="17140" cy="28503"/>
            </a:xfrm>
            <a:prstGeom prst="rect">
              <a:avLst/>
            </a:prstGeom>
            <a:solidFill>
              <a:srgbClr val="FCF8F9"/>
            </a:solidFill>
            <a:ln>
              <a:noFill/>
            </a:ln>
          </p:spPr>
        </p:sp>
        <p:sp>
          <p:nvSpPr>
            <p:cNvPr id="5340" name="Heatmap cell r13 c210"/>
            <p:cNvSpPr/>
            <p:nvPr/>
          </p:nvSpPr>
          <p:spPr>
            <a:xfrm>
              <a:off x="3810494" y="337111"/>
              <a:ext cx="19034" cy="28503"/>
            </a:xfrm>
            <a:prstGeom prst="rect">
              <a:avLst/>
            </a:prstGeom>
            <a:solidFill>
              <a:srgbClr val="143979"/>
            </a:solidFill>
            <a:ln>
              <a:noFill/>
            </a:ln>
          </p:spPr>
        </p:sp>
        <p:sp>
          <p:nvSpPr>
            <p:cNvPr id="5341" name="Heatmap cell r13 c211"/>
            <p:cNvSpPr/>
            <p:nvPr/>
          </p:nvSpPr>
          <p:spPr>
            <a:xfrm>
              <a:off x="3829432" y="337111"/>
              <a:ext cx="17140" cy="28503"/>
            </a:xfrm>
            <a:prstGeom prst="rect">
              <a:avLst/>
            </a:prstGeom>
            <a:solidFill>
              <a:srgbClr val="F5D0D3"/>
            </a:solidFill>
            <a:ln>
              <a:noFill/>
            </a:ln>
          </p:spPr>
        </p:sp>
        <p:sp>
          <p:nvSpPr>
            <p:cNvPr id="5342" name="Heatmap cell r13 c212"/>
            <p:cNvSpPr/>
            <p:nvPr/>
          </p:nvSpPr>
          <p:spPr>
            <a:xfrm>
              <a:off x="3846477" y="337111"/>
              <a:ext cx="19034" cy="28503"/>
            </a:xfrm>
            <a:prstGeom prst="rect">
              <a:avLst/>
            </a:prstGeom>
            <a:solidFill>
              <a:srgbClr val="A4BAD0"/>
            </a:solidFill>
            <a:ln>
              <a:noFill/>
            </a:ln>
          </p:spPr>
        </p:sp>
        <p:sp>
          <p:nvSpPr>
            <p:cNvPr id="5343" name="Heatmap cell r13 c213"/>
            <p:cNvSpPr/>
            <p:nvPr/>
          </p:nvSpPr>
          <p:spPr>
            <a:xfrm>
              <a:off x="3865416" y="337111"/>
              <a:ext cx="17140" cy="28503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5344" name="Heatmap cell r13 c214"/>
            <p:cNvSpPr/>
            <p:nvPr/>
          </p:nvSpPr>
          <p:spPr>
            <a:xfrm>
              <a:off x="3882461" y="337111"/>
              <a:ext cx="19034" cy="28503"/>
            </a:xfrm>
            <a:prstGeom prst="rect">
              <a:avLst/>
            </a:prstGeom>
            <a:solidFill>
              <a:srgbClr val="184581"/>
            </a:solidFill>
            <a:ln>
              <a:noFill/>
            </a:ln>
          </p:spPr>
        </p:sp>
        <p:sp>
          <p:nvSpPr>
            <p:cNvPr id="5345" name="Heatmap cell r13 c215"/>
            <p:cNvSpPr/>
            <p:nvPr/>
          </p:nvSpPr>
          <p:spPr>
            <a:xfrm>
              <a:off x="3901400" y="337111"/>
              <a:ext cx="17140" cy="28503"/>
            </a:xfrm>
            <a:prstGeom prst="rect">
              <a:avLst/>
            </a:prstGeom>
            <a:solidFill>
              <a:srgbClr val="BDCEDD"/>
            </a:solidFill>
            <a:ln>
              <a:noFill/>
            </a:ln>
          </p:spPr>
        </p:sp>
        <p:sp>
          <p:nvSpPr>
            <p:cNvPr id="5346" name="Heatmap cell r13 c216"/>
            <p:cNvSpPr/>
            <p:nvPr/>
          </p:nvSpPr>
          <p:spPr>
            <a:xfrm>
              <a:off x="3918445" y="337111"/>
              <a:ext cx="19034" cy="28503"/>
            </a:xfrm>
            <a:prstGeom prst="rect">
              <a:avLst/>
            </a:prstGeom>
            <a:solidFill>
              <a:srgbClr val="F3C7CC"/>
            </a:solidFill>
            <a:ln>
              <a:noFill/>
            </a:ln>
          </p:spPr>
        </p:sp>
        <p:sp>
          <p:nvSpPr>
            <p:cNvPr id="5347" name="Heatmap cell r13 c217"/>
            <p:cNvSpPr/>
            <p:nvPr/>
          </p:nvSpPr>
          <p:spPr>
            <a:xfrm>
              <a:off x="3937384" y="337111"/>
              <a:ext cx="17140" cy="28503"/>
            </a:xfrm>
            <a:prstGeom prst="rect">
              <a:avLst/>
            </a:prstGeom>
            <a:solidFill>
              <a:srgbClr val="F6D4D7"/>
            </a:solidFill>
            <a:ln>
              <a:noFill/>
            </a:ln>
          </p:spPr>
        </p:sp>
        <p:sp>
          <p:nvSpPr>
            <p:cNvPr id="5348" name="Heatmap cell r13 c218"/>
            <p:cNvSpPr/>
            <p:nvPr/>
          </p:nvSpPr>
          <p:spPr>
            <a:xfrm>
              <a:off x="3954429" y="337111"/>
              <a:ext cx="19034" cy="28503"/>
            </a:xfrm>
            <a:prstGeom prst="rect">
              <a:avLst/>
            </a:prstGeom>
            <a:solidFill>
              <a:srgbClr val="5E84AA"/>
            </a:solidFill>
            <a:ln>
              <a:noFill/>
            </a:ln>
          </p:spPr>
        </p:sp>
        <p:sp>
          <p:nvSpPr>
            <p:cNvPr id="5349" name="Heatmap cell r13 c219"/>
            <p:cNvSpPr/>
            <p:nvPr/>
          </p:nvSpPr>
          <p:spPr>
            <a:xfrm>
              <a:off x="3973368" y="337111"/>
              <a:ext cx="17140" cy="28503"/>
            </a:xfrm>
            <a:prstGeom prst="rect">
              <a:avLst/>
            </a:prstGeom>
            <a:solidFill>
              <a:srgbClr val="B8C9DA"/>
            </a:solidFill>
            <a:ln>
              <a:noFill/>
            </a:ln>
          </p:spPr>
        </p:sp>
        <p:sp>
          <p:nvSpPr>
            <p:cNvPr id="5350" name="Heatmap cell r13 c220"/>
            <p:cNvSpPr/>
            <p:nvPr/>
          </p:nvSpPr>
          <p:spPr>
            <a:xfrm>
              <a:off x="3990412" y="337111"/>
              <a:ext cx="19034" cy="28503"/>
            </a:xfrm>
            <a:prstGeom prst="rect">
              <a:avLst/>
            </a:prstGeom>
            <a:solidFill>
              <a:srgbClr val="BFCFDF"/>
            </a:solidFill>
            <a:ln>
              <a:noFill/>
            </a:ln>
          </p:spPr>
        </p:sp>
        <p:sp>
          <p:nvSpPr>
            <p:cNvPr id="5351" name="Heatmap cell r13 c221"/>
            <p:cNvSpPr/>
            <p:nvPr/>
          </p:nvSpPr>
          <p:spPr>
            <a:xfrm>
              <a:off x="4009351" y="337111"/>
              <a:ext cx="19034" cy="28503"/>
            </a:xfrm>
            <a:prstGeom prst="rect">
              <a:avLst/>
            </a:prstGeom>
            <a:solidFill>
              <a:srgbClr val="6187AC"/>
            </a:solidFill>
            <a:ln>
              <a:noFill/>
            </a:ln>
          </p:spPr>
        </p:sp>
        <p:sp>
          <p:nvSpPr>
            <p:cNvPr id="5352" name="Heatmap cell r13 c222"/>
            <p:cNvSpPr/>
            <p:nvPr/>
          </p:nvSpPr>
          <p:spPr>
            <a:xfrm>
              <a:off x="4028290" y="337111"/>
              <a:ext cx="17140" cy="28503"/>
            </a:xfrm>
            <a:prstGeom prst="rect">
              <a:avLst/>
            </a:prstGeom>
            <a:solidFill>
              <a:srgbClr val="9FB7CD"/>
            </a:solidFill>
            <a:ln>
              <a:noFill/>
            </a:ln>
          </p:spPr>
        </p:sp>
        <p:sp>
          <p:nvSpPr>
            <p:cNvPr id="5353" name="Heatmap cell r13 c223"/>
            <p:cNvSpPr/>
            <p:nvPr/>
          </p:nvSpPr>
          <p:spPr>
            <a:xfrm>
              <a:off x="4045335" y="337111"/>
              <a:ext cx="19034" cy="28503"/>
            </a:xfrm>
            <a:prstGeom prst="rect">
              <a:avLst/>
            </a:prstGeom>
            <a:solidFill>
              <a:srgbClr val="F8E6E8"/>
            </a:solidFill>
            <a:ln>
              <a:noFill/>
            </a:ln>
          </p:spPr>
        </p:sp>
        <p:sp>
          <p:nvSpPr>
            <p:cNvPr id="5354" name="Heatmap cell r14 c1"/>
            <p:cNvSpPr/>
            <p:nvPr/>
          </p:nvSpPr>
          <p:spPr>
            <a:xfrm>
              <a:off x="13257" y="365520"/>
              <a:ext cx="45548" cy="26609"/>
            </a:xfrm>
            <a:prstGeom prst="rect">
              <a:avLst/>
            </a:prstGeom>
            <a:solidFill>
              <a:srgbClr val="155B9C"/>
            </a:solidFill>
            <a:ln>
              <a:noFill/>
            </a:ln>
          </p:spPr>
        </p:sp>
        <p:sp>
          <p:nvSpPr>
            <p:cNvPr id="5355" name="Heatmap cell r14 c3"/>
            <p:cNvSpPr/>
            <p:nvPr/>
          </p:nvSpPr>
          <p:spPr>
            <a:xfrm>
              <a:off x="71968" y="365520"/>
              <a:ext cx="17140" cy="26609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5356" name="Heatmap cell r14 c4"/>
            <p:cNvSpPr/>
            <p:nvPr/>
          </p:nvSpPr>
          <p:spPr>
            <a:xfrm>
              <a:off x="89013" y="365520"/>
              <a:ext cx="19034" cy="26609"/>
            </a:xfrm>
            <a:prstGeom prst="rect">
              <a:avLst/>
            </a:prstGeom>
            <a:solidFill>
              <a:srgbClr val="F0F5F8"/>
            </a:solidFill>
            <a:ln>
              <a:noFill/>
            </a:ln>
          </p:spPr>
        </p:sp>
        <p:sp>
          <p:nvSpPr>
            <p:cNvPr id="5357" name="Heatmap cell r14 c5"/>
            <p:cNvSpPr/>
            <p:nvPr/>
          </p:nvSpPr>
          <p:spPr>
            <a:xfrm>
              <a:off x="107951" y="365520"/>
              <a:ext cx="17140" cy="26609"/>
            </a:xfrm>
            <a:prstGeom prst="rect">
              <a:avLst/>
            </a:prstGeom>
            <a:solidFill>
              <a:srgbClr val="EDADB4"/>
            </a:solidFill>
            <a:ln>
              <a:noFill/>
            </a:ln>
          </p:spPr>
        </p:sp>
        <p:sp>
          <p:nvSpPr>
            <p:cNvPr id="5358" name="Heatmap cell r14 c6"/>
            <p:cNvSpPr/>
            <p:nvPr/>
          </p:nvSpPr>
          <p:spPr>
            <a:xfrm>
              <a:off x="124996" y="365520"/>
              <a:ext cx="19034" cy="26609"/>
            </a:xfrm>
            <a:prstGeom prst="rect">
              <a:avLst/>
            </a:prstGeom>
            <a:solidFill>
              <a:srgbClr val="F7D9DB"/>
            </a:solidFill>
            <a:ln>
              <a:noFill/>
            </a:ln>
          </p:spPr>
        </p:sp>
        <p:sp>
          <p:nvSpPr>
            <p:cNvPr id="5359" name="Heatmap cell r14 c7"/>
            <p:cNvSpPr/>
            <p:nvPr/>
          </p:nvSpPr>
          <p:spPr>
            <a:xfrm>
              <a:off x="143935" y="365520"/>
              <a:ext cx="17140" cy="26609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</p:sp>
        <p:sp>
          <p:nvSpPr>
            <p:cNvPr id="5360" name="Heatmap cell r14 c8"/>
            <p:cNvSpPr/>
            <p:nvPr/>
          </p:nvSpPr>
          <p:spPr>
            <a:xfrm>
              <a:off x="160980" y="365520"/>
              <a:ext cx="19034" cy="26609"/>
            </a:xfrm>
            <a:prstGeom prst="rect">
              <a:avLst/>
            </a:prstGeom>
            <a:solidFill>
              <a:srgbClr val="F3C6CB"/>
            </a:solidFill>
            <a:ln>
              <a:noFill/>
            </a:ln>
          </p:spPr>
        </p:sp>
        <p:sp>
          <p:nvSpPr>
            <p:cNvPr id="5361" name="Heatmap cell r14 c9"/>
            <p:cNvSpPr/>
            <p:nvPr/>
          </p:nvSpPr>
          <p:spPr>
            <a:xfrm>
              <a:off x="179919" y="365520"/>
              <a:ext cx="19034" cy="26609"/>
            </a:xfrm>
            <a:prstGeom prst="rect">
              <a:avLst/>
            </a:prstGeom>
            <a:solidFill>
              <a:srgbClr val="E7EBF1"/>
            </a:solidFill>
            <a:ln>
              <a:noFill/>
            </a:ln>
          </p:spPr>
        </p:sp>
        <p:sp>
          <p:nvSpPr>
            <p:cNvPr id="5362" name="Heatmap cell r14 c10"/>
            <p:cNvSpPr/>
            <p:nvPr/>
          </p:nvSpPr>
          <p:spPr>
            <a:xfrm>
              <a:off x="198858" y="365520"/>
              <a:ext cx="17140" cy="26609"/>
            </a:xfrm>
            <a:prstGeom prst="rect">
              <a:avLst/>
            </a:prstGeom>
            <a:solidFill>
              <a:srgbClr val="DEE6EC"/>
            </a:solidFill>
            <a:ln>
              <a:noFill/>
            </a:ln>
          </p:spPr>
        </p:sp>
        <p:sp>
          <p:nvSpPr>
            <p:cNvPr id="5363" name="Heatmap cell r14 c11"/>
            <p:cNvSpPr/>
            <p:nvPr/>
          </p:nvSpPr>
          <p:spPr>
            <a:xfrm>
              <a:off x="215903" y="365520"/>
              <a:ext cx="19034" cy="26609"/>
            </a:xfrm>
            <a:prstGeom prst="rect">
              <a:avLst/>
            </a:prstGeom>
            <a:solidFill>
              <a:srgbClr val="A6BAD0"/>
            </a:solidFill>
            <a:ln>
              <a:noFill/>
            </a:ln>
          </p:spPr>
        </p:sp>
        <p:sp>
          <p:nvSpPr>
            <p:cNvPr id="5364" name="Heatmap cell r14 c12"/>
            <p:cNvSpPr/>
            <p:nvPr/>
          </p:nvSpPr>
          <p:spPr>
            <a:xfrm>
              <a:off x="234842" y="365520"/>
              <a:ext cx="17140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5365" name="Heatmap cell r14 c13"/>
            <p:cNvSpPr/>
            <p:nvPr/>
          </p:nvSpPr>
          <p:spPr>
            <a:xfrm>
              <a:off x="251887" y="365520"/>
              <a:ext cx="19034" cy="26609"/>
            </a:xfrm>
            <a:prstGeom prst="rect">
              <a:avLst/>
            </a:prstGeom>
            <a:solidFill>
              <a:srgbClr val="D3DEE8"/>
            </a:solidFill>
            <a:ln>
              <a:noFill/>
            </a:ln>
          </p:spPr>
        </p:sp>
        <p:sp>
          <p:nvSpPr>
            <p:cNvPr id="5366" name="Heatmap cell r14 c14"/>
            <p:cNvSpPr/>
            <p:nvPr/>
          </p:nvSpPr>
          <p:spPr>
            <a:xfrm>
              <a:off x="270825" y="365520"/>
              <a:ext cx="17140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5367" name="Heatmap cell r14 c15"/>
            <p:cNvSpPr/>
            <p:nvPr/>
          </p:nvSpPr>
          <p:spPr>
            <a:xfrm>
              <a:off x="287870" y="365520"/>
              <a:ext cx="19034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5368" name="Heatmap cell r14 c16"/>
            <p:cNvSpPr/>
            <p:nvPr/>
          </p:nvSpPr>
          <p:spPr>
            <a:xfrm>
              <a:off x="306809" y="365520"/>
              <a:ext cx="17140" cy="26609"/>
            </a:xfrm>
            <a:prstGeom prst="rect">
              <a:avLst/>
            </a:prstGeom>
            <a:solidFill>
              <a:srgbClr val="E4EBEF"/>
            </a:solidFill>
            <a:ln>
              <a:noFill/>
            </a:ln>
          </p:spPr>
        </p:sp>
        <p:sp>
          <p:nvSpPr>
            <p:cNvPr id="5369" name="Heatmap cell r14 c17"/>
            <p:cNvSpPr/>
            <p:nvPr/>
          </p:nvSpPr>
          <p:spPr>
            <a:xfrm>
              <a:off x="323854" y="365520"/>
              <a:ext cx="19034" cy="26609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</p:sp>
        <p:sp>
          <p:nvSpPr>
            <p:cNvPr id="5370" name="Heatmap cell r14 c18"/>
            <p:cNvSpPr/>
            <p:nvPr/>
          </p:nvSpPr>
          <p:spPr>
            <a:xfrm>
              <a:off x="342793" y="365520"/>
              <a:ext cx="17140" cy="26609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5371" name="Heatmap cell r14 c19"/>
            <p:cNvSpPr/>
            <p:nvPr/>
          </p:nvSpPr>
          <p:spPr>
            <a:xfrm>
              <a:off x="359838" y="365520"/>
              <a:ext cx="19034" cy="26609"/>
            </a:xfrm>
            <a:prstGeom prst="rect">
              <a:avLst/>
            </a:prstGeom>
            <a:solidFill>
              <a:srgbClr val="F5D0D3"/>
            </a:solidFill>
            <a:ln>
              <a:noFill/>
            </a:ln>
          </p:spPr>
        </p:sp>
        <p:sp>
          <p:nvSpPr>
            <p:cNvPr id="5372" name="Heatmap cell r14 c20"/>
            <p:cNvSpPr/>
            <p:nvPr/>
          </p:nvSpPr>
          <p:spPr>
            <a:xfrm>
              <a:off x="378777" y="365520"/>
              <a:ext cx="17140" cy="26609"/>
            </a:xfrm>
            <a:prstGeom prst="rect">
              <a:avLst/>
            </a:prstGeom>
            <a:solidFill>
              <a:srgbClr val="D4DFE9"/>
            </a:solidFill>
            <a:ln>
              <a:noFill/>
            </a:ln>
          </p:spPr>
        </p:sp>
        <p:sp>
          <p:nvSpPr>
            <p:cNvPr id="5373" name="Heatmap cell r14 c21"/>
            <p:cNvSpPr/>
            <p:nvPr/>
          </p:nvSpPr>
          <p:spPr>
            <a:xfrm>
              <a:off x="395822" y="365520"/>
              <a:ext cx="19034" cy="26609"/>
            </a:xfrm>
            <a:prstGeom prst="rect">
              <a:avLst/>
            </a:prstGeom>
            <a:solidFill>
              <a:srgbClr val="EDF1F7"/>
            </a:solidFill>
            <a:ln>
              <a:noFill/>
            </a:ln>
          </p:spPr>
        </p:sp>
        <p:sp>
          <p:nvSpPr>
            <p:cNvPr id="5374" name="Heatmap cell r14 c22"/>
            <p:cNvSpPr/>
            <p:nvPr/>
          </p:nvSpPr>
          <p:spPr>
            <a:xfrm>
              <a:off x="414760" y="365520"/>
              <a:ext cx="19034" cy="26609"/>
            </a:xfrm>
            <a:prstGeom prst="rect">
              <a:avLst/>
            </a:prstGeom>
            <a:solidFill>
              <a:srgbClr val="EBA4AC"/>
            </a:solidFill>
            <a:ln>
              <a:noFill/>
            </a:ln>
          </p:spPr>
        </p:sp>
        <p:sp>
          <p:nvSpPr>
            <p:cNvPr id="5375" name="Heatmap cell r14 c23"/>
            <p:cNvSpPr/>
            <p:nvPr/>
          </p:nvSpPr>
          <p:spPr>
            <a:xfrm>
              <a:off x="433699" y="365520"/>
              <a:ext cx="17140" cy="26609"/>
            </a:xfrm>
            <a:prstGeom prst="rect">
              <a:avLst/>
            </a:prstGeom>
            <a:solidFill>
              <a:srgbClr val="E5858F"/>
            </a:solidFill>
            <a:ln>
              <a:noFill/>
            </a:ln>
          </p:spPr>
        </p:sp>
        <p:sp>
          <p:nvSpPr>
            <p:cNvPr id="5376" name="Heatmap cell r14 c24"/>
            <p:cNvSpPr/>
            <p:nvPr/>
          </p:nvSpPr>
          <p:spPr>
            <a:xfrm>
              <a:off x="450744" y="365520"/>
              <a:ext cx="19034" cy="26609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5377" name="Heatmap cell r14 c25"/>
            <p:cNvSpPr/>
            <p:nvPr/>
          </p:nvSpPr>
          <p:spPr>
            <a:xfrm>
              <a:off x="469683" y="365520"/>
              <a:ext cx="17140" cy="26609"/>
            </a:xfrm>
            <a:prstGeom prst="rect">
              <a:avLst/>
            </a:prstGeom>
            <a:solidFill>
              <a:srgbClr val="F1C4C7"/>
            </a:solidFill>
            <a:ln>
              <a:noFill/>
            </a:ln>
          </p:spPr>
        </p:sp>
        <p:sp>
          <p:nvSpPr>
            <p:cNvPr id="5378" name="Heatmap cell r14 c26"/>
            <p:cNvSpPr/>
            <p:nvPr/>
          </p:nvSpPr>
          <p:spPr>
            <a:xfrm>
              <a:off x="486728" y="365520"/>
              <a:ext cx="19034" cy="26609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5379" name="Heatmap cell r14 c27"/>
            <p:cNvSpPr/>
            <p:nvPr/>
          </p:nvSpPr>
          <p:spPr>
            <a:xfrm>
              <a:off x="505667" y="365520"/>
              <a:ext cx="17140" cy="26609"/>
            </a:xfrm>
            <a:prstGeom prst="rect">
              <a:avLst/>
            </a:prstGeom>
            <a:solidFill>
              <a:srgbClr val="F6F8F9"/>
            </a:solidFill>
            <a:ln>
              <a:noFill/>
            </a:ln>
          </p:spPr>
        </p:sp>
        <p:sp>
          <p:nvSpPr>
            <p:cNvPr id="5380" name="Heatmap cell r14 c28"/>
            <p:cNvSpPr/>
            <p:nvPr/>
          </p:nvSpPr>
          <p:spPr>
            <a:xfrm>
              <a:off x="522712" y="365520"/>
              <a:ext cx="19034" cy="26609"/>
            </a:xfrm>
            <a:prstGeom prst="rect">
              <a:avLst/>
            </a:prstGeom>
            <a:solidFill>
              <a:srgbClr val="CED9E4"/>
            </a:solidFill>
            <a:ln>
              <a:noFill/>
            </a:ln>
          </p:spPr>
        </p:sp>
        <p:sp>
          <p:nvSpPr>
            <p:cNvPr id="5381" name="Heatmap cell r14 c29"/>
            <p:cNvSpPr/>
            <p:nvPr/>
          </p:nvSpPr>
          <p:spPr>
            <a:xfrm>
              <a:off x="541651" y="365520"/>
              <a:ext cx="17140" cy="26609"/>
            </a:xfrm>
            <a:prstGeom prst="rect">
              <a:avLst/>
            </a:prstGeom>
            <a:solidFill>
              <a:srgbClr val="8FAAC5"/>
            </a:solidFill>
            <a:ln>
              <a:noFill/>
            </a:ln>
          </p:spPr>
        </p:sp>
        <p:sp>
          <p:nvSpPr>
            <p:cNvPr id="5382" name="Heatmap cell r14 c30"/>
            <p:cNvSpPr/>
            <p:nvPr/>
          </p:nvSpPr>
          <p:spPr>
            <a:xfrm>
              <a:off x="558696" y="365520"/>
              <a:ext cx="19034" cy="26609"/>
            </a:xfrm>
            <a:prstGeom prst="rect">
              <a:avLst/>
            </a:prstGeom>
            <a:solidFill>
              <a:srgbClr val="688BAF"/>
            </a:solidFill>
            <a:ln>
              <a:noFill/>
            </a:ln>
          </p:spPr>
        </p:sp>
        <p:sp>
          <p:nvSpPr>
            <p:cNvPr id="5383" name="Heatmap cell r14 c32"/>
            <p:cNvSpPr/>
            <p:nvPr/>
          </p:nvSpPr>
          <p:spPr>
            <a:xfrm>
              <a:off x="594679" y="365520"/>
              <a:ext cx="19034" cy="26609"/>
            </a:xfrm>
            <a:prstGeom prst="rect">
              <a:avLst/>
            </a:prstGeom>
            <a:solidFill>
              <a:srgbClr val="C9D6E2"/>
            </a:solidFill>
            <a:ln>
              <a:noFill/>
            </a:ln>
          </p:spPr>
        </p:sp>
        <p:sp>
          <p:nvSpPr>
            <p:cNvPr id="5384" name="Heatmap cell r14 c33"/>
            <p:cNvSpPr/>
            <p:nvPr/>
          </p:nvSpPr>
          <p:spPr>
            <a:xfrm>
              <a:off x="613618" y="365520"/>
              <a:ext cx="17140" cy="26609"/>
            </a:xfrm>
            <a:prstGeom prst="rect">
              <a:avLst/>
            </a:prstGeom>
            <a:solidFill>
              <a:srgbClr val="F5CED2"/>
            </a:solidFill>
            <a:ln>
              <a:noFill/>
            </a:ln>
          </p:spPr>
        </p:sp>
        <p:sp>
          <p:nvSpPr>
            <p:cNvPr id="5385" name="Heatmap cell r14 c34"/>
            <p:cNvSpPr/>
            <p:nvPr/>
          </p:nvSpPr>
          <p:spPr>
            <a:xfrm>
              <a:off x="630663" y="365520"/>
              <a:ext cx="19034" cy="26609"/>
            </a:xfrm>
            <a:prstGeom prst="rect">
              <a:avLst/>
            </a:prstGeom>
            <a:solidFill>
              <a:srgbClr val="CFDAE4"/>
            </a:solidFill>
            <a:ln>
              <a:noFill/>
            </a:ln>
          </p:spPr>
        </p:sp>
        <p:sp>
          <p:nvSpPr>
            <p:cNvPr id="5386" name="Heatmap cell r14 c35"/>
            <p:cNvSpPr/>
            <p:nvPr/>
          </p:nvSpPr>
          <p:spPr>
            <a:xfrm>
              <a:off x="649602" y="365520"/>
              <a:ext cx="19034" cy="26609"/>
            </a:xfrm>
            <a:prstGeom prst="rect">
              <a:avLst/>
            </a:prstGeom>
            <a:solidFill>
              <a:srgbClr val="ECF0F6"/>
            </a:solidFill>
            <a:ln>
              <a:noFill/>
            </a:ln>
          </p:spPr>
        </p:sp>
        <p:sp>
          <p:nvSpPr>
            <p:cNvPr id="5387" name="Heatmap cell r14 c37"/>
            <p:cNvSpPr/>
            <p:nvPr/>
          </p:nvSpPr>
          <p:spPr>
            <a:xfrm>
              <a:off x="685586" y="365520"/>
              <a:ext cx="19034" cy="26609"/>
            </a:xfrm>
            <a:prstGeom prst="rect">
              <a:avLst/>
            </a:prstGeom>
            <a:solidFill>
              <a:srgbClr val="91ACC7"/>
            </a:solidFill>
            <a:ln>
              <a:noFill/>
            </a:ln>
          </p:spPr>
        </p:sp>
        <p:sp>
          <p:nvSpPr>
            <p:cNvPr id="5388" name="Heatmap cell r14 c38"/>
            <p:cNvSpPr/>
            <p:nvPr/>
          </p:nvSpPr>
          <p:spPr>
            <a:xfrm>
              <a:off x="704525" y="365520"/>
              <a:ext cx="17140" cy="26609"/>
            </a:xfrm>
            <a:prstGeom prst="rect">
              <a:avLst/>
            </a:prstGeom>
            <a:solidFill>
              <a:srgbClr val="F0F4F7"/>
            </a:solidFill>
            <a:ln>
              <a:noFill/>
            </a:ln>
          </p:spPr>
        </p:sp>
        <p:sp>
          <p:nvSpPr>
            <p:cNvPr id="5389" name="Heatmap cell r14 c39"/>
            <p:cNvSpPr/>
            <p:nvPr/>
          </p:nvSpPr>
          <p:spPr>
            <a:xfrm>
              <a:off x="721570" y="365520"/>
              <a:ext cx="19034" cy="26609"/>
            </a:xfrm>
            <a:prstGeom prst="rect">
              <a:avLst/>
            </a:prstGeom>
            <a:solidFill>
              <a:srgbClr val="D3DEE8"/>
            </a:solidFill>
            <a:ln>
              <a:noFill/>
            </a:ln>
          </p:spPr>
        </p:sp>
        <p:sp>
          <p:nvSpPr>
            <p:cNvPr id="5390" name="Heatmap cell r14 c40"/>
            <p:cNvSpPr/>
            <p:nvPr/>
          </p:nvSpPr>
          <p:spPr>
            <a:xfrm>
              <a:off x="740508" y="365520"/>
              <a:ext cx="17140" cy="26609"/>
            </a:xfrm>
            <a:prstGeom prst="rect">
              <a:avLst/>
            </a:prstGeom>
            <a:solidFill>
              <a:srgbClr val="DCE3EB"/>
            </a:solidFill>
            <a:ln>
              <a:noFill/>
            </a:ln>
          </p:spPr>
        </p:sp>
        <p:sp>
          <p:nvSpPr>
            <p:cNvPr id="5391" name="Heatmap cell r14 c41"/>
            <p:cNvSpPr/>
            <p:nvPr/>
          </p:nvSpPr>
          <p:spPr>
            <a:xfrm>
              <a:off x="757553" y="365520"/>
              <a:ext cx="19034" cy="26609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5392" name="Heatmap cell r14 c42"/>
            <p:cNvSpPr/>
            <p:nvPr/>
          </p:nvSpPr>
          <p:spPr>
            <a:xfrm>
              <a:off x="776492" y="365520"/>
              <a:ext cx="17140" cy="26609"/>
            </a:xfrm>
            <a:prstGeom prst="rect">
              <a:avLst/>
            </a:prstGeom>
            <a:solidFill>
              <a:srgbClr val="F0F4F7"/>
            </a:solidFill>
            <a:ln>
              <a:noFill/>
            </a:ln>
          </p:spPr>
        </p:sp>
        <p:sp>
          <p:nvSpPr>
            <p:cNvPr id="5393" name="Heatmap cell r14 c43"/>
            <p:cNvSpPr/>
            <p:nvPr/>
          </p:nvSpPr>
          <p:spPr>
            <a:xfrm>
              <a:off x="793537" y="365520"/>
              <a:ext cx="19034" cy="26609"/>
            </a:xfrm>
            <a:prstGeom prst="rect">
              <a:avLst/>
            </a:prstGeom>
            <a:solidFill>
              <a:srgbClr val="D5DFEA"/>
            </a:solidFill>
            <a:ln>
              <a:noFill/>
            </a:ln>
          </p:spPr>
        </p:sp>
        <p:sp>
          <p:nvSpPr>
            <p:cNvPr id="5394" name="Heatmap cell r14 c44"/>
            <p:cNvSpPr/>
            <p:nvPr/>
          </p:nvSpPr>
          <p:spPr>
            <a:xfrm>
              <a:off x="812476" y="365520"/>
              <a:ext cx="17140" cy="26609"/>
            </a:xfrm>
            <a:prstGeom prst="rect">
              <a:avLst/>
            </a:prstGeom>
            <a:solidFill>
              <a:srgbClr val="F8E4E7"/>
            </a:solidFill>
            <a:ln>
              <a:noFill/>
            </a:ln>
          </p:spPr>
        </p:sp>
        <p:sp>
          <p:nvSpPr>
            <p:cNvPr id="5395" name="Heatmap cell r14 c45"/>
            <p:cNvSpPr/>
            <p:nvPr/>
          </p:nvSpPr>
          <p:spPr>
            <a:xfrm>
              <a:off x="829521" y="365520"/>
              <a:ext cx="19034" cy="26609"/>
            </a:xfrm>
            <a:prstGeom prst="rect">
              <a:avLst/>
            </a:prstGeom>
            <a:solidFill>
              <a:srgbClr val="F7D3D6"/>
            </a:solidFill>
            <a:ln>
              <a:noFill/>
            </a:ln>
          </p:spPr>
        </p:sp>
        <p:sp>
          <p:nvSpPr>
            <p:cNvPr id="5396" name="Heatmap cell r14 c46"/>
            <p:cNvSpPr/>
            <p:nvPr/>
          </p:nvSpPr>
          <p:spPr>
            <a:xfrm>
              <a:off x="848460" y="365520"/>
              <a:ext cx="17140" cy="26609"/>
            </a:xfrm>
            <a:prstGeom prst="rect">
              <a:avLst/>
            </a:prstGeom>
            <a:solidFill>
              <a:srgbClr val="FBF5F5"/>
            </a:solidFill>
            <a:ln>
              <a:noFill/>
            </a:ln>
          </p:spPr>
        </p:sp>
        <p:sp>
          <p:nvSpPr>
            <p:cNvPr id="5397" name="Heatmap cell r14 c47"/>
            <p:cNvSpPr/>
            <p:nvPr/>
          </p:nvSpPr>
          <p:spPr>
            <a:xfrm>
              <a:off x="865505" y="365520"/>
              <a:ext cx="19034" cy="26609"/>
            </a:xfrm>
            <a:prstGeom prst="rect">
              <a:avLst/>
            </a:prstGeom>
            <a:solidFill>
              <a:srgbClr val="C5D2DF"/>
            </a:solidFill>
            <a:ln>
              <a:noFill/>
            </a:ln>
          </p:spPr>
        </p:sp>
        <p:sp>
          <p:nvSpPr>
            <p:cNvPr id="5398" name="Heatmap cell r14 c48"/>
            <p:cNvSpPr/>
            <p:nvPr/>
          </p:nvSpPr>
          <p:spPr>
            <a:xfrm>
              <a:off x="884444" y="365520"/>
              <a:ext cx="19034" cy="26609"/>
            </a:xfrm>
            <a:prstGeom prst="rect">
              <a:avLst/>
            </a:prstGeom>
            <a:solidFill>
              <a:srgbClr val="FBF1F3"/>
            </a:solidFill>
            <a:ln>
              <a:noFill/>
            </a:ln>
          </p:spPr>
        </p:sp>
        <p:sp>
          <p:nvSpPr>
            <p:cNvPr id="5399" name="Heatmap cell r14 c49"/>
            <p:cNvSpPr/>
            <p:nvPr/>
          </p:nvSpPr>
          <p:spPr>
            <a:xfrm>
              <a:off x="903382" y="365520"/>
              <a:ext cx="17140" cy="26609"/>
            </a:xfrm>
            <a:prstGeom prst="rect">
              <a:avLst/>
            </a:prstGeom>
            <a:solidFill>
              <a:srgbClr val="C8D5E2"/>
            </a:solidFill>
            <a:ln>
              <a:noFill/>
            </a:ln>
          </p:spPr>
        </p:sp>
        <p:sp>
          <p:nvSpPr>
            <p:cNvPr id="5400" name="Heatmap cell r14 c50"/>
            <p:cNvSpPr/>
            <p:nvPr/>
          </p:nvSpPr>
          <p:spPr>
            <a:xfrm>
              <a:off x="920427" y="365520"/>
              <a:ext cx="19034" cy="26609"/>
            </a:xfrm>
            <a:prstGeom prst="rect">
              <a:avLst/>
            </a:prstGeom>
            <a:solidFill>
              <a:srgbClr val="EBF0F6"/>
            </a:solidFill>
            <a:ln>
              <a:noFill/>
            </a:ln>
          </p:spPr>
        </p:sp>
        <p:sp>
          <p:nvSpPr>
            <p:cNvPr id="5401" name="Heatmap cell r14 c51"/>
            <p:cNvSpPr/>
            <p:nvPr/>
          </p:nvSpPr>
          <p:spPr>
            <a:xfrm>
              <a:off x="939366" y="365520"/>
              <a:ext cx="17140" cy="26609"/>
            </a:xfrm>
            <a:prstGeom prst="rect">
              <a:avLst/>
            </a:prstGeom>
            <a:solidFill>
              <a:srgbClr val="9CB4CA"/>
            </a:solidFill>
            <a:ln>
              <a:noFill/>
            </a:ln>
          </p:spPr>
        </p:sp>
        <p:sp>
          <p:nvSpPr>
            <p:cNvPr id="5402" name="Heatmap cell r14 c52"/>
            <p:cNvSpPr/>
            <p:nvPr/>
          </p:nvSpPr>
          <p:spPr>
            <a:xfrm>
              <a:off x="956411" y="365520"/>
              <a:ext cx="19034" cy="26609"/>
            </a:xfrm>
            <a:prstGeom prst="rect">
              <a:avLst/>
            </a:prstGeom>
            <a:solidFill>
              <a:srgbClr val="7B9BB9"/>
            </a:solidFill>
            <a:ln>
              <a:noFill/>
            </a:ln>
          </p:spPr>
        </p:sp>
        <p:sp>
          <p:nvSpPr>
            <p:cNvPr id="5403" name="Heatmap cell r14 c54"/>
            <p:cNvSpPr/>
            <p:nvPr/>
          </p:nvSpPr>
          <p:spPr>
            <a:xfrm>
              <a:off x="992395" y="365520"/>
              <a:ext cx="19034" cy="26609"/>
            </a:xfrm>
            <a:prstGeom prst="rect">
              <a:avLst/>
            </a:prstGeom>
            <a:solidFill>
              <a:srgbClr val="FDF9FA"/>
            </a:solidFill>
            <a:ln>
              <a:noFill/>
            </a:ln>
          </p:spPr>
        </p:sp>
        <p:sp>
          <p:nvSpPr>
            <p:cNvPr id="5404" name="Heatmap cell r14 c55"/>
            <p:cNvSpPr/>
            <p:nvPr/>
          </p:nvSpPr>
          <p:spPr>
            <a:xfrm>
              <a:off x="1011334" y="365520"/>
              <a:ext cx="17140" cy="26609"/>
            </a:xfrm>
            <a:prstGeom prst="rect">
              <a:avLst/>
            </a:prstGeom>
            <a:solidFill>
              <a:srgbClr val="CFDBE6"/>
            </a:solidFill>
            <a:ln>
              <a:noFill/>
            </a:ln>
          </p:spPr>
        </p:sp>
        <p:sp>
          <p:nvSpPr>
            <p:cNvPr id="5405" name="Heatmap cell r14 c56"/>
            <p:cNvSpPr/>
            <p:nvPr/>
          </p:nvSpPr>
          <p:spPr>
            <a:xfrm>
              <a:off x="1028379" y="365520"/>
              <a:ext cx="19034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5406" name="Heatmap cell r14 c57"/>
            <p:cNvSpPr/>
            <p:nvPr/>
          </p:nvSpPr>
          <p:spPr>
            <a:xfrm>
              <a:off x="1047318" y="365520"/>
              <a:ext cx="17140" cy="26609"/>
            </a:xfrm>
            <a:prstGeom prst="rect">
              <a:avLst/>
            </a:prstGeom>
            <a:solidFill>
              <a:srgbClr val="9EB5CC"/>
            </a:solidFill>
            <a:ln>
              <a:noFill/>
            </a:ln>
          </p:spPr>
        </p:sp>
        <p:sp>
          <p:nvSpPr>
            <p:cNvPr id="5407" name="Heatmap cell r14 c58"/>
            <p:cNvSpPr/>
            <p:nvPr/>
          </p:nvSpPr>
          <p:spPr>
            <a:xfrm>
              <a:off x="1064363" y="365520"/>
              <a:ext cx="19034" cy="26609"/>
            </a:xfrm>
            <a:prstGeom prst="rect">
              <a:avLst/>
            </a:prstGeom>
            <a:solidFill>
              <a:srgbClr val="EDF1F7"/>
            </a:solidFill>
            <a:ln>
              <a:noFill/>
            </a:ln>
          </p:spPr>
        </p:sp>
        <p:sp>
          <p:nvSpPr>
            <p:cNvPr id="5408" name="Heatmap cell r14 c59"/>
            <p:cNvSpPr/>
            <p:nvPr/>
          </p:nvSpPr>
          <p:spPr>
            <a:xfrm>
              <a:off x="1083301" y="365520"/>
              <a:ext cx="17140" cy="26609"/>
            </a:xfrm>
            <a:prstGeom prst="rect">
              <a:avLst/>
            </a:prstGeom>
            <a:solidFill>
              <a:srgbClr val="D2DDE7"/>
            </a:solidFill>
            <a:ln>
              <a:noFill/>
            </a:ln>
          </p:spPr>
        </p:sp>
        <p:sp>
          <p:nvSpPr>
            <p:cNvPr id="5409" name="Heatmap cell r14 c62"/>
            <p:cNvSpPr/>
            <p:nvPr/>
          </p:nvSpPr>
          <p:spPr>
            <a:xfrm>
              <a:off x="1138224" y="365520"/>
              <a:ext cx="17140" cy="26609"/>
            </a:xfrm>
            <a:prstGeom prst="rect">
              <a:avLst/>
            </a:prstGeom>
            <a:solidFill>
              <a:srgbClr val="FBF1F3"/>
            </a:solidFill>
            <a:ln>
              <a:noFill/>
            </a:ln>
          </p:spPr>
        </p:sp>
        <p:sp>
          <p:nvSpPr>
            <p:cNvPr id="5410" name="Heatmap cell r14 c63"/>
            <p:cNvSpPr/>
            <p:nvPr/>
          </p:nvSpPr>
          <p:spPr>
            <a:xfrm>
              <a:off x="1155269" y="365520"/>
              <a:ext cx="19034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5411" name="Heatmap cell r14 c64"/>
            <p:cNvSpPr/>
            <p:nvPr/>
          </p:nvSpPr>
          <p:spPr>
            <a:xfrm>
              <a:off x="1174208" y="365520"/>
              <a:ext cx="17140" cy="26609"/>
            </a:xfrm>
            <a:prstGeom prst="rect">
              <a:avLst/>
            </a:prstGeom>
            <a:solidFill>
              <a:srgbClr val="D3DEE8"/>
            </a:solidFill>
            <a:ln>
              <a:noFill/>
            </a:ln>
          </p:spPr>
        </p:sp>
        <p:sp>
          <p:nvSpPr>
            <p:cNvPr id="5412" name="Heatmap cell r14 c65"/>
            <p:cNvSpPr/>
            <p:nvPr/>
          </p:nvSpPr>
          <p:spPr>
            <a:xfrm>
              <a:off x="1191253" y="365520"/>
              <a:ext cx="19034" cy="26609"/>
            </a:xfrm>
            <a:prstGeom prst="rect">
              <a:avLst/>
            </a:prstGeom>
            <a:solidFill>
              <a:srgbClr val="D6434F"/>
            </a:solidFill>
            <a:ln>
              <a:noFill/>
            </a:ln>
          </p:spPr>
        </p:sp>
        <p:sp>
          <p:nvSpPr>
            <p:cNvPr id="5413" name="Heatmap cell r14 c66"/>
            <p:cNvSpPr/>
            <p:nvPr/>
          </p:nvSpPr>
          <p:spPr>
            <a:xfrm>
              <a:off x="1210192" y="365520"/>
              <a:ext cx="17140" cy="26609"/>
            </a:xfrm>
            <a:prstGeom prst="rect">
              <a:avLst/>
            </a:prstGeom>
            <a:solidFill>
              <a:srgbClr val="799AB8"/>
            </a:solidFill>
            <a:ln>
              <a:noFill/>
            </a:ln>
          </p:spPr>
        </p:sp>
        <p:sp>
          <p:nvSpPr>
            <p:cNvPr id="5414" name="Heatmap cell r14 c67"/>
            <p:cNvSpPr/>
            <p:nvPr/>
          </p:nvSpPr>
          <p:spPr>
            <a:xfrm>
              <a:off x="1227236" y="365520"/>
              <a:ext cx="19034" cy="26609"/>
            </a:xfrm>
            <a:prstGeom prst="rect">
              <a:avLst/>
            </a:prstGeom>
            <a:solidFill>
              <a:srgbClr val="D6E0EA"/>
            </a:solidFill>
            <a:ln>
              <a:noFill/>
            </a:ln>
          </p:spPr>
        </p:sp>
        <p:sp>
          <p:nvSpPr>
            <p:cNvPr id="5415" name="Heatmap cell r14 c68"/>
            <p:cNvSpPr/>
            <p:nvPr/>
          </p:nvSpPr>
          <p:spPr>
            <a:xfrm>
              <a:off x="1246175" y="365520"/>
              <a:ext cx="17140" cy="26609"/>
            </a:xfrm>
            <a:prstGeom prst="rect">
              <a:avLst/>
            </a:prstGeom>
            <a:solidFill>
              <a:srgbClr val="BFCFDF"/>
            </a:solidFill>
            <a:ln>
              <a:noFill/>
            </a:ln>
          </p:spPr>
        </p:sp>
        <p:sp>
          <p:nvSpPr>
            <p:cNvPr id="5416" name="Heatmap cell r14 c69"/>
            <p:cNvSpPr/>
            <p:nvPr/>
          </p:nvSpPr>
          <p:spPr>
            <a:xfrm>
              <a:off x="1263220" y="365520"/>
              <a:ext cx="19034" cy="26609"/>
            </a:xfrm>
            <a:prstGeom prst="rect">
              <a:avLst/>
            </a:prstGeom>
            <a:solidFill>
              <a:srgbClr val="F6D6DA"/>
            </a:solidFill>
            <a:ln>
              <a:noFill/>
            </a:ln>
          </p:spPr>
        </p:sp>
        <p:sp>
          <p:nvSpPr>
            <p:cNvPr id="5417" name="Heatmap cell r14 c70"/>
            <p:cNvSpPr/>
            <p:nvPr/>
          </p:nvSpPr>
          <p:spPr>
            <a:xfrm>
              <a:off x="1282159" y="365520"/>
              <a:ext cx="17140" cy="26609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5418" name="Heatmap cell r14 c71"/>
            <p:cNvSpPr/>
            <p:nvPr/>
          </p:nvSpPr>
          <p:spPr>
            <a:xfrm>
              <a:off x="1299204" y="365520"/>
              <a:ext cx="19034" cy="26609"/>
            </a:xfrm>
            <a:prstGeom prst="rect">
              <a:avLst/>
            </a:prstGeom>
            <a:solidFill>
              <a:srgbClr val="91ACC5"/>
            </a:solidFill>
            <a:ln>
              <a:noFill/>
            </a:ln>
          </p:spPr>
        </p:sp>
        <p:sp>
          <p:nvSpPr>
            <p:cNvPr id="5419" name="Heatmap cell r14 c72"/>
            <p:cNvSpPr/>
            <p:nvPr/>
          </p:nvSpPr>
          <p:spPr>
            <a:xfrm>
              <a:off x="1318143" y="365520"/>
              <a:ext cx="17140" cy="26609"/>
            </a:xfrm>
            <a:prstGeom prst="rect">
              <a:avLst/>
            </a:prstGeom>
            <a:solidFill>
              <a:srgbClr val="F8DDDF"/>
            </a:solidFill>
            <a:ln>
              <a:noFill/>
            </a:ln>
          </p:spPr>
        </p:sp>
        <p:sp>
          <p:nvSpPr>
            <p:cNvPr id="5420" name="Heatmap cell r14 c73"/>
            <p:cNvSpPr/>
            <p:nvPr/>
          </p:nvSpPr>
          <p:spPr>
            <a:xfrm>
              <a:off x="1335188" y="365520"/>
              <a:ext cx="19034" cy="26609"/>
            </a:xfrm>
            <a:prstGeom prst="rect">
              <a:avLst/>
            </a:prstGeom>
            <a:solidFill>
              <a:srgbClr val="D4DFE9"/>
            </a:solidFill>
            <a:ln>
              <a:noFill/>
            </a:ln>
          </p:spPr>
        </p:sp>
        <p:sp>
          <p:nvSpPr>
            <p:cNvPr id="5421" name="Heatmap cell r14 c74"/>
            <p:cNvSpPr/>
            <p:nvPr/>
          </p:nvSpPr>
          <p:spPr>
            <a:xfrm>
              <a:off x="1354127" y="365520"/>
              <a:ext cx="17140" cy="26609"/>
            </a:xfrm>
            <a:prstGeom prst="rect">
              <a:avLst/>
            </a:prstGeom>
            <a:solidFill>
              <a:srgbClr val="FBF0F1"/>
            </a:solidFill>
            <a:ln>
              <a:noFill/>
            </a:ln>
          </p:spPr>
        </p:sp>
        <p:sp>
          <p:nvSpPr>
            <p:cNvPr id="5422" name="Heatmap cell r14 c75"/>
            <p:cNvSpPr/>
            <p:nvPr/>
          </p:nvSpPr>
          <p:spPr>
            <a:xfrm>
              <a:off x="1371172" y="365520"/>
              <a:ext cx="19034" cy="26609"/>
            </a:xfrm>
            <a:prstGeom prst="rect">
              <a:avLst/>
            </a:prstGeom>
            <a:solidFill>
              <a:srgbClr val="F0F4F7"/>
            </a:solidFill>
            <a:ln>
              <a:noFill/>
            </a:ln>
          </p:spPr>
        </p:sp>
        <p:sp>
          <p:nvSpPr>
            <p:cNvPr id="5423" name="Heatmap cell r14 c76"/>
            <p:cNvSpPr/>
            <p:nvPr/>
          </p:nvSpPr>
          <p:spPr>
            <a:xfrm>
              <a:off x="1390110" y="365520"/>
              <a:ext cx="19034" cy="26609"/>
            </a:xfrm>
            <a:prstGeom prst="rect">
              <a:avLst/>
            </a:prstGeom>
            <a:solidFill>
              <a:srgbClr val="EFB8BD"/>
            </a:solidFill>
            <a:ln>
              <a:noFill/>
            </a:ln>
          </p:spPr>
        </p:sp>
        <p:sp>
          <p:nvSpPr>
            <p:cNvPr id="5424" name="Heatmap cell r14 c77"/>
            <p:cNvSpPr/>
            <p:nvPr/>
          </p:nvSpPr>
          <p:spPr>
            <a:xfrm>
              <a:off x="1409049" y="365520"/>
              <a:ext cx="17140" cy="26609"/>
            </a:xfrm>
            <a:prstGeom prst="rect">
              <a:avLst/>
            </a:prstGeom>
            <a:solidFill>
              <a:srgbClr val="F0F5F8"/>
            </a:solidFill>
            <a:ln>
              <a:noFill/>
            </a:ln>
          </p:spPr>
        </p:sp>
        <p:sp>
          <p:nvSpPr>
            <p:cNvPr id="5425" name="Heatmap cell r14 c78"/>
            <p:cNvSpPr/>
            <p:nvPr/>
          </p:nvSpPr>
          <p:spPr>
            <a:xfrm>
              <a:off x="1426094" y="365520"/>
              <a:ext cx="19034" cy="26609"/>
            </a:xfrm>
            <a:prstGeom prst="rect">
              <a:avLst/>
            </a:prstGeom>
            <a:solidFill>
              <a:srgbClr val="BBCCDC"/>
            </a:solidFill>
            <a:ln>
              <a:noFill/>
            </a:ln>
          </p:spPr>
        </p:sp>
        <p:sp>
          <p:nvSpPr>
            <p:cNvPr id="5426" name="Heatmap cell r14 c80"/>
            <p:cNvSpPr/>
            <p:nvPr/>
          </p:nvSpPr>
          <p:spPr>
            <a:xfrm>
              <a:off x="1462078" y="365520"/>
              <a:ext cx="19034" cy="26609"/>
            </a:xfrm>
            <a:prstGeom prst="rect">
              <a:avLst/>
            </a:prstGeom>
            <a:solidFill>
              <a:srgbClr val="CFDBE6"/>
            </a:solidFill>
            <a:ln>
              <a:noFill/>
            </a:ln>
          </p:spPr>
        </p:sp>
        <p:sp>
          <p:nvSpPr>
            <p:cNvPr id="5427" name="Heatmap cell r14 c81"/>
            <p:cNvSpPr/>
            <p:nvPr/>
          </p:nvSpPr>
          <p:spPr>
            <a:xfrm>
              <a:off x="1481017" y="365520"/>
              <a:ext cx="17140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5428" name="Heatmap cell r14 c82"/>
            <p:cNvSpPr/>
            <p:nvPr/>
          </p:nvSpPr>
          <p:spPr>
            <a:xfrm>
              <a:off x="1498062" y="365520"/>
              <a:ext cx="19034" cy="26609"/>
            </a:xfrm>
            <a:prstGeom prst="rect">
              <a:avLst/>
            </a:prstGeom>
            <a:solidFill>
              <a:srgbClr val="F1C0C4"/>
            </a:solidFill>
            <a:ln>
              <a:noFill/>
            </a:ln>
          </p:spPr>
        </p:sp>
        <p:sp>
          <p:nvSpPr>
            <p:cNvPr id="5429" name="Heatmap cell r14 c83"/>
            <p:cNvSpPr/>
            <p:nvPr/>
          </p:nvSpPr>
          <p:spPr>
            <a:xfrm>
              <a:off x="1517001" y="365520"/>
              <a:ext cx="17140" cy="26609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5430" name="Heatmap cell r14 c84"/>
            <p:cNvSpPr/>
            <p:nvPr/>
          </p:nvSpPr>
          <p:spPr>
            <a:xfrm>
              <a:off x="1534046" y="365520"/>
              <a:ext cx="19034" cy="26609"/>
            </a:xfrm>
            <a:prstGeom prst="rect">
              <a:avLst/>
            </a:prstGeom>
            <a:solidFill>
              <a:srgbClr val="BBCCDC"/>
            </a:solidFill>
            <a:ln>
              <a:noFill/>
            </a:ln>
          </p:spPr>
        </p:sp>
        <p:sp>
          <p:nvSpPr>
            <p:cNvPr id="5431" name="Heatmap cell r14 c85"/>
            <p:cNvSpPr/>
            <p:nvPr/>
          </p:nvSpPr>
          <p:spPr>
            <a:xfrm>
              <a:off x="1552984" y="365520"/>
              <a:ext cx="17140" cy="26609"/>
            </a:xfrm>
            <a:prstGeom prst="rect">
              <a:avLst/>
            </a:prstGeom>
            <a:solidFill>
              <a:srgbClr val="E4EBEF"/>
            </a:solidFill>
            <a:ln>
              <a:noFill/>
            </a:ln>
          </p:spPr>
        </p:sp>
        <p:sp>
          <p:nvSpPr>
            <p:cNvPr id="5432" name="Heatmap cell r14 c86"/>
            <p:cNvSpPr/>
            <p:nvPr/>
          </p:nvSpPr>
          <p:spPr>
            <a:xfrm>
              <a:off x="1570029" y="365520"/>
              <a:ext cx="19034" cy="26609"/>
            </a:xfrm>
            <a:prstGeom prst="rect">
              <a:avLst/>
            </a:prstGeom>
            <a:solidFill>
              <a:srgbClr val="DBE3EB"/>
            </a:solidFill>
            <a:ln>
              <a:noFill/>
            </a:ln>
          </p:spPr>
        </p:sp>
        <p:sp>
          <p:nvSpPr>
            <p:cNvPr id="5433" name="Heatmap cell r14 c87"/>
            <p:cNvSpPr/>
            <p:nvPr/>
          </p:nvSpPr>
          <p:spPr>
            <a:xfrm>
              <a:off x="1588968" y="365520"/>
              <a:ext cx="17140" cy="26609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5434" name="Heatmap cell r14 c88"/>
            <p:cNvSpPr/>
            <p:nvPr/>
          </p:nvSpPr>
          <p:spPr>
            <a:xfrm>
              <a:off x="1606013" y="365520"/>
              <a:ext cx="19034" cy="26609"/>
            </a:xfrm>
            <a:prstGeom prst="rect">
              <a:avLst/>
            </a:prstGeom>
            <a:solidFill>
              <a:srgbClr val="D5DFE9"/>
            </a:solidFill>
            <a:ln>
              <a:noFill/>
            </a:ln>
          </p:spPr>
        </p:sp>
        <p:sp>
          <p:nvSpPr>
            <p:cNvPr id="5435" name="Heatmap cell r14 c90"/>
            <p:cNvSpPr/>
            <p:nvPr/>
          </p:nvSpPr>
          <p:spPr>
            <a:xfrm>
              <a:off x="1643891" y="365520"/>
              <a:ext cx="17140" cy="26609"/>
            </a:xfrm>
            <a:prstGeom prst="rect">
              <a:avLst/>
            </a:prstGeom>
            <a:solidFill>
              <a:srgbClr val="F9E7E8"/>
            </a:solidFill>
            <a:ln>
              <a:noFill/>
            </a:ln>
          </p:spPr>
        </p:sp>
        <p:sp>
          <p:nvSpPr>
            <p:cNvPr id="5436" name="Heatmap cell r14 c91"/>
            <p:cNvSpPr/>
            <p:nvPr/>
          </p:nvSpPr>
          <p:spPr>
            <a:xfrm>
              <a:off x="1660936" y="365520"/>
              <a:ext cx="19034" cy="26609"/>
            </a:xfrm>
            <a:prstGeom prst="rect">
              <a:avLst/>
            </a:prstGeom>
            <a:solidFill>
              <a:srgbClr val="E2EAEF"/>
            </a:solidFill>
            <a:ln>
              <a:noFill/>
            </a:ln>
          </p:spPr>
        </p:sp>
        <p:sp>
          <p:nvSpPr>
            <p:cNvPr id="5437" name="Heatmap cell r14 c92"/>
            <p:cNvSpPr/>
            <p:nvPr/>
          </p:nvSpPr>
          <p:spPr>
            <a:xfrm>
              <a:off x="1679875" y="365520"/>
              <a:ext cx="17140" cy="26609"/>
            </a:xfrm>
            <a:prstGeom prst="rect">
              <a:avLst/>
            </a:prstGeom>
            <a:solidFill>
              <a:srgbClr val="E9959D"/>
            </a:solidFill>
            <a:ln>
              <a:noFill/>
            </a:ln>
          </p:spPr>
        </p:sp>
        <p:sp>
          <p:nvSpPr>
            <p:cNvPr id="5438" name="Heatmap cell r14 c93"/>
            <p:cNvSpPr/>
            <p:nvPr/>
          </p:nvSpPr>
          <p:spPr>
            <a:xfrm>
              <a:off x="1696920" y="365520"/>
              <a:ext cx="19034" cy="26609"/>
            </a:xfrm>
            <a:prstGeom prst="rect">
              <a:avLst/>
            </a:prstGeom>
            <a:solidFill>
              <a:srgbClr val="E9939B"/>
            </a:solidFill>
            <a:ln>
              <a:noFill/>
            </a:ln>
          </p:spPr>
        </p:sp>
        <p:sp>
          <p:nvSpPr>
            <p:cNvPr id="5439" name="Heatmap cell r14 c94"/>
            <p:cNvSpPr/>
            <p:nvPr/>
          </p:nvSpPr>
          <p:spPr>
            <a:xfrm>
              <a:off x="1715858" y="365520"/>
              <a:ext cx="17140" cy="26609"/>
            </a:xfrm>
            <a:prstGeom prst="rect">
              <a:avLst/>
            </a:prstGeom>
            <a:solidFill>
              <a:srgbClr val="F7DADC"/>
            </a:solidFill>
            <a:ln>
              <a:noFill/>
            </a:ln>
          </p:spPr>
        </p:sp>
        <p:sp>
          <p:nvSpPr>
            <p:cNvPr id="5440" name="Heatmap cell r14 c95"/>
            <p:cNvSpPr/>
            <p:nvPr/>
          </p:nvSpPr>
          <p:spPr>
            <a:xfrm>
              <a:off x="1732903" y="365520"/>
              <a:ext cx="19034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5441" name="Heatmap cell r14 c96"/>
            <p:cNvSpPr/>
            <p:nvPr/>
          </p:nvSpPr>
          <p:spPr>
            <a:xfrm>
              <a:off x="1751842" y="365520"/>
              <a:ext cx="17140" cy="26609"/>
            </a:xfrm>
            <a:prstGeom prst="rect">
              <a:avLst/>
            </a:prstGeom>
            <a:solidFill>
              <a:srgbClr val="D5DFEA"/>
            </a:solidFill>
            <a:ln>
              <a:noFill/>
            </a:ln>
          </p:spPr>
        </p:sp>
        <p:sp>
          <p:nvSpPr>
            <p:cNvPr id="5442" name="Heatmap cell r14 c97"/>
            <p:cNvSpPr/>
            <p:nvPr/>
          </p:nvSpPr>
          <p:spPr>
            <a:xfrm>
              <a:off x="1768887" y="365520"/>
              <a:ext cx="19034" cy="26609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5443" name="Heatmap cell r14 c98"/>
            <p:cNvSpPr/>
            <p:nvPr/>
          </p:nvSpPr>
          <p:spPr>
            <a:xfrm>
              <a:off x="1787826" y="365520"/>
              <a:ext cx="17140" cy="26609"/>
            </a:xfrm>
            <a:prstGeom prst="rect">
              <a:avLst/>
            </a:prstGeom>
            <a:solidFill>
              <a:srgbClr val="EBA3AA"/>
            </a:solidFill>
            <a:ln>
              <a:noFill/>
            </a:ln>
          </p:spPr>
        </p:sp>
        <p:sp>
          <p:nvSpPr>
            <p:cNvPr id="5444" name="Heatmap cell r14 c99"/>
            <p:cNvSpPr/>
            <p:nvPr/>
          </p:nvSpPr>
          <p:spPr>
            <a:xfrm>
              <a:off x="1804871" y="365520"/>
              <a:ext cx="19034" cy="26609"/>
            </a:xfrm>
            <a:prstGeom prst="rect">
              <a:avLst/>
            </a:prstGeom>
            <a:solidFill>
              <a:srgbClr val="DFE7ED"/>
            </a:solidFill>
            <a:ln>
              <a:noFill/>
            </a:ln>
          </p:spPr>
        </p:sp>
        <p:sp>
          <p:nvSpPr>
            <p:cNvPr id="5445" name="Heatmap cell r14 c100"/>
            <p:cNvSpPr/>
            <p:nvPr/>
          </p:nvSpPr>
          <p:spPr>
            <a:xfrm>
              <a:off x="1823810" y="365520"/>
              <a:ext cx="17140" cy="26609"/>
            </a:xfrm>
            <a:prstGeom prst="rect">
              <a:avLst/>
            </a:prstGeom>
            <a:solidFill>
              <a:srgbClr val="F6D4D7"/>
            </a:solidFill>
            <a:ln>
              <a:noFill/>
            </a:ln>
          </p:spPr>
        </p:sp>
        <p:sp>
          <p:nvSpPr>
            <p:cNvPr id="5446" name="Heatmap cell r14 c101"/>
            <p:cNvSpPr/>
            <p:nvPr/>
          </p:nvSpPr>
          <p:spPr>
            <a:xfrm>
              <a:off x="1840855" y="365520"/>
              <a:ext cx="19034" cy="26609"/>
            </a:xfrm>
            <a:prstGeom prst="rect">
              <a:avLst/>
            </a:prstGeom>
            <a:solidFill>
              <a:srgbClr val="FCF8F9"/>
            </a:solidFill>
            <a:ln>
              <a:noFill/>
            </a:ln>
          </p:spPr>
        </p:sp>
        <p:sp>
          <p:nvSpPr>
            <p:cNvPr id="5447" name="Heatmap cell r14 c102"/>
            <p:cNvSpPr/>
            <p:nvPr/>
          </p:nvSpPr>
          <p:spPr>
            <a:xfrm>
              <a:off x="1859794" y="365520"/>
              <a:ext cx="19034" cy="26609"/>
            </a:xfrm>
            <a:prstGeom prst="rect">
              <a:avLst/>
            </a:prstGeom>
            <a:solidFill>
              <a:srgbClr val="F8DDDF"/>
            </a:solidFill>
            <a:ln>
              <a:noFill/>
            </a:ln>
          </p:spPr>
        </p:sp>
        <p:sp>
          <p:nvSpPr>
            <p:cNvPr id="5448" name="Heatmap cell r14 c103"/>
            <p:cNvSpPr/>
            <p:nvPr/>
          </p:nvSpPr>
          <p:spPr>
            <a:xfrm>
              <a:off x="1878732" y="365520"/>
              <a:ext cx="17140" cy="26609"/>
            </a:xfrm>
            <a:prstGeom prst="rect">
              <a:avLst/>
            </a:prstGeom>
            <a:solidFill>
              <a:srgbClr val="EB9FA6"/>
            </a:solidFill>
            <a:ln>
              <a:noFill/>
            </a:ln>
          </p:spPr>
        </p:sp>
        <p:sp>
          <p:nvSpPr>
            <p:cNvPr id="5449" name="Heatmap cell r14 c104"/>
            <p:cNvSpPr/>
            <p:nvPr/>
          </p:nvSpPr>
          <p:spPr>
            <a:xfrm>
              <a:off x="1895777" y="365520"/>
              <a:ext cx="19034" cy="26609"/>
            </a:xfrm>
            <a:prstGeom prst="rect">
              <a:avLst/>
            </a:prstGeom>
            <a:solidFill>
              <a:srgbClr val="B4C5D6"/>
            </a:solidFill>
            <a:ln>
              <a:noFill/>
            </a:ln>
          </p:spPr>
        </p:sp>
        <p:sp>
          <p:nvSpPr>
            <p:cNvPr id="5450" name="Heatmap cell r14 c105"/>
            <p:cNvSpPr/>
            <p:nvPr/>
          </p:nvSpPr>
          <p:spPr>
            <a:xfrm>
              <a:off x="1914716" y="365520"/>
              <a:ext cx="17140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5451" name="Heatmap cell r14 c106"/>
            <p:cNvSpPr/>
            <p:nvPr/>
          </p:nvSpPr>
          <p:spPr>
            <a:xfrm>
              <a:off x="1931761" y="365520"/>
              <a:ext cx="19034" cy="26609"/>
            </a:xfrm>
            <a:prstGeom prst="rect">
              <a:avLst/>
            </a:prstGeom>
            <a:solidFill>
              <a:srgbClr val="809FBC"/>
            </a:solidFill>
            <a:ln>
              <a:noFill/>
            </a:ln>
          </p:spPr>
        </p:sp>
        <p:sp>
          <p:nvSpPr>
            <p:cNvPr id="5452" name="Heatmap cell r14 c107"/>
            <p:cNvSpPr/>
            <p:nvPr/>
          </p:nvSpPr>
          <p:spPr>
            <a:xfrm>
              <a:off x="1950700" y="365520"/>
              <a:ext cx="17140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5453" name="Heatmap cell r14 c108"/>
            <p:cNvSpPr/>
            <p:nvPr/>
          </p:nvSpPr>
          <p:spPr>
            <a:xfrm>
              <a:off x="1967745" y="365520"/>
              <a:ext cx="19034" cy="26609"/>
            </a:xfrm>
            <a:prstGeom prst="rect">
              <a:avLst/>
            </a:prstGeom>
            <a:solidFill>
              <a:srgbClr val="C4D2DF"/>
            </a:solidFill>
            <a:ln>
              <a:noFill/>
            </a:ln>
          </p:spPr>
        </p:sp>
        <p:sp>
          <p:nvSpPr>
            <p:cNvPr id="5454" name="Heatmap cell r14 c109"/>
            <p:cNvSpPr/>
            <p:nvPr/>
          </p:nvSpPr>
          <p:spPr>
            <a:xfrm>
              <a:off x="1986684" y="365520"/>
              <a:ext cx="17140" cy="26609"/>
            </a:xfrm>
            <a:prstGeom prst="rect">
              <a:avLst/>
            </a:prstGeom>
            <a:solidFill>
              <a:srgbClr val="EBF0F6"/>
            </a:solidFill>
            <a:ln>
              <a:noFill/>
            </a:ln>
          </p:spPr>
        </p:sp>
        <p:sp>
          <p:nvSpPr>
            <p:cNvPr id="5455" name="Heatmap cell r14 c110"/>
            <p:cNvSpPr/>
            <p:nvPr/>
          </p:nvSpPr>
          <p:spPr>
            <a:xfrm>
              <a:off x="2003729" y="365520"/>
              <a:ext cx="19034" cy="26609"/>
            </a:xfrm>
            <a:prstGeom prst="rect">
              <a:avLst/>
            </a:prstGeom>
            <a:solidFill>
              <a:srgbClr val="CED9E4"/>
            </a:solidFill>
            <a:ln>
              <a:noFill/>
            </a:ln>
          </p:spPr>
        </p:sp>
        <p:sp>
          <p:nvSpPr>
            <p:cNvPr id="5456" name="Heatmap cell r14 c111"/>
            <p:cNvSpPr/>
            <p:nvPr/>
          </p:nvSpPr>
          <p:spPr>
            <a:xfrm>
              <a:off x="2022668" y="365520"/>
              <a:ext cx="17140" cy="26609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5457" name="Heatmap cell r14 c112"/>
            <p:cNvSpPr/>
            <p:nvPr/>
          </p:nvSpPr>
          <p:spPr>
            <a:xfrm>
              <a:off x="2039712" y="365520"/>
              <a:ext cx="19034" cy="26609"/>
            </a:xfrm>
            <a:prstGeom prst="rect">
              <a:avLst/>
            </a:prstGeom>
            <a:solidFill>
              <a:srgbClr val="95AEC7"/>
            </a:solidFill>
            <a:ln>
              <a:noFill/>
            </a:ln>
          </p:spPr>
        </p:sp>
        <p:sp>
          <p:nvSpPr>
            <p:cNvPr id="5458" name="Heatmap cell r14 c113"/>
            <p:cNvSpPr/>
            <p:nvPr/>
          </p:nvSpPr>
          <p:spPr>
            <a:xfrm>
              <a:off x="2058651" y="365520"/>
              <a:ext cx="17140" cy="26609"/>
            </a:xfrm>
            <a:prstGeom prst="rect">
              <a:avLst/>
            </a:prstGeom>
            <a:solidFill>
              <a:srgbClr val="88A4C1"/>
            </a:solidFill>
            <a:ln>
              <a:noFill/>
            </a:ln>
          </p:spPr>
        </p:sp>
        <p:sp>
          <p:nvSpPr>
            <p:cNvPr id="5459" name="Heatmap cell r14 c114"/>
            <p:cNvSpPr/>
            <p:nvPr/>
          </p:nvSpPr>
          <p:spPr>
            <a:xfrm>
              <a:off x="2075696" y="365520"/>
              <a:ext cx="19034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5460" name="Heatmap cell r14 c115"/>
            <p:cNvSpPr/>
            <p:nvPr/>
          </p:nvSpPr>
          <p:spPr>
            <a:xfrm>
              <a:off x="2094635" y="365520"/>
              <a:ext cx="19034" cy="26609"/>
            </a:xfrm>
            <a:prstGeom prst="rect">
              <a:avLst/>
            </a:prstGeom>
            <a:solidFill>
              <a:srgbClr val="F5F7F9"/>
            </a:solidFill>
            <a:ln>
              <a:noFill/>
            </a:ln>
          </p:spPr>
        </p:sp>
        <p:sp>
          <p:nvSpPr>
            <p:cNvPr id="5461" name="Heatmap cell r14 c116"/>
            <p:cNvSpPr/>
            <p:nvPr/>
          </p:nvSpPr>
          <p:spPr>
            <a:xfrm>
              <a:off x="2113574" y="365520"/>
              <a:ext cx="17140" cy="26609"/>
            </a:xfrm>
            <a:prstGeom prst="rect">
              <a:avLst/>
            </a:prstGeom>
            <a:solidFill>
              <a:srgbClr val="C3D1DF"/>
            </a:solidFill>
            <a:ln>
              <a:noFill/>
            </a:ln>
          </p:spPr>
        </p:sp>
        <p:sp>
          <p:nvSpPr>
            <p:cNvPr id="5462" name="Heatmap cell r14 c117"/>
            <p:cNvSpPr/>
            <p:nvPr/>
          </p:nvSpPr>
          <p:spPr>
            <a:xfrm>
              <a:off x="2130619" y="365520"/>
              <a:ext cx="19034" cy="26609"/>
            </a:xfrm>
            <a:prstGeom prst="rect">
              <a:avLst/>
            </a:prstGeom>
            <a:solidFill>
              <a:srgbClr val="EFB9BE"/>
            </a:solidFill>
            <a:ln>
              <a:noFill/>
            </a:ln>
          </p:spPr>
        </p:sp>
        <p:sp>
          <p:nvSpPr>
            <p:cNvPr id="5463" name="Heatmap cell r14 c118"/>
            <p:cNvSpPr/>
            <p:nvPr/>
          </p:nvSpPr>
          <p:spPr>
            <a:xfrm>
              <a:off x="2149558" y="365520"/>
              <a:ext cx="17140" cy="26609"/>
            </a:xfrm>
            <a:prstGeom prst="rect">
              <a:avLst/>
            </a:prstGeom>
            <a:solidFill>
              <a:srgbClr val="B8C9DA"/>
            </a:solidFill>
            <a:ln>
              <a:noFill/>
            </a:ln>
          </p:spPr>
        </p:sp>
        <p:sp>
          <p:nvSpPr>
            <p:cNvPr id="5464" name="Heatmap cell r14 c119"/>
            <p:cNvSpPr/>
            <p:nvPr/>
          </p:nvSpPr>
          <p:spPr>
            <a:xfrm>
              <a:off x="2166603" y="365520"/>
              <a:ext cx="19034" cy="26609"/>
            </a:xfrm>
            <a:prstGeom prst="rect">
              <a:avLst/>
            </a:prstGeom>
            <a:solidFill>
              <a:srgbClr val="C9D6E2"/>
            </a:solidFill>
            <a:ln>
              <a:noFill/>
            </a:ln>
          </p:spPr>
        </p:sp>
        <p:sp>
          <p:nvSpPr>
            <p:cNvPr id="5465" name="Heatmap cell r14 c120"/>
            <p:cNvSpPr/>
            <p:nvPr/>
          </p:nvSpPr>
          <p:spPr>
            <a:xfrm>
              <a:off x="2185542" y="365520"/>
              <a:ext cx="17140" cy="26609"/>
            </a:xfrm>
            <a:prstGeom prst="rect">
              <a:avLst/>
            </a:prstGeom>
            <a:solidFill>
              <a:srgbClr val="EFF3F7"/>
            </a:solidFill>
            <a:ln>
              <a:noFill/>
            </a:ln>
          </p:spPr>
        </p:sp>
        <p:sp>
          <p:nvSpPr>
            <p:cNvPr id="5466" name="Heatmap cell r14 c121"/>
            <p:cNvSpPr/>
            <p:nvPr/>
          </p:nvSpPr>
          <p:spPr>
            <a:xfrm>
              <a:off x="2202586" y="365520"/>
              <a:ext cx="19034" cy="26609"/>
            </a:xfrm>
            <a:prstGeom prst="rect">
              <a:avLst/>
            </a:prstGeom>
            <a:solidFill>
              <a:srgbClr val="DBE3EB"/>
            </a:solidFill>
            <a:ln>
              <a:noFill/>
            </a:ln>
          </p:spPr>
        </p:sp>
        <p:sp>
          <p:nvSpPr>
            <p:cNvPr id="5467" name="Heatmap cell r14 c122"/>
            <p:cNvSpPr/>
            <p:nvPr/>
          </p:nvSpPr>
          <p:spPr>
            <a:xfrm>
              <a:off x="2221525" y="365520"/>
              <a:ext cx="17140" cy="26609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5468" name="Heatmap cell r14 c123"/>
            <p:cNvSpPr/>
            <p:nvPr/>
          </p:nvSpPr>
          <p:spPr>
            <a:xfrm>
              <a:off x="2238570" y="365520"/>
              <a:ext cx="19034" cy="26609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</p:sp>
        <p:sp>
          <p:nvSpPr>
            <p:cNvPr id="5469" name="Heatmap cell r14 c124"/>
            <p:cNvSpPr/>
            <p:nvPr/>
          </p:nvSpPr>
          <p:spPr>
            <a:xfrm>
              <a:off x="2257509" y="365520"/>
              <a:ext cx="17140" cy="26609"/>
            </a:xfrm>
            <a:prstGeom prst="rect">
              <a:avLst/>
            </a:prstGeom>
            <a:solidFill>
              <a:srgbClr val="CDD9E3"/>
            </a:solidFill>
            <a:ln>
              <a:noFill/>
            </a:ln>
          </p:spPr>
        </p:sp>
        <p:sp>
          <p:nvSpPr>
            <p:cNvPr id="5470" name="Heatmap cell r14 c125"/>
            <p:cNvSpPr/>
            <p:nvPr/>
          </p:nvSpPr>
          <p:spPr>
            <a:xfrm>
              <a:off x="2274554" y="365520"/>
              <a:ext cx="19034" cy="26609"/>
            </a:xfrm>
            <a:prstGeom prst="rect">
              <a:avLst/>
            </a:prstGeom>
            <a:solidFill>
              <a:srgbClr val="89A6C2"/>
            </a:solidFill>
            <a:ln>
              <a:noFill/>
            </a:ln>
          </p:spPr>
        </p:sp>
        <p:sp>
          <p:nvSpPr>
            <p:cNvPr id="5471" name="Heatmap cell r14 c126"/>
            <p:cNvSpPr/>
            <p:nvPr/>
          </p:nvSpPr>
          <p:spPr>
            <a:xfrm>
              <a:off x="2293493" y="365520"/>
              <a:ext cx="17140" cy="26609"/>
            </a:xfrm>
            <a:prstGeom prst="rect">
              <a:avLst/>
            </a:prstGeom>
            <a:solidFill>
              <a:srgbClr val="AFC3D5"/>
            </a:solidFill>
            <a:ln>
              <a:noFill/>
            </a:ln>
          </p:spPr>
        </p:sp>
        <p:sp>
          <p:nvSpPr>
            <p:cNvPr id="5472" name="Heatmap cell r14 c127"/>
            <p:cNvSpPr/>
            <p:nvPr/>
          </p:nvSpPr>
          <p:spPr>
            <a:xfrm>
              <a:off x="2310538" y="365520"/>
              <a:ext cx="19034" cy="26609"/>
            </a:xfrm>
            <a:prstGeom prst="rect">
              <a:avLst/>
            </a:prstGeom>
            <a:solidFill>
              <a:srgbClr val="D2DDE8"/>
            </a:solidFill>
            <a:ln>
              <a:noFill/>
            </a:ln>
          </p:spPr>
        </p:sp>
        <p:sp>
          <p:nvSpPr>
            <p:cNvPr id="5473" name="Heatmap cell r14 c128"/>
            <p:cNvSpPr/>
            <p:nvPr/>
          </p:nvSpPr>
          <p:spPr>
            <a:xfrm>
              <a:off x="2329477" y="365520"/>
              <a:ext cx="19034" cy="26609"/>
            </a:xfrm>
            <a:prstGeom prst="rect">
              <a:avLst/>
            </a:prstGeom>
            <a:solidFill>
              <a:srgbClr val="678AAE"/>
            </a:solidFill>
            <a:ln>
              <a:noFill/>
            </a:ln>
          </p:spPr>
        </p:sp>
        <p:sp>
          <p:nvSpPr>
            <p:cNvPr id="5474" name="Heatmap cell r14 c129"/>
            <p:cNvSpPr/>
            <p:nvPr/>
          </p:nvSpPr>
          <p:spPr>
            <a:xfrm>
              <a:off x="2348416" y="365520"/>
              <a:ext cx="17140" cy="26609"/>
            </a:xfrm>
            <a:prstGeom prst="rect">
              <a:avLst/>
            </a:prstGeom>
            <a:solidFill>
              <a:srgbClr val="D84552"/>
            </a:solidFill>
            <a:ln>
              <a:noFill/>
            </a:ln>
          </p:spPr>
        </p:sp>
        <p:sp>
          <p:nvSpPr>
            <p:cNvPr id="5475" name="Heatmap cell r14 c130"/>
            <p:cNvSpPr/>
            <p:nvPr/>
          </p:nvSpPr>
          <p:spPr>
            <a:xfrm>
              <a:off x="2365460" y="365520"/>
              <a:ext cx="19034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5476" name="Heatmap cell r14 c131"/>
            <p:cNvSpPr/>
            <p:nvPr/>
          </p:nvSpPr>
          <p:spPr>
            <a:xfrm>
              <a:off x="2384399" y="365520"/>
              <a:ext cx="17140" cy="26609"/>
            </a:xfrm>
            <a:prstGeom prst="rect">
              <a:avLst/>
            </a:prstGeom>
            <a:solidFill>
              <a:srgbClr val="F8E3E6"/>
            </a:solidFill>
            <a:ln>
              <a:noFill/>
            </a:ln>
          </p:spPr>
        </p:sp>
        <p:sp>
          <p:nvSpPr>
            <p:cNvPr id="5477" name="Heatmap cell r14 c132"/>
            <p:cNvSpPr/>
            <p:nvPr/>
          </p:nvSpPr>
          <p:spPr>
            <a:xfrm>
              <a:off x="2401444" y="365520"/>
              <a:ext cx="19034" cy="26609"/>
            </a:xfrm>
            <a:prstGeom prst="rect">
              <a:avLst/>
            </a:prstGeom>
            <a:solidFill>
              <a:srgbClr val="BBCCDC"/>
            </a:solidFill>
            <a:ln>
              <a:noFill/>
            </a:ln>
          </p:spPr>
        </p:sp>
        <p:sp>
          <p:nvSpPr>
            <p:cNvPr id="5478" name="Heatmap cell r14 c133"/>
            <p:cNvSpPr/>
            <p:nvPr/>
          </p:nvSpPr>
          <p:spPr>
            <a:xfrm>
              <a:off x="2420383" y="365520"/>
              <a:ext cx="17140" cy="26609"/>
            </a:xfrm>
            <a:prstGeom prst="rect">
              <a:avLst/>
            </a:prstGeom>
            <a:solidFill>
              <a:srgbClr val="F8E4E7"/>
            </a:solidFill>
            <a:ln>
              <a:noFill/>
            </a:ln>
          </p:spPr>
        </p:sp>
        <p:sp>
          <p:nvSpPr>
            <p:cNvPr id="5479" name="Heatmap cell r14 c134"/>
            <p:cNvSpPr/>
            <p:nvPr/>
          </p:nvSpPr>
          <p:spPr>
            <a:xfrm>
              <a:off x="2437428" y="365520"/>
              <a:ext cx="19034" cy="26609"/>
            </a:xfrm>
            <a:prstGeom prst="rect">
              <a:avLst/>
            </a:prstGeom>
            <a:solidFill>
              <a:srgbClr val="F1C1C5"/>
            </a:solidFill>
            <a:ln>
              <a:noFill/>
            </a:ln>
          </p:spPr>
        </p:sp>
        <p:sp>
          <p:nvSpPr>
            <p:cNvPr id="5480" name="Heatmap cell r14 c135"/>
            <p:cNvSpPr/>
            <p:nvPr/>
          </p:nvSpPr>
          <p:spPr>
            <a:xfrm>
              <a:off x="2456367" y="365520"/>
              <a:ext cx="17140" cy="26609"/>
            </a:xfrm>
            <a:prstGeom prst="rect">
              <a:avLst/>
            </a:prstGeom>
            <a:solidFill>
              <a:srgbClr val="F1C4C7"/>
            </a:solidFill>
            <a:ln>
              <a:noFill/>
            </a:ln>
          </p:spPr>
        </p:sp>
        <p:sp>
          <p:nvSpPr>
            <p:cNvPr id="5481" name="Heatmap cell r14 c136"/>
            <p:cNvSpPr/>
            <p:nvPr/>
          </p:nvSpPr>
          <p:spPr>
            <a:xfrm>
              <a:off x="2473412" y="365520"/>
              <a:ext cx="19034" cy="26609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</p:sp>
        <p:sp>
          <p:nvSpPr>
            <p:cNvPr id="5482" name="Heatmap cell r14 c137"/>
            <p:cNvSpPr/>
            <p:nvPr/>
          </p:nvSpPr>
          <p:spPr>
            <a:xfrm>
              <a:off x="2492351" y="365520"/>
              <a:ext cx="17140" cy="26609"/>
            </a:xfrm>
            <a:prstGeom prst="rect">
              <a:avLst/>
            </a:prstGeom>
            <a:solidFill>
              <a:srgbClr val="C5D2DF"/>
            </a:solidFill>
            <a:ln>
              <a:noFill/>
            </a:ln>
          </p:spPr>
        </p:sp>
        <p:sp>
          <p:nvSpPr>
            <p:cNvPr id="5483" name="Heatmap cell r14 c138"/>
            <p:cNvSpPr/>
            <p:nvPr/>
          </p:nvSpPr>
          <p:spPr>
            <a:xfrm>
              <a:off x="2509396" y="365520"/>
              <a:ext cx="19034" cy="26609"/>
            </a:xfrm>
            <a:prstGeom prst="rect">
              <a:avLst/>
            </a:prstGeom>
            <a:solidFill>
              <a:srgbClr val="CFDBE6"/>
            </a:solidFill>
            <a:ln>
              <a:noFill/>
            </a:ln>
          </p:spPr>
        </p:sp>
        <p:sp>
          <p:nvSpPr>
            <p:cNvPr id="5484" name="Heatmap cell r14 c139"/>
            <p:cNvSpPr/>
            <p:nvPr/>
          </p:nvSpPr>
          <p:spPr>
            <a:xfrm>
              <a:off x="2528334" y="365520"/>
              <a:ext cx="17140" cy="26609"/>
            </a:xfrm>
            <a:prstGeom prst="rect">
              <a:avLst/>
            </a:prstGeom>
            <a:solidFill>
              <a:srgbClr val="FAEBED"/>
            </a:solidFill>
            <a:ln>
              <a:noFill/>
            </a:ln>
          </p:spPr>
        </p:sp>
        <p:sp>
          <p:nvSpPr>
            <p:cNvPr id="5485" name="Heatmap cell r14 c140"/>
            <p:cNvSpPr/>
            <p:nvPr/>
          </p:nvSpPr>
          <p:spPr>
            <a:xfrm>
              <a:off x="2545379" y="365520"/>
              <a:ext cx="19034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5486" name="Heatmap cell r14 c141"/>
            <p:cNvSpPr/>
            <p:nvPr/>
          </p:nvSpPr>
          <p:spPr>
            <a:xfrm>
              <a:off x="2564318" y="365520"/>
              <a:ext cx="19034" cy="26609"/>
            </a:xfrm>
            <a:prstGeom prst="rect">
              <a:avLst/>
            </a:prstGeom>
            <a:solidFill>
              <a:srgbClr val="EBEFF5"/>
            </a:solidFill>
            <a:ln>
              <a:noFill/>
            </a:ln>
          </p:spPr>
        </p:sp>
        <p:sp>
          <p:nvSpPr>
            <p:cNvPr id="5487" name="Heatmap cell r14 c142"/>
            <p:cNvSpPr/>
            <p:nvPr/>
          </p:nvSpPr>
          <p:spPr>
            <a:xfrm>
              <a:off x="2583257" y="365520"/>
              <a:ext cx="17140" cy="26609"/>
            </a:xfrm>
            <a:prstGeom prst="rect">
              <a:avLst/>
            </a:prstGeom>
            <a:solidFill>
              <a:srgbClr val="AABDD2"/>
            </a:solidFill>
            <a:ln>
              <a:noFill/>
            </a:ln>
          </p:spPr>
        </p:sp>
        <p:sp>
          <p:nvSpPr>
            <p:cNvPr id="5488" name="Heatmap cell r14 c143"/>
            <p:cNvSpPr/>
            <p:nvPr/>
          </p:nvSpPr>
          <p:spPr>
            <a:xfrm>
              <a:off x="2600302" y="365520"/>
              <a:ext cx="19034" cy="26609"/>
            </a:xfrm>
            <a:prstGeom prst="rect">
              <a:avLst/>
            </a:prstGeom>
            <a:solidFill>
              <a:srgbClr val="EEF3F6"/>
            </a:solidFill>
            <a:ln>
              <a:noFill/>
            </a:ln>
          </p:spPr>
        </p:sp>
        <p:sp>
          <p:nvSpPr>
            <p:cNvPr id="5489" name="Heatmap cell r14 c144"/>
            <p:cNvSpPr/>
            <p:nvPr/>
          </p:nvSpPr>
          <p:spPr>
            <a:xfrm>
              <a:off x="2619241" y="365520"/>
              <a:ext cx="17140" cy="26609"/>
            </a:xfrm>
            <a:prstGeom prst="rect">
              <a:avLst/>
            </a:prstGeom>
            <a:solidFill>
              <a:srgbClr val="BCCDDD"/>
            </a:solidFill>
            <a:ln>
              <a:noFill/>
            </a:ln>
          </p:spPr>
        </p:sp>
        <p:sp>
          <p:nvSpPr>
            <p:cNvPr id="5490" name="Heatmap cell r14 c145"/>
            <p:cNvSpPr/>
            <p:nvPr/>
          </p:nvSpPr>
          <p:spPr>
            <a:xfrm>
              <a:off x="2636286" y="365520"/>
              <a:ext cx="19034" cy="26609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5491" name="Heatmap cell r14 c146"/>
            <p:cNvSpPr/>
            <p:nvPr/>
          </p:nvSpPr>
          <p:spPr>
            <a:xfrm>
              <a:off x="2655225" y="365520"/>
              <a:ext cx="17140" cy="26609"/>
            </a:xfrm>
            <a:prstGeom prst="rect">
              <a:avLst/>
            </a:prstGeom>
            <a:solidFill>
              <a:srgbClr val="E7EBF1"/>
            </a:solidFill>
            <a:ln>
              <a:noFill/>
            </a:ln>
          </p:spPr>
        </p:sp>
        <p:sp>
          <p:nvSpPr>
            <p:cNvPr id="5492" name="Heatmap cell r14 c147"/>
            <p:cNvSpPr/>
            <p:nvPr/>
          </p:nvSpPr>
          <p:spPr>
            <a:xfrm>
              <a:off x="2672270" y="365520"/>
              <a:ext cx="19034" cy="26609"/>
            </a:xfrm>
            <a:prstGeom prst="rect">
              <a:avLst/>
            </a:prstGeom>
            <a:solidFill>
              <a:srgbClr val="FBF0F1"/>
            </a:solidFill>
            <a:ln>
              <a:noFill/>
            </a:ln>
          </p:spPr>
        </p:sp>
        <p:sp>
          <p:nvSpPr>
            <p:cNvPr id="5493" name="Heatmap cell r14 c148"/>
            <p:cNvSpPr/>
            <p:nvPr/>
          </p:nvSpPr>
          <p:spPr>
            <a:xfrm>
              <a:off x="2691208" y="365520"/>
              <a:ext cx="17140" cy="26609"/>
            </a:xfrm>
            <a:prstGeom prst="rect">
              <a:avLst/>
            </a:prstGeom>
            <a:solidFill>
              <a:srgbClr val="D64350"/>
            </a:solidFill>
            <a:ln>
              <a:noFill/>
            </a:ln>
          </p:spPr>
        </p:sp>
        <p:sp>
          <p:nvSpPr>
            <p:cNvPr id="5494" name="Heatmap cell r14 c149"/>
            <p:cNvSpPr/>
            <p:nvPr/>
          </p:nvSpPr>
          <p:spPr>
            <a:xfrm>
              <a:off x="2708253" y="365520"/>
              <a:ext cx="19034" cy="26609"/>
            </a:xfrm>
            <a:prstGeom prst="rect">
              <a:avLst/>
            </a:prstGeom>
            <a:solidFill>
              <a:srgbClr val="CED9E4"/>
            </a:solidFill>
            <a:ln>
              <a:noFill/>
            </a:ln>
          </p:spPr>
        </p:sp>
        <p:sp>
          <p:nvSpPr>
            <p:cNvPr id="5495" name="Heatmap cell r14 c150"/>
            <p:cNvSpPr/>
            <p:nvPr/>
          </p:nvSpPr>
          <p:spPr>
            <a:xfrm>
              <a:off x="2727192" y="365520"/>
              <a:ext cx="17140" cy="26609"/>
            </a:xfrm>
            <a:prstGeom prst="rect">
              <a:avLst/>
            </a:prstGeom>
            <a:solidFill>
              <a:srgbClr val="F0BDC2"/>
            </a:solidFill>
            <a:ln>
              <a:noFill/>
            </a:ln>
          </p:spPr>
        </p:sp>
        <p:sp>
          <p:nvSpPr>
            <p:cNvPr id="5496" name="Heatmap cell r14 c151"/>
            <p:cNvSpPr/>
            <p:nvPr/>
          </p:nvSpPr>
          <p:spPr>
            <a:xfrm>
              <a:off x="2744237" y="365520"/>
              <a:ext cx="19034" cy="26609"/>
            </a:xfrm>
            <a:prstGeom prst="rect">
              <a:avLst/>
            </a:prstGeom>
            <a:solidFill>
              <a:srgbClr val="C7D4E1"/>
            </a:solidFill>
            <a:ln>
              <a:noFill/>
            </a:ln>
          </p:spPr>
        </p:sp>
        <p:sp>
          <p:nvSpPr>
            <p:cNvPr id="5497" name="Heatmap cell r14 c152"/>
            <p:cNvSpPr/>
            <p:nvPr/>
          </p:nvSpPr>
          <p:spPr>
            <a:xfrm>
              <a:off x="2763176" y="365520"/>
              <a:ext cx="17140" cy="26609"/>
            </a:xfrm>
            <a:prstGeom prst="rect">
              <a:avLst/>
            </a:prstGeom>
            <a:solidFill>
              <a:srgbClr val="FBF5F5"/>
            </a:solidFill>
            <a:ln>
              <a:noFill/>
            </a:ln>
          </p:spPr>
        </p:sp>
        <p:sp>
          <p:nvSpPr>
            <p:cNvPr id="5498" name="Heatmap cell r14 c153"/>
            <p:cNvSpPr/>
            <p:nvPr/>
          </p:nvSpPr>
          <p:spPr>
            <a:xfrm>
              <a:off x="2780221" y="365520"/>
              <a:ext cx="19034" cy="26609"/>
            </a:xfrm>
            <a:prstGeom prst="rect">
              <a:avLst/>
            </a:prstGeom>
            <a:solidFill>
              <a:srgbClr val="BACADB"/>
            </a:solidFill>
            <a:ln>
              <a:noFill/>
            </a:ln>
          </p:spPr>
        </p:sp>
        <p:sp>
          <p:nvSpPr>
            <p:cNvPr id="5499" name="Heatmap cell r14 c154"/>
            <p:cNvSpPr/>
            <p:nvPr/>
          </p:nvSpPr>
          <p:spPr>
            <a:xfrm>
              <a:off x="2799160" y="365520"/>
              <a:ext cx="17140" cy="26609"/>
            </a:xfrm>
            <a:prstGeom prst="rect">
              <a:avLst/>
            </a:prstGeom>
            <a:solidFill>
              <a:srgbClr val="B1C4D5"/>
            </a:solidFill>
            <a:ln>
              <a:noFill/>
            </a:ln>
          </p:spPr>
        </p:sp>
        <p:sp>
          <p:nvSpPr>
            <p:cNvPr id="5500" name="Heatmap cell r14 c155"/>
            <p:cNvSpPr/>
            <p:nvPr/>
          </p:nvSpPr>
          <p:spPr>
            <a:xfrm>
              <a:off x="2816205" y="365520"/>
              <a:ext cx="19034" cy="26609"/>
            </a:xfrm>
            <a:prstGeom prst="rect">
              <a:avLst/>
            </a:prstGeom>
            <a:solidFill>
              <a:srgbClr val="A1B8CE"/>
            </a:solidFill>
            <a:ln>
              <a:noFill/>
            </a:ln>
          </p:spPr>
        </p:sp>
        <p:sp>
          <p:nvSpPr>
            <p:cNvPr id="5501" name="Heatmap cell r14 c156"/>
            <p:cNvSpPr/>
            <p:nvPr/>
          </p:nvSpPr>
          <p:spPr>
            <a:xfrm>
              <a:off x="2835144" y="365520"/>
              <a:ext cx="19034" cy="26609"/>
            </a:xfrm>
            <a:prstGeom prst="rect">
              <a:avLst/>
            </a:prstGeom>
            <a:solidFill>
              <a:srgbClr val="D2DDE7"/>
            </a:solidFill>
            <a:ln>
              <a:noFill/>
            </a:ln>
          </p:spPr>
        </p:sp>
        <p:sp>
          <p:nvSpPr>
            <p:cNvPr id="5502" name="Heatmap cell r14 c157"/>
            <p:cNvSpPr/>
            <p:nvPr/>
          </p:nvSpPr>
          <p:spPr>
            <a:xfrm>
              <a:off x="2854082" y="365520"/>
              <a:ext cx="17140" cy="26609"/>
            </a:xfrm>
            <a:prstGeom prst="rect">
              <a:avLst/>
            </a:prstGeom>
            <a:solidFill>
              <a:srgbClr val="8AA7C2"/>
            </a:solidFill>
            <a:ln>
              <a:noFill/>
            </a:ln>
          </p:spPr>
        </p:sp>
        <p:sp>
          <p:nvSpPr>
            <p:cNvPr id="5503" name="Heatmap cell r14 c158"/>
            <p:cNvSpPr/>
            <p:nvPr/>
          </p:nvSpPr>
          <p:spPr>
            <a:xfrm>
              <a:off x="2871127" y="365520"/>
              <a:ext cx="19034" cy="26609"/>
            </a:xfrm>
            <a:prstGeom prst="rect">
              <a:avLst/>
            </a:prstGeom>
            <a:solidFill>
              <a:srgbClr val="D1DCE7"/>
            </a:solidFill>
            <a:ln>
              <a:noFill/>
            </a:ln>
          </p:spPr>
        </p:sp>
        <p:sp>
          <p:nvSpPr>
            <p:cNvPr id="5504" name="Heatmap cell r14 c159"/>
            <p:cNvSpPr/>
            <p:nvPr/>
          </p:nvSpPr>
          <p:spPr>
            <a:xfrm>
              <a:off x="2890066" y="365520"/>
              <a:ext cx="17140" cy="26609"/>
            </a:xfrm>
            <a:prstGeom prst="rect">
              <a:avLst/>
            </a:prstGeom>
            <a:solidFill>
              <a:srgbClr val="C5D2DF"/>
            </a:solidFill>
            <a:ln>
              <a:noFill/>
            </a:ln>
          </p:spPr>
        </p:sp>
        <p:sp>
          <p:nvSpPr>
            <p:cNvPr id="5505" name="Heatmap cell r14 c160"/>
            <p:cNvSpPr/>
            <p:nvPr/>
          </p:nvSpPr>
          <p:spPr>
            <a:xfrm>
              <a:off x="2907111" y="365520"/>
              <a:ext cx="19034" cy="26609"/>
            </a:xfrm>
            <a:prstGeom prst="rect">
              <a:avLst/>
            </a:prstGeom>
            <a:solidFill>
              <a:srgbClr val="D3DEE8"/>
            </a:solidFill>
            <a:ln>
              <a:noFill/>
            </a:ln>
          </p:spPr>
        </p:sp>
        <p:sp>
          <p:nvSpPr>
            <p:cNvPr id="5506" name="Heatmap cell r14 c161"/>
            <p:cNvSpPr/>
            <p:nvPr/>
          </p:nvSpPr>
          <p:spPr>
            <a:xfrm>
              <a:off x="2926050" y="365520"/>
              <a:ext cx="17140" cy="26609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5507" name="Heatmap cell r14 c162"/>
            <p:cNvSpPr/>
            <p:nvPr/>
          </p:nvSpPr>
          <p:spPr>
            <a:xfrm>
              <a:off x="2943095" y="365520"/>
              <a:ext cx="19034" cy="26609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5508" name="Heatmap cell r14 c163"/>
            <p:cNvSpPr/>
            <p:nvPr/>
          </p:nvSpPr>
          <p:spPr>
            <a:xfrm>
              <a:off x="2962034" y="365520"/>
              <a:ext cx="17140" cy="26609"/>
            </a:xfrm>
            <a:prstGeom prst="rect">
              <a:avLst/>
            </a:prstGeom>
            <a:solidFill>
              <a:srgbClr val="F8E1E3"/>
            </a:solidFill>
            <a:ln>
              <a:noFill/>
            </a:ln>
          </p:spPr>
        </p:sp>
        <p:sp>
          <p:nvSpPr>
            <p:cNvPr id="5509" name="Heatmap cell r14 c164"/>
            <p:cNvSpPr/>
            <p:nvPr/>
          </p:nvSpPr>
          <p:spPr>
            <a:xfrm>
              <a:off x="2979079" y="365520"/>
              <a:ext cx="19034" cy="26609"/>
            </a:xfrm>
            <a:prstGeom prst="rect">
              <a:avLst/>
            </a:prstGeom>
            <a:solidFill>
              <a:srgbClr val="F7E2E4"/>
            </a:solidFill>
            <a:ln>
              <a:noFill/>
            </a:ln>
          </p:spPr>
        </p:sp>
        <p:sp>
          <p:nvSpPr>
            <p:cNvPr id="5510" name="Heatmap cell r14 c165"/>
            <p:cNvSpPr/>
            <p:nvPr/>
          </p:nvSpPr>
          <p:spPr>
            <a:xfrm>
              <a:off x="2998018" y="365520"/>
              <a:ext cx="17140" cy="26609"/>
            </a:xfrm>
            <a:prstGeom prst="rect">
              <a:avLst/>
            </a:prstGeom>
            <a:solidFill>
              <a:srgbClr val="F8E3E6"/>
            </a:solidFill>
            <a:ln>
              <a:noFill/>
            </a:ln>
          </p:spPr>
        </p:sp>
        <p:sp>
          <p:nvSpPr>
            <p:cNvPr id="5511" name="Heatmap cell r14 c166"/>
            <p:cNvSpPr/>
            <p:nvPr/>
          </p:nvSpPr>
          <p:spPr>
            <a:xfrm>
              <a:off x="3015062" y="365520"/>
              <a:ext cx="19034" cy="26609"/>
            </a:xfrm>
            <a:prstGeom prst="rect">
              <a:avLst/>
            </a:prstGeom>
            <a:solidFill>
              <a:srgbClr val="F8DEE0"/>
            </a:solidFill>
            <a:ln>
              <a:noFill/>
            </a:ln>
          </p:spPr>
        </p:sp>
        <p:sp>
          <p:nvSpPr>
            <p:cNvPr id="5512" name="Heatmap cell r14 c167"/>
            <p:cNvSpPr/>
            <p:nvPr/>
          </p:nvSpPr>
          <p:spPr>
            <a:xfrm>
              <a:off x="3034001" y="365520"/>
              <a:ext cx="17140" cy="26609"/>
            </a:xfrm>
            <a:prstGeom prst="rect">
              <a:avLst/>
            </a:prstGeom>
            <a:solidFill>
              <a:srgbClr val="F9E8E9"/>
            </a:solidFill>
            <a:ln>
              <a:noFill/>
            </a:ln>
          </p:spPr>
        </p:sp>
        <p:sp>
          <p:nvSpPr>
            <p:cNvPr id="5513" name="Heatmap cell r14 c168"/>
            <p:cNvSpPr/>
            <p:nvPr/>
          </p:nvSpPr>
          <p:spPr>
            <a:xfrm>
              <a:off x="3051046" y="365520"/>
              <a:ext cx="19034" cy="26609"/>
            </a:xfrm>
            <a:prstGeom prst="rect">
              <a:avLst/>
            </a:prstGeom>
            <a:solidFill>
              <a:srgbClr val="B1C4D5"/>
            </a:solidFill>
            <a:ln>
              <a:noFill/>
            </a:ln>
          </p:spPr>
        </p:sp>
        <p:sp>
          <p:nvSpPr>
            <p:cNvPr id="5514" name="Heatmap cell r14 c169"/>
            <p:cNvSpPr/>
            <p:nvPr/>
          </p:nvSpPr>
          <p:spPr>
            <a:xfrm>
              <a:off x="3069985" y="365520"/>
              <a:ext cx="19034" cy="26609"/>
            </a:xfrm>
            <a:prstGeom prst="rect">
              <a:avLst/>
            </a:prstGeom>
            <a:solidFill>
              <a:srgbClr val="E8ECF3"/>
            </a:solidFill>
            <a:ln>
              <a:noFill/>
            </a:ln>
          </p:spPr>
        </p:sp>
        <p:sp>
          <p:nvSpPr>
            <p:cNvPr id="5515" name="Heatmap cell r14 c170"/>
            <p:cNvSpPr/>
            <p:nvPr/>
          </p:nvSpPr>
          <p:spPr>
            <a:xfrm>
              <a:off x="3088924" y="365520"/>
              <a:ext cx="17140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5516" name="Heatmap cell r14 c171"/>
            <p:cNvSpPr/>
            <p:nvPr/>
          </p:nvSpPr>
          <p:spPr>
            <a:xfrm>
              <a:off x="3105969" y="365520"/>
              <a:ext cx="19034" cy="26609"/>
            </a:xfrm>
            <a:prstGeom prst="rect">
              <a:avLst/>
            </a:prstGeom>
            <a:solidFill>
              <a:srgbClr val="F0F5F8"/>
            </a:solidFill>
            <a:ln>
              <a:noFill/>
            </a:ln>
          </p:spPr>
        </p:sp>
        <p:sp>
          <p:nvSpPr>
            <p:cNvPr id="5517" name="Heatmap cell r14 c172"/>
            <p:cNvSpPr/>
            <p:nvPr/>
          </p:nvSpPr>
          <p:spPr>
            <a:xfrm>
              <a:off x="3124908" y="365520"/>
              <a:ext cx="17140" cy="26609"/>
            </a:xfrm>
            <a:prstGeom prst="rect">
              <a:avLst/>
            </a:prstGeom>
            <a:solidFill>
              <a:srgbClr val="FDF9FA"/>
            </a:solidFill>
            <a:ln>
              <a:noFill/>
            </a:ln>
          </p:spPr>
        </p:sp>
        <p:sp>
          <p:nvSpPr>
            <p:cNvPr id="5518" name="Heatmap cell r14 c174"/>
            <p:cNvSpPr/>
            <p:nvPr/>
          </p:nvSpPr>
          <p:spPr>
            <a:xfrm>
              <a:off x="3160892" y="365520"/>
              <a:ext cx="17140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5519" name="Heatmap cell r14 c176"/>
            <p:cNvSpPr/>
            <p:nvPr/>
          </p:nvSpPr>
          <p:spPr>
            <a:xfrm>
              <a:off x="3196875" y="365520"/>
              <a:ext cx="17140" cy="26609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</p:sp>
        <p:sp>
          <p:nvSpPr>
            <p:cNvPr id="5520" name="Heatmap cell r14 c177"/>
            <p:cNvSpPr/>
            <p:nvPr/>
          </p:nvSpPr>
          <p:spPr>
            <a:xfrm>
              <a:off x="3213920" y="365520"/>
              <a:ext cx="19034" cy="26609"/>
            </a:xfrm>
            <a:prstGeom prst="rect">
              <a:avLst/>
            </a:prstGeom>
            <a:solidFill>
              <a:srgbClr val="EBA3AB"/>
            </a:solidFill>
            <a:ln>
              <a:noFill/>
            </a:ln>
          </p:spPr>
        </p:sp>
        <p:sp>
          <p:nvSpPr>
            <p:cNvPr id="5521" name="Heatmap cell r14 c178"/>
            <p:cNvSpPr/>
            <p:nvPr/>
          </p:nvSpPr>
          <p:spPr>
            <a:xfrm>
              <a:off x="3232859" y="365520"/>
              <a:ext cx="17140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5522" name="Heatmap cell r14 c180"/>
            <p:cNvSpPr/>
            <p:nvPr/>
          </p:nvSpPr>
          <p:spPr>
            <a:xfrm>
              <a:off x="3268843" y="365520"/>
              <a:ext cx="17140" cy="26609"/>
            </a:xfrm>
            <a:prstGeom prst="rect">
              <a:avLst/>
            </a:prstGeom>
            <a:solidFill>
              <a:srgbClr val="C8D5E2"/>
            </a:solidFill>
            <a:ln>
              <a:noFill/>
            </a:ln>
          </p:spPr>
        </p:sp>
        <p:sp>
          <p:nvSpPr>
            <p:cNvPr id="5523" name="Heatmap cell r14 c181"/>
            <p:cNvSpPr/>
            <p:nvPr/>
          </p:nvSpPr>
          <p:spPr>
            <a:xfrm>
              <a:off x="3285888" y="365520"/>
              <a:ext cx="19034" cy="26609"/>
            </a:xfrm>
            <a:prstGeom prst="rect">
              <a:avLst/>
            </a:prstGeom>
            <a:solidFill>
              <a:srgbClr val="FCF6F6"/>
            </a:solidFill>
            <a:ln>
              <a:noFill/>
            </a:ln>
          </p:spPr>
        </p:sp>
        <p:sp>
          <p:nvSpPr>
            <p:cNvPr id="5524" name="Heatmap cell r14 c182"/>
            <p:cNvSpPr/>
            <p:nvPr/>
          </p:nvSpPr>
          <p:spPr>
            <a:xfrm>
              <a:off x="3304827" y="365520"/>
              <a:ext cx="19034" cy="26609"/>
            </a:xfrm>
            <a:prstGeom prst="rect">
              <a:avLst/>
            </a:prstGeom>
            <a:solidFill>
              <a:srgbClr val="F8DEE0"/>
            </a:solidFill>
            <a:ln>
              <a:noFill/>
            </a:ln>
          </p:spPr>
        </p:sp>
        <p:sp>
          <p:nvSpPr>
            <p:cNvPr id="5525" name="Heatmap cell r14 c183"/>
            <p:cNvSpPr/>
            <p:nvPr/>
          </p:nvSpPr>
          <p:spPr>
            <a:xfrm>
              <a:off x="3323765" y="365520"/>
              <a:ext cx="17140" cy="26609"/>
            </a:xfrm>
            <a:prstGeom prst="rect">
              <a:avLst/>
            </a:prstGeom>
            <a:solidFill>
              <a:srgbClr val="F9E8E9"/>
            </a:solidFill>
            <a:ln>
              <a:noFill/>
            </a:ln>
          </p:spPr>
        </p:sp>
        <p:sp>
          <p:nvSpPr>
            <p:cNvPr id="5526" name="Heatmap cell r14 c184"/>
            <p:cNvSpPr/>
            <p:nvPr/>
          </p:nvSpPr>
          <p:spPr>
            <a:xfrm>
              <a:off x="3340810" y="365520"/>
              <a:ext cx="19034" cy="26609"/>
            </a:xfrm>
            <a:prstGeom prst="rect">
              <a:avLst/>
            </a:prstGeom>
            <a:solidFill>
              <a:srgbClr val="F7D3D6"/>
            </a:solidFill>
            <a:ln>
              <a:noFill/>
            </a:ln>
          </p:spPr>
        </p:sp>
        <p:sp>
          <p:nvSpPr>
            <p:cNvPr id="5527" name="Heatmap cell r14 c185"/>
            <p:cNvSpPr/>
            <p:nvPr/>
          </p:nvSpPr>
          <p:spPr>
            <a:xfrm>
              <a:off x="3359749" y="365520"/>
              <a:ext cx="17140" cy="26609"/>
            </a:xfrm>
            <a:prstGeom prst="rect">
              <a:avLst/>
            </a:prstGeom>
            <a:solidFill>
              <a:srgbClr val="F1C3C8"/>
            </a:solidFill>
            <a:ln>
              <a:noFill/>
            </a:ln>
          </p:spPr>
        </p:sp>
        <p:sp>
          <p:nvSpPr>
            <p:cNvPr id="5528" name="Heatmap cell r14 c186"/>
            <p:cNvSpPr/>
            <p:nvPr/>
          </p:nvSpPr>
          <p:spPr>
            <a:xfrm>
              <a:off x="3376794" y="365520"/>
              <a:ext cx="19034" cy="26609"/>
            </a:xfrm>
            <a:prstGeom prst="rect">
              <a:avLst/>
            </a:prstGeom>
            <a:solidFill>
              <a:srgbClr val="D2DDE7"/>
            </a:solidFill>
            <a:ln>
              <a:noFill/>
            </a:ln>
          </p:spPr>
        </p:sp>
        <p:sp>
          <p:nvSpPr>
            <p:cNvPr id="5529" name="Heatmap cell r14 c187"/>
            <p:cNvSpPr/>
            <p:nvPr/>
          </p:nvSpPr>
          <p:spPr>
            <a:xfrm>
              <a:off x="3395733" y="365520"/>
              <a:ext cx="17140" cy="26609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5530" name="Heatmap cell r14 c188"/>
            <p:cNvSpPr/>
            <p:nvPr/>
          </p:nvSpPr>
          <p:spPr>
            <a:xfrm>
              <a:off x="3412778" y="365520"/>
              <a:ext cx="19034" cy="26609"/>
            </a:xfrm>
            <a:prstGeom prst="rect">
              <a:avLst/>
            </a:prstGeom>
            <a:solidFill>
              <a:srgbClr val="F0BDC2"/>
            </a:solidFill>
            <a:ln>
              <a:noFill/>
            </a:ln>
          </p:spPr>
        </p:sp>
        <p:sp>
          <p:nvSpPr>
            <p:cNvPr id="5531" name="Heatmap cell r14 c189"/>
            <p:cNvSpPr/>
            <p:nvPr/>
          </p:nvSpPr>
          <p:spPr>
            <a:xfrm>
              <a:off x="3431717" y="365520"/>
              <a:ext cx="17140" cy="26609"/>
            </a:xfrm>
            <a:prstGeom prst="rect">
              <a:avLst/>
            </a:prstGeom>
            <a:solidFill>
              <a:srgbClr val="FBF0F1"/>
            </a:solidFill>
            <a:ln>
              <a:noFill/>
            </a:ln>
          </p:spPr>
        </p:sp>
        <p:sp>
          <p:nvSpPr>
            <p:cNvPr id="5532" name="Heatmap cell r14 c190"/>
            <p:cNvSpPr/>
            <p:nvPr/>
          </p:nvSpPr>
          <p:spPr>
            <a:xfrm>
              <a:off x="3448762" y="365520"/>
              <a:ext cx="19034" cy="26609"/>
            </a:xfrm>
            <a:prstGeom prst="rect">
              <a:avLst/>
            </a:prstGeom>
            <a:solidFill>
              <a:srgbClr val="91ACC5"/>
            </a:solidFill>
            <a:ln>
              <a:noFill/>
            </a:ln>
          </p:spPr>
        </p:sp>
        <p:sp>
          <p:nvSpPr>
            <p:cNvPr id="5533" name="Heatmap cell r14 c191"/>
            <p:cNvSpPr/>
            <p:nvPr/>
          </p:nvSpPr>
          <p:spPr>
            <a:xfrm>
              <a:off x="3467701" y="365520"/>
              <a:ext cx="17140" cy="26609"/>
            </a:xfrm>
            <a:prstGeom prst="rect">
              <a:avLst/>
            </a:prstGeom>
            <a:solidFill>
              <a:srgbClr val="F6D6DA"/>
            </a:solidFill>
            <a:ln>
              <a:noFill/>
            </a:ln>
          </p:spPr>
        </p:sp>
        <p:sp>
          <p:nvSpPr>
            <p:cNvPr id="5534" name="Heatmap cell r14 c192"/>
            <p:cNvSpPr/>
            <p:nvPr/>
          </p:nvSpPr>
          <p:spPr>
            <a:xfrm>
              <a:off x="3484746" y="365520"/>
              <a:ext cx="19034" cy="26609"/>
            </a:xfrm>
            <a:prstGeom prst="rect">
              <a:avLst/>
            </a:prstGeom>
            <a:solidFill>
              <a:srgbClr val="EA9CA1"/>
            </a:solidFill>
            <a:ln>
              <a:noFill/>
            </a:ln>
          </p:spPr>
        </p:sp>
        <p:sp>
          <p:nvSpPr>
            <p:cNvPr id="5535" name="Heatmap cell r14 c193"/>
            <p:cNvSpPr/>
            <p:nvPr/>
          </p:nvSpPr>
          <p:spPr>
            <a:xfrm>
              <a:off x="3503684" y="365520"/>
              <a:ext cx="17140" cy="26609"/>
            </a:xfrm>
            <a:prstGeom prst="rect">
              <a:avLst/>
            </a:prstGeom>
            <a:solidFill>
              <a:srgbClr val="9EB5CC"/>
            </a:solidFill>
            <a:ln>
              <a:noFill/>
            </a:ln>
          </p:spPr>
        </p:sp>
        <p:sp>
          <p:nvSpPr>
            <p:cNvPr id="5536" name="Heatmap cell r14 c194"/>
            <p:cNvSpPr/>
            <p:nvPr/>
          </p:nvSpPr>
          <p:spPr>
            <a:xfrm>
              <a:off x="3520729" y="365520"/>
              <a:ext cx="19034" cy="26609"/>
            </a:xfrm>
            <a:prstGeom prst="rect">
              <a:avLst/>
            </a:prstGeom>
            <a:solidFill>
              <a:srgbClr val="F8DBDD"/>
            </a:solidFill>
            <a:ln>
              <a:noFill/>
            </a:ln>
          </p:spPr>
        </p:sp>
        <p:sp>
          <p:nvSpPr>
            <p:cNvPr id="5537" name="Heatmap cell r14 c195"/>
            <p:cNvSpPr/>
            <p:nvPr/>
          </p:nvSpPr>
          <p:spPr>
            <a:xfrm>
              <a:off x="3539668" y="365520"/>
              <a:ext cx="19034" cy="26609"/>
            </a:xfrm>
            <a:prstGeom prst="rect">
              <a:avLst/>
            </a:prstGeom>
            <a:solidFill>
              <a:srgbClr val="EFB8BD"/>
            </a:solidFill>
            <a:ln>
              <a:noFill/>
            </a:ln>
          </p:spPr>
        </p:sp>
        <p:sp>
          <p:nvSpPr>
            <p:cNvPr id="5538" name="Heatmap cell r14 c196"/>
            <p:cNvSpPr/>
            <p:nvPr/>
          </p:nvSpPr>
          <p:spPr>
            <a:xfrm>
              <a:off x="3558607" y="365520"/>
              <a:ext cx="17140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5539" name="Heatmap cell r14 c197"/>
            <p:cNvSpPr/>
            <p:nvPr/>
          </p:nvSpPr>
          <p:spPr>
            <a:xfrm>
              <a:off x="3575652" y="365520"/>
              <a:ext cx="19034" cy="26609"/>
            </a:xfrm>
            <a:prstGeom prst="rect">
              <a:avLst/>
            </a:prstGeom>
            <a:solidFill>
              <a:srgbClr val="FBF0F1"/>
            </a:solidFill>
            <a:ln>
              <a:noFill/>
            </a:ln>
          </p:spPr>
        </p:sp>
        <p:sp>
          <p:nvSpPr>
            <p:cNvPr id="5540" name="Heatmap cell r14 c198"/>
            <p:cNvSpPr/>
            <p:nvPr/>
          </p:nvSpPr>
          <p:spPr>
            <a:xfrm>
              <a:off x="3594591" y="365520"/>
              <a:ext cx="17140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5541" name="Heatmap cell r14 c199"/>
            <p:cNvSpPr/>
            <p:nvPr/>
          </p:nvSpPr>
          <p:spPr>
            <a:xfrm>
              <a:off x="3611636" y="365520"/>
              <a:ext cx="19034" cy="26609"/>
            </a:xfrm>
            <a:prstGeom prst="rect">
              <a:avLst/>
            </a:prstGeom>
            <a:solidFill>
              <a:srgbClr val="EBEFF5"/>
            </a:solidFill>
            <a:ln>
              <a:noFill/>
            </a:ln>
          </p:spPr>
        </p:sp>
        <p:sp>
          <p:nvSpPr>
            <p:cNvPr id="5542" name="Heatmap cell r14 c200"/>
            <p:cNvSpPr/>
            <p:nvPr/>
          </p:nvSpPr>
          <p:spPr>
            <a:xfrm>
              <a:off x="3630575" y="365520"/>
              <a:ext cx="17140" cy="26609"/>
            </a:xfrm>
            <a:prstGeom prst="rect">
              <a:avLst/>
            </a:prstGeom>
            <a:solidFill>
              <a:srgbClr val="DBE3EB"/>
            </a:solidFill>
            <a:ln>
              <a:noFill/>
            </a:ln>
          </p:spPr>
        </p:sp>
        <p:sp>
          <p:nvSpPr>
            <p:cNvPr id="5543" name="Heatmap cell r14 c201"/>
            <p:cNvSpPr/>
            <p:nvPr/>
          </p:nvSpPr>
          <p:spPr>
            <a:xfrm>
              <a:off x="3647620" y="365520"/>
              <a:ext cx="19034" cy="26609"/>
            </a:xfrm>
            <a:prstGeom prst="rect">
              <a:avLst/>
            </a:prstGeom>
            <a:solidFill>
              <a:srgbClr val="3B6B99"/>
            </a:solidFill>
            <a:ln>
              <a:noFill/>
            </a:ln>
          </p:spPr>
        </p:sp>
        <p:sp>
          <p:nvSpPr>
            <p:cNvPr id="5544" name="Heatmap cell r14 c202"/>
            <p:cNvSpPr/>
            <p:nvPr/>
          </p:nvSpPr>
          <p:spPr>
            <a:xfrm>
              <a:off x="3666558" y="365520"/>
              <a:ext cx="17140" cy="26609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5545" name="Heatmap cell r14 c203"/>
            <p:cNvSpPr/>
            <p:nvPr/>
          </p:nvSpPr>
          <p:spPr>
            <a:xfrm>
              <a:off x="3683603" y="365520"/>
              <a:ext cx="19034" cy="26609"/>
            </a:xfrm>
            <a:prstGeom prst="rect">
              <a:avLst/>
            </a:prstGeom>
            <a:solidFill>
              <a:srgbClr val="E27882"/>
            </a:solidFill>
            <a:ln>
              <a:noFill/>
            </a:ln>
          </p:spPr>
        </p:sp>
        <p:sp>
          <p:nvSpPr>
            <p:cNvPr id="5546" name="Heatmap cell r14 c204"/>
            <p:cNvSpPr/>
            <p:nvPr/>
          </p:nvSpPr>
          <p:spPr>
            <a:xfrm>
              <a:off x="3702542" y="365520"/>
              <a:ext cx="17140" cy="26609"/>
            </a:xfrm>
            <a:prstGeom prst="rect">
              <a:avLst/>
            </a:prstGeom>
            <a:solidFill>
              <a:srgbClr val="F7E2E4"/>
            </a:solidFill>
            <a:ln>
              <a:noFill/>
            </a:ln>
          </p:spPr>
        </p:sp>
        <p:sp>
          <p:nvSpPr>
            <p:cNvPr id="5547" name="Heatmap cell r14 c205"/>
            <p:cNvSpPr/>
            <p:nvPr/>
          </p:nvSpPr>
          <p:spPr>
            <a:xfrm>
              <a:off x="3719587" y="365520"/>
              <a:ext cx="19034" cy="26609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5548" name="Heatmap cell r14 c206"/>
            <p:cNvSpPr/>
            <p:nvPr/>
          </p:nvSpPr>
          <p:spPr>
            <a:xfrm>
              <a:off x="3738526" y="365520"/>
              <a:ext cx="17140" cy="26609"/>
            </a:xfrm>
            <a:prstGeom prst="rect">
              <a:avLst/>
            </a:prstGeom>
            <a:solidFill>
              <a:srgbClr val="ACC1D3"/>
            </a:solidFill>
            <a:ln>
              <a:noFill/>
            </a:ln>
          </p:spPr>
        </p:sp>
        <p:sp>
          <p:nvSpPr>
            <p:cNvPr id="5549" name="Heatmap cell r14 c207"/>
            <p:cNvSpPr/>
            <p:nvPr/>
          </p:nvSpPr>
          <p:spPr>
            <a:xfrm>
              <a:off x="3755571" y="365520"/>
              <a:ext cx="19034" cy="26609"/>
            </a:xfrm>
            <a:prstGeom prst="rect">
              <a:avLst/>
            </a:prstGeom>
            <a:solidFill>
              <a:srgbClr val="A6BAD0"/>
            </a:solidFill>
            <a:ln>
              <a:noFill/>
            </a:ln>
          </p:spPr>
        </p:sp>
        <p:sp>
          <p:nvSpPr>
            <p:cNvPr id="5550" name="Heatmap cell r14 c208"/>
            <p:cNvSpPr/>
            <p:nvPr/>
          </p:nvSpPr>
          <p:spPr>
            <a:xfrm>
              <a:off x="3774510" y="365520"/>
              <a:ext cx="19034" cy="26609"/>
            </a:xfrm>
            <a:prstGeom prst="rect">
              <a:avLst/>
            </a:prstGeom>
            <a:solidFill>
              <a:srgbClr val="F3C5CA"/>
            </a:solidFill>
            <a:ln>
              <a:noFill/>
            </a:ln>
          </p:spPr>
        </p:sp>
        <p:sp>
          <p:nvSpPr>
            <p:cNvPr id="5551" name="Heatmap cell r14 c209"/>
            <p:cNvSpPr/>
            <p:nvPr/>
          </p:nvSpPr>
          <p:spPr>
            <a:xfrm>
              <a:off x="3793449" y="365520"/>
              <a:ext cx="17140" cy="26609"/>
            </a:xfrm>
            <a:prstGeom prst="rect">
              <a:avLst/>
            </a:prstGeom>
            <a:solidFill>
              <a:srgbClr val="FCF6F6"/>
            </a:solidFill>
            <a:ln>
              <a:noFill/>
            </a:ln>
          </p:spPr>
        </p:sp>
        <p:sp>
          <p:nvSpPr>
            <p:cNvPr id="5552" name="Heatmap cell r14 c210"/>
            <p:cNvSpPr/>
            <p:nvPr/>
          </p:nvSpPr>
          <p:spPr>
            <a:xfrm>
              <a:off x="3810494" y="365520"/>
              <a:ext cx="19034" cy="26609"/>
            </a:xfrm>
            <a:prstGeom prst="rect">
              <a:avLst/>
            </a:prstGeom>
            <a:solidFill>
              <a:srgbClr val="EAEEF4"/>
            </a:solidFill>
            <a:ln>
              <a:noFill/>
            </a:ln>
          </p:spPr>
        </p:sp>
        <p:sp>
          <p:nvSpPr>
            <p:cNvPr id="5553" name="Heatmap cell r14 c211"/>
            <p:cNvSpPr/>
            <p:nvPr/>
          </p:nvSpPr>
          <p:spPr>
            <a:xfrm>
              <a:off x="3829432" y="365520"/>
              <a:ext cx="17140" cy="26609"/>
            </a:xfrm>
            <a:prstGeom prst="rect">
              <a:avLst/>
            </a:prstGeom>
            <a:solidFill>
              <a:srgbClr val="F5CED2"/>
            </a:solidFill>
            <a:ln>
              <a:noFill/>
            </a:ln>
          </p:spPr>
        </p:sp>
        <p:sp>
          <p:nvSpPr>
            <p:cNvPr id="5554" name="Heatmap cell r14 c212"/>
            <p:cNvSpPr/>
            <p:nvPr/>
          </p:nvSpPr>
          <p:spPr>
            <a:xfrm>
              <a:off x="3846477" y="365520"/>
              <a:ext cx="19034" cy="26609"/>
            </a:xfrm>
            <a:prstGeom prst="rect">
              <a:avLst/>
            </a:prstGeom>
            <a:solidFill>
              <a:srgbClr val="D6E0EA"/>
            </a:solidFill>
            <a:ln>
              <a:noFill/>
            </a:ln>
          </p:spPr>
        </p:sp>
        <p:sp>
          <p:nvSpPr>
            <p:cNvPr id="5555" name="Heatmap cell r14 c213"/>
            <p:cNvSpPr/>
            <p:nvPr/>
          </p:nvSpPr>
          <p:spPr>
            <a:xfrm>
              <a:off x="3865416" y="365520"/>
              <a:ext cx="17140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5556" name="Heatmap cell r14 c214"/>
            <p:cNvSpPr/>
            <p:nvPr/>
          </p:nvSpPr>
          <p:spPr>
            <a:xfrm>
              <a:off x="3882461" y="365520"/>
              <a:ext cx="19034" cy="26609"/>
            </a:xfrm>
            <a:prstGeom prst="rect">
              <a:avLst/>
            </a:prstGeom>
            <a:solidFill>
              <a:srgbClr val="EBF0F6"/>
            </a:solidFill>
            <a:ln>
              <a:noFill/>
            </a:ln>
          </p:spPr>
        </p:sp>
        <p:sp>
          <p:nvSpPr>
            <p:cNvPr id="5557" name="Heatmap cell r14 c215"/>
            <p:cNvSpPr/>
            <p:nvPr/>
          </p:nvSpPr>
          <p:spPr>
            <a:xfrm>
              <a:off x="3901400" y="365520"/>
              <a:ext cx="17140" cy="26609"/>
            </a:xfrm>
            <a:prstGeom prst="rect">
              <a:avLst/>
            </a:prstGeom>
            <a:solidFill>
              <a:srgbClr val="E3EAF0"/>
            </a:solidFill>
            <a:ln>
              <a:noFill/>
            </a:ln>
          </p:spPr>
        </p:sp>
        <p:sp>
          <p:nvSpPr>
            <p:cNvPr id="5558" name="Heatmap cell r14 c216"/>
            <p:cNvSpPr/>
            <p:nvPr/>
          </p:nvSpPr>
          <p:spPr>
            <a:xfrm>
              <a:off x="3918445" y="365520"/>
              <a:ext cx="19034" cy="26609"/>
            </a:xfrm>
            <a:prstGeom prst="rect">
              <a:avLst/>
            </a:prstGeom>
            <a:solidFill>
              <a:srgbClr val="F3C6CB"/>
            </a:solidFill>
            <a:ln>
              <a:noFill/>
            </a:ln>
          </p:spPr>
        </p:sp>
        <p:sp>
          <p:nvSpPr>
            <p:cNvPr id="5559" name="Heatmap cell r14 c217"/>
            <p:cNvSpPr/>
            <p:nvPr/>
          </p:nvSpPr>
          <p:spPr>
            <a:xfrm>
              <a:off x="3937384" y="365520"/>
              <a:ext cx="17140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5560" name="Heatmap cell r14 c218"/>
            <p:cNvSpPr/>
            <p:nvPr/>
          </p:nvSpPr>
          <p:spPr>
            <a:xfrm>
              <a:off x="3954429" y="365520"/>
              <a:ext cx="19034" cy="26609"/>
            </a:xfrm>
            <a:prstGeom prst="rect">
              <a:avLst/>
            </a:prstGeom>
            <a:solidFill>
              <a:srgbClr val="F4CED1"/>
            </a:solidFill>
            <a:ln>
              <a:noFill/>
            </a:ln>
          </p:spPr>
        </p:sp>
        <p:sp>
          <p:nvSpPr>
            <p:cNvPr id="5561" name="Heatmap cell r14 c219"/>
            <p:cNvSpPr/>
            <p:nvPr/>
          </p:nvSpPr>
          <p:spPr>
            <a:xfrm>
              <a:off x="3973368" y="365520"/>
              <a:ext cx="17140" cy="26609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5562" name="Heatmap cell r14 c220"/>
            <p:cNvSpPr/>
            <p:nvPr/>
          </p:nvSpPr>
          <p:spPr>
            <a:xfrm>
              <a:off x="3990412" y="365520"/>
              <a:ext cx="19034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5563" name="Heatmap cell r14 c221"/>
            <p:cNvSpPr/>
            <p:nvPr/>
          </p:nvSpPr>
          <p:spPr>
            <a:xfrm>
              <a:off x="4009351" y="365520"/>
              <a:ext cx="19034" cy="26609"/>
            </a:xfrm>
            <a:prstGeom prst="rect">
              <a:avLst/>
            </a:prstGeom>
            <a:solidFill>
              <a:srgbClr val="F3C9CE"/>
            </a:solidFill>
            <a:ln>
              <a:noFill/>
            </a:ln>
          </p:spPr>
        </p:sp>
        <p:sp>
          <p:nvSpPr>
            <p:cNvPr id="5564" name="Heatmap cell r14 c222"/>
            <p:cNvSpPr/>
            <p:nvPr/>
          </p:nvSpPr>
          <p:spPr>
            <a:xfrm>
              <a:off x="4028290" y="365520"/>
              <a:ext cx="17140" cy="26609"/>
            </a:xfrm>
            <a:prstGeom prst="rect">
              <a:avLst/>
            </a:prstGeom>
            <a:solidFill>
              <a:srgbClr val="87A3C0"/>
            </a:solidFill>
            <a:ln>
              <a:noFill/>
            </a:ln>
          </p:spPr>
        </p:sp>
        <p:sp>
          <p:nvSpPr>
            <p:cNvPr id="5565" name="Heatmap cell r14 c223"/>
            <p:cNvSpPr/>
            <p:nvPr/>
          </p:nvSpPr>
          <p:spPr>
            <a:xfrm>
              <a:off x="4045335" y="365520"/>
              <a:ext cx="19034" cy="26609"/>
            </a:xfrm>
            <a:prstGeom prst="rect">
              <a:avLst/>
            </a:prstGeom>
            <a:solidFill>
              <a:srgbClr val="91ACC5"/>
            </a:solidFill>
            <a:ln>
              <a:noFill/>
            </a:ln>
          </p:spPr>
        </p:sp>
        <p:sp>
          <p:nvSpPr>
            <p:cNvPr id="5566" name="Heatmap cell r15 c1"/>
            <p:cNvSpPr/>
            <p:nvPr/>
          </p:nvSpPr>
          <p:spPr>
            <a:xfrm>
              <a:off x="13257" y="392034"/>
              <a:ext cx="45548" cy="26609"/>
            </a:xfrm>
            <a:prstGeom prst="rect">
              <a:avLst/>
            </a:prstGeom>
            <a:solidFill>
              <a:srgbClr val="155B9C"/>
            </a:solidFill>
            <a:ln>
              <a:noFill/>
            </a:ln>
          </p:spPr>
        </p:sp>
        <p:sp>
          <p:nvSpPr>
            <p:cNvPr id="5567" name="Heatmap cell r15 c3"/>
            <p:cNvSpPr/>
            <p:nvPr/>
          </p:nvSpPr>
          <p:spPr>
            <a:xfrm>
              <a:off x="71968" y="392034"/>
              <a:ext cx="17140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5568" name="Heatmap cell r15 c4"/>
            <p:cNvSpPr/>
            <p:nvPr/>
          </p:nvSpPr>
          <p:spPr>
            <a:xfrm>
              <a:off x="89013" y="392034"/>
              <a:ext cx="19034" cy="26609"/>
            </a:xfrm>
            <a:prstGeom prst="rect">
              <a:avLst/>
            </a:prstGeom>
            <a:solidFill>
              <a:srgbClr val="F5D1D4"/>
            </a:solidFill>
            <a:ln>
              <a:noFill/>
            </a:ln>
          </p:spPr>
        </p:sp>
        <p:sp>
          <p:nvSpPr>
            <p:cNvPr id="5569" name="Heatmap cell r15 c5"/>
            <p:cNvSpPr/>
            <p:nvPr/>
          </p:nvSpPr>
          <p:spPr>
            <a:xfrm>
              <a:off x="107951" y="392034"/>
              <a:ext cx="17140" cy="26609"/>
            </a:xfrm>
            <a:prstGeom prst="rect">
              <a:avLst/>
            </a:prstGeom>
            <a:solidFill>
              <a:srgbClr val="F7E2E4"/>
            </a:solidFill>
            <a:ln>
              <a:noFill/>
            </a:ln>
          </p:spPr>
        </p:sp>
        <p:sp>
          <p:nvSpPr>
            <p:cNvPr id="5570" name="Heatmap cell r15 c6"/>
            <p:cNvSpPr/>
            <p:nvPr/>
          </p:nvSpPr>
          <p:spPr>
            <a:xfrm>
              <a:off x="124996" y="392034"/>
              <a:ext cx="19034" cy="26609"/>
            </a:xfrm>
            <a:prstGeom prst="rect">
              <a:avLst/>
            </a:prstGeom>
            <a:solidFill>
              <a:srgbClr val="F4CCD1"/>
            </a:solidFill>
            <a:ln>
              <a:noFill/>
            </a:ln>
          </p:spPr>
        </p:sp>
        <p:sp>
          <p:nvSpPr>
            <p:cNvPr id="5571" name="Heatmap cell r15 c7"/>
            <p:cNvSpPr/>
            <p:nvPr/>
          </p:nvSpPr>
          <p:spPr>
            <a:xfrm>
              <a:off x="143935" y="392034"/>
              <a:ext cx="17140" cy="26609"/>
            </a:xfrm>
            <a:prstGeom prst="rect">
              <a:avLst/>
            </a:prstGeom>
            <a:solidFill>
              <a:srgbClr val="F0BCC3"/>
            </a:solidFill>
            <a:ln>
              <a:noFill/>
            </a:ln>
          </p:spPr>
        </p:sp>
        <p:sp>
          <p:nvSpPr>
            <p:cNvPr id="5572" name="Heatmap cell r15 c8"/>
            <p:cNvSpPr/>
            <p:nvPr/>
          </p:nvSpPr>
          <p:spPr>
            <a:xfrm>
              <a:off x="160980" y="392034"/>
              <a:ext cx="19034" cy="26609"/>
            </a:xfrm>
            <a:prstGeom prst="rect">
              <a:avLst/>
            </a:prstGeom>
            <a:solidFill>
              <a:srgbClr val="DBE3EB"/>
            </a:solidFill>
            <a:ln>
              <a:noFill/>
            </a:ln>
          </p:spPr>
        </p:sp>
        <p:sp>
          <p:nvSpPr>
            <p:cNvPr id="5573" name="Heatmap cell r15 c9"/>
            <p:cNvSpPr/>
            <p:nvPr/>
          </p:nvSpPr>
          <p:spPr>
            <a:xfrm>
              <a:off x="179919" y="392034"/>
              <a:ext cx="19034" cy="26609"/>
            </a:xfrm>
            <a:prstGeom prst="rect">
              <a:avLst/>
            </a:prstGeom>
            <a:solidFill>
              <a:srgbClr val="DFE7ED"/>
            </a:solidFill>
            <a:ln>
              <a:noFill/>
            </a:ln>
          </p:spPr>
        </p:sp>
        <p:sp>
          <p:nvSpPr>
            <p:cNvPr id="5574" name="Heatmap cell r15 c10"/>
            <p:cNvSpPr/>
            <p:nvPr/>
          </p:nvSpPr>
          <p:spPr>
            <a:xfrm>
              <a:off x="198858" y="392034"/>
              <a:ext cx="17140" cy="26609"/>
            </a:xfrm>
            <a:prstGeom prst="rect">
              <a:avLst/>
            </a:prstGeom>
            <a:solidFill>
              <a:srgbClr val="D5DFEA"/>
            </a:solidFill>
            <a:ln>
              <a:noFill/>
            </a:ln>
          </p:spPr>
        </p:sp>
        <p:sp>
          <p:nvSpPr>
            <p:cNvPr id="5575" name="Heatmap cell r15 c11"/>
            <p:cNvSpPr/>
            <p:nvPr/>
          </p:nvSpPr>
          <p:spPr>
            <a:xfrm>
              <a:off x="215903" y="392034"/>
              <a:ext cx="19034" cy="26609"/>
            </a:xfrm>
            <a:prstGeom prst="rect">
              <a:avLst/>
            </a:prstGeom>
            <a:solidFill>
              <a:srgbClr val="F8E1E3"/>
            </a:solidFill>
            <a:ln>
              <a:noFill/>
            </a:ln>
          </p:spPr>
        </p:sp>
        <p:sp>
          <p:nvSpPr>
            <p:cNvPr id="5576" name="Heatmap cell r15 c12"/>
            <p:cNvSpPr/>
            <p:nvPr/>
          </p:nvSpPr>
          <p:spPr>
            <a:xfrm>
              <a:off x="234842" y="392034"/>
              <a:ext cx="17140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5577" name="Heatmap cell r15 c13"/>
            <p:cNvSpPr/>
            <p:nvPr/>
          </p:nvSpPr>
          <p:spPr>
            <a:xfrm>
              <a:off x="251887" y="392034"/>
              <a:ext cx="19034" cy="26609"/>
            </a:xfrm>
            <a:prstGeom prst="rect">
              <a:avLst/>
            </a:prstGeom>
            <a:solidFill>
              <a:srgbClr val="ECACB1"/>
            </a:solidFill>
            <a:ln>
              <a:noFill/>
            </a:ln>
          </p:spPr>
        </p:sp>
        <p:sp>
          <p:nvSpPr>
            <p:cNvPr id="5578" name="Heatmap cell r15 c14"/>
            <p:cNvSpPr/>
            <p:nvPr/>
          </p:nvSpPr>
          <p:spPr>
            <a:xfrm>
              <a:off x="270825" y="392034"/>
              <a:ext cx="17140" cy="26609"/>
            </a:xfrm>
            <a:prstGeom prst="rect">
              <a:avLst/>
            </a:prstGeom>
            <a:solidFill>
              <a:srgbClr val="F5D0D3"/>
            </a:solidFill>
            <a:ln>
              <a:noFill/>
            </a:ln>
          </p:spPr>
        </p:sp>
        <p:sp>
          <p:nvSpPr>
            <p:cNvPr id="5579" name="Heatmap cell r15 c15"/>
            <p:cNvSpPr/>
            <p:nvPr/>
          </p:nvSpPr>
          <p:spPr>
            <a:xfrm>
              <a:off x="287870" y="392034"/>
              <a:ext cx="19034" cy="26609"/>
            </a:xfrm>
            <a:prstGeom prst="rect">
              <a:avLst/>
            </a:prstGeom>
            <a:solidFill>
              <a:srgbClr val="F6D4D7"/>
            </a:solidFill>
            <a:ln>
              <a:noFill/>
            </a:ln>
          </p:spPr>
        </p:sp>
        <p:sp>
          <p:nvSpPr>
            <p:cNvPr id="5580" name="Heatmap cell r15 c16"/>
            <p:cNvSpPr/>
            <p:nvPr/>
          </p:nvSpPr>
          <p:spPr>
            <a:xfrm>
              <a:off x="306809" y="392034"/>
              <a:ext cx="17140" cy="26609"/>
            </a:xfrm>
            <a:prstGeom prst="rect">
              <a:avLst/>
            </a:prstGeom>
            <a:solidFill>
              <a:srgbClr val="EBA1A8"/>
            </a:solidFill>
            <a:ln>
              <a:noFill/>
            </a:ln>
          </p:spPr>
        </p:sp>
        <p:sp>
          <p:nvSpPr>
            <p:cNvPr id="5581" name="Heatmap cell r15 c17"/>
            <p:cNvSpPr/>
            <p:nvPr/>
          </p:nvSpPr>
          <p:spPr>
            <a:xfrm>
              <a:off x="323854" y="392034"/>
              <a:ext cx="19034" cy="26609"/>
            </a:xfrm>
            <a:prstGeom prst="rect">
              <a:avLst/>
            </a:prstGeom>
            <a:solidFill>
              <a:srgbClr val="EBA3AB"/>
            </a:solidFill>
            <a:ln>
              <a:noFill/>
            </a:ln>
          </p:spPr>
        </p:sp>
        <p:sp>
          <p:nvSpPr>
            <p:cNvPr id="5582" name="Heatmap cell r15 c19"/>
            <p:cNvSpPr/>
            <p:nvPr/>
          </p:nvSpPr>
          <p:spPr>
            <a:xfrm>
              <a:off x="359838" y="392034"/>
              <a:ext cx="19034" cy="26609"/>
            </a:xfrm>
            <a:prstGeom prst="rect">
              <a:avLst/>
            </a:prstGeom>
            <a:solidFill>
              <a:srgbClr val="F6D4D7"/>
            </a:solidFill>
            <a:ln>
              <a:noFill/>
            </a:ln>
          </p:spPr>
        </p:sp>
        <p:sp>
          <p:nvSpPr>
            <p:cNvPr id="5583" name="Heatmap cell r15 c20"/>
            <p:cNvSpPr/>
            <p:nvPr/>
          </p:nvSpPr>
          <p:spPr>
            <a:xfrm>
              <a:off x="378777" y="392034"/>
              <a:ext cx="17140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5584" name="Heatmap cell r15 c21"/>
            <p:cNvSpPr/>
            <p:nvPr/>
          </p:nvSpPr>
          <p:spPr>
            <a:xfrm>
              <a:off x="395822" y="392034"/>
              <a:ext cx="19034" cy="26609"/>
            </a:xfrm>
            <a:prstGeom prst="rect">
              <a:avLst/>
            </a:prstGeom>
            <a:solidFill>
              <a:srgbClr val="ECACB1"/>
            </a:solidFill>
            <a:ln>
              <a:noFill/>
            </a:ln>
          </p:spPr>
        </p:sp>
        <p:sp>
          <p:nvSpPr>
            <p:cNvPr id="5585" name="Heatmap cell r15 c22"/>
            <p:cNvSpPr/>
            <p:nvPr/>
          </p:nvSpPr>
          <p:spPr>
            <a:xfrm>
              <a:off x="414760" y="392034"/>
              <a:ext cx="19034" cy="26609"/>
            </a:xfrm>
            <a:prstGeom prst="rect">
              <a:avLst/>
            </a:prstGeom>
            <a:solidFill>
              <a:srgbClr val="F7E2E4"/>
            </a:solidFill>
            <a:ln>
              <a:noFill/>
            </a:ln>
          </p:spPr>
        </p:sp>
        <p:sp>
          <p:nvSpPr>
            <p:cNvPr id="5586" name="Heatmap cell r15 c23"/>
            <p:cNvSpPr/>
            <p:nvPr/>
          </p:nvSpPr>
          <p:spPr>
            <a:xfrm>
              <a:off x="433699" y="392034"/>
              <a:ext cx="17140" cy="26609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5587" name="Heatmap cell r15 c24"/>
            <p:cNvSpPr/>
            <p:nvPr/>
          </p:nvSpPr>
          <p:spPr>
            <a:xfrm>
              <a:off x="450744" y="392034"/>
              <a:ext cx="19034" cy="26609"/>
            </a:xfrm>
            <a:prstGeom prst="rect">
              <a:avLst/>
            </a:prstGeom>
            <a:solidFill>
              <a:srgbClr val="DCE3EB"/>
            </a:solidFill>
            <a:ln>
              <a:noFill/>
            </a:ln>
          </p:spPr>
        </p:sp>
        <p:sp>
          <p:nvSpPr>
            <p:cNvPr id="5588" name="Heatmap cell r15 c25"/>
            <p:cNvSpPr/>
            <p:nvPr/>
          </p:nvSpPr>
          <p:spPr>
            <a:xfrm>
              <a:off x="469683" y="392034"/>
              <a:ext cx="17140" cy="26609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5589" name="Heatmap cell r15 c26"/>
            <p:cNvSpPr/>
            <p:nvPr/>
          </p:nvSpPr>
          <p:spPr>
            <a:xfrm>
              <a:off x="486728" y="392034"/>
              <a:ext cx="19034" cy="26609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5590" name="Heatmap cell r15 c27"/>
            <p:cNvSpPr/>
            <p:nvPr/>
          </p:nvSpPr>
          <p:spPr>
            <a:xfrm>
              <a:off x="505667" y="392034"/>
              <a:ext cx="17140" cy="26609"/>
            </a:xfrm>
            <a:prstGeom prst="rect">
              <a:avLst/>
            </a:prstGeom>
            <a:solidFill>
              <a:srgbClr val="EBA3AA"/>
            </a:solidFill>
            <a:ln>
              <a:noFill/>
            </a:ln>
          </p:spPr>
        </p:sp>
        <p:sp>
          <p:nvSpPr>
            <p:cNvPr id="5591" name="Heatmap cell r15 c28"/>
            <p:cNvSpPr/>
            <p:nvPr/>
          </p:nvSpPr>
          <p:spPr>
            <a:xfrm>
              <a:off x="522712" y="392034"/>
              <a:ext cx="19034" cy="26609"/>
            </a:xfrm>
            <a:prstGeom prst="rect">
              <a:avLst/>
            </a:prstGeom>
            <a:solidFill>
              <a:srgbClr val="EFB8BD"/>
            </a:solidFill>
            <a:ln>
              <a:noFill/>
            </a:ln>
          </p:spPr>
        </p:sp>
        <p:sp>
          <p:nvSpPr>
            <p:cNvPr id="5592" name="Heatmap cell r15 c29"/>
            <p:cNvSpPr/>
            <p:nvPr/>
          </p:nvSpPr>
          <p:spPr>
            <a:xfrm>
              <a:off x="541651" y="392034"/>
              <a:ext cx="17140" cy="26609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5593" name="Heatmap cell r15 c30"/>
            <p:cNvSpPr/>
            <p:nvPr/>
          </p:nvSpPr>
          <p:spPr>
            <a:xfrm>
              <a:off x="558696" y="392034"/>
              <a:ext cx="19034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5594" name="Heatmap cell r15 c31"/>
            <p:cNvSpPr/>
            <p:nvPr/>
          </p:nvSpPr>
          <p:spPr>
            <a:xfrm>
              <a:off x="577634" y="392034"/>
              <a:ext cx="17140" cy="26609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5595" name="Heatmap cell r15 c32"/>
            <p:cNvSpPr/>
            <p:nvPr/>
          </p:nvSpPr>
          <p:spPr>
            <a:xfrm>
              <a:off x="594679" y="392034"/>
              <a:ext cx="19034" cy="26609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5596" name="Heatmap cell r15 c33"/>
            <p:cNvSpPr/>
            <p:nvPr/>
          </p:nvSpPr>
          <p:spPr>
            <a:xfrm>
              <a:off x="613618" y="392034"/>
              <a:ext cx="17140" cy="26609"/>
            </a:xfrm>
            <a:prstGeom prst="rect">
              <a:avLst/>
            </a:prstGeom>
            <a:solidFill>
              <a:srgbClr val="F3C9CE"/>
            </a:solidFill>
            <a:ln>
              <a:noFill/>
            </a:ln>
          </p:spPr>
        </p:sp>
        <p:sp>
          <p:nvSpPr>
            <p:cNvPr id="5597" name="Heatmap cell r15 c34"/>
            <p:cNvSpPr/>
            <p:nvPr/>
          </p:nvSpPr>
          <p:spPr>
            <a:xfrm>
              <a:off x="630663" y="392034"/>
              <a:ext cx="19034" cy="26609"/>
            </a:xfrm>
            <a:prstGeom prst="rect">
              <a:avLst/>
            </a:prstGeom>
            <a:solidFill>
              <a:srgbClr val="B3C5D6"/>
            </a:solidFill>
            <a:ln>
              <a:noFill/>
            </a:ln>
          </p:spPr>
        </p:sp>
        <p:sp>
          <p:nvSpPr>
            <p:cNvPr id="5598" name="Heatmap cell r15 c35"/>
            <p:cNvSpPr/>
            <p:nvPr/>
          </p:nvSpPr>
          <p:spPr>
            <a:xfrm>
              <a:off x="649602" y="392034"/>
              <a:ext cx="19034" cy="26609"/>
            </a:xfrm>
            <a:prstGeom prst="rect">
              <a:avLst/>
            </a:prstGeom>
            <a:solidFill>
              <a:srgbClr val="E5838B"/>
            </a:solidFill>
            <a:ln>
              <a:noFill/>
            </a:ln>
          </p:spPr>
        </p:sp>
        <p:sp>
          <p:nvSpPr>
            <p:cNvPr id="5599" name="Heatmap cell r15 c36"/>
            <p:cNvSpPr/>
            <p:nvPr/>
          </p:nvSpPr>
          <p:spPr>
            <a:xfrm>
              <a:off x="668541" y="392034"/>
              <a:ext cx="17140" cy="26609"/>
            </a:xfrm>
            <a:prstGeom prst="rect">
              <a:avLst/>
            </a:prstGeom>
            <a:solidFill>
              <a:srgbClr val="EBA3AA"/>
            </a:solidFill>
            <a:ln>
              <a:noFill/>
            </a:ln>
          </p:spPr>
        </p:sp>
        <p:sp>
          <p:nvSpPr>
            <p:cNvPr id="5600" name="Heatmap cell r15 c37"/>
            <p:cNvSpPr/>
            <p:nvPr/>
          </p:nvSpPr>
          <p:spPr>
            <a:xfrm>
              <a:off x="685586" y="392034"/>
              <a:ext cx="19034" cy="26609"/>
            </a:xfrm>
            <a:prstGeom prst="rect">
              <a:avLst/>
            </a:prstGeom>
            <a:solidFill>
              <a:srgbClr val="F0BAC0"/>
            </a:solidFill>
            <a:ln>
              <a:noFill/>
            </a:ln>
          </p:spPr>
        </p:sp>
        <p:sp>
          <p:nvSpPr>
            <p:cNvPr id="5601" name="Heatmap cell r15 c38"/>
            <p:cNvSpPr/>
            <p:nvPr/>
          </p:nvSpPr>
          <p:spPr>
            <a:xfrm>
              <a:off x="704525" y="392034"/>
              <a:ext cx="17140" cy="26609"/>
            </a:xfrm>
            <a:prstGeom prst="rect">
              <a:avLst/>
            </a:prstGeom>
            <a:solidFill>
              <a:srgbClr val="EBA3AA"/>
            </a:solidFill>
            <a:ln>
              <a:noFill/>
            </a:ln>
          </p:spPr>
        </p:sp>
        <p:sp>
          <p:nvSpPr>
            <p:cNvPr id="5602" name="Heatmap cell r15 c39"/>
            <p:cNvSpPr/>
            <p:nvPr/>
          </p:nvSpPr>
          <p:spPr>
            <a:xfrm>
              <a:off x="721570" y="392034"/>
              <a:ext cx="19034" cy="26609"/>
            </a:xfrm>
            <a:prstGeom prst="rect">
              <a:avLst/>
            </a:prstGeom>
            <a:solidFill>
              <a:srgbClr val="FAEBED"/>
            </a:solidFill>
            <a:ln>
              <a:noFill/>
            </a:ln>
          </p:spPr>
        </p:sp>
        <p:sp>
          <p:nvSpPr>
            <p:cNvPr id="5603" name="Heatmap cell r15 c40"/>
            <p:cNvSpPr/>
            <p:nvPr/>
          </p:nvSpPr>
          <p:spPr>
            <a:xfrm>
              <a:off x="740508" y="392034"/>
              <a:ext cx="17140" cy="26609"/>
            </a:xfrm>
            <a:prstGeom prst="rect">
              <a:avLst/>
            </a:prstGeom>
            <a:solidFill>
              <a:srgbClr val="EB9EA4"/>
            </a:solidFill>
            <a:ln>
              <a:noFill/>
            </a:ln>
          </p:spPr>
        </p:sp>
        <p:sp>
          <p:nvSpPr>
            <p:cNvPr id="5604" name="Heatmap cell r15 c41"/>
            <p:cNvSpPr/>
            <p:nvPr/>
          </p:nvSpPr>
          <p:spPr>
            <a:xfrm>
              <a:off x="757553" y="392034"/>
              <a:ext cx="19034" cy="26609"/>
            </a:xfrm>
            <a:prstGeom prst="rect">
              <a:avLst/>
            </a:prstGeom>
            <a:solidFill>
              <a:srgbClr val="EBA6AC"/>
            </a:solidFill>
            <a:ln>
              <a:noFill/>
            </a:ln>
          </p:spPr>
        </p:sp>
        <p:sp>
          <p:nvSpPr>
            <p:cNvPr id="5605" name="Heatmap cell r15 c42"/>
            <p:cNvSpPr/>
            <p:nvPr/>
          </p:nvSpPr>
          <p:spPr>
            <a:xfrm>
              <a:off x="776492" y="392034"/>
              <a:ext cx="17140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5606" name="Heatmap cell r15 c43"/>
            <p:cNvSpPr/>
            <p:nvPr/>
          </p:nvSpPr>
          <p:spPr>
            <a:xfrm>
              <a:off x="793537" y="392034"/>
              <a:ext cx="19034" cy="26609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5607" name="Heatmap cell r15 c44"/>
            <p:cNvSpPr/>
            <p:nvPr/>
          </p:nvSpPr>
          <p:spPr>
            <a:xfrm>
              <a:off x="812476" y="392034"/>
              <a:ext cx="17140" cy="26609"/>
            </a:xfrm>
            <a:prstGeom prst="rect">
              <a:avLst/>
            </a:prstGeom>
            <a:solidFill>
              <a:srgbClr val="E9EEF4"/>
            </a:solidFill>
            <a:ln>
              <a:noFill/>
            </a:ln>
          </p:spPr>
        </p:sp>
        <p:sp>
          <p:nvSpPr>
            <p:cNvPr id="5608" name="Heatmap cell r15 c45"/>
            <p:cNvSpPr/>
            <p:nvPr/>
          </p:nvSpPr>
          <p:spPr>
            <a:xfrm>
              <a:off x="829521" y="392034"/>
              <a:ext cx="19034" cy="26609"/>
            </a:xfrm>
            <a:prstGeom prst="rect">
              <a:avLst/>
            </a:prstGeom>
            <a:solidFill>
              <a:srgbClr val="BCCDDD"/>
            </a:solidFill>
            <a:ln>
              <a:noFill/>
            </a:ln>
          </p:spPr>
        </p:sp>
        <p:sp>
          <p:nvSpPr>
            <p:cNvPr id="5609" name="Heatmap cell r15 c46"/>
            <p:cNvSpPr/>
            <p:nvPr/>
          </p:nvSpPr>
          <p:spPr>
            <a:xfrm>
              <a:off x="848460" y="392034"/>
              <a:ext cx="17140" cy="26609"/>
            </a:xfrm>
            <a:prstGeom prst="rect">
              <a:avLst/>
            </a:prstGeom>
            <a:solidFill>
              <a:srgbClr val="F1C0C4"/>
            </a:solidFill>
            <a:ln>
              <a:noFill/>
            </a:ln>
          </p:spPr>
        </p:sp>
        <p:sp>
          <p:nvSpPr>
            <p:cNvPr id="5610" name="Heatmap cell r15 c47"/>
            <p:cNvSpPr/>
            <p:nvPr/>
          </p:nvSpPr>
          <p:spPr>
            <a:xfrm>
              <a:off x="865505" y="392034"/>
              <a:ext cx="19034" cy="26609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5611" name="Heatmap cell r15 c48"/>
            <p:cNvSpPr/>
            <p:nvPr/>
          </p:nvSpPr>
          <p:spPr>
            <a:xfrm>
              <a:off x="884444" y="392034"/>
              <a:ext cx="19034" cy="26609"/>
            </a:xfrm>
            <a:prstGeom prst="rect">
              <a:avLst/>
            </a:prstGeom>
            <a:solidFill>
              <a:srgbClr val="FBF5F5"/>
            </a:solidFill>
            <a:ln>
              <a:noFill/>
            </a:ln>
          </p:spPr>
        </p:sp>
        <p:sp>
          <p:nvSpPr>
            <p:cNvPr id="5612" name="Heatmap cell r15 c49"/>
            <p:cNvSpPr/>
            <p:nvPr/>
          </p:nvSpPr>
          <p:spPr>
            <a:xfrm>
              <a:off x="903382" y="392034"/>
              <a:ext cx="17140" cy="26609"/>
            </a:xfrm>
            <a:prstGeom prst="rect">
              <a:avLst/>
            </a:prstGeom>
            <a:solidFill>
              <a:srgbClr val="F2C8CD"/>
            </a:solidFill>
            <a:ln>
              <a:noFill/>
            </a:ln>
          </p:spPr>
        </p:sp>
        <p:sp>
          <p:nvSpPr>
            <p:cNvPr id="5613" name="Heatmap cell r15 c50"/>
            <p:cNvSpPr/>
            <p:nvPr/>
          </p:nvSpPr>
          <p:spPr>
            <a:xfrm>
              <a:off x="920427" y="392034"/>
              <a:ext cx="19034" cy="26609"/>
            </a:xfrm>
            <a:prstGeom prst="rect">
              <a:avLst/>
            </a:prstGeom>
            <a:solidFill>
              <a:srgbClr val="A9BCD2"/>
            </a:solidFill>
            <a:ln>
              <a:noFill/>
            </a:ln>
          </p:spPr>
        </p:sp>
        <p:sp>
          <p:nvSpPr>
            <p:cNvPr id="5614" name="Heatmap cell r15 c51"/>
            <p:cNvSpPr/>
            <p:nvPr/>
          </p:nvSpPr>
          <p:spPr>
            <a:xfrm>
              <a:off x="939366" y="392034"/>
              <a:ext cx="17140" cy="26609"/>
            </a:xfrm>
            <a:prstGeom prst="rect">
              <a:avLst/>
            </a:prstGeom>
            <a:solidFill>
              <a:srgbClr val="F4CACD"/>
            </a:solidFill>
            <a:ln>
              <a:noFill/>
            </a:ln>
          </p:spPr>
        </p:sp>
        <p:sp>
          <p:nvSpPr>
            <p:cNvPr id="5615" name="Heatmap cell r15 c52"/>
            <p:cNvSpPr/>
            <p:nvPr/>
          </p:nvSpPr>
          <p:spPr>
            <a:xfrm>
              <a:off x="956411" y="392034"/>
              <a:ext cx="19034" cy="26609"/>
            </a:xfrm>
            <a:prstGeom prst="rect">
              <a:avLst/>
            </a:prstGeom>
            <a:solidFill>
              <a:srgbClr val="F7D7DB"/>
            </a:solidFill>
            <a:ln>
              <a:noFill/>
            </a:ln>
          </p:spPr>
        </p:sp>
        <p:sp>
          <p:nvSpPr>
            <p:cNvPr id="5616" name="Heatmap cell r15 c53"/>
            <p:cNvSpPr/>
            <p:nvPr/>
          </p:nvSpPr>
          <p:spPr>
            <a:xfrm>
              <a:off x="975350" y="392034"/>
              <a:ext cx="17140" cy="26609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5617" name="Heatmap cell r15 c54"/>
            <p:cNvSpPr/>
            <p:nvPr/>
          </p:nvSpPr>
          <p:spPr>
            <a:xfrm>
              <a:off x="992395" y="392034"/>
              <a:ext cx="19034" cy="26609"/>
            </a:xfrm>
            <a:prstGeom prst="rect">
              <a:avLst/>
            </a:prstGeom>
            <a:solidFill>
              <a:srgbClr val="F4CACD"/>
            </a:solidFill>
            <a:ln>
              <a:noFill/>
            </a:ln>
          </p:spPr>
        </p:sp>
        <p:sp>
          <p:nvSpPr>
            <p:cNvPr id="5618" name="Heatmap cell r15 c55"/>
            <p:cNvSpPr/>
            <p:nvPr/>
          </p:nvSpPr>
          <p:spPr>
            <a:xfrm>
              <a:off x="1011334" y="392034"/>
              <a:ext cx="17140" cy="26609"/>
            </a:xfrm>
            <a:prstGeom prst="rect">
              <a:avLst/>
            </a:prstGeom>
            <a:solidFill>
              <a:srgbClr val="EB9EA4"/>
            </a:solidFill>
            <a:ln>
              <a:noFill/>
            </a:ln>
          </p:spPr>
        </p:sp>
        <p:sp>
          <p:nvSpPr>
            <p:cNvPr id="5619" name="Heatmap cell r15 c56"/>
            <p:cNvSpPr/>
            <p:nvPr/>
          </p:nvSpPr>
          <p:spPr>
            <a:xfrm>
              <a:off x="1028379" y="392034"/>
              <a:ext cx="19034" cy="26609"/>
            </a:xfrm>
            <a:prstGeom prst="rect">
              <a:avLst/>
            </a:prstGeom>
            <a:solidFill>
              <a:srgbClr val="EFB7BB"/>
            </a:solidFill>
            <a:ln>
              <a:noFill/>
            </a:ln>
          </p:spPr>
        </p:sp>
        <p:sp>
          <p:nvSpPr>
            <p:cNvPr id="5620" name="Heatmap cell r15 c57"/>
            <p:cNvSpPr/>
            <p:nvPr/>
          </p:nvSpPr>
          <p:spPr>
            <a:xfrm>
              <a:off x="1047318" y="392034"/>
              <a:ext cx="17140" cy="26609"/>
            </a:xfrm>
            <a:prstGeom prst="rect">
              <a:avLst/>
            </a:prstGeom>
            <a:solidFill>
              <a:srgbClr val="FBF3F4"/>
            </a:solidFill>
            <a:ln>
              <a:noFill/>
            </a:ln>
          </p:spPr>
        </p:sp>
        <p:sp>
          <p:nvSpPr>
            <p:cNvPr id="5621" name="Heatmap cell r15 c58"/>
            <p:cNvSpPr/>
            <p:nvPr/>
          </p:nvSpPr>
          <p:spPr>
            <a:xfrm>
              <a:off x="1064363" y="392034"/>
              <a:ext cx="19034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5622" name="Heatmap cell r15 c59"/>
            <p:cNvSpPr/>
            <p:nvPr/>
          </p:nvSpPr>
          <p:spPr>
            <a:xfrm>
              <a:off x="1083301" y="392034"/>
              <a:ext cx="17140" cy="26609"/>
            </a:xfrm>
            <a:prstGeom prst="rect">
              <a:avLst/>
            </a:prstGeom>
            <a:solidFill>
              <a:srgbClr val="E3EAF0"/>
            </a:solidFill>
            <a:ln>
              <a:noFill/>
            </a:ln>
          </p:spPr>
        </p:sp>
        <p:sp>
          <p:nvSpPr>
            <p:cNvPr id="5623" name="Heatmap cell r15 c60"/>
            <p:cNvSpPr/>
            <p:nvPr/>
          </p:nvSpPr>
          <p:spPr>
            <a:xfrm>
              <a:off x="1100346" y="392034"/>
              <a:ext cx="19034" cy="26609"/>
            </a:xfrm>
            <a:prstGeom prst="rect">
              <a:avLst/>
            </a:prstGeom>
            <a:solidFill>
              <a:srgbClr val="C3D1DF"/>
            </a:solidFill>
            <a:ln>
              <a:noFill/>
            </a:ln>
          </p:spPr>
        </p:sp>
        <p:sp>
          <p:nvSpPr>
            <p:cNvPr id="5624" name="Heatmap cell r15 c61"/>
            <p:cNvSpPr/>
            <p:nvPr/>
          </p:nvSpPr>
          <p:spPr>
            <a:xfrm>
              <a:off x="1119285" y="392034"/>
              <a:ext cx="19034" cy="26609"/>
            </a:xfrm>
            <a:prstGeom prst="rect">
              <a:avLst/>
            </a:prstGeom>
            <a:solidFill>
              <a:srgbClr val="EBA2A9"/>
            </a:solidFill>
            <a:ln>
              <a:noFill/>
            </a:ln>
          </p:spPr>
        </p:sp>
        <p:sp>
          <p:nvSpPr>
            <p:cNvPr id="5625" name="Heatmap cell r15 c62"/>
            <p:cNvSpPr/>
            <p:nvPr/>
          </p:nvSpPr>
          <p:spPr>
            <a:xfrm>
              <a:off x="1138224" y="392034"/>
              <a:ext cx="17140" cy="26609"/>
            </a:xfrm>
            <a:prstGeom prst="rect">
              <a:avLst/>
            </a:prstGeom>
            <a:solidFill>
              <a:srgbClr val="FCF7F7"/>
            </a:solidFill>
            <a:ln>
              <a:noFill/>
            </a:ln>
          </p:spPr>
        </p:sp>
        <p:sp>
          <p:nvSpPr>
            <p:cNvPr id="5626" name="Heatmap cell r15 c63"/>
            <p:cNvSpPr/>
            <p:nvPr/>
          </p:nvSpPr>
          <p:spPr>
            <a:xfrm>
              <a:off x="1155269" y="392034"/>
              <a:ext cx="19034" cy="26609"/>
            </a:xfrm>
            <a:prstGeom prst="rect">
              <a:avLst/>
            </a:prstGeom>
            <a:solidFill>
              <a:srgbClr val="F8DDDF"/>
            </a:solidFill>
            <a:ln>
              <a:noFill/>
            </a:ln>
          </p:spPr>
        </p:sp>
        <p:sp>
          <p:nvSpPr>
            <p:cNvPr id="5627" name="Heatmap cell r15 c64"/>
            <p:cNvSpPr/>
            <p:nvPr/>
          </p:nvSpPr>
          <p:spPr>
            <a:xfrm>
              <a:off x="1174208" y="392034"/>
              <a:ext cx="17140" cy="26609"/>
            </a:xfrm>
            <a:prstGeom prst="rect">
              <a:avLst/>
            </a:prstGeom>
            <a:solidFill>
              <a:srgbClr val="D2DDE7"/>
            </a:solidFill>
            <a:ln>
              <a:noFill/>
            </a:ln>
          </p:spPr>
        </p:sp>
        <p:sp>
          <p:nvSpPr>
            <p:cNvPr id="5628" name="Heatmap cell r15 c65"/>
            <p:cNvSpPr/>
            <p:nvPr/>
          </p:nvSpPr>
          <p:spPr>
            <a:xfrm>
              <a:off x="1191253" y="392034"/>
              <a:ext cx="19034" cy="26609"/>
            </a:xfrm>
            <a:prstGeom prst="rect">
              <a:avLst/>
            </a:prstGeom>
            <a:solidFill>
              <a:srgbClr val="CAD6E3"/>
            </a:solidFill>
            <a:ln>
              <a:noFill/>
            </a:ln>
          </p:spPr>
        </p:sp>
        <p:sp>
          <p:nvSpPr>
            <p:cNvPr id="5629" name="Heatmap cell r15 c66"/>
            <p:cNvSpPr/>
            <p:nvPr/>
          </p:nvSpPr>
          <p:spPr>
            <a:xfrm>
              <a:off x="1210192" y="392034"/>
              <a:ext cx="17140" cy="26609"/>
            </a:xfrm>
            <a:prstGeom prst="rect">
              <a:avLst/>
            </a:prstGeom>
            <a:solidFill>
              <a:srgbClr val="F3C6CB"/>
            </a:solidFill>
            <a:ln>
              <a:noFill/>
            </a:ln>
          </p:spPr>
        </p:sp>
        <p:sp>
          <p:nvSpPr>
            <p:cNvPr id="5630" name="Heatmap cell r15 c67"/>
            <p:cNvSpPr/>
            <p:nvPr/>
          </p:nvSpPr>
          <p:spPr>
            <a:xfrm>
              <a:off x="1227236" y="392034"/>
              <a:ext cx="19034" cy="26609"/>
            </a:xfrm>
            <a:prstGeom prst="rect">
              <a:avLst/>
            </a:prstGeom>
            <a:solidFill>
              <a:srgbClr val="CFDAE4"/>
            </a:solidFill>
            <a:ln>
              <a:noFill/>
            </a:ln>
          </p:spPr>
        </p:sp>
        <p:sp>
          <p:nvSpPr>
            <p:cNvPr id="5631" name="Heatmap cell r15 c68"/>
            <p:cNvSpPr/>
            <p:nvPr/>
          </p:nvSpPr>
          <p:spPr>
            <a:xfrm>
              <a:off x="1246175" y="392034"/>
              <a:ext cx="17140" cy="26609"/>
            </a:xfrm>
            <a:prstGeom prst="rect">
              <a:avLst/>
            </a:prstGeom>
            <a:solidFill>
              <a:srgbClr val="F7DADC"/>
            </a:solidFill>
            <a:ln>
              <a:noFill/>
            </a:ln>
          </p:spPr>
        </p:sp>
        <p:sp>
          <p:nvSpPr>
            <p:cNvPr id="5632" name="Heatmap cell r15 c69"/>
            <p:cNvSpPr/>
            <p:nvPr/>
          </p:nvSpPr>
          <p:spPr>
            <a:xfrm>
              <a:off x="1263220" y="392034"/>
              <a:ext cx="19034" cy="26609"/>
            </a:xfrm>
            <a:prstGeom prst="rect">
              <a:avLst/>
            </a:prstGeom>
            <a:solidFill>
              <a:srgbClr val="F4CCD1"/>
            </a:solidFill>
            <a:ln>
              <a:noFill/>
            </a:ln>
          </p:spPr>
        </p:sp>
        <p:sp>
          <p:nvSpPr>
            <p:cNvPr id="5633" name="Heatmap cell r15 c70"/>
            <p:cNvSpPr/>
            <p:nvPr/>
          </p:nvSpPr>
          <p:spPr>
            <a:xfrm>
              <a:off x="1282159" y="392034"/>
              <a:ext cx="17140" cy="26609"/>
            </a:xfrm>
            <a:prstGeom prst="rect">
              <a:avLst/>
            </a:prstGeom>
            <a:solidFill>
              <a:srgbClr val="EFB4B9"/>
            </a:solidFill>
            <a:ln>
              <a:noFill/>
            </a:ln>
          </p:spPr>
        </p:sp>
        <p:sp>
          <p:nvSpPr>
            <p:cNvPr id="5634" name="Heatmap cell r15 c71"/>
            <p:cNvSpPr/>
            <p:nvPr/>
          </p:nvSpPr>
          <p:spPr>
            <a:xfrm>
              <a:off x="1299204" y="392034"/>
              <a:ext cx="19034" cy="26609"/>
            </a:xfrm>
            <a:prstGeom prst="rect">
              <a:avLst/>
            </a:prstGeom>
            <a:solidFill>
              <a:srgbClr val="EAEEF4"/>
            </a:solidFill>
            <a:ln>
              <a:noFill/>
            </a:ln>
          </p:spPr>
        </p:sp>
        <p:sp>
          <p:nvSpPr>
            <p:cNvPr id="5635" name="Heatmap cell r15 c72"/>
            <p:cNvSpPr/>
            <p:nvPr/>
          </p:nvSpPr>
          <p:spPr>
            <a:xfrm>
              <a:off x="1318143" y="392034"/>
              <a:ext cx="17140" cy="26609"/>
            </a:xfrm>
            <a:prstGeom prst="rect">
              <a:avLst/>
            </a:prstGeom>
            <a:solidFill>
              <a:srgbClr val="EBA3AB"/>
            </a:solidFill>
            <a:ln>
              <a:noFill/>
            </a:ln>
          </p:spPr>
        </p:sp>
        <p:sp>
          <p:nvSpPr>
            <p:cNvPr id="5636" name="Heatmap cell r15 c73"/>
            <p:cNvSpPr/>
            <p:nvPr/>
          </p:nvSpPr>
          <p:spPr>
            <a:xfrm>
              <a:off x="1335188" y="392034"/>
              <a:ext cx="19034" cy="26609"/>
            </a:xfrm>
            <a:prstGeom prst="rect">
              <a:avLst/>
            </a:prstGeom>
            <a:solidFill>
              <a:srgbClr val="ECACB1"/>
            </a:solidFill>
            <a:ln>
              <a:noFill/>
            </a:ln>
          </p:spPr>
        </p:sp>
        <p:sp>
          <p:nvSpPr>
            <p:cNvPr id="5637" name="Heatmap cell r15 c74"/>
            <p:cNvSpPr/>
            <p:nvPr/>
          </p:nvSpPr>
          <p:spPr>
            <a:xfrm>
              <a:off x="1354127" y="392034"/>
              <a:ext cx="17140" cy="26609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5638" name="Heatmap cell r15 c75"/>
            <p:cNvSpPr/>
            <p:nvPr/>
          </p:nvSpPr>
          <p:spPr>
            <a:xfrm>
              <a:off x="1371172" y="392034"/>
              <a:ext cx="19034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5639" name="Heatmap cell r15 c76"/>
            <p:cNvSpPr/>
            <p:nvPr/>
          </p:nvSpPr>
          <p:spPr>
            <a:xfrm>
              <a:off x="1390110" y="392034"/>
              <a:ext cx="19034" cy="26609"/>
            </a:xfrm>
            <a:prstGeom prst="rect">
              <a:avLst/>
            </a:prstGeom>
            <a:solidFill>
              <a:srgbClr val="F7DADC"/>
            </a:solidFill>
            <a:ln>
              <a:noFill/>
            </a:ln>
          </p:spPr>
        </p:sp>
        <p:sp>
          <p:nvSpPr>
            <p:cNvPr id="5640" name="Heatmap cell r15 c77"/>
            <p:cNvSpPr/>
            <p:nvPr/>
          </p:nvSpPr>
          <p:spPr>
            <a:xfrm>
              <a:off x="1409049" y="392034"/>
              <a:ext cx="17140" cy="26609"/>
            </a:xfrm>
            <a:prstGeom prst="rect">
              <a:avLst/>
            </a:prstGeom>
            <a:solidFill>
              <a:srgbClr val="ACC1D3"/>
            </a:solidFill>
            <a:ln>
              <a:noFill/>
            </a:ln>
          </p:spPr>
        </p:sp>
        <p:sp>
          <p:nvSpPr>
            <p:cNvPr id="5641" name="Heatmap cell r15 c78"/>
            <p:cNvSpPr/>
            <p:nvPr/>
          </p:nvSpPr>
          <p:spPr>
            <a:xfrm>
              <a:off x="1426094" y="392034"/>
              <a:ext cx="19034" cy="26609"/>
            </a:xfrm>
            <a:prstGeom prst="rect">
              <a:avLst/>
            </a:prstGeom>
            <a:solidFill>
              <a:srgbClr val="FBF1F3"/>
            </a:solidFill>
            <a:ln>
              <a:noFill/>
            </a:ln>
          </p:spPr>
        </p:sp>
        <p:sp>
          <p:nvSpPr>
            <p:cNvPr id="5642" name="Heatmap cell r15 c79"/>
            <p:cNvSpPr/>
            <p:nvPr/>
          </p:nvSpPr>
          <p:spPr>
            <a:xfrm>
              <a:off x="1445033" y="392034"/>
              <a:ext cx="17140" cy="26609"/>
            </a:xfrm>
            <a:prstGeom prst="rect">
              <a:avLst/>
            </a:prstGeom>
            <a:solidFill>
              <a:srgbClr val="EDB0B6"/>
            </a:solidFill>
            <a:ln>
              <a:noFill/>
            </a:ln>
          </p:spPr>
        </p:sp>
        <p:sp>
          <p:nvSpPr>
            <p:cNvPr id="5643" name="Heatmap cell r15 c80"/>
            <p:cNvSpPr/>
            <p:nvPr/>
          </p:nvSpPr>
          <p:spPr>
            <a:xfrm>
              <a:off x="1462078" y="392034"/>
              <a:ext cx="19034" cy="26609"/>
            </a:xfrm>
            <a:prstGeom prst="rect">
              <a:avLst/>
            </a:prstGeom>
            <a:solidFill>
              <a:srgbClr val="FBF5F5"/>
            </a:solidFill>
            <a:ln>
              <a:noFill/>
            </a:ln>
          </p:spPr>
        </p:sp>
        <p:sp>
          <p:nvSpPr>
            <p:cNvPr id="5644" name="Heatmap cell r15 c81"/>
            <p:cNvSpPr/>
            <p:nvPr/>
          </p:nvSpPr>
          <p:spPr>
            <a:xfrm>
              <a:off x="1481017" y="392034"/>
              <a:ext cx="17140" cy="26609"/>
            </a:xfrm>
            <a:prstGeom prst="rect">
              <a:avLst/>
            </a:prstGeom>
            <a:solidFill>
              <a:srgbClr val="F1C0C6"/>
            </a:solidFill>
            <a:ln>
              <a:noFill/>
            </a:ln>
          </p:spPr>
        </p:sp>
        <p:sp>
          <p:nvSpPr>
            <p:cNvPr id="5645" name="Heatmap cell r15 c82"/>
            <p:cNvSpPr/>
            <p:nvPr/>
          </p:nvSpPr>
          <p:spPr>
            <a:xfrm>
              <a:off x="1498062" y="392034"/>
              <a:ext cx="19034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5646" name="Heatmap cell r15 c83"/>
            <p:cNvSpPr/>
            <p:nvPr/>
          </p:nvSpPr>
          <p:spPr>
            <a:xfrm>
              <a:off x="1517001" y="392034"/>
              <a:ext cx="17140" cy="26609"/>
            </a:xfrm>
            <a:prstGeom prst="rect">
              <a:avLst/>
            </a:prstGeom>
            <a:solidFill>
              <a:srgbClr val="E2EAEF"/>
            </a:solidFill>
            <a:ln>
              <a:noFill/>
            </a:ln>
          </p:spPr>
        </p:sp>
        <p:sp>
          <p:nvSpPr>
            <p:cNvPr id="5647" name="Heatmap cell r15 c84"/>
            <p:cNvSpPr/>
            <p:nvPr/>
          </p:nvSpPr>
          <p:spPr>
            <a:xfrm>
              <a:off x="1534046" y="392034"/>
              <a:ext cx="19034" cy="26609"/>
            </a:xfrm>
            <a:prstGeom prst="rect">
              <a:avLst/>
            </a:prstGeom>
            <a:solidFill>
              <a:srgbClr val="F7D7DB"/>
            </a:solidFill>
            <a:ln>
              <a:noFill/>
            </a:ln>
          </p:spPr>
        </p:sp>
        <p:sp>
          <p:nvSpPr>
            <p:cNvPr id="5648" name="Heatmap cell r15 c85"/>
            <p:cNvSpPr/>
            <p:nvPr/>
          </p:nvSpPr>
          <p:spPr>
            <a:xfrm>
              <a:off x="1552984" y="392034"/>
              <a:ext cx="17140" cy="26609"/>
            </a:xfrm>
            <a:prstGeom prst="rect">
              <a:avLst/>
            </a:prstGeom>
            <a:solidFill>
              <a:srgbClr val="EDADB4"/>
            </a:solidFill>
            <a:ln>
              <a:noFill/>
            </a:ln>
          </p:spPr>
        </p:sp>
        <p:sp>
          <p:nvSpPr>
            <p:cNvPr id="5649" name="Heatmap cell r15 c86"/>
            <p:cNvSpPr/>
            <p:nvPr/>
          </p:nvSpPr>
          <p:spPr>
            <a:xfrm>
              <a:off x="1570029" y="392034"/>
              <a:ext cx="19034" cy="26609"/>
            </a:xfrm>
            <a:prstGeom prst="rect">
              <a:avLst/>
            </a:prstGeom>
            <a:solidFill>
              <a:srgbClr val="E2EAEF"/>
            </a:solidFill>
            <a:ln>
              <a:noFill/>
            </a:ln>
          </p:spPr>
        </p:sp>
        <p:sp>
          <p:nvSpPr>
            <p:cNvPr id="5650" name="Heatmap cell r15 c87"/>
            <p:cNvSpPr/>
            <p:nvPr/>
          </p:nvSpPr>
          <p:spPr>
            <a:xfrm>
              <a:off x="1588968" y="392034"/>
              <a:ext cx="17140" cy="26609"/>
            </a:xfrm>
            <a:prstGeom prst="rect">
              <a:avLst/>
            </a:prstGeom>
            <a:solidFill>
              <a:srgbClr val="F1BEC3"/>
            </a:solidFill>
            <a:ln>
              <a:noFill/>
            </a:ln>
          </p:spPr>
        </p:sp>
        <p:sp>
          <p:nvSpPr>
            <p:cNvPr id="5651" name="Heatmap cell r15 c88"/>
            <p:cNvSpPr/>
            <p:nvPr/>
          </p:nvSpPr>
          <p:spPr>
            <a:xfrm>
              <a:off x="1606013" y="392034"/>
              <a:ext cx="19034" cy="26609"/>
            </a:xfrm>
            <a:prstGeom prst="rect">
              <a:avLst/>
            </a:prstGeom>
            <a:solidFill>
              <a:srgbClr val="D3DEE8"/>
            </a:solidFill>
            <a:ln>
              <a:noFill/>
            </a:ln>
          </p:spPr>
        </p:sp>
        <p:sp>
          <p:nvSpPr>
            <p:cNvPr id="5652" name="Heatmap cell r15 c89"/>
            <p:cNvSpPr/>
            <p:nvPr/>
          </p:nvSpPr>
          <p:spPr>
            <a:xfrm>
              <a:off x="1624952" y="392034"/>
              <a:ext cx="19034" cy="26609"/>
            </a:xfrm>
            <a:prstGeom prst="rect">
              <a:avLst/>
            </a:prstGeom>
            <a:solidFill>
              <a:srgbClr val="E7EBF1"/>
            </a:solidFill>
            <a:ln>
              <a:noFill/>
            </a:ln>
          </p:spPr>
        </p:sp>
        <p:sp>
          <p:nvSpPr>
            <p:cNvPr id="5653" name="Heatmap cell r15 c90"/>
            <p:cNvSpPr/>
            <p:nvPr/>
          </p:nvSpPr>
          <p:spPr>
            <a:xfrm>
              <a:off x="1643891" y="392034"/>
              <a:ext cx="17140" cy="26609"/>
            </a:xfrm>
            <a:prstGeom prst="rect">
              <a:avLst/>
            </a:prstGeom>
            <a:solidFill>
              <a:srgbClr val="C4D2DF"/>
            </a:solidFill>
            <a:ln>
              <a:noFill/>
            </a:ln>
          </p:spPr>
        </p:sp>
        <p:sp>
          <p:nvSpPr>
            <p:cNvPr id="5654" name="Heatmap cell r15 c91"/>
            <p:cNvSpPr/>
            <p:nvPr/>
          </p:nvSpPr>
          <p:spPr>
            <a:xfrm>
              <a:off x="1660936" y="392034"/>
              <a:ext cx="19034" cy="26609"/>
            </a:xfrm>
            <a:prstGeom prst="rect">
              <a:avLst/>
            </a:prstGeom>
            <a:solidFill>
              <a:srgbClr val="FBF0F1"/>
            </a:solidFill>
            <a:ln>
              <a:noFill/>
            </a:ln>
          </p:spPr>
        </p:sp>
        <p:sp>
          <p:nvSpPr>
            <p:cNvPr id="5655" name="Heatmap cell r15 c92"/>
            <p:cNvSpPr/>
            <p:nvPr/>
          </p:nvSpPr>
          <p:spPr>
            <a:xfrm>
              <a:off x="1679875" y="392034"/>
              <a:ext cx="17140" cy="26609"/>
            </a:xfrm>
            <a:prstGeom prst="rect">
              <a:avLst/>
            </a:prstGeom>
            <a:solidFill>
              <a:srgbClr val="DAE2EB"/>
            </a:solidFill>
            <a:ln>
              <a:noFill/>
            </a:ln>
          </p:spPr>
        </p:sp>
        <p:sp>
          <p:nvSpPr>
            <p:cNvPr id="5656" name="Heatmap cell r15 c93"/>
            <p:cNvSpPr/>
            <p:nvPr/>
          </p:nvSpPr>
          <p:spPr>
            <a:xfrm>
              <a:off x="1696920" y="392034"/>
              <a:ext cx="19034" cy="26609"/>
            </a:xfrm>
            <a:prstGeom prst="rect">
              <a:avLst/>
            </a:prstGeom>
            <a:solidFill>
              <a:srgbClr val="ECABB0"/>
            </a:solidFill>
            <a:ln>
              <a:noFill/>
            </a:ln>
          </p:spPr>
        </p:sp>
        <p:sp>
          <p:nvSpPr>
            <p:cNvPr id="5657" name="Heatmap cell r15 c94"/>
            <p:cNvSpPr/>
            <p:nvPr/>
          </p:nvSpPr>
          <p:spPr>
            <a:xfrm>
              <a:off x="1715858" y="392034"/>
              <a:ext cx="17140" cy="26609"/>
            </a:xfrm>
            <a:prstGeom prst="rect">
              <a:avLst/>
            </a:prstGeom>
            <a:solidFill>
              <a:srgbClr val="F6F8F9"/>
            </a:solidFill>
            <a:ln>
              <a:noFill/>
            </a:ln>
          </p:spPr>
        </p:sp>
        <p:sp>
          <p:nvSpPr>
            <p:cNvPr id="5658" name="Heatmap cell r15 c95"/>
            <p:cNvSpPr/>
            <p:nvPr/>
          </p:nvSpPr>
          <p:spPr>
            <a:xfrm>
              <a:off x="1732903" y="392034"/>
              <a:ext cx="19034" cy="26609"/>
            </a:xfrm>
            <a:prstGeom prst="rect">
              <a:avLst/>
            </a:prstGeom>
            <a:solidFill>
              <a:srgbClr val="D3DEE8"/>
            </a:solidFill>
            <a:ln>
              <a:noFill/>
            </a:ln>
          </p:spPr>
        </p:sp>
        <p:sp>
          <p:nvSpPr>
            <p:cNvPr id="5659" name="Heatmap cell r15 c96"/>
            <p:cNvSpPr/>
            <p:nvPr/>
          </p:nvSpPr>
          <p:spPr>
            <a:xfrm>
              <a:off x="1751842" y="392034"/>
              <a:ext cx="17140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5660" name="Heatmap cell r15 c97"/>
            <p:cNvSpPr/>
            <p:nvPr/>
          </p:nvSpPr>
          <p:spPr>
            <a:xfrm>
              <a:off x="1768887" y="392034"/>
              <a:ext cx="19034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5661" name="Heatmap cell r15 c98"/>
            <p:cNvSpPr/>
            <p:nvPr/>
          </p:nvSpPr>
          <p:spPr>
            <a:xfrm>
              <a:off x="1787826" y="392034"/>
              <a:ext cx="17140" cy="26609"/>
            </a:xfrm>
            <a:prstGeom prst="rect">
              <a:avLst/>
            </a:prstGeom>
            <a:solidFill>
              <a:srgbClr val="205489"/>
            </a:solidFill>
            <a:ln>
              <a:noFill/>
            </a:ln>
          </p:spPr>
        </p:sp>
        <p:sp>
          <p:nvSpPr>
            <p:cNvPr id="5662" name="Heatmap cell r15 c99"/>
            <p:cNvSpPr/>
            <p:nvPr/>
          </p:nvSpPr>
          <p:spPr>
            <a:xfrm>
              <a:off x="1804871" y="392034"/>
              <a:ext cx="19034" cy="26609"/>
            </a:xfrm>
            <a:prstGeom prst="rect">
              <a:avLst/>
            </a:prstGeom>
            <a:solidFill>
              <a:srgbClr val="E1E9EF"/>
            </a:solidFill>
            <a:ln>
              <a:noFill/>
            </a:ln>
          </p:spPr>
        </p:sp>
        <p:sp>
          <p:nvSpPr>
            <p:cNvPr id="5663" name="Heatmap cell r15 c100"/>
            <p:cNvSpPr/>
            <p:nvPr/>
          </p:nvSpPr>
          <p:spPr>
            <a:xfrm>
              <a:off x="1823810" y="392034"/>
              <a:ext cx="17140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5664" name="Heatmap cell r15 c101"/>
            <p:cNvSpPr/>
            <p:nvPr/>
          </p:nvSpPr>
          <p:spPr>
            <a:xfrm>
              <a:off x="1840855" y="392034"/>
              <a:ext cx="19034" cy="26609"/>
            </a:xfrm>
            <a:prstGeom prst="rect">
              <a:avLst/>
            </a:prstGeom>
            <a:solidFill>
              <a:srgbClr val="D2DDE7"/>
            </a:solidFill>
            <a:ln>
              <a:noFill/>
            </a:ln>
          </p:spPr>
        </p:sp>
        <p:sp>
          <p:nvSpPr>
            <p:cNvPr id="5665" name="Heatmap cell r15 c102"/>
            <p:cNvSpPr/>
            <p:nvPr/>
          </p:nvSpPr>
          <p:spPr>
            <a:xfrm>
              <a:off x="1859794" y="392034"/>
              <a:ext cx="19034" cy="26609"/>
            </a:xfrm>
            <a:prstGeom prst="rect">
              <a:avLst/>
            </a:prstGeom>
            <a:solidFill>
              <a:srgbClr val="E89199"/>
            </a:solidFill>
            <a:ln>
              <a:noFill/>
            </a:ln>
          </p:spPr>
        </p:sp>
        <p:sp>
          <p:nvSpPr>
            <p:cNvPr id="5666" name="Heatmap cell r15 c103"/>
            <p:cNvSpPr/>
            <p:nvPr/>
          </p:nvSpPr>
          <p:spPr>
            <a:xfrm>
              <a:off x="1878732" y="392034"/>
              <a:ext cx="17140" cy="26609"/>
            </a:xfrm>
            <a:prstGeom prst="rect">
              <a:avLst/>
            </a:prstGeom>
            <a:solidFill>
              <a:srgbClr val="FBF0F1"/>
            </a:solidFill>
            <a:ln>
              <a:noFill/>
            </a:ln>
          </p:spPr>
        </p:sp>
        <p:sp>
          <p:nvSpPr>
            <p:cNvPr id="5667" name="Heatmap cell r15 c104"/>
            <p:cNvSpPr/>
            <p:nvPr/>
          </p:nvSpPr>
          <p:spPr>
            <a:xfrm>
              <a:off x="1895777" y="392034"/>
              <a:ext cx="19034" cy="26609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5668" name="Heatmap cell r15 c105"/>
            <p:cNvSpPr/>
            <p:nvPr/>
          </p:nvSpPr>
          <p:spPr>
            <a:xfrm>
              <a:off x="1914716" y="392034"/>
              <a:ext cx="17140" cy="26609"/>
            </a:xfrm>
            <a:prstGeom prst="rect">
              <a:avLst/>
            </a:prstGeom>
            <a:solidFill>
              <a:srgbClr val="E2EAEF"/>
            </a:solidFill>
            <a:ln>
              <a:noFill/>
            </a:ln>
          </p:spPr>
        </p:sp>
        <p:sp>
          <p:nvSpPr>
            <p:cNvPr id="5669" name="Heatmap cell r15 c106"/>
            <p:cNvSpPr/>
            <p:nvPr/>
          </p:nvSpPr>
          <p:spPr>
            <a:xfrm>
              <a:off x="1931761" y="392034"/>
              <a:ext cx="19034" cy="26609"/>
            </a:xfrm>
            <a:prstGeom prst="rect">
              <a:avLst/>
            </a:prstGeom>
            <a:solidFill>
              <a:srgbClr val="F6D5D9"/>
            </a:solidFill>
            <a:ln>
              <a:noFill/>
            </a:ln>
          </p:spPr>
        </p:sp>
        <p:sp>
          <p:nvSpPr>
            <p:cNvPr id="5670" name="Heatmap cell r15 c107"/>
            <p:cNvSpPr/>
            <p:nvPr/>
          </p:nvSpPr>
          <p:spPr>
            <a:xfrm>
              <a:off x="1950700" y="392034"/>
              <a:ext cx="17140" cy="26609"/>
            </a:xfrm>
            <a:prstGeom prst="rect">
              <a:avLst/>
            </a:prstGeom>
            <a:solidFill>
              <a:srgbClr val="E2EAEF"/>
            </a:solidFill>
            <a:ln>
              <a:noFill/>
            </a:ln>
          </p:spPr>
        </p:sp>
        <p:sp>
          <p:nvSpPr>
            <p:cNvPr id="5671" name="Heatmap cell r15 c108"/>
            <p:cNvSpPr/>
            <p:nvPr/>
          </p:nvSpPr>
          <p:spPr>
            <a:xfrm>
              <a:off x="1967745" y="392034"/>
              <a:ext cx="19034" cy="26609"/>
            </a:xfrm>
            <a:prstGeom prst="rect">
              <a:avLst/>
            </a:prstGeom>
            <a:solidFill>
              <a:srgbClr val="F9E8E9"/>
            </a:solidFill>
            <a:ln>
              <a:noFill/>
            </a:ln>
          </p:spPr>
        </p:sp>
        <p:sp>
          <p:nvSpPr>
            <p:cNvPr id="5672" name="Heatmap cell r15 c109"/>
            <p:cNvSpPr/>
            <p:nvPr/>
          </p:nvSpPr>
          <p:spPr>
            <a:xfrm>
              <a:off x="1986684" y="392034"/>
              <a:ext cx="17140" cy="26609"/>
            </a:xfrm>
            <a:prstGeom prst="rect">
              <a:avLst/>
            </a:prstGeom>
            <a:solidFill>
              <a:srgbClr val="EFB8BC"/>
            </a:solidFill>
            <a:ln>
              <a:noFill/>
            </a:ln>
          </p:spPr>
        </p:sp>
        <p:sp>
          <p:nvSpPr>
            <p:cNvPr id="5673" name="Heatmap cell r15 c110"/>
            <p:cNvSpPr/>
            <p:nvPr/>
          </p:nvSpPr>
          <p:spPr>
            <a:xfrm>
              <a:off x="2003729" y="392034"/>
              <a:ext cx="19034" cy="26609"/>
            </a:xfrm>
            <a:prstGeom prst="rect">
              <a:avLst/>
            </a:prstGeom>
            <a:solidFill>
              <a:srgbClr val="EA9CA2"/>
            </a:solidFill>
            <a:ln>
              <a:noFill/>
            </a:ln>
          </p:spPr>
        </p:sp>
        <p:sp>
          <p:nvSpPr>
            <p:cNvPr id="5674" name="Heatmap cell r15 c111"/>
            <p:cNvSpPr/>
            <p:nvPr/>
          </p:nvSpPr>
          <p:spPr>
            <a:xfrm>
              <a:off x="2022668" y="392034"/>
              <a:ext cx="17140" cy="26609"/>
            </a:xfrm>
            <a:prstGeom prst="rect">
              <a:avLst/>
            </a:prstGeom>
            <a:solidFill>
              <a:srgbClr val="EDADB4"/>
            </a:solidFill>
            <a:ln>
              <a:noFill/>
            </a:ln>
          </p:spPr>
        </p:sp>
        <p:sp>
          <p:nvSpPr>
            <p:cNvPr id="5675" name="Heatmap cell r15 c112"/>
            <p:cNvSpPr/>
            <p:nvPr/>
          </p:nvSpPr>
          <p:spPr>
            <a:xfrm>
              <a:off x="2039712" y="392034"/>
              <a:ext cx="19034" cy="26609"/>
            </a:xfrm>
            <a:prstGeom prst="rect">
              <a:avLst/>
            </a:prstGeom>
            <a:solidFill>
              <a:srgbClr val="EBA1A8"/>
            </a:solidFill>
            <a:ln>
              <a:noFill/>
            </a:ln>
          </p:spPr>
        </p:sp>
        <p:sp>
          <p:nvSpPr>
            <p:cNvPr id="5676" name="Heatmap cell r15 c113"/>
            <p:cNvSpPr/>
            <p:nvPr/>
          </p:nvSpPr>
          <p:spPr>
            <a:xfrm>
              <a:off x="2058651" y="392034"/>
              <a:ext cx="17140" cy="26609"/>
            </a:xfrm>
            <a:prstGeom prst="rect">
              <a:avLst/>
            </a:prstGeom>
            <a:solidFill>
              <a:srgbClr val="E8ECF3"/>
            </a:solidFill>
            <a:ln>
              <a:noFill/>
            </a:ln>
          </p:spPr>
        </p:sp>
        <p:sp>
          <p:nvSpPr>
            <p:cNvPr id="5677" name="Heatmap cell r15 c114"/>
            <p:cNvSpPr/>
            <p:nvPr/>
          </p:nvSpPr>
          <p:spPr>
            <a:xfrm>
              <a:off x="2075696" y="392034"/>
              <a:ext cx="19034" cy="26609"/>
            </a:xfrm>
            <a:prstGeom prst="rect">
              <a:avLst/>
            </a:prstGeom>
            <a:solidFill>
              <a:srgbClr val="C7D4E1"/>
            </a:solidFill>
            <a:ln>
              <a:noFill/>
            </a:ln>
          </p:spPr>
        </p:sp>
        <p:sp>
          <p:nvSpPr>
            <p:cNvPr id="5678" name="Heatmap cell r15 c115"/>
            <p:cNvSpPr/>
            <p:nvPr/>
          </p:nvSpPr>
          <p:spPr>
            <a:xfrm>
              <a:off x="2094635" y="392034"/>
              <a:ext cx="19034" cy="26609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5679" name="Heatmap cell r15 c116"/>
            <p:cNvSpPr/>
            <p:nvPr/>
          </p:nvSpPr>
          <p:spPr>
            <a:xfrm>
              <a:off x="2113574" y="392034"/>
              <a:ext cx="17140" cy="26609"/>
            </a:xfrm>
            <a:prstGeom prst="rect">
              <a:avLst/>
            </a:prstGeom>
            <a:solidFill>
              <a:srgbClr val="C4D2DF"/>
            </a:solidFill>
            <a:ln>
              <a:noFill/>
            </a:ln>
          </p:spPr>
        </p:sp>
        <p:sp>
          <p:nvSpPr>
            <p:cNvPr id="5680" name="Heatmap cell r15 c117"/>
            <p:cNvSpPr/>
            <p:nvPr/>
          </p:nvSpPr>
          <p:spPr>
            <a:xfrm>
              <a:off x="2130619" y="392034"/>
              <a:ext cx="19034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5681" name="Heatmap cell r15 c118"/>
            <p:cNvSpPr/>
            <p:nvPr/>
          </p:nvSpPr>
          <p:spPr>
            <a:xfrm>
              <a:off x="2149558" y="392034"/>
              <a:ext cx="17140" cy="26609"/>
            </a:xfrm>
            <a:prstGeom prst="rect">
              <a:avLst/>
            </a:prstGeom>
            <a:solidFill>
              <a:srgbClr val="DF6B77"/>
            </a:solidFill>
            <a:ln>
              <a:noFill/>
            </a:ln>
          </p:spPr>
        </p:sp>
        <p:sp>
          <p:nvSpPr>
            <p:cNvPr id="5682" name="Heatmap cell r15 c119"/>
            <p:cNvSpPr/>
            <p:nvPr/>
          </p:nvSpPr>
          <p:spPr>
            <a:xfrm>
              <a:off x="2166603" y="392034"/>
              <a:ext cx="19034" cy="26609"/>
            </a:xfrm>
            <a:prstGeom prst="rect">
              <a:avLst/>
            </a:prstGeom>
            <a:solidFill>
              <a:srgbClr val="ACC0D3"/>
            </a:solidFill>
            <a:ln>
              <a:noFill/>
            </a:ln>
          </p:spPr>
        </p:sp>
        <p:sp>
          <p:nvSpPr>
            <p:cNvPr id="5683" name="Heatmap cell r15 c120"/>
            <p:cNvSpPr/>
            <p:nvPr/>
          </p:nvSpPr>
          <p:spPr>
            <a:xfrm>
              <a:off x="2185542" y="392034"/>
              <a:ext cx="17140" cy="26609"/>
            </a:xfrm>
            <a:prstGeom prst="rect">
              <a:avLst/>
            </a:prstGeom>
            <a:solidFill>
              <a:srgbClr val="8BA8C3"/>
            </a:solidFill>
            <a:ln>
              <a:noFill/>
            </a:ln>
          </p:spPr>
        </p:sp>
        <p:sp>
          <p:nvSpPr>
            <p:cNvPr id="5684" name="Heatmap cell r15 c121"/>
            <p:cNvSpPr/>
            <p:nvPr/>
          </p:nvSpPr>
          <p:spPr>
            <a:xfrm>
              <a:off x="2202586" y="392034"/>
              <a:ext cx="19034" cy="26609"/>
            </a:xfrm>
            <a:prstGeom prst="rect">
              <a:avLst/>
            </a:prstGeom>
            <a:solidFill>
              <a:srgbClr val="E9EDF3"/>
            </a:solidFill>
            <a:ln>
              <a:noFill/>
            </a:ln>
          </p:spPr>
        </p:sp>
        <p:sp>
          <p:nvSpPr>
            <p:cNvPr id="5685" name="Heatmap cell r15 c122"/>
            <p:cNvSpPr/>
            <p:nvPr/>
          </p:nvSpPr>
          <p:spPr>
            <a:xfrm>
              <a:off x="2221525" y="392034"/>
              <a:ext cx="17140" cy="26609"/>
            </a:xfrm>
            <a:prstGeom prst="rect">
              <a:avLst/>
            </a:prstGeom>
            <a:solidFill>
              <a:srgbClr val="799AB8"/>
            </a:solidFill>
            <a:ln>
              <a:noFill/>
            </a:ln>
          </p:spPr>
        </p:sp>
        <p:sp>
          <p:nvSpPr>
            <p:cNvPr id="5686" name="Heatmap cell r15 c124"/>
            <p:cNvSpPr/>
            <p:nvPr/>
          </p:nvSpPr>
          <p:spPr>
            <a:xfrm>
              <a:off x="2257509" y="392034"/>
              <a:ext cx="17140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5687" name="Heatmap cell r15 c125"/>
            <p:cNvSpPr/>
            <p:nvPr/>
          </p:nvSpPr>
          <p:spPr>
            <a:xfrm>
              <a:off x="2274554" y="392034"/>
              <a:ext cx="19034" cy="26609"/>
            </a:xfrm>
            <a:prstGeom prst="rect">
              <a:avLst/>
            </a:prstGeom>
            <a:solidFill>
              <a:srgbClr val="D0DBE6"/>
            </a:solidFill>
            <a:ln>
              <a:noFill/>
            </a:ln>
          </p:spPr>
        </p:sp>
        <p:sp>
          <p:nvSpPr>
            <p:cNvPr id="5688" name="Heatmap cell r15 c126"/>
            <p:cNvSpPr/>
            <p:nvPr/>
          </p:nvSpPr>
          <p:spPr>
            <a:xfrm>
              <a:off x="2293493" y="392034"/>
              <a:ext cx="17140" cy="26609"/>
            </a:xfrm>
            <a:prstGeom prst="rect">
              <a:avLst/>
            </a:prstGeom>
            <a:solidFill>
              <a:srgbClr val="DCE3EB"/>
            </a:solidFill>
            <a:ln>
              <a:noFill/>
            </a:ln>
          </p:spPr>
        </p:sp>
        <p:sp>
          <p:nvSpPr>
            <p:cNvPr id="5689" name="Heatmap cell r15 c127"/>
            <p:cNvSpPr/>
            <p:nvPr/>
          </p:nvSpPr>
          <p:spPr>
            <a:xfrm>
              <a:off x="2310538" y="392034"/>
              <a:ext cx="19034" cy="26609"/>
            </a:xfrm>
            <a:prstGeom prst="rect">
              <a:avLst/>
            </a:prstGeom>
            <a:solidFill>
              <a:srgbClr val="DCE3EB"/>
            </a:solidFill>
            <a:ln>
              <a:noFill/>
            </a:ln>
          </p:spPr>
        </p:sp>
        <p:sp>
          <p:nvSpPr>
            <p:cNvPr id="5690" name="Heatmap cell r15 c129"/>
            <p:cNvSpPr/>
            <p:nvPr/>
          </p:nvSpPr>
          <p:spPr>
            <a:xfrm>
              <a:off x="2348416" y="392034"/>
              <a:ext cx="17140" cy="26609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5691" name="Heatmap cell r15 c130"/>
            <p:cNvSpPr/>
            <p:nvPr/>
          </p:nvSpPr>
          <p:spPr>
            <a:xfrm>
              <a:off x="2365460" y="392034"/>
              <a:ext cx="19034" cy="26609"/>
            </a:xfrm>
            <a:prstGeom prst="rect">
              <a:avLst/>
            </a:prstGeom>
            <a:solidFill>
              <a:srgbClr val="EBF0F6"/>
            </a:solidFill>
            <a:ln>
              <a:noFill/>
            </a:ln>
          </p:spPr>
        </p:sp>
        <p:sp>
          <p:nvSpPr>
            <p:cNvPr id="5692" name="Heatmap cell r15 c131"/>
            <p:cNvSpPr/>
            <p:nvPr/>
          </p:nvSpPr>
          <p:spPr>
            <a:xfrm>
              <a:off x="2384399" y="392034"/>
              <a:ext cx="17140" cy="26609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5693" name="Heatmap cell r15 c132"/>
            <p:cNvSpPr/>
            <p:nvPr/>
          </p:nvSpPr>
          <p:spPr>
            <a:xfrm>
              <a:off x="2401444" y="392034"/>
              <a:ext cx="19034" cy="26609"/>
            </a:xfrm>
            <a:prstGeom prst="rect">
              <a:avLst/>
            </a:prstGeom>
            <a:solidFill>
              <a:srgbClr val="E9959D"/>
            </a:solidFill>
            <a:ln>
              <a:noFill/>
            </a:ln>
          </p:spPr>
        </p:sp>
        <p:sp>
          <p:nvSpPr>
            <p:cNvPr id="5694" name="Heatmap cell r15 c133"/>
            <p:cNvSpPr/>
            <p:nvPr/>
          </p:nvSpPr>
          <p:spPr>
            <a:xfrm>
              <a:off x="2420383" y="392034"/>
              <a:ext cx="17140" cy="26609"/>
            </a:xfrm>
            <a:prstGeom prst="rect">
              <a:avLst/>
            </a:prstGeom>
            <a:solidFill>
              <a:srgbClr val="C3D1DF"/>
            </a:solidFill>
            <a:ln>
              <a:noFill/>
            </a:ln>
          </p:spPr>
        </p:sp>
        <p:sp>
          <p:nvSpPr>
            <p:cNvPr id="5695" name="Heatmap cell r15 c134"/>
            <p:cNvSpPr/>
            <p:nvPr/>
          </p:nvSpPr>
          <p:spPr>
            <a:xfrm>
              <a:off x="2437428" y="392034"/>
              <a:ext cx="19034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5696" name="Heatmap cell r15 c135"/>
            <p:cNvSpPr/>
            <p:nvPr/>
          </p:nvSpPr>
          <p:spPr>
            <a:xfrm>
              <a:off x="2456367" y="392034"/>
              <a:ext cx="17140" cy="26609"/>
            </a:xfrm>
            <a:prstGeom prst="rect">
              <a:avLst/>
            </a:prstGeom>
            <a:solidFill>
              <a:srgbClr val="F4CDD0"/>
            </a:solidFill>
            <a:ln>
              <a:noFill/>
            </a:ln>
          </p:spPr>
        </p:sp>
        <p:sp>
          <p:nvSpPr>
            <p:cNvPr id="5697" name="Heatmap cell r15 c136"/>
            <p:cNvSpPr/>
            <p:nvPr/>
          </p:nvSpPr>
          <p:spPr>
            <a:xfrm>
              <a:off x="2473412" y="392034"/>
              <a:ext cx="19034" cy="26609"/>
            </a:xfrm>
            <a:prstGeom prst="rect">
              <a:avLst/>
            </a:prstGeom>
            <a:solidFill>
              <a:srgbClr val="F3C5CA"/>
            </a:solidFill>
            <a:ln>
              <a:noFill/>
            </a:ln>
          </p:spPr>
        </p:sp>
        <p:sp>
          <p:nvSpPr>
            <p:cNvPr id="5698" name="Heatmap cell r15 c137"/>
            <p:cNvSpPr/>
            <p:nvPr/>
          </p:nvSpPr>
          <p:spPr>
            <a:xfrm>
              <a:off x="2492351" y="392034"/>
              <a:ext cx="17140" cy="26609"/>
            </a:xfrm>
            <a:prstGeom prst="rect">
              <a:avLst/>
            </a:prstGeom>
            <a:solidFill>
              <a:srgbClr val="F3C7CC"/>
            </a:solidFill>
            <a:ln>
              <a:noFill/>
            </a:ln>
          </p:spPr>
        </p:sp>
        <p:sp>
          <p:nvSpPr>
            <p:cNvPr id="5699" name="Heatmap cell r15 c138"/>
            <p:cNvSpPr/>
            <p:nvPr/>
          </p:nvSpPr>
          <p:spPr>
            <a:xfrm>
              <a:off x="2509396" y="392034"/>
              <a:ext cx="19034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5700" name="Heatmap cell r15 c139"/>
            <p:cNvSpPr/>
            <p:nvPr/>
          </p:nvSpPr>
          <p:spPr>
            <a:xfrm>
              <a:off x="2528334" y="392034"/>
              <a:ext cx="17140" cy="26609"/>
            </a:xfrm>
            <a:prstGeom prst="rect">
              <a:avLst/>
            </a:prstGeom>
            <a:solidFill>
              <a:srgbClr val="DFE7ED"/>
            </a:solidFill>
            <a:ln>
              <a:noFill/>
            </a:ln>
          </p:spPr>
        </p:sp>
        <p:sp>
          <p:nvSpPr>
            <p:cNvPr id="5701" name="Heatmap cell r15 c140"/>
            <p:cNvSpPr/>
            <p:nvPr/>
          </p:nvSpPr>
          <p:spPr>
            <a:xfrm>
              <a:off x="2545379" y="392034"/>
              <a:ext cx="19034" cy="26609"/>
            </a:xfrm>
            <a:prstGeom prst="rect">
              <a:avLst/>
            </a:prstGeom>
            <a:solidFill>
              <a:srgbClr val="22588B"/>
            </a:solidFill>
            <a:ln>
              <a:noFill/>
            </a:ln>
          </p:spPr>
        </p:sp>
        <p:sp>
          <p:nvSpPr>
            <p:cNvPr id="5702" name="Heatmap cell r15 c141"/>
            <p:cNvSpPr/>
            <p:nvPr/>
          </p:nvSpPr>
          <p:spPr>
            <a:xfrm>
              <a:off x="2564318" y="392034"/>
              <a:ext cx="19034" cy="26609"/>
            </a:xfrm>
            <a:prstGeom prst="rect">
              <a:avLst/>
            </a:prstGeom>
            <a:solidFill>
              <a:srgbClr val="F6D6DA"/>
            </a:solidFill>
            <a:ln>
              <a:noFill/>
            </a:ln>
          </p:spPr>
        </p:sp>
        <p:sp>
          <p:nvSpPr>
            <p:cNvPr id="5703" name="Heatmap cell r15 c142"/>
            <p:cNvSpPr/>
            <p:nvPr/>
          </p:nvSpPr>
          <p:spPr>
            <a:xfrm>
              <a:off x="2583257" y="392034"/>
              <a:ext cx="17140" cy="26609"/>
            </a:xfrm>
            <a:prstGeom prst="rect">
              <a:avLst/>
            </a:prstGeom>
            <a:solidFill>
              <a:srgbClr val="FBF5F5"/>
            </a:solidFill>
            <a:ln>
              <a:noFill/>
            </a:ln>
          </p:spPr>
        </p:sp>
        <p:sp>
          <p:nvSpPr>
            <p:cNvPr id="5704" name="Heatmap cell r15 c143"/>
            <p:cNvSpPr/>
            <p:nvPr/>
          </p:nvSpPr>
          <p:spPr>
            <a:xfrm>
              <a:off x="2600302" y="392034"/>
              <a:ext cx="19034" cy="26609"/>
            </a:xfrm>
            <a:prstGeom prst="rect">
              <a:avLst/>
            </a:prstGeom>
            <a:solidFill>
              <a:srgbClr val="F8DDDF"/>
            </a:solidFill>
            <a:ln>
              <a:noFill/>
            </a:ln>
          </p:spPr>
        </p:sp>
        <p:sp>
          <p:nvSpPr>
            <p:cNvPr id="5705" name="Heatmap cell r15 c144"/>
            <p:cNvSpPr/>
            <p:nvPr/>
          </p:nvSpPr>
          <p:spPr>
            <a:xfrm>
              <a:off x="2619241" y="392034"/>
              <a:ext cx="17140" cy="26609"/>
            </a:xfrm>
            <a:prstGeom prst="rect">
              <a:avLst/>
            </a:prstGeom>
            <a:solidFill>
              <a:srgbClr val="F6D5D9"/>
            </a:solidFill>
            <a:ln>
              <a:noFill/>
            </a:ln>
          </p:spPr>
        </p:sp>
        <p:sp>
          <p:nvSpPr>
            <p:cNvPr id="5706" name="Heatmap cell r15 c145"/>
            <p:cNvSpPr/>
            <p:nvPr/>
          </p:nvSpPr>
          <p:spPr>
            <a:xfrm>
              <a:off x="2636286" y="392034"/>
              <a:ext cx="19034" cy="26609"/>
            </a:xfrm>
            <a:prstGeom prst="rect">
              <a:avLst/>
            </a:prstGeom>
            <a:solidFill>
              <a:srgbClr val="D0DBE6"/>
            </a:solidFill>
            <a:ln>
              <a:noFill/>
            </a:ln>
          </p:spPr>
        </p:sp>
        <p:sp>
          <p:nvSpPr>
            <p:cNvPr id="5707" name="Heatmap cell r15 c146"/>
            <p:cNvSpPr/>
            <p:nvPr/>
          </p:nvSpPr>
          <p:spPr>
            <a:xfrm>
              <a:off x="2655225" y="392034"/>
              <a:ext cx="17140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5708" name="Heatmap cell r15 c147"/>
            <p:cNvSpPr/>
            <p:nvPr/>
          </p:nvSpPr>
          <p:spPr>
            <a:xfrm>
              <a:off x="2672270" y="392034"/>
              <a:ext cx="19034" cy="26609"/>
            </a:xfrm>
            <a:prstGeom prst="rect">
              <a:avLst/>
            </a:prstGeom>
            <a:solidFill>
              <a:srgbClr val="ACC0D3"/>
            </a:solidFill>
            <a:ln>
              <a:noFill/>
            </a:ln>
          </p:spPr>
        </p:sp>
        <p:sp>
          <p:nvSpPr>
            <p:cNvPr id="5709" name="Heatmap cell r15 c148"/>
            <p:cNvSpPr/>
            <p:nvPr/>
          </p:nvSpPr>
          <p:spPr>
            <a:xfrm>
              <a:off x="2691208" y="392034"/>
              <a:ext cx="17140" cy="26609"/>
            </a:xfrm>
            <a:prstGeom prst="rect">
              <a:avLst/>
            </a:prstGeom>
            <a:solidFill>
              <a:srgbClr val="C2D0DE"/>
            </a:solidFill>
            <a:ln>
              <a:noFill/>
            </a:ln>
          </p:spPr>
        </p:sp>
        <p:sp>
          <p:nvSpPr>
            <p:cNvPr id="5710" name="Heatmap cell r15 c149"/>
            <p:cNvSpPr/>
            <p:nvPr/>
          </p:nvSpPr>
          <p:spPr>
            <a:xfrm>
              <a:off x="2708253" y="392034"/>
              <a:ext cx="19034" cy="26609"/>
            </a:xfrm>
            <a:prstGeom prst="rect">
              <a:avLst/>
            </a:prstGeom>
            <a:solidFill>
              <a:srgbClr val="F8E6E8"/>
            </a:solidFill>
            <a:ln>
              <a:noFill/>
            </a:ln>
          </p:spPr>
        </p:sp>
        <p:sp>
          <p:nvSpPr>
            <p:cNvPr id="5711" name="Heatmap cell r15 c151"/>
            <p:cNvSpPr/>
            <p:nvPr/>
          </p:nvSpPr>
          <p:spPr>
            <a:xfrm>
              <a:off x="2744237" y="392034"/>
              <a:ext cx="19034" cy="26609"/>
            </a:xfrm>
            <a:prstGeom prst="rect">
              <a:avLst/>
            </a:prstGeom>
            <a:solidFill>
              <a:srgbClr val="D7E1EB"/>
            </a:solidFill>
            <a:ln>
              <a:noFill/>
            </a:ln>
          </p:spPr>
        </p:sp>
        <p:sp>
          <p:nvSpPr>
            <p:cNvPr id="5712" name="Heatmap cell r15 c152"/>
            <p:cNvSpPr/>
            <p:nvPr/>
          </p:nvSpPr>
          <p:spPr>
            <a:xfrm>
              <a:off x="2763176" y="392034"/>
              <a:ext cx="17140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5713" name="Heatmap cell r15 c153"/>
            <p:cNvSpPr/>
            <p:nvPr/>
          </p:nvSpPr>
          <p:spPr>
            <a:xfrm>
              <a:off x="2780221" y="392034"/>
              <a:ext cx="19034" cy="26609"/>
            </a:xfrm>
            <a:prstGeom prst="rect">
              <a:avLst/>
            </a:prstGeom>
            <a:solidFill>
              <a:srgbClr val="FAEBED"/>
            </a:solidFill>
            <a:ln>
              <a:noFill/>
            </a:ln>
          </p:spPr>
        </p:sp>
        <p:sp>
          <p:nvSpPr>
            <p:cNvPr id="5714" name="Heatmap cell r15 c154"/>
            <p:cNvSpPr/>
            <p:nvPr/>
          </p:nvSpPr>
          <p:spPr>
            <a:xfrm>
              <a:off x="2799160" y="392034"/>
              <a:ext cx="17140" cy="26609"/>
            </a:xfrm>
            <a:prstGeom prst="rect">
              <a:avLst/>
            </a:prstGeom>
            <a:solidFill>
              <a:srgbClr val="EBA6AC"/>
            </a:solidFill>
            <a:ln>
              <a:noFill/>
            </a:ln>
          </p:spPr>
        </p:sp>
        <p:sp>
          <p:nvSpPr>
            <p:cNvPr id="5715" name="Heatmap cell r15 c155"/>
            <p:cNvSpPr/>
            <p:nvPr/>
          </p:nvSpPr>
          <p:spPr>
            <a:xfrm>
              <a:off x="2816205" y="392034"/>
              <a:ext cx="19034" cy="26609"/>
            </a:xfrm>
            <a:prstGeom prst="rect">
              <a:avLst/>
            </a:prstGeom>
            <a:solidFill>
              <a:srgbClr val="E2EAEF"/>
            </a:solidFill>
            <a:ln>
              <a:noFill/>
            </a:ln>
          </p:spPr>
        </p:sp>
        <p:sp>
          <p:nvSpPr>
            <p:cNvPr id="5716" name="Heatmap cell r15 c156"/>
            <p:cNvSpPr/>
            <p:nvPr/>
          </p:nvSpPr>
          <p:spPr>
            <a:xfrm>
              <a:off x="2835144" y="392034"/>
              <a:ext cx="19034" cy="26609"/>
            </a:xfrm>
            <a:prstGeom prst="rect">
              <a:avLst/>
            </a:prstGeom>
            <a:solidFill>
              <a:srgbClr val="F1C0C6"/>
            </a:solidFill>
            <a:ln>
              <a:noFill/>
            </a:ln>
          </p:spPr>
        </p:sp>
        <p:sp>
          <p:nvSpPr>
            <p:cNvPr id="5717" name="Heatmap cell r15 c157"/>
            <p:cNvSpPr/>
            <p:nvPr/>
          </p:nvSpPr>
          <p:spPr>
            <a:xfrm>
              <a:off x="2854082" y="392034"/>
              <a:ext cx="17140" cy="26609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5718" name="Heatmap cell r15 c158"/>
            <p:cNvSpPr/>
            <p:nvPr/>
          </p:nvSpPr>
          <p:spPr>
            <a:xfrm>
              <a:off x="2871127" y="392034"/>
              <a:ext cx="19034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5719" name="Heatmap cell r15 c159"/>
            <p:cNvSpPr/>
            <p:nvPr/>
          </p:nvSpPr>
          <p:spPr>
            <a:xfrm>
              <a:off x="2890066" y="392034"/>
              <a:ext cx="17140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5720" name="Heatmap cell r15 c160"/>
            <p:cNvSpPr/>
            <p:nvPr/>
          </p:nvSpPr>
          <p:spPr>
            <a:xfrm>
              <a:off x="2907111" y="392034"/>
              <a:ext cx="19034" cy="26609"/>
            </a:xfrm>
            <a:prstGeom prst="rect">
              <a:avLst/>
            </a:prstGeom>
            <a:solidFill>
              <a:srgbClr val="B6C7D9"/>
            </a:solidFill>
            <a:ln>
              <a:noFill/>
            </a:ln>
          </p:spPr>
        </p:sp>
        <p:sp>
          <p:nvSpPr>
            <p:cNvPr id="5721" name="Heatmap cell r15 c161"/>
            <p:cNvSpPr/>
            <p:nvPr/>
          </p:nvSpPr>
          <p:spPr>
            <a:xfrm>
              <a:off x="2926050" y="392034"/>
              <a:ext cx="17140" cy="26609"/>
            </a:xfrm>
            <a:prstGeom prst="rect">
              <a:avLst/>
            </a:prstGeom>
            <a:solidFill>
              <a:srgbClr val="DEE6EC"/>
            </a:solidFill>
            <a:ln>
              <a:noFill/>
            </a:ln>
          </p:spPr>
        </p:sp>
        <p:sp>
          <p:nvSpPr>
            <p:cNvPr id="5722" name="Heatmap cell r15 c162"/>
            <p:cNvSpPr/>
            <p:nvPr/>
          </p:nvSpPr>
          <p:spPr>
            <a:xfrm>
              <a:off x="2943095" y="392034"/>
              <a:ext cx="19034" cy="26609"/>
            </a:xfrm>
            <a:prstGeom prst="rect">
              <a:avLst/>
            </a:prstGeom>
            <a:solidFill>
              <a:srgbClr val="CCD7E3"/>
            </a:solidFill>
            <a:ln>
              <a:noFill/>
            </a:ln>
          </p:spPr>
        </p:sp>
        <p:sp>
          <p:nvSpPr>
            <p:cNvPr id="5723" name="Heatmap cell r15 c163"/>
            <p:cNvSpPr/>
            <p:nvPr/>
          </p:nvSpPr>
          <p:spPr>
            <a:xfrm>
              <a:off x="2962034" y="392034"/>
              <a:ext cx="17140" cy="26609"/>
            </a:xfrm>
            <a:prstGeom prst="rect">
              <a:avLst/>
            </a:prstGeom>
            <a:solidFill>
              <a:srgbClr val="D6E0EA"/>
            </a:solidFill>
            <a:ln>
              <a:noFill/>
            </a:ln>
          </p:spPr>
        </p:sp>
        <p:sp>
          <p:nvSpPr>
            <p:cNvPr id="5724" name="Heatmap cell r15 c164"/>
            <p:cNvSpPr/>
            <p:nvPr/>
          </p:nvSpPr>
          <p:spPr>
            <a:xfrm>
              <a:off x="2979079" y="392034"/>
              <a:ext cx="19034" cy="26609"/>
            </a:xfrm>
            <a:prstGeom prst="rect">
              <a:avLst/>
            </a:prstGeom>
            <a:solidFill>
              <a:srgbClr val="D5DFE9"/>
            </a:solidFill>
            <a:ln>
              <a:noFill/>
            </a:ln>
          </p:spPr>
        </p:sp>
        <p:sp>
          <p:nvSpPr>
            <p:cNvPr id="5725" name="Heatmap cell r15 c165"/>
            <p:cNvSpPr/>
            <p:nvPr/>
          </p:nvSpPr>
          <p:spPr>
            <a:xfrm>
              <a:off x="2998018" y="392034"/>
              <a:ext cx="17140" cy="26609"/>
            </a:xfrm>
            <a:prstGeom prst="rect">
              <a:avLst/>
            </a:prstGeom>
            <a:solidFill>
              <a:srgbClr val="ECF0F6"/>
            </a:solidFill>
            <a:ln>
              <a:noFill/>
            </a:ln>
          </p:spPr>
        </p:sp>
        <p:sp>
          <p:nvSpPr>
            <p:cNvPr id="5726" name="Heatmap cell r15 c166"/>
            <p:cNvSpPr/>
            <p:nvPr/>
          </p:nvSpPr>
          <p:spPr>
            <a:xfrm>
              <a:off x="3015062" y="392034"/>
              <a:ext cx="19034" cy="26609"/>
            </a:xfrm>
            <a:prstGeom prst="rect">
              <a:avLst/>
            </a:prstGeom>
            <a:solidFill>
              <a:srgbClr val="DDE4EC"/>
            </a:solidFill>
            <a:ln>
              <a:noFill/>
            </a:ln>
          </p:spPr>
        </p:sp>
        <p:sp>
          <p:nvSpPr>
            <p:cNvPr id="5727" name="Heatmap cell r15 c167"/>
            <p:cNvSpPr/>
            <p:nvPr/>
          </p:nvSpPr>
          <p:spPr>
            <a:xfrm>
              <a:off x="3034001" y="392034"/>
              <a:ext cx="17140" cy="26609"/>
            </a:xfrm>
            <a:prstGeom prst="rect">
              <a:avLst/>
            </a:prstGeom>
            <a:solidFill>
              <a:srgbClr val="E9EEF4"/>
            </a:solidFill>
            <a:ln>
              <a:noFill/>
            </a:ln>
          </p:spPr>
        </p:sp>
        <p:sp>
          <p:nvSpPr>
            <p:cNvPr id="5728" name="Heatmap cell r15 c168"/>
            <p:cNvSpPr/>
            <p:nvPr/>
          </p:nvSpPr>
          <p:spPr>
            <a:xfrm>
              <a:off x="3051046" y="392034"/>
              <a:ext cx="19034" cy="26609"/>
            </a:xfrm>
            <a:prstGeom prst="rect">
              <a:avLst/>
            </a:prstGeom>
            <a:solidFill>
              <a:srgbClr val="F8E4E7"/>
            </a:solidFill>
            <a:ln>
              <a:noFill/>
            </a:ln>
          </p:spPr>
        </p:sp>
        <p:sp>
          <p:nvSpPr>
            <p:cNvPr id="5729" name="Heatmap cell r15 c169"/>
            <p:cNvSpPr/>
            <p:nvPr/>
          </p:nvSpPr>
          <p:spPr>
            <a:xfrm>
              <a:off x="3069985" y="392034"/>
              <a:ext cx="19034" cy="26609"/>
            </a:xfrm>
            <a:prstGeom prst="rect">
              <a:avLst/>
            </a:prstGeom>
            <a:solidFill>
              <a:srgbClr val="FBF3F4"/>
            </a:solidFill>
            <a:ln>
              <a:noFill/>
            </a:ln>
          </p:spPr>
        </p:sp>
        <p:sp>
          <p:nvSpPr>
            <p:cNvPr id="5730" name="Heatmap cell r15 c170"/>
            <p:cNvSpPr/>
            <p:nvPr/>
          </p:nvSpPr>
          <p:spPr>
            <a:xfrm>
              <a:off x="3088924" y="392034"/>
              <a:ext cx="17140" cy="26609"/>
            </a:xfrm>
            <a:prstGeom prst="rect">
              <a:avLst/>
            </a:prstGeom>
            <a:solidFill>
              <a:srgbClr val="CAD6E3"/>
            </a:solidFill>
            <a:ln>
              <a:noFill/>
            </a:ln>
          </p:spPr>
        </p:sp>
        <p:sp>
          <p:nvSpPr>
            <p:cNvPr id="5731" name="Heatmap cell r15 c171"/>
            <p:cNvSpPr/>
            <p:nvPr/>
          </p:nvSpPr>
          <p:spPr>
            <a:xfrm>
              <a:off x="3105969" y="392034"/>
              <a:ext cx="19034" cy="26609"/>
            </a:xfrm>
            <a:prstGeom prst="rect">
              <a:avLst/>
            </a:prstGeom>
            <a:solidFill>
              <a:srgbClr val="8DA8C3"/>
            </a:solidFill>
            <a:ln>
              <a:noFill/>
            </a:ln>
          </p:spPr>
        </p:sp>
        <p:sp>
          <p:nvSpPr>
            <p:cNvPr id="5732" name="Heatmap cell r15 c172"/>
            <p:cNvSpPr/>
            <p:nvPr/>
          </p:nvSpPr>
          <p:spPr>
            <a:xfrm>
              <a:off x="3124908" y="392034"/>
              <a:ext cx="17140" cy="26609"/>
            </a:xfrm>
            <a:prstGeom prst="rect">
              <a:avLst/>
            </a:prstGeom>
            <a:solidFill>
              <a:srgbClr val="8EA9C3"/>
            </a:solidFill>
            <a:ln>
              <a:noFill/>
            </a:ln>
          </p:spPr>
        </p:sp>
        <p:sp>
          <p:nvSpPr>
            <p:cNvPr id="5733" name="Heatmap cell r15 c173"/>
            <p:cNvSpPr/>
            <p:nvPr/>
          </p:nvSpPr>
          <p:spPr>
            <a:xfrm>
              <a:off x="3141953" y="392034"/>
              <a:ext cx="19034" cy="26609"/>
            </a:xfrm>
            <a:prstGeom prst="rect">
              <a:avLst/>
            </a:prstGeom>
            <a:solidFill>
              <a:srgbClr val="D3DEE8"/>
            </a:solidFill>
            <a:ln>
              <a:noFill/>
            </a:ln>
          </p:spPr>
        </p:sp>
        <p:sp>
          <p:nvSpPr>
            <p:cNvPr id="5734" name="Heatmap cell r15 c174"/>
            <p:cNvSpPr/>
            <p:nvPr/>
          </p:nvSpPr>
          <p:spPr>
            <a:xfrm>
              <a:off x="3160892" y="392034"/>
              <a:ext cx="17140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5735" name="Heatmap cell r15 c175"/>
            <p:cNvSpPr/>
            <p:nvPr/>
          </p:nvSpPr>
          <p:spPr>
            <a:xfrm>
              <a:off x="3177936" y="392034"/>
              <a:ext cx="19034" cy="26609"/>
            </a:xfrm>
            <a:prstGeom prst="rect">
              <a:avLst/>
            </a:prstGeom>
            <a:solidFill>
              <a:srgbClr val="D5DFE9"/>
            </a:solidFill>
            <a:ln>
              <a:noFill/>
            </a:ln>
          </p:spPr>
        </p:sp>
        <p:sp>
          <p:nvSpPr>
            <p:cNvPr id="5736" name="Heatmap cell r15 c176"/>
            <p:cNvSpPr/>
            <p:nvPr/>
          </p:nvSpPr>
          <p:spPr>
            <a:xfrm>
              <a:off x="3196875" y="392034"/>
              <a:ext cx="17140" cy="26609"/>
            </a:xfrm>
            <a:prstGeom prst="rect">
              <a:avLst/>
            </a:prstGeom>
            <a:solidFill>
              <a:srgbClr val="F7D3D6"/>
            </a:solidFill>
            <a:ln>
              <a:noFill/>
            </a:ln>
          </p:spPr>
        </p:sp>
        <p:sp>
          <p:nvSpPr>
            <p:cNvPr id="5737" name="Heatmap cell r15 c177"/>
            <p:cNvSpPr/>
            <p:nvPr/>
          </p:nvSpPr>
          <p:spPr>
            <a:xfrm>
              <a:off x="3213920" y="392034"/>
              <a:ext cx="19034" cy="26609"/>
            </a:xfrm>
            <a:prstGeom prst="rect">
              <a:avLst/>
            </a:prstGeom>
            <a:solidFill>
              <a:srgbClr val="7595B7"/>
            </a:solidFill>
            <a:ln>
              <a:noFill/>
            </a:ln>
          </p:spPr>
        </p:sp>
        <p:sp>
          <p:nvSpPr>
            <p:cNvPr id="5738" name="Heatmap cell r15 c178"/>
            <p:cNvSpPr/>
            <p:nvPr/>
          </p:nvSpPr>
          <p:spPr>
            <a:xfrm>
              <a:off x="3232859" y="392034"/>
              <a:ext cx="17140" cy="26609"/>
            </a:xfrm>
            <a:prstGeom prst="rect">
              <a:avLst/>
            </a:prstGeom>
            <a:solidFill>
              <a:srgbClr val="E9EEF4"/>
            </a:solidFill>
            <a:ln>
              <a:noFill/>
            </a:ln>
          </p:spPr>
        </p:sp>
        <p:sp>
          <p:nvSpPr>
            <p:cNvPr id="5739" name="Heatmap cell r15 c180"/>
            <p:cNvSpPr/>
            <p:nvPr/>
          </p:nvSpPr>
          <p:spPr>
            <a:xfrm>
              <a:off x="3268843" y="392034"/>
              <a:ext cx="17140" cy="26609"/>
            </a:xfrm>
            <a:prstGeom prst="rect">
              <a:avLst/>
            </a:prstGeom>
            <a:solidFill>
              <a:srgbClr val="EDACB3"/>
            </a:solidFill>
            <a:ln>
              <a:noFill/>
            </a:ln>
          </p:spPr>
        </p:sp>
        <p:sp>
          <p:nvSpPr>
            <p:cNvPr id="5740" name="Heatmap cell r15 c181"/>
            <p:cNvSpPr/>
            <p:nvPr/>
          </p:nvSpPr>
          <p:spPr>
            <a:xfrm>
              <a:off x="3285888" y="392034"/>
              <a:ext cx="19034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5741" name="Heatmap cell r15 c182"/>
            <p:cNvSpPr/>
            <p:nvPr/>
          </p:nvSpPr>
          <p:spPr>
            <a:xfrm>
              <a:off x="3304827" y="392034"/>
              <a:ext cx="19034" cy="26609"/>
            </a:xfrm>
            <a:prstGeom prst="rect">
              <a:avLst/>
            </a:prstGeom>
            <a:solidFill>
              <a:srgbClr val="FBF1F3"/>
            </a:solidFill>
            <a:ln>
              <a:noFill/>
            </a:ln>
          </p:spPr>
        </p:sp>
        <p:sp>
          <p:nvSpPr>
            <p:cNvPr id="5742" name="Heatmap cell r15 c184"/>
            <p:cNvSpPr/>
            <p:nvPr/>
          </p:nvSpPr>
          <p:spPr>
            <a:xfrm>
              <a:off x="3340810" y="392034"/>
              <a:ext cx="19034" cy="26609"/>
            </a:xfrm>
            <a:prstGeom prst="rect">
              <a:avLst/>
            </a:prstGeom>
            <a:solidFill>
              <a:srgbClr val="DAE2EB"/>
            </a:solidFill>
            <a:ln>
              <a:noFill/>
            </a:ln>
          </p:spPr>
        </p:sp>
        <p:sp>
          <p:nvSpPr>
            <p:cNvPr id="5743" name="Heatmap cell r15 c185"/>
            <p:cNvSpPr/>
            <p:nvPr/>
          </p:nvSpPr>
          <p:spPr>
            <a:xfrm>
              <a:off x="3359749" y="392034"/>
              <a:ext cx="17140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5744" name="Heatmap cell r15 c186"/>
            <p:cNvSpPr/>
            <p:nvPr/>
          </p:nvSpPr>
          <p:spPr>
            <a:xfrm>
              <a:off x="3376794" y="392034"/>
              <a:ext cx="19034" cy="26609"/>
            </a:xfrm>
            <a:prstGeom prst="rect">
              <a:avLst/>
            </a:prstGeom>
            <a:solidFill>
              <a:srgbClr val="EFB4B9"/>
            </a:solidFill>
            <a:ln>
              <a:noFill/>
            </a:ln>
          </p:spPr>
        </p:sp>
        <p:sp>
          <p:nvSpPr>
            <p:cNvPr id="5745" name="Heatmap cell r15 c187"/>
            <p:cNvSpPr/>
            <p:nvPr/>
          </p:nvSpPr>
          <p:spPr>
            <a:xfrm>
              <a:off x="3395733" y="392034"/>
              <a:ext cx="17140" cy="26609"/>
            </a:xfrm>
            <a:prstGeom prst="rect">
              <a:avLst/>
            </a:prstGeom>
            <a:solidFill>
              <a:srgbClr val="FBF1F3"/>
            </a:solidFill>
            <a:ln>
              <a:noFill/>
            </a:ln>
          </p:spPr>
        </p:sp>
        <p:sp>
          <p:nvSpPr>
            <p:cNvPr id="5746" name="Heatmap cell r15 c188"/>
            <p:cNvSpPr/>
            <p:nvPr/>
          </p:nvSpPr>
          <p:spPr>
            <a:xfrm>
              <a:off x="3412778" y="392034"/>
              <a:ext cx="19034" cy="26609"/>
            </a:xfrm>
            <a:prstGeom prst="rect">
              <a:avLst/>
            </a:prstGeom>
            <a:solidFill>
              <a:srgbClr val="4A76A0"/>
            </a:solidFill>
            <a:ln>
              <a:noFill/>
            </a:ln>
          </p:spPr>
        </p:sp>
        <p:sp>
          <p:nvSpPr>
            <p:cNvPr id="5747" name="Heatmap cell r15 c189"/>
            <p:cNvSpPr/>
            <p:nvPr/>
          </p:nvSpPr>
          <p:spPr>
            <a:xfrm>
              <a:off x="3431717" y="392034"/>
              <a:ext cx="17140" cy="26609"/>
            </a:xfrm>
            <a:prstGeom prst="rect">
              <a:avLst/>
            </a:prstGeom>
            <a:solidFill>
              <a:srgbClr val="B1C4D5"/>
            </a:solidFill>
            <a:ln>
              <a:noFill/>
            </a:ln>
          </p:spPr>
        </p:sp>
        <p:sp>
          <p:nvSpPr>
            <p:cNvPr id="5748" name="Heatmap cell r15 c190"/>
            <p:cNvSpPr/>
            <p:nvPr/>
          </p:nvSpPr>
          <p:spPr>
            <a:xfrm>
              <a:off x="3448762" y="392034"/>
              <a:ext cx="19034" cy="26609"/>
            </a:xfrm>
            <a:prstGeom prst="rect">
              <a:avLst/>
            </a:prstGeom>
            <a:solidFill>
              <a:srgbClr val="EFB9BE"/>
            </a:solidFill>
            <a:ln>
              <a:noFill/>
            </a:ln>
          </p:spPr>
        </p:sp>
        <p:sp>
          <p:nvSpPr>
            <p:cNvPr id="5749" name="Heatmap cell r15 c191"/>
            <p:cNvSpPr/>
            <p:nvPr/>
          </p:nvSpPr>
          <p:spPr>
            <a:xfrm>
              <a:off x="3467701" y="392034"/>
              <a:ext cx="17140" cy="26609"/>
            </a:xfrm>
            <a:prstGeom prst="rect">
              <a:avLst/>
            </a:prstGeom>
            <a:solidFill>
              <a:srgbClr val="91ACC5"/>
            </a:solidFill>
            <a:ln>
              <a:noFill/>
            </a:ln>
          </p:spPr>
        </p:sp>
        <p:sp>
          <p:nvSpPr>
            <p:cNvPr id="5750" name="Heatmap cell r15 c192"/>
            <p:cNvSpPr/>
            <p:nvPr/>
          </p:nvSpPr>
          <p:spPr>
            <a:xfrm>
              <a:off x="3484746" y="392034"/>
              <a:ext cx="19034" cy="26609"/>
            </a:xfrm>
            <a:prstGeom prst="rect">
              <a:avLst/>
            </a:prstGeom>
            <a:solidFill>
              <a:srgbClr val="C5D2E0"/>
            </a:solidFill>
            <a:ln>
              <a:noFill/>
            </a:ln>
          </p:spPr>
        </p:sp>
        <p:sp>
          <p:nvSpPr>
            <p:cNvPr id="5751" name="Heatmap cell r15 c193"/>
            <p:cNvSpPr/>
            <p:nvPr/>
          </p:nvSpPr>
          <p:spPr>
            <a:xfrm>
              <a:off x="3503684" y="392034"/>
              <a:ext cx="17140" cy="26609"/>
            </a:xfrm>
            <a:prstGeom prst="rect">
              <a:avLst/>
            </a:prstGeom>
            <a:solidFill>
              <a:srgbClr val="F3C5C8"/>
            </a:solidFill>
            <a:ln>
              <a:noFill/>
            </a:ln>
          </p:spPr>
        </p:sp>
        <p:sp>
          <p:nvSpPr>
            <p:cNvPr id="5752" name="Heatmap cell r15 c194"/>
            <p:cNvSpPr/>
            <p:nvPr/>
          </p:nvSpPr>
          <p:spPr>
            <a:xfrm>
              <a:off x="3520729" y="392034"/>
              <a:ext cx="19034" cy="26609"/>
            </a:xfrm>
            <a:prstGeom prst="rect">
              <a:avLst/>
            </a:prstGeom>
            <a:solidFill>
              <a:srgbClr val="85A2BE"/>
            </a:solidFill>
            <a:ln>
              <a:noFill/>
            </a:ln>
          </p:spPr>
        </p:sp>
        <p:sp>
          <p:nvSpPr>
            <p:cNvPr id="5753" name="Heatmap cell r15 c195"/>
            <p:cNvSpPr/>
            <p:nvPr/>
          </p:nvSpPr>
          <p:spPr>
            <a:xfrm>
              <a:off x="3539668" y="392034"/>
              <a:ext cx="19034" cy="26609"/>
            </a:xfrm>
            <a:prstGeom prst="rect">
              <a:avLst/>
            </a:prstGeom>
            <a:solidFill>
              <a:srgbClr val="829FBD"/>
            </a:solidFill>
            <a:ln>
              <a:noFill/>
            </a:ln>
          </p:spPr>
        </p:sp>
        <p:sp>
          <p:nvSpPr>
            <p:cNvPr id="5754" name="Heatmap cell r15 c196"/>
            <p:cNvSpPr/>
            <p:nvPr/>
          </p:nvSpPr>
          <p:spPr>
            <a:xfrm>
              <a:off x="3558607" y="392034"/>
              <a:ext cx="17140" cy="26609"/>
            </a:xfrm>
            <a:prstGeom prst="rect">
              <a:avLst/>
            </a:prstGeom>
            <a:solidFill>
              <a:srgbClr val="E9979F"/>
            </a:solidFill>
            <a:ln>
              <a:noFill/>
            </a:ln>
          </p:spPr>
        </p:sp>
        <p:sp>
          <p:nvSpPr>
            <p:cNvPr id="5755" name="Heatmap cell r15 c197"/>
            <p:cNvSpPr/>
            <p:nvPr/>
          </p:nvSpPr>
          <p:spPr>
            <a:xfrm>
              <a:off x="3575652" y="392034"/>
              <a:ext cx="19034" cy="26609"/>
            </a:xfrm>
            <a:prstGeom prst="rect">
              <a:avLst/>
            </a:prstGeom>
            <a:solidFill>
              <a:srgbClr val="F8E9EA"/>
            </a:solidFill>
            <a:ln>
              <a:noFill/>
            </a:ln>
          </p:spPr>
        </p:sp>
        <p:sp>
          <p:nvSpPr>
            <p:cNvPr id="5756" name="Heatmap cell r15 c198"/>
            <p:cNvSpPr/>
            <p:nvPr/>
          </p:nvSpPr>
          <p:spPr>
            <a:xfrm>
              <a:off x="3594591" y="392034"/>
              <a:ext cx="17140" cy="26609"/>
            </a:xfrm>
            <a:prstGeom prst="rect">
              <a:avLst/>
            </a:prstGeom>
            <a:solidFill>
              <a:srgbClr val="F8E3E6"/>
            </a:solidFill>
            <a:ln>
              <a:noFill/>
            </a:ln>
          </p:spPr>
        </p:sp>
        <p:sp>
          <p:nvSpPr>
            <p:cNvPr id="5757" name="Heatmap cell r15 c199"/>
            <p:cNvSpPr/>
            <p:nvPr/>
          </p:nvSpPr>
          <p:spPr>
            <a:xfrm>
              <a:off x="3611636" y="392034"/>
              <a:ext cx="19034" cy="26609"/>
            </a:xfrm>
            <a:prstGeom prst="rect">
              <a:avLst/>
            </a:prstGeom>
            <a:solidFill>
              <a:srgbClr val="F8E6E8"/>
            </a:solidFill>
            <a:ln>
              <a:noFill/>
            </a:ln>
          </p:spPr>
        </p:sp>
        <p:sp>
          <p:nvSpPr>
            <p:cNvPr id="5758" name="Heatmap cell r15 c200"/>
            <p:cNvSpPr/>
            <p:nvPr/>
          </p:nvSpPr>
          <p:spPr>
            <a:xfrm>
              <a:off x="3630575" y="392034"/>
              <a:ext cx="17140" cy="26609"/>
            </a:xfrm>
            <a:prstGeom prst="rect">
              <a:avLst/>
            </a:prstGeom>
            <a:solidFill>
              <a:srgbClr val="F1C3C8"/>
            </a:solidFill>
            <a:ln>
              <a:noFill/>
            </a:ln>
          </p:spPr>
        </p:sp>
        <p:sp>
          <p:nvSpPr>
            <p:cNvPr id="5759" name="Heatmap cell r15 c202"/>
            <p:cNvSpPr/>
            <p:nvPr/>
          </p:nvSpPr>
          <p:spPr>
            <a:xfrm>
              <a:off x="3666558" y="392034"/>
              <a:ext cx="17140" cy="26609"/>
            </a:xfrm>
            <a:prstGeom prst="rect">
              <a:avLst/>
            </a:prstGeom>
            <a:solidFill>
              <a:srgbClr val="5C83A9"/>
            </a:solidFill>
            <a:ln>
              <a:noFill/>
            </a:ln>
          </p:spPr>
        </p:sp>
        <p:sp>
          <p:nvSpPr>
            <p:cNvPr id="5760" name="Heatmap cell r15 c203"/>
            <p:cNvSpPr/>
            <p:nvPr/>
          </p:nvSpPr>
          <p:spPr>
            <a:xfrm>
              <a:off x="3683603" y="392034"/>
              <a:ext cx="19034" cy="26609"/>
            </a:xfrm>
            <a:prstGeom prst="rect">
              <a:avLst/>
            </a:prstGeom>
            <a:solidFill>
              <a:srgbClr val="ACC1D3"/>
            </a:solidFill>
            <a:ln>
              <a:noFill/>
            </a:ln>
          </p:spPr>
        </p:sp>
        <p:sp>
          <p:nvSpPr>
            <p:cNvPr id="5761" name="Heatmap cell r15 c204"/>
            <p:cNvSpPr/>
            <p:nvPr/>
          </p:nvSpPr>
          <p:spPr>
            <a:xfrm>
              <a:off x="3702542" y="392034"/>
              <a:ext cx="17140" cy="26609"/>
            </a:xfrm>
            <a:prstGeom prst="rect">
              <a:avLst/>
            </a:prstGeom>
            <a:solidFill>
              <a:srgbClr val="A8BCD1"/>
            </a:solidFill>
            <a:ln>
              <a:noFill/>
            </a:ln>
          </p:spPr>
        </p:sp>
        <p:sp>
          <p:nvSpPr>
            <p:cNvPr id="5762" name="Heatmap cell r15 c205"/>
            <p:cNvSpPr/>
            <p:nvPr/>
          </p:nvSpPr>
          <p:spPr>
            <a:xfrm>
              <a:off x="3719587" y="392034"/>
              <a:ext cx="19034" cy="26609"/>
            </a:xfrm>
            <a:prstGeom prst="rect">
              <a:avLst/>
            </a:prstGeom>
            <a:solidFill>
              <a:srgbClr val="A3B9CF"/>
            </a:solidFill>
            <a:ln>
              <a:noFill/>
            </a:ln>
          </p:spPr>
        </p:sp>
        <p:sp>
          <p:nvSpPr>
            <p:cNvPr id="5763" name="Heatmap cell r15 c206"/>
            <p:cNvSpPr/>
            <p:nvPr/>
          </p:nvSpPr>
          <p:spPr>
            <a:xfrm>
              <a:off x="3738526" y="392034"/>
              <a:ext cx="17140" cy="26609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5764" name="Heatmap cell r15 c207"/>
            <p:cNvSpPr/>
            <p:nvPr/>
          </p:nvSpPr>
          <p:spPr>
            <a:xfrm>
              <a:off x="3755571" y="392034"/>
              <a:ext cx="19034" cy="26609"/>
            </a:xfrm>
            <a:prstGeom prst="rect">
              <a:avLst/>
            </a:prstGeom>
            <a:solidFill>
              <a:srgbClr val="A3B9CF"/>
            </a:solidFill>
            <a:ln>
              <a:noFill/>
            </a:ln>
          </p:spPr>
        </p:sp>
        <p:sp>
          <p:nvSpPr>
            <p:cNvPr id="5765" name="Heatmap cell r15 c208"/>
            <p:cNvSpPr/>
            <p:nvPr/>
          </p:nvSpPr>
          <p:spPr>
            <a:xfrm>
              <a:off x="3774510" y="392034"/>
              <a:ext cx="19034" cy="26609"/>
            </a:xfrm>
            <a:prstGeom prst="rect">
              <a:avLst/>
            </a:prstGeom>
            <a:solidFill>
              <a:srgbClr val="F5D1D4"/>
            </a:solidFill>
            <a:ln>
              <a:noFill/>
            </a:ln>
          </p:spPr>
        </p:sp>
        <p:sp>
          <p:nvSpPr>
            <p:cNvPr id="5766" name="Heatmap cell r15 c209"/>
            <p:cNvSpPr/>
            <p:nvPr/>
          </p:nvSpPr>
          <p:spPr>
            <a:xfrm>
              <a:off x="3793449" y="392034"/>
              <a:ext cx="17140" cy="26609"/>
            </a:xfrm>
            <a:prstGeom prst="rect">
              <a:avLst/>
            </a:prstGeom>
            <a:solidFill>
              <a:srgbClr val="D2DDE7"/>
            </a:solidFill>
            <a:ln>
              <a:noFill/>
            </a:ln>
          </p:spPr>
        </p:sp>
        <p:sp>
          <p:nvSpPr>
            <p:cNvPr id="5767" name="Heatmap cell r15 c210"/>
            <p:cNvSpPr/>
            <p:nvPr/>
          </p:nvSpPr>
          <p:spPr>
            <a:xfrm>
              <a:off x="3810494" y="392034"/>
              <a:ext cx="19034" cy="26609"/>
            </a:xfrm>
            <a:prstGeom prst="rect">
              <a:avLst/>
            </a:prstGeom>
            <a:solidFill>
              <a:srgbClr val="F9E8E9"/>
            </a:solidFill>
            <a:ln>
              <a:noFill/>
            </a:ln>
          </p:spPr>
        </p:sp>
        <p:sp>
          <p:nvSpPr>
            <p:cNvPr id="5768" name="Heatmap cell r15 c212"/>
            <p:cNvSpPr/>
            <p:nvPr/>
          </p:nvSpPr>
          <p:spPr>
            <a:xfrm>
              <a:off x="3846477" y="392034"/>
              <a:ext cx="19034" cy="26609"/>
            </a:xfrm>
            <a:prstGeom prst="rect">
              <a:avLst/>
            </a:prstGeom>
            <a:solidFill>
              <a:srgbClr val="EDAEB5"/>
            </a:solidFill>
            <a:ln>
              <a:noFill/>
            </a:ln>
          </p:spPr>
        </p:sp>
        <p:sp>
          <p:nvSpPr>
            <p:cNvPr id="5769" name="Heatmap cell r15 c213"/>
            <p:cNvSpPr/>
            <p:nvPr/>
          </p:nvSpPr>
          <p:spPr>
            <a:xfrm>
              <a:off x="3865416" y="392034"/>
              <a:ext cx="17140" cy="26609"/>
            </a:xfrm>
            <a:prstGeom prst="rect">
              <a:avLst/>
            </a:prstGeom>
            <a:solidFill>
              <a:srgbClr val="F8DBDD"/>
            </a:solidFill>
            <a:ln>
              <a:noFill/>
            </a:ln>
          </p:spPr>
        </p:sp>
        <p:sp>
          <p:nvSpPr>
            <p:cNvPr id="5770" name="Heatmap cell r15 c214"/>
            <p:cNvSpPr/>
            <p:nvPr/>
          </p:nvSpPr>
          <p:spPr>
            <a:xfrm>
              <a:off x="3882461" y="392034"/>
              <a:ext cx="19034" cy="26609"/>
            </a:xfrm>
            <a:prstGeom prst="rect">
              <a:avLst/>
            </a:prstGeom>
            <a:solidFill>
              <a:srgbClr val="D2DDE7"/>
            </a:solidFill>
            <a:ln>
              <a:noFill/>
            </a:ln>
          </p:spPr>
        </p:sp>
        <p:sp>
          <p:nvSpPr>
            <p:cNvPr id="5771" name="Heatmap cell r15 c215"/>
            <p:cNvSpPr/>
            <p:nvPr/>
          </p:nvSpPr>
          <p:spPr>
            <a:xfrm>
              <a:off x="3901400" y="392034"/>
              <a:ext cx="17140" cy="26609"/>
            </a:xfrm>
            <a:prstGeom prst="rect">
              <a:avLst/>
            </a:prstGeom>
            <a:solidFill>
              <a:srgbClr val="F3C5CA"/>
            </a:solidFill>
            <a:ln>
              <a:noFill/>
            </a:ln>
          </p:spPr>
        </p:sp>
        <p:sp>
          <p:nvSpPr>
            <p:cNvPr id="5772" name="Heatmap cell r15 c216"/>
            <p:cNvSpPr/>
            <p:nvPr/>
          </p:nvSpPr>
          <p:spPr>
            <a:xfrm>
              <a:off x="3918445" y="392034"/>
              <a:ext cx="19034" cy="26609"/>
            </a:xfrm>
            <a:prstGeom prst="rect">
              <a:avLst/>
            </a:prstGeom>
            <a:solidFill>
              <a:srgbClr val="F8E9EA"/>
            </a:solidFill>
            <a:ln>
              <a:noFill/>
            </a:ln>
          </p:spPr>
        </p:sp>
        <p:sp>
          <p:nvSpPr>
            <p:cNvPr id="5773" name="Heatmap cell r15 c217"/>
            <p:cNvSpPr/>
            <p:nvPr/>
          </p:nvSpPr>
          <p:spPr>
            <a:xfrm>
              <a:off x="3937384" y="392034"/>
              <a:ext cx="17140" cy="26609"/>
            </a:xfrm>
            <a:prstGeom prst="rect">
              <a:avLst/>
            </a:prstGeom>
            <a:solidFill>
              <a:srgbClr val="F7DADC"/>
            </a:solidFill>
            <a:ln>
              <a:noFill/>
            </a:ln>
          </p:spPr>
        </p:sp>
        <p:sp>
          <p:nvSpPr>
            <p:cNvPr id="5774" name="Heatmap cell r15 c218"/>
            <p:cNvSpPr/>
            <p:nvPr/>
          </p:nvSpPr>
          <p:spPr>
            <a:xfrm>
              <a:off x="3954429" y="392034"/>
              <a:ext cx="19034" cy="26609"/>
            </a:xfrm>
            <a:prstGeom prst="rect">
              <a:avLst/>
            </a:prstGeom>
            <a:solidFill>
              <a:srgbClr val="E9EEF4"/>
            </a:solidFill>
            <a:ln>
              <a:noFill/>
            </a:ln>
          </p:spPr>
        </p:sp>
        <p:sp>
          <p:nvSpPr>
            <p:cNvPr id="5775" name="Heatmap cell r15 c219"/>
            <p:cNvSpPr/>
            <p:nvPr/>
          </p:nvSpPr>
          <p:spPr>
            <a:xfrm>
              <a:off x="3973368" y="392034"/>
              <a:ext cx="17140" cy="26609"/>
            </a:xfrm>
            <a:prstGeom prst="rect">
              <a:avLst/>
            </a:prstGeom>
            <a:solidFill>
              <a:srgbClr val="EDAFB5"/>
            </a:solidFill>
            <a:ln>
              <a:noFill/>
            </a:ln>
          </p:spPr>
        </p:sp>
        <p:sp>
          <p:nvSpPr>
            <p:cNvPr id="5776" name="Heatmap cell r15 c220"/>
            <p:cNvSpPr/>
            <p:nvPr/>
          </p:nvSpPr>
          <p:spPr>
            <a:xfrm>
              <a:off x="3990412" y="392034"/>
              <a:ext cx="19034" cy="26609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5777" name="Heatmap cell r15 c221"/>
            <p:cNvSpPr/>
            <p:nvPr/>
          </p:nvSpPr>
          <p:spPr>
            <a:xfrm>
              <a:off x="4009351" y="392034"/>
              <a:ext cx="19034" cy="26609"/>
            </a:xfrm>
            <a:prstGeom prst="rect">
              <a:avLst/>
            </a:prstGeom>
            <a:solidFill>
              <a:srgbClr val="EEF3F6"/>
            </a:solidFill>
            <a:ln>
              <a:noFill/>
            </a:ln>
          </p:spPr>
        </p:sp>
        <p:sp>
          <p:nvSpPr>
            <p:cNvPr id="5778" name="Heatmap cell r15 c222"/>
            <p:cNvSpPr/>
            <p:nvPr/>
          </p:nvSpPr>
          <p:spPr>
            <a:xfrm>
              <a:off x="4028290" y="392034"/>
              <a:ext cx="17140" cy="26609"/>
            </a:xfrm>
            <a:prstGeom prst="rect">
              <a:avLst/>
            </a:prstGeom>
            <a:solidFill>
              <a:srgbClr val="EA99A0"/>
            </a:solidFill>
            <a:ln>
              <a:noFill/>
            </a:ln>
          </p:spPr>
        </p:sp>
        <p:sp>
          <p:nvSpPr>
            <p:cNvPr id="5779" name="Heatmap cell r15 c223"/>
            <p:cNvSpPr/>
            <p:nvPr/>
          </p:nvSpPr>
          <p:spPr>
            <a:xfrm>
              <a:off x="4045335" y="392034"/>
              <a:ext cx="19034" cy="26609"/>
            </a:xfrm>
            <a:prstGeom prst="rect">
              <a:avLst/>
            </a:prstGeom>
            <a:solidFill>
              <a:srgbClr val="EEF3F6"/>
            </a:solidFill>
            <a:ln>
              <a:noFill/>
            </a:ln>
          </p:spPr>
        </p:sp>
        <p:sp>
          <p:nvSpPr>
            <p:cNvPr id="5780" name="Heatmap cell r16 c1"/>
            <p:cNvSpPr/>
            <p:nvPr/>
          </p:nvSpPr>
          <p:spPr>
            <a:xfrm>
              <a:off x="13257" y="418548"/>
              <a:ext cx="45548" cy="26609"/>
            </a:xfrm>
            <a:prstGeom prst="rect">
              <a:avLst/>
            </a:prstGeom>
            <a:solidFill>
              <a:srgbClr val="155B9C"/>
            </a:solidFill>
            <a:ln>
              <a:noFill/>
            </a:ln>
          </p:spPr>
        </p:sp>
        <p:sp>
          <p:nvSpPr>
            <p:cNvPr id="5781" name="Heatmap cell r16 c4"/>
            <p:cNvSpPr/>
            <p:nvPr/>
          </p:nvSpPr>
          <p:spPr>
            <a:xfrm>
              <a:off x="89013" y="418548"/>
              <a:ext cx="19034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5782" name="Heatmap cell r16 c5"/>
            <p:cNvSpPr/>
            <p:nvPr/>
          </p:nvSpPr>
          <p:spPr>
            <a:xfrm>
              <a:off x="107951" y="418548"/>
              <a:ext cx="17140" cy="26609"/>
            </a:xfrm>
            <a:prstGeom prst="rect">
              <a:avLst/>
            </a:prstGeom>
            <a:solidFill>
              <a:srgbClr val="FAECEC"/>
            </a:solidFill>
            <a:ln>
              <a:noFill/>
            </a:ln>
          </p:spPr>
        </p:sp>
        <p:sp>
          <p:nvSpPr>
            <p:cNvPr id="5783" name="Heatmap cell r16 c6"/>
            <p:cNvSpPr/>
            <p:nvPr/>
          </p:nvSpPr>
          <p:spPr>
            <a:xfrm>
              <a:off x="124996" y="418548"/>
              <a:ext cx="19034" cy="26609"/>
            </a:xfrm>
            <a:prstGeom prst="rect">
              <a:avLst/>
            </a:prstGeom>
            <a:solidFill>
              <a:srgbClr val="EFB8BD"/>
            </a:solidFill>
            <a:ln>
              <a:noFill/>
            </a:ln>
          </p:spPr>
        </p:sp>
        <p:sp>
          <p:nvSpPr>
            <p:cNvPr id="5784" name="Heatmap cell r16 c7"/>
            <p:cNvSpPr/>
            <p:nvPr/>
          </p:nvSpPr>
          <p:spPr>
            <a:xfrm>
              <a:off x="143935" y="418548"/>
              <a:ext cx="17140" cy="26609"/>
            </a:xfrm>
            <a:prstGeom prst="rect">
              <a:avLst/>
            </a:prstGeom>
            <a:solidFill>
              <a:srgbClr val="F0BBC2"/>
            </a:solidFill>
            <a:ln>
              <a:noFill/>
            </a:ln>
          </p:spPr>
        </p:sp>
        <p:sp>
          <p:nvSpPr>
            <p:cNvPr id="5785" name="Heatmap cell r16 c8"/>
            <p:cNvSpPr/>
            <p:nvPr/>
          </p:nvSpPr>
          <p:spPr>
            <a:xfrm>
              <a:off x="160980" y="418548"/>
              <a:ext cx="19034" cy="26609"/>
            </a:xfrm>
            <a:prstGeom prst="rect">
              <a:avLst/>
            </a:prstGeom>
            <a:solidFill>
              <a:srgbClr val="F3C6CB"/>
            </a:solidFill>
            <a:ln>
              <a:noFill/>
            </a:ln>
          </p:spPr>
        </p:sp>
        <p:sp>
          <p:nvSpPr>
            <p:cNvPr id="5786" name="Heatmap cell r16 c9"/>
            <p:cNvSpPr/>
            <p:nvPr/>
          </p:nvSpPr>
          <p:spPr>
            <a:xfrm>
              <a:off x="179919" y="418548"/>
              <a:ext cx="19034" cy="26609"/>
            </a:xfrm>
            <a:prstGeom prst="rect">
              <a:avLst/>
            </a:prstGeom>
            <a:solidFill>
              <a:srgbClr val="F0BDC2"/>
            </a:solidFill>
            <a:ln>
              <a:noFill/>
            </a:ln>
          </p:spPr>
        </p:sp>
        <p:sp>
          <p:nvSpPr>
            <p:cNvPr id="5787" name="Heatmap cell r16 c10"/>
            <p:cNvSpPr/>
            <p:nvPr/>
          </p:nvSpPr>
          <p:spPr>
            <a:xfrm>
              <a:off x="198858" y="418548"/>
              <a:ext cx="17140" cy="26609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5788" name="Heatmap cell r16 c13"/>
            <p:cNvSpPr/>
            <p:nvPr/>
          </p:nvSpPr>
          <p:spPr>
            <a:xfrm>
              <a:off x="251887" y="418548"/>
              <a:ext cx="19034" cy="26609"/>
            </a:xfrm>
            <a:prstGeom prst="rect">
              <a:avLst/>
            </a:prstGeom>
            <a:solidFill>
              <a:srgbClr val="EEF3F6"/>
            </a:solidFill>
            <a:ln>
              <a:noFill/>
            </a:ln>
          </p:spPr>
        </p:sp>
        <p:sp>
          <p:nvSpPr>
            <p:cNvPr id="5789" name="Heatmap cell r16 c14"/>
            <p:cNvSpPr/>
            <p:nvPr/>
          </p:nvSpPr>
          <p:spPr>
            <a:xfrm>
              <a:off x="270825" y="418548"/>
              <a:ext cx="17140" cy="26609"/>
            </a:xfrm>
            <a:prstGeom prst="rect">
              <a:avLst/>
            </a:prstGeom>
            <a:solidFill>
              <a:srgbClr val="F6D6DA"/>
            </a:solidFill>
            <a:ln>
              <a:noFill/>
            </a:ln>
          </p:spPr>
        </p:sp>
        <p:sp>
          <p:nvSpPr>
            <p:cNvPr id="5790" name="Heatmap cell r16 c15"/>
            <p:cNvSpPr/>
            <p:nvPr/>
          </p:nvSpPr>
          <p:spPr>
            <a:xfrm>
              <a:off x="287870" y="418548"/>
              <a:ext cx="19034" cy="26609"/>
            </a:xfrm>
            <a:prstGeom prst="rect">
              <a:avLst/>
            </a:prstGeom>
            <a:solidFill>
              <a:srgbClr val="EDADB4"/>
            </a:solidFill>
            <a:ln>
              <a:noFill/>
            </a:ln>
          </p:spPr>
        </p:sp>
        <p:sp>
          <p:nvSpPr>
            <p:cNvPr id="5791" name="Heatmap cell r16 c16"/>
            <p:cNvSpPr/>
            <p:nvPr/>
          </p:nvSpPr>
          <p:spPr>
            <a:xfrm>
              <a:off x="306809" y="418548"/>
              <a:ext cx="17140" cy="26609"/>
            </a:xfrm>
            <a:prstGeom prst="rect">
              <a:avLst/>
            </a:prstGeom>
            <a:solidFill>
              <a:srgbClr val="CFDAE4"/>
            </a:solidFill>
            <a:ln>
              <a:noFill/>
            </a:ln>
          </p:spPr>
        </p:sp>
        <p:sp>
          <p:nvSpPr>
            <p:cNvPr id="5792" name="Heatmap cell r16 c17"/>
            <p:cNvSpPr/>
            <p:nvPr/>
          </p:nvSpPr>
          <p:spPr>
            <a:xfrm>
              <a:off x="323854" y="418548"/>
              <a:ext cx="19034" cy="26609"/>
            </a:xfrm>
            <a:prstGeom prst="rect">
              <a:avLst/>
            </a:prstGeom>
            <a:solidFill>
              <a:srgbClr val="F7E2E4"/>
            </a:solidFill>
            <a:ln>
              <a:noFill/>
            </a:ln>
          </p:spPr>
        </p:sp>
        <p:sp>
          <p:nvSpPr>
            <p:cNvPr id="5793" name="Heatmap cell r16 c18"/>
            <p:cNvSpPr/>
            <p:nvPr/>
          </p:nvSpPr>
          <p:spPr>
            <a:xfrm>
              <a:off x="342793" y="418548"/>
              <a:ext cx="17140" cy="26609"/>
            </a:xfrm>
            <a:prstGeom prst="rect">
              <a:avLst/>
            </a:prstGeom>
            <a:solidFill>
              <a:srgbClr val="FCF6F6"/>
            </a:solidFill>
            <a:ln>
              <a:noFill/>
            </a:ln>
          </p:spPr>
        </p:sp>
        <p:sp>
          <p:nvSpPr>
            <p:cNvPr id="5794" name="Heatmap cell r16 c19"/>
            <p:cNvSpPr/>
            <p:nvPr/>
          </p:nvSpPr>
          <p:spPr>
            <a:xfrm>
              <a:off x="359838" y="418548"/>
              <a:ext cx="19034" cy="26609"/>
            </a:xfrm>
            <a:prstGeom prst="rect">
              <a:avLst/>
            </a:prstGeom>
            <a:solidFill>
              <a:srgbClr val="FAEBED"/>
            </a:solidFill>
            <a:ln>
              <a:noFill/>
            </a:ln>
          </p:spPr>
        </p:sp>
        <p:sp>
          <p:nvSpPr>
            <p:cNvPr id="5795" name="Heatmap cell r16 c20"/>
            <p:cNvSpPr/>
            <p:nvPr/>
          </p:nvSpPr>
          <p:spPr>
            <a:xfrm>
              <a:off x="378777" y="418548"/>
              <a:ext cx="17140" cy="26609"/>
            </a:xfrm>
            <a:prstGeom prst="rect">
              <a:avLst/>
            </a:prstGeom>
            <a:solidFill>
              <a:srgbClr val="F6F8F9"/>
            </a:solidFill>
            <a:ln>
              <a:noFill/>
            </a:ln>
          </p:spPr>
        </p:sp>
        <p:sp>
          <p:nvSpPr>
            <p:cNvPr id="5796" name="Heatmap cell r16 c21"/>
            <p:cNvSpPr/>
            <p:nvPr/>
          </p:nvSpPr>
          <p:spPr>
            <a:xfrm>
              <a:off x="395822" y="418548"/>
              <a:ext cx="19034" cy="26609"/>
            </a:xfrm>
            <a:prstGeom prst="rect">
              <a:avLst/>
            </a:prstGeom>
            <a:solidFill>
              <a:srgbClr val="ECA0A8"/>
            </a:solidFill>
            <a:ln>
              <a:noFill/>
            </a:ln>
          </p:spPr>
        </p:sp>
        <p:sp>
          <p:nvSpPr>
            <p:cNvPr id="5797" name="Heatmap cell r16 c22"/>
            <p:cNvSpPr/>
            <p:nvPr/>
          </p:nvSpPr>
          <p:spPr>
            <a:xfrm>
              <a:off x="414760" y="418548"/>
              <a:ext cx="19034" cy="26609"/>
            </a:xfrm>
            <a:prstGeom prst="rect">
              <a:avLst/>
            </a:prstGeom>
            <a:solidFill>
              <a:srgbClr val="FDF9FA"/>
            </a:solidFill>
            <a:ln>
              <a:noFill/>
            </a:ln>
          </p:spPr>
        </p:sp>
        <p:sp>
          <p:nvSpPr>
            <p:cNvPr id="5798" name="Heatmap cell r16 c23"/>
            <p:cNvSpPr/>
            <p:nvPr/>
          </p:nvSpPr>
          <p:spPr>
            <a:xfrm>
              <a:off x="433699" y="418548"/>
              <a:ext cx="17140" cy="26609"/>
            </a:xfrm>
            <a:prstGeom prst="rect">
              <a:avLst/>
            </a:prstGeom>
            <a:solidFill>
              <a:srgbClr val="D5DFEA"/>
            </a:solidFill>
            <a:ln>
              <a:noFill/>
            </a:ln>
          </p:spPr>
        </p:sp>
        <p:sp>
          <p:nvSpPr>
            <p:cNvPr id="5799" name="Heatmap cell r16 c24"/>
            <p:cNvSpPr/>
            <p:nvPr/>
          </p:nvSpPr>
          <p:spPr>
            <a:xfrm>
              <a:off x="450744" y="418548"/>
              <a:ext cx="19034" cy="26609"/>
            </a:xfrm>
            <a:prstGeom prst="rect">
              <a:avLst/>
            </a:prstGeom>
            <a:solidFill>
              <a:srgbClr val="C5D2E0"/>
            </a:solidFill>
            <a:ln>
              <a:noFill/>
            </a:ln>
          </p:spPr>
        </p:sp>
        <p:sp>
          <p:nvSpPr>
            <p:cNvPr id="5800" name="Heatmap cell r16 c25"/>
            <p:cNvSpPr/>
            <p:nvPr/>
          </p:nvSpPr>
          <p:spPr>
            <a:xfrm>
              <a:off x="469683" y="418548"/>
              <a:ext cx="17140" cy="26609"/>
            </a:xfrm>
            <a:prstGeom prst="rect">
              <a:avLst/>
            </a:prstGeom>
            <a:solidFill>
              <a:srgbClr val="F8DBDD"/>
            </a:solidFill>
            <a:ln>
              <a:noFill/>
            </a:ln>
          </p:spPr>
        </p:sp>
        <p:sp>
          <p:nvSpPr>
            <p:cNvPr id="5801" name="Heatmap cell r16 c26"/>
            <p:cNvSpPr/>
            <p:nvPr/>
          </p:nvSpPr>
          <p:spPr>
            <a:xfrm>
              <a:off x="486728" y="418548"/>
              <a:ext cx="19034" cy="26609"/>
            </a:xfrm>
            <a:prstGeom prst="rect">
              <a:avLst/>
            </a:prstGeom>
            <a:solidFill>
              <a:srgbClr val="E9EEF4"/>
            </a:solidFill>
            <a:ln>
              <a:noFill/>
            </a:ln>
          </p:spPr>
        </p:sp>
        <p:sp>
          <p:nvSpPr>
            <p:cNvPr id="5802" name="Heatmap cell r16 c27"/>
            <p:cNvSpPr/>
            <p:nvPr/>
          </p:nvSpPr>
          <p:spPr>
            <a:xfrm>
              <a:off x="505667" y="418548"/>
              <a:ext cx="17140" cy="26609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5803" name="Heatmap cell r16 c28"/>
            <p:cNvSpPr/>
            <p:nvPr/>
          </p:nvSpPr>
          <p:spPr>
            <a:xfrm>
              <a:off x="522712" y="418548"/>
              <a:ext cx="19034" cy="26609"/>
            </a:xfrm>
            <a:prstGeom prst="rect">
              <a:avLst/>
            </a:prstGeom>
            <a:solidFill>
              <a:srgbClr val="E1E9EF"/>
            </a:solidFill>
            <a:ln>
              <a:noFill/>
            </a:ln>
          </p:spPr>
        </p:sp>
        <p:sp>
          <p:nvSpPr>
            <p:cNvPr id="5804" name="Heatmap cell r16 c29"/>
            <p:cNvSpPr/>
            <p:nvPr/>
          </p:nvSpPr>
          <p:spPr>
            <a:xfrm>
              <a:off x="541651" y="418548"/>
              <a:ext cx="17140" cy="26609"/>
            </a:xfrm>
            <a:prstGeom prst="rect">
              <a:avLst/>
            </a:prstGeom>
            <a:solidFill>
              <a:srgbClr val="F7D9DB"/>
            </a:solidFill>
            <a:ln>
              <a:noFill/>
            </a:ln>
          </p:spPr>
        </p:sp>
        <p:sp>
          <p:nvSpPr>
            <p:cNvPr id="5805" name="Heatmap cell r16 c30"/>
            <p:cNvSpPr/>
            <p:nvPr/>
          </p:nvSpPr>
          <p:spPr>
            <a:xfrm>
              <a:off x="558696" y="418548"/>
              <a:ext cx="19034" cy="26609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5806" name="Heatmap cell r16 c31"/>
            <p:cNvSpPr/>
            <p:nvPr/>
          </p:nvSpPr>
          <p:spPr>
            <a:xfrm>
              <a:off x="577634" y="418548"/>
              <a:ext cx="17140" cy="26609"/>
            </a:xfrm>
            <a:prstGeom prst="rect">
              <a:avLst/>
            </a:prstGeom>
            <a:solidFill>
              <a:srgbClr val="DDE4EC"/>
            </a:solidFill>
            <a:ln>
              <a:noFill/>
            </a:ln>
          </p:spPr>
        </p:sp>
        <p:sp>
          <p:nvSpPr>
            <p:cNvPr id="5807" name="Heatmap cell r16 c32"/>
            <p:cNvSpPr/>
            <p:nvPr/>
          </p:nvSpPr>
          <p:spPr>
            <a:xfrm>
              <a:off x="594679" y="418548"/>
              <a:ext cx="19034" cy="26609"/>
            </a:xfrm>
            <a:prstGeom prst="rect">
              <a:avLst/>
            </a:prstGeom>
            <a:solidFill>
              <a:srgbClr val="EDACB3"/>
            </a:solidFill>
            <a:ln>
              <a:noFill/>
            </a:ln>
          </p:spPr>
        </p:sp>
        <p:sp>
          <p:nvSpPr>
            <p:cNvPr id="5808" name="Heatmap cell r16 c33"/>
            <p:cNvSpPr/>
            <p:nvPr/>
          </p:nvSpPr>
          <p:spPr>
            <a:xfrm>
              <a:off x="613618" y="418548"/>
              <a:ext cx="17140" cy="26609"/>
            </a:xfrm>
            <a:prstGeom prst="rect">
              <a:avLst/>
            </a:prstGeom>
            <a:solidFill>
              <a:srgbClr val="FAEEEF"/>
            </a:solidFill>
            <a:ln>
              <a:noFill/>
            </a:ln>
          </p:spPr>
        </p:sp>
        <p:sp>
          <p:nvSpPr>
            <p:cNvPr id="5809" name="Heatmap cell r16 c34"/>
            <p:cNvSpPr/>
            <p:nvPr/>
          </p:nvSpPr>
          <p:spPr>
            <a:xfrm>
              <a:off x="630663" y="418548"/>
              <a:ext cx="19034" cy="26609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5810" name="Heatmap cell r16 c35"/>
            <p:cNvSpPr/>
            <p:nvPr/>
          </p:nvSpPr>
          <p:spPr>
            <a:xfrm>
              <a:off x="649602" y="418548"/>
              <a:ext cx="19034" cy="26609"/>
            </a:xfrm>
            <a:prstGeom prst="rect">
              <a:avLst/>
            </a:prstGeom>
            <a:solidFill>
              <a:srgbClr val="B7C7D9"/>
            </a:solidFill>
            <a:ln>
              <a:noFill/>
            </a:ln>
          </p:spPr>
        </p:sp>
        <p:sp>
          <p:nvSpPr>
            <p:cNvPr id="5811" name="Heatmap cell r16 c36"/>
            <p:cNvSpPr/>
            <p:nvPr/>
          </p:nvSpPr>
          <p:spPr>
            <a:xfrm>
              <a:off x="668541" y="418548"/>
              <a:ext cx="17140" cy="26609"/>
            </a:xfrm>
            <a:prstGeom prst="rect">
              <a:avLst/>
            </a:prstGeom>
            <a:solidFill>
              <a:srgbClr val="E9959D"/>
            </a:solidFill>
            <a:ln>
              <a:noFill/>
            </a:ln>
          </p:spPr>
        </p:sp>
        <p:sp>
          <p:nvSpPr>
            <p:cNvPr id="5812" name="Heatmap cell r16 c37"/>
            <p:cNvSpPr/>
            <p:nvPr/>
          </p:nvSpPr>
          <p:spPr>
            <a:xfrm>
              <a:off x="685586" y="418548"/>
              <a:ext cx="19034" cy="26609"/>
            </a:xfrm>
            <a:prstGeom prst="rect">
              <a:avLst/>
            </a:prstGeom>
            <a:solidFill>
              <a:srgbClr val="F4CDD0"/>
            </a:solidFill>
            <a:ln>
              <a:noFill/>
            </a:ln>
          </p:spPr>
        </p:sp>
        <p:sp>
          <p:nvSpPr>
            <p:cNvPr id="5813" name="Heatmap cell r16 c38"/>
            <p:cNvSpPr/>
            <p:nvPr/>
          </p:nvSpPr>
          <p:spPr>
            <a:xfrm>
              <a:off x="704525" y="418548"/>
              <a:ext cx="17140" cy="26609"/>
            </a:xfrm>
            <a:prstGeom prst="rect">
              <a:avLst/>
            </a:prstGeom>
            <a:solidFill>
              <a:srgbClr val="FCF8F9"/>
            </a:solidFill>
            <a:ln>
              <a:noFill/>
            </a:ln>
          </p:spPr>
        </p:sp>
        <p:sp>
          <p:nvSpPr>
            <p:cNvPr id="5814" name="Heatmap cell r16 c39"/>
            <p:cNvSpPr/>
            <p:nvPr/>
          </p:nvSpPr>
          <p:spPr>
            <a:xfrm>
              <a:off x="721570" y="418548"/>
              <a:ext cx="19034" cy="26609"/>
            </a:xfrm>
            <a:prstGeom prst="rect">
              <a:avLst/>
            </a:prstGeom>
            <a:solidFill>
              <a:srgbClr val="D7E1EB"/>
            </a:solidFill>
            <a:ln>
              <a:noFill/>
            </a:ln>
          </p:spPr>
        </p:sp>
        <p:sp>
          <p:nvSpPr>
            <p:cNvPr id="5815" name="Heatmap cell r16 c40"/>
            <p:cNvSpPr/>
            <p:nvPr/>
          </p:nvSpPr>
          <p:spPr>
            <a:xfrm>
              <a:off x="740508" y="418548"/>
              <a:ext cx="17140" cy="26609"/>
            </a:xfrm>
            <a:prstGeom prst="rect">
              <a:avLst/>
            </a:prstGeom>
            <a:solidFill>
              <a:srgbClr val="EFB4B9"/>
            </a:solidFill>
            <a:ln>
              <a:noFill/>
            </a:ln>
          </p:spPr>
        </p:sp>
        <p:sp>
          <p:nvSpPr>
            <p:cNvPr id="5816" name="Heatmap cell r16 c42"/>
            <p:cNvSpPr/>
            <p:nvPr/>
          </p:nvSpPr>
          <p:spPr>
            <a:xfrm>
              <a:off x="776492" y="418548"/>
              <a:ext cx="17140" cy="26609"/>
            </a:xfrm>
            <a:prstGeom prst="rect">
              <a:avLst/>
            </a:prstGeom>
            <a:solidFill>
              <a:srgbClr val="FBF5F5"/>
            </a:solidFill>
            <a:ln>
              <a:noFill/>
            </a:ln>
          </p:spPr>
        </p:sp>
        <p:sp>
          <p:nvSpPr>
            <p:cNvPr id="5817" name="Heatmap cell r16 c43"/>
            <p:cNvSpPr/>
            <p:nvPr/>
          </p:nvSpPr>
          <p:spPr>
            <a:xfrm>
              <a:off x="793537" y="418548"/>
              <a:ext cx="19034" cy="26609"/>
            </a:xfrm>
            <a:prstGeom prst="rect">
              <a:avLst/>
            </a:prstGeom>
            <a:solidFill>
              <a:srgbClr val="FAECEC"/>
            </a:solidFill>
            <a:ln>
              <a:noFill/>
            </a:ln>
          </p:spPr>
        </p:sp>
        <p:sp>
          <p:nvSpPr>
            <p:cNvPr id="5818" name="Heatmap cell r16 c44"/>
            <p:cNvSpPr/>
            <p:nvPr/>
          </p:nvSpPr>
          <p:spPr>
            <a:xfrm>
              <a:off x="812476" y="418548"/>
              <a:ext cx="17140" cy="26609"/>
            </a:xfrm>
            <a:prstGeom prst="rect">
              <a:avLst/>
            </a:prstGeom>
            <a:solidFill>
              <a:srgbClr val="A8BCD1"/>
            </a:solidFill>
            <a:ln>
              <a:noFill/>
            </a:ln>
          </p:spPr>
        </p:sp>
        <p:sp>
          <p:nvSpPr>
            <p:cNvPr id="5819" name="Heatmap cell r16 c45"/>
            <p:cNvSpPr/>
            <p:nvPr/>
          </p:nvSpPr>
          <p:spPr>
            <a:xfrm>
              <a:off x="829521" y="418548"/>
              <a:ext cx="19034" cy="26609"/>
            </a:xfrm>
            <a:prstGeom prst="rect">
              <a:avLst/>
            </a:prstGeom>
            <a:solidFill>
              <a:srgbClr val="F7D3D6"/>
            </a:solidFill>
            <a:ln>
              <a:noFill/>
            </a:ln>
          </p:spPr>
        </p:sp>
        <p:sp>
          <p:nvSpPr>
            <p:cNvPr id="5820" name="Heatmap cell r16 c46"/>
            <p:cNvSpPr/>
            <p:nvPr/>
          </p:nvSpPr>
          <p:spPr>
            <a:xfrm>
              <a:off x="848460" y="418548"/>
              <a:ext cx="17140" cy="26609"/>
            </a:xfrm>
            <a:prstGeom prst="rect">
              <a:avLst/>
            </a:prstGeom>
            <a:solidFill>
              <a:srgbClr val="F4CCD1"/>
            </a:solidFill>
            <a:ln>
              <a:noFill/>
            </a:ln>
          </p:spPr>
        </p:sp>
        <p:sp>
          <p:nvSpPr>
            <p:cNvPr id="5821" name="Heatmap cell r16 c47"/>
            <p:cNvSpPr/>
            <p:nvPr/>
          </p:nvSpPr>
          <p:spPr>
            <a:xfrm>
              <a:off x="865505" y="418548"/>
              <a:ext cx="19034" cy="26609"/>
            </a:xfrm>
            <a:prstGeom prst="rect">
              <a:avLst/>
            </a:prstGeom>
            <a:solidFill>
              <a:srgbClr val="FCF6F6"/>
            </a:solidFill>
            <a:ln>
              <a:noFill/>
            </a:ln>
          </p:spPr>
        </p:sp>
        <p:sp>
          <p:nvSpPr>
            <p:cNvPr id="5822" name="Heatmap cell r16 c48"/>
            <p:cNvSpPr/>
            <p:nvPr/>
          </p:nvSpPr>
          <p:spPr>
            <a:xfrm>
              <a:off x="884444" y="418548"/>
              <a:ext cx="19034" cy="26609"/>
            </a:xfrm>
            <a:prstGeom prst="rect">
              <a:avLst/>
            </a:prstGeom>
            <a:solidFill>
              <a:srgbClr val="FCF6F6"/>
            </a:solidFill>
            <a:ln>
              <a:noFill/>
            </a:ln>
          </p:spPr>
        </p:sp>
        <p:sp>
          <p:nvSpPr>
            <p:cNvPr id="5823" name="Heatmap cell r16 c49"/>
            <p:cNvSpPr/>
            <p:nvPr/>
          </p:nvSpPr>
          <p:spPr>
            <a:xfrm>
              <a:off x="903382" y="418548"/>
              <a:ext cx="17140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5824" name="Heatmap cell r16 c50"/>
            <p:cNvSpPr/>
            <p:nvPr/>
          </p:nvSpPr>
          <p:spPr>
            <a:xfrm>
              <a:off x="920427" y="418548"/>
              <a:ext cx="19034" cy="26609"/>
            </a:xfrm>
            <a:prstGeom prst="rect">
              <a:avLst/>
            </a:prstGeom>
            <a:solidFill>
              <a:srgbClr val="EBA3AA"/>
            </a:solidFill>
            <a:ln>
              <a:noFill/>
            </a:ln>
          </p:spPr>
        </p:sp>
        <p:sp>
          <p:nvSpPr>
            <p:cNvPr id="5825" name="Heatmap cell r16 c51"/>
            <p:cNvSpPr/>
            <p:nvPr/>
          </p:nvSpPr>
          <p:spPr>
            <a:xfrm>
              <a:off x="939366" y="418548"/>
              <a:ext cx="17140" cy="26609"/>
            </a:xfrm>
            <a:prstGeom prst="rect">
              <a:avLst/>
            </a:prstGeom>
            <a:solidFill>
              <a:srgbClr val="B3C5D6"/>
            </a:solidFill>
            <a:ln>
              <a:noFill/>
            </a:ln>
          </p:spPr>
        </p:sp>
        <p:sp>
          <p:nvSpPr>
            <p:cNvPr id="5826" name="Heatmap cell r16 c52"/>
            <p:cNvSpPr/>
            <p:nvPr/>
          </p:nvSpPr>
          <p:spPr>
            <a:xfrm>
              <a:off x="956411" y="418548"/>
              <a:ext cx="19034" cy="26609"/>
            </a:xfrm>
            <a:prstGeom prst="rect">
              <a:avLst/>
            </a:prstGeom>
            <a:solidFill>
              <a:srgbClr val="F6F8F9"/>
            </a:solidFill>
            <a:ln>
              <a:noFill/>
            </a:ln>
          </p:spPr>
        </p:sp>
        <p:sp>
          <p:nvSpPr>
            <p:cNvPr id="5827" name="Heatmap cell r16 c53"/>
            <p:cNvSpPr/>
            <p:nvPr/>
          </p:nvSpPr>
          <p:spPr>
            <a:xfrm>
              <a:off x="975350" y="418548"/>
              <a:ext cx="17140" cy="26609"/>
            </a:xfrm>
            <a:prstGeom prst="rect">
              <a:avLst/>
            </a:prstGeom>
            <a:solidFill>
              <a:srgbClr val="F9E8E9"/>
            </a:solidFill>
            <a:ln>
              <a:noFill/>
            </a:ln>
          </p:spPr>
        </p:sp>
        <p:sp>
          <p:nvSpPr>
            <p:cNvPr id="5828" name="Heatmap cell r16 c54"/>
            <p:cNvSpPr/>
            <p:nvPr/>
          </p:nvSpPr>
          <p:spPr>
            <a:xfrm>
              <a:off x="992395" y="418548"/>
              <a:ext cx="19034" cy="26609"/>
            </a:xfrm>
            <a:prstGeom prst="rect">
              <a:avLst/>
            </a:prstGeom>
            <a:solidFill>
              <a:srgbClr val="F3C5C8"/>
            </a:solidFill>
            <a:ln>
              <a:noFill/>
            </a:ln>
          </p:spPr>
        </p:sp>
        <p:sp>
          <p:nvSpPr>
            <p:cNvPr id="5829" name="Heatmap cell r16 c55"/>
            <p:cNvSpPr/>
            <p:nvPr/>
          </p:nvSpPr>
          <p:spPr>
            <a:xfrm>
              <a:off x="1011334" y="418548"/>
              <a:ext cx="17140" cy="26609"/>
            </a:xfrm>
            <a:prstGeom prst="rect">
              <a:avLst/>
            </a:prstGeom>
            <a:solidFill>
              <a:srgbClr val="9FB7CD"/>
            </a:solidFill>
            <a:ln>
              <a:noFill/>
            </a:ln>
          </p:spPr>
        </p:sp>
        <p:sp>
          <p:nvSpPr>
            <p:cNvPr id="5830" name="Heatmap cell r16 c56"/>
            <p:cNvSpPr/>
            <p:nvPr/>
          </p:nvSpPr>
          <p:spPr>
            <a:xfrm>
              <a:off x="1028379" y="418548"/>
              <a:ext cx="19034" cy="26609"/>
            </a:xfrm>
            <a:prstGeom prst="rect">
              <a:avLst/>
            </a:prstGeom>
            <a:solidFill>
              <a:srgbClr val="FCF6F6"/>
            </a:solidFill>
            <a:ln>
              <a:noFill/>
            </a:ln>
          </p:spPr>
        </p:sp>
        <p:sp>
          <p:nvSpPr>
            <p:cNvPr id="5831" name="Heatmap cell r16 c57"/>
            <p:cNvSpPr/>
            <p:nvPr/>
          </p:nvSpPr>
          <p:spPr>
            <a:xfrm>
              <a:off x="1047318" y="418548"/>
              <a:ext cx="17140" cy="26609"/>
            </a:xfrm>
            <a:prstGeom prst="rect">
              <a:avLst/>
            </a:prstGeom>
            <a:solidFill>
              <a:srgbClr val="F3C5C8"/>
            </a:solidFill>
            <a:ln>
              <a:noFill/>
            </a:ln>
          </p:spPr>
        </p:sp>
        <p:sp>
          <p:nvSpPr>
            <p:cNvPr id="5832" name="Heatmap cell r16 c58"/>
            <p:cNvSpPr/>
            <p:nvPr/>
          </p:nvSpPr>
          <p:spPr>
            <a:xfrm>
              <a:off x="1064363" y="418548"/>
              <a:ext cx="19034" cy="26609"/>
            </a:xfrm>
            <a:prstGeom prst="rect">
              <a:avLst/>
            </a:prstGeom>
            <a:solidFill>
              <a:srgbClr val="CAD6E3"/>
            </a:solidFill>
            <a:ln>
              <a:noFill/>
            </a:ln>
          </p:spPr>
        </p:sp>
        <p:sp>
          <p:nvSpPr>
            <p:cNvPr id="5833" name="Heatmap cell r16 c59"/>
            <p:cNvSpPr/>
            <p:nvPr/>
          </p:nvSpPr>
          <p:spPr>
            <a:xfrm>
              <a:off x="1083301" y="418548"/>
              <a:ext cx="17140" cy="26609"/>
            </a:xfrm>
            <a:prstGeom prst="rect">
              <a:avLst/>
            </a:prstGeom>
            <a:solidFill>
              <a:srgbClr val="F7DADC"/>
            </a:solidFill>
            <a:ln>
              <a:noFill/>
            </a:ln>
          </p:spPr>
        </p:sp>
        <p:sp>
          <p:nvSpPr>
            <p:cNvPr id="5834" name="Heatmap cell r16 c60"/>
            <p:cNvSpPr/>
            <p:nvPr/>
          </p:nvSpPr>
          <p:spPr>
            <a:xfrm>
              <a:off x="1100346" y="418548"/>
              <a:ext cx="19034" cy="26609"/>
            </a:xfrm>
            <a:prstGeom prst="rect">
              <a:avLst/>
            </a:prstGeom>
            <a:solidFill>
              <a:srgbClr val="EFB7BB"/>
            </a:solidFill>
            <a:ln>
              <a:noFill/>
            </a:ln>
          </p:spPr>
        </p:sp>
        <p:sp>
          <p:nvSpPr>
            <p:cNvPr id="5835" name="Heatmap cell r16 c61"/>
            <p:cNvSpPr/>
            <p:nvPr/>
          </p:nvSpPr>
          <p:spPr>
            <a:xfrm>
              <a:off x="1119285" y="418548"/>
              <a:ext cx="19034" cy="26609"/>
            </a:xfrm>
            <a:prstGeom prst="rect">
              <a:avLst/>
            </a:prstGeom>
            <a:solidFill>
              <a:srgbClr val="F5F7F9"/>
            </a:solidFill>
            <a:ln>
              <a:noFill/>
            </a:ln>
          </p:spPr>
        </p:sp>
        <p:sp>
          <p:nvSpPr>
            <p:cNvPr id="5836" name="Heatmap cell r16 c62"/>
            <p:cNvSpPr/>
            <p:nvPr/>
          </p:nvSpPr>
          <p:spPr>
            <a:xfrm>
              <a:off x="1138224" y="418548"/>
              <a:ext cx="17140" cy="26609"/>
            </a:xfrm>
            <a:prstGeom prst="rect">
              <a:avLst/>
            </a:prstGeom>
            <a:solidFill>
              <a:srgbClr val="F6D5D9"/>
            </a:solidFill>
            <a:ln>
              <a:noFill/>
            </a:ln>
          </p:spPr>
        </p:sp>
        <p:sp>
          <p:nvSpPr>
            <p:cNvPr id="5837" name="Heatmap cell r16 c63"/>
            <p:cNvSpPr/>
            <p:nvPr/>
          </p:nvSpPr>
          <p:spPr>
            <a:xfrm>
              <a:off x="1155269" y="418548"/>
              <a:ext cx="19034" cy="26609"/>
            </a:xfrm>
            <a:prstGeom prst="rect">
              <a:avLst/>
            </a:prstGeom>
            <a:solidFill>
              <a:srgbClr val="F5F7F9"/>
            </a:solidFill>
            <a:ln>
              <a:noFill/>
            </a:ln>
          </p:spPr>
        </p:sp>
        <p:sp>
          <p:nvSpPr>
            <p:cNvPr id="5838" name="Heatmap cell r16 c64"/>
            <p:cNvSpPr/>
            <p:nvPr/>
          </p:nvSpPr>
          <p:spPr>
            <a:xfrm>
              <a:off x="1174208" y="418548"/>
              <a:ext cx="17140" cy="26609"/>
            </a:xfrm>
            <a:prstGeom prst="rect">
              <a:avLst/>
            </a:prstGeom>
            <a:solidFill>
              <a:srgbClr val="F7D9DB"/>
            </a:solidFill>
            <a:ln>
              <a:noFill/>
            </a:ln>
          </p:spPr>
        </p:sp>
        <p:sp>
          <p:nvSpPr>
            <p:cNvPr id="5839" name="Heatmap cell r16 c65"/>
            <p:cNvSpPr/>
            <p:nvPr/>
          </p:nvSpPr>
          <p:spPr>
            <a:xfrm>
              <a:off x="1191253" y="418548"/>
              <a:ext cx="19034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5840" name="Heatmap cell r16 c66"/>
            <p:cNvSpPr/>
            <p:nvPr/>
          </p:nvSpPr>
          <p:spPr>
            <a:xfrm>
              <a:off x="1210192" y="418548"/>
              <a:ext cx="17140" cy="26609"/>
            </a:xfrm>
            <a:prstGeom prst="rect">
              <a:avLst/>
            </a:prstGeom>
            <a:solidFill>
              <a:srgbClr val="F9E7E8"/>
            </a:solidFill>
            <a:ln>
              <a:noFill/>
            </a:ln>
          </p:spPr>
        </p:sp>
        <p:sp>
          <p:nvSpPr>
            <p:cNvPr id="5841" name="Heatmap cell r16 c67"/>
            <p:cNvSpPr/>
            <p:nvPr/>
          </p:nvSpPr>
          <p:spPr>
            <a:xfrm>
              <a:off x="1227236" y="418548"/>
              <a:ext cx="19034" cy="26609"/>
            </a:xfrm>
            <a:prstGeom prst="rect">
              <a:avLst/>
            </a:prstGeom>
            <a:solidFill>
              <a:srgbClr val="FAECEC"/>
            </a:solidFill>
            <a:ln>
              <a:noFill/>
            </a:ln>
          </p:spPr>
        </p:sp>
        <p:sp>
          <p:nvSpPr>
            <p:cNvPr id="5842" name="Heatmap cell r16 c68"/>
            <p:cNvSpPr/>
            <p:nvPr/>
          </p:nvSpPr>
          <p:spPr>
            <a:xfrm>
              <a:off x="1246175" y="418548"/>
              <a:ext cx="17140" cy="26609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5843" name="Heatmap cell r16 c69"/>
            <p:cNvSpPr/>
            <p:nvPr/>
          </p:nvSpPr>
          <p:spPr>
            <a:xfrm>
              <a:off x="1263220" y="418548"/>
              <a:ext cx="19034" cy="26609"/>
            </a:xfrm>
            <a:prstGeom prst="rect">
              <a:avLst/>
            </a:prstGeom>
            <a:solidFill>
              <a:srgbClr val="F4CCD1"/>
            </a:solidFill>
            <a:ln>
              <a:noFill/>
            </a:ln>
          </p:spPr>
        </p:sp>
        <p:sp>
          <p:nvSpPr>
            <p:cNvPr id="5844" name="Heatmap cell r16 c70"/>
            <p:cNvSpPr/>
            <p:nvPr/>
          </p:nvSpPr>
          <p:spPr>
            <a:xfrm>
              <a:off x="1282159" y="418548"/>
              <a:ext cx="17140" cy="26609"/>
            </a:xfrm>
            <a:prstGeom prst="rect">
              <a:avLst/>
            </a:prstGeom>
            <a:solidFill>
              <a:srgbClr val="F9E8E9"/>
            </a:solidFill>
            <a:ln>
              <a:noFill/>
            </a:ln>
          </p:spPr>
        </p:sp>
        <p:sp>
          <p:nvSpPr>
            <p:cNvPr id="5845" name="Heatmap cell r16 c71"/>
            <p:cNvSpPr/>
            <p:nvPr/>
          </p:nvSpPr>
          <p:spPr>
            <a:xfrm>
              <a:off x="1299204" y="418548"/>
              <a:ext cx="19034" cy="26609"/>
            </a:xfrm>
            <a:prstGeom prst="rect">
              <a:avLst/>
            </a:prstGeom>
            <a:solidFill>
              <a:srgbClr val="E2EAEF"/>
            </a:solidFill>
            <a:ln>
              <a:noFill/>
            </a:ln>
          </p:spPr>
        </p:sp>
        <p:sp>
          <p:nvSpPr>
            <p:cNvPr id="5846" name="Heatmap cell r16 c72"/>
            <p:cNvSpPr/>
            <p:nvPr/>
          </p:nvSpPr>
          <p:spPr>
            <a:xfrm>
              <a:off x="1318143" y="418548"/>
              <a:ext cx="17140" cy="26609"/>
            </a:xfrm>
            <a:prstGeom prst="rect">
              <a:avLst/>
            </a:prstGeom>
            <a:solidFill>
              <a:srgbClr val="FCF6F6"/>
            </a:solidFill>
            <a:ln>
              <a:noFill/>
            </a:ln>
          </p:spPr>
        </p:sp>
        <p:sp>
          <p:nvSpPr>
            <p:cNvPr id="5847" name="Heatmap cell r16 c73"/>
            <p:cNvSpPr/>
            <p:nvPr/>
          </p:nvSpPr>
          <p:spPr>
            <a:xfrm>
              <a:off x="1335188" y="418548"/>
              <a:ext cx="19034" cy="26609"/>
            </a:xfrm>
            <a:prstGeom prst="rect">
              <a:avLst/>
            </a:prstGeom>
            <a:solidFill>
              <a:srgbClr val="FCF7F7"/>
            </a:solidFill>
            <a:ln>
              <a:noFill/>
            </a:ln>
          </p:spPr>
        </p:sp>
        <p:sp>
          <p:nvSpPr>
            <p:cNvPr id="5848" name="Heatmap cell r16 c74"/>
            <p:cNvSpPr/>
            <p:nvPr/>
          </p:nvSpPr>
          <p:spPr>
            <a:xfrm>
              <a:off x="1354127" y="418548"/>
              <a:ext cx="17140" cy="26609"/>
            </a:xfrm>
            <a:prstGeom prst="rect">
              <a:avLst/>
            </a:prstGeom>
            <a:solidFill>
              <a:srgbClr val="FAEEEF"/>
            </a:solidFill>
            <a:ln>
              <a:noFill/>
            </a:ln>
          </p:spPr>
        </p:sp>
        <p:sp>
          <p:nvSpPr>
            <p:cNvPr id="5849" name="Heatmap cell r16 c75"/>
            <p:cNvSpPr/>
            <p:nvPr/>
          </p:nvSpPr>
          <p:spPr>
            <a:xfrm>
              <a:off x="1371172" y="418548"/>
              <a:ext cx="19034" cy="26609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5850" name="Heatmap cell r16 c76"/>
            <p:cNvSpPr/>
            <p:nvPr/>
          </p:nvSpPr>
          <p:spPr>
            <a:xfrm>
              <a:off x="1390110" y="418548"/>
              <a:ext cx="19034" cy="26609"/>
            </a:xfrm>
            <a:prstGeom prst="rect">
              <a:avLst/>
            </a:prstGeom>
            <a:solidFill>
              <a:srgbClr val="F3C5CA"/>
            </a:solidFill>
            <a:ln>
              <a:noFill/>
            </a:ln>
          </p:spPr>
        </p:sp>
        <p:sp>
          <p:nvSpPr>
            <p:cNvPr id="5851" name="Heatmap cell r16 c77"/>
            <p:cNvSpPr/>
            <p:nvPr/>
          </p:nvSpPr>
          <p:spPr>
            <a:xfrm>
              <a:off x="1409049" y="418548"/>
              <a:ext cx="17140" cy="26609"/>
            </a:xfrm>
            <a:prstGeom prst="rect">
              <a:avLst/>
            </a:prstGeom>
            <a:solidFill>
              <a:srgbClr val="EDADB4"/>
            </a:solidFill>
            <a:ln>
              <a:noFill/>
            </a:ln>
          </p:spPr>
        </p:sp>
        <p:sp>
          <p:nvSpPr>
            <p:cNvPr id="5852" name="Heatmap cell r16 c78"/>
            <p:cNvSpPr/>
            <p:nvPr/>
          </p:nvSpPr>
          <p:spPr>
            <a:xfrm>
              <a:off x="1426094" y="418548"/>
              <a:ext cx="19034" cy="26609"/>
            </a:xfrm>
            <a:prstGeom prst="rect">
              <a:avLst/>
            </a:prstGeom>
            <a:solidFill>
              <a:srgbClr val="F9E8E9"/>
            </a:solidFill>
            <a:ln>
              <a:noFill/>
            </a:ln>
          </p:spPr>
        </p:sp>
        <p:sp>
          <p:nvSpPr>
            <p:cNvPr id="5853" name="Heatmap cell r16 c79"/>
            <p:cNvSpPr/>
            <p:nvPr/>
          </p:nvSpPr>
          <p:spPr>
            <a:xfrm>
              <a:off x="1445033" y="418548"/>
              <a:ext cx="17140" cy="26609"/>
            </a:xfrm>
            <a:prstGeom prst="rect">
              <a:avLst/>
            </a:prstGeom>
            <a:solidFill>
              <a:srgbClr val="F8E3E6"/>
            </a:solidFill>
            <a:ln>
              <a:noFill/>
            </a:ln>
          </p:spPr>
        </p:sp>
        <p:sp>
          <p:nvSpPr>
            <p:cNvPr id="5854" name="Heatmap cell r16 c80"/>
            <p:cNvSpPr/>
            <p:nvPr/>
          </p:nvSpPr>
          <p:spPr>
            <a:xfrm>
              <a:off x="1462078" y="418548"/>
              <a:ext cx="19034" cy="26609"/>
            </a:xfrm>
            <a:prstGeom prst="rect">
              <a:avLst/>
            </a:prstGeom>
            <a:solidFill>
              <a:srgbClr val="FCF7F7"/>
            </a:solidFill>
            <a:ln>
              <a:noFill/>
            </a:ln>
          </p:spPr>
        </p:sp>
        <p:sp>
          <p:nvSpPr>
            <p:cNvPr id="5855" name="Heatmap cell r16 c81"/>
            <p:cNvSpPr/>
            <p:nvPr/>
          </p:nvSpPr>
          <p:spPr>
            <a:xfrm>
              <a:off x="1481017" y="418548"/>
              <a:ext cx="17140" cy="26609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5856" name="Heatmap cell r16 c82"/>
            <p:cNvSpPr/>
            <p:nvPr/>
          </p:nvSpPr>
          <p:spPr>
            <a:xfrm>
              <a:off x="1498062" y="418548"/>
              <a:ext cx="19034" cy="26609"/>
            </a:xfrm>
            <a:prstGeom prst="rect">
              <a:avLst/>
            </a:prstGeom>
            <a:solidFill>
              <a:srgbClr val="F8DEE0"/>
            </a:solidFill>
            <a:ln>
              <a:noFill/>
            </a:ln>
          </p:spPr>
        </p:sp>
        <p:sp>
          <p:nvSpPr>
            <p:cNvPr id="5857" name="Heatmap cell r16 c83"/>
            <p:cNvSpPr/>
            <p:nvPr/>
          </p:nvSpPr>
          <p:spPr>
            <a:xfrm>
              <a:off x="1517001" y="418548"/>
              <a:ext cx="17140" cy="26609"/>
            </a:xfrm>
            <a:prstGeom prst="rect">
              <a:avLst/>
            </a:prstGeom>
            <a:solidFill>
              <a:srgbClr val="EFB9BE"/>
            </a:solidFill>
            <a:ln>
              <a:noFill/>
            </a:ln>
          </p:spPr>
        </p:sp>
        <p:sp>
          <p:nvSpPr>
            <p:cNvPr id="5858" name="Heatmap cell r16 c84"/>
            <p:cNvSpPr/>
            <p:nvPr/>
          </p:nvSpPr>
          <p:spPr>
            <a:xfrm>
              <a:off x="1534046" y="418548"/>
              <a:ext cx="19034" cy="26609"/>
            </a:xfrm>
            <a:prstGeom prst="rect">
              <a:avLst/>
            </a:prstGeom>
            <a:solidFill>
              <a:srgbClr val="F1BEC3"/>
            </a:solidFill>
            <a:ln>
              <a:noFill/>
            </a:ln>
          </p:spPr>
        </p:sp>
        <p:sp>
          <p:nvSpPr>
            <p:cNvPr id="5859" name="Heatmap cell r16 c85"/>
            <p:cNvSpPr/>
            <p:nvPr/>
          </p:nvSpPr>
          <p:spPr>
            <a:xfrm>
              <a:off x="1552984" y="418548"/>
              <a:ext cx="17140" cy="26609"/>
            </a:xfrm>
            <a:prstGeom prst="rect">
              <a:avLst/>
            </a:prstGeom>
            <a:solidFill>
              <a:srgbClr val="E2EAEF"/>
            </a:solidFill>
            <a:ln>
              <a:noFill/>
            </a:ln>
          </p:spPr>
        </p:sp>
        <p:sp>
          <p:nvSpPr>
            <p:cNvPr id="5860" name="Heatmap cell r16 c86"/>
            <p:cNvSpPr/>
            <p:nvPr/>
          </p:nvSpPr>
          <p:spPr>
            <a:xfrm>
              <a:off x="1570029" y="418548"/>
              <a:ext cx="19034" cy="26609"/>
            </a:xfrm>
            <a:prstGeom prst="rect">
              <a:avLst/>
            </a:prstGeom>
            <a:solidFill>
              <a:srgbClr val="ACC1D3"/>
            </a:solidFill>
            <a:ln>
              <a:noFill/>
            </a:ln>
          </p:spPr>
        </p:sp>
        <p:sp>
          <p:nvSpPr>
            <p:cNvPr id="5861" name="Heatmap cell r16 c87"/>
            <p:cNvSpPr/>
            <p:nvPr/>
          </p:nvSpPr>
          <p:spPr>
            <a:xfrm>
              <a:off x="1588968" y="418548"/>
              <a:ext cx="17140" cy="26609"/>
            </a:xfrm>
            <a:prstGeom prst="rect">
              <a:avLst/>
            </a:prstGeom>
            <a:solidFill>
              <a:srgbClr val="EBA2A9"/>
            </a:solidFill>
            <a:ln>
              <a:noFill/>
            </a:ln>
          </p:spPr>
        </p:sp>
        <p:sp>
          <p:nvSpPr>
            <p:cNvPr id="5862" name="Heatmap cell r16 c88"/>
            <p:cNvSpPr/>
            <p:nvPr/>
          </p:nvSpPr>
          <p:spPr>
            <a:xfrm>
              <a:off x="1606013" y="418548"/>
              <a:ext cx="19034" cy="26609"/>
            </a:xfrm>
            <a:prstGeom prst="rect">
              <a:avLst/>
            </a:prstGeom>
            <a:solidFill>
              <a:srgbClr val="F8DBDD"/>
            </a:solidFill>
            <a:ln>
              <a:noFill/>
            </a:ln>
          </p:spPr>
        </p:sp>
        <p:sp>
          <p:nvSpPr>
            <p:cNvPr id="5863" name="Heatmap cell r16 c89"/>
            <p:cNvSpPr/>
            <p:nvPr/>
          </p:nvSpPr>
          <p:spPr>
            <a:xfrm>
              <a:off x="1624952" y="418548"/>
              <a:ext cx="19034" cy="26609"/>
            </a:xfrm>
            <a:prstGeom prst="rect">
              <a:avLst/>
            </a:prstGeom>
            <a:solidFill>
              <a:srgbClr val="C5D2E0"/>
            </a:solidFill>
            <a:ln>
              <a:noFill/>
            </a:ln>
          </p:spPr>
        </p:sp>
        <p:sp>
          <p:nvSpPr>
            <p:cNvPr id="5864" name="Heatmap cell r16 c90"/>
            <p:cNvSpPr/>
            <p:nvPr/>
          </p:nvSpPr>
          <p:spPr>
            <a:xfrm>
              <a:off x="1643891" y="418548"/>
              <a:ext cx="17140" cy="26609"/>
            </a:xfrm>
            <a:prstGeom prst="rect">
              <a:avLst/>
            </a:prstGeom>
            <a:solidFill>
              <a:srgbClr val="EB9FA6"/>
            </a:solidFill>
            <a:ln>
              <a:noFill/>
            </a:ln>
          </p:spPr>
        </p:sp>
        <p:sp>
          <p:nvSpPr>
            <p:cNvPr id="5865" name="Heatmap cell r16 c91"/>
            <p:cNvSpPr/>
            <p:nvPr/>
          </p:nvSpPr>
          <p:spPr>
            <a:xfrm>
              <a:off x="1660936" y="418548"/>
              <a:ext cx="19034" cy="26609"/>
            </a:xfrm>
            <a:prstGeom prst="rect">
              <a:avLst/>
            </a:prstGeom>
            <a:solidFill>
              <a:srgbClr val="B9C9DB"/>
            </a:solidFill>
            <a:ln>
              <a:noFill/>
            </a:ln>
          </p:spPr>
        </p:sp>
        <p:sp>
          <p:nvSpPr>
            <p:cNvPr id="5866" name="Heatmap cell r16 c92"/>
            <p:cNvSpPr/>
            <p:nvPr/>
          </p:nvSpPr>
          <p:spPr>
            <a:xfrm>
              <a:off x="1679875" y="418548"/>
              <a:ext cx="17140" cy="26609"/>
            </a:xfrm>
            <a:prstGeom prst="rect">
              <a:avLst/>
            </a:prstGeom>
            <a:solidFill>
              <a:srgbClr val="FBF1F3"/>
            </a:solidFill>
            <a:ln>
              <a:noFill/>
            </a:ln>
          </p:spPr>
        </p:sp>
        <p:sp>
          <p:nvSpPr>
            <p:cNvPr id="5867" name="Heatmap cell r16 c93"/>
            <p:cNvSpPr/>
            <p:nvPr/>
          </p:nvSpPr>
          <p:spPr>
            <a:xfrm>
              <a:off x="1696920" y="418548"/>
              <a:ext cx="19034" cy="26609"/>
            </a:xfrm>
            <a:prstGeom prst="rect">
              <a:avLst/>
            </a:prstGeom>
            <a:solidFill>
              <a:srgbClr val="D3DEE8"/>
            </a:solidFill>
            <a:ln>
              <a:noFill/>
            </a:ln>
          </p:spPr>
        </p:sp>
        <p:sp>
          <p:nvSpPr>
            <p:cNvPr id="5868" name="Heatmap cell r16 c94"/>
            <p:cNvSpPr/>
            <p:nvPr/>
          </p:nvSpPr>
          <p:spPr>
            <a:xfrm>
              <a:off x="1715858" y="418548"/>
              <a:ext cx="17140" cy="26609"/>
            </a:xfrm>
            <a:prstGeom prst="rect">
              <a:avLst/>
            </a:prstGeom>
            <a:solidFill>
              <a:srgbClr val="F1C1C5"/>
            </a:solidFill>
            <a:ln>
              <a:noFill/>
            </a:ln>
          </p:spPr>
        </p:sp>
        <p:sp>
          <p:nvSpPr>
            <p:cNvPr id="5869" name="Heatmap cell r16 c95"/>
            <p:cNvSpPr/>
            <p:nvPr/>
          </p:nvSpPr>
          <p:spPr>
            <a:xfrm>
              <a:off x="1732903" y="418548"/>
              <a:ext cx="19034" cy="26609"/>
            </a:xfrm>
            <a:prstGeom prst="rect">
              <a:avLst/>
            </a:prstGeom>
            <a:solidFill>
              <a:srgbClr val="9BB3CA"/>
            </a:solidFill>
            <a:ln>
              <a:noFill/>
            </a:ln>
          </p:spPr>
        </p:sp>
        <p:sp>
          <p:nvSpPr>
            <p:cNvPr id="5870" name="Heatmap cell r16 c96"/>
            <p:cNvSpPr/>
            <p:nvPr/>
          </p:nvSpPr>
          <p:spPr>
            <a:xfrm>
              <a:off x="1751842" y="418548"/>
              <a:ext cx="17140" cy="26609"/>
            </a:xfrm>
            <a:prstGeom prst="rect">
              <a:avLst/>
            </a:prstGeom>
            <a:solidFill>
              <a:srgbClr val="EDB0B6"/>
            </a:solidFill>
            <a:ln>
              <a:noFill/>
            </a:ln>
          </p:spPr>
        </p:sp>
        <p:sp>
          <p:nvSpPr>
            <p:cNvPr id="5871" name="Heatmap cell r16 c97"/>
            <p:cNvSpPr/>
            <p:nvPr/>
          </p:nvSpPr>
          <p:spPr>
            <a:xfrm>
              <a:off x="1768887" y="418548"/>
              <a:ext cx="19034" cy="26609"/>
            </a:xfrm>
            <a:prstGeom prst="rect">
              <a:avLst/>
            </a:prstGeom>
            <a:solidFill>
              <a:srgbClr val="F7D9DB"/>
            </a:solidFill>
            <a:ln>
              <a:noFill/>
            </a:ln>
          </p:spPr>
        </p:sp>
        <p:sp>
          <p:nvSpPr>
            <p:cNvPr id="5872" name="Heatmap cell r16 c98"/>
            <p:cNvSpPr/>
            <p:nvPr/>
          </p:nvSpPr>
          <p:spPr>
            <a:xfrm>
              <a:off x="1787826" y="418548"/>
              <a:ext cx="17140" cy="26609"/>
            </a:xfrm>
            <a:prstGeom prst="rect">
              <a:avLst/>
            </a:prstGeom>
            <a:solidFill>
              <a:srgbClr val="F7D7DB"/>
            </a:solidFill>
            <a:ln>
              <a:noFill/>
            </a:ln>
          </p:spPr>
        </p:sp>
        <p:sp>
          <p:nvSpPr>
            <p:cNvPr id="5873" name="Heatmap cell r16 c99"/>
            <p:cNvSpPr/>
            <p:nvPr/>
          </p:nvSpPr>
          <p:spPr>
            <a:xfrm>
              <a:off x="1804871" y="418548"/>
              <a:ext cx="19034" cy="26609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5874" name="Heatmap cell r16 c100"/>
            <p:cNvSpPr/>
            <p:nvPr/>
          </p:nvSpPr>
          <p:spPr>
            <a:xfrm>
              <a:off x="1823810" y="418548"/>
              <a:ext cx="17140" cy="26609"/>
            </a:xfrm>
            <a:prstGeom prst="rect">
              <a:avLst/>
            </a:prstGeom>
            <a:solidFill>
              <a:srgbClr val="D9E1EB"/>
            </a:solidFill>
            <a:ln>
              <a:noFill/>
            </a:ln>
          </p:spPr>
        </p:sp>
        <p:sp>
          <p:nvSpPr>
            <p:cNvPr id="5875" name="Heatmap cell r16 c101"/>
            <p:cNvSpPr/>
            <p:nvPr/>
          </p:nvSpPr>
          <p:spPr>
            <a:xfrm>
              <a:off x="1840855" y="418548"/>
              <a:ext cx="19034" cy="26609"/>
            </a:xfrm>
            <a:prstGeom prst="rect">
              <a:avLst/>
            </a:prstGeom>
            <a:solidFill>
              <a:srgbClr val="EDAFB5"/>
            </a:solidFill>
            <a:ln>
              <a:noFill/>
            </a:ln>
          </p:spPr>
        </p:sp>
        <p:sp>
          <p:nvSpPr>
            <p:cNvPr id="5876" name="Heatmap cell r16 c102"/>
            <p:cNvSpPr/>
            <p:nvPr/>
          </p:nvSpPr>
          <p:spPr>
            <a:xfrm>
              <a:off x="1859794" y="418548"/>
              <a:ext cx="19034" cy="26609"/>
            </a:xfrm>
            <a:prstGeom prst="rect">
              <a:avLst/>
            </a:prstGeom>
            <a:solidFill>
              <a:srgbClr val="EFB7BB"/>
            </a:solidFill>
            <a:ln>
              <a:noFill/>
            </a:ln>
          </p:spPr>
        </p:sp>
        <p:sp>
          <p:nvSpPr>
            <p:cNvPr id="5877" name="Heatmap cell r16 c103"/>
            <p:cNvSpPr/>
            <p:nvPr/>
          </p:nvSpPr>
          <p:spPr>
            <a:xfrm>
              <a:off x="1878732" y="418548"/>
              <a:ext cx="17140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5878" name="Heatmap cell r16 c104"/>
            <p:cNvSpPr/>
            <p:nvPr/>
          </p:nvSpPr>
          <p:spPr>
            <a:xfrm>
              <a:off x="1895777" y="418548"/>
              <a:ext cx="19034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5879" name="Heatmap cell r16 c105"/>
            <p:cNvSpPr/>
            <p:nvPr/>
          </p:nvSpPr>
          <p:spPr>
            <a:xfrm>
              <a:off x="1914716" y="418548"/>
              <a:ext cx="17140" cy="26609"/>
            </a:xfrm>
            <a:prstGeom prst="rect">
              <a:avLst/>
            </a:prstGeom>
            <a:solidFill>
              <a:srgbClr val="F4CCD1"/>
            </a:solidFill>
            <a:ln>
              <a:noFill/>
            </a:ln>
          </p:spPr>
        </p:sp>
        <p:sp>
          <p:nvSpPr>
            <p:cNvPr id="5880" name="Heatmap cell r16 c106"/>
            <p:cNvSpPr/>
            <p:nvPr/>
          </p:nvSpPr>
          <p:spPr>
            <a:xfrm>
              <a:off x="1931761" y="418548"/>
              <a:ext cx="19034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5881" name="Heatmap cell r16 c107"/>
            <p:cNvSpPr/>
            <p:nvPr/>
          </p:nvSpPr>
          <p:spPr>
            <a:xfrm>
              <a:off x="1950700" y="418548"/>
              <a:ext cx="17140" cy="26609"/>
            </a:xfrm>
            <a:prstGeom prst="rect">
              <a:avLst/>
            </a:prstGeom>
            <a:solidFill>
              <a:srgbClr val="CAD6E3"/>
            </a:solidFill>
            <a:ln>
              <a:noFill/>
            </a:ln>
          </p:spPr>
        </p:sp>
        <p:sp>
          <p:nvSpPr>
            <p:cNvPr id="5882" name="Heatmap cell r16 c108"/>
            <p:cNvSpPr/>
            <p:nvPr/>
          </p:nvSpPr>
          <p:spPr>
            <a:xfrm>
              <a:off x="1967745" y="418548"/>
              <a:ext cx="19034" cy="26609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5883" name="Heatmap cell r16 c109"/>
            <p:cNvSpPr/>
            <p:nvPr/>
          </p:nvSpPr>
          <p:spPr>
            <a:xfrm>
              <a:off x="1986684" y="418548"/>
              <a:ext cx="17140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5884" name="Heatmap cell r16 c110"/>
            <p:cNvSpPr/>
            <p:nvPr/>
          </p:nvSpPr>
          <p:spPr>
            <a:xfrm>
              <a:off x="2003729" y="418548"/>
              <a:ext cx="19034" cy="26609"/>
            </a:xfrm>
            <a:prstGeom prst="rect">
              <a:avLst/>
            </a:prstGeom>
            <a:solidFill>
              <a:srgbClr val="D5DFEA"/>
            </a:solidFill>
            <a:ln>
              <a:noFill/>
            </a:ln>
          </p:spPr>
        </p:sp>
        <p:sp>
          <p:nvSpPr>
            <p:cNvPr id="5885" name="Heatmap cell r16 c111"/>
            <p:cNvSpPr/>
            <p:nvPr/>
          </p:nvSpPr>
          <p:spPr>
            <a:xfrm>
              <a:off x="2022668" y="418548"/>
              <a:ext cx="17140" cy="26609"/>
            </a:xfrm>
            <a:prstGeom prst="rect">
              <a:avLst/>
            </a:prstGeom>
            <a:solidFill>
              <a:srgbClr val="EA9DA3"/>
            </a:solidFill>
            <a:ln>
              <a:noFill/>
            </a:ln>
          </p:spPr>
        </p:sp>
        <p:sp>
          <p:nvSpPr>
            <p:cNvPr id="5886" name="Heatmap cell r16 c112"/>
            <p:cNvSpPr/>
            <p:nvPr/>
          </p:nvSpPr>
          <p:spPr>
            <a:xfrm>
              <a:off x="2039712" y="418548"/>
              <a:ext cx="19034" cy="26609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5887" name="Heatmap cell r16 c113"/>
            <p:cNvSpPr/>
            <p:nvPr/>
          </p:nvSpPr>
          <p:spPr>
            <a:xfrm>
              <a:off x="2058651" y="418548"/>
              <a:ext cx="17140" cy="26609"/>
            </a:xfrm>
            <a:prstGeom prst="rect">
              <a:avLst/>
            </a:prstGeom>
            <a:solidFill>
              <a:srgbClr val="F3C5CA"/>
            </a:solidFill>
            <a:ln>
              <a:noFill/>
            </a:ln>
          </p:spPr>
        </p:sp>
        <p:sp>
          <p:nvSpPr>
            <p:cNvPr id="5888" name="Heatmap cell r16 c114"/>
            <p:cNvSpPr/>
            <p:nvPr/>
          </p:nvSpPr>
          <p:spPr>
            <a:xfrm>
              <a:off x="2075696" y="418548"/>
              <a:ext cx="19034" cy="26609"/>
            </a:xfrm>
            <a:prstGeom prst="rect">
              <a:avLst/>
            </a:prstGeom>
            <a:solidFill>
              <a:srgbClr val="FAEEEF"/>
            </a:solidFill>
            <a:ln>
              <a:noFill/>
            </a:ln>
          </p:spPr>
        </p:sp>
        <p:sp>
          <p:nvSpPr>
            <p:cNvPr id="5889" name="Heatmap cell r16 c115"/>
            <p:cNvSpPr/>
            <p:nvPr/>
          </p:nvSpPr>
          <p:spPr>
            <a:xfrm>
              <a:off x="2094635" y="418548"/>
              <a:ext cx="19034" cy="26609"/>
            </a:xfrm>
            <a:prstGeom prst="rect">
              <a:avLst/>
            </a:prstGeom>
            <a:solidFill>
              <a:srgbClr val="FCF8F9"/>
            </a:solidFill>
            <a:ln>
              <a:noFill/>
            </a:ln>
          </p:spPr>
        </p:sp>
        <p:sp>
          <p:nvSpPr>
            <p:cNvPr id="5890" name="Heatmap cell r16 c116"/>
            <p:cNvSpPr/>
            <p:nvPr/>
          </p:nvSpPr>
          <p:spPr>
            <a:xfrm>
              <a:off x="2113574" y="418548"/>
              <a:ext cx="17140" cy="26609"/>
            </a:xfrm>
            <a:prstGeom prst="rect">
              <a:avLst/>
            </a:prstGeom>
            <a:solidFill>
              <a:srgbClr val="F4CCD1"/>
            </a:solidFill>
            <a:ln>
              <a:noFill/>
            </a:ln>
          </p:spPr>
        </p:sp>
        <p:sp>
          <p:nvSpPr>
            <p:cNvPr id="5891" name="Heatmap cell r16 c118"/>
            <p:cNvSpPr/>
            <p:nvPr/>
          </p:nvSpPr>
          <p:spPr>
            <a:xfrm>
              <a:off x="2149558" y="418548"/>
              <a:ext cx="17140" cy="26609"/>
            </a:xfrm>
            <a:prstGeom prst="rect">
              <a:avLst/>
            </a:prstGeom>
            <a:solidFill>
              <a:srgbClr val="F0F5F8"/>
            </a:solidFill>
            <a:ln>
              <a:noFill/>
            </a:ln>
          </p:spPr>
        </p:sp>
        <p:sp>
          <p:nvSpPr>
            <p:cNvPr id="5892" name="Heatmap cell r16 c119"/>
            <p:cNvSpPr/>
            <p:nvPr/>
          </p:nvSpPr>
          <p:spPr>
            <a:xfrm>
              <a:off x="2166603" y="418548"/>
              <a:ext cx="19034" cy="26609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5893" name="Heatmap cell r16 c120"/>
            <p:cNvSpPr/>
            <p:nvPr/>
          </p:nvSpPr>
          <p:spPr>
            <a:xfrm>
              <a:off x="2185542" y="418548"/>
              <a:ext cx="17140" cy="26609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5894" name="Heatmap cell r16 c121"/>
            <p:cNvSpPr/>
            <p:nvPr/>
          </p:nvSpPr>
          <p:spPr>
            <a:xfrm>
              <a:off x="2202586" y="418548"/>
              <a:ext cx="19034" cy="26609"/>
            </a:xfrm>
            <a:prstGeom prst="rect">
              <a:avLst/>
            </a:prstGeom>
            <a:solidFill>
              <a:srgbClr val="FAEBED"/>
            </a:solidFill>
            <a:ln>
              <a:noFill/>
            </a:ln>
          </p:spPr>
        </p:sp>
        <p:sp>
          <p:nvSpPr>
            <p:cNvPr id="5895" name="Heatmap cell r16 c122"/>
            <p:cNvSpPr/>
            <p:nvPr/>
          </p:nvSpPr>
          <p:spPr>
            <a:xfrm>
              <a:off x="2221525" y="418548"/>
              <a:ext cx="17140" cy="26609"/>
            </a:xfrm>
            <a:prstGeom prst="rect">
              <a:avLst/>
            </a:prstGeom>
            <a:solidFill>
              <a:srgbClr val="F9E7E8"/>
            </a:solidFill>
            <a:ln>
              <a:noFill/>
            </a:ln>
          </p:spPr>
        </p:sp>
        <p:sp>
          <p:nvSpPr>
            <p:cNvPr id="5896" name="Heatmap cell r16 c123"/>
            <p:cNvSpPr/>
            <p:nvPr/>
          </p:nvSpPr>
          <p:spPr>
            <a:xfrm>
              <a:off x="2238570" y="418548"/>
              <a:ext cx="19034" cy="26609"/>
            </a:xfrm>
            <a:prstGeom prst="rect">
              <a:avLst/>
            </a:prstGeom>
            <a:solidFill>
              <a:srgbClr val="F3C5CA"/>
            </a:solidFill>
            <a:ln>
              <a:noFill/>
            </a:ln>
          </p:spPr>
        </p:sp>
        <p:sp>
          <p:nvSpPr>
            <p:cNvPr id="5897" name="Heatmap cell r16 c124"/>
            <p:cNvSpPr/>
            <p:nvPr/>
          </p:nvSpPr>
          <p:spPr>
            <a:xfrm>
              <a:off x="2257509" y="418548"/>
              <a:ext cx="17140" cy="26609"/>
            </a:xfrm>
            <a:prstGeom prst="rect">
              <a:avLst/>
            </a:prstGeom>
            <a:solidFill>
              <a:srgbClr val="F8DDDF"/>
            </a:solidFill>
            <a:ln>
              <a:noFill/>
            </a:ln>
          </p:spPr>
        </p:sp>
        <p:sp>
          <p:nvSpPr>
            <p:cNvPr id="5898" name="Heatmap cell r16 c125"/>
            <p:cNvSpPr/>
            <p:nvPr/>
          </p:nvSpPr>
          <p:spPr>
            <a:xfrm>
              <a:off x="2274554" y="418548"/>
              <a:ext cx="19034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5899" name="Heatmap cell r16 c126"/>
            <p:cNvSpPr/>
            <p:nvPr/>
          </p:nvSpPr>
          <p:spPr>
            <a:xfrm>
              <a:off x="2293493" y="418548"/>
              <a:ext cx="17140" cy="26609"/>
            </a:xfrm>
            <a:prstGeom prst="rect">
              <a:avLst/>
            </a:prstGeom>
            <a:solidFill>
              <a:srgbClr val="E1E9EF"/>
            </a:solidFill>
            <a:ln>
              <a:noFill/>
            </a:ln>
          </p:spPr>
        </p:sp>
        <p:sp>
          <p:nvSpPr>
            <p:cNvPr id="5900" name="Heatmap cell r16 c127"/>
            <p:cNvSpPr/>
            <p:nvPr/>
          </p:nvSpPr>
          <p:spPr>
            <a:xfrm>
              <a:off x="2310538" y="418548"/>
              <a:ext cx="19034" cy="26609"/>
            </a:xfrm>
            <a:prstGeom prst="rect">
              <a:avLst/>
            </a:prstGeom>
            <a:solidFill>
              <a:srgbClr val="ABC0D2"/>
            </a:solidFill>
            <a:ln>
              <a:noFill/>
            </a:ln>
          </p:spPr>
        </p:sp>
        <p:sp>
          <p:nvSpPr>
            <p:cNvPr id="5901" name="Heatmap cell r16 c128"/>
            <p:cNvSpPr/>
            <p:nvPr/>
          </p:nvSpPr>
          <p:spPr>
            <a:xfrm>
              <a:off x="2329477" y="418548"/>
              <a:ext cx="19034" cy="26609"/>
            </a:xfrm>
            <a:prstGeom prst="rect">
              <a:avLst/>
            </a:prstGeom>
            <a:solidFill>
              <a:srgbClr val="D5DFEA"/>
            </a:solidFill>
            <a:ln>
              <a:noFill/>
            </a:ln>
          </p:spPr>
        </p:sp>
        <p:sp>
          <p:nvSpPr>
            <p:cNvPr id="5902" name="Heatmap cell r16 c129"/>
            <p:cNvSpPr/>
            <p:nvPr/>
          </p:nvSpPr>
          <p:spPr>
            <a:xfrm>
              <a:off x="2348416" y="418548"/>
              <a:ext cx="17140" cy="26609"/>
            </a:xfrm>
            <a:prstGeom prst="rect">
              <a:avLst/>
            </a:prstGeom>
            <a:solidFill>
              <a:srgbClr val="EDADB4"/>
            </a:solidFill>
            <a:ln>
              <a:noFill/>
            </a:ln>
          </p:spPr>
        </p:sp>
        <p:sp>
          <p:nvSpPr>
            <p:cNvPr id="5903" name="Heatmap cell r16 c131"/>
            <p:cNvSpPr/>
            <p:nvPr/>
          </p:nvSpPr>
          <p:spPr>
            <a:xfrm>
              <a:off x="2384399" y="418548"/>
              <a:ext cx="17140" cy="26609"/>
            </a:xfrm>
            <a:prstGeom prst="rect">
              <a:avLst/>
            </a:prstGeom>
            <a:solidFill>
              <a:srgbClr val="F4CCD1"/>
            </a:solidFill>
            <a:ln>
              <a:noFill/>
            </a:ln>
          </p:spPr>
        </p:sp>
        <p:sp>
          <p:nvSpPr>
            <p:cNvPr id="5904" name="Heatmap cell r16 c132"/>
            <p:cNvSpPr/>
            <p:nvPr/>
          </p:nvSpPr>
          <p:spPr>
            <a:xfrm>
              <a:off x="2401444" y="418548"/>
              <a:ext cx="19034" cy="26609"/>
            </a:xfrm>
            <a:prstGeom prst="rect">
              <a:avLst/>
            </a:prstGeom>
            <a:solidFill>
              <a:srgbClr val="FCF6F6"/>
            </a:solidFill>
            <a:ln>
              <a:noFill/>
            </a:ln>
          </p:spPr>
        </p:sp>
        <p:sp>
          <p:nvSpPr>
            <p:cNvPr id="5905" name="Heatmap cell r16 c133"/>
            <p:cNvSpPr/>
            <p:nvPr/>
          </p:nvSpPr>
          <p:spPr>
            <a:xfrm>
              <a:off x="2420383" y="418548"/>
              <a:ext cx="17140" cy="26609"/>
            </a:xfrm>
            <a:prstGeom prst="rect">
              <a:avLst/>
            </a:prstGeom>
            <a:solidFill>
              <a:srgbClr val="7092B5"/>
            </a:solidFill>
            <a:ln>
              <a:noFill/>
            </a:ln>
          </p:spPr>
        </p:sp>
        <p:sp>
          <p:nvSpPr>
            <p:cNvPr id="5906" name="Heatmap cell r16 c134"/>
            <p:cNvSpPr/>
            <p:nvPr/>
          </p:nvSpPr>
          <p:spPr>
            <a:xfrm>
              <a:off x="2437428" y="418548"/>
              <a:ext cx="19034" cy="26609"/>
            </a:xfrm>
            <a:prstGeom prst="rect">
              <a:avLst/>
            </a:prstGeom>
            <a:solidFill>
              <a:srgbClr val="EBA9AE"/>
            </a:solidFill>
            <a:ln>
              <a:noFill/>
            </a:ln>
          </p:spPr>
        </p:sp>
        <p:sp>
          <p:nvSpPr>
            <p:cNvPr id="5907" name="Heatmap cell r16 c135"/>
            <p:cNvSpPr/>
            <p:nvPr/>
          </p:nvSpPr>
          <p:spPr>
            <a:xfrm>
              <a:off x="2456367" y="418548"/>
              <a:ext cx="17140" cy="26609"/>
            </a:xfrm>
            <a:prstGeom prst="rect">
              <a:avLst/>
            </a:prstGeom>
            <a:solidFill>
              <a:srgbClr val="F5CED2"/>
            </a:solidFill>
            <a:ln>
              <a:noFill/>
            </a:ln>
          </p:spPr>
        </p:sp>
        <p:sp>
          <p:nvSpPr>
            <p:cNvPr id="5908" name="Heatmap cell r16 c136"/>
            <p:cNvSpPr/>
            <p:nvPr/>
          </p:nvSpPr>
          <p:spPr>
            <a:xfrm>
              <a:off x="2473412" y="418548"/>
              <a:ext cx="19034" cy="26609"/>
            </a:xfrm>
            <a:prstGeom prst="rect">
              <a:avLst/>
            </a:prstGeom>
            <a:solidFill>
              <a:srgbClr val="F7D7DB"/>
            </a:solidFill>
            <a:ln>
              <a:noFill/>
            </a:ln>
          </p:spPr>
        </p:sp>
        <p:sp>
          <p:nvSpPr>
            <p:cNvPr id="5909" name="Heatmap cell r16 c137"/>
            <p:cNvSpPr/>
            <p:nvPr/>
          </p:nvSpPr>
          <p:spPr>
            <a:xfrm>
              <a:off x="2492351" y="418548"/>
              <a:ext cx="17140" cy="26609"/>
            </a:xfrm>
            <a:prstGeom prst="rect">
              <a:avLst/>
            </a:prstGeom>
            <a:solidFill>
              <a:srgbClr val="F1BEC3"/>
            </a:solidFill>
            <a:ln>
              <a:noFill/>
            </a:ln>
          </p:spPr>
        </p:sp>
        <p:sp>
          <p:nvSpPr>
            <p:cNvPr id="5910" name="Heatmap cell r16 c138"/>
            <p:cNvSpPr/>
            <p:nvPr/>
          </p:nvSpPr>
          <p:spPr>
            <a:xfrm>
              <a:off x="2509396" y="418548"/>
              <a:ext cx="19034" cy="26609"/>
            </a:xfrm>
            <a:prstGeom prst="rect">
              <a:avLst/>
            </a:prstGeom>
            <a:solidFill>
              <a:srgbClr val="F3C7CC"/>
            </a:solidFill>
            <a:ln>
              <a:noFill/>
            </a:ln>
          </p:spPr>
        </p:sp>
        <p:sp>
          <p:nvSpPr>
            <p:cNvPr id="5911" name="Heatmap cell r16 c139"/>
            <p:cNvSpPr/>
            <p:nvPr/>
          </p:nvSpPr>
          <p:spPr>
            <a:xfrm>
              <a:off x="2528334" y="418548"/>
              <a:ext cx="17140" cy="26609"/>
            </a:xfrm>
            <a:prstGeom prst="rect">
              <a:avLst/>
            </a:prstGeom>
            <a:solidFill>
              <a:srgbClr val="FBF5F5"/>
            </a:solidFill>
            <a:ln>
              <a:noFill/>
            </a:ln>
          </p:spPr>
        </p:sp>
        <p:sp>
          <p:nvSpPr>
            <p:cNvPr id="5912" name="Heatmap cell r16 c140"/>
            <p:cNvSpPr/>
            <p:nvPr/>
          </p:nvSpPr>
          <p:spPr>
            <a:xfrm>
              <a:off x="2545379" y="418548"/>
              <a:ext cx="19034" cy="26609"/>
            </a:xfrm>
            <a:prstGeom prst="rect">
              <a:avLst/>
            </a:prstGeom>
            <a:solidFill>
              <a:srgbClr val="EFB8BD"/>
            </a:solidFill>
            <a:ln>
              <a:noFill/>
            </a:ln>
          </p:spPr>
        </p:sp>
        <p:sp>
          <p:nvSpPr>
            <p:cNvPr id="5913" name="Heatmap cell r16 c141"/>
            <p:cNvSpPr/>
            <p:nvPr/>
          </p:nvSpPr>
          <p:spPr>
            <a:xfrm>
              <a:off x="2564318" y="418548"/>
              <a:ext cx="19034" cy="26609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5914" name="Heatmap cell r16 c142"/>
            <p:cNvSpPr/>
            <p:nvPr/>
          </p:nvSpPr>
          <p:spPr>
            <a:xfrm>
              <a:off x="2583257" y="418548"/>
              <a:ext cx="17140" cy="26609"/>
            </a:xfrm>
            <a:prstGeom prst="rect">
              <a:avLst/>
            </a:prstGeom>
            <a:solidFill>
              <a:srgbClr val="EFB8BC"/>
            </a:solidFill>
            <a:ln>
              <a:noFill/>
            </a:ln>
          </p:spPr>
        </p:sp>
        <p:sp>
          <p:nvSpPr>
            <p:cNvPr id="5915" name="Heatmap cell r16 c143"/>
            <p:cNvSpPr/>
            <p:nvPr/>
          </p:nvSpPr>
          <p:spPr>
            <a:xfrm>
              <a:off x="2600302" y="418548"/>
              <a:ext cx="19034" cy="26609"/>
            </a:xfrm>
            <a:prstGeom prst="rect">
              <a:avLst/>
            </a:prstGeom>
            <a:solidFill>
              <a:srgbClr val="EFB4B9"/>
            </a:solidFill>
            <a:ln>
              <a:noFill/>
            </a:ln>
          </p:spPr>
        </p:sp>
        <p:sp>
          <p:nvSpPr>
            <p:cNvPr id="5916" name="Heatmap cell r16 c144"/>
            <p:cNvSpPr/>
            <p:nvPr/>
          </p:nvSpPr>
          <p:spPr>
            <a:xfrm>
              <a:off x="2619241" y="418548"/>
              <a:ext cx="17140" cy="26609"/>
            </a:xfrm>
            <a:prstGeom prst="rect">
              <a:avLst/>
            </a:prstGeom>
            <a:solidFill>
              <a:srgbClr val="9FB6CD"/>
            </a:solidFill>
            <a:ln>
              <a:noFill/>
            </a:ln>
          </p:spPr>
        </p:sp>
        <p:sp>
          <p:nvSpPr>
            <p:cNvPr id="5917" name="Heatmap cell r16 c145"/>
            <p:cNvSpPr/>
            <p:nvPr/>
          </p:nvSpPr>
          <p:spPr>
            <a:xfrm>
              <a:off x="2636286" y="418548"/>
              <a:ext cx="19034" cy="26609"/>
            </a:xfrm>
            <a:prstGeom prst="rect">
              <a:avLst/>
            </a:prstGeom>
            <a:solidFill>
              <a:srgbClr val="D9E1EB"/>
            </a:solidFill>
            <a:ln>
              <a:noFill/>
            </a:ln>
          </p:spPr>
        </p:sp>
        <p:sp>
          <p:nvSpPr>
            <p:cNvPr id="5918" name="Heatmap cell r16 c146"/>
            <p:cNvSpPr/>
            <p:nvPr/>
          </p:nvSpPr>
          <p:spPr>
            <a:xfrm>
              <a:off x="2655225" y="418548"/>
              <a:ext cx="17140" cy="26609"/>
            </a:xfrm>
            <a:prstGeom prst="rect">
              <a:avLst/>
            </a:prstGeom>
            <a:solidFill>
              <a:srgbClr val="FBF3F4"/>
            </a:solidFill>
            <a:ln>
              <a:noFill/>
            </a:ln>
          </p:spPr>
        </p:sp>
        <p:sp>
          <p:nvSpPr>
            <p:cNvPr id="5919" name="Heatmap cell r16 c147"/>
            <p:cNvSpPr/>
            <p:nvPr/>
          </p:nvSpPr>
          <p:spPr>
            <a:xfrm>
              <a:off x="2672270" y="418548"/>
              <a:ext cx="19034" cy="26609"/>
            </a:xfrm>
            <a:prstGeom prst="rect">
              <a:avLst/>
            </a:prstGeom>
            <a:solidFill>
              <a:srgbClr val="F1C3C8"/>
            </a:solidFill>
            <a:ln>
              <a:noFill/>
            </a:ln>
          </p:spPr>
        </p:sp>
        <p:sp>
          <p:nvSpPr>
            <p:cNvPr id="5920" name="Heatmap cell r16 c148"/>
            <p:cNvSpPr/>
            <p:nvPr/>
          </p:nvSpPr>
          <p:spPr>
            <a:xfrm>
              <a:off x="2691208" y="418548"/>
              <a:ext cx="17140" cy="26609"/>
            </a:xfrm>
            <a:prstGeom prst="rect">
              <a:avLst/>
            </a:prstGeom>
            <a:solidFill>
              <a:srgbClr val="E3EAF0"/>
            </a:solidFill>
            <a:ln>
              <a:noFill/>
            </a:ln>
          </p:spPr>
        </p:sp>
        <p:sp>
          <p:nvSpPr>
            <p:cNvPr id="5921" name="Heatmap cell r16 c149"/>
            <p:cNvSpPr/>
            <p:nvPr/>
          </p:nvSpPr>
          <p:spPr>
            <a:xfrm>
              <a:off x="2708253" y="418548"/>
              <a:ext cx="19034" cy="26609"/>
            </a:xfrm>
            <a:prstGeom prst="rect">
              <a:avLst/>
            </a:prstGeom>
            <a:solidFill>
              <a:srgbClr val="F1C1C5"/>
            </a:solidFill>
            <a:ln>
              <a:noFill/>
            </a:ln>
          </p:spPr>
        </p:sp>
        <p:sp>
          <p:nvSpPr>
            <p:cNvPr id="5922" name="Heatmap cell r16 c150"/>
            <p:cNvSpPr/>
            <p:nvPr/>
          </p:nvSpPr>
          <p:spPr>
            <a:xfrm>
              <a:off x="2727192" y="418548"/>
              <a:ext cx="17140" cy="26609"/>
            </a:xfrm>
            <a:prstGeom prst="rect">
              <a:avLst/>
            </a:prstGeom>
            <a:solidFill>
              <a:srgbClr val="9BB3CA"/>
            </a:solidFill>
            <a:ln>
              <a:noFill/>
            </a:ln>
          </p:spPr>
        </p:sp>
        <p:sp>
          <p:nvSpPr>
            <p:cNvPr id="5923" name="Heatmap cell r16 c151"/>
            <p:cNvSpPr/>
            <p:nvPr/>
          </p:nvSpPr>
          <p:spPr>
            <a:xfrm>
              <a:off x="2744237" y="418548"/>
              <a:ext cx="19034" cy="26609"/>
            </a:xfrm>
            <a:prstGeom prst="rect">
              <a:avLst/>
            </a:prstGeom>
            <a:solidFill>
              <a:srgbClr val="EDF1F7"/>
            </a:solidFill>
            <a:ln>
              <a:noFill/>
            </a:ln>
          </p:spPr>
        </p:sp>
        <p:sp>
          <p:nvSpPr>
            <p:cNvPr id="5924" name="Heatmap cell r16 c152"/>
            <p:cNvSpPr/>
            <p:nvPr/>
          </p:nvSpPr>
          <p:spPr>
            <a:xfrm>
              <a:off x="2763176" y="418548"/>
              <a:ext cx="17140" cy="26609"/>
            </a:xfrm>
            <a:prstGeom prst="rect">
              <a:avLst/>
            </a:prstGeom>
            <a:solidFill>
              <a:srgbClr val="F8E6E8"/>
            </a:solidFill>
            <a:ln>
              <a:noFill/>
            </a:ln>
          </p:spPr>
        </p:sp>
        <p:sp>
          <p:nvSpPr>
            <p:cNvPr id="5925" name="Heatmap cell r16 c153"/>
            <p:cNvSpPr/>
            <p:nvPr/>
          </p:nvSpPr>
          <p:spPr>
            <a:xfrm>
              <a:off x="2780221" y="418548"/>
              <a:ext cx="19034" cy="26609"/>
            </a:xfrm>
            <a:prstGeom prst="rect">
              <a:avLst/>
            </a:prstGeom>
            <a:solidFill>
              <a:srgbClr val="FBF0F1"/>
            </a:solidFill>
            <a:ln>
              <a:noFill/>
            </a:ln>
          </p:spPr>
        </p:sp>
        <p:sp>
          <p:nvSpPr>
            <p:cNvPr id="5926" name="Heatmap cell r16 c154"/>
            <p:cNvSpPr/>
            <p:nvPr/>
          </p:nvSpPr>
          <p:spPr>
            <a:xfrm>
              <a:off x="2799160" y="418548"/>
              <a:ext cx="17140" cy="26609"/>
            </a:xfrm>
            <a:prstGeom prst="rect">
              <a:avLst/>
            </a:prstGeom>
            <a:solidFill>
              <a:srgbClr val="EBA6AC"/>
            </a:solidFill>
            <a:ln>
              <a:noFill/>
            </a:ln>
          </p:spPr>
        </p:sp>
        <p:sp>
          <p:nvSpPr>
            <p:cNvPr id="5927" name="Heatmap cell r16 c155"/>
            <p:cNvSpPr/>
            <p:nvPr/>
          </p:nvSpPr>
          <p:spPr>
            <a:xfrm>
              <a:off x="2816205" y="418548"/>
              <a:ext cx="19034" cy="26609"/>
            </a:xfrm>
            <a:prstGeom prst="rect">
              <a:avLst/>
            </a:prstGeom>
            <a:solidFill>
              <a:srgbClr val="F8DBDD"/>
            </a:solidFill>
            <a:ln>
              <a:noFill/>
            </a:ln>
          </p:spPr>
        </p:sp>
        <p:sp>
          <p:nvSpPr>
            <p:cNvPr id="5928" name="Heatmap cell r16 c156"/>
            <p:cNvSpPr/>
            <p:nvPr/>
          </p:nvSpPr>
          <p:spPr>
            <a:xfrm>
              <a:off x="2835144" y="418548"/>
              <a:ext cx="19034" cy="26609"/>
            </a:xfrm>
            <a:prstGeom prst="rect">
              <a:avLst/>
            </a:prstGeom>
            <a:solidFill>
              <a:srgbClr val="BDCEDD"/>
            </a:solidFill>
            <a:ln>
              <a:noFill/>
            </a:ln>
          </p:spPr>
        </p:sp>
        <p:sp>
          <p:nvSpPr>
            <p:cNvPr id="5929" name="Heatmap cell r16 c157"/>
            <p:cNvSpPr/>
            <p:nvPr/>
          </p:nvSpPr>
          <p:spPr>
            <a:xfrm>
              <a:off x="2854082" y="418548"/>
              <a:ext cx="17140" cy="26609"/>
            </a:xfrm>
            <a:prstGeom prst="rect">
              <a:avLst/>
            </a:prstGeom>
            <a:solidFill>
              <a:srgbClr val="A6BAD0"/>
            </a:solidFill>
            <a:ln>
              <a:noFill/>
            </a:ln>
          </p:spPr>
        </p:sp>
        <p:sp>
          <p:nvSpPr>
            <p:cNvPr id="5930" name="Heatmap cell r16 c158"/>
            <p:cNvSpPr/>
            <p:nvPr/>
          </p:nvSpPr>
          <p:spPr>
            <a:xfrm>
              <a:off x="2871127" y="418548"/>
              <a:ext cx="19034" cy="26609"/>
            </a:xfrm>
            <a:prstGeom prst="rect">
              <a:avLst/>
            </a:prstGeom>
            <a:solidFill>
              <a:srgbClr val="F1C1C5"/>
            </a:solidFill>
            <a:ln>
              <a:noFill/>
            </a:ln>
          </p:spPr>
        </p:sp>
        <p:sp>
          <p:nvSpPr>
            <p:cNvPr id="5931" name="Heatmap cell r16 c159"/>
            <p:cNvSpPr/>
            <p:nvPr/>
          </p:nvSpPr>
          <p:spPr>
            <a:xfrm>
              <a:off x="2890066" y="418548"/>
              <a:ext cx="17140" cy="26609"/>
            </a:xfrm>
            <a:prstGeom prst="rect">
              <a:avLst/>
            </a:prstGeom>
            <a:solidFill>
              <a:srgbClr val="F1C3C8"/>
            </a:solidFill>
            <a:ln>
              <a:noFill/>
            </a:ln>
          </p:spPr>
        </p:sp>
        <p:sp>
          <p:nvSpPr>
            <p:cNvPr id="5932" name="Heatmap cell r16 c161"/>
            <p:cNvSpPr/>
            <p:nvPr/>
          </p:nvSpPr>
          <p:spPr>
            <a:xfrm>
              <a:off x="2926050" y="418548"/>
              <a:ext cx="17140" cy="26609"/>
            </a:xfrm>
            <a:prstGeom prst="rect">
              <a:avLst/>
            </a:prstGeom>
            <a:solidFill>
              <a:srgbClr val="DDE4EC"/>
            </a:solidFill>
            <a:ln>
              <a:noFill/>
            </a:ln>
          </p:spPr>
        </p:sp>
        <p:sp>
          <p:nvSpPr>
            <p:cNvPr id="5933" name="Heatmap cell r16 c162"/>
            <p:cNvSpPr/>
            <p:nvPr/>
          </p:nvSpPr>
          <p:spPr>
            <a:xfrm>
              <a:off x="2943095" y="418548"/>
              <a:ext cx="19034" cy="26609"/>
            </a:xfrm>
            <a:prstGeom prst="rect">
              <a:avLst/>
            </a:prstGeom>
            <a:solidFill>
              <a:srgbClr val="E8ECF3"/>
            </a:solidFill>
            <a:ln>
              <a:noFill/>
            </a:ln>
          </p:spPr>
        </p:sp>
        <p:sp>
          <p:nvSpPr>
            <p:cNvPr id="5934" name="Heatmap cell r16 c163"/>
            <p:cNvSpPr/>
            <p:nvPr/>
          </p:nvSpPr>
          <p:spPr>
            <a:xfrm>
              <a:off x="2962034" y="418548"/>
              <a:ext cx="17140" cy="26609"/>
            </a:xfrm>
            <a:prstGeom prst="rect">
              <a:avLst/>
            </a:prstGeom>
            <a:solidFill>
              <a:srgbClr val="EEF3F6"/>
            </a:solidFill>
            <a:ln>
              <a:noFill/>
            </a:ln>
          </p:spPr>
        </p:sp>
        <p:sp>
          <p:nvSpPr>
            <p:cNvPr id="5935" name="Heatmap cell r16 c164"/>
            <p:cNvSpPr/>
            <p:nvPr/>
          </p:nvSpPr>
          <p:spPr>
            <a:xfrm>
              <a:off x="2979079" y="418548"/>
              <a:ext cx="19034" cy="26609"/>
            </a:xfrm>
            <a:prstGeom prst="rect">
              <a:avLst/>
            </a:prstGeom>
            <a:solidFill>
              <a:srgbClr val="EDF1F7"/>
            </a:solidFill>
            <a:ln>
              <a:noFill/>
            </a:ln>
          </p:spPr>
        </p:sp>
        <p:sp>
          <p:nvSpPr>
            <p:cNvPr id="5936" name="Heatmap cell r16 c165"/>
            <p:cNvSpPr/>
            <p:nvPr/>
          </p:nvSpPr>
          <p:spPr>
            <a:xfrm>
              <a:off x="2998018" y="418548"/>
              <a:ext cx="17140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5937" name="Heatmap cell r16 c166"/>
            <p:cNvSpPr/>
            <p:nvPr/>
          </p:nvSpPr>
          <p:spPr>
            <a:xfrm>
              <a:off x="3015062" y="418548"/>
              <a:ext cx="19034" cy="26609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5938" name="Heatmap cell r16 c167"/>
            <p:cNvSpPr/>
            <p:nvPr/>
          </p:nvSpPr>
          <p:spPr>
            <a:xfrm>
              <a:off x="3034001" y="418548"/>
              <a:ext cx="17140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5939" name="Heatmap cell r16 c168"/>
            <p:cNvSpPr/>
            <p:nvPr/>
          </p:nvSpPr>
          <p:spPr>
            <a:xfrm>
              <a:off x="3051046" y="418548"/>
              <a:ext cx="19034" cy="26609"/>
            </a:xfrm>
            <a:prstGeom prst="rect">
              <a:avLst/>
            </a:prstGeom>
            <a:solidFill>
              <a:srgbClr val="E9EDF3"/>
            </a:solidFill>
            <a:ln>
              <a:noFill/>
            </a:ln>
          </p:spPr>
        </p:sp>
        <p:sp>
          <p:nvSpPr>
            <p:cNvPr id="5940" name="Heatmap cell r16 c169"/>
            <p:cNvSpPr/>
            <p:nvPr/>
          </p:nvSpPr>
          <p:spPr>
            <a:xfrm>
              <a:off x="3069985" y="418548"/>
              <a:ext cx="19034" cy="26609"/>
            </a:xfrm>
            <a:prstGeom prst="rect">
              <a:avLst/>
            </a:prstGeom>
            <a:solidFill>
              <a:srgbClr val="F4CACD"/>
            </a:solidFill>
            <a:ln>
              <a:noFill/>
            </a:ln>
          </p:spPr>
        </p:sp>
        <p:sp>
          <p:nvSpPr>
            <p:cNvPr id="5941" name="Heatmap cell r16 c170"/>
            <p:cNvSpPr/>
            <p:nvPr/>
          </p:nvSpPr>
          <p:spPr>
            <a:xfrm>
              <a:off x="3088924" y="418548"/>
              <a:ext cx="17140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5942" name="Heatmap cell r16 c171"/>
            <p:cNvSpPr/>
            <p:nvPr/>
          </p:nvSpPr>
          <p:spPr>
            <a:xfrm>
              <a:off x="3105969" y="418548"/>
              <a:ext cx="19034" cy="26609"/>
            </a:xfrm>
            <a:prstGeom prst="rect">
              <a:avLst/>
            </a:prstGeom>
            <a:solidFill>
              <a:srgbClr val="F4CACD"/>
            </a:solidFill>
            <a:ln>
              <a:noFill/>
            </a:ln>
          </p:spPr>
        </p:sp>
        <p:sp>
          <p:nvSpPr>
            <p:cNvPr id="5943" name="Heatmap cell r16 c172"/>
            <p:cNvSpPr/>
            <p:nvPr/>
          </p:nvSpPr>
          <p:spPr>
            <a:xfrm>
              <a:off x="3124908" y="418548"/>
              <a:ext cx="17140" cy="26609"/>
            </a:xfrm>
            <a:prstGeom prst="rect">
              <a:avLst/>
            </a:prstGeom>
            <a:solidFill>
              <a:srgbClr val="C5D2DF"/>
            </a:solidFill>
            <a:ln>
              <a:noFill/>
            </a:ln>
          </p:spPr>
        </p:sp>
        <p:sp>
          <p:nvSpPr>
            <p:cNvPr id="5944" name="Heatmap cell r16 c173"/>
            <p:cNvSpPr/>
            <p:nvPr/>
          </p:nvSpPr>
          <p:spPr>
            <a:xfrm>
              <a:off x="3141953" y="418548"/>
              <a:ext cx="19034" cy="26609"/>
            </a:xfrm>
            <a:prstGeom prst="rect">
              <a:avLst/>
            </a:prstGeom>
            <a:solidFill>
              <a:srgbClr val="F4CCD1"/>
            </a:solidFill>
            <a:ln>
              <a:noFill/>
            </a:ln>
          </p:spPr>
        </p:sp>
        <p:sp>
          <p:nvSpPr>
            <p:cNvPr id="5945" name="Heatmap cell r16 c174"/>
            <p:cNvSpPr/>
            <p:nvPr/>
          </p:nvSpPr>
          <p:spPr>
            <a:xfrm>
              <a:off x="3160892" y="418548"/>
              <a:ext cx="17140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5946" name="Heatmap cell r16 c175"/>
            <p:cNvSpPr/>
            <p:nvPr/>
          </p:nvSpPr>
          <p:spPr>
            <a:xfrm>
              <a:off x="3177936" y="418548"/>
              <a:ext cx="19034" cy="26609"/>
            </a:xfrm>
            <a:prstGeom prst="rect">
              <a:avLst/>
            </a:prstGeom>
            <a:solidFill>
              <a:srgbClr val="F7D3D6"/>
            </a:solidFill>
            <a:ln>
              <a:noFill/>
            </a:ln>
          </p:spPr>
        </p:sp>
        <p:sp>
          <p:nvSpPr>
            <p:cNvPr id="5947" name="Heatmap cell r16 c176"/>
            <p:cNvSpPr/>
            <p:nvPr/>
          </p:nvSpPr>
          <p:spPr>
            <a:xfrm>
              <a:off x="3196875" y="418548"/>
              <a:ext cx="17140" cy="26609"/>
            </a:xfrm>
            <a:prstGeom prst="rect">
              <a:avLst/>
            </a:prstGeom>
            <a:solidFill>
              <a:srgbClr val="EEF3F6"/>
            </a:solidFill>
            <a:ln>
              <a:noFill/>
            </a:ln>
          </p:spPr>
        </p:sp>
        <p:sp>
          <p:nvSpPr>
            <p:cNvPr id="5948" name="Heatmap cell r16 c177"/>
            <p:cNvSpPr/>
            <p:nvPr/>
          </p:nvSpPr>
          <p:spPr>
            <a:xfrm>
              <a:off x="3213920" y="418548"/>
              <a:ext cx="19034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5949" name="Heatmap cell r16 c178"/>
            <p:cNvSpPr/>
            <p:nvPr/>
          </p:nvSpPr>
          <p:spPr>
            <a:xfrm>
              <a:off x="3232859" y="418548"/>
              <a:ext cx="17140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5950" name="Heatmap cell r16 c179"/>
            <p:cNvSpPr/>
            <p:nvPr/>
          </p:nvSpPr>
          <p:spPr>
            <a:xfrm>
              <a:off x="3249904" y="418548"/>
              <a:ext cx="19034" cy="26609"/>
            </a:xfrm>
            <a:prstGeom prst="rect">
              <a:avLst/>
            </a:prstGeom>
            <a:solidFill>
              <a:srgbClr val="F8E3E6"/>
            </a:solidFill>
            <a:ln>
              <a:noFill/>
            </a:ln>
          </p:spPr>
        </p:sp>
        <p:sp>
          <p:nvSpPr>
            <p:cNvPr id="5951" name="Heatmap cell r16 c180"/>
            <p:cNvSpPr/>
            <p:nvPr/>
          </p:nvSpPr>
          <p:spPr>
            <a:xfrm>
              <a:off x="3268843" y="418548"/>
              <a:ext cx="17140" cy="26609"/>
            </a:xfrm>
            <a:prstGeom prst="rect">
              <a:avLst/>
            </a:prstGeom>
            <a:solidFill>
              <a:srgbClr val="D2DDE7"/>
            </a:solidFill>
            <a:ln>
              <a:noFill/>
            </a:ln>
          </p:spPr>
        </p:sp>
        <p:sp>
          <p:nvSpPr>
            <p:cNvPr id="5952" name="Heatmap cell r16 c181"/>
            <p:cNvSpPr/>
            <p:nvPr/>
          </p:nvSpPr>
          <p:spPr>
            <a:xfrm>
              <a:off x="3285888" y="418548"/>
              <a:ext cx="19034" cy="26609"/>
            </a:xfrm>
            <a:prstGeom prst="rect">
              <a:avLst/>
            </a:prstGeom>
            <a:solidFill>
              <a:srgbClr val="F8DBDD"/>
            </a:solidFill>
            <a:ln>
              <a:noFill/>
            </a:ln>
          </p:spPr>
        </p:sp>
        <p:sp>
          <p:nvSpPr>
            <p:cNvPr id="5953" name="Heatmap cell r16 c182"/>
            <p:cNvSpPr/>
            <p:nvPr/>
          </p:nvSpPr>
          <p:spPr>
            <a:xfrm>
              <a:off x="3304827" y="418548"/>
              <a:ext cx="19034" cy="26609"/>
            </a:xfrm>
            <a:prstGeom prst="rect">
              <a:avLst/>
            </a:prstGeom>
            <a:solidFill>
              <a:srgbClr val="F8F8FA"/>
            </a:solidFill>
            <a:ln>
              <a:noFill/>
            </a:ln>
          </p:spPr>
        </p:sp>
        <p:sp>
          <p:nvSpPr>
            <p:cNvPr id="5954" name="Heatmap cell r16 c183"/>
            <p:cNvSpPr/>
            <p:nvPr/>
          </p:nvSpPr>
          <p:spPr>
            <a:xfrm>
              <a:off x="3323765" y="418548"/>
              <a:ext cx="17140" cy="26609"/>
            </a:xfrm>
            <a:prstGeom prst="rect">
              <a:avLst/>
            </a:prstGeom>
            <a:solidFill>
              <a:srgbClr val="E9EDF3"/>
            </a:solidFill>
            <a:ln>
              <a:noFill/>
            </a:ln>
          </p:spPr>
        </p:sp>
        <p:sp>
          <p:nvSpPr>
            <p:cNvPr id="5955" name="Heatmap cell r16 c184"/>
            <p:cNvSpPr/>
            <p:nvPr/>
          </p:nvSpPr>
          <p:spPr>
            <a:xfrm>
              <a:off x="3340810" y="418548"/>
              <a:ext cx="19034" cy="26609"/>
            </a:xfrm>
            <a:prstGeom prst="rect">
              <a:avLst/>
            </a:prstGeom>
            <a:solidFill>
              <a:srgbClr val="F2C8CD"/>
            </a:solidFill>
            <a:ln>
              <a:noFill/>
            </a:ln>
          </p:spPr>
        </p:sp>
        <p:sp>
          <p:nvSpPr>
            <p:cNvPr id="5956" name="Heatmap cell r16 c185"/>
            <p:cNvSpPr/>
            <p:nvPr/>
          </p:nvSpPr>
          <p:spPr>
            <a:xfrm>
              <a:off x="3359749" y="418548"/>
              <a:ext cx="17140" cy="26609"/>
            </a:xfrm>
            <a:prstGeom prst="rect">
              <a:avLst/>
            </a:prstGeom>
            <a:solidFill>
              <a:srgbClr val="9EB5CC"/>
            </a:solidFill>
            <a:ln>
              <a:noFill/>
            </a:ln>
          </p:spPr>
        </p:sp>
        <p:sp>
          <p:nvSpPr>
            <p:cNvPr id="5957" name="Heatmap cell r16 c186"/>
            <p:cNvSpPr/>
            <p:nvPr/>
          </p:nvSpPr>
          <p:spPr>
            <a:xfrm>
              <a:off x="3376794" y="418548"/>
              <a:ext cx="19034" cy="26609"/>
            </a:xfrm>
            <a:prstGeom prst="rect">
              <a:avLst/>
            </a:prstGeom>
            <a:solidFill>
              <a:srgbClr val="D1DCE7"/>
            </a:solidFill>
            <a:ln>
              <a:noFill/>
            </a:ln>
          </p:spPr>
        </p:sp>
        <p:sp>
          <p:nvSpPr>
            <p:cNvPr id="5958" name="Heatmap cell r16 c187"/>
            <p:cNvSpPr/>
            <p:nvPr/>
          </p:nvSpPr>
          <p:spPr>
            <a:xfrm>
              <a:off x="3395733" y="418548"/>
              <a:ext cx="17140" cy="26609"/>
            </a:xfrm>
            <a:prstGeom prst="rect">
              <a:avLst/>
            </a:prstGeom>
            <a:solidFill>
              <a:srgbClr val="F8DDDF"/>
            </a:solidFill>
            <a:ln>
              <a:noFill/>
            </a:ln>
          </p:spPr>
        </p:sp>
        <p:sp>
          <p:nvSpPr>
            <p:cNvPr id="5959" name="Heatmap cell r16 c188"/>
            <p:cNvSpPr/>
            <p:nvPr/>
          </p:nvSpPr>
          <p:spPr>
            <a:xfrm>
              <a:off x="3412778" y="418548"/>
              <a:ext cx="19034" cy="26609"/>
            </a:xfrm>
            <a:prstGeom prst="rect">
              <a:avLst/>
            </a:prstGeom>
            <a:solidFill>
              <a:srgbClr val="C9D6E2"/>
            </a:solidFill>
            <a:ln>
              <a:noFill/>
            </a:ln>
          </p:spPr>
        </p:sp>
        <p:sp>
          <p:nvSpPr>
            <p:cNvPr id="5960" name="Heatmap cell r16 c189"/>
            <p:cNvSpPr/>
            <p:nvPr/>
          </p:nvSpPr>
          <p:spPr>
            <a:xfrm>
              <a:off x="3431717" y="418548"/>
              <a:ext cx="17140" cy="26609"/>
            </a:xfrm>
            <a:prstGeom prst="rect">
              <a:avLst/>
            </a:prstGeom>
            <a:solidFill>
              <a:srgbClr val="ECF0F6"/>
            </a:solidFill>
            <a:ln>
              <a:noFill/>
            </a:ln>
          </p:spPr>
        </p:sp>
        <p:sp>
          <p:nvSpPr>
            <p:cNvPr id="5961" name="Heatmap cell r16 c190"/>
            <p:cNvSpPr/>
            <p:nvPr/>
          </p:nvSpPr>
          <p:spPr>
            <a:xfrm>
              <a:off x="3448762" y="418548"/>
              <a:ext cx="19034" cy="26609"/>
            </a:xfrm>
            <a:prstGeom prst="rect">
              <a:avLst/>
            </a:prstGeom>
            <a:solidFill>
              <a:srgbClr val="F1C0C4"/>
            </a:solidFill>
            <a:ln>
              <a:noFill/>
            </a:ln>
          </p:spPr>
        </p:sp>
        <p:sp>
          <p:nvSpPr>
            <p:cNvPr id="5962" name="Heatmap cell r16 c191"/>
            <p:cNvSpPr/>
            <p:nvPr/>
          </p:nvSpPr>
          <p:spPr>
            <a:xfrm>
              <a:off x="3467701" y="418548"/>
              <a:ext cx="17140" cy="26609"/>
            </a:xfrm>
            <a:prstGeom prst="rect">
              <a:avLst/>
            </a:prstGeom>
            <a:solidFill>
              <a:srgbClr val="BCCCDC"/>
            </a:solidFill>
            <a:ln>
              <a:noFill/>
            </a:ln>
          </p:spPr>
        </p:sp>
        <p:sp>
          <p:nvSpPr>
            <p:cNvPr id="5963" name="Heatmap cell r16 c192"/>
            <p:cNvSpPr/>
            <p:nvPr/>
          </p:nvSpPr>
          <p:spPr>
            <a:xfrm>
              <a:off x="3484746" y="418548"/>
              <a:ext cx="19034" cy="26609"/>
            </a:xfrm>
            <a:prstGeom prst="rect">
              <a:avLst/>
            </a:prstGeom>
            <a:solidFill>
              <a:srgbClr val="CFDBE6"/>
            </a:solidFill>
            <a:ln>
              <a:noFill/>
            </a:ln>
          </p:spPr>
        </p:sp>
        <p:sp>
          <p:nvSpPr>
            <p:cNvPr id="5964" name="Heatmap cell r16 c193"/>
            <p:cNvSpPr/>
            <p:nvPr/>
          </p:nvSpPr>
          <p:spPr>
            <a:xfrm>
              <a:off x="3503684" y="418548"/>
              <a:ext cx="17140" cy="26609"/>
            </a:xfrm>
            <a:prstGeom prst="rect">
              <a:avLst/>
            </a:prstGeom>
            <a:solidFill>
              <a:srgbClr val="9EB5CC"/>
            </a:solidFill>
            <a:ln>
              <a:noFill/>
            </a:ln>
          </p:spPr>
        </p:sp>
        <p:sp>
          <p:nvSpPr>
            <p:cNvPr id="5965" name="Heatmap cell r16 c194"/>
            <p:cNvSpPr/>
            <p:nvPr/>
          </p:nvSpPr>
          <p:spPr>
            <a:xfrm>
              <a:off x="3520729" y="418548"/>
              <a:ext cx="19034" cy="26609"/>
            </a:xfrm>
            <a:prstGeom prst="rect">
              <a:avLst/>
            </a:prstGeom>
            <a:solidFill>
              <a:srgbClr val="C5D2DF"/>
            </a:solidFill>
            <a:ln>
              <a:noFill/>
            </a:ln>
          </p:spPr>
        </p:sp>
        <p:sp>
          <p:nvSpPr>
            <p:cNvPr id="5966" name="Heatmap cell r16 c195"/>
            <p:cNvSpPr/>
            <p:nvPr/>
          </p:nvSpPr>
          <p:spPr>
            <a:xfrm>
              <a:off x="3539668" y="418548"/>
              <a:ext cx="19034" cy="26609"/>
            </a:xfrm>
            <a:prstGeom prst="rect">
              <a:avLst/>
            </a:prstGeom>
            <a:solidFill>
              <a:srgbClr val="BBCCDC"/>
            </a:solidFill>
            <a:ln>
              <a:noFill/>
            </a:ln>
          </p:spPr>
        </p:sp>
        <p:sp>
          <p:nvSpPr>
            <p:cNvPr id="5967" name="Heatmap cell r16 c196"/>
            <p:cNvSpPr/>
            <p:nvPr/>
          </p:nvSpPr>
          <p:spPr>
            <a:xfrm>
              <a:off x="3558607" y="418548"/>
              <a:ext cx="17140" cy="26609"/>
            </a:xfrm>
            <a:prstGeom prst="rect">
              <a:avLst/>
            </a:prstGeom>
            <a:solidFill>
              <a:srgbClr val="D9E1EB"/>
            </a:solidFill>
            <a:ln>
              <a:noFill/>
            </a:ln>
          </p:spPr>
        </p:sp>
        <p:sp>
          <p:nvSpPr>
            <p:cNvPr id="5968" name="Heatmap cell r16 c197"/>
            <p:cNvSpPr/>
            <p:nvPr/>
          </p:nvSpPr>
          <p:spPr>
            <a:xfrm>
              <a:off x="3575652" y="418548"/>
              <a:ext cx="19034" cy="26609"/>
            </a:xfrm>
            <a:prstGeom prst="rect">
              <a:avLst/>
            </a:prstGeom>
            <a:solidFill>
              <a:srgbClr val="B4C5D6"/>
            </a:solidFill>
            <a:ln>
              <a:noFill/>
            </a:ln>
          </p:spPr>
        </p:sp>
        <p:sp>
          <p:nvSpPr>
            <p:cNvPr id="5969" name="Heatmap cell r16 c198"/>
            <p:cNvSpPr/>
            <p:nvPr/>
          </p:nvSpPr>
          <p:spPr>
            <a:xfrm>
              <a:off x="3594591" y="418548"/>
              <a:ext cx="17140" cy="26609"/>
            </a:xfrm>
            <a:prstGeom prst="rect">
              <a:avLst/>
            </a:prstGeom>
            <a:solidFill>
              <a:srgbClr val="A0B7CE"/>
            </a:solidFill>
            <a:ln>
              <a:noFill/>
            </a:ln>
          </p:spPr>
        </p:sp>
        <p:sp>
          <p:nvSpPr>
            <p:cNvPr id="5970" name="Heatmap cell r16 c199"/>
            <p:cNvSpPr/>
            <p:nvPr/>
          </p:nvSpPr>
          <p:spPr>
            <a:xfrm>
              <a:off x="3611636" y="418548"/>
              <a:ext cx="19034" cy="26609"/>
            </a:xfrm>
            <a:prstGeom prst="rect">
              <a:avLst/>
            </a:prstGeom>
            <a:solidFill>
              <a:srgbClr val="F7DADC"/>
            </a:solidFill>
            <a:ln>
              <a:noFill/>
            </a:ln>
          </p:spPr>
        </p:sp>
        <p:sp>
          <p:nvSpPr>
            <p:cNvPr id="5971" name="Heatmap cell r16 c200"/>
            <p:cNvSpPr/>
            <p:nvPr/>
          </p:nvSpPr>
          <p:spPr>
            <a:xfrm>
              <a:off x="3630575" y="418548"/>
              <a:ext cx="17140" cy="26609"/>
            </a:xfrm>
            <a:prstGeom prst="rect">
              <a:avLst/>
            </a:prstGeom>
            <a:solidFill>
              <a:srgbClr val="E2EAEF"/>
            </a:solidFill>
            <a:ln>
              <a:noFill/>
            </a:ln>
          </p:spPr>
        </p:sp>
        <p:sp>
          <p:nvSpPr>
            <p:cNvPr id="5972" name="Heatmap cell r16 c201"/>
            <p:cNvSpPr/>
            <p:nvPr/>
          </p:nvSpPr>
          <p:spPr>
            <a:xfrm>
              <a:off x="3647620" y="418548"/>
              <a:ext cx="19034" cy="26609"/>
            </a:xfrm>
            <a:prstGeom prst="rect">
              <a:avLst/>
            </a:prstGeom>
            <a:solidFill>
              <a:srgbClr val="EBA4AC"/>
            </a:solidFill>
            <a:ln>
              <a:noFill/>
            </a:ln>
          </p:spPr>
        </p:sp>
        <p:sp>
          <p:nvSpPr>
            <p:cNvPr id="5973" name="Heatmap cell r16 c202"/>
            <p:cNvSpPr/>
            <p:nvPr/>
          </p:nvSpPr>
          <p:spPr>
            <a:xfrm>
              <a:off x="3666558" y="418548"/>
              <a:ext cx="17140" cy="26609"/>
            </a:xfrm>
            <a:prstGeom prst="rect">
              <a:avLst/>
            </a:prstGeom>
            <a:solidFill>
              <a:srgbClr val="9FB7CD"/>
            </a:solidFill>
            <a:ln>
              <a:noFill/>
            </a:ln>
          </p:spPr>
        </p:sp>
        <p:sp>
          <p:nvSpPr>
            <p:cNvPr id="5974" name="Heatmap cell r16 c203"/>
            <p:cNvSpPr/>
            <p:nvPr/>
          </p:nvSpPr>
          <p:spPr>
            <a:xfrm>
              <a:off x="3683603" y="418548"/>
              <a:ext cx="19034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5975" name="Heatmap cell r16 c204"/>
            <p:cNvSpPr/>
            <p:nvPr/>
          </p:nvSpPr>
          <p:spPr>
            <a:xfrm>
              <a:off x="3702542" y="418548"/>
              <a:ext cx="17140" cy="26609"/>
            </a:xfrm>
            <a:prstGeom prst="rect">
              <a:avLst/>
            </a:prstGeom>
            <a:solidFill>
              <a:srgbClr val="E2EAEF"/>
            </a:solidFill>
            <a:ln>
              <a:noFill/>
            </a:ln>
          </p:spPr>
        </p:sp>
        <p:sp>
          <p:nvSpPr>
            <p:cNvPr id="5976" name="Heatmap cell r16 c205"/>
            <p:cNvSpPr/>
            <p:nvPr/>
          </p:nvSpPr>
          <p:spPr>
            <a:xfrm>
              <a:off x="3719587" y="418548"/>
              <a:ext cx="19034" cy="26609"/>
            </a:xfrm>
            <a:prstGeom prst="rect">
              <a:avLst/>
            </a:prstGeom>
            <a:solidFill>
              <a:srgbClr val="8FAAC5"/>
            </a:solidFill>
            <a:ln>
              <a:noFill/>
            </a:ln>
          </p:spPr>
        </p:sp>
        <p:sp>
          <p:nvSpPr>
            <p:cNvPr id="5977" name="Heatmap cell r16 c206"/>
            <p:cNvSpPr/>
            <p:nvPr/>
          </p:nvSpPr>
          <p:spPr>
            <a:xfrm>
              <a:off x="3738526" y="418548"/>
              <a:ext cx="17140" cy="26609"/>
            </a:xfrm>
            <a:prstGeom prst="rect">
              <a:avLst/>
            </a:prstGeom>
            <a:solidFill>
              <a:srgbClr val="FCF7F7"/>
            </a:solidFill>
            <a:ln>
              <a:noFill/>
            </a:ln>
          </p:spPr>
        </p:sp>
        <p:sp>
          <p:nvSpPr>
            <p:cNvPr id="5978" name="Heatmap cell r16 c207"/>
            <p:cNvSpPr/>
            <p:nvPr/>
          </p:nvSpPr>
          <p:spPr>
            <a:xfrm>
              <a:off x="3755571" y="418548"/>
              <a:ext cx="19034" cy="26609"/>
            </a:xfrm>
            <a:prstGeom prst="rect">
              <a:avLst/>
            </a:prstGeom>
            <a:solidFill>
              <a:srgbClr val="F0BBC2"/>
            </a:solidFill>
            <a:ln>
              <a:noFill/>
            </a:ln>
          </p:spPr>
        </p:sp>
        <p:sp>
          <p:nvSpPr>
            <p:cNvPr id="5979" name="Heatmap cell r16 c208"/>
            <p:cNvSpPr/>
            <p:nvPr/>
          </p:nvSpPr>
          <p:spPr>
            <a:xfrm>
              <a:off x="3774510" y="418548"/>
              <a:ext cx="19034" cy="26609"/>
            </a:xfrm>
            <a:prstGeom prst="rect">
              <a:avLst/>
            </a:prstGeom>
            <a:solidFill>
              <a:srgbClr val="F0F5F8"/>
            </a:solidFill>
            <a:ln>
              <a:noFill/>
            </a:ln>
          </p:spPr>
        </p:sp>
        <p:sp>
          <p:nvSpPr>
            <p:cNvPr id="5980" name="Heatmap cell r16 c209"/>
            <p:cNvSpPr/>
            <p:nvPr/>
          </p:nvSpPr>
          <p:spPr>
            <a:xfrm>
              <a:off x="3793449" y="418548"/>
              <a:ext cx="17140" cy="26609"/>
            </a:xfrm>
            <a:prstGeom prst="rect">
              <a:avLst/>
            </a:prstGeom>
            <a:solidFill>
              <a:srgbClr val="F6D6DA"/>
            </a:solidFill>
            <a:ln>
              <a:noFill/>
            </a:ln>
          </p:spPr>
        </p:sp>
        <p:sp>
          <p:nvSpPr>
            <p:cNvPr id="5981" name="Heatmap cell r16 c210"/>
            <p:cNvSpPr/>
            <p:nvPr/>
          </p:nvSpPr>
          <p:spPr>
            <a:xfrm>
              <a:off x="3810494" y="418548"/>
              <a:ext cx="19034" cy="26609"/>
            </a:xfrm>
            <a:prstGeom prst="rect">
              <a:avLst/>
            </a:prstGeom>
            <a:solidFill>
              <a:srgbClr val="D1DCE7"/>
            </a:solidFill>
            <a:ln>
              <a:noFill/>
            </a:ln>
          </p:spPr>
        </p:sp>
        <p:sp>
          <p:nvSpPr>
            <p:cNvPr id="5982" name="Heatmap cell r16 c211"/>
            <p:cNvSpPr/>
            <p:nvPr/>
          </p:nvSpPr>
          <p:spPr>
            <a:xfrm>
              <a:off x="3829432" y="418548"/>
              <a:ext cx="17140" cy="26609"/>
            </a:xfrm>
            <a:prstGeom prst="rect">
              <a:avLst/>
            </a:prstGeom>
            <a:solidFill>
              <a:srgbClr val="1F5388"/>
            </a:solidFill>
            <a:ln>
              <a:noFill/>
            </a:ln>
          </p:spPr>
        </p:sp>
        <p:sp>
          <p:nvSpPr>
            <p:cNvPr id="5983" name="Heatmap cell r16 c212"/>
            <p:cNvSpPr/>
            <p:nvPr/>
          </p:nvSpPr>
          <p:spPr>
            <a:xfrm>
              <a:off x="3846477" y="418548"/>
              <a:ext cx="19034" cy="26609"/>
            </a:xfrm>
            <a:prstGeom prst="rect">
              <a:avLst/>
            </a:prstGeom>
            <a:solidFill>
              <a:srgbClr val="DEE6EC"/>
            </a:solidFill>
            <a:ln>
              <a:noFill/>
            </a:ln>
          </p:spPr>
        </p:sp>
        <p:sp>
          <p:nvSpPr>
            <p:cNvPr id="5984" name="Heatmap cell r16 c213"/>
            <p:cNvSpPr/>
            <p:nvPr/>
          </p:nvSpPr>
          <p:spPr>
            <a:xfrm>
              <a:off x="3865416" y="418548"/>
              <a:ext cx="17140" cy="26609"/>
            </a:xfrm>
            <a:prstGeom prst="rect">
              <a:avLst/>
            </a:prstGeom>
            <a:solidFill>
              <a:srgbClr val="F7E2E4"/>
            </a:solidFill>
            <a:ln>
              <a:noFill/>
            </a:ln>
          </p:spPr>
        </p:sp>
        <p:sp>
          <p:nvSpPr>
            <p:cNvPr id="5985" name="Heatmap cell r16 c214"/>
            <p:cNvSpPr/>
            <p:nvPr/>
          </p:nvSpPr>
          <p:spPr>
            <a:xfrm>
              <a:off x="3882461" y="418548"/>
              <a:ext cx="19034" cy="26609"/>
            </a:xfrm>
            <a:prstGeom prst="rect">
              <a:avLst/>
            </a:prstGeom>
            <a:solidFill>
              <a:srgbClr val="FCF6F6"/>
            </a:solidFill>
            <a:ln>
              <a:noFill/>
            </a:ln>
          </p:spPr>
        </p:sp>
        <p:sp>
          <p:nvSpPr>
            <p:cNvPr id="5986" name="Heatmap cell r16 c215"/>
            <p:cNvSpPr/>
            <p:nvPr/>
          </p:nvSpPr>
          <p:spPr>
            <a:xfrm>
              <a:off x="3901400" y="418548"/>
              <a:ext cx="17140" cy="26609"/>
            </a:xfrm>
            <a:prstGeom prst="rect">
              <a:avLst/>
            </a:prstGeom>
            <a:solidFill>
              <a:srgbClr val="E1E9EF"/>
            </a:solidFill>
            <a:ln>
              <a:noFill/>
            </a:ln>
          </p:spPr>
        </p:sp>
        <p:sp>
          <p:nvSpPr>
            <p:cNvPr id="5987" name="Heatmap cell r16 c216"/>
            <p:cNvSpPr/>
            <p:nvPr/>
          </p:nvSpPr>
          <p:spPr>
            <a:xfrm>
              <a:off x="3918445" y="418548"/>
              <a:ext cx="19034" cy="26609"/>
            </a:xfrm>
            <a:prstGeom prst="rect">
              <a:avLst/>
            </a:prstGeom>
            <a:solidFill>
              <a:srgbClr val="96AFC7"/>
            </a:solidFill>
            <a:ln>
              <a:noFill/>
            </a:ln>
          </p:spPr>
        </p:sp>
        <p:sp>
          <p:nvSpPr>
            <p:cNvPr id="5988" name="Heatmap cell r16 c217"/>
            <p:cNvSpPr/>
            <p:nvPr/>
          </p:nvSpPr>
          <p:spPr>
            <a:xfrm>
              <a:off x="3937384" y="418548"/>
              <a:ext cx="17140" cy="26609"/>
            </a:xfrm>
            <a:prstGeom prst="rect">
              <a:avLst/>
            </a:prstGeom>
            <a:solidFill>
              <a:srgbClr val="F8E1E3"/>
            </a:solidFill>
            <a:ln>
              <a:noFill/>
            </a:ln>
          </p:spPr>
        </p:sp>
        <p:sp>
          <p:nvSpPr>
            <p:cNvPr id="5989" name="Heatmap cell r16 c218"/>
            <p:cNvSpPr/>
            <p:nvPr/>
          </p:nvSpPr>
          <p:spPr>
            <a:xfrm>
              <a:off x="3954429" y="418548"/>
              <a:ext cx="19034" cy="26609"/>
            </a:xfrm>
            <a:prstGeom prst="rect">
              <a:avLst/>
            </a:prstGeom>
            <a:solidFill>
              <a:srgbClr val="FCF7F7"/>
            </a:solidFill>
            <a:ln>
              <a:noFill/>
            </a:ln>
          </p:spPr>
        </p:sp>
        <p:sp>
          <p:nvSpPr>
            <p:cNvPr id="5990" name="Heatmap cell r16 c219"/>
            <p:cNvSpPr/>
            <p:nvPr/>
          </p:nvSpPr>
          <p:spPr>
            <a:xfrm>
              <a:off x="3973368" y="418548"/>
              <a:ext cx="17140" cy="26609"/>
            </a:xfrm>
            <a:prstGeom prst="rect">
              <a:avLst/>
            </a:prstGeom>
            <a:solidFill>
              <a:srgbClr val="DEE6EC"/>
            </a:solidFill>
            <a:ln>
              <a:noFill/>
            </a:ln>
          </p:spPr>
        </p:sp>
        <p:sp>
          <p:nvSpPr>
            <p:cNvPr id="5991" name="Heatmap cell r16 c220"/>
            <p:cNvSpPr/>
            <p:nvPr/>
          </p:nvSpPr>
          <p:spPr>
            <a:xfrm>
              <a:off x="3990412" y="418548"/>
              <a:ext cx="19034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5992" name="Heatmap cell r16 c221"/>
            <p:cNvSpPr/>
            <p:nvPr/>
          </p:nvSpPr>
          <p:spPr>
            <a:xfrm>
              <a:off x="4009351" y="418548"/>
              <a:ext cx="19034" cy="26609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5993" name="Heatmap cell r16 c222"/>
            <p:cNvSpPr/>
            <p:nvPr/>
          </p:nvSpPr>
          <p:spPr>
            <a:xfrm>
              <a:off x="4028290" y="418548"/>
              <a:ext cx="17140" cy="26609"/>
            </a:xfrm>
            <a:prstGeom prst="rect">
              <a:avLst/>
            </a:prstGeom>
            <a:solidFill>
              <a:srgbClr val="F7D9DB"/>
            </a:solidFill>
            <a:ln>
              <a:noFill/>
            </a:ln>
          </p:spPr>
        </p:sp>
        <p:sp>
          <p:nvSpPr>
            <p:cNvPr id="5994" name="Heatmap cell r16 c223"/>
            <p:cNvSpPr/>
            <p:nvPr/>
          </p:nvSpPr>
          <p:spPr>
            <a:xfrm>
              <a:off x="4045335" y="418548"/>
              <a:ext cx="19034" cy="26609"/>
            </a:xfrm>
            <a:prstGeom prst="rect">
              <a:avLst/>
            </a:prstGeom>
            <a:solidFill>
              <a:srgbClr val="F6D5D9"/>
            </a:solidFill>
            <a:ln>
              <a:noFill/>
            </a:ln>
          </p:spPr>
        </p:sp>
        <p:sp>
          <p:nvSpPr>
            <p:cNvPr id="5995" name="Heatmap cell r17 c1"/>
            <p:cNvSpPr/>
            <p:nvPr/>
          </p:nvSpPr>
          <p:spPr>
            <a:xfrm>
              <a:off x="13257" y="445063"/>
              <a:ext cx="45548" cy="28503"/>
            </a:xfrm>
            <a:prstGeom prst="rect">
              <a:avLst/>
            </a:prstGeom>
            <a:solidFill>
              <a:srgbClr val="155B9C"/>
            </a:solidFill>
            <a:ln>
              <a:noFill/>
            </a:ln>
          </p:spPr>
        </p:sp>
        <p:sp>
          <p:nvSpPr>
            <p:cNvPr id="5996" name="Heatmap cell r17 c3"/>
            <p:cNvSpPr/>
            <p:nvPr/>
          </p:nvSpPr>
          <p:spPr>
            <a:xfrm>
              <a:off x="71968" y="445063"/>
              <a:ext cx="17140" cy="28503"/>
            </a:xfrm>
            <a:prstGeom prst="rect">
              <a:avLst/>
            </a:prstGeom>
            <a:solidFill>
              <a:srgbClr val="EDAFB5"/>
            </a:solidFill>
            <a:ln>
              <a:noFill/>
            </a:ln>
          </p:spPr>
        </p:sp>
        <p:sp>
          <p:nvSpPr>
            <p:cNvPr id="5997" name="Heatmap cell r17 c4"/>
            <p:cNvSpPr/>
            <p:nvPr/>
          </p:nvSpPr>
          <p:spPr>
            <a:xfrm>
              <a:off x="89013" y="445063"/>
              <a:ext cx="19034" cy="28503"/>
            </a:xfrm>
            <a:prstGeom prst="rect">
              <a:avLst/>
            </a:prstGeom>
            <a:solidFill>
              <a:srgbClr val="F2C8CD"/>
            </a:solidFill>
            <a:ln>
              <a:noFill/>
            </a:ln>
          </p:spPr>
        </p:sp>
        <p:sp>
          <p:nvSpPr>
            <p:cNvPr id="5998" name="Heatmap cell r17 c5"/>
            <p:cNvSpPr/>
            <p:nvPr/>
          </p:nvSpPr>
          <p:spPr>
            <a:xfrm>
              <a:off x="107951" y="445063"/>
              <a:ext cx="17140" cy="28503"/>
            </a:xfrm>
            <a:prstGeom prst="rect">
              <a:avLst/>
            </a:prstGeom>
            <a:solidFill>
              <a:srgbClr val="FAEEEF"/>
            </a:solidFill>
            <a:ln>
              <a:noFill/>
            </a:ln>
          </p:spPr>
        </p:sp>
        <p:sp>
          <p:nvSpPr>
            <p:cNvPr id="5999" name="Heatmap cell r17 c6"/>
            <p:cNvSpPr/>
            <p:nvPr/>
          </p:nvSpPr>
          <p:spPr>
            <a:xfrm>
              <a:off x="124996" y="445063"/>
              <a:ext cx="19034" cy="28503"/>
            </a:xfrm>
            <a:prstGeom prst="rect">
              <a:avLst/>
            </a:prstGeom>
            <a:solidFill>
              <a:srgbClr val="E17680"/>
            </a:solidFill>
            <a:ln>
              <a:noFill/>
            </a:ln>
          </p:spPr>
        </p:sp>
        <p:sp>
          <p:nvSpPr>
            <p:cNvPr id="6000" name="Heatmap cell r17 c7"/>
            <p:cNvSpPr/>
            <p:nvPr/>
          </p:nvSpPr>
          <p:spPr>
            <a:xfrm>
              <a:off x="143935" y="445063"/>
              <a:ext cx="17140" cy="28503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6001" name="Heatmap cell r17 c8"/>
            <p:cNvSpPr/>
            <p:nvPr/>
          </p:nvSpPr>
          <p:spPr>
            <a:xfrm>
              <a:off x="160980" y="445063"/>
              <a:ext cx="19034" cy="28503"/>
            </a:xfrm>
            <a:prstGeom prst="rect">
              <a:avLst/>
            </a:prstGeom>
            <a:solidFill>
              <a:srgbClr val="F1C4C7"/>
            </a:solidFill>
            <a:ln>
              <a:noFill/>
            </a:ln>
          </p:spPr>
        </p:sp>
        <p:sp>
          <p:nvSpPr>
            <p:cNvPr id="6002" name="Heatmap cell r17 c9"/>
            <p:cNvSpPr/>
            <p:nvPr/>
          </p:nvSpPr>
          <p:spPr>
            <a:xfrm>
              <a:off x="179919" y="445063"/>
              <a:ext cx="19034" cy="28503"/>
            </a:xfrm>
            <a:prstGeom prst="rect">
              <a:avLst/>
            </a:prstGeom>
            <a:solidFill>
              <a:srgbClr val="FBF0F1"/>
            </a:solidFill>
            <a:ln>
              <a:noFill/>
            </a:ln>
          </p:spPr>
        </p:sp>
        <p:sp>
          <p:nvSpPr>
            <p:cNvPr id="6003" name="Heatmap cell r17 c10"/>
            <p:cNvSpPr/>
            <p:nvPr/>
          </p:nvSpPr>
          <p:spPr>
            <a:xfrm>
              <a:off x="198858" y="445063"/>
              <a:ext cx="17140" cy="28503"/>
            </a:xfrm>
            <a:prstGeom prst="rect">
              <a:avLst/>
            </a:prstGeom>
            <a:solidFill>
              <a:srgbClr val="F4CDD0"/>
            </a:solidFill>
            <a:ln>
              <a:noFill/>
            </a:ln>
          </p:spPr>
        </p:sp>
        <p:sp>
          <p:nvSpPr>
            <p:cNvPr id="6004" name="Heatmap cell r17 c11"/>
            <p:cNvSpPr/>
            <p:nvPr/>
          </p:nvSpPr>
          <p:spPr>
            <a:xfrm>
              <a:off x="215903" y="445063"/>
              <a:ext cx="19034" cy="28503"/>
            </a:xfrm>
            <a:prstGeom prst="rect">
              <a:avLst/>
            </a:prstGeom>
            <a:solidFill>
              <a:srgbClr val="F4CACD"/>
            </a:solidFill>
            <a:ln>
              <a:noFill/>
            </a:ln>
          </p:spPr>
        </p:sp>
        <p:sp>
          <p:nvSpPr>
            <p:cNvPr id="6005" name="Heatmap cell r17 c12"/>
            <p:cNvSpPr/>
            <p:nvPr/>
          </p:nvSpPr>
          <p:spPr>
            <a:xfrm>
              <a:off x="234842" y="445063"/>
              <a:ext cx="17140" cy="28503"/>
            </a:xfrm>
            <a:prstGeom prst="rect">
              <a:avLst/>
            </a:prstGeom>
            <a:solidFill>
              <a:srgbClr val="F7D9DB"/>
            </a:solidFill>
            <a:ln>
              <a:noFill/>
            </a:ln>
          </p:spPr>
        </p:sp>
        <p:sp>
          <p:nvSpPr>
            <p:cNvPr id="6006" name="Heatmap cell r17 c13"/>
            <p:cNvSpPr/>
            <p:nvPr/>
          </p:nvSpPr>
          <p:spPr>
            <a:xfrm>
              <a:off x="251887" y="445063"/>
              <a:ext cx="19034" cy="28503"/>
            </a:xfrm>
            <a:prstGeom prst="rect">
              <a:avLst/>
            </a:prstGeom>
            <a:solidFill>
              <a:srgbClr val="FCF8F9"/>
            </a:solidFill>
            <a:ln>
              <a:noFill/>
            </a:ln>
          </p:spPr>
        </p:sp>
        <p:sp>
          <p:nvSpPr>
            <p:cNvPr id="6007" name="Heatmap cell r17 c14"/>
            <p:cNvSpPr/>
            <p:nvPr/>
          </p:nvSpPr>
          <p:spPr>
            <a:xfrm>
              <a:off x="270825" y="445063"/>
              <a:ext cx="17140" cy="28503"/>
            </a:xfrm>
            <a:prstGeom prst="rect">
              <a:avLst/>
            </a:prstGeom>
            <a:solidFill>
              <a:srgbClr val="FBF1F3"/>
            </a:solidFill>
            <a:ln>
              <a:noFill/>
            </a:ln>
          </p:spPr>
        </p:sp>
        <p:sp>
          <p:nvSpPr>
            <p:cNvPr id="6008" name="Heatmap cell r17 c15"/>
            <p:cNvSpPr/>
            <p:nvPr/>
          </p:nvSpPr>
          <p:spPr>
            <a:xfrm>
              <a:off x="287870" y="445063"/>
              <a:ext cx="19034" cy="28503"/>
            </a:xfrm>
            <a:prstGeom prst="rect">
              <a:avLst/>
            </a:prstGeom>
            <a:solidFill>
              <a:srgbClr val="F6D5D9"/>
            </a:solidFill>
            <a:ln>
              <a:noFill/>
            </a:ln>
          </p:spPr>
        </p:sp>
        <p:sp>
          <p:nvSpPr>
            <p:cNvPr id="6009" name="Heatmap cell r17 c16"/>
            <p:cNvSpPr/>
            <p:nvPr/>
          </p:nvSpPr>
          <p:spPr>
            <a:xfrm>
              <a:off x="306809" y="445063"/>
              <a:ext cx="17140" cy="28503"/>
            </a:xfrm>
            <a:prstGeom prst="rect">
              <a:avLst/>
            </a:prstGeom>
            <a:solidFill>
              <a:srgbClr val="E78992"/>
            </a:solidFill>
            <a:ln>
              <a:noFill/>
            </a:ln>
          </p:spPr>
        </p:sp>
        <p:sp>
          <p:nvSpPr>
            <p:cNvPr id="6010" name="Heatmap cell r17 c17"/>
            <p:cNvSpPr/>
            <p:nvPr/>
          </p:nvSpPr>
          <p:spPr>
            <a:xfrm>
              <a:off x="323854" y="445063"/>
              <a:ext cx="19034" cy="28503"/>
            </a:xfrm>
            <a:prstGeom prst="rect">
              <a:avLst/>
            </a:prstGeom>
            <a:solidFill>
              <a:srgbClr val="EBA2A9"/>
            </a:solidFill>
            <a:ln>
              <a:noFill/>
            </a:ln>
          </p:spPr>
        </p:sp>
        <p:sp>
          <p:nvSpPr>
            <p:cNvPr id="6011" name="Heatmap cell r17 c18"/>
            <p:cNvSpPr/>
            <p:nvPr/>
          </p:nvSpPr>
          <p:spPr>
            <a:xfrm>
              <a:off x="342793" y="445063"/>
              <a:ext cx="17140" cy="28503"/>
            </a:xfrm>
            <a:prstGeom prst="rect">
              <a:avLst/>
            </a:prstGeom>
            <a:solidFill>
              <a:srgbClr val="DF6670"/>
            </a:solidFill>
            <a:ln>
              <a:noFill/>
            </a:ln>
          </p:spPr>
        </p:sp>
        <p:sp>
          <p:nvSpPr>
            <p:cNvPr id="6012" name="Heatmap cell r17 c20"/>
            <p:cNvSpPr/>
            <p:nvPr/>
          </p:nvSpPr>
          <p:spPr>
            <a:xfrm>
              <a:off x="378777" y="445063"/>
              <a:ext cx="17140" cy="28503"/>
            </a:xfrm>
            <a:prstGeom prst="rect">
              <a:avLst/>
            </a:prstGeom>
            <a:solidFill>
              <a:srgbClr val="DEE6EC"/>
            </a:solidFill>
            <a:ln>
              <a:noFill/>
            </a:ln>
          </p:spPr>
        </p:sp>
        <p:sp>
          <p:nvSpPr>
            <p:cNvPr id="6013" name="Heatmap cell r17 c21"/>
            <p:cNvSpPr/>
            <p:nvPr/>
          </p:nvSpPr>
          <p:spPr>
            <a:xfrm>
              <a:off x="395822" y="445063"/>
              <a:ext cx="19034" cy="28503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6014" name="Heatmap cell r17 c22"/>
            <p:cNvSpPr/>
            <p:nvPr/>
          </p:nvSpPr>
          <p:spPr>
            <a:xfrm>
              <a:off x="414760" y="445063"/>
              <a:ext cx="19034" cy="28503"/>
            </a:xfrm>
            <a:prstGeom prst="rect">
              <a:avLst/>
            </a:prstGeom>
            <a:solidFill>
              <a:srgbClr val="DBE3EB"/>
            </a:solidFill>
            <a:ln>
              <a:noFill/>
            </a:ln>
          </p:spPr>
        </p:sp>
        <p:sp>
          <p:nvSpPr>
            <p:cNvPr id="6015" name="Heatmap cell r17 c23"/>
            <p:cNvSpPr/>
            <p:nvPr/>
          </p:nvSpPr>
          <p:spPr>
            <a:xfrm>
              <a:off x="433699" y="445063"/>
              <a:ext cx="17140" cy="28503"/>
            </a:xfrm>
            <a:prstGeom prst="rect">
              <a:avLst/>
            </a:prstGeom>
            <a:solidFill>
              <a:srgbClr val="C7D4E1"/>
            </a:solidFill>
            <a:ln>
              <a:noFill/>
            </a:ln>
          </p:spPr>
        </p:sp>
        <p:sp>
          <p:nvSpPr>
            <p:cNvPr id="6016" name="Heatmap cell r17 c24"/>
            <p:cNvSpPr/>
            <p:nvPr/>
          </p:nvSpPr>
          <p:spPr>
            <a:xfrm>
              <a:off x="450744" y="445063"/>
              <a:ext cx="19034" cy="28503"/>
            </a:xfrm>
            <a:prstGeom prst="rect">
              <a:avLst/>
            </a:prstGeom>
            <a:solidFill>
              <a:srgbClr val="F8E3E6"/>
            </a:solidFill>
            <a:ln>
              <a:noFill/>
            </a:ln>
          </p:spPr>
        </p:sp>
        <p:sp>
          <p:nvSpPr>
            <p:cNvPr id="6017" name="Heatmap cell r17 c25"/>
            <p:cNvSpPr/>
            <p:nvPr/>
          </p:nvSpPr>
          <p:spPr>
            <a:xfrm>
              <a:off x="469683" y="445063"/>
              <a:ext cx="17140" cy="28503"/>
            </a:xfrm>
            <a:prstGeom prst="rect">
              <a:avLst/>
            </a:prstGeom>
            <a:solidFill>
              <a:srgbClr val="FDF9FA"/>
            </a:solidFill>
            <a:ln>
              <a:noFill/>
            </a:ln>
          </p:spPr>
        </p:sp>
        <p:sp>
          <p:nvSpPr>
            <p:cNvPr id="6018" name="Heatmap cell r17 c26"/>
            <p:cNvSpPr/>
            <p:nvPr/>
          </p:nvSpPr>
          <p:spPr>
            <a:xfrm>
              <a:off x="486728" y="445063"/>
              <a:ext cx="19034" cy="28503"/>
            </a:xfrm>
            <a:prstGeom prst="rect">
              <a:avLst/>
            </a:prstGeom>
            <a:solidFill>
              <a:srgbClr val="B4C5D6"/>
            </a:solidFill>
            <a:ln>
              <a:noFill/>
            </a:ln>
          </p:spPr>
        </p:sp>
        <p:sp>
          <p:nvSpPr>
            <p:cNvPr id="6019" name="Heatmap cell r17 c27"/>
            <p:cNvSpPr/>
            <p:nvPr/>
          </p:nvSpPr>
          <p:spPr>
            <a:xfrm>
              <a:off x="505667" y="445063"/>
              <a:ext cx="17140" cy="28503"/>
            </a:xfrm>
            <a:prstGeom prst="rect">
              <a:avLst/>
            </a:prstGeom>
            <a:solidFill>
              <a:srgbClr val="E7929A"/>
            </a:solidFill>
            <a:ln>
              <a:noFill/>
            </a:ln>
          </p:spPr>
        </p:sp>
        <p:sp>
          <p:nvSpPr>
            <p:cNvPr id="6020" name="Heatmap cell r17 c28"/>
            <p:cNvSpPr/>
            <p:nvPr/>
          </p:nvSpPr>
          <p:spPr>
            <a:xfrm>
              <a:off x="522712" y="445063"/>
              <a:ext cx="19034" cy="28503"/>
            </a:xfrm>
            <a:prstGeom prst="rect">
              <a:avLst/>
            </a:prstGeom>
            <a:solidFill>
              <a:srgbClr val="E4848E"/>
            </a:solidFill>
            <a:ln>
              <a:noFill/>
            </a:ln>
          </p:spPr>
        </p:sp>
        <p:sp>
          <p:nvSpPr>
            <p:cNvPr id="6021" name="Heatmap cell r17 c29"/>
            <p:cNvSpPr/>
            <p:nvPr/>
          </p:nvSpPr>
          <p:spPr>
            <a:xfrm>
              <a:off x="541651" y="445063"/>
              <a:ext cx="17140" cy="28503"/>
            </a:xfrm>
            <a:prstGeom prst="rect">
              <a:avLst/>
            </a:prstGeom>
            <a:solidFill>
              <a:srgbClr val="ECAAAF"/>
            </a:solidFill>
            <a:ln>
              <a:noFill/>
            </a:ln>
          </p:spPr>
        </p:sp>
        <p:sp>
          <p:nvSpPr>
            <p:cNvPr id="6022" name="Heatmap cell r17 c30"/>
            <p:cNvSpPr/>
            <p:nvPr/>
          </p:nvSpPr>
          <p:spPr>
            <a:xfrm>
              <a:off x="558696" y="445063"/>
              <a:ext cx="19034" cy="28503"/>
            </a:xfrm>
            <a:prstGeom prst="rect">
              <a:avLst/>
            </a:prstGeom>
            <a:solidFill>
              <a:srgbClr val="F3C7CC"/>
            </a:solidFill>
            <a:ln>
              <a:noFill/>
            </a:ln>
          </p:spPr>
        </p:sp>
        <p:sp>
          <p:nvSpPr>
            <p:cNvPr id="6023" name="Heatmap cell r17 c31"/>
            <p:cNvSpPr/>
            <p:nvPr/>
          </p:nvSpPr>
          <p:spPr>
            <a:xfrm>
              <a:off x="577634" y="445063"/>
              <a:ext cx="17140" cy="28503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6024" name="Heatmap cell r17 c32"/>
            <p:cNvSpPr/>
            <p:nvPr/>
          </p:nvSpPr>
          <p:spPr>
            <a:xfrm>
              <a:off x="594679" y="445063"/>
              <a:ext cx="19034" cy="28503"/>
            </a:xfrm>
            <a:prstGeom prst="rect">
              <a:avLst/>
            </a:prstGeom>
            <a:solidFill>
              <a:srgbClr val="F1BEC3"/>
            </a:solidFill>
            <a:ln>
              <a:noFill/>
            </a:ln>
          </p:spPr>
        </p:sp>
        <p:sp>
          <p:nvSpPr>
            <p:cNvPr id="6025" name="Heatmap cell r17 c33"/>
            <p:cNvSpPr/>
            <p:nvPr/>
          </p:nvSpPr>
          <p:spPr>
            <a:xfrm>
              <a:off x="613618" y="445063"/>
              <a:ext cx="17140" cy="28503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6026" name="Heatmap cell r17 c34"/>
            <p:cNvSpPr/>
            <p:nvPr/>
          </p:nvSpPr>
          <p:spPr>
            <a:xfrm>
              <a:off x="630663" y="445063"/>
              <a:ext cx="19034" cy="28503"/>
            </a:xfrm>
            <a:prstGeom prst="rect">
              <a:avLst/>
            </a:prstGeom>
            <a:solidFill>
              <a:srgbClr val="F5CED2"/>
            </a:solidFill>
            <a:ln>
              <a:noFill/>
            </a:ln>
          </p:spPr>
        </p:sp>
        <p:sp>
          <p:nvSpPr>
            <p:cNvPr id="6027" name="Heatmap cell r17 c35"/>
            <p:cNvSpPr/>
            <p:nvPr/>
          </p:nvSpPr>
          <p:spPr>
            <a:xfrm>
              <a:off x="649602" y="445063"/>
              <a:ext cx="19034" cy="28503"/>
            </a:xfrm>
            <a:prstGeom prst="rect">
              <a:avLst/>
            </a:prstGeom>
            <a:solidFill>
              <a:srgbClr val="F8E9EA"/>
            </a:solidFill>
            <a:ln>
              <a:noFill/>
            </a:ln>
          </p:spPr>
        </p:sp>
        <p:sp>
          <p:nvSpPr>
            <p:cNvPr id="6028" name="Heatmap cell r17 c36"/>
            <p:cNvSpPr/>
            <p:nvPr/>
          </p:nvSpPr>
          <p:spPr>
            <a:xfrm>
              <a:off x="668541" y="445063"/>
              <a:ext cx="17140" cy="28503"/>
            </a:xfrm>
            <a:prstGeom prst="rect">
              <a:avLst/>
            </a:prstGeom>
            <a:solidFill>
              <a:srgbClr val="E88F96"/>
            </a:solidFill>
            <a:ln>
              <a:noFill/>
            </a:ln>
          </p:spPr>
        </p:sp>
        <p:sp>
          <p:nvSpPr>
            <p:cNvPr id="6029" name="Heatmap cell r17 c37"/>
            <p:cNvSpPr/>
            <p:nvPr/>
          </p:nvSpPr>
          <p:spPr>
            <a:xfrm>
              <a:off x="685586" y="445063"/>
              <a:ext cx="19034" cy="28503"/>
            </a:xfrm>
            <a:prstGeom prst="rect">
              <a:avLst/>
            </a:prstGeom>
            <a:solidFill>
              <a:srgbClr val="E9979F"/>
            </a:solidFill>
            <a:ln>
              <a:noFill/>
            </a:ln>
          </p:spPr>
        </p:sp>
        <p:sp>
          <p:nvSpPr>
            <p:cNvPr id="6030" name="Heatmap cell r17 c38"/>
            <p:cNvSpPr/>
            <p:nvPr/>
          </p:nvSpPr>
          <p:spPr>
            <a:xfrm>
              <a:off x="704525" y="445063"/>
              <a:ext cx="17140" cy="28503"/>
            </a:xfrm>
            <a:prstGeom prst="rect">
              <a:avLst/>
            </a:prstGeom>
            <a:solidFill>
              <a:srgbClr val="E7EBF1"/>
            </a:solidFill>
            <a:ln>
              <a:noFill/>
            </a:ln>
          </p:spPr>
        </p:sp>
        <p:sp>
          <p:nvSpPr>
            <p:cNvPr id="6031" name="Heatmap cell r17 c40"/>
            <p:cNvSpPr/>
            <p:nvPr/>
          </p:nvSpPr>
          <p:spPr>
            <a:xfrm>
              <a:off x="740508" y="445063"/>
              <a:ext cx="17140" cy="28503"/>
            </a:xfrm>
            <a:prstGeom prst="rect">
              <a:avLst/>
            </a:prstGeom>
            <a:solidFill>
              <a:srgbClr val="EA949C"/>
            </a:solidFill>
            <a:ln>
              <a:noFill/>
            </a:ln>
          </p:spPr>
        </p:sp>
        <p:sp>
          <p:nvSpPr>
            <p:cNvPr id="6032" name="Heatmap cell r17 c41"/>
            <p:cNvSpPr/>
            <p:nvPr/>
          </p:nvSpPr>
          <p:spPr>
            <a:xfrm>
              <a:off x="757553" y="445063"/>
              <a:ext cx="19034" cy="28503"/>
            </a:xfrm>
            <a:prstGeom prst="rect">
              <a:avLst/>
            </a:prstGeom>
            <a:solidFill>
              <a:srgbClr val="F5D0D3"/>
            </a:solidFill>
            <a:ln>
              <a:noFill/>
            </a:ln>
          </p:spPr>
        </p:sp>
        <p:sp>
          <p:nvSpPr>
            <p:cNvPr id="6033" name="Heatmap cell r17 c42"/>
            <p:cNvSpPr/>
            <p:nvPr/>
          </p:nvSpPr>
          <p:spPr>
            <a:xfrm>
              <a:off x="776492" y="445063"/>
              <a:ext cx="17140" cy="28503"/>
            </a:xfrm>
            <a:prstGeom prst="rect">
              <a:avLst/>
            </a:prstGeom>
            <a:solidFill>
              <a:srgbClr val="BFCFDF"/>
            </a:solidFill>
            <a:ln>
              <a:noFill/>
            </a:ln>
          </p:spPr>
        </p:sp>
        <p:sp>
          <p:nvSpPr>
            <p:cNvPr id="6034" name="Heatmap cell r17 c43"/>
            <p:cNvSpPr/>
            <p:nvPr/>
          </p:nvSpPr>
          <p:spPr>
            <a:xfrm>
              <a:off x="793537" y="445063"/>
              <a:ext cx="19034" cy="28503"/>
            </a:xfrm>
            <a:prstGeom prst="rect">
              <a:avLst/>
            </a:prstGeom>
            <a:solidFill>
              <a:srgbClr val="F5CED2"/>
            </a:solidFill>
            <a:ln>
              <a:noFill/>
            </a:ln>
          </p:spPr>
        </p:sp>
        <p:sp>
          <p:nvSpPr>
            <p:cNvPr id="6035" name="Heatmap cell r17 c44"/>
            <p:cNvSpPr/>
            <p:nvPr/>
          </p:nvSpPr>
          <p:spPr>
            <a:xfrm>
              <a:off x="812476" y="445063"/>
              <a:ext cx="17140" cy="28503"/>
            </a:xfrm>
            <a:prstGeom prst="rect">
              <a:avLst/>
            </a:prstGeom>
            <a:solidFill>
              <a:srgbClr val="F6D5D9"/>
            </a:solidFill>
            <a:ln>
              <a:noFill/>
            </a:ln>
          </p:spPr>
        </p:sp>
        <p:sp>
          <p:nvSpPr>
            <p:cNvPr id="6036" name="Heatmap cell r17 c45"/>
            <p:cNvSpPr/>
            <p:nvPr/>
          </p:nvSpPr>
          <p:spPr>
            <a:xfrm>
              <a:off x="829521" y="445063"/>
              <a:ext cx="19034" cy="28503"/>
            </a:xfrm>
            <a:prstGeom prst="rect">
              <a:avLst/>
            </a:prstGeom>
            <a:solidFill>
              <a:srgbClr val="FAECEC"/>
            </a:solidFill>
            <a:ln>
              <a:noFill/>
            </a:ln>
          </p:spPr>
        </p:sp>
        <p:sp>
          <p:nvSpPr>
            <p:cNvPr id="6037" name="Heatmap cell r17 c46"/>
            <p:cNvSpPr/>
            <p:nvPr/>
          </p:nvSpPr>
          <p:spPr>
            <a:xfrm>
              <a:off x="848460" y="445063"/>
              <a:ext cx="17140" cy="28503"/>
            </a:xfrm>
            <a:prstGeom prst="rect">
              <a:avLst/>
            </a:prstGeom>
            <a:solidFill>
              <a:srgbClr val="EEB1B8"/>
            </a:solidFill>
            <a:ln>
              <a:noFill/>
            </a:ln>
          </p:spPr>
        </p:sp>
        <p:sp>
          <p:nvSpPr>
            <p:cNvPr id="6038" name="Heatmap cell r17 c47"/>
            <p:cNvSpPr/>
            <p:nvPr/>
          </p:nvSpPr>
          <p:spPr>
            <a:xfrm>
              <a:off x="865505" y="445063"/>
              <a:ext cx="19034" cy="28503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</p:sp>
        <p:sp>
          <p:nvSpPr>
            <p:cNvPr id="6039" name="Heatmap cell r17 c48"/>
            <p:cNvSpPr/>
            <p:nvPr/>
          </p:nvSpPr>
          <p:spPr>
            <a:xfrm>
              <a:off x="884444" y="445063"/>
              <a:ext cx="19034" cy="28503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6040" name="Heatmap cell r17 c49"/>
            <p:cNvSpPr/>
            <p:nvPr/>
          </p:nvSpPr>
          <p:spPr>
            <a:xfrm>
              <a:off x="903382" y="445063"/>
              <a:ext cx="17140" cy="28503"/>
            </a:xfrm>
            <a:prstGeom prst="rect">
              <a:avLst/>
            </a:prstGeom>
            <a:solidFill>
              <a:srgbClr val="C8D5E2"/>
            </a:solidFill>
            <a:ln>
              <a:noFill/>
            </a:ln>
          </p:spPr>
        </p:sp>
        <p:sp>
          <p:nvSpPr>
            <p:cNvPr id="6041" name="Heatmap cell r17 c50"/>
            <p:cNvSpPr/>
            <p:nvPr/>
          </p:nvSpPr>
          <p:spPr>
            <a:xfrm>
              <a:off x="920427" y="445063"/>
              <a:ext cx="19034" cy="28503"/>
            </a:xfrm>
            <a:prstGeom prst="rect">
              <a:avLst/>
            </a:prstGeom>
            <a:solidFill>
              <a:srgbClr val="E6868E"/>
            </a:solidFill>
            <a:ln>
              <a:noFill/>
            </a:ln>
          </p:spPr>
        </p:sp>
        <p:sp>
          <p:nvSpPr>
            <p:cNvPr id="6042" name="Heatmap cell r17 c51"/>
            <p:cNvSpPr/>
            <p:nvPr/>
          </p:nvSpPr>
          <p:spPr>
            <a:xfrm>
              <a:off x="939366" y="445063"/>
              <a:ext cx="17140" cy="28503"/>
            </a:xfrm>
            <a:prstGeom prst="rect">
              <a:avLst/>
            </a:prstGeom>
            <a:solidFill>
              <a:srgbClr val="F7DADC"/>
            </a:solidFill>
            <a:ln>
              <a:noFill/>
            </a:ln>
          </p:spPr>
        </p:sp>
        <p:sp>
          <p:nvSpPr>
            <p:cNvPr id="6043" name="Heatmap cell r17 c52"/>
            <p:cNvSpPr/>
            <p:nvPr/>
          </p:nvSpPr>
          <p:spPr>
            <a:xfrm>
              <a:off x="956411" y="445063"/>
              <a:ext cx="19034" cy="28503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6044" name="Heatmap cell r17 c53"/>
            <p:cNvSpPr/>
            <p:nvPr/>
          </p:nvSpPr>
          <p:spPr>
            <a:xfrm>
              <a:off x="975350" y="445063"/>
              <a:ext cx="17140" cy="28503"/>
            </a:xfrm>
            <a:prstGeom prst="rect">
              <a:avLst/>
            </a:prstGeom>
            <a:solidFill>
              <a:srgbClr val="FBF1F3"/>
            </a:solidFill>
            <a:ln>
              <a:noFill/>
            </a:ln>
          </p:spPr>
        </p:sp>
        <p:sp>
          <p:nvSpPr>
            <p:cNvPr id="6045" name="Heatmap cell r17 c54"/>
            <p:cNvSpPr/>
            <p:nvPr/>
          </p:nvSpPr>
          <p:spPr>
            <a:xfrm>
              <a:off x="992395" y="445063"/>
              <a:ext cx="19034" cy="28503"/>
            </a:xfrm>
            <a:prstGeom prst="rect">
              <a:avLst/>
            </a:prstGeom>
            <a:solidFill>
              <a:srgbClr val="E48189"/>
            </a:solidFill>
            <a:ln>
              <a:noFill/>
            </a:ln>
          </p:spPr>
        </p:sp>
        <p:sp>
          <p:nvSpPr>
            <p:cNvPr id="6046" name="Heatmap cell r17 c55"/>
            <p:cNvSpPr/>
            <p:nvPr/>
          </p:nvSpPr>
          <p:spPr>
            <a:xfrm>
              <a:off x="1011334" y="445063"/>
              <a:ext cx="17140" cy="28503"/>
            </a:xfrm>
            <a:prstGeom prst="rect">
              <a:avLst/>
            </a:prstGeom>
            <a:solidFill>
              <a:srgbClr val="EFB4B9"/>
            </a:solidFill>
            <a:ln>
              <a:noFill/>
            </a:ln>
          </p:spPr>
        </p:sp>
        <p:sp>
          <p:nvSpPr>
            <p:cNvPr id="6047" name="Heatmap cell r17 c57"/>
            <p:cNvSpPr/>
            <p:nvPr/>
          </p:nvSpPr>
          <p:spPr>
            <a:xfrm>
              <a:off x="1047318" y="445063"/>
              <a:ext cx="17140" cy="28503"/>
            </a:xfrm>
            <a:prstGeom prst="rect">
              <a:avLst/>
            </a:prstGeom>
            <a:solidFill>
              <a:srgbClr val="DFE6ED"/>
            </a:solidFill>
            <a:ln>
              <a:noFill/>
            </a:ln>
          </p:spPr>
        </p:sp>
        <p:sp>
          <p:nvSpPr>
            <p:cNvPr id="6048" name="Heatmap cell r17 c58"/>
            <p:cNvSpPr/>
            <p:nvPr/>
          </p:nvSpPr>
          <p:spPr>
            <a:xfrm>
              <a:off x="1064363" y="445063"/>
              <a:ext cx="19034" cy="28503"/>
            </a:xfrm>
            <a:prstGeom prst="rect">
              <a:avLst/>
            </a:prstGeom>
            <a:solidFill>
              <a:srgbClr val="E4EBEF"/>
            </a:solidFill>
            <a:ln>
              <a:noFill/>
            </a:ln>
          </p:spPr>
        </p:sp>
        <p:sp>
          <p:nvSpPr>
            <p:cNvPr id="6049" name="Heatmap cell r17 c59"/>
            <p:cNvSpPr/>
            <p:nvPr/>
          </p:nvSpPr>
          <p:spPr>
            <a:xfrm>
              <a:off x="1083301" y="445063"/>
              <a:ext cx="17140" cy="28503"/>
            </a:xfrm>
            <a:prstGeom prst="rect">
              <a:avLst/>
            </a:prstGeom>
            <a:solidFill>
              <a:srgbClr val="F4CDD0"/>
            </a:solidFill>
            <a:ln>
              <a:noFill/>
            </a:ln>
          </p:spPr>
        </p:sp>
        <p:sp>
          <p:nvSpPr>
            <p:cNvPr id="6050" name="Heatmap cell r17 c60"/>
            <p:cNvSpPr/>
            <p:nvPr/>
          </p:nvSpPr>
          <p:spPr>
            <a:xfrm>
              <a:off x="1100346" y="445063"/>
              <a:ext cx="19034" cy="28503"/>
            </a:xfrm>
            <a:prstGeom prst="rect">
              <a:avLst/>
            </a:prstGeom>
            <a:solidFill>
              <a:srgbClr val="E4848E"/>
            </a:solidFill>
            <a:ln>
              <a:noFill/>
            </a:ln>
          </p:spPr>
        </p:sp>
        <p:sp>
          <p:nvSpPr>
            <p:cNvPr id="6051" name="Heatmap cell r17 c61"/>
            <p:cNvSpPr/>
            <p:nvPr/>
          </p:nvSpPr>
          <p:spPr>
            <a:xfrm>
              <a:off x="1119285" y="445063"/>
              <a:ext cx="19034" cy="28503"/>
            </a:xfrm>
            <a:prstGeom prst="rect">
              <a:avLst/>
            </a:prstGeom>
            <a:solidFill>
              <a:srgbClr val="F7D7DB"/>
            </a:solidFill>
            <a:ln>
              <a:noFill/>
            </a:ln>
          </p:spPr>
        </p:sp>
        <p:sp>
          <p:nvSpPr>
            <p:cNvPr id="6052" name="Heatmap cell r17 c62"/>
            <p:cNvSpPr/>
            <p:nvPr/>
          </p:nvSpPr>
          <p:spPr>
            <a:xfrm>
              <a:off x="1138224" y="445063"/>
              <a:ext cx="17140" cy="28503"/>
            </a:xfrm>
            <a:prstGeom prst="rect">
              <a:avLst/>
            </a:prstGeom>
            <a:solidFill>
              <a:srgbClr val="F8DEE0"/>
            </a:solidFill>
            <a:ln>
              <a:noFill/>
            </a:ln>
          </p:spPr>
        </p:sp>
        <p:sp>
          <p:nvSpPr>
            <p:cNvPr id="6053" name="Heatmap cell r17 c63"/>
            <p:cNvSpPr/>
            <p:nvPr/>
          </p:nvSpPr>
          <p:spPr>
            <a:xfrm>
              <a:off x="1155269" y="445063"/>
              <a:ext cx="19034" cy="28503"/>
            </a:xfrm>
            <a:prstGeom prst="rect">
              <a:avLst/>
            </a:prstGeom>
            <a:solidFill>
              <a:srgbClr val="F8E4E7"/>
            </a:solidFill>
            <a:ln>
              <a:noFill/>
            </a:ln>
          </p:spPr>
        </p:sp>
        <p:sp>
          <p:nvSpPr>
            <p:cNvPr id="6054" name="Heatmap cell r17 c64"/>
            <p:cNvSpPr/>
            <p:nvPr/>
          </p:nvSpPr>
          <p:spPr>
            <a:xfrm>
              <a:off x="1174208" y="445063"/>
              <a:ext cx="17140" cy="28503"/>
            </a:xfrm>
            <a:prstGeom prst="rect">
              <a:avLst/>
            </a:prstGeom>
            <a:solidFill>
              <a:srgbClr val="F1C2C6"/>
            </a:solidFill>
            <a:ln>
              <a:noFill/>
            </a:ln>
          </p:spPr>
        </p:sp>
        <p:sp>
          <p:nvSpPr>
            <p:cNvPr id="6055" name="Heatmap cell r17 c65"/>
            <p:cNvSpPr/>
            <p:nvPr/>
          </p:nvSpPr>
          <p:spPr>
            <a:xfrm>
              <a:off x="1191253" y="445063"/>
              <a:ext cx="19034" cy="28503"/>
            </a:xfrm>
            <a:prstGeom prst="rect">
              <a:avLst/>
            </a:prstGeom>
            <a:solidFill>
              <a:srgbClr val="9EB5CC"/>
            </a:solidFill>
            <a:ln>
              <a:noFill/>
            </a:ln>
          </p:spPr>
        </p:sp>
        <p:sp>
          <p:nvSpPr>
            <p:cNvPr id="6056" name="Heatmap cell r17 c66"/>
            <p:cNvSpPr/>
            <p:nvPr/>
          </p:nvSpPr>
          <p:spPr>
            <a:xfrm>
              <a:off x="1210192" y="445063"/>
              <a:ext cx="17140" cy="28503"/>
            </a:xfrm>
            <a:prstGeom prst="rect">
              <a:avLst/>
            </a:prstGeom>
            <a:solidFill>
              <a:srgbClr val="ECACB1"/>
            </a:solidFill>
            <a:ln>
              <a:noFill/>
            </a:ln>
          </p:spPr>
        </p:sp>
        <p:sp>
          <p:nvSpPr>
            <p:cNvPr id="6057" name="Heatmap cell r17 c67"/>
            <p:cNvSpPr/>
            <p:nvPr/>
          </p:nvSpPr>
          <p:spPr>
            <a:xfrm>
              <a:off x="1227236" y="445063"/>
              <a:ext cx="19034" cy="28503"/>
            </a:xfrm>
            <a:prstGeom prst="rect">
              <a:avLst/>
            </a:prstGeom>
            <a:solidFill>
              <a:srgbClr val="F4CED1"/>
            </a:solidFill>
            <a:ln>
              <a:noFill/>
            </a:ln>
          </p:spPr>
        </p:sp>
        <p:sp>
          <p:nvSpPr>
            <p:cNvPr id="6058" name="Heatmap cell r17 c68"/>
            <p:cNvSpPr/>
            <p:nvPr/>
          </p:nvSpPr>
          <p:spPr>
            <a:xfrm>
              <a:off x="1246175" y="445063"/>
              <a:ext cx="17140" cy="28503"/>
            </a:xfrm>
            <a:prstGeom prst="rect">
              <a:avLst/>
            </a:prstGeom>
            <a:solidFill>
              <a:srgbClr val="DBE3EB"/>
            </a:solidFill>
            <a:ln>
              <a:noFill/>
            </a:ln>
          </p:spPr>
        </p:sp>
        <p:sp>
          <p:nvSpPr>
            <p:cNvPr id="6059" name="Heatmap cell r17 c69"/>
            <p:cNvSpPr/>
            <p:nvPr/>
          </p:nvSpPr>
          <p:spPr>
            <a:xfrm>
              <a:off x="1263220" y="445063"/>
              <a:ext cx="19034" cy="28503"/>
            </a:xfrm>
            <a:prstGeom prst="rect">
              <a:avLst/>
            </a:prstGeom>
            <a:solidFill>
              <a:srgbClr val="E68791"/>
            </a:solidFill>
            <a:ln>
              <a:noFill/>
            </a:ln>
          </p:spPr>
        </p:sp>
        <p:sp>
          <p:nvSpPr>
            <p:cNvPr id="6060" name="Heatmap cell r17 c70"/>
            <p:cNvSpPr/>
            <p:nvPr/>
          </p:nvSpPr>
          <p:spPr>
            <a:xfrm>
              <a:off x="1282159" y="445063"/>
              <a:ext cx="17140" cy="28503"/>
            </a:xfrm>
            <a:prstGeom prst="rect">
              <a:avLst/>
            </a:prstGeom>
            <a:solidFill>
              <a:srgbClr val="E8ECF3"/>
            </a:solidFill>
            <a:ln>
              <a:noFill/>
            </a:ln>
          </p:spPr>
        </p:sp>
        <p:sp>
          <p:nvSpPr>
            <p:cNvPr id="6061" name="Heatmap cell r17 c71"/>
            <p:cNvSpPr/>
            <p:nvPr/>
          </p:nvSpPr>
          <p:spPr>
            <a:xfrm>
              <a:off x="1299204" y="445063"/>
              <a:ext cx="19034" cy="28503"/>
            </a:xfrm>
            <a:prstGeom prst="rect">
              <a:avLst/>
            </a:prstGeom>
            <a:solidFill>
              <a:srgbClr val="F7D7DB"/>
            </a:solidFill>
            <a:ln>
              <a:noFill/>
            </a:ln>
          </p:spPr>
        </p:sp>
        <p:sp>
          <p:nvSpPr>
            <p:cNvPr id="6062" name="Heatmap cell r17 c72"/>
            <p:cNvSpPr/>
            <p:nvPr/>
          </p:nvSpPr>
          <p:spPr>
            <a:xfrm>
              <a:off x="1318143" y="445063"/>
              <a:ext cx="17140" cy="28503"/>
            </a:xfrm>
            <a:prstGeom prst="rect">
              <a:avLst/>
            </a:prstGeom>
            <a:solidFill>
              <a:srgbClr val="EFB5BA"/>
            </a:solidFill>
            <a:ln>
              <a:noFill/>
            </a:ln>
          </p:spPr>
        </p:sp>
        <p:sp>
          <p:nvSpPr>
            <p:cNvPr id="6063" name="Heatmap cell r17 c73"/>
            <p:cNvSpPr/>
            <p:nvPr/>
          </p:nvSpPr>
          <p:spPr>
            <a:xfrm>
              <a:off x="1335188" y="445063"/>
              <a:ext cx="19034" cy="28503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</p:sp>
        <p:sp>
          <p:nvSpPr>
            <p:cNvPr id="6064" name="Heatmap cell r17 c74"/>
            <p:cNvSpPr/>
            <p:nvPr/>
          </p:nvSpPr>
          <p:spPr>
            <a:xfrm>
              <a:off x="1354127" y="445063"/>
              <a:ext cx="17140" cy="28503"/>
            </a:xfrm>
            <a:prstGeom prst="rect">
              <a:avLst/>
            </a:prstGeom>
            <a:solidFill>
              <a:srgbClr val="F8DBDD"/>
            </a:solidFill>
            <a:ln>
              <a:noFill/>
            </a:ln>
          </p:spPr>
        </p:sp>
        <p:sp>
          <p:nvSpPr>
            <p:cNvPr id="6065" name="Heatmap cell r17 c75"/>
            <p:cNvSpPr/>
            <p:nvPr/>
          </p:nvSpPr>
          <p:spPr>
            <a:xfrm>
              <a:off x="1371172" y="445063"/>
              <a:ext cx="19034" cy="28503"/>
            </a:xfrm>
            <a:prstGeom prst="rect">
              <a:avLst/>
            </a:prstGeom>
            <a:solidFill>
              <a:srgbClr val="F3C7CC"/>
            </a:solidFill>
            <a:ln>
              <a:noFill/>
            </a:ln>
          </p:spPr>
        </p:sp>
        <p:sp>
          <p:nvSpPr>
            <p:cNvPr id="6066" name="Heatmap cell r17 c76"/>
            <p:cNvSpPr/>
            <p:nvPr/>
          </p:nvSpPr>
          <p:spPr>
            <a:xfrm>
              <a:off x="1390110" y="445063"/>
              <a:ext cx="19034" cy="28503"/>
            </a:xfrm>
            <a:prstGeom prst="rect">
              <a:avLst/>
            </a:prstGeom>
            <a:solidFill>
              <a:srgbClr val="E4828A"/>
            </a:solidFill>
            <a:ln>
              <a:noFill/>
            </a:ln>
          </p:spPr>
        </p:sp>
        <p:sp>
          <p:nvSpPr>
            <p:cNvPr id="6067" name="Heatmap cell r17 c77"/>
            <p:cNvSpPr/>
            <p:nvPr/>
          </p:nvSpPr>
          <p:spPr>
            <a:xfrm>
              <a:off x="1409049" y="445063"/>
              <a:ext cx="17140" cy="28503"/>
            </a:xfrm>
            <a:prstGeom prst="rect">
              <a:avLst/>
            </a:prstGeom>
            <a:solidFill>
              <a:srgbClr val="E37D87"/>
            </a:solidFill>
            <a:ln>
              <a:noFill/>
            </a:ln>
          </p:spPr>
        </p:sp>
        <p:sp>
          <p:nvSpPr>
            <p:cNvPr id="6068" name="Heatmap cell r17 c78"/>
            <p:cNvSpPr/>
            <p:nvPr/>
          </p:nvSpPr>
          <p:spPr>
            <a:xfrm>
              <a:off x="1426094" y="445063"/>
              <a:ext cx="19034" cy="28503"/>
            </a:xfrm>
            <a:prstGeom prst="rect">
              <a:avLst/>
            </a:prstGeom>
            <a:solidFill>
              <a:srgbClr val="EA9AA1"/>
            </a:solidFill>
            <a:ln>
              <a:noFill/>
            </a:ln>
          </p:spPr>
        </p:sp>
        <p:sp>
          <p:nvSpPr>
            <p:cNvPr id="6069" name="Heatmap cell r17 c79"/>
            <p:cNvSpPr/>
            <p:nvPr/>
          </p:nvSpPr>
          <p:spPr>
            <a:xfrm>
              <a:off x="1445033" y="445063"/>
              <a:ext cx="17140" cy="28503"/>
            </a:xfrm>
            <a:prstGeom prst="rect">
              <a:avLst/>
            </a:prstGeom>
            <a:solidFill>
              <a:srgbClr val="E9959E"/>
            </a:solidFill>
            <a:ln>
              <a:noFill/>
            </a:ln>
          </p:spPr>
        </p:sp>
        <p:sp>
          <p:nvSpPr>
            <p:cNvPr id="6070" name="Heatmap cell r17 c80"/>
            <p:cNvSpPr/>
            <p:nvPr/>
          </p:nvSpPr>
          <p:spPr>
            <a:xfrm>
              <a:off x="1462078" y="445063"/>
              <a:ext cx="19034" cy="28503"/>
            </a:xfrm>
            <a:prstGeom prst="rect">
              <a:avLst/>
            </a:prstGeom>
            <a:solidFill>
              <a:srgbClr val="F5F7F9"/>
            </a:solidFill>
            <a:ln>
              <a:noFill/>
            </a:ln>
          </p:spPr>
        </p:sp>
        <p:sp>
          <p:nvSpPr>
            <p:cNvPr id="6071" name="Heatmap cell r17 c81"/>
            <p:cNvSpPr/>
            <p:nvPr/>
          </p:nvSpPr>
          <p:spPr>
            <a:xfrm>
              <a:off x="1481017" y="445063"/>
              <a:ext cx="17140" cy="28503"/>
            </a:xfrm>
            <a:prstGeom prst="rect">
              <a:avLst/>
            </a:prstGeom>
            <a:solidFill>
              <a:srgbClr val="F3C7CC"/>
            </a:solidFill>
            <a:ln>
              <a:noFill/>
            </a:ln>
          </p:spPr>
        </p:sp>
        <p:sp>
          <p:nvSpPr>
            <p:cNvPr id="6072" name="Heatmap cell r17 c82"/>
            <p:cNvSpPr/>
            <p:nvPr/>
          </p:nvSpPr>
          <p:spPr>
            <a:xfrm>
              <a:off x="1498062" y="445063"/>
              <a:ext cx="19034" cy="28503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6073" name="Heatmap cell r17 c83"/>
            <p:cNvSpPr/>
            <p:nvPr/>
          </p:nvSpPr>
          <p:spPr>
            <a:xfrm>
              <a:off x="1517001" y="445063"/>
              <a:ext cx="17140" cy="28503"/>
            </a:xfrm>
            <a:prstGeom prst="rect">
              <a:avLst/>
            </a:prstGeom>
            <a:solidFill>
              <a:srgbClr val="E89199"/>
            </a:solidFill>
            <a:ln>
              <a:noFill/>
            </a:ln>
          </p:spPr>
        </p:sp>
        <p:sp>
          <p:nvSpPr>
            <p:cNvPr id="6074" name="Heatmap cell r17 c84"/>
            <p:cNvSpPr/>
            <p:nvPr/>
          </p:nvSpPr>
          <p:spPr>
            <a:xfrm>
              <a:off x="1534046" y="445063"/>
              <a:ext cx="19034" cy="28503"/>
            </a:xfrm>
            <a:prstGeom prst="rect">
              <a:avLst/>
            </a:prstGeom>
            <a:solidFill>
              <a:srgbClr val="E9939B"/>
            </a:solidFill>
            <a:ln>
              <a:noFill/>
            </a:ln>
          </p:spPr>
        </p:sp>
        <p:sp>
          <p:nvSpPr>
            <p:cNvPr id="6075" name="Heatmap cell r17 c85"/>
            <p:cNvSpPr/>
            <p:nvPr/>
          </p:nvSpPr>
          <p:spPr>
            <a:xfrm>
              <a:off x="1552984" y="445063"/>
              <a:ext cx="17140" cy="28503"/>
            </a:xfrm>
            <a:prstGeom prst="rect">
              <a:avLst/>
            </a:prstGeom>
            <a:solidFill>
              <a:srgbClr val="F4CCD1"/>
            </a:solidFill>
            <a:ln>
              <a:noFill/>
            </a:ln>
          </p:spPr>
        </p:sp>
        <p:sp>
          <p:nvSpPr>
            <p:cNvPr id="6076" name="Heatmap cell r17 c86"/>
            <p:cNvSpPr/>
            <p:nvPr/>
          </p:nvSpPr>
          <p:spPr>
            <a:xfrm>
              <a:off x="1570029" y="445063"/>
              <a:ext cx="19034" cy="28503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6077" name="Heatmap cell r17 c87"/>
            <p:cNvSpPr/>
            <p:nvPr/>
          </p:nvSpPr>
          <p:spPr>
            <a:xfrm>
              <a:off x="1588968" y="445063"/>
              <a:ext cx="17140" cy="28503"/>
            </a:xfrm>
            <a:prstGeom prst="rect">
              <a:avLst/>
            </a:prstGeom>
            <a:solidFill>
              <a:srgbClr val="E6EBF1"/>
            </a:solidFill>
            <a:ln>
              <a:noFill/>
            </a:ln>
          </p:spPr>
        </p:sp>
        <p:sp>
          <p:nvSpPr>
            <p:cNvPr id="6078" name="Heatmap cell r17 c88"/>
            <p:cNvSpPr/>
            <p:nvPr/>
          </p:nvSpPr>
          <p:spPr>
            <a:xfrm>
              <a:off x="1606013" y="445063"/>
              <a:ext cx="19034" cy="28503"/>
            </a:xfrm>
            <a:prstGeom prst="rect">
              <a:avLst/>
            </a:prstGeom>
            <a:solidFill>
              <a:srgbClr val="F1BEC3"/>
            </a:solidFill>
            <a:ln>
              <a:noFill/>
            </a:ln>
          </p:spPr>
        </p:sp>
        <p:sp>
          <p:nvSpPr>
            <p:cNvPr id="6079" name="Heatmap cell r17 c89"/>
            <p:cNvSpPr/>
            <p:nvPr/>
          </p:nvSpPr>
          <p:spPr>
            <a:xfrm>
              <a:off x="1624952" y="445063"/>
              <a:ext cx="19034" cy="28503"/>
            </a:xfrm>
            <a:prstGeom prst="rect">
              <a:avLst/>
            </a:prstGeom>
            <a:solidFill>
              <a:srgbClr val="EEF3F6"/>
            </a:solidFill>
            <a:ln>
              <a:noFill/>
            </a:ln>
          </p:spPr>
        </p:sp>
        <p:sp>
          <p:nvSpPr>
            <p:cNvPr id="6080" name="Heatmap cell r17 c90"/>
            <p:cNvSpPr/>
            <p:nvPr/>
          </p:nvSpPr>
          <p:spPr>
            <a:xfrm>
              <a:off x="1643891" y="445063"/>
              <a:ext cx="17140" cy="28503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6081" name="Heatmap cell r17 c91"/>
            <p:cNvSpPr/>
            <p:nvPr/>
          </p:nvSpPr>
          <p:spPr>
            <a:xfrm>
              <a:off x="1660936" y="445063"/>
              <a:ext cx="19034" cy="28503"/>
            </a:xfrm>
            <a:prstGeom prst="rect">
              <a:avLst/>
            </a:prstGeom>
            <a:solidFill>
              <a:srgbClr val="ECAAAF"/>
            </a:solidFill>
            <a:ln>
              <a:noFill/>
            </a:ln>
          </p:spPr>
        </p:sp>
        <p:sp>
          <p:nvSpPr>
            <p:cNvPr id="6082" name="Heatmap cell r17 c92"/>
            <p:cNvSpPr/>
            <p:nvPr/>
          </p:nvSpPr>
          <p:spPr>
            <a:xfrm>
              <a:off x="1679875" y="445063"/>
              <a:ext cx="17140" cy="28503"/>
            </a:xfrm>
            <a:prstGeom prst="rect">
              <a:avLst/>
            </a:prstGeom>
            <a:solidFill>
              <a:srgbClr val="DE5F6B"/>
            </a:solidFill>
            <a:ln>
              <a:noFill/>
            </a:ln>
          </p:spPr>
        </p:sp>
        <p:sp>
          <p:nvSpPr>
            <p:cNvPr id="6083" name="Heatmap cell r17 c93"/>
            <p:cNvSpPr/>
            <p:nvPr/>
          </p:nvSpPr>
          <p:spPr>
            <a:xfrm>
              <a:off x="1696920" y="445063"/>
              <a:ext cx="19034" cy="28503"/>
            </a:xfrm>
            <a:prstGeom prst="rect">
              <a:avLst/>
            </a:prstGeom>
            <a:solidFill>
              <a:srgbClr val="8FAAC5"/>
            </a:solidFill>
            <a:ln>
              <a:noFill/>
            </a:ln>
          </p:spPr>
        </p:sp>
        <p:sp>
          <p:nvSpPr>
            <p:cNvPr id="6084" name="Heatmap cell r17 c94"/>
            <p:cNvSpPr/>
            <p:nvPr/>
          </p:nvSpPr>
          <p:spPr>
            <a:xfrm>
              <a:off x="1715858" y="445063"/>
              <a:ext cx="17140" cy="28503"/>
            </a:xfrm>
            <a:prstGeom prst="rect">
              <a:avLst/>
            </a:prstGeom>
            <a:solidFill>
              <a:srgbClr val="B8C9DA"/>
            </a:solidFill>
            <a:ln>
              <a:noFill/>
            </a:ln>
          </p:spPr>
        </p:sp>
        <p:sp>
          <p:nvSpPr>
            <p:cNvPr id="6085" name="Heatmap cell r17 c95"/>
            <p:cNvSpPr/>
            <p:nvPr/>
          </p:nvSpPr>
          <p:spPr>
            <a:xfrm>
              <a:off x="1732903" y="445063"/>
              <a:ext cx="19034" cy="28503"/>
            </a:xfrm>
            <a:prstGeom prst="rect">
              <a:avLst/>
            </a:prstGeom>
            <a:solidFill>
              <a:srgbClr val="F0BAC0"/>
            </a:solidFill>
            <a:ln>
              <a:noFill/>
            </a:ln>
          </p:spPr>
        </p:sp>
        <p:sp>
          <p:nvSpPr>
            <p:cNvPr id="6086" name="Heatmap cell r17 c97"/>
            <p:cNvSpPr/>
            <p:nvPr/>
          </p:nvSpPr>
          <p:spPr>
            <a:xfrm>
              <a:off x="1768887" y="445063"/>
              <a:ext cx="19034" cy="28503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6087" name="Heatmap cell r17 c98"/>
            <p:cNvSpPr/>
            <p:nvPr/>
          </p:nvSpPr>
          <p:spPr>
            <a:xfrm>
              <a:off x="1787826" y="445063"/>
              <a:ext cx="17140" cy="28503"/>
            </a:xfrm>
            <a:prstGeom prst="rect">
              <a:avLst/>
            </a:prstGeom>
            <a:solidFill>
              <a:srgbClr val="E4828A"/>
            </a:solidFill>
            <a:ln>
              <a:noFill/>
            </a:ln>
          </p:spPr>
        </p:sp>
        <p:sp>
          <p:nvSpPr>
            <p:cNvPr id="6088" name="Heatmap cell r17 c99"/>
            <p:cNvSpPr/>
            <p:nvPr/>
          </p:nvSpPr>
          <p:spPr>
            <a:xfrm>
              <a:off x="1804871" y="445063"/>
              <a:ext cx="19034" cy="28503"/>
            </a:xfrm>
            <a:prstGeom prst="rect">
              <a:avLst/>
            </a:prstGeom>
            <a:solidFill>
              <a:srgbClr val="F1C0C4"/>
            </a:solidFill>
            <a:ln>
              <a:noFill/>
            </a:ln>
          </p:spPr>
        </p:sp>
        <p:sp>
          <p:nvSpPr>
            <p:cNvPr id="6089" name="Heatmap cell r17 c101"/>
            <p:cNvSpPr/>
            <p:nvPr/>
          </p:nvSpPr>
          <p:spPr>
            <a:xfrm>
              <a:off x="1840855" y="445063"/>
              <a:ext cx="19034" cy="28503"/>
            </a:xfrm>
            <a:prstGeom prst="rect">
              <a:avLst/>
            </a:prstGeom>
            <a:solidFill>
              <a:srgbClr val="F0BDC2"/>
            </a:solidFill>
            <a:ln>
              <a:noFill/>
            </a:ln>
          </p:spPr>
        </p:sp>
        <p:sp>
          <p:nvSpPr>
            <p:cNvPr id="6090" name="Heatmap cell r17 c102"/>
            <p:cNvSpPr/>
            <p:nvPr/>
          </p:nvSpPr>
          <p:spPr>
            <a:xfrm>
              <a:off x="1859794" y="445063"/>
              <a:ext cx="19034" cy="28503"/>
            </a:xfrm>
            <a:prstGeom prst="rect">
              <a:avLst/>
            </a:prstGeom>
            <a:solidFill>
              <a:srgbClr val="D3DEE8"/>
            </a:solidFill>
            <a:ln>
              <a:noFill/>
            </a:ln>
          </p:spPr>
        </p:sp>
        <p:sp>
          <p:nvSpPr>
            <p:cNvPr id="6091" name="Heatmap cell r17 c103"/>
            <p:cNvSpPr/>
            <p:nvPr/>
          </p:nvSpPr>
          <p:spPr>
            <a:xfrm>
              <a:off x="1878732" y="445063"/>
              <a:ext cx="17140" cy="28503"/>
            </a:xfrm>
            <a:prstGeom prst="rect">
              <a:avLst/>
            </a:prstGeom>
            <a:solidFill>
              <a:srgbClr val="E9EDF3"/>
            </a:solidFill>
            <a:ln>
              <a:noFill/>
            </a:ln>
          </p:spPr>
        </p:sp>
        <p:sp>
          <p:nvSpPr>
            <p:cNvPr id="6092" name="Heatmap cell r17 c104"/>
            <p:cNvSpPr/>
            <p:nvPr/>
          </p:nvSpPr>
          <p:spPr>
            <a:xfrm>
              <a:off x="1895777" y="445063"/>
              <a:ext cx="19034" cy="28503"/>
            </a:xfrm>
            <a:prstGeom prst="rect">
              <a:avLst/>
            </a:prstGeom>
            <a:solidFill>
              <a:srgbClr val="EBF0F6"/>
            </a:solidFill>
            <a:ln>
              <a:noFill/>
            </a:ln>
          </p:spPr>
        </p:sp>
        <p:sp>
          <p:nvSpPr>
            <p:cNvPr id="6093" name="Heatmap cell r17 c105"/>
            <p:cNvSpPr/>
            <p:nvPr/>
          </p:nvSpPr>
          <p:spPr>
            <a:xfrm>
              <a:off x="1914716" y="445063"/>
              <a:ext cx="17140" cy="28503"/>
            </a:xfrm>
            <a:prstGeom prst="rect">
              <a:avLst/>
            </a:prstGeom>
            <a:solidFill>
              <a:srgbClr val="ECA7AD"/>
            </a:solidFill>
            <a:ln>
              <a:noFill/>
            </a:ln>
          </p:spPr>
        </p:sp>
        <p:sp>
          <p:nvSpPr>
            <p:cNvPr id="6094" name="Heatmap cell r17 c106"/>
            <p:cNvSpPr/>
            <p:nvPr/>
          </p:nvSpPr>
          <p:spPr>
            <a:xfrm>
              <a:off x="1931761" y="445063"/>
              <a:ext cx="19034" cy="28503"/>
            </a:xfrm>
            <a:prstGeom prst="rect">
              <a:avLst/>
            </a:prstGeom>
            <a:solidFill>
              <a:srgbClr val="7D9DBA"/>
            </a:solidFill>
            <a:ln>
              <a:noFill/>
            </a:ln>
          </p:spPr>
        </p:sp>
        <p:sp>
          <p:nvSpPr>
            <p:cNvPr id="6095" name="Heatmap cell r17 c107"/>
            <p:cNvSpPr/>
            <p:nvPr/>
          </p:nvSpPr>
          <p:spPr>
            <a:xfrm>
              <a:off x="1950700" y="445063"/>
              <a:ext cx="17140" cy="28503"/>
            </a:xfrm>
            <a:prstGeom prst="rect">
              <a:avLst/>
            </a:prstGeom>
            <a:solidFill>
              <a:srgbClr val="F8E6E8"/>
            </a:solidFill>
            <a:ln>
              <a:noFill/>
            </a:ln>
          </p:spPr>
        </p:sp>
        <p:sp>
          <p:nvSpPr>
            <p:cNvPr id="6096" name="Heatmap cell r17 c108"/>
            <p:cNvSpPr/>
            <p:nvPr/>
          </p:nvSpPr>
          <p:spPr>
            <a:xfrm>
              <a:off x="1967745" y="445063"/>
              <a:ext cx="19034" cy="28503"/>
            </a:xfrm>
            <a:prstGeom prst="rect">
              <a:avLst/>
            </a:prstGeom>
            <a:solidFill>
              <a:srgbClr val="F5F7F9"/>
            </a:solidFill>
            <a:ln>
              <a:noFill/>
            </a:ln>
          </p:spPr>
        </p:sp>
        <p:sp>
          <p:nvSpPr>
            <p:cNvPr id="6097" name="Heatmap cell r17 c109"/>
            <p:cNvSpPr/>
            <p:nvPr/>
          </p:nvSpPr>
          <p:spPr>
            <a:xfrm>
              <a:off x="1986684" y="445063"/>
              <a:ext cx="17140" cy="28503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6098" name="Heatmap cell r17 c110"/>
            <p:cNvSpPr/>
            <p:nvPr/>
          </p:nvSpPr>
          <p:spPr>
            <a:xfrm>
              <a:off x="2003729" y="445063"/>
              <a:ext cx="19034" cy="28503"/>
            </a:xfrm>
            <a:prstGeom prst="rect">
              <a:avLst/>
            </a:prstGeom>
            <a:solidFill>
              <a:srgbClr val="F8E6E8"/>
            </a:solidFill>
            <a:ln>
              <a:noFill/>
            </a:ln>
          </p:spPr>
        </p:sp>
        <p:sp>
          <p:nvSpPr>
            <p:cNvPr id="6099" name="Heatmap cell r17 c111"/>
            <p:cNvSpPr/>
            <p:nvPr/>
          </p:nvSpPr>
          <p:spPr>
            <a:xfrm>
              <a:off x="2022668" y="445063"/>
              <a:ext cx="17140" cy="28503"/>
            </a:xfrm>
            <a:prstGeom prst="rect">
              <a:avLst/>
            </a:prstGeom>
            <a:solidFill>
              <a:srgbClr val="DAE2EB"/>
            </a:solidFill>
            <a:ln>
              <a:noFill/>
            </a:ln>
          </p:spPr>
        </p:sp>
        <p:sp>
          <p:nvSpPr>
            <p:cNvPr id="6100" name="Heatmap cell r17 c112"/>
            <p:cNvSpPr/>
            <p:nvPr/>
          </p:nvSpPr>
          <p:spPr>
            <a:xfrm>
              <a:off x="2039712" y="445063"/>
              <a:ext cx="19034" cy="28503"/>
            </a:xfrm>
            <a:prstGeom prst="rect">
              <a:avLst/>
            </a:prstGeom>
            <a:solidFill>
              <a:srgbClr val="EA9CA2"/>
            </a:solidFill>
            <a:ln>
              <a:noFill/>
            </a:ln>
          </p:spPr>
        </p:sp>
        <p:sp>
          <p:nvSpPr>
            <p:cNvPr id="6101" name="Heatmap cell r17 c113"/>
            <p:cNvSpPr/>
            <p:nvPr/>
          </p:nvSpPr>
          <p:spPr>
            <a:xfrm>
              <a:off x="2058651" y="445063"/>
              <a:ext cx="17140" cy="28503"/>
            </a:xfrm>
            <a:prstGeom prst="rect">
              <a:avLst/>
            </a:prstGeom>
            <a:solidFill>
              <a:srgbClr val="BCCDDD"/>
            </a:solidFill>
            <a:ln>
              <a:noFill/>
            </a:ln>
          </p:spPr>
        </p:sp>
        <p:sp>
          <p:nvSpPr>
            <p:cNvPr id="6102" name="Heatmap cell r17 c114"/>
            <p:cNvSpPr/>
            <p:nvPr/>
          </p:nvSpPr>
          <p:spPr>
            <a:xfrm>
              <a:off x="2075696" y="445063"/>
              <a:ext cx="19034" cy="28503"/>
            </a:xfrm>
            <a:prstGeom prst="rect">
              <a:avLst/>
            </a:prstGeom>
            <a:solidFill>
              <a:srgbClr val="F8E4E7"/>
            </a:solidFill>
            <a:ln>
              <a:noFill/>
            </a:ln>
          </p:spPr>
        </p:sp>
        <p:sp>
          <p:nvSpPr>
            <p:cNvPr id="6103" name="Heatmap cell r17 c115"/>
            <p:cNvSpPr/>
            <p:nvPr/>
          </p:nvSpPr>
          <p:spPr>
            <a:xfrm>
              <a:off x="2094635" y="445063"/>
              <a:ext cx="19034" cy="28503"/>
            </a:xfrm>
            <a:prstGeom prst="rect">
              <a:avLst/>
            </a:prstGeom>
            <a:solidFill>
              <a:srgbClr val="ADC2D4"/>
            </a:solidFill>
            <a:ln>
              <a:noFill/>
            </a:ln>
          </p:spPr>
        </p:sp>
        <p:sp>
          <p:nvSpPr>
            <p:cNvPr id="6104" name="Heatmap cell r17 c116"/>
            <p:cNvSpPr/>
            <p:nvPr/>
          </p:nvSpPr>
          <p:spPr>
            <a:xfrm>
              <a:off x="2113574" y="445063"/>
              <a:ext cx="17140" cy="28503"/>
            </a:xfrm>
            <a:prstGeom prst="rect">
              <a:avLst/>
            </a:prstGeom>
            <a:solidFill>
              <a:srgbClr val="F7D7DB"/>
            </a:solidFill>
            <a:ln>
              <a:noFill/>
            </a:ln>
          </p:spPr>
        </p:sp>
        <p:sp>
          <p:nvSpPr>
            <p:cNvPr id="6105" name="Heatmap cell r17 c117"/>
            <p:cNvSpPr/>
            <p:nvPr/>
          </p:nvSpPr>
          <p:spPr>
            <a:xfrm>
              <a:off x="2130619" y="445063"/>
              <a:ext cx="19034" cy="28503"/>
            </a:xfrm>
            <a:prstGeom prst="rect">
              <a:avLst/>
            </a:prstGeom>
            <a:solidFill>
              <a:srgbClr val="EEB1B8"/>
            </a:solidFill>
            <a:ln>
              <a:noFill/>
            </a:ln>
          </p:spPr>
        </p:sp>
        <p:sp>
          <p:nvSpPr>
            <p:cNvPr id="6106" name="Heatmap cell r17 c118"/>
            <p:cNvSpPr/>
            <p:nvPr/>
          </p:nvSpPr>
          <p:spPr>
            <a:xfrm>
              <a:off x="2149558" y="445063"/>
              <a:ext cx="17140" cy="28503"/>
            </a:xfrm>
            <a:prstGeom prst="rect">
              <a:avLst/>
            </a:prstGeom>
            <a:solidFill>
              <a:srgbClr val="F4CDD0"/>
            </a:solidFill>
            <a:ln>
              <a:noFill/>
            </a:ln>
          </p:spPr>
        </p:sp>
        <p:sp>
          <p:nvSpPr>
            <p:cNvPr id="6107" name="Heatmap cell r17 c119"/>
            <p:cNvSpPr/>
            <p:nvPr/>
          </p:nvSpPr>
          <p:spPr>
            <a:xfrm>
              <a:off x="2166603" y="445063"/>
              <a:ext cx="19034" cy="28503"/>
            </a:xfrm>
            <a:prstGeom prst="rect">
              <a:avLst/>
            </a:prstGeom>
            <a:solidFill>
              <a:srgbClr val="D0DBE6"/>
            </a:solidFill>
            <a:ln>
              <a:noFill/>
            </a:ln>
          </p:spPr>
        </p:sp>
        <p:sp>
          <p:nvSpPr>
            <p:cNvPr id="6108" name="Heatmap cell r17 c120"/>
            <p:cNvSpPr/>
            <p:nvPr/>
          </p:nvSpPr>
          <p:spPr>
            <a:xfrm>
              <a:off x="2185542" y="445063"/>
              <a:ext cx="17140" cy="28503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6109" name="Heatmap cell r17 c121"/>
            <p:cNvSpPr/>
            <p:nvPr/>
          </p:nvSpPr>
          <p:spPr>
            <a:xfrm>
              <a:off x="2202586" y="445063"/>
              <a:ext cx="19034" cy="28503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6110" name="Heatmap cell r17 c122"/>
            <p:cNvSpPr/>
            <p:nvPr/>
          </p:nvSpPr>
          <p:spPr>
            <a:xfrm>
              <a:off x="2221525" y="445063"/>
              <a:ext cx="17140" cy="28503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6111" name="Heatmap cell r17 c123"/>
            <p:cNvSpPr/>
            <p:nvPr/>
          </p:nvSpPr>
          <p:spPr>
            <a:xfrm>
              <a:off x="2238570" y="445063"/>
              <a:ext cx="19034" cy="28503"/>
            </a:xfrm>
            <a:prstGeom prst="rect">
              <a:avLst/>
            </a:prstGeom>
            <a:solidFill>
              <a:srgbClr val="E78D93"/>
            </a:solidFill>
            <a:ln>
              <a:noFill/>
            </a:ln>
          </p:spPr>
        </p:sp>
        <p:sp>
          <p:nvSpPr>
            <p:cNvPr id="6112" name="Heatmap cell r17 c124"/>
            <p:cNvSpPr/>
            <p:nvPr/>
          </p:nvSpPr>
          <p:spPr>
            <a:xfrm>
              <a:off x="2257509" y="445063"/>
              <a:ext cx="17140" cy="28503"/>
            </a:xfrm>
            <a:prstGeom prst="rect">
              <a:avLst/>
            </a:prstGeom>
            <a:solidFill>
              <a:srgbClr val="C4D2DF"/>
            </a:solidFill>
            <a:ln>
              <a:noFill/>
            </a:ln>
          </p:spPr>
        </p:sp>
        <p:sp>
          <p:nvSpPr>
            <p:cNvPr id="6113" name="Heatmap cell r17 c125"/>
            <p:cNvSpPr/>
            <p:nvPr/>
          </p:nvSpPr>
          <p:spPr>
            <a:xfrm>
              <a:off x="2274554" y="445063"/>
              <a:ext cx="19034" cy="28503"/>
            </a:xfrm>
            <a:prstGeom prst="rect">
              <a:avLst/>
            </a:prstGeom>
            <a:solidFill>
              <a:srgbClr val="FCF7F7"/>
            </a:solidFill>
            <a:ln>
              <a:noFill/>
            </a:ln>
          </p:spPr>
        </p:sp>
        <p:sp>
          <p:nvSpPr>
            <p:cNvPr id="6114" name="Heatmap cell r17 c126"/>
            <p:cNvSpPr/>
            <p:nvPr/>
          </p:nvSpPr>
          <p:spPr>
            <a:xfrm>
              <a:off x="2293493" y="445063"/>
              <a:ext cx="17140" cy="28503"/>
            </a:xfrm>
            <a:prstGeom prst="rect">
              <a:avLst/>
            </a:prstGeom>
            <a:solidFill>
              <a:srgbClr val="EBA3AB"/>
            </a:solidFill>
            <a:ln>
              <a:noFill/>
            </a:ln>
          </p:spPr>
        </p:sp>
        <p:sp>
          <p:nvSpPr>
            <p:cNvPr id="6115" name="Heatmap cell r17 c127"/>
            <p:cNvSpPr/>
            <p:nvPr/>
          </p:nvSpPr>
          <p:spPr>
            <a:xfrm>
              <a:off x="2310538" y="445063"/>
              <a:ext cx="19034" cy="28503"/>
            </a:xfrm>
            <a:prstGeom prst="rect">
              <a:avLst/>
            </a:prstGeom>
            <a:solidFill>
              <a:srgbClr val="FAEBED"/>
            </a:solidFill>
            <a:ln>
              <a:noFill/>
            </a:ln>
          </p:spPr>
        </p:sp>
        <p:sp>
          <p:nvSpPr>
            <p:cNvPr id="6116" name="Heatmap cell r17 c128"/>
            <p:cNvSpPr/>
            <p:nvPr/>
          </p:nvSpPr>
          <p:spPr>
            <a:xfrm>
              <a:off x="2329477" y="445063"/>
              <a:ext cx="19034" cy="28503"/>
            </a:xfrm>
            <a:prstGeom prst="rect">
              <a:avLst/>
            </a:prstGeom>
            <a:solidFill>
              <a:srgbClr val="F7D7DB"/>
            </a:solidFill>
            <a:ln>
              <a:noFill/>
            </a:ln>
          </p:spPr>
        </p:sp>
        <p:sp>
          <p:nvSpPr>
            <p:cNvPr id="6117" name="Heatmap cell r17 c129"/>
            <p:cNvSpPr/>
            <p:nvPr/>
          </p:nvSpPr>
          <p:spPr>
            <a:xfrm>
              <a:off x="2348416" y="445063"/>
              <a:ext cx="17140" cy="28503"/>
            </a:xfrm>
            <a:prstGeom prst="rect">
              <a:avLst/>
            </a:prstGeom>
            <a:solidFill>
              <a:srgbClr val="F5D0D3"/>
            </a:solidFill>
            <a:ln>
              <a:noFill/>
            </a:ln>
          </p:spPr>
        </p:sp>
        <p:sp>
          <p:nvSpPr>
            <p:cNvPr id="6118" name="Heatmap cell r17 c130"/>
            <p:cNvSpPr/>
            <p:nvPr/>
          </p:nvSpPr>
          <p:spPr>
            <a:xfrm>
              <a:off x="2365460" y="445063"/>
              <a:ext cx="19034" cy="28503"/>
            </a:xfrm>
            <a:prstGeom prst="rect">
              <a:avLst/>
            </a:prstGeom>
            <a:solidFill>
              <a:srgbClr val="DF636E"/>
            </a:solidFill>
            <a:ln>
              <a:noFill/>
            </a:ln>
          </p:spPr>
        </p:sp>
        <p:sp>
          <p:nvSpPr>
            <p:cNvPr id="6119" name="Heatmap cell r17 c131"/>
            <p:cNvSpPr/>
            <p:nvPr/>
          </p:nvSpPr>
          <p:spPr>
            <a:xfrm>
              <a:off x="2384399" y="445063"/>
              <a:ext cx="17140" cy="28503"/>
            </a:xfrm>
            <a:prstGeom prst="rect">
              <a:avLst/>
            </a:prstGeom>
            <a:solidFill>
              <a:srgbClr val="FBF0F1"/>
            </a:solidFill>
            <a:ln>
              <a:noFill/>
            </a:ln>
          </p:spPr>
        </p:sp>
        <p:sp>
          <p:nvSpPr>
            <p:cNvPr id="6120" name="Heatmap cell r17 c132"/>
            <p:cNvSpPr/>
            <p:nvPr/>
          </p:nvSpPr>
          <p:spPr>
            <a:xfrm>
              <a:off x="2401444" y="445063"/>
              <a:ext cx="19034" cy="28503"/>
            </a:xfrm>
            <a:prstGeom prst="rect">
              <a:avLst/>
            </a:prstGeom>
            <a:solidFill>
              <a:srgbClr val="EA9AA1"/>
            </a:solidFill>
            <a:ln>
              <a:noFill/>
            </a:ln>
          </p:spPr>
        </p:sp>
        <p:sp>
          <p:nvSpPr>
            <p:cNvPr id="6121" name="Heatmap cell r17 c133"/>
            <p:cNvSpPr/>
            <p:nvPr/>
          </p:nvSpPr>
          <p:spPr>
            <a:xfrm>
              <a:off x="2420383" y="445063"/>
              <a:ext cx="17140" cy="28503"/>
            </a:xfrm>
            <a:prstGeom prst="rect">
              <a:avLst/>
            </a:prstGeom>
            <a:solidFill>
              <a:srgbClr val="EBA3AB"/>
            </a:solidFill>
            <a:ln>
              <a:noFill/>
            </a:ln>
          </p:spPr>
        </p:sp>
        <p:sp>
          <p:nvSpPr>
            <p:cNvPr id="6122" name="Heatmap cell r17 c134"/>
            <p:cNvSpPr/>
            <p:nvPr/>
          </p:nvSpPr>
          <p:spPr>
            <a:xfrm>
              <a:off x="2437428" y="445063"/>
              <a:ext cx="19034" cy="28503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6123" name="Heatmap cell r17 c135"/>
            <p:cNvSpPr/>
            <p:nvPr/>
          </p:nvSpPr>
          <p:spPr>
            <a:xfrm>
              <a:off x="2456367" y="445063"/>
              <a:ext cx="17140" cy="28503"/>
            </a:xfrm>
            <a:prstGeom prst="rect">
              <a:avLst/>
            </a:prstGeom>
            <a:solidFill>
              <a:srgbClr val="EEB1B7"/>
            </a:solidFill>
            <a:ln>
              <a:noFill/>
            </a:ln>
          </p:spPr>
        </p:sp>
        <p:sp>
          <p:nvSpPr>
            <p:cNvPr id="6124" name="Heatmap cell r17 c136"/>
            <p:cNvSpPr/>
            <p:nvPr/>
          </p:nvSpPr>
          <p:spPr>
            <a:xfrm>
              <a:off x="2473412" y="445063"/>
              <a:ext cx="19034" cy="28503"/>
            </a:xfrm>
            <a:prstGeom prst="rect">
              <a:avLst/>
            </a:prstGeom>
            <a:solidFill>
              <a:srgbClr val="FAECEC"/>
            </a:solidFill>
            <a:ln>
              <a:noFill/>
            </a:ln>
          </p:spPr>
        </p:sp>
        <p:sp>
          <p:nvSpPr>
            <p:cNvPr id="6125" name="Heatmap cell r17 c137"/>
            <p:cNvSpPr/>
            <p:nvPr/>
          </p:nvSpPr>
          <p:spPr>
            <a:xfrm>
              <a:off x="2492351" y="445063"/>
              <a:ext cx="17140" cy="28503"/>
            </a:xfrm>
            <a:prstGeom prst="rect">
              <a:avLst/>
            </a:prstGeom>
            <a:solidFill>
              <a:srgbClr val="FAEBED"/>
            </a:solidFill>
            <a:ln>
              <a:noFill/>
            </a:ln>
          </p:spPr>
        </p:sp>
        <p:sp>
          <p:nvSpPr>
            <p:cNvPr id="6126" name="Heatmap cell r17 c138"/>
            <p:cNvSpPr/>
            <p:nvPr/>
          </p:nvSpPr>
          <p:spPr>
            <a:xfrm>
              <a:off x="2509396" y="445063"/>
              <a:ext cx="19034" cy="28503"/>
            </a:xfrm>
            <a:prstGeom prst="rect">
              <a:avLst/>
            </a:prstGeom>
            <a:solidFill>
              <a:srgbClr val="E1717B"/>
            </a:solidFill>
            <a:ln>
              <a:noFill/>
            </a:ln>
          </p:spPr>
        </p:sp>
        <p:sp>
          <p:nvSpPr>
            <p:cNvPr id="6127" name="Heatmap cell r17 c139"/>
            <p:cNvSpPr/>
            <p:nvPr/>
          </p:nvSpPr>
          <p:spPr>
            <a:xfrm>
              <a:off x="2528334" y="445063"/>
              <a:ext cx="17140" cy="28503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6128" name="Heatmap cell r17 c140"/>
            <p:cNvSpPr/>
            <p:nvPr/>
          </p:nvSpPr>
          <p:spPr>
            <a:xfrm>
              <a:off x="2545379" y="445063"/>
              <a:ext cx="19034" cy="28503"/>
            </a:xfrm>
            <a:prstGeom prst="rect">
              <a:avLst/>
            </a:prstGeom>
            <a:solidFill>
              <a:srgbClr val="F7D7DB"/>
            </a:solidFill>
            <a:ln>
              <a:noFill/>
            </a:ln>
          </p:spPr>
        </p:sp>
        <p:sp>
          <p:nvSpPr>
            <p:cNvPr id="6129" name="Heatmap cell r17 c141"/>
            <p:cNvSpPr/>
            <p:nvPr/>
          </p:nvSpPr>
          <p:spPr>
            <a:xfrm>
              <a:off x="2564318" y="445063"/>
              <a:ext cx="19034" cy="28503"/>
            </a:xfrm>
            <a:prstGeom prst="rect">
              <a:avLst/>
            </a:prstGeom>
            <a:solidFill>
              <a:srgbClr val="F7D3D6"/>
            </a:solidFill>
            <a:ln>
              <a:noFill/>
            </a:ln>
          </p:spPr>
        </p:sp>
        <p:sp>
          <p:nvSpPr>
            <p:cNvPr id="6130" name="Heatmap cell r17 c142"/>
            <p:cNvSpPr/>
            <p:nvPr/>
          </p:nvSpPr>
          <p:spPr>
            <a:xfrm>
              <a:off x="2583257" y="445063"/>
              <a:ext cx="17140" cy="28503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6131" name="Heatmap cell r17 c143"/>
            <p:cNvSpPr/>
            <p:nvPr/>
          </p:nvSpPr>
          <p:spPr>
            <a:xfrm>
              <a:off x="2600302" y="445063"/>
              <a:ext cx="19034" cy="28503"/>
            </a:xfrm>
            <a:prstGeom prst="rect">
              <a:avLst/>
            </a:prstGeom>
            <a:solidFill>
              <a:srgbClr val="F8DBDD"/>
            </a:solidFill>
            <a:ln>
              <a:noFill/>
            </a:ln>
          </p:spPr>
        </p:sp>
        <p:sp>
          <p:nvSpPr>
            <p:cNvPr id="6132" name="Heatmap cell r17 c144"/>
            <p:cNvSpPr/>
            <p:nvPr/>
          </p:nvSpPr>
          <p:spPr>
            <a:xfrm>
              <a:off x="2619241" y="445063"/>
              <a:ext cx="17140" cy="28503"/>
            </a:xfrm>
            <a:prstGeom prst="rect">
              <a:avLst/>
            </a:prstGeom>
            <a:solidFill>
              <a:srgbClr val="F6F8F9"/>
            </a:solidFill>
            <a:ln>
              <a:noFill/>
            </a:ln>
          </p:spPr>
        </p:sp>
        <p:sp>
          <p:nvSpPr>
            <p:cNvPr id="6133" name="Heatmap cell r17 c145"/>
            <p:cNvSpPr/>
            <p:nvPr/>
          </p:nvSpPr>
          <p:spPr>
            <a:xfrm>
              <a:off x="2636286" y="445063"/>
              <a:ext cx="19034" cy="28503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6134" name="Heatmap cell r17 c146"/>
            <p:cNvSpPr/>
            <p:nvPr/>
          </p:nvSpPr>
          <p:spPr>
            <a:xfrm>
              <a:off x="2655225" y="445063"/>
              <a:ext cx="17140" cy="28503"/>
            </a:xfrm>
            <a:prstGeom prst="rect">
              <a:avLst/>
            </a:prstGeom>
            <a:solidFill>
              <a:srgbClr val="F8DBDD"/>
            </a:solidFill>
            <a:ln>
              <a:noFill/>
            </a:ln>
          </p:spPr>
        </p:sp>
        <p:sp>
          <p:nvSpPr>
            <p:cNvPr id="6135" name="Heatmap cell r17 c147"/>
            <p:cNvSpPr/>
            <p:nvPr/>
          </p:nvSpPr>
          <p:spPr>
            <a:xfrm>
              <a:off x="2672270" y="445063"/>
              <a:ext cx="19034" cy="28503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6136" name="Heatmap cell r17 c148"/>
            <p:cNvSpPr/>
            <p:nvPr/>
          </p:nvSpPr>
          <p:spPr>
            <a:xfrm>
              <a:off x="2691208" y="445063"/>
              <a:ext cx="17140" cy="28503"/>
            </a:xfrm>
            <a:prstGeom prst="rect">
              <a:avLst/>
            </a:prstGeom>
            <a:solidFill>
              <a:srgbClr val="D9E1EB"/>
            </a:solidFill>
            <a:ln>
              <a:noFill/>
            </a:ln>
          </p:spPr>
        </p:sp>
        <p:sp>
          <p:nvSpPr>
            <p:cNvPr id="6137" name="Heatmap cell r17 c150"/>
            <p:cNvSpPr/>
            <p:nvPr/>
          </p:nvSpPr>
          <p:spPr>
            <a:xfrm>
              <a:off x="2727192" y="445063"/>
              <a:ext cx="17140" cy="28503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6138" name="Heatmap cell r17 c151"/>
            <p:cNvSpPr/>
            <p:nvPr/>
          </p:nvSpPr>
          <p:spPr>
            <a:xfrm>
              <a:off x="2744237" y="445063"/>
              <a:ext cx="19034" cy="28503"/>
            </a:xfrm>
            <a:prstGeom prst="rect">
              <a:avLst/>
            </a:prstGeom>
            <a:solidFill>
              <a:srgbClr val="F0F4F7"/>
            </a:solidFill>
            <a:ln>
              <a:noFill/>
            </a:ln>
          </p:spPr>
        </p:sp>
        <p:sp>
          <p:nvSpPr>
            <p:cNvPr id="6139" name="Heatmap cell r17 c152"/>
            <p:cNvSpPr/>
            <p:nvPr/>
          </p:nvSpPr>
          <p:spPr>
            <a:xfrm>
              <a:off x="2763176" y="445063"/>
              <a:ext cx="17140" cy="28503"/>
            </a:xfrm>
            <a:prstGeom prst="rect">
              <a:avLst/>
            </a:prstGeom>
            <a:solidFill>
              <a:srgbClr val="F1BEC3"/>
            </a:solidFill>
            <a:ln>
              <a:noFill/>
            </a:ln>
          </p:spPr>
        </p:sp>
        <p:sp>
          <p:nvSpPr>
            <p:cNvPr id="6140" name="Heatmap cell r17 c153"/>
            <p:cNvSpPr/>
            <p:nvPr/>
          </p:nvSpPr>
          <p:spPr>
            <a:xfrm>
              <a:off x="2780221" y="445063"/>
              <a:ext cx="19034" cy="28503"/>
            </a:xfrm>
            <a:prstGeom prst="rect">
              <a:avLst/>
            </a:prstGeom>
            <a:solidFill>
              <a:srgbClr val="F7DCDF"/>
            </a:solidFill>
            <a:ln>
              <a:noFill/>
            </a:ln>
          </p:spPr>
        </p:sp>
        <p:sp>
          <p:nvSpPr>
            <p:cNvPr id="6141" name="Heatmap cell r17 c154"/>
            <p:cNvSpPr/>
            <p:nvPr/>
          </p:nvSpPr>
          <p:spPr>
            <a:xfrm>
              <a:off x="2799160" y="445063"/>
              <a:ext cx="17140" cy="28503"/>
            </a:xfrm>
            <a:prstGeom prst="rect">
              <a:avLst/>
            </a:prstGeom>
            <a:solidFill>
              <a:srgbClr val="E5838B"/>
            </a:solidFill>
            <a:ln>
              <a:noFill/>
            </a:ln>
          </p:spPr>
        </p:sp>
        <p:sp>
          <p:nvSpPr>
            <p:cNvPr id="6142" name="Heatmap cell r17 c155"/>
            <p:cNvSpPr/>
            <p:nvPr/>
          </p:nvSpPr>
          <p:spPr>
            <a:xfrm>
              <a:off x="2816205" y="445063"/>
              <a:ext cx="19034" cy="28503"/>
            </a:xfrm>
            <a:prstGeom prst="rect">
              <a:avLst/>
            </a:prstGeom>
            <a:solidFill>
              <a:srgbClr val="EDAEB5"/>
            </a:solidFill>
            <a:ln>
              <a:noFill/>
            </a:ln>
          </p:spPr>
        </p:sp>
        <p:sp>
          <p:nvSpPr>
            <p:cNvPr id="6143" name="Heatmap cell r17 c156"/>
            <p:cNvSpPr/>
            <p:nvPr/>
          </p:nvSpPr>
          <p:spPr>
            <a:xfrm>
              <a:off x="2835144" y="445063"/>
              <a:ext cx="19034" cy="28503"/>
            </a:xfrm>
            <a:prstGeom prst="rect">
              <a:avLst/>
            </a:prstGeom>
            <a:solidFill>
              <a:srgbClr val="E9EEF4"/>
            </a:solidFill>
            <a:ln>
              <a:noFill/>
            </a:ln>
          </p:spPr>
        </p:sp>
        <p:sp>
          <p:nvSpPr>
            <p:cNvPr id="6144" name="Heatmap cell r17 c157"/>
            <p:cNvSpPr/>
            <p:nvPr/>
          </p:nvSpPr>
          <p:spPr>
            <a:xfrm>
              <a:off x="2854082" y="445063"/>
              <a:ext cx="17140" cy="28503"/>
            </a:xfrm>
            <a:prstGeom prst="rect">
              <a:avLst/>
            </a:prstGeom>
            <a:solidFill>
              <a:srgbClr val="EBEFF5"/>
            </a:solidFill>
            <a:ln>
              <a:noFill/>
            </a:ln>
          </p:spPr>
        </p:sp>
        <p:sp>
          <p:nvSpPr>
            <p:cNvPr id="6145" name="Heatmap cell r17 c158"/>
            <p:cNvSpPr/>
            <p:nvPr/>
          </p:nvSpPr>
          <p:spPr>
            <a:xfrm>
              <a:off x="2871127" y="445063"/>
              <a:ext cx="19034" cy="28503"/>
            </a:xfrm>
            <a:prstGeom prst="rect">
              <a:avLst/>
            </a:prstGeom>
            <a:solidFill>
              <a:srgbClr val="EBF0F6"/>
            </a:solidFill>
            <a:ln>
              <a:noFill/>
            </a:ln>
          </p:spPr>
        </p:sp>
        <p:sp>
          <p:nvSpPr>
            <p:cNvPr id="6146" name="Heatmap cell r17 c159"/>
            <p:cNvSpPr/>
            <p:nvPr/>
          </p:nvSpPr>
          <p:spPr>
            <a:xfrm>
              <a:off x="2890066" y="445063"/>
              <a:ext cx="17140" cy="28503"/>
            </a:xfrm>
            <a:prstGeom prst="rect">
              <a:avLst/>
            </a:prstGeom>
            <a:solidFill>
              <a:srgbClr val="EFF3F7"/>
            </a:solidFill>
            <a:ln>
              <a:noFill/>
            </a:ln>
          </p:spPr>
        </p:sp>
        <p:sp>
          <p:nvSpPr>
            <p:cNvPr id="6147" name="Heatmap cell r17 c160"/>
            <p:cNvSpPr/>
            <p:nvPr/>
          </p:nvSpPr>
          <p:spPr>
            <a:xfrm>
              <a:off x="2907111" y="445063"/>
              <a:ext cx="19034" cy="28503"/>
            </a:xfrm>
            <a:prstGeom prst="rect">
              <a:avLst/>
            </a:prstGeom>
            <a:solidFill>
              <a:srgbClr val="E9EEF4"/>
            </a:solidFill>
            <a:ln>
              <a:noFill/>
            </a:ln>
          </p:spPr>
        </p:sp>
        <p:sp>
          <p:nvSpPr>
            <p:cNvPr id="6148" name="Heatmap cell r17 c161"/>
            <p:cNvSpPr/>
            <p:nvPr/>
          </p:nvSpPr>
          <p:spPr>
            <a:xfrm>
              <a:off x="2926050" y="445063"/>
              <a:ext cx="17140" cy="28503"/>
            </a:xfrm>
            <a:prstGeom prst="rect">
              <a:avLst/>
            </a:prstGeom>
            <a:solidFill>
              <a:srgbClr val="D5DFEA"/>
            </a:solidFill>
            <a:ln>
              <a:noFill/>
            </a:ln>
          </p:spPr>
        </p:sp>
        <p:sp>
          <p:nvSpPr>
            <p:cNvPr id="6149" name="Heatmap cell r17 c162"/>
            <p:cNvSpPr/>
            <p:nvPr/>
          </p:nvSpPr>
          <p:spPr>
            <a:xfrm>
              <a:off x="2943095" y="445063"/>
              <a:ext cx="19034" cy="28503"/>
            </a:xfrm>
            <a:prstGeom prst="rect">
              <a:avLst/>
            </a:prstGeom>
            <a:solidFill>
              <a:srgbClr val="D0DBE6"/>
            </a:solidFill>
            <a:ln>
              <a:noFill/>
            </a:ln>
          </p:spPr>
        </p:sp>
        <p:sp>
          <p:nvSpPr>
            <p:cNvPr id="6150" name="Heatmap cell r17 c163"/>
            <p:cNvSpPr/>
            <p:nvPr/>
          </p:nvSpPr>
          <p:spPr>
            <a:xfrm>
              <a:off x="2962034" y="445063"/>
              <a:ext cx="17140" cy="28503"/>
            </a:xfrm>
            <a:prstGeom prst="rect">
              <a:avLst/>
            </a:prstGeom>
            <a:solidFill>
              <a:srgbClr val="DEE6EC"/>
            </a:solidFill>
            <a:ln>
              <a:noFill/>
            </a:ln>
          </p:spPr>
        </p:sp>
        <p:sp>
          <p:nvSpPr>
            <p:cNvPr id="6151" name="Heatmap cell r17 c164"/>
            <p:cNvSpPr/>
            <p:nvPr/>
          </p:nvSpPr>
          <p:spPr>
            <a:xfrm>
              <a:off x="2979079" y="445063"/>
              <a:ext cx="19034" cy="28503"/>
            </a:xfrm>
            <a:prstGeom prst="rect">
              <a:avLst/>
            </a:prstGeom>
            <a:solidFill>
              <a:srgbClr val="D7E1EB"/>
            </a:solidFill>
            <a:ln>
              <a:noFill/>
            </a:ln>
          </p:spPr>
        </p:sp>
        <p:sp>
          <p:nvSpPr>
            <p:cNvPr id="6152" name="Heatmap cell r17 c165"/>
            <p:cNvSpPr/>
            <p:nvPr/>
          </p:nvSpPr>
          <p:spPr>
            <a:xfrm>
              <a:off x="2998018" y="445063"/>
              <a:ext cx="17140" cy="28503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</p:sp>
        <p:sp>
          <p:nvSpPr>
            <p:cNvPr id="6153" name="Heatmap cell r17 c166"/>
            <p:cNvSpPr/>
            <p:nvPr/>
          </p:nvSpPr>
          <p:spPr>
            <a:xfrm>
              <a:off x="3015062" y="445063"/>
              <a:ext cx="19034" cy="28503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6154" name="Heatmap cell r17 c167"/>
            <p:cNvSpPr/>
            <p:nvPr/>
          </p:nvSpPr>
          <p:spPr>
            <a:xfrm>
              <a:off x="3034001" y="445063"/>
              <a:ext cx="17140" cy="28503"/>
            </a:xfrm>
            <a:prstGeom prst="rect">
              <a:avLst/>
            </a:prstGeom>
            <a:solidFill>
              <a:srgbClr val="FAEEEF"/>
            </a:solidFill>
            <a:ln>
              <a:noFill/>
            </a:ln>
          </p:spPr>
        </p:sp>
        <p:sp>
          <p:nvSpPr>
            <p:cNvPr id="6155" name="Heatmap cell r17 c168"/>
            <p:cNvSpPr/>
            <p:nvPr/>
          </p:nvSpPr>
          <p:spPr>
            <a:xfrm>
              <a:off x="3051046" y="445063"/>
              <a:ext cx="19034" cy="28503"/>
            </a:xfrm>
            <a:prstGeom prst="rect">
              <a:avLst/>
            </a:prstGeom>
            <a:solidFill>
              <a:srgbClr val="D9E1EB"/>
            </a:solidFill>
            <a:ln>
              <a:noFill/>
            </a:ln>
          </p:spPr>
        </p:sp>
        <p:sp>
          <p:nvSpPr>
            <p:cNvPr id="6156" name="Heatmap cell r17 c169"/>
            <p:cNvSpPr/>
            <p:nvPr/>
          </p:nvSpPr>
          <p:spPr>
            <a:xfrm>
              <a:off x="3069985" y="445063"/>
              <a:ext cx="19034" cy="28503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6157" name="Heatmap cell r17 c170"/>
            <p:cNvSpPr/>
            <p:nvPr/>
          </p:nvSpPr>
          <p:spPr>
            <a:xfrm>
              <a:off x="3088924" y="445063"/>
              <a:ext cx="17140" cy="28503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6158" name="Heatmap cell r17 c171"/>
            <p:cNvSpPr/>
            <p:nvPr/>
          </p:nvSpPr>
          <p:spPr>
            <a:xfrm>
              <a:off x="3105969" y="445063"/>
              <a:ext cx="19034" cy="28503"/>
            </a:xfrm>
            <a:prstGeom prst="rect">
              <a:avLst/>
            </a:prstGeom>
            <a:solidFill>
              <a:srgbClr val="FBF1F3"/>
            </a:solidFill>
            <a:ln>
              <a:noFill/>
            </a:ln>
          </p:spPr>
        </p:sp>
        <p:sp>
          <p:nvSpPr>
            <p:cNvPr id="6159" name="Heatmap cell r17 c172"/>
            <p:cNvSpPr/>
            <p:nvPr/>
          </p:nvSpPr>
          <p:spPr>
            <a:xfrm>
              <a:off x="3124908" y="445063"/>
              <a:ext cx="17140" cy="28503"/>
            </a:xfrm>
            <a:prstGeom prst="rect">
              <a:avLst/>
            </a:prstGeom>
            <a:solidFill>
              <a:srgbClr val="F4CCD1"/>
            </a:solidFill>
            <a:ln>
              <a:noFill/>
            </a:ln>
          </p:spPr>
        </p:sp>
        <p:sp>
          <p:nvSpPr>
            <p:cNvPr id="6160" name="Heatmap cell r17 c175"/>
            <p:cNvSpPr/>
            <p:nvPr/>
          </p:nvSpPr>
          <p:spPr>
            <a:xfrm>
              <a:off x="3177936" y="445063"/>
              <a:ext cx="19034" cy="28503"/>
            </a:xfrm>
            <a:prstGeom prst="rect">
              <a:avLst/>
            </a:prstGeom>
            <a:solidFill>
              <a:srgbClr val="FAEBED"/>
            </a:solidFill>
            <a:ln>
              <a:noFill/>
            </a:ln>
          </p:spPr>
        </p:sp>
        <p:sp>
          <p:nvSpPr>
            <p:cNvPr id="6161" name="Heatmap cell r17 c176"/>
            <p:cNvSpPr/>
            <p:nvPr/>
          </p:nvSpPr>
          <p:spPr>
            <a:xfrm>
              <a:off x="3196875" y="445063"/>
              <a:ext cx="17140" cy="28503"/>
            </a:xfrm>
            <a:prstGeom prst="rect">
              <a:avLst/>
            </a:prstGeom>
            <a:solidFill>
              <a:srgbClr val="F5CED2"/>
            </a:solidFill>
            <a:ln>
              <a:noFill/>
            </a:ln>
          </p:spPr>
        </p:sp>
        <p:sp>
          <p:nvSpPr>
            <p:cNvPr id="6162" name="Heatmap cell r17 c177"/>
            <p:cNvSpPr/>
            <p:nvPr/>
          </p:nvSpPr>
          <p:spPr>
            <a:xfrm>
              <a:off x="3213920" y="445063"/>
              <a:ext cx="19034" cy="28503"/>
            </a:xfrm>
            <a:prstGeom prst="rect">
              <a:avLst/>
            </a:prstGeom>
            <a:solidFill>
              <a:srgbClr val="EDAEB5"/>
            </a:solidFill>
            <a:ln>
              <a:noFill/>
            </a:ln>
          </p:spPr>
        </p:sp>
        <p:sp>
          <p:nvSpPr>
            <p:cNvPr id="6163" name="Heatmap cell r17 c179"/>
            <p:cNvSpPr/>
            <p:nvPr/>
          </p:nvSpPr>
          <p:spPr>
            <a:xfrm>
              <a:off x="3249904" y="445063"/>
              <a:ext cx="19034" cy="28503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6164" name="Heatmap cell r17 c180"/>
            <p:cNvSpPr/>
            <p:nvPr/>
          </p:nvSpPr>
          <p:spPr>
            <a:xfrm>
              <a:off x="3268843" y="445063"/>
              <a:ext cx="17140" cy="28503"/>
            </a:xfrm>
            <a:prstGeom prst="rect">
              <a:avLst/>
            </a:prstGeom>
            <a:solidFill>
              <a:srgbClr val="CED9E4"/>
            </a:solidFill>
            <a:ln>
              <a:noFill/>
            </a:ln>
          </p:spPr>
        </p:sp>
        <p:sp>
          <p:nvSpPr>
            <p:cNvPr id="6165" name="Heatmap cell r17 c182"/>
            <p:cNvSpPr/>
            <p:nvPr/>
          </p:nvSpPr>
          <p:spPr>
            <a:xfrm>
              <a:off x="3304827" y="445063"/>
              <a:ext cx="19034" cy="28503"/>
            </a:xfrm>
            <a:prstGeom prst="rect">
              <a:avLst/>
            </a:prstGeom>
            <a:solidFill>
              <a:srgbClr val="F9E8E9"/>
            </a:solidFill>
            <a:ln>
              <a:noFill/>
            </a:ln>
          </p:spPr>
        </p:sp>
        <p:sp>
          <p:nvSpPr>
            <p:cNvPr id="6166" name="Heatmap cell r17 c183"/>
            <p:cNvSpPr/>
            <p:nvPr/>
          </p:nvSpPr>
          <p:spPr>
            <a:xfrm>
              <a:off x="3323765" y="445063"/>
              <a:ext cx="17140" cy="28503"/>
            </a:xfrm>
            <a:prstGeom prst="rect">
              <a:avLst/>
            </a:prstGeom>
            <a:solidFill>
              <a:srgbClr val="FAECEC"/>
            </a:solidFill>
            <a:ln>
              <a:noFill/>
            </a:ln>
          </p:spPr>
        </p:sp>
        <p:sp>
          <p:nvSpPr>
            <p:cNvPr id="6167" name="Heatmap cell r17 c184"/>
            <p:cNvSpPr/>
            <p:nvPr/>
          </p:nvSpPr>
          <p:spPr>
            <a:xfrm>
              <a:off x="3340810" y="445063"/>
              <a:ext cx="19034" cy="28503"/>
            </a:xfrm>
            <a:prstGeom prst="rect">
              <a:avLst/>
            </a:prstGeom>
            <a:solidFill>
              <a:srgbClr val="EAEEF4"/>
            </a:solidFill>
            <a:ln>
              <a:noFill/>
            </a:ln>
          </p:spPr>
        </p:sp>
        <p:sp>
          <p:nvSpPr>
            <p:cNvPr id="6168" name="Heatmap cell r17 c185"/>
            <p:cNvSpPr/>
            <p:nvPr/>
          </p:nvSpPr>
          <p:spPr>
            <a:xfrm>
              <a:off x="3359749" y="445063"/>
              <a:ext cx="17140" cy="28503"/>
            </a:xfrm>
            <a:prstGeom prst="rect">
              <a:avLst/>
            </a:prstGeom>
            <a:solidFill>
              <a:srgbClr val="D6E0EA"/>
            </a:solidFill>
            <a:ln>
              <a:noFill/>
            </a:ln>
          </p:spPr>
        </p:sp>
        <p:sp>
          <p:nvSpPr>
            <p:cNvPr id="6169" name="Heatmap cell r17 c186"/>
            <p:cNvSpPr/>
            <p:nvPr/>
          </p:nvSpPr>
          <p:spPr>
            <a:xfrm>
              <a:off x="3376794" y="445063"/>
              <a:ext cx="19034" cy="28503"/>
            </a:xfrm>
            <a:prstGeom prst="rect">
              <a:avLst/>
            </a:prstGeom>
            <a:solidFill>
              <a:srgbClr val="F7DCDF"/>
            </a:solidFill>
            <a:ln>
              <a:noFill/>
            </a:ln>
          </p:spPr>
        </p:sp>
        <p:sp>
          <p:nvSpPr>
            <p:cNvPr id="6170" name="Heatmap cell r17 c187"/>
            <p:cNvSpPr/>
            <p:nvPr/>
          </p:nvSpPr>
          <p:spPr>
            <a:xfrm>
              <a:off x="3395733" y="445063"/>
              <a:ext cx="17140" cy="28503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6171" name="Heatmap cell r17 c188"/>
            <p:cNvSpPr/>
            <p:nvPr/>
          </p:nvSpPr>
          <p:spPr>
            <a:xfrm>
              <a:off x="3412778" y="445063"/>
              <a:ext cx="19034" cy="28503"/>
            </a:xfrm>
            <a:prstGeom prst="rect">
              <a:avLst/>
            </a:prstGeom>
            <a:solidFill>
              <a:srgbClr val="D4DFE9"/>
            </a:solidFill>
            <a:ln>
              <a:noFill/>
            </a:ln>
          </p:spPr>
        </p:sp>
        <p:sp>
          <p:nvSpPr>
            <p:cNvPr id="6172" name="Heatmap cell r17 c189"/>
            <p:cNvSpPr/>
            <p:nvPr/>
          </p:nvSpPr>
          <p:spPr>
            <a:xfrm>
              <a:off x="3431717" y="445063"/>
              <a:ext cx="17140" cy="28503"/>
            </a:xfrm>
            <a:prstGeom prst="rect">
              <a:avLst/>
            </a:prstGeom>
            <a:solidFill>
              <a:srgbClr val="D9E1EB"/>
            </a:solidFill>
            <a:ln>
              <a:noFill/>
            </a:ln>
          </p:spPr>
        </p:sp>
        <p:sp>
          <p:nvSpPr>
            <p:cNvPr id="6173" name="Heatmap cell r17 c190"/>
            <p:cNvSpPr/>
            <p:nvPr/>
          </p:nvSpPr>
          <p:spPr>
            <a:xfrm>
              <a:off x="3448762" y="445063"/>
              <a:ext cx="19034" cy="28503"/>
            </a:xfrm>
            <a:prstGeom prst="rect">
              <a:avLst/>
            </a:prstGeom>
            <a:solidFill>
              <a:srgbClr val="7E9EBB"/>
            </a:solidFill>
            <a:ln>
              <a:noFill/>
            </a:ln>
          </p:spPr>
        </p:sp>
        <p:sp>
          <p:nvSpPr>
            <p:cNvPr id="6174" name="Heatmap cell r17 c191"/>
            <p:cNvSpPr/>
            <p:nvPr/>
          </p:nvSpPr>
          <p:spPr>
            <a:xfrm>
              <a:off x="3467701" y="445063"/>
              <a:ext cx="17140" cy="28503"/>
            </a:xfrm>
            <a:prstGeom prst="rect">
              <a:avLst/>
            </a:prstGeom>
            <a:solidFill>
              <a:srgbClr val="B7C7D9"/>
            </a:solidFill>
            <a:ln>
              <a:noFill/>
            </a:ln>
          </p:spPr>
        </p:sp>
        <p:sp>
          <p:nvSpPr>
            <p:cNvPr id="6175" name="Heatmap cell r17 c192"/>
            <p:cNvSpPr/>
            <p:nvPr/>
          </p:nvSpPr>
          <p:spPr>
            <a:xfrm>
              <a:off x="3484746" y="445063"/>
              <a:ext cx="19034" cy="28503"/>
            </a:xfrm>
            <a:prstGeom prst="rect">
              <a:avLst/>
            </a:prstGeom>
            <a:solidFill>
              <a:srgbClr val="BDCEDD"/>
            </a:solidFill>
            <a:ln>
              <a:noFill/>
            </a:ln>
          </p:spPr>
        </p:sp>
        <p:sp>
          <p:nvSpPr>
            <p:cNvPr id="6176" name="Heatmap cell r17 c193"/>
            <p:cNvSpPr/>
            <p:nvPr/>
          </p:nvSpPr>
          <p:spPr>
            <a:xfrm>
              <a:off x="3503684" y="445063"/>
              <a:ext cx="17140" cy="28503"/>
            </a:xfrm>
            <a:prstGeom prst="rect">
              <a:avLst/>
            </a:prstGeom>
            <a:solidFill>
              <a:srgbClr val="E1E9EF"/>
            </a:solidFill>
            <a:ln>
              <a:noFill/>
            </a:ln>
          </p:spPr>
        </p:sp>
        <p:sp>
          <p:nvSpPr>
            <p:cNvPr id="6177" name="Heatmap cell r17 c194"/>
            <p:cNvSpPr/>
            <p:nvPr/>
          </p:nvSpPr>
          <p:spPr>
            <a:xfrm>
              <a:off x="3520729" y="445063"/>
              <a:ext cx="19034" cy="28503"/>
            </a:xfrm>
            <a:prstGeom prst="rect">
              <a:avLst/>
            </a:prstGeom>
            <a:solidFill>
              <a:srgbClr val="B3C5D6"/>
            </a:solidFill>
            <a:ln>
              <a:noFill/>
            </a:ln>
          </p:spPr>
        </p:sp>
        <p:sp>
          <p:nvSpPr>
            <p:cNvPr id="6178" name="Heatmap cell r17 c195"/>
            <p:cNvSpPr/>
            <p:nvPr/>
          </p:nvSpPr>
          <p:spPr>
            <a:xfrm>
              <a:off x="3539668" y="445063"/>
              <a:ext cx="19034" cy="28503"/>
            </a:xfrm>
            <a:prstGeom prst="rect">
              <a:avLst/>
            </a:prstGeom>
            <a:solidFill>
              <a:srgbClr val="C5D2DF"/>
            </a:solidFill>
            <a:ln>
              <a:noFill/>
            </a:ln>
          </p:spPr>
        </p:sp>
        <p:sp>
          <p:nvSpPr>
            <p:cNvPr id="6179" name="Heatmap cell r17 c196"/>
            <p:cNvSpPr/>
            <p:nvPr/>
          </p:nvSpPr>
          <p:spPr>
            <a:xfrm>
              <a:off x="3558607" y="445063"/>
              <a:ext cx="17140" cy="28503"/>
            </a:xfrm>
            <a:prstGeom prst="rect">
              <a:avLst/>
            </a:prstGeom>
            <a:solidFill>
              <a:srgbClr val="FCF8F9"/>
            </a:solidFill>
            <a:ln>
              <a:noFill/>
            </a:ln>
          </p:spPr>
        </p:sp>
        <p:sp>
          <p:nvSpPr>
            <p:cNvPr id="6180" name="Heatmap cell r17 c197"/>
            <p:cNvSpPr/>
            <p:nvPr/>
          </p:nvSpPr>
          <p:spPr>
            <a:xfrm>
              <a:off x="3575652" y="445063"/>
              <a:ext cx="19034" cy="28503"/>
            </a:xfrm>
            <a:prstGeom prst="rect">
              <a:avLst/>
            </a:prstGeom>
            <a:solidFill>
              <a:srgbClr val="F7D9DB"/>
            </a:solidFill>
            <a:ln>
              <a:noFill/>
            </a:ln>
          </p:spPr>
        </p:sp>
        <p:sp>
          <p:nvSpPr>
            <p:cNvPr id="6181" name="Heatmap cell r17 c198"/>
            <p:cNvSpPr/>
            <p:nvPr/>
          </p:nvSpPr>
          <p:spPr>
            <a:xfrm>
              <a:off x="3594591" y="445063"/>
              <a:ext cx="17140" cy="28503"/>
            </a:xfrm>
            <a:prstGeom prst="rect">
              <a:avLst/>
            </a:prstGeom>
            <a:solidFill>
              <a:srgbClr val="F7D3D6"/>
            </a:solidFill>
            <a:ln>
              <a:noFill/>
            </a:ln>
          </p:spPr>
        </p:sp>
        <p:sp>
          <p:nvSpPr>
            <p:cNvPr id="6182" name="Heatmap cell r17 c199"/>
            <p:cNvSpPr/>
            <p:nvPr/>
          </p:nvSpPr>
          <p:spPr>
            <a:xfrm>
              <a:off x="3611636" y="445063"/>
              <a:ext cx="19034" cy="28503"/>
            </a:xfrm>
            <a:prstGeom prst="rect">
              <a:avLst/>
            </a:prstGeom>
            <a:solidFill>
              <a:srgbClr val="F4CACD"/>
            </a:solidFill>
            <a:ln>
              <a:noFill/>
            </a:ln>
          </p:spPr>
        </p:sp>
        <p:sp>
          <p:nvSpPr>
            <p:cNvPr id="6183" name="Heatmap cell r17 c200"/>
            <p:cNvSpPr/>
            <p:nvPr/>
          </p:nvSpPr>
          <p:spPr>
            <a:xfrm>
              <a:off x="3630575" y="445063"/>
              <a:ext cx="17140" cy="28503"/>
            </a:xfrm>
            <a:prstGeom prst="rect">
              <a:avLst/>
            </a:prstGeom>
            <a:solidFill>
              <a:srgbClr val="D3DEE8"/>
            </a:solidFill>
            <a:ln>
              <a:noFill/>
            </a:ln>
          </p:spPr>
        </p:sp>
        <p:sp>
          <p:nvSpPr>
            <p:cNvPr id="6184" name="Heatmap cell r17 c201"/>
            <p:cNvSpPr/>
            <p:nvPr/>
          </p:nvSpPr>
          <p:spPr>
            <a:xfrm>
              <a:off x="3647620" y="445063"/>
              <a:ext cx="19034" cy="28503"/>
            </a:xfrm>
            <a:prstGeom prst="rect">
              <a:avLst/>
            </a:prstGeom>
            <a:solidFill>
              <a:srgbClr val="D0DBE6"/>
            </a:solidFill>
            <a:ln>
              <a:noFill/>
            </a:ln>
          </p:spPr>
        </p:sp>
        <p:sp>
          <p:nvSpPr>
            <p:cNvPr id="6185" name="Heatmap cell r17 c202"/>
            <p:cNvSpPr/>
            <p:nvPr/>
          </p:nvSpPr>
          <p:spPr>
            <a:xfrm>
              <a:off x="3666558" y="445063"/>
              <a:ext cx="17140" cy="28503"/>
            </a:xfrm>
            <a:prstGeom prst="rect">
              <a:avLst/>
            </a:prstGeom>
            <a:solidFill>
              <a:srgbClr val="E7EBF1"/>
            </a:solidFill>
            <a:ln>
              <a:noFill/>
            </a:ln>
          </p:spPr>
        </p:sp>
        <p:sp>
          <p:nvSpPr>
            <p:cNvPr id="6186" name="Heatmap cell r17 c203"/>
            <p:cNvSpPr/>
            <p:nvPr/>
          </p:nvSpPr>
          <p:spPr>
            <a:xfrm>
              <a:off x="3683603" y="445063"/>
              <a:ext cx="19034" cy="28503"/>
            </a:xfrm>
            <a:prstGeom prst="rect">
              <a:avLst/>
            </a:prstGeom>
            <a:solidFill>
              <a:srgbClr val="EB9EA4"/>
            </a:solidFill>
            <a:ln>
              <a:noFill/>
            </a:ln>
          </p:spPr>
        </p:sp>
        <p:sp>
          <p:nvSpPr>
            <p:cNvPr id="6187" name="Heatmap cell r17 c204"/>
            <p:cNvSpPr/>
            <p:nvPr/>
          </p:nvSpPr>
          <p:spPr>
            <a:xfrm>
              <a:off x="3702542" y="445063"/>
              <a:ext cx="17140" cy="28503"/>
            </a:xfrm>
            <a:prstGeom prst="rect">
              <a:avLst/>
            </a:prstGeom>
            <a:solidFill>
              <a:srgbClr val="D6E0EA"/>
            </a:solidFill>
            <a:ln>
              <a:noFill/>
            </a:ln>
          </p:spPr>
        </p:sp>
        <p:sp>
          <p:nvSpPr>
            <p:cNvPr id="6188" name="Heatmap cell r17 c205"/>
            <p:cNvSpPr/>
            <p:nvPr/>
          </p:nvSpPr>
          <p:spPr>
            <a:xfrm>
              <a:off x="3719587" y="445063"/>
              <a:ext cx="19034" cy="28503"/>
            </a:xfrm>
            <a:prstGeom prst="rect">
              <a:avLst/>
            </a:prstGeom>
            <a:solidFill>
              <a:srgbClr val="CED9E4"/>
            </a:solidFill>
            <a:ln>
              <a:noFill/>
            </a:ln>
          </p:spPr>
        </p:sp>
        <p:sp>
          <p:nvSpPr>
            <p:cNvPr id="6189" name="Heatmap cell r17 c206"/>
            <p:cNvSpPr/>
            <p:nvPr/>
          </p:nvSpPr>
          <p:spPr>
            <a:xfrm>
              <a:off x="3738526" y="445063"/>
              <a:ext cx="17140" cy="28503"/>
            </a:xfrm>
            <a:prstGeom prst="rect">
              <a:avLst/>
            </a:prstGeom>
            <a:solidFill>
              <a:srgbClr val="A2B8CE"/>
            </a:solidFill>
            <a:ln>
              <a:noFill/>
            </a:ln>
          </p:spPr>
        </p:sp>
        <p:sp>
          <p:nvSpPr>
            <p:cNvPr id="6190" name="Heatmap cell r17 c207"/>
            <p:cNvSpPr/>
            <p:nvPr/>
          </p:nvSpPr>
          <p:spPr>
            <a:xfrm>
              <a:off x="3755571" y="445063"/>
              <a:ext cx="19034" cy="28503"/>
            </a:xfrm>
            <a:prstGeom prst="rect">
              <a:avLst/>
            </a:prstGeom>
            <a:solidFill>
              <a:srgbClr val="EDACB3"/>
            </a:solidFill>
            <a:ln>
              <a:noFill/>
            </a:ln>
          </p:spPr>
        </p:sp>
        <p:sp>
          <p:nvSpPr>
            <p:cNvPr id="6191" name="Heatmap cell r17 c208"/>
            <p:cNvSpPr/>
            <p:nvPr/>
          </p:nvSpPr>
          <p:spPr>
            <a:xfrm>
              <a:off x="3774510" y="445063"/>
              <a:ext cx="19034" cy="28503"/>
            </a:xfrm>
            <a:prstGeom prst="rect">
              <a:avLst/>
            </a:prstGeom>
            <a:solidFill>
              <a:srgbClr val="CAD6E3"/>
            </a:solidFill>
            <a:ln>
              <a:noFill/>
            </a:ln>
          </p:spPr>
        </p:sp>
        <p:sp>
          <p:nvSpPr>
            <p:cNvPr id="6192" name="Heatmap cell r17 c209"/>
            <p:cNvSpPr/>
            <p:nvPr/>
          </p:nvSpPr>
          <p:spPr>
            <a:xfrm>
              <a:off x="3793449" y="445063"/>
              <a:ext cx="17140" cy="28503"/>
            </a:xfrm>
            <a:prstGeom prst="rect">
              <a:avLst/>
            </a:prstGeom>
            <a:solidFill>
              <a:srgbClr val="E4EBEF"/>
            </a:solidFill>
            <a:ln>
              <a:noFill/>
            </a:ln>
          </p:spPr>
        </p:sp>
        <p:sp>
          <p:nvSpPr>
            <p:cNvPr id="6193" name="Heatmap cell r17 c210"/>
            <p:cNvSpPr/>
            <p:nvPr/>
          </p:nvSpPr>
          <p:spPr>
            <a:xfrm>
              <a:off x="3810494" y="445063"/>
              <a:ext cx="19034" cy="28503"/>
            </a:xfrm>
            <a:prstGeom prst="rect">
              <a:avLst/>
            </a:prstGeom>
            <a:solidFill>
              <a:srgbClr val="C6D4E1"/>
            </a:solidFill>
            <a:ln>
              <a:noFill/>
            </a:ln>
          </p:spPr>
        </p:sp>
        <p:sp>
          <p:nvSpPr>
            <p:cNvPr id="6194" name="Heatmap cell r17 c211"/>
            <p:cNvSpPr/>
            <p:nvPr/>
          </p:nvSpPr>
          <p:spPr>
            <a:xfrm>
              <a:off x="3829432" y="445063"/>
              <a:ext cx="17140" cy="28503"/>
            </a:xfrm>
            <a:prstGeom prst="rect">
              <a:avLst/>
            </a:prstGeom>
            <a:solidFill>
              <a:srgbClr val="F0F5F8"/>
            </a:solidFill>
            <a:ln>
              <a:noFill/>
            </a:ln>
          </p:spPr>
        </p:sp>
        <p:sp>
          <p:nvSpPr>
            <p:cNvPr id="6195" name="Heatmap cell r17 c212"/>
            <p:cNvSpPr/>
            <p:nvPr/>
          </p:nvSpPr>
          <p:spPr>
            <a:xfrm>
              <a:off x="3846477" y="445063"/>
              <a:ext cx="19034" cy="28503"/>
            </a:xfrm>
            <a:prstGeom prst="rect">
              <a:avLst/>
            </a:prstGeom>
            <a:solidFill>
              <a:srgbClr val="A4BAD0"/>
            </a:solidFill>
            <a:ln>
              <a:noFill/>
            </a:ln>
          </p:spPr>
        </p:sp>
        <p:sp>
          <p:nvSpPr>
            <p:cNvPr id="6196" name="Heatmap cell r17 c213"/>
            <p:cNvSpPr/>
            <p:nvPr/>
          </p:nvSpPr>
          <p:spPr>
            <a:xfrm>
              <a:off x="3865416" y="445063"/>
              <a:ext cx="17140" cy="28503"/>
            </a:xfrm>
            <a:prstGeom prst="rect">
              <a:avLst/>
            </a:prstGeom>
            <a:solidFill>
              <a:srgbClr val="F7E2E4"/>
            </a:solidFill>
            <a:ln>
              <a:noFill/>
            </a:ln>
          </p:spPr>
        </p:sp>
        <p:sp>
          <p:nvSpPr>
            <p:cNvPr id="6197" name="Heatmap cell r17 c214"/>
            <p:cNvSpPr/>
            <p:nvPr/>
          </p:nvSpPr>
          <p:spPr>
            <a:xfrm>
              <a:off x="3882461" y="445063"/>
              <a:ext cx="19034" cy="28503"/>
            </a:xfrm>
            <a:prstGeom prst="rect">
              <a:avLst/>
            </a:prstGeom>
            <a:solidFill>
              <a:srgbClr val="F5D0D3"/>
            </a:solidFill>
            <a:ln>
              <a:noFill/>
            </a:ln>
          </p:spPr>
        </p:sp>
        <p:sp>
          <p:nvSpPr>
            <p:cNvPr id="6198" name="Heatmap cell r17 c215"/>
            <p:cNvSpPr/>
            <p:nvPr/>
          </p:nvSpPr>
          <p:spPr>
            <a:xfrm>
              <a:off x="3901400" y="445063"/>
              <a:ext cx="17140" cy="28503"/>
            </a:xfrm>
            <a:prstGeom prst="rect">
              <a:avLst/>
            </a:prstGeom>
            <a:solidFill>
              <a:srgbClr val="D3DEE8"/>
            </a:solidFill>
            <a:ln>
              <a:noFill/>
            </a:ln>
          </p:spPr>
        </p:sp>
        <p:sp>
          <p:nvSpPr>
            <p:cNvPr id="6199" name="Heatmap cell r17 c216"/>
            <p:cNvSpPr/>
            <p:nvPr/>
          </p:nvSpPr>
          <p:spPr>
            <a:xfrm>
              <a:off x="3918445" y="445063"/>
              <a:ext cx="19034" cy="28503"/>
            </a:xfrm>
            <a:prstGeom prst="rect">
              <a:avLst/>
            </a:prstGeom>
            <a:solidFill>
              <a:srgbClr val="F5CED2"/>
            </a:solidFill>
            <a:ln>
              <a:noFill/>
            </a:ln>
          </p:spPr>
        </p:sp>
        <p:sp>
          <p:nvSpPr>
            <p:cNvPr id="6200" name="Heatmap cell r17 c217"/>
            <p:cNvSpPr/>
            <p:nvPr/>
          </p:nvSpPr>
          <p:spPr>
            <a:xfrm>
              <a:off x="3937384" y="445063"/>
              <a:ext cx="17140" cy="28503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6201" name="Heatmap cell r17 c218"/>
            <p:cNvSpPr/>
            <p:nvPr/>
          </p:nvSpPr>
          <p:spPr>
            <a:xfrm>
              <a:off x="3954429" y="445063"/>
              <a:ext cx="19034" cy="28503"/>
            </a:xfrm>
            <a:prstGeom prst="rect">
              <a:avLst/>
            </a:prstGeom>
            <a:solidFill>
              <a:srgbClr val="B6C7D9"/>
            </a:solidFill>
            <a:ln>
              <a:noFill/>
            </a:ln>
          </p:spPr>
        </p:sp>
        <p:sp>
          <p:nvSpPr>
            <p:cNvPr id="6202" name="Heatmap cell r17 c219"/>
            <p:cNvSpPr/>
            <p:nvPr/>
          </p:nvSpPr>
          <p:spPr>
            <a:xfrm>
              <a:off x="3973368" y="445063"/>
              <a:ext cx="17140" cy="28503"/>
            </a:xfrm>
            <a:prstGeom prst="rect">
              <a:avLst/>
            </a:prstGeom>
            <a:solidFill>
              <a:srgbClr val="DEE6EC"/>
            </a:solidFill>
            <a:ln>
              <a:noFill/>
            </a:ln>
          </p:spPr>
        </p:sp>
        <p:sp>
          <p:nvSpPr>
            <p:cNvPr id="6203" name="Heatmap cell r17 c220"/>
            <p:cNvSpPr/>
            <p:nvPr/>
          </p:nvSpPr>
          <p:spPr>
            <a:xfrm>
              <a:off x="3990412" y="445063"/>
              <a:ext cx="19034" cy="28503"/>
            </a:xfrm>
            <a:prstGeom prst="rect">
              <a:avLst/>
            </a:prstGeom>
            <a:solidFill>
              <a:srgbClr val="EBA6AC"/>
            </a:solidFill>
            <a:ln>
              <a:noFill/>
            </a:ln>
          </p:spPr>
        </p:sp>
        <p:sp>
          <p:nvSpPr>
            <p:cNvPr id="6204" name="Heatmap cell r17 c221"/>
            <p:cNvSpPr/>
            <p:nvPr/>
          </p:nvSpPr>
          <p:spPr>
            <a:xfrm>
              <a:off x="4009351" y="445063"/>
              <a:ext cx="19034" cy="28503"/>
            </a:xfrm>
            <a:prstGeom prst="rect">
              <a:avLst/>
            </a:prstGeom>
            <a:solidFill>
              <a:srgbClr val="B8C9DA"/>
            </a:solidFill>
            <a:ln>
              <a:noFill/>
            </a:ln>
          </p:spPr>
        </p:sp>
        <p:sp>
          <p:nvSpPr>
            <p:cNvPr id="6205" name="Heatmap cell r17 c222"/>
            <p:cNvSpPr/>
            <p:nvPr/>
          </p:nvSpPr>
          <p:spPr>
            <a:xfrm>
              <a:off x="4028290" y="445063"/>
              <a:ext cx="17140" cy="28503"/>
            </a:xfrm>
            <a:prstGeom prst="rect">
              <a:avLst/>
            </a:prstGeom>
            <a:solidFill>
              <a:srgbClr val="9DB5CC"/>
            </a:solidFill>
            <a:ln>
              <a:noFill/>
            </a:ln>
          </p:spPr>
        </p:sp>
        <p:sp>
          <p:nvSpPr>
            <p:cNvPr id="6206" name="Heatmap cell r17 c223"/>
            <p:cNvSpPr/>
            <p:nvPr/>
          </p:nvSpPr>
          <p:spPr>
            <a:xfrm>
              <a:off x="4045335" y="445063"/>
              <a:ext cx="19034" cy="28503"/>
            </a:xfrm>
            <a:prstGeom prst="rect">
              <a:avLst/>
            </a:prstGeom>
            <a:solidFill>
              <a:srgbClr val="5F85AB"/>
            </a:solidFill>
            <a:ln>
              <a:noFill/>
            </a:ln>
          </p:spPr>
        </p:sp>
        <p:sp>
          <p:nvSpPr>
            <p:cNvPr id="6207" name="Heatmap cell r18 c1"/>
            <p:cNvSpPr/>
            <p:nvPr/>
          </p:nvSpPr>
          <p:spPr>
            <a:xfrm>
              <a:off x="13257" y="473471"/>
              <a:ext cx="45548" cy="26609"/>
            </a:xfrm>
            <a:prstGeom prst="rect">
              <a:avLst/>
            </a:prstGeom>
            <a:solidFill>
              <a:srgbClr val="155B9C"/>
            </a:solidFill>
            <a:ln>
              <a:noFill/>
            </a:ln>
          </p:spPr>
        </p:sp>
        <p:sp>
          <p:nvSpPr>
            <p:cNvPr id="6208" name="Heatmap cell r18 c3"/>
            <p:cNvSpPr/>
            <p:nvPr/>
          </p:nvSpPr>
          <p:spPr>
            <a:xfrm>
              <a:off x="71968" y="473471"/>
              <a:ext cx="17140" cy="26609"/>
            </a:xfrm>
            <a:prstGeom prst="rect">
              <a:avLst/>
            </a:prstGeom>
            <a:solidFill>
              <a:srgbClr val="E88F96"/>
            </a:solidFill>
            <a:ln>
              <a:noFill/>
            </a:ln>
          </p:spPr>
        </p:sp>
        <p:sp>
          <p:nvSpPr>
            <p:cNvPr id="6209" name="Heatmap cell r18 c5"/>
            <p:cNvSpPr/>
            <p:nvPr/>
          </p:nvSpPr>
          <p:spPr>
            <a:xfrm>
              <a:off x="107951" y="473471"/>
              <a:ext cx="17140" cy="26609"/>
            </a:xfrm>
            <a:prstGeom prst="rect">
              <a:avLst/>
            </a:prstGeom>
            <a:solidFill>
              <a:srgbClr val="FCF6F6"/>
            </a:solidFill>
            <a:ln>
              <a:noFill/>
            </a:ln>
          </p:spPr>
        </p:sp>
        <p:sp>
          <p:nvSpPr>
            <p:cNvPr id="6210" name="Heatmap cell r18 c6"/>
            <p:cNvSpPr/>
            <p:nvPr/>
          </p:nvSpPr>
          <p:spPr>
            <a:xfrm>
              <a:off x="124996" y="473471"/>
              <a:ext cx="19034" cy="26609"/>
            </a:xfrm>
            <a:prstGeom prst="rect">
              <a:avLst/>
            </a:prstGeom>
            <a:solidFill>
              <a:srgbClr val="F3C5C8"/>
            </a:solidFill>
            <a:ln>
              <a:noFill/>
            </a:ln>
          </p:spPr>
        </p:sp>
        <p:sp>
          <p:nvSpPr>
            <p:cNvPr id="6211" name="Heatmap cell r18 c7"/>
            <p:cNvSpPr/>
            <p:nvPr/>
          </p:nvSpPr>
          <p:spPr>
            <a:xfrm>
              <a:off x="143935" y="473471"/>
              <a:ext cx="17140" cy="26609"/>
            </a:xfrm>
            <a:prstGeom prst="rect">
              <a:avLst/>
            </a:prstGeom>
            <a:solidFill>
              <a:srgbClr val="F1C2C6"/>
            </a:solidFill>
            <a:ln>
              <a:noFill/>
            </a:ln>
          </p:spPr>
        </p:sp>
        <p:sp>
          <p:nvSpPr>
            <p:cNvPr id="6212" name="Heatmap cell r18 c8"/>
            <p:cNvSpPr/>
            <p:nvPr/>
          </p:nvSpPr>
          <p:spPr>
            <a:xfrm>
              <a:off x="160980" y="473471"/>
              <a:ext cx="19034" cy="26609"/>
            </a:xfrm>
            <a:prstGeom prst="rect">
              <a:avLst/>
            </a:prstGeom>
            <a:solidFill>
              <a:srgbClr val="EA99A0"/>
            </a:solidFill>
            <a:ln>
              <a:noFill/>
            </a:ln>
          </p:spPr>
        </p:sp>
        <p:sp>
          <p:nvSpPr>
            <p:cNvPr id="6213" name="Heatmap cell r18 c9"/>
            <p:cNvSpPr/>
            <p:nvPr/>
          </p:nvSpPr>
          <p:spPr>
            <a:xfrm>
              <a:off x="179919" y="473471"/>
              <a:ext cx="19034" cy="26609"/>
            </a:xfrm>
            <a:prstGeom prst="rect">
              <a:avLst/>
            </a:prstGeom>
            <a:solidFill>
              <a:srgbClr val="E5858F"/>
            </a:solidFill>
            <a:ln>
              <a:noFill/>
            </a:ln>
          </p:spPr>
        </p:sp>
        <p:sp>
          <p:nvSpPr>
            <p:cNvPr id="6214" name="Heatmap cell r18 c10"/>
            <p:cNvSpPr/>
            <p:nvPr/>
          </p:nvSpPr>
          <p:spPr>
            <a:xfrm>
              <a:off x="198858" y="473471"/>
              <a:ext cx="17140" cy="26609"/>
            </a:xfrm>
            <a:prstGeom prst="rect">
              <a:avLst/>
            </a:prstGeom>
            <a:solidFill>
              <a:srgbClr val="F4CCD1"/>
            </a:solidFill>
            <a:ln>
              <a:noFill/>
            </a:ln>
          </p:spPr>
        </p:sp>
        <p:sp>
          <p:nvSpPr>
            <p:cNvPr id="6215" name="Heatmap cell r18 c11"/>
            <p:cNvSpPr/>
            <p:nvPr/>
          </p:nvSpPr>
          <p:spPr>
            <a:xfrm>
              <a:off x="215903" y="473471"/>
              <a:ext cx="19034" cy="26609"/>
            </a:xfrm>
            <a:prstGeom prst="rect">
              <a:avLst/>
            </a:prstGeom>
            <a:solidFill>
              <a:srgbClr val="FCF7F7"/>
            </a:solidFill>
            <a:ln>
              <a:noFill/>
            </a:ln>
          </p:spPr>
        </p:sp>
        <p:sp>
          <p:nvSpPr>
            <p:cNvPr id="6216" name="Heatmap cell r18 c12"/>
            <p:cNvSpPr/>
            <p:nvPr/>
          </p:nvSpPr>
          <p:spPr>
            <a:xfrm>
              <a:off x="234842" y="473471"/>
              <a:ext cx="17140" cy="26609"/>
            </a:xfrm>
            <a:prstGeom prst="rect">
              <a:avLst/>
            </a:prstGeom>
            <a:solidFill>
              <a:srgbClr val="FBF3F4"/>
            </a:solidFill>
            <a:ln>
              <a:noFill/>
            </a:ln>
          </p:spPr>
        </p:sp>
        <p:sp>
          <p:nvSpPr>
            <p:cNvPr id="6217" name="Heatmap cell r18 c13"/>
            <p:cNvSpPr/>
            <p:nvPr/>
          </p:nvSpPr>
          <p:spPr>
            <a:xfrm>
              <a:off x="251887" y="473471"/>
              <a:ext cx="19034" cy="26609"/>
            </a:xfrm>
            <a:prstGeom prst="rect">
              <a:avLst/>
            </a:prstGeom>
            <a:solidFill>
              <a:srgbClr val="F6F8F9"/>
            </a:solidFill>
            <a:ln>
              <a:noFill/>
            </a:ln>
          </p:spPr>
        </p:sp>
        <p:sp>
          <p:nvSpPr>
            <p:cNvPr id="6218" name="Heatmap cell r18 c14"/>
            <p:cNvSpPr/>
            <p:nvPr/>
          </p:nvSpPr>
          <p:spPr>
            <a:xfrm>
              <a:off x="270825" y="473471"/>
              <a:ext cx="17140" cy="26609"/>
            </a:xfrm>
            <a:prstGeom prst="rect">
              <a:avLst/>
            </a:prstGeom>
            <a:solidFill>
              <a:srgbClr val="FCF6F6"/>
            </a:solidFill>
            <a:ln>
              <a:noFill/>
            </a:ln>
          </p:spPr>
        </p:sp>
        <p:sp>
          <p:nvSpPr>
            <p:cNvPr id="6219" name="Heatmap cell r18 c15"/>
            <p:cNvSpPr/>
            <p:nvPr/>
          </p:nvSpPr>
          <p:spPr>
            <a:xfrm>
              <a:off x="287870" y="473471"/>
              <a:ext cx="19034" cy="26609"/>
            </a:xfrm>
            <a:prstGeom prst="rect">
              <a:avLst/>
            </a:prstGeom>
            <a:solidFill>
              <a:srgbClr val="E9969F"/>
            </a:solidFill>
            <a:ln>
              <a:noFill/>
            </a:ln>
          </p:spPr>
        </p:sp>
        <p:sp>
          <p:nvSpPr>
            <p:cNvPr id="6220" name="Heatmap cell r18 c16"/>
            <p:cNvSpPr/>
            <p:nvPr/>
          </p:nvSpPr>
          <p:spPr>
            <a:xfrm>
              <a:off x="306809" y="473471"/>
              <a:ext cx="17140" cy="26609"/>
            </a:xfrm>
            <a:prstGeom prst="rect">
              <a:avLst/>
            </a:prstGeom>
            <a:solidFill>
              <a:srgbClr val="F1C1C5"/>
            </a:solidFill>
            <a:ln>
              <a:noFill/>
            </a:ln>
          </p:spPr>
        </p:sp>
        <p:sp>
          <p:nvSpPr>
            <p:cNvPr id="6221" name="Heatmap cell r18 c17"/>
            <p:cNvSpPr/>
            <p:nvPr/>
          </p:nvSpPr>
          <p:spPr>
            <a:xfrm>
              <a:off x="323854" y="473471"/>
              <a:ext cx="19034" cy="26609"/>
            </a:xfrm>
            <a:prstGeom prst="rect">
              <a:avLst/>
            </a:prstGeom>
            <a:solidFill>
              <a:srgbClr val="FBF0F1"/>
            </a:solidFill>
            <a:ln>
              <a:noFill/>
            </a:ln>
          </p:spPr>
        </p:sp>
        <p:sp>
          <p:nvSpPr>
            <p:cNvPr id="6222" name="Heatmap cell r18 c18"/>
            <p:cNvSpPr/>
            <p:nvPr/>
          </p:nvSpPr>
          <p:spPr>
            <a:xfrm>
              <a:off x="342793" y="473471"/>
              <a:ext cx="17140" cy="26609"/>
            </a:xfrm>
            <a:prstGeom prst="rect">
              <a:avLst/>
            </a:prstGeom>
            <a:solidFill>
              <a:srgbClr val="E0626F"/>
            </a:solidFill>
            <a:ln>
              <a:noFill/>
            </a:ln>
          </p:spPr>
        </p:sp>
        <p:sp>
          <p:nvSpPr>
            <p:cNvPr id="6223" name="Heatmap cell r18 c19"/>
            <p:cNvSpPr/>
            <p:nvPr/>
          </p:nvSpPr>
          <p:spPr>
            <a:xfrm>
              <a:off x="359838" y="473471"/>
              <a:ext cx="19034" cy="26609"/>
            </a:xfrm>
            <a:prstGeom prst="rect">
              <a:avLst/>
            </a:prstGeom>
            <a:solidFill>
              <a:srgbClr val="F1F5F8"/>
            </a:solidFill>
            <a:ln>
              <a:noFill/>
            </a:ln>
          </p:spPr>
        </p:sp>
        <p:sp>
          <p:nvSpPr>
            <p:cNvPr id="6224" name="Heatmap cell r18 c20"/>
            <p:cNvSpPr/>
            <p:nvPr/>
          </p:nvSpPr>
          <p:spPr>
            <a:xfrm>
              <a:off x="378777" y="473471"/>
              <a:ext cx="17140" cy="26609"/>
            </a:xfrm>
            <a:prstGeom prst="rect">
              <a:avLst/>
            </a:prstGeom>
            <a:solidFill>
              <a:srgbClr val="F2C8CD"/>
            </a:solidFill>
            <a:ln>
              <a:noFill/>
            </a:ln>
          </p:spPr>
        </p:sp>
        <p:sp>
          <p:nvSpPr>
            <p:cNvPr id="6225" name="Heatmap cell r18 c21"/>
            <p:cNvSpPr/>
            <p:nvPr/>
          </p:nvSpPr>
          <p:spPr>
            <a:xfrm>
              <a:off x="395822" y="473471"/>
              <a:ext cx="19034" cy="26609"/>
            </a:xfrm>
            <a:prstGeom prst="rect">
              <a:avLst/>
            </a:prstGeom>
            <a:solidFill>
              <a:srgbClr val="F4CDD0"/>
            </a:solidFill>
            <a:ln>
              <a:noFill/>
            </a:ln>
          </p:spPr>
        </p:sp>
        <p:sp>
          <p:nvSpPr>
            <p:cNvPr id="6226" name="Heatmap cell r18 c22"/>
            <p:cNvSpPr/>
            <p:nvPr/>
          </p:nvSpPr>
          <p:spPr>
            <a:xfrm>
              <a:off x="414760" y="473471"/>
              <a:ext cx="19034" cy="26609"/>
            </a:xfrm>
            <a:prstGeom prst="rect">
              <a:avLst/>
            </a:prstGeom>
            <a:solidFill>
              <a:srgbClr val="F9E7E8"/>
            </a:solidFill>
            <a:ln>
              <a:noFill/>
            </a:ln>
          </p:spPr>
        </p:sp>
        <p:sp>
          <p:nvSpPr>
            <p:cNvPr id="6227" name="Heatmap cell r18 c23"/>
            <p:cNvSpPr/>
            <p:nvPr/>
          </p:nvSpPr>
          <p:spPr>
            <a:xfrm>
              <a:off x="433699" y="473471"/>
              <a:ext cx="17140" cy="26609"/>
            </a:xfrm>
            <a:prstGeom prst="rect">
              <a:avLst/>
            </a:prstGeom>
            <a:solidFill>
              <a:srgbClr val="EFB7BB"/>
            </a:solidFill>
            <a:ln>
              <a:noFill/>
            </a:ln>
          </p:spPr>
        </p:sp>
        <p:sp>
          <p:nvSpPr>
            <p:cNvPr id="6228" name="Heatmap cell r18 c24"/>
            <p:cNvSpPr/>
            <p:nvPr/>
          </p:nvSpPr>
          <p:spPr>
            <a:xfrm>
              <a:off x="450744" y="473471"/>
              <a:ext cx="19034" cy="26609"/>
            </a:xfrm>
            <a:prstGeom prst="rect">
              <a:avLst/>
            </a:prstGeom>
            <a:solidFill>
              <a:srgbClr val="F1F5F8"/>
            </a:solidFill>
            <a:ln>
              <a:noFill/>
            </a:ln>
          </p:spPr>
        </p:sp>
        <p:sp>
          <p:nvSpPr>
            <p:cNvPr id="6229" name="Heatmap cell r18 c25"/>
            <p:cNvSpPr/>
            <p:nvPr/>
          </p:nvSpPr>
          <p:spPr>
            <a:xfrm>
              <a:off x="469683" y="473471"/>
              <a:ext cx="17140" cy="26609"/>
            </a:xfrm>
            <a:prstGeom prst="rect">
              <a:avLst/>
            </a:prstGeom>
            <a:solidFill>
              <a:srgbClr val="F9E8E9"/>
            </a:solidFill>
            <a:ln>
              <a:noFill/>
            </a:ln>
          </p:spPr>
        </p:sp>
        <p:sp>
          <p:nvSpPr>
            <p:cNvPr id="6230" name="Heatmap cell r18 c26"/>
            <p:cNvSpPr/>
            <p:nvPr/>
          </p:nvSpPr>
          <p:spPr>
            <a:xfrm>
              <a:off x="486728" y="473471"/>
              <a:ext cx="19034" cy="26609"/>
            </a:xfrm>
            <a:prstGeom prst="rect">
              <a:avLst/>
            </a:prstGeom>
            <a:solidFill>
              <a:srgbClr val="E37D87"/>
            </a:solidFill>
            <a:ln>
              <a:noFill/>
            </a:ln>
          </p:spPr>
        </p:sp>
        <p:sp>
          <p:nvSpPr>
            <p:cNvPr id="6231" name="Heatmap cell r18 c27"/>
            <p:cNvSpPr/>
            <p:nvPr/>
          </p:nvSpPr>
          <p:spPr>
            <a:xfrm>
              <a:off x="505667" y="473471"/>
              <a:ext cx="17140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6232" name="Heatmap cell r18 c28"/>
            <p:cNvSpPr/>
            <p:nvPr/>
          </p:nvSpPr>
          <p:spPr>
            <a:xfrm>
              <a:off x="522712" y="473471"/>
              <a:ext cx="19034" cy="26609"/>
            </a:xfrm>
            <a:prstGeom prst="rect">
              <a:avLst/>
            </a:prstGeom>
            <a:solidFill>
              <a:srgbClr val="EFB6BA"/>
            </a:solidFill>
            <a:ln>
              <a:noFill/>
            </a:ln>
          </p:spPr>
        </p:sp>
        <p:sp>
          <p:nvSpPr>
            <p:cNvPr id="6233" name="Heatmap cell r18 c29"/>
            <p:cNvSpPr/>
            <p:nvPr/>
          </p:nvSpPr>
          <p:spPr>
            <a:xfrm>
              <a:off x="541651" y="473471"/>
              <a:ext cx="17140" cy="26609"/>
            </a:xfrm>
            <a:prstGeom prst="rect">
              <a:avLst/>
            </a:prstGeom>
            <a:solidFill>
              <a:srgbClr val="DFE7ED"/>
            </a:solidFill>
            <a:ln>
              <a:noFill/>
            </a:ln>
          </p:spPr>
        </p:sp>
        <p:sp>
          <p:nvSpPr>
            <p:cNvPr id="6234" name="Heatmap cell r18 c30"/>
            <p:cNvSpPr/>
            <p:nvPr/>
          </p:nvSpPr>
          <p:spPr>
            <a:xfrm>
              <a:off x="558696" y="473471"/>
              <a:ext cx="19034" cy="26609"/>
            </a:xfrm>
            <a:prstGeom prst="rect">
              <a:avLst/>
            </a:prstGeom>
            <a:solidFill>
              <a:srgbClr val="FAEEEF"/>
            </a:solidFill>
            <a:ln>
              <a:noFill/>
            </a:ln>
          </p:spPr>
        </p:sp>
        <p:sp>
          <p:nvSpPr>
            <p:cNvPr id="6235" name="Heatmap cell r18 c32"/>
            <p:cNvSpPr/>
            <p:nvPr/>
          </p:nvSpPr>
          <p:spPr>
            <a:xfrm>
              <a:off x="594679" y="473471"/>
              <a:ext cx="19034" cy="26609"/>
            </a:xfrm>
            <a:prstGeom prst="rect">
              <a:avLst/>
            </a:prstGeom>
            <a:solidFill>
              <a:srgbClr val="D94654"/>
            </a:solidFill>
            <a:ln>
              <a:noFill/>
            </a:ln>
          </p:spPr>
        </p:sp>
        <p:sp>
          <p:nvSpPr>
            <p:cNvPr id="6236" name="Heatmap cell r18 c33"/>
            <p:cNvSpPr/>
            <p:nvPr/>
          </p:nvSpPr>
          <p:spPr>
            <a:xfrm>
              <a:off x="613618" y="473471"/>
              <a:ext cx="17140" cy="26609"/>
            </a:xfrm>
            <a:prstGeom prst="rect">
              <a:avLst/>
            </a:prstGeom>
            <a:solidFill>
              <a:srgbClr val="EFB7BB"/>
            </a:solidFill>
            <a:ln>
              <a:noFill/>
            </a:ln>
          </p:spPr>
        </p:sp>
        <p:sp>
          <p:nvSpPr>
            <p:cNvPr id="6237" name="Heatmap cell r18 c34"/>
            <p:cNvSpPr/>
            <p:nvPr/>
          </p:nvSpPr>
          <p:spPr>
            <a:xfrm>
              <a:off x="630663" y="473471"/>
              <a:ext cx="19034" cy="26609"/>
            </a:xfrm>
            <a:prstGeom prst="rect">
              <a:avLst/>
            </a:prstGeom>
            <a:solidFill>
              <a:srgbClr val="F5D0D3"/>
            </a:solidFill>
            <a:ln>
              <a:noFill/>
            </a:ln>
          </p:spPr>
        </p:sp>
        <p:sp>
          <p:nvSpPr>
            <p:cNvPr id="6238" name="Heatmap cell r18 c35"/>
            <p:cNvSpPr/>
            <p:nvPr/>
          </p:nvSpPr>
          <p:spPr>
            <a:xfrm>
              <a:off x="649602" y="473471"/>
              <a:ext cx="19034" cy="26609"/>
            </a:xfrm>
            <a:prstGeom prst="rect">
              <a:avLst/>
            </a:prstGeom>
            <a:solidFill>
              <a:srgbClr val="E89097"/>
            </a:solidFill>
            <a:ln>
              <a:noFill/>
            </a:ln>
          </p:spPr>
        </p:sp>
        <p:sp>
          <p:nvSpPr>
            <p:cNvPr id="6239" name="Heatmap cell r18 c36"/>
            <p:cNvSpPr/>
            <p:nvPr/>
          </p:nvSpPr>
          <p:spPr>
            <a:xfrm>
              <a:off x="668541" y="473471"/>
              <a:ext cx="17140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6240" name="Heatmap cell r18 c37"/>
            <p:cNvSpPr/>
            <p:nvPr/>
          </p:nvSpPr>
          <p:spPr>
            <a:xfrm>
              <a:off x="685586" y="473471"/>
              <a:ext cx="19034" cy="26609"/>
            </a:xfrm>
            <a:prstGeom prst="rect">
              <a:avLst/>
            </a:prstGeom>
            <a:solidFill>
              <a:srgbClr val="C4D2DF"/>
            </a:solidFill>
            <a:ln>
              <a:noFill/>
            </a:ln>
          </p:spPr>
        </p:sp>
        <p:sp>
          <p:nvSpPr>
            <p:cNvPr id="6241" name="Heatmap cell r18 c38"/>
            <p:cNvSpPr/>
            <p:nvPr/>
          </p:nvSpPr>
          <p:spPr>
            <a:xfrm>
              <a:off x="704525" y="473471"/>
              <a:ext cx="17140" cy="26609"/>
            </a:xfrm>
            <a:prstGeom prst="rect">
              <a:avLst/>
            </a:prstGeom>
            <a:solidFill>
              <a:srgbClr val="E78D93"/>
            </a:solidFill>
            <a:ln>
              <a:noFill/>
            </a:ln>
          </p:spPr>
        </p:sp>
        <p:sp>
          <p:nvSpPr>
            <p:cNvPr id="6242" name="Heatmap cell r18 c39"/>
            <p:cNvSpPr/>
            <p:nvPr/>
          </p:nvSpPr>
          <p:spPr>
            <a:xfrm>
              <a:off x="721570" y="473471"/>
              <a:ext cx="19034" cy="26609"/>
            </a:xfrm>
            <a:prstGeom prst="rect">
              <a:avLst/>
            </a:prstGeom>
            <a:solidFill>
              <a:srgbClr val="E1E9EF"/>
            </a:solidFill>
            <a:ln>
              <a:noFill/>
            </a:ln>
          </p:spPr>
        </p:sp>
        <p:sp>
          <p:nvSpPr>
            <p:cNvPr id="6243" name="Heatmap cell r18 c40"/>
            <p:cNvSpPr/>
            <p:nvPr/>
          </p:nvSpPr>
          <p:spPr>
            <a:xfrm>
              <a:off x="740508" y="473471"/>
              <a:ext cx="17140" cy="26609"/>
            </a:xfrm>
            <a:prstGeom prst="rect">
              <a:avLst/>
            </a:prstGeom>
            <a:solidFill>
              <a:srgbClr val="EAEEF4"/>
            </a:solidFill>
            <a:ln>
              <a:noFill/>
            </a:ln>
          </p:spPr>
        </p:sp>
        <p:sp>
          <p:nvSpPr>
            <p:cNvPr id="6244" name="Heatmap cell r18 c41"/>
            <p:cNvSpPr/>
            <p:nvPr/>
          </p:nvSpPr>
          <p:spPr>
            <a:xfrm>
              <a:off x="757553" y="473471"/>
              <a:ext cx="19034" cy="26609"/>
            </a:xfrm>
            <a:prstGeom prst="rect">
              <a:avLst/>
            </a:prstGeom>
            <a:solidFill>
              <a:srgbClr val="E6878F"/>
            </a:solidFill>
            <a:ln>
              <a:noFill/>
            </a:ln>
          </p:spPr>
        </p:sp>
        <p:sp>
          <p:nvSpPr>
            <p:cNvPr id="6245" name="Heatmap cell r18 c42"/>
            <p:cNvSpPr/>
            <p:nvPr/>
          </p:nvSpPr>
          <p:spPr>
            <a:xfrm>
              <a:off x="776492" y="473471"/>
              <a:ext cx="17140" cy="26609"/>
            </a:xfrm>
            <a:prstGeom prst="rect">
              <a:avLst/>
            </a:prstGeom>
            <a:solidFill>
              <a:srgbClr val="EFB5BA"/>
            </a:solidFill>
            <a:ln>
              <a:noFill/>
            </a:ln>
          </p:spPr>
        </p:sp>
        <p:sp>
          <p:nvSpPr>
            <p:cNvPr id="6246" name="Heatmap cell r18 c43"/>
            <p:cNvSpPr/>
            <p:nvPr/>
          </p:nvSpPr>
          <p:spPr>
            <a:xfrm>
              <a:off x="793537" y="473471"/>
              <a:ext cx="19034" cy="26609"/>
            </a:xfrm>
            <a:prstGeom prst="rect">
              <a:avLst/>
            </a:prstGeom>
            <a:solidFill>
              <a:srgbClr val="DF6A75"/>
            </a:solidFill>
            <a:ln>
              <a:noFill/>
            </a:ln>
          </p:spPr>
        </p:sp>
        <p:sp>
          <p:nvSpPr>
            <p:cNvPr id="6247" name="Heatmap cell r18 c44"/>
            <p:cNvSpPr/>
            <p:nvPr/>
          </p:nvSpPr>
          <p:spPr>
            <a:xfrm>
              <a:off x="812476" y="473471"/>
              <a:ext cx="17140" cy="26609"/>
            </a:xfrm>
            <a:prstGeom prst="rect">
              <a:avLst/>
            </a:prstGeom>
            <a:solidFill>
              <a:srgbClr val="CF182A"/>
            </a:solidFill>
            <a:ln>
              <a:noFill/>
            </a:ln>
          </p:spPr>
        </p:sp>
        <p:sp>
          <p:nvSpPr>
            <p:cNvPr id="6248" name="Heatmap cell r18 c45"/>
            <p:cNvSpPr/>
            <p:nvPr/>
          </p:nvSpPr>
          <p:spPr>
            <a:xfrm>
              <a:off x="829521" y="473471"/>
              <a:ext cx="19034" cy="26609"/>
            </a:xfrm>
            <a:prstGeom prst="rect">
              <a:avLst/>
            </a:prstGeom>
            <a:solidFill>
              <a:srgbClr val="F2C8CD"/>
            </a:solidFill>
            <a:ln>
              <a:noFill/>
            </a:ln>
          </p:spPr>
        </p:sp>
        <p:sp>
          <p:nvSpPr>
            <p:cNvPr id="6249" name="Heatmap cell r18 c46"/>
            <p:cNvSpPr/>
            <p:nvPr/>
          </p:nvSpPr>
          <p:spPr>
            <a:xfrm>
              <a:off x="848460" y="473471"/>
              <a:ext cx="17140" cy="26609"/>
            </a:xfrm>
            <a:prstGeom prst="rect">
              <a:avLst/>
            </a:prstGeom>
            <a:solidFill>
              <a:srgbClr val="C8D5E2"/>
            </a:solidFill>
            <a:ln>
              <a:noFill/>
            </a:ln>
          </p:spPr>
        </p:sp>
        <p:sp>
          <p:nvSpPr>
            <p:cNvPr id="6250" name="Heatmap cell r18 c47"/>
            <p:cNvSpPr/>
            <p:nvPr/>
          </p:nvSpPr>
          <p:spPr>
            <a:xfrm>
              <a:off x="865505" y="473471"/>
              <a:ext cx="19034" cy="26609"/>
            </a:xfrm>
            <a:prstGeom prst="rect">
              <a:avLst/>
            </a:prstGeom>
            <a:solidFill>
              <a:srgbClr val="B8C9DA"/>
            </a:solidFill>
            <a:ln>
              <a:noFill/>
            </a:ln>
          </p:spPr>
        </p:sp>
        <p:sp>
          <p:nvSpPr>
            <p:cNvPr id="6251" name="Heatmap cell r18 c48"/>
            <p:cNvSpPr/>
            <p:nvPr/>
          </p:nvSpPr>
          <p:spPr>
            <a:xfrm>
              <a:off x="884444" y="473471"/>
              <a:ext cx="19034" cy="26609"/>
            </a:xfrm>
            <a:prstGeom prst="rect">
              <a:avLst/>
            </a:prstGeom>
            <a:solidFill>
              <a:srgbClr val="E88F96"/>
            </a:solidFill>
            <a:ln>
              <a:noFill/>
            </a:ln>
          </p:spPr>
        </p:sp>
        <p:sp>
          <p:nvSpPr>
            <p:cNvPr id="6252" name="Heatmap cell r18 c49"/>
            <p:cNvSpPr/>
            <p:nvPr/>
          </p:nvSpPr>
          <p:spPr>
            <a:xfrm>
              <a:off x="903382" y="473471"/>
              <a:ext cx="17140" cy="26609"/>
            </a:xfrm>
            <a:prstGeom prst="rect">
              <a:avLst/>
            </a:prstGeom>
            <a:solidFill>
              <a:srgbClr val="E4828A"/>
            </a:solidFill>
            <a:ln>
              <a:noFill/>
            </a:ln>
          </p:spPr>
        </p:sp>
        <p:sp>
          <p:nvSpPr>
            <p:cNvPr id="6253" name="Heatmap cell r18 c50"/>
            <p:cNvSpPr/>
            <p:nvPr/>
          </p:nvSpPr>
          <p:spPr>
            <a:xfrm>
              <a:off x="920427" y="473471"/>
              <a:ext cx="19034" cy="26609"/>
            </a:xfrm>
            <a:prstGeom prst="rect">
              <a:avLst/>
            </a:prstGeom>
            <a:solidFill>
              <a:srgbClr val="F2C8CD"/>
            </a:solidFill>
            <a:ln>
              <a:noFill/>
            </a:ln>
          </p:spPr>
        </p:sp>
        <p:sp>
          <p:nvSpPr>
            <p:cNvPr id="6254" name="Heatmap cell r18 c51"/>
            <p:cNvSpPr/>
            <p:nvPr/>
          </p:nvSpPr>
          <p:spPr>
            <a:xfrm>
              <a:off x="939366" y="473471"/>
              <a:ext cx="17140" cy="26609"/>
            </a:xfrm>
            <a:prstGeom prst="rect">
              <a:avLst/>
            </a:prstGeom>
            <a:solidFill>
              <a:srgbClr val="EDF1F7"/>
            </a:solidFill>
            <a:ln>
              <a:noFill/>
            </a:ln>
          </p:spPr>
        </p:sp>
        <p:sp>
          <p:nvSpPr>
            <p:cNvPr id="6255" name="Heatmap cell r18 c52"/>
            <p:cNvSpPr/>
            <p:nvPr/>
          </p:nvSpPr>
          <p:spPr>
            <a:xfrm>
              <a:off x="956411" y="473471"/>
              <a:ext cx="19034" cy="26609"/>
            </a:xfrm>
            <a:prstGeom prst="rect">
              <a:avLst/>
            </a:prstGeom>
            <a:solidFill>
              <a:srgbClr val="A7BBD1"/>
            </a:solidFill>
            <a:ln>
              <a:noFill/>
            </a:ln>
          </p:spPr>
        </p:sp>
        <p:sp>
          <p:nvSpPr>
            <p:cNvPr id="6256" name="Heatmap cell r18 c53"/>
            <p:cNvSpPr/>
            <p:nvPr/>
          </p:nvSpPr>
          <p:spPr>
            <a:xfrm>
              <a:off x="975350" y="473471"/>
              <a:ext cx="17140" cy="26609"/>
            </a:xfrm>
            <a:prstGeom prst="rect">
              <a:avLst/>
            </a:prstGeom>
            <a:solidFill>
              <a:srgbClr val="ECABB0"/>
            </a:solidFill>
            <a:ln>
              <a:noFill/>
            </a:ln>
          </p:spPr>
        </p:sp>
        <p:sp>
          <p:nvSpPr>
            <p:cNvPr id="6257" name="Heatmap cell r18 c54"/>
            <p:cNvSpPr/>
            <p:nvPr/>
          </p:nvSpPr>
          <p:spPr>
            <a:xfrm>
              <a:off x="992395" y="473471"/>
              <a:ext cx="19034" cy="26609"/>
            </a:xfrm>
            <a:prstGeom prst="rect">
              <a:avLst/>
            </a:prstGeom>
            <a:solidFill>
              <a:srgbClr val="F4CDD0"/>
            </a:solidFill>
            <a:ln>
              <a:noFill/>
            </a:ln>
          </p:spPr>
        </p:sp>
        <p:sp>
          <p:nvSpPr>
            <p:cNvPr id="6258" name="Heatmap cell r18 c56"/>
            <p:cNvSpPr/>
            <p:nvPr/>
          </p:nvSpPr>
          <p:spPr>
            <a:xfrm>
              <a:off x="1028379" y="473471"/>
              <a:ext cx="19034" cy="26609"/>
            </a:xfrm>
            <a:prstGeom prst="rect">
              <a:avLst/>
            </a:prstGeom>
            <a:solidFill>
              <a:srgbClr val="B6C7D9"/>
            </a:solidFill>
            <a:ln>
              <a:noFill/>
            </a:ln>
          </p:spPr>
        </p:sp>
        <p:sp>
          <p:nvSpPr>
            <p:cNvPr id="6259" name="Heatmap cell r18 c57"/>
            <p:cNvSpPr/>
            <p:nvPr/>
          </p:nvSpPr>
          <p:spPr>
            <a:xfrm>
              <a:off x="1047318" y="473471"/>
              <a:ext cx="17140" cy="26609"/>
            </a:xfrm>
            <a:prstGeom prst="rect">
              <a:avLst/>
            </a:prstGeom>
            <a:solidFill>
              <a:srgbClr val="C2D0DE"/>
            </a:solidFill>
            <a:ln>
              <a:noFill/>
            </a:ln>
          </p:spPr>
        </p:sp>
        <p:sp>
          <p:nvSpPr>
            <p:cNvPr id="6260" name="Heatmap cell r18 c58"/>
            <p:cNvSpPr/>
            <p:nvPr/>
          </p:nvSpPr>
          <p:spPr>
            <a:xfrm>
              <a:off x="1064363" y="473471"/>
              <a:ext cx="19034" cy="26609"/>
            </a:xfrm>
            <a:prstGeom prst="rect">
              <a:avLst/>
            </a:prstGeom>
            <a:solidFill>
              <a:srgbClr val="DD5D68"/>
            </a:solidFill>
            <a:ln>
              <a:noFill/>
            </a:ln>
          </p:spPr>
        </p:sp>
        <p:sp>
          <p:nvSpPr>
            <p:cNvPr id="6261" name="Heatmap cell r18 c59"/>
            <p:cNvSpPr/>
            <p:nvPr/>
          </p:nvSpPr>
          <p:spPr>
            <a:xfrm>
              <a:off x="1083301" y="473471"/>
              <a:ext cx="17140" cy="26609"/>
            </a:xfrm>
            <a:prstGeom prst="rect">
              <a:avLst/>
            </a:prstGeom>
            <a:solidFill>
              <a:srgbClr val="ECA8AE"/>
            </a:solidFill>
            <a:ln>
              <a:noFill/>
            </a:ln>
          </p:spPr>
        </p:sp>
        <p:sp>
          <p:nvSpPr>
            <p:cNvPr id="6262" name="Heatmap cell r18 c60"/>
            <p:cNvSpPr/>
            <p:nvPr/>
          </p:nvSpPr>
          <p:spPr>
            <a:xfrm>
              <a:off x="1100346" y="473471"/>
              <a:ext cx="19034" cy="26609"/>
            </a:xfrm>
            <a:prstGeom prst="rect">
              <a:avLst/>
            </a:prstGeom>
            <a:solidFill>
              <a:srgbClr val="F2C8CD"/>
            </a:solidFill>
            <a:ln>
              <a:noFill/>
            </a:ln>
          </p:spPr>
        </p:sp>
        <p:sp>
          <p:nvSpPr>
            <p:cNvPr id="6263" name="Heatmap cell r18 c61"/>
            <p:cNvSpPr/>
            <p:nvPr/>
          </p:nvSpPr>
          <p:spPr>
            <a:xfrm>
              <a:off x="1119285" y="473471"/>
              <a:ext cx="19034" cy="26609"/>
            </a:xfrm>
            <a:prstGeom prst="rect">
              <a:avLst/>
            </a:prstGeom>
            <a:solidFill>
              <a:srgbClr val="EDACB3"/>
            </a:solidFill>
            <a:ln>
              <a:noFill/>
            </a:ln>
          </p:spPr>
        </p:sp>
        <p:sp>
          <p:nvSpPr>
            <p:cNvPr id="6264" name="Heatmap cell r18 c62"/>
            <p:cNvSpPr/>
            <p:nvPr/>
          </p:nvSpPr>
          <p:spPr>
            <a:xfrm>
              <a:off x="1138224" y="473471"/>
              <a:ext cx="17140" cy="26609"/>
            </a:xfrm>
            <a:prstGeom prst="rect">
              <a:avLst/>
            </a:prstGeom>
            <a:solidFill>
              <a:srgbClr val="F3C7CC"/>
            </a:solidFill>
            <a:ln>
              <a:noFill/>
            </a:ln>
          </p:spPr>
        </p:sp>
        <p:sp>
          <p:nvSpPr>
            <p:cNvPr id="6265" name="Heatmap cell r18 c63"/>
            <p:cNvSpPr/>
            <p:nvPr/>
          </p:nvSpPr>
          <p:spPr>
            <a:xfrm>
              <a:off x="1155269" y="473471"/>
              <a:ext cx="19034" cy="26609"/>
            </a:xfrm>
            <a:prstGeom prst="rect">
              <a:avLst/>
            </a:prstGeom>
            <a:solidFill>
              <a:srgbClr val="BECFDD"/>
            </a:solidFill>
            <a:ln>
              <a:noFill/>
            </a:ln>
          </p:spPr>
        </p:sp>
        <p:sp>
          <p:nvSpPr>
            <p:cNvPr id="6266" name="Heatmap cell r18 c64"/>
            <p:cNvSpPr/>
            <p:nvPr/>
          </p:nvSpPr>
          <p:spPr>
            <a:xfrm>
              <a:off x="1174208" y="473471"/>
              <a:ext cx="17140" cy="26609"/>
            </a:xfrm>
            <a:prstGeom prst="rect">
              <a:avLst/>
            </a:prstGeom>
            <a:solidFill>
              <a:srgbClr val="EBA3AA"/>
            </a:solidFill>
            <a:ln>
              <a:noFill/>
            </a:ln>
          </p:spPr>
        </p:sp>
        <p:sp>
          <p:nvSpPr>
            <p:cNvPr id="6267" name="Heatmap cell r18 c65"/>
            <p:cNvSpPr/>
            <p:nvPr/>
          </p:nvSpPr>
          <p:spPr>
            <a:xfrm>
              <a:off x="1191253" y="473471"/>
              <a:ext cx="19034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6268" name="Heatmap cell r18 c66"/>
            <p:cNvSpPr/>
            <p:nvPr/>
          </p:nvSpPr>
          <p:spPr>
            <a:xfrm>
              <a:off x="1210192" y="473471"/>
              <a:ext cx="17140" cy="26609"/>
            </a:xfrm>
            <a:prstGeom prst="rect">
              <a:avLst/>
            </a:prstGeom>
            <a:solidFill>
              <a:srgbClr val="A3B9CF"/>
            </a:solidFill>
            <a:ln>
              <a:noFill/>
            </a:ln>
          </p:spPr>
        </p:sp>
        <p:sp>
          <p:nvSpPr>
            <p:cNvPr id="6269" name="Heatmap cell r18 c67"/>
            <p:cNvSpPr/>
            <p:nvPr/>
          </p:nvSpPr>
          <p:spPr>
            <a:xfrm>
              <a:off x="1227236" y="473471"/>
              <a:ext cx="19034" cy="26609"/>
            </a:xfrm>
            <a:prstGeom prst="rect">
              <a:avLst/>
            </a:prstGeom>
            <a:solidFill>
              <a:srgbClr val="EDADB4"/>
            </a:solidFill>
            <a:ln>
              <a:noFill/>
            </a:ln>
          </p:spPr>
        </p:sp>
        <p:sp>
          <p:nvSpPr>
            <p:cNvPr id="6270" name="Heatmap cell r18 c68"/>
            <p:cNvSpPr/>
            <p:nvPr/>
          </p:nvSpPr>
          <p:spPr>
            <a:xfrm>
              <a:off x="1246175" y="473471"/>
              <a:ext cx="17140" cy="26609"/>
            </a:xfrm>
            <a:prstGeom prst="rect">
              <a:avLst/>
            </a:prstGeom>
            <a:solidFill>
              <a:srgbClr val="D5424E"/>
            </a:solidFill>
            <a:ln>
              <a:noFill/>
            </a:ln>
          </p:spPr>
        </p:sp>
        <p:sp>
          <p:nvSpPr>
            <p:cNvPr id="6271" name="Heatmap cell r18 c69"/>
            <p:cNvSpPr/>
            <p:nvPr/>
          </p:nvSpPr>
          <p:spPr>
            <a:xfrm>
              <a:off x="1263220" y="473471"/>
              <a:ext cx="19034" cy="26609"/>
            </a:xfrm>
            <a:prstGeom prst="rect">
              <a:avLst/>
            </a:prstGeom>
            <a:solidFill>
              <a:srgbClr val="F8E1E3"/>
            </a:solidFill>
            <a:ln>
              <a:noFill/>
            </a:ln>
          </p:spPr>
        </p:sp>
        <p:sp>
          <p:nvSpPr>
            <p:cNvPr id="6272" name="Heatmap cell r18 c70"/>
            <p:cNvSpPr/>
            <p:nvPr/>
          </p:nvSpPr>
          <p:spPr>
            <a:xfrm>
              <a:off x="1282159" y="473471"/>
              <a:ext cx="17140" cy="26609"/>
            </a:xfrm>
            <a:prstGeom prst="rect">
              <a:avLst/>
            </a:prstGeom>
            <a:solidFill>
              <a:srgbClr val="ECF0F6"/>
            </a:solidFill>
            <a:ln>
              <a:noFill/>
            </a:ln>
          </p:spPr>
        </p:sp>
        <p:sp>
          <p:nvSpPr>
            <p:cNvPr id="6273" name="Heatmap cell r18 c71"/>
            <p:cNvSpPr/>
            <p:nvPr/>
          </p:nvSpPr>
          <p:spPr>
            <a:xfrm>
              <a:off x="1299204" y="473471"/>
              <a:ext cx="19034" cy="26609"/>
            </a:xfrm>
            <a:prstGeom prst="rect">
              <a:avLst/>
            </a:prstGeom>
            <a:solidFill>
              <a:srgbClr val="DBE3EB"/>
            </a:solidFill>
            <a:ln>
              <a:noFill/>
            </a:ln>
          </p:spPr>
        </p:sp>
        <p:sp>
          <p:nvSpPr>
            <p:cNvPr id="6274" name="Heatmap cell r18 c72"/>
            <p:cNvSpPr/>
            <p:nvPr/>
          </p:nvSpPr>
          <p:spPr>
            <a:xfrm>
              <a:off x="1318143" y="473471"/>
              <a:ext cx="17140" cy="26609"/>
            </a:xfrm>
            <a:prstGeom prst="rect">
              <a:avLst/>
            </a:prstGeom>
            <a:solidFill>
              <a:srgbClr val="E17680"/>
            </a:solidFill>
            <a:ln>
              <a:noFill/>
            </a:ln>
          </p:spPr>
        </p:sp>
        <p:sp>
          <p:nvSpPr>
            <p:cNvPr id="6275" name="Heatmap cell r18 c73"/>
            <p:cNvSpPr/>
            <p:nvPr/>
          </p:nvSpPr>
          <p:spPr>
            <a:xfrm>
              <a:off x="1335188" y="473471"/>
              <a:ext cx="19034" cy="26609"/>
            </a:xfrm>
            <a:prstGeom prst="rect">
              <a:avLst/>
            </a:prstGeom>
            <a:solidFill>
              <a:srgbClr val="ABC0D2"/>
            </a:solidFill>
            <a:ln>
              <a:noFill/>
            </a:ln>
          </p:spPr>
        </p:sp>
        <p:sp>
          <p:nvSpPr>
            <p:cNvPr id="6276" name="Heatmap cell r18 c74"/>
            <p:cNvSpPr/>
            <p:nvPr/>
          </p:nvSpPr>
          <p:spPr>
            <a:xfrm>
              <a:off x="1354127" y="473471"/>
              <a:ext cx="17140" cy="26609"/>
            </a:xfrm>
            <a:prstGeom prst="rect">
              <a:avLst/>
            </a:prstGeom>
            <a:solidFill>
              <a:srgbClr val="F8DBDD"/>
            </a:solidFill>
            <a:ln>
              <a:noFill/>
            </a:ln>
          </p:spPr>
        </p:sp>
        <p:sp>
          <p:nvSpPr>
            <p:cNvPr id="6277" name="Heatmap cell r18 c75"/>
            <p:cNvSpPr/>
            <p:nvPr/>
          </p:nvSpPr>
          <p:spPr>
            <a:xfrm>
              <a:off x="1371172" y="473471"/>
              <a:ext cx="19034" cy="26609"/>
            </a:xfrm>
            <a:prstGeom prst="rect">
              <a:avLst/>
            </a:prstGeom>
            <a:solidFill>
              <a:srgbClr val="F5D1D4"/>
            </a:solidFill>
            <a:ln>
              <a:noFill/>
            </a:ln>
          </p:spPr>
        </p:sp>
        <p:sp>
          <p:nvSpPr>
            <p:cNvPr id="6278" name="Heatmap cell r18 c76"/>
            <p:cNvSpPr/>
            <p:nvPr/>
          </p:nvSpPr>
          <p:spPr>
            <a:xfrm>
              <a:off x="1390110" y="473471"/>
              <a:ext cx="19034" cy="26609"/>
            </a:xfrm>
            <a:prstGeom prst="rect">
              <a:avLst/>
            </a:prstGeom>
            <a:solidFill>
              <a:srgbClr val="ECABB0"/>
            </a:solidFill>
            <a:ln>
              <a:noFill/>
            </a:ln>
          </p:spPr>
        </p:sp>
        <p:sp>
          <p:nvSpPr>
            <p:cNvPr id="6279" name="Heatmap cell r18 c77"/>
            <p:cNvSpPr/>
            <p:nvPr/>
          </p:nvSpPr>
          <p:spPr>
            <a:xfrm>
              <a:off x="1409049" y="473471"/>
              <a:ext cx="17140" cy="26609"/>
            </a:xfrm>
            <a:prstGeom prst="rect">
              <a:avLst/>
            </a:prstGeom>
            <a:solidFill>
              <a:srgbClr val="F3C5C8"/>
            </a:solidFill>
            <a:ln>
              <a:noFill/>
            </a:ln>
          </p:spPr>
        </p:sp>
        <p:sp>
          <p:nvSpPr>
            <p:cNvPr id="6280" name="Heatmap cell r18 c78"/>
            <p:cNvSpPr/>
            <p:nvPr/>
          </p:nvSpPr>
          <p:spPr>
            <a:xfrm>
              <a:off x="1426094" y="473471"/>
              <a:ext cx="19034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6281" name="Heatmap cell r18 c79"/>
            <p:cNvSpPr/>
            <p:nvPr/>
          </p:nvSpPr>
          <p:spPr>
            <a:xfrm>
              <a:off x="1445033" y="473471"/>
              <a:ext cx="17140" cy="26609"/>
            </a:xfrm>
            <a:prstGeom prst="rect">
              <a:avLst/>
            </a:prstGeom>
            <a:solidFill>
              <a:srgbClr val="24588D"/>
            </a:solidFill>
            <a:ln>
              <a:noFill/>
            </a:ln>
          </p:spPr>
        </p:sp>
        <p:sp>
          <p:nvSpPr>
            <p:cNvPr id="6282" name="Heatmap cell r18 c80"/>
            <p:cNvSpPr/>
            <p:nvPr/>
          </p:nvSpPr>
          <p:spPr>
            <a:xfrm>
              <a:off x="1462078" y="473471"/>
              <a:ext cx="19034" cy="26609"/>
            </a:xfrm>
            <a:prstGeom prst="rect">
              <a:avLst/>
            </a:prstGeom>
            <a:solidFill>
              <a:srgbClr val="DDE4EC"/>
            </a:solidFill>
            <a:ln>
              <a:noFill/>
            </a:ln>
          </p:spPr>
        </p:sp>
        <p:sp>
          <p:nvSpPr>
            <p:cNvPr id="6283" name="Heatmap cell r18 c81"/>
            <p:cNvSpPr/>
            <p:nvPr/>
          </p:nvSpPr>
          <p:spPr>
            <a:xfrm>
              <a:off x="1481017" y="473471"/>
              <a:ext cx="17140" cy="26609"/>
            </a:xfrm>
            <a:prstGeom prst="rect">
              <a:avLst/>
            </a:prstGeom>
            <a:solidFill>
              <a:srgbClr val="CFDAE4"/>
            </a:solidFill>
            <a:ln>
              <a:noFill/>
            </a:ln>
          </p:spPr>
        </p:sp>
        <p:sp>
          <p:nvSpPr>
            <p:cNvPr id="6284" name="Heatmap cell r18 c83"/>
            <p:cNvSpPr/>
            <p:nvPr/>
          </p:nvSpPr>
          <p:spPr>
            <a:xfrm>
              <a:off x="1517001" y="473471"/>
              <a:ext cx="17140" cy="26609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6285" name="Heatmap cell r18 c84"/>
            <p:cNvSpPr/>
            <p:nvPr/>
          </p:nvSpPr>
          <p:spPr>
            <a:xfrm>
              <a:off x="1534046" y="473471"/>
              <a:ext cx="19034" cy="26609"/>
            </a:xfrm>
            <a:prstGeom prst="rect">
              <a:avLst/>
            </a:prstGeom>
            <a:solidFill>
              <a:srgbClr val="ECABB0"/>
            </a:solidFill>
            <a:ln>
              <a:noFill/>
            </a:ln>
          </p:spPr>
        </p:sp>
        <p:sp>
          <p:nvSpPr>
            <p:cNvPr id="6286" name="Heatmap cell r18 c85"/>
            <p:cNvSpPr/>
            <p:nvPr/>
          </p:nvSpPr>
          <p:spPr>
            <a:xfrm>
              <a:off x="1552984" y="473471"/>
              <a:ext cx="17140" cy="26609"/>
            </a:xfrm>
            <a:prstGeom prst="rect">
              <a:avLst/>
            </a:prstGeom>
            <a:solidFill>
              <a:srgbClr val="D6E0EA"/>
            </a:solidFill>
            <a:ln>
              <a:noFill/>
            </a:ln>
          </p:spPr>
        </p:sp>
        <p:sp>
          <p:nvSpPr>
            <p:cNvPr id="6287" name="Heatmap cell r18 c86"/>
            <p:cNvSpPr/>
            <p:nvPr/>
          </p:nvSpPr>
          <p:spPr>
            <a:xfrm>
              <a:off x="1570029" y="473471"/>
              <a:ext cx="19034" cy="26609"/>
            </a:xfrm>
            <a:prstGeom prst="rect">
              <a:avLst/>
            </a:prstGeom>
            <a:solidFill>
              <a:srgbClr val="F1C4C7"/>
            </a:solidFill>
            <a:ln>
              <a:noFill/>
            </a:ln>
          </p:spPr>
        </p:sp>
        <p:sp>
          <p:nvSpPr>
            <p:cNvPr id="6288" name="Heatmap cell r18 c87"/>
            <p:cNvSpPr/>
            <p:nvPr/>
          </p:nvSpPr>
          <p:spPr>
            <a:xfrm>
              <a:off x="1588968" y="473471"/>
              <a:ext cx="17140" cy="26609"/>
            </a:xfrm>
            <a:prstGeom prst="rect">
              <a:avLst/>
            </a:prstGeom>
            <a:solidFill>
              <a:srgbClr val="DDE4EC"/>
            </a:solidFill>
            <a:ln>
              <a:noFill/>
            </a:ln>
          </p:spPr>
        </p:sp>
        <p:sp>
          <p:nvSpPr>
            <p:cNvPr id="6289" name="Heatmap cell r18 c88"/>
            <p:cNvSpPr/>
            <p:nvPr/>
          </p:nvSpPr>
          <p:spPr>
            <a:xfrm>
              <a:off x="1606013" y="473471"/>
              <a:ext cx="19034" cy="26609"/>
            </a:xfrm>
            <a:prstGeom prst="rect">
              <a:avLst/>
            </a:prstGeom>
            <a:solidFill>
              <a:srgbClr val="EBA4AC"/>
            </a:solidFill>
            <a:ln>
              <a:noFill/>
            </a:ln>
          </p:spPr>
        </p:sp>
        <p:sp>
          <p:nvSpPr>
            <p:cNvPr id="6290" name="Heatmap cell r18 c89"/>
            <p:cNvSpPr/>
            <p:nvPr/>
          </p:nvSpPr>
          <p:spPr>
            <a:xfrm>
              <a:off x="1624952" y="473471"/>
              <a:ext cx="19034" cy="26609"/>
            </a:xfrm>
            <a:prstGeom prst="rect">
              <a:avLst/>
            </a:prstGeom>
            <a:solidFill>
              <a:srgbClr val="EEB1B7"/>
            </a:solidFill>
            <a:ln>
              <a:noFill/>
            </a:ln>
          </p:spPr>
        </p:sp>
        <p:sp>
          <p:nvSpPr>
            <p:cNvPr id="6291" name="Heatmap cell r18 c90"/>
            <p:cNvSpPr/>
            <p:nvPr/>
          </p:nvSpPr>
          <p:spPr>
            <a:xfrm>
              <a:off x="1643891" y="473471"/>
              <a:ext cx="17140" cy="26609"/>
            </a:xfrm>
            <a:prstGeom prst="rect">
              <a:avLst/>
            </a:prstGeom>
            <a:solidFill>
              <a:srgbClr val="E9969F"/>
            </a:solidFill>
            <a:ln>
              <a:noFill/>
            </a:ln>
          </p:spPr>
        </p:sp>
        <p:sp>
          <p:nvSpPr>
            <p:cNvPr id="6292" name="Heatmap cell r18 c91"/>
            <p:cNvSpPr/>
            <p:nvPr/>
          </p:nvSpPr>
          <p:spPr>
            <a:xfrm>
              <a:off x="1660936" y="473471"/>
              <a:ext cx="19034" cy="26609"/>
            </a:xfrm>
            <a:prstGeom prst="rect">
              <a:avLst/>
            </a:prstGeom>
            <a:solidFill>
              <a:srgbClr val="E78993"/>
            </a:solidFill>
            <a:ln>
              <a:noFill/>
            </a:ln>
          </p:spPr>
        </p:sp>
        <p:sp>
          <p:nvSpPr>
            <p:cNvPr id="6293" name="Heatmap cell r18 c92"/>
            <p:cNvSpPr/>
            <p:nvPr/>
          </p:nvSpPr>
          <p:spPr>
            <a:xfrm>
              <a:off x="1679875" y="473471"/>
              <a:ext cx="17140" cy="26609"/>
            </a:xfrm>
            <a:prstGeom prst="rect">
              <a:avLst/>
            </a:prstGeom>
            <a:solidFill>
              <a:srgbClr val="F0F5F8"/>
            </a:solidFill>
            <a:ln>
              <a:noFill/>
            </a:ln>
          </p:spPr>
        </p:sp>
        <p:sp>
          <p:nvSpPr>
            <p:cNvPr id="6294" name="Heatmap cell r18 c93"/>
            <p:cNvSpPr/>
            <p:nvPr/>
          </p:nvSpPr>
          <p:spPr>
            <a:xfrm>
              <a:off x="1696920" y="473471"/>
              <a:ext cx="19034" cy="26609"/>
            </a:xfrm>
            <a:prstGeom prst="rect">
              <a:avLst/>
            </a:prstGeom>
            <a:solidFill>
              <a:srgbClr val="F3C5C8"/>
            </a:solidFill>
            <a:ln>
              <a:noFill/>
            </a:ln>
          </p:spPr>
        </p:sp>
        <p:sp>
          <p:nvSpPr>
            <p:cNvPr id="6295" name="Heatmap cell r18 c94"/>
            <p:cNvSpPr/>
            <p:nvPr/>
          </p:nvSpPr>
          <p:spPr>
            <a:xfrm>
              <a:off x="1715858" y="473471"/>
              <a:ext cx="17140" cy="26609"/>
            </a:xfrm>
            <a:prstGeom prst="rect">
              <a:avLst/>
            </a:prstGeom>
            <a:solidFill>
              <a:srgbClr val="FBF3F4"/>
            </a:solidFill>
            <a:ln>
              <a:noFill/>
            </a:ln>
          </p:spPr>
        </p:sp>
        <p:sp>
          <p:nvSpPr>
            <p:cNvPr id="6296" name="Heatmap cell r18 c95"/>
            <p:cNvSpPr/>
            <p:nvPr/>
          </p:nvSpPr>
          <p:spPr>
            <a:xfrm>
              <a:off x="1732903" y="473471"/>
              <a:ext cx="19034" cy="26609"/>
            </a:xfrm>
            <a:prstGeom prst="rect">
              <a:avLst/>
            </a:prstGeom>
            <a:solidFill>
              <a:srgbClr val="CFDAE4"/>
            </a:solidFill>
            <a:ln>
              <a:noFill/>
            </a:ln>
          </p:spPr>
        </p:sp>
        <p:sp>
          <p:nvSpPr>
            <p:cNvPr id="6297" name="Heatmap cell r18 c96"/>
            <p:cNvSpPr/>
            <p:nvPr/>
          </p:nvSpPr>
          <p:spPr>
            <a:xfrm>
              <a:off x="1751842" y="473471"/>
              <a:ext cx="17140" cy="26609"/>
            </a:xfrm>
            <a:prstGeom prst="rect">
              <a:avLst/>
            </a:prstGeom>
            <a:solidFill>
              <a:srgbClr val="DA4855"/>
            </a:solidFill>
            <a:ln>
              <a:noFill/>
            </a:ln>
          </p:spPr>
        </p:sp>
        <p:sp>
          <p:nvSpPr>
            <p:cNvPr id="6298" name="Heatmap cell r18 c97"/>
            <p:cNvSpPr/>
            <p:nvPr/>
          </p:nvSpPr>
          <p:spPr>
            <a:xfrm>
              <a:off x="1768887" y="473471"/>
              <a:ext cx="19034" cy="26609"/>
            </a:xfrm>
            <a:prstGeom prst="rect">
              <a:avLst/>
            </a:prstGeom>
            <a:solidFill>
              <a:srgbClr val="E1757E"/>
            </a:solidFill>
            <a:ln>
              <a:noFill/>
            </a:ln>
          </p:spPr>
        </p:sp>
        <p:sp>
          <p:nvSpPr>
            <p:cNvPr id="6299" name="Heatmap cell r18 c98"/>
            <p:cNvSpPr/>
            <p:nvPr/>
          </p:nvSpPr>
          <p:spPr>
            <a:xfrm>
              <a:off x="1787826" y="473471"/>
              <a:ext cx="17140" cy="26609"/>
            </a:xfrm>
            <a:prstGeom prst="rect">
              <a:avLst/>
            </a:prstGeom>
            <a:solidFill>
              <a:srgbClr val="E5858F"/>
            </a:solidFill>
            <a:ln>
              <a:noFill/>
            </a:ln>
          </p:spPr>
        </p:sp>
        <p:sp>
          <p:nvSpPr>
            <p:cNvPr id="6300" name="Heatmap cell r18 c99"/>
            <p:cNvSpPr/>
            <p:nvPr/>
          </p:nvSpPr>
          <p:spPr>
            <a:xfrm>
              <a:off x="1804871" y="473471"/>
              <a:ext cx="19034" cy="26609"/>
            </a:xfrm>
            <a:prstGeom prst="rect">
              <a:avLst/>
            </a:prstGeom>
            <a:solidFill>
              <a:srgbClr val="EEB1B7"/>
            </a:solidFill>
            <a:ln>
              <a:noFill/>
            </a:ln>
          </p:spPr>
        </p:sp>
        <p:sp>
          <p:nvSpPr>
            <p:cNvPr id="6301" name="Heatmap cell r18 c100"/>
            <p:cNvSpPr/>
            <p:nvPr/>
          </p:nvSpPr>
          <p:spPr>
            <a:xfrm>
              <a:off x="1823810" y="473471"/>
              <a:ext cx="17140" cy="26609"/>
            </a:xfrm>
            <a:prstGeom prst="rect">
              <a:avLst/>
            </a:prstGeom>
            <a:solidFill>
              <a:srgbClr val="EDAEB5"/>
            </a:solidFill>
            <a:ln>
              <a:noFill/>
            </a:ln>
          </p:spPr>
        </p:sp>
        <p:sp>
          <p:nvSpPr>
            <p:cNvPr id="6302" name="Heatmap cell r18 c101"/>
            <p:cNvSpPr/>
            <p:nvPr/>
          </p:nvSpPr>
          <p:spPr>
            <a:xfrm>
              <a:off x="1840855" y="473471"/>
              <a:ext cx="19034" cy="26609"/>
            </a:xfrm>
            <a:prstGeom prst="rect">
              <a:avLst/>
            </a:prstGeom>
            <a:solidFill>
              <a:srgbClr val="EFB8BD"/>
            </a:solidFill>
            <a:ln>
              <a:noFill/>
            </a:ln>
          </p:spPr>
        </p:sp>
        <p:sp>
          <p:nvSpPr>
            <p:cNvPr id="6303" name="Heatmap cell r18 c102"/>
            <p:cNvSpPr/>
            <p:nvPr/>
          </p:nvSpPr>
          <p:spPr>
            <a:xfrm>
              <a:off x="1859794" y="473471"/>
              <a:ext cx="19034" cy="26609"/>
            </a:xfrm>
            <a:prstGeom prst="rect">
              <a:avLst/>
            </a:prstGeom>
            <a:solidFill>
              <a:srgbClr val="EDB0B6"/>
            </a:solidFill>
            <a:ln>
              <a:noFill/>
            </a:ln>
          </p:spPr>
        </p:sp>
        <p:sp>
          <p:nvSpPr>
            <p:cNvPr id="6304" name="Heatmap cell r18 c103"/>
            <p:cNvSpPr/>
            <p:nvPr/>
          </p:nvSpPr>
          <p:spPr>
            <a:xfrm>
              <a:off x="1878732" y="473471"/>
              <a:ext cx="17140" cy="26609"/>
            </a:xfrm>
            <a:prstGeom prst="rect">
              <a:avLst/>
            </a:prstGeom>
            <a:solidFill>
              <a:srgbClr val="EFB9BE"/>
            </a:solidFill>
            <a:ln>
              <a:noFill/>
            </a:ln>
          </p:spPr>
        </p:sp>
        <p:sp>
          <p:nvSpPr>
            <p:cNvPr id="6305" name="Heatmap cell r18 c104"/>
            <p:cNvSpPr/>
            <p:nvPr/>
          </p:nvSpPr>
          <p:spPr>
            <a:xfrm>
              <a:off x="1895777" y="473471"/>
              <a:ext cx="19034" cy="26609"/>
            </a:xfrm>
            <a:prstGeom prst="rect">
              <a:avLst/>
            </a:prstGeom>
            <a:solidFill>
              <a:srgbClr val="DA4856"/>
            </a:solidFill>
            <a:ln>
              <a:noFill/>
            </a:ln>
          </p:spPr>
        </p:sp>
        <p:sp>
          <p:nvSpPr>
            <p:cNvPr id="6306" name="Heatmap cell r18 c105"/>
            <p:cNvSpPr/>
            <p:nvPr/>
          </p:nvSpPr>
          <p:spPr>
            <a:xfrm>
              <a:off x="1914716" y="473471"/>
              <a:ext cx="17140" cy="26609"/>
            </a:xfrm>
            <a:prstGeom prst="rect">
              <a:avLst/>
            </a:prstGeom>
            <a:solidFill>
              <a:srgbClr val="F3C5CA"/>
            </a:solidFill>
            <a:ln>
              <a:noFill/>
            </a:ln>
          </p:spPr>
        </p:sp>
        <p:sp>
          <p:nvSpPr>
            <p:cNvPr id="6307" name="Heatmap cell r18 c106"/>
            <p:cNvSpPr/>
            <p:nvPr/>
          </p:nvSpPr>
          <p:spPr>
            <a:xfrm>
              <a:off x="1931761" y="473471"/>
              <a:ext cx="19034" cy="26609"/>
            </a:xfrm>
            <a:prstGeom prst="rect">
              <a:avLst/>
            </a:prstGeom>
            <a:solidFill>
              <a:srgbClr val="95AEC7"/>
            </a:solidFill>
            <a:ln>
              <a:noFill/>
            </a:ln>
          </p:spPr>
        </p:sp>
        <p:sp>
          <p:nvSpPr>
            <p:cNvPr id="6308" name="Heatmap cell r18 c107"/>
            <p:cNvSpPr/>
            <p:nvPr/>
          </p:nvSpPr>
          <p:spPr>
            <a:xfrm>
              <a:off x="1950700" y="473471"/>
              <a:ext cx="17140" cy="26609"/>
            </a:xfrm>
            <a:prstGeom prst="rect">
              <a:avLst/>
            </a:prstGeom>
            <a:solidFill>
              <a:srgbClr val="C3D1DF"/>
            </a:solidFill>
            <a:ln>
              <a:noFill/>
            </a:ln>
          </p:spPr>
        </p:sp>
        <p:sp>
          <p:nvSpPr>
            <p:cNvPr id="6309" name="Heatmap cell r18 c108"/>
            <p:cNvSpPr/>
            <p:nvPr/>
          </p:nvSpPr>
          <p:spPr>
            <a:xfrm>
              <a:off x="1967745" y="473471"/>
              <a:ext cx="19034" cy="26609"/>
            </a:xfrm>
            <a:prstGeom prst="rect">
              <a:avLst/>
            </a:prstGeom>
            <a:solidFill>
              <a:srgbClr val="DB525F"/>
            </a:solidFill>
            <a:ln>
              <a:noFill/>
            </a:ln>
          </p:spPr>
        </p:sp>
        <p:sp>
          <p:nvSpPr>
            <p:cNvPr id="6310" name="Heatmap cell r18 c109"/>
            <p:cNvSpPr/>
            <p:nvPr/>
          </p:nvSpPr>
          <p:spPr>
            <a:xfrm>
              <a:off x="1986684" y="473471"/>
              <a:ext cx="17140" cy="26609"/>
            </a:xfrm>
            <a:prstGeom prst="rect">
              <a:avLst/>
            </a:prstGeom>
            <a:solidFill>
              <a:srgbClr val="F5D0D3"/>
            </a:solidFill>
            <a:ln>
              <a:noFill/>
            </a:ln>
          </p:spPr>
        </p:sp>
        <p:sp>
          <p:nvSpPr>
            <p:cNvPr id="6311" name="Heatmap cell r18 c110"/>
            <p:cNvSpPr/>
            <p:nvPr/>
          </p:nvSpPr>
          <p:spPr>
            <a:xfrm>
              <a:off x="2003729" y="473471"/>
              <a:ext cx="19034" cy="26609"/>
            </a:xfrm>
            <a:prstGeom prst="rect">
              <a:avLst/>
            </a:prstGeom>
            <a:solidFill>
              <a:srgbClr val="E6878F"/>
            </a:solidFill>
            <a:ln>
              <a:noFill/>
            </a:ln>
          </p:spPr>
        </p:sp>
        <p:sp>
          <p:nvSpPr>
            <p:cNvPr id="6312" name="Heatmap cell r18 c111"/>
            <p:cNvSpPr/>
            <p:nvPr/>
          </p:nvSpPr>
          <p:spPr>
            <a:xfrm>
              <a:off x="2022668" y="473471"/>
              <a:ext cx="17140" cy="26609"/>
            </a:xfrm>
            <a:prstGeom prst="rect">
              <a:avLst/>
            </a:prstGeom>
            <a:solidFill>
              <a:srgbClr val="D7E1EB"/>
            </a:solidFill>
            <a:ln>
              <a:noFill/>
            </a:ln>
          </p:spPr>
        </p:sp>
        <p:sp>
          <p:nvSpPr>
            <p:cNvPr id="6313" name="Heatmap cell r18 c112"/>
            <p:cNvSpPr/>
            <p:nvPr/>
          </p:nvSpPr>
          <p:spPr>
            <a:xfrm>
              <a:off x="2039712" y="473471"/>
              <a:ext cx="19034" cy="26609"/>
            </a:xfrm>
            <a:prstGeom prst="rect">
              <a:avLst/>
            </a:prstGeom>
            <a:solidFill>
              <a:srgbClr val="EBF0F6"/>
            </a:solidFill>
            <a:ln>
              <a:noFill/>
            </a:ln>
          </p:spPr>
        </p:sp>
        <p:sp>
          <p:nvSpPr>
            <p:cNvPr id="6314" name="Heatmap cell r18 c113"/>
            <p:cNvSpPr/>
            <p:nvPr/>
          </p:nvSpPr>
          <p:spPr>
            <a:xfrm>
              <a:off x="2058651" y="473471"/>
              <a:ext cx="17140" cy="26609"/>
            </a:xfrm>
            <a:prstGeom prst="rect">
              <a:avLst/>
            </a:prstGeom>
            <a:solidFill>
              <a:srgbClr val="E9EDF3"/>
            </a:solidFill>
            <a:ln>
              <a:noFill/>
            </a:ln>
          </p:spPr>
        </p:sp>
        <p:sp>
          <p:nvSpPr>
            <p:cNvPr id="6315" name="Heatmap cell r18 c114"/>
            <p:cNvSpPr/>
            <p:nvPr/>
          </p:nvSpPr>
          <p:spPr>
            <a:xfrm>
              <a:off x="2075696" y="473471"/>
              <a:ext cx="19034" cy="26609"/>
            </a:xfrm>
            <a:prstGeom prst="rect">
              <a:avLst/>
            </a:prstGeom>
            <a:solidFill>
              <a:srgbClr val="EEB1B8"/>
            </a:solidFill>
            <a:ln>
              <a:noFill/>
            </a:ln>
          </p:spPr>
        </p:sp>
        <p:sp>
          <p:nvSpPr>
            <p:cNvPr id="6316" name="Heatmap cell r18 c115"/>
            <p:cNvSpPr/>
            <p:nvPr/>
          </p:nvSpPr>
          <p:spPr>
            <a:xfrm>
              <a:off x="2094635" y="473471"/>
              <a:ext cx="19034" cy="26609"/>
            </a:xfrm>
            <a:prstGeom prst="rect">
              <a:avLst/>
            </a:prstGeom>
            <a:solidFill>
              <a:srgbClr val="D2DDE7"/>
            </a:solidFill>
            <a:ln>
              <a:noFill/>
            </a:ln>
          </p:spPr>
        </p:sp>
        <p:sp>
          <p:nvSpPr>
            <p:cNvPr id="6317" name="Heatmap cell r18 c116"/>
            <p:cNvSpPr/>
            <p:nvPr/>
          </p:nvSpPr>
          <p:spPr>
            <a:xfrm>
              <a:off x="2113574" y="473471"/>
              <a:ext cx="17140" cy="26609"/>
            </a:xfrm>
            <a:prstGeom prst="rect">
              <a:avLst/>
            </a:prstGeom>
            <a:solidFill>
              <a:srgbClr val="F8DBDD"/>
            </a:solidFill>
            <a:ln>
              <a:noFill/>
            </a:ln>
          </p:spPr>
        </p:sp>
        <p:sp>
          <p:nvSpPr>
            <p:cNvPr id="6318" name="Heatmap cell r18 c117"/>
            <p:cNvSpPr/>
            <p:nvPr/>
          </p:nvSpPr>
          <p:spPr>
            <a:xfrm>
              <a:off x="2130619" y="473471"/>
              <a:ext cx="19034" cy="26609"/>
            </a:xfrm>
            <a:prstGeom prst="rect">
              <a:avLst/>
            </a:prstGeom>
            <a:solidFill>
              <a:srgbClr val="EBA3AB"/>
            </a:solidFill>
            <a:ln>
              <a:noFill/>
            </a:ln>
          </p:spPr>
        </p:sp>
        <p:sp>
          <p:nvSpPr>
            <p:cNvPr id="6319" name="Heatmap cell r18 c118"/>
            <p:cNvSpPr/>
            <p:nvPr/>
          </p:nvSpPr>
          <p:spPr>
            <a:xfrm>
              <a:off x="2149558" y="473471"/>
              <a:ext cx="17140" cy="26609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</p:sp>
        <p:sp>
          <p:nvSpPr>
            <p:cNvPr id="6320" name="Heatmap cell r18 c119"/>
            <p:cNvSpPr/>
            <p:nvPr/>
          </p:nvSpPr>
          <p:spPr>
            <a:xfrm>
              <a:off x="2166603" y="473471"/>
              <a:ext cx="19034" cy="26609"/>
            </a:xfrm>
            <a:prstGeom prst="rect">
              <a:avLst/>
            </a:prstGeom>
            <a:solidFill>
              <a:srgbClr val="F4CDD0"/>
            </a:solidFill>
            <a:ln>
              <a:noFill/>
            </a:ln>
          </p:spPr>
        </p:sp>
        <p:sp>
          <p:nvSpPr>
            <p:cNvPr id="6321" name="Heatmap cell r18 c120"/>
            <p:cNvSpPr/>
            <p:nvPr/>
          </p:nvSpPr>
          <p:spPr>
            <a:xfrm>
              <a:off x="2185542" y="473471"/>
              <a:ext cx="17140" cy="26609"/>
            </a:xfrm>
            <a:prstGeom prst="rect">
              <a:avLst/>
            </a:prstGeom>
            <a:solidFill>
              <a:srgbClr val="EBA6AC"/>
            </a:solidFill>
            <a:ln>
              <a:noFill/>
            </a:ln>
          </p:spPr>
        </p:sp>
        <p:sp>
          <p:nvSpPr>
            <p:cNvPr id="6322" name="Heatmap cell r18 c121"/>
            <p:cNvSpPr/>
            <p:nvPr/>
          </p:nvSpPr>
          <p:spPr>
            <a:xfrm>
              <a:off x="2202586" y="473471"/>
              <a:ext cx="19034" cy="26609"/>
            </a:xfrm>
            <a:prstGeom prst="rect">
              <a:avLst/>
            </a:prstGeom>
            <a:solidFill>
              <a:srgbClr val="E78D93"/>
            </a:solidFill>
            <a:ln>
              <a:noFill/>
            </a:ln>
          </p:spPr>
        </p:sp>
        <p:sp>
          <p:nvSpPr>
            <p:cNvPr id="6323" name="Heatmap cell r18 c122"/>
            <p:cNvSpPr/>
            <p:nvPr/>
          </p:nvSpPr>
          <p:spPr>
            <a:xfrm>
              <a:off x="2221525" y="473471"/>
              <a:ext cx="17140" cy="26609"/>
            </a:xfrm>
            <a:prstGeom prst="rect">
              <a:avLst/>
            </a:prstGeom>
            <a:solidFill>
              <a:srgbClr val="F4CED1"/>
            </a:solidFill>
            <a:ln>
              <a:noFill/>
            </a:ln>
          </p:spPr>
        </p:sp>
        <p:sp>
          <p:nvSpPr>
            <p:cNvPr id="6324" name="Heatmap cell r18 c123"/>
            <p:cNvSpPr/>
            <p:nvPr/>
          </p:nvSpPr>
          <p:spPr>
            <a:xfrm>
              <a:off x="2238570" y="473471"/>
              <a:ext cx="19034" cy="26609"/>
            </a:xfrm>
            <a:prstGeom prst="rect">
              <a:avLst/>
            </a:prstGeom>
            <a:solidFill>
              <a:srgbClr val="F0BDC2"/>
            </a:solidFill>
            <a:ln>
              <a:noFill/>
            </a:ln>
          </p:spPr>
        </p:sp>
        <p:sp>
          <p:nvSpPr>
            <p:cNvPr id="6325" name="Heatmap cell r18 c124"/>
            <p:cNvSpPr/>
            <p:nvPr/>
          </p:nvSpPr>
          <p:spPr>
            <a:xfrm>
              <a:off x="2257509" y="473471"/>
              <a:ext cx="17140" cy="26609"/>
            </a:xfrm>
            <a:prstGeom prst="rect">
              <a:avLst/>
            </a:prstGeom>
            <a:solidFill>
              <a:srgbClr val="EBA3AB"/>
            </a:solidFill>
            <a:ln>
              <a:noFill/>
            </a:ln>
          </p:spPr>
        </p:sp>
        <p:sp>
          <p:nvSpPr>
            <p:cNvPr id="6326" name="Heatmap cell r18 c125"/>
            <p:cNvSpPr/>
            <p:nvPr/>
          </p:nvSpPr>
          <p:spPr>
            <a:xfrm>
              <a:off x="2274554" y="473471"/>
              <a:ext cx="19034" cy="26609"/>
            </a:xfrm>
            <a:prstGeom prst="rect">
              <a:avLst/>
            </a:prstGeom>
            <a:solidFill>
              <a:srgbClr val="DE606D"/>
            </a:solidFill>
            <a:ln>
              <a:noFill/>
            </a:ln>
          </p:spPr>
        </p:sp>
        <p:sp>
          <p:nvSpPr>
            <p:cNvPr id="6327" name="Heatmap cell r18 c126"/>
            <p:cNvSpPr/>
            <p:nvPr/>
          </p:nvSpPr>
          <p:spPr>
            <a:xfrm>
              <a:off x="2293493" y="473471"/>
              <a:ext cx="17140" cy="26609"/>
            </a:xfrm>
            <a:prstGeom prst="rect">
              <a:avLst/>
            </a:prstGeom>
            <a:solidFill>
              <a:srgbClr val="F0BCC3"/>
            </a:solidFill>
            <a:ln>
              <a:noFill/>
            </a:ln>
          </p:spPr>
        </p:sp>
        <p:sp>
          <p:nvSpPr>
            <p:cNvPr id="6328" name="Heatmap cell r18 c127"/>
            <p:cNvSpPr/>
            <p:nvPr/>
          </p:nvSpPr>
          <p:spPr>
            <a:xfrm>
              <a:off x="2310538" y="473471"/>
              <a:ext cx="19034" cy="26609"/>
            </a:xfrm>
            <a:prstGeom prst="rect">
              <a:avLst/>
            </a:prstGeom>
            <a:solidFill>
              <a:srgbClr val="F0BBC2"/>
            </a:solidFill>
            <a:ln>
              <a:noFill/>
            </a:ln>
          </p:spPr>
        </p:sp>
        <p:sp>
          <p:nvSpPr>
            <p:cNvPr id="6329" name="Heatmap cell r18 c128"/>
            <p:cNvSpPr/>
            <p:nvPr/>
          </p:nvSpPr>
          <p:spPr>
            <a:xfrm>
              <a:off x="2329477" y="473471"/>
              <a:ext cx="19034" cy="26609"/>
            </a:xfrm>
            <a:prstGeom prst="rect">
              <a:avLst/>
            </a:prstGeom>
            <a:solidFill>
              <a:srgbClr val="ADC2D4"/>
            </a:solidFill>
            <a:ln>
              <a:noFill/>
            </a:ln>
          </p:spPr>
        </p:sp>
        <p:sp>
          <p:nvSpPr>
            <p:cNvPr id="6330" name="Heatmap cell r18 c129"/>
            <p:cNvSpPr/>
            <p:nvPr/>
          </p:nvSpPr>
          <p:spPr>
            <a:xfrm>
              <a:off x="2348416" y="473471"/>
              <a:ext cx="17140" cy="26609"/>
            </a:xfrm>
            <a:prstGeom prst="rect">
              <a:avLst/>
            </a:prstGeom>
            <a:solidFill>
              <a:srgbClr val="ECA0A8"/>
            </a:solidFill>
            <a:ln>
              <a:noFill/>
            </a:ln>
          </p:spPr>
        </p:sp>
        <p:sp>
          <p:nvSpPr>
            <p:cNvPr id="6331" name="Heatmap cell r18 c130"/>
            <p:cNvSpPr/>
            <p:nvPr/>
          </p:nvSpPr>
          <p:spPr>
            <a:xfrm>
              <a:off x="2365460" y="473471"/>
              <a:ext cx="19034" cy="26609"/>
            </a:xfrm>
            <a:prstGeom prst="rect">
              <a:avLst/>
            </a:prstGeom>
            <a:solidFill>
              <a:srgbClr val="E7929A"/>
            </a:solidFill>
            <a:ln>
              <a:noFill/>
            </a:ln>
          </p:spPr>
        </p:sp>
        <p:sp>
          <p:nvSpPr>
            <p:cNvPr id="6332" name="Heatmap cell r18 c131"/>
            <p:cNvSpPr/>
            <p:nvPr/>
          </p:nvSpPr>
          <p:spPr>
            <a:xfrm>
              <a:off x="2384399" y="473471"/>
              <a:ext cx="17140" cy="26609"/>
            </a:xfrm>
            <a:prstGeom prst="rect">
              <a:avLst/>
            </a:prstGeom>
            <a:solidFill>
              <a:srgbClr val="EFB8BC"/>
            </a:solidFill>
            <a:ln>
              <a:noFill/>
            </a:ln>
          </p:spPr>
        </p:sp>
        <p:sp>
          <p:nvSpPr>
            <p:cNvPr id="6333" name="Heatmap cell r18 c132"/>
            <p:cNvSpPr/>
            <p:nvPr/>
          </p:nvSpPr>
          <p:spPr>
            <a:xfrm>
              <a:off x="2401444" y="473471"/>
              <a:ext cx="19034" cy="26609"/>
            </a:xfrm>
            <a:prstGeom prst="rect">
              <a:avLst/>
            </a:prstGeom>
            <a:solidFill>
              <a:srgbClr val="EBEFF5"/>
            </a:solidFill>
            <a:ln>
              <a:noFill/>
            </a:ln>
          </p:spPr>
        </p:sp>
        <p:sp>
          <p:nvSpPr>
            <p:cNvPr id="6334" name="Heatmap cell r18 c133"/>
            <p:cNvSpPr/>
            <p:nvPr/>
          </p:nvSpPr>
          <p:spPr>
            <a:xfrm>
              <a:off x="2420383" y="473471"/>
              <a:ext cx="17140" cy="26609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6335" name="Heatmap cell r18 c134"/>
            <p:cNvSpPr/>
            <p:nvPr/>
          </p:nvSpPr>
          <p:spPr>
            <a:xfrm>
              <a:off x="2437428" y="473471"/>
              <a:ext cx="19034" cy="26609"/>
            </a:xfrm>
            <a:prstGeom prst="rect">
              <a:avLst/>
            </a:prstGeom>
            <a:solidFill>
              <a:srgbClr val="DCE3EB"/>
            </a:solidFill>
            <a:ln>
              <a:noFill/>
            </a:ln>
          </p:spPr>
        </p:sp>
        <p:sp>
          <p:nvSpPr>
            <p:cNvPr id="6336" name="Heatmap cell r18 c135"/>
            <p:cNvSpPr/>
            <p:nvPr/>
          </p:nvSpPr>
          <p:spPr>
            <a:xfrm>
              <a:off x="2456367" y="473471"/>
              <a:ext cx="17140" cy="26609"/>
            </a:xfrm>
            <a:prstGeom prst="rect">
              <a:avLst/>
            </a:prstGeom>
            <a:solidFill>
              <a:srgbClr val="EBA3AB"/>
            </a:solidFill>
            <a:ln>
              <a:noFill/>
            </a:ln>
          </p:spPr>
        </p:sp>
        <p:sp>
          <p:nvSpPr>
            <p:cNvPr id="6337" name="Heatmap cell r18 c136"/>
            <p:cNvSpPr/>
            <p:nvPr/>
          </p:nvSpPr>
          <p:spPr>
            <a:xfrm>
              <a:off x="2473412" y="473471"/>
              <a:ext cx="19034" cy="26609"/>
            </a:xfrm>
            <a:prstGeom prst="rect">
              <a:avLst/>
            </a:prstGeom>
            <a:solidFill>
              <a:srgbClr val="F0BBC2"/>
            </a:solidFill>
            <a:ln>
              <a:noFill/>
            </a:ln>
          </p:spPr>
        </p:sp>
        <p:sp>
          <p:nvSpPr>
            <p:cNvPr id="6338" name="Heatmap cell r18 c137"/>
            <p:cNvSpPr/>
            <p:nvPr/>
          </p:nvSpPr>
          <p:spPr>
            <a:xfrm>
              <a:off x="2492351" y="473471"/>
              <a:ext cx="17140" cy="26609"/>
            </a:xfrm>
            <a:prstGeom prst="rect">
              <a:avLst/>
            </a:prstGeom>
            <a:solidFill>
              <a:srgbClr val="F8E4E7"/>
            </a:solidFill>
            <a:ln>
              <a:noFill/>
            </a:ln>
          </p:spPr>
        </p:sp>
        <p:sp>
          <p:nvSpPr>
            <p:cNvPr id="6339" name="Heatmap cell r18 c138"/>
            <p:cNvSpPr/>
            <p:nvPr/>
          </p:nvSpPr>
          <p:spPr>
            <a:xfrm>
              <a:off x="2509396" y="473471"/>
              <a:ext cx="19034" cy="26609"/>
            </a:xfrm>
            <a:prstGeom prst="rect">
              <a:avLst/>
            </a:prstGeom>
            <a:solidFill>
              <a:srgbClr val="EB9FA7"/>
            </a:solidFill>
            <a:ln>
              <a:noFill/>
            </a:ln>
          </p:spPr>
        </p:sp>
        <p:sp>
          <p:nvSpPr>
            <p:cNvPr id="6340" name="Heatmap cell r18 c140"/>
            <p:cNvSpPr/>
            <p:nvPr/>
          </p:nvSpPr>
          <p:spPr>
            <a:xfrm>
              <a:off x="2545379" y="473471"/>
              <a:ext cx="19034" cy="26609"/>
            </a:xfrm>
            <a:prstGeom prst="rect">
              <a:avLst/>
            </a:prstGeom>
            <a:solidFill>
              <a:srgbClr val="F7D3D6"/>
            </a:solidFill>
            <a:ln>
              <a:noFill/>
            </a:ln>
          </p:spPr>
        </p:sp>
        <p:sp>
          <p:nvSpPr>
            <p:cNvPr id="6341" name="Heatmap cell r18 c141"/>
            <p:cNvSpPr/>
            <p:nvPr/>
          </p:nvSpPr>
          <p:spPr>
            <a:xfrm>
              <a:off x="2564318" y="473471"/>
              <a:ext cx="19034" cy="26609"/>
            </a:xfrm>
            <a:prstGeom prst="rect">
              <a:avLst/>
            </a:prstGeom>
            <a:solidFill>
              <a:srgbClr val="F8E9EA"/>
            </a:solidFill>
            <a:ln>
              <a:noFill/>
            </a:ln>
          </p:spPr>
        </p:sp>
        <p:sp>
          <p:nvSpPr>
            <p:cNvPr id="6342" name="Heatmap cell r18 c142"/>
            <p:cNvSpPr/>
            <p:nvPr/>
          </p:nvSpPr>
          <p:spPr>
            <a:xfrm>
              <a:off x="2583257" y="473471"/>
              <a:ext cx="17140" cy="26609"/>
            </a:xfrm>
            <a:prstGeom prst="rect">
              <a:avLst/>
            </a:prstGeom>
            <a:solidFill>
              <a:srgbClr val="E4848E"/>
            </a:solidFill>
            <a:ln>
              <a:noFill/>
            </a:ln>
          </p:spPr>
        </p:sp>
        <p:sp>
          <p:nvSpPr>
            <p:cNvPr id="6343" name="Heatmap cell r18 c144"/>
            <p:cNvSpPr/>
            <p:nvPr/>
          </p:nvSpPr>
          <p:spPr>
            <a:xfrm>
              <a:off x="2619241" y="473471"/>
              <a:ext cx="17140" cy="26609"/>
            </a:xfrm>
            <a:prstGeom prst="rect">
              <a:avLst/>
            </a:prstGeom>
            <a:solidFill>
              <a:srgbClr val="AFC4D5"/>
            </a:solidFill>
            <a:ln>
              <a:noFill/>
            </a:ln>
          </p:spPr>
        </p:sp>
        <p:sp>
          <p:nvSpPr>
            <p:cNvPr id="6344" name="Heatmap cell r18 c145"/>
            <p:cNvSpPr/>
            <p:nvPr/>
          </p:nvSpPr>
          <p:spPr>
            <a:xfrm>
              <a:off x="2636286" y="473471"/>
              <a:ext cx="19034" cy="26609"/>
            </a:xfrm>
            <a:prstGeom prst="rect">
              <a:avLst/>
            </a:prstGeom>
            <a:solidFill>
              <a:srgbClr val="CED9E4"/>
            </a:solidFill>
            <a:ln>
              <a:noFill/>
            </a:ln>
          </p:spPr>
        </p:sp>
        <p:sp>
          <p:nvSpPr>
            <p:cNvPr id="6345" name="Heatmap cell r18 c146"/>
            <p:cNvSpPr/>
            <p:nvPr/>
          </p:nvSpPr>
          <p:spPr>
            <a:xfrm>
              <a:off x="2655225" y="473471"/>
              <a:ext cx="17140" cy="26609"/>
            </a:xfrm>
            <a:prstGeom prst="rect">
              <a:avLst/>
            </a:prstGeom>
            <a:solidFill>
              <a:srgbClr val="A4BAD0"/>
            </a:solidFill>
            <a:ln>
              <a:noFill/>
            </a:ln>
          </p:spPr>
        </p:sp>
        <p:sp>
          <p:nvSpPr>
            <p:cNvPr id="6346" name="Heatmap cell r18 c147"/>
            <p:cNvSpPr/>
            <p:nvPr/>
          </p:nvSpPr>
          <p:spPr>
            <a:xfrm>
              <a:off x="2672270" y="473471"/>
              <a:ext cx="19034" cy="26609"/>
            </a:xfrm>
            <a:prstGeom prst="rect">
              <a:avLst/>
            </a:prstGeom>
            <a:solidFill>
              <a:srgbClr val="F3C7CC"/>
            </a:solidFill>
            <a:ln>
              <a:noFill/>
            </a:ln>
          </p:spPr>
        </p:sp>
        <p:sp>
          <p:nvSpPr>
            <p:cNvPr id="6347" name="Heatmap cell r18 c148"/>
            <p:cNvSpPr/>
            <p:nvPr/>
          </p:nvSpPr>
          <p:spPr>
            <a:xfrm>
              <a:off x="2691208" y="473471"/>
              <a:ext cx="17140" cy="26609"/>
            </a:xfrm>
            <a:prstGeom prst="rect">
              <a:avLst/>
            </a:prstGeom>
            <a:solidFill>
              <a:srgbClr val="E9EDF3"/>
            </a:solidFill>
            <a:ln>
              <a:noFill/>
            </a:ln>
          </p:spPr>
        </p:sp>
        <p:sp>
          <p:nvSpPr>
            <p:cNvPr id="6348" name="Heatmap cell r18 c149"/>
            <p:cNvSpPr/>
            <p:nvPr/>
          </p:nvSpPr>
          <p:spPr>
            <a:xfrm>
              <a:off x="2708253" y="473471"/>
              <a:ext cx="19034" cy="26609"/>
            </a:xfrm>
            <a:prstGeom prst="rect">
              <a:avLst/>
            </a:prstGeom>
            <a:solidFill>
              <a:srgbClr val="EEB1B7"/>
            </a:solidFill>
            <a:ln>
              <a:noFill/>
            </a:ln>
          </p:spPr>
        </p:sp>
        <p:sp>
          <p:nvSpPr>
            <p:cNvPr id="6349" name="Heatmap cell r18 c150"/>
            <p:cNvSpPr/>
            <p:nvPr/>
          </p:nvSpPr>
          <p:spPr>
            <a:xfrm>
              <a:off x="2727192" y="473471"/>
              <a:ext cx="17140" cy="26609"/>
            </a:xfrm>
            <a:prstGeom prst="rect">
              <a:avLst/>
            </a:prstGeom>
            <a:solidFill>
              <a:srgbClr val="FCF7F7"/>
            </a:solidFill>
            <a:ln>
              <a:noFill/>
            </a:ln>
          </p:spPr>
        </p:sp>
        <p:sp>
          <p:nvSpPr>
            <p:cNvPr id="6350" name="Heatmap cell r18 c151"/>
            <p:cNvSpPr/>
            <p:nvPr/>
          </p:nvSpPr>
          <p:spPr>
            <a:xfrm>
              <a:off x="2744237" y="473471"/>
              <a:ext cx="19034" cy="26609"/>
            </a:xfrm>
            <a:prstGeom prst="rect">
              <a:avLst/>
            </a:prstGeom>
            <a:solidFill>
              <a:srgbClr val="F7DADC"/>
            </a:solidFill>
            <a:ln>
              <a:noFill/>
            </a:ln>
          </p:spPr>
        </p:sp>
        <p:sp>
          <p:nvSpPr>
            <p:cNvPr id="6351" name="Heatmap cell r18 c152"/>
            <p:cNvSpPr/>
            <p:nvPr/>
          </p:nvSpPr>
          <p:spPr>
            <a:xfrm>
              <a:off x="2763176" y="473471"/>
              <a:ext cx="17140" cy="26609"/>
            </a:xfrm>
            <a:prstGeom prst="rect">
              <a:avLst/>
            </a:prstGeom>
            <a:solidFill>
              <a:srgbClr val="E27883"/>
            </a:solidFill>
            <a:ln>
              <a:noFill/>
            </a:ln>
          </p:spPr>
        </p:sp>
        <p:sp>
          <p:nvSpPr>
            <p:cNvPr id="6352" name="Heatmap cell r18 c153"/>
            <p:cNvSpPr/>
            <p:nvPr/>
          </p:nvSpPr>
          <p:spPr>
            <a:xfrm>
              <a:off x="2780221" y="473471"/>
              <a:ext cx="19034" cy="26609"/>
            </a:xfrm>
            <a:prstGeom prst="rect">
              <a:avLst/>
            </a:prstGeom>
            <a:solidFill>
              <a:srgbClr val="C5D2E0"/>
            </a:solidFill>
            <a:ln>
              <a:noFill/>
            </a:ln>
          </p:spPr>
        </p:sp>
        <p:sp>
          <p:nvSpPr>
            <p:cNvPr id="6353" name="Heatmap cell r18 c154"/>
            <p:cNvSpPr/>
            <p:nvPr/>
          </p:nvSpPr>
          <p:spPr>
            <a:xfrm>
              <a:off x="2799160" y="473471"/>
              <a:ext cx="17140" cy="26609"/>
            </a:xfrm>
            <a:prstGeom prst="rect">
              <a:avLst/>
            </a:prstGeom>
            <a:solidFill>
              <a:srgbClr val="EEB1B8"/>
            </a:solidFill>
            <a:ln>
              <a:noFill/>
            </a:ln>
          </p:spPr>
        </p:sp>
        <p:sp>
          <p:nvSpPr>
            <p:cNvPr id="6354" name="Heatmap cell r18 c155"/>
            <p:cNvSpPr/>
            <p:nvPr/>
          </p:nvSpPr>
          <p:spPr>
            <a:xfrm>
              <a:off x="2816205" y="473471"/>
              <a:ext cx="19034" cy="26609"/>
            </a:xfrm>
            <a:prstGeom prst="rect">
              <a:avLst/>
            </a:prstGeom>
            <a:solidFill>
              <a:srgbClr val="8DA8C3"/>
            </a:solidFill>
            <a:ln>
              <a:noFill/>
            </a:ln>
          </p:spPr>
        </p:sp>
        <p:sp>
          <p:nvSpPr>
            <p:cNvPr id="6355" name="Heatmap cell r18 c156"/>
            <p:cNvSpPr/>
            <p:nvPr/>
          </p:nvSpPr>
          <p:spPr>
            <a:xfrm>
              <a:off x="2835144" y="473471"/>
              <a:ext cx="19034" cy="26609"/>
            </a:xfrm>
            <a:prstGeom prst="rect">
              <a:avLst/>
            </a:prstGeom>
            <a:solidFill>
              <a:srgbClr val="B5C6D7"/>
            </a:solidFill>
            <a:ln>
              <a:noFill/>
            </a:ln>
          </p:spPr>
        </p:sp>
        <p:sp>
          <p:nvSpPr>
            <p:cNvPr id="6356" name="Heatmap cell r18 c157"/>
            <p:cNvSpPr/>
            <p:nvPr/>
          </p:nvSpPr>
          <p:spPr>
            <a:xfrm>
              <a:off x="2854082" y="473471"/>
              <a:ext cx="17140" cy="26609"/>
            </a:xfrm>
            <a:prstGeom prst="rect">
              <a:avLst/>
            </a:prstGeom>
            <a:solidFill>
              <a:srgbClr val="BDCEDD"/>
            </a:solidFill>
            <a:ln>
              <a:noFill/>
            </a:ln>
          </p:spPr>
        </p:sp>
        <p:sp>
          <p:nvSpPr>
            <p:cNvPr id="6357" name="Heatmap cell r18 c158"/>
            <p:cNvSpPr/>
            <p:nvPr/>
          </p:nvSpPr>
          <p:spPr>
            <a:xfrm>
              <a:off x="2871127" y="473471"/>
              <a:ext cx="19034" cy="26609"/>
            </a:xfrm>
            <a:prstGeom prst="rect">
              <a:avLst/>
            </a:prstGeom>
            <a:solidFill>
              <a:srgbClr val="D84452"/>
            </a:solidFill>
            <a:ln>
              <a:noFill/>
            </a:ln>
          </p:spPr>
        </p:sp>
        <p:sp>
          <p:nvSpPr>
            <p:cNvPr id="6358" name="Heatmap cell r18 c159"/>
            <p:cNvSpPr/>
            <p:nvPr/>
          </p:nvSpPr>
          <p:spPr>
            <a:xfrm>
              <a:off x="2890066" y="473471"/>
              <a:ext cx="17140" cy="26609"/>
            </a:xfrm>
            <a:prstGeom prst="rect">
              <a:avLst/>
            </a:prstGeom>
            <a:solidFill>
              <a:srgbClr val="E06F7A"/>
            </a:solidFill>
            <a:ln>
              <a:noFill/>
            </a:ln>
          </p:spPr>
        </p:sp>
        <p:sp>
          <p:nvSpPr>
            <p:cNvPr id="6359" name="Heatmap cell r18 c160"/>
            <p:cNvSpPr/>
            <p:nvPr/>
          </p:nvSpPr>
          <p:spPr>
            <a:xfrm>
              <a:off x="2907111" y="473471"/>
              <a:ext cx="19034" cy="26609"/>
            </a:xfrm>
            <a:prstGeom prst="rect">
              <a:avLst/>
            </a:prstGeom>
            <a:solidFill>
              <a:srgbClr val="F1C3C8"/>
            </a:solidFill>
            <a:ln>
              <a:noFill/>
            </a:ln>
          </p:spPr>
        </p:sp>
        <p:sp>
          <p:nvSpPr>
            <p:cNvPr id="6360" name="Heatmap cell r18 c161"/>
            <p:cNvSpPr/>
            <p:nvPr/>
          </p:nvSpPr>
          <p:spPr>
            <a:xfrm>
              <a:off x="2926050" y="473471"/>
              <a:ext cx="17140" cy="26609"/>
            </a:xfrm>
            <a:prstGeom prst="rect">
              <a:avLst/>
            </a:prstGeom>
            <a:solidFill>
              <a:srgbClr val="6187AC"/>
            </a:solidFill>
            <a:ln>
              <a:noFill/>
            </a:ln>
          </p:spPr>
        </p:sp>
        <p:sp>
          <p:nvSpPr>
            <p:cNvPr id="6361" name="Heatmap cell r18 c162"/>
            <p:cNvSpPr/>
            <p:nvPr/>
          </p:nvSpPr>
          <p:spPr>
            <a:xfrm>
              <a:off x="2943095" y="473471"/>
              <a:ext cx="19034" cy="26609"/>
            </a:xfrm>
            <a:prstGeom prst="rect">
              <a:avLst/>
            </a:prstGeom>
            <a:solidFill>
              <a:srgbClr val="174280"/>
            </a:solidFill>
            <a:ln>
              <a:noFill/>
            </a:ln>
          </p:spPr>
        </p:sp>
        <p:sp>
          <p:nvSpPr>
            <p:cNvPr id="6362" name="Heatmap cell r18 c163"/>
            <p:cNvSpPr/>
            <p:nvPr/>
          </p:nvSpPr>
          <p:spPr>
            <a:xfrm>
              <a:off x="2962034" y="473471"/>
              <a:ext cx="17140" cy="26609"/>
            </a:xfrm>
            <a:prstGeom prst="rect">
              <a:avLst/>
            </a:prstGeom>
            <a:solidFill>
              <a:srgbClr val="17417E"/>
            </a:solidFill>
            <a:ln>
              <a:noFill/>
            </a:ln>
          </p:spPr>
        </p:sp>
        <p:sp>
          <p:nvSpPr>
            <p:cNvPr id="6363" name="Heatmap cell r18 c164"/>
            <p:cNvSpPr/>
            <p:nvPr/>
          </p:nvSpPr>
          <p:spPr>
            <a:xfrm>
              <a:off x="2979079" y="473471"/>
              <a:ext cx="19034" cy="26609"/>
            </a:xfrm>
            <a:prstGeom prst="rect">
              <a:avLst/>
            </a:prstGeom>
            <a:solidFill>
              <a:srgbClr val="0D226E"/>
            </a:solidFill>
            <a:ln>
              <a:noFill/>
            </a:ln>
          </p:spPr>
        </p:sp>
        <p:sp>
          <p:nvSpPr>
            <p:cNvPr id="6364" name="Heatmap cell r18 c165"/>
            <p:cNvSpPr/>
            <p:nvPr/>
          </p:nvSpPr>
          <p:spPr>
            <a:xfrm>
              <a:off x="2998018" y="473471"/>
              <a:ext cx="17140" cy="26609"/>
            </a:xfrm>
            <a:prstGeom prst="rect">
              <a:avLst/>
            </a:prstGeom>
            <a:solidFill>
              <a:srgbClr val="1D5086"/>
            </a:solidFill>
            <a:ln>
              <a:noFill/>
            </a:ln>
          </p:spPr>
        </p:sp>
        <p:sp>
          <p:nvSpPr>
            <p:cNvPr id="6365" name="Heatmap cell r18 c166"/>
            <p:cNvSpPr/>
            <p:nvPr/>
          </p:nvSpPr>
          <p:spPr>
            <a:xfrm>
              <a:off x="3015062" y="473471"/>
              <a:ext cx="19034" cy="26609"/>
            </a:xfrm>
            <a:prstGeom prst="rect">
              <a:avLst/>
            </a:prstGeom>
            <a:solidFill>
              <a:srgbClr val="174380"/>
            </a:solidFill>
            <a:ln>
              <a:noFill/>
            </a:ln>
          </p:spPr>
        </p:sp>
        <p:sp>
          <p:nvSpPr>
            <p:cNvPr id="6366" name="Heatmap cell r18 c167"/>
            <p:cNvSpPr/>
            <p:nvPr/>
          </p:nvSpPr>
          <p:spPr>
            <a:xfrm>
              <a:off x="3034001" y="473471"/>
              <a:ext cx="17140" cy="26609"/>
            </a:xfrm>
            <a:prstGeom prst="rect">
              <a:avLst/>
            </a:prstGeom>
            <a:solidFill>
              <a:srgbClr val="C2D0DE"/>
            </a:solidFill>
            <a:ln>
              <a:noFill/>
            </a:ln>
          </p:spPr>
        </p:sp>
        <p:sp>
          <p:nvSpPr>
            <p:cNvPr id="6367" name="Heatmap cell r18 c168"/>
            <p:cNvSpPr/>
            <p:nvPr/>
          </p:nvSpPr>
          <p:spPr>
            <a:xfrm>
              <a:off x="3051046" y="473471"/>
              <a:ext cx="19034" cy="26609"/>
            </a:xfrm>
            <a:prstGeom prst="rect">
              <a:avLst/>
            </a:prstGeom>
            <a:solidFill>
              <a:srgbClr val="C3D1DF"/>
            </a:solidFill>
            <a:ln>
              <a:noFill/>
            </a:ln>
          </p:spPr>
        </p:sp>
        <p:sp>
          <p:nvSpPr>
            <p:cNvPr id="6368" name="Heatmap cell r18 c169"/>
            <p:cNvSpPr/>
            <p:nvPr/>
          </p:nvSpPr>
          <p:spPr>
            <a:xfrm>
              <a:off x="3069985" y="473471"/>
              <a:ext cx="19034" cy="26609"/>
            </a:xfrm>
            <a:prstGeom prst="rect">
              <a:avLst/>
            </a:prstGeom>
            <a:solidFill>
              <a:srgbClr val="1C4D85"/>
            </a:solidFill>
            <a:ln>
              <a:noFill/>
            </a:ln>
          </p:spPr>
        </p:sp>
        <p:sp>
          <p:nvSpPr>
            <p:cNvPr id="6369" name="Heatmap cell r18 c170"/>
            <p:cNvSpPr/>
            <p:nvPr/>
          </p:nvSpPr>
          <p:spPr>
            <a:xfrm>
              <a:off x="3088924" y="473471"/>
              <a:ext cx="17140" cy="26609"/>
            </a:xfrm>
            <a:prstGeom prst="rect">
              <a:avLst/>
            </a:prstGeom>
            <a:solidFill>
              <a:srgbClr val="22588B"/>
            </a:solidFill>
            <a:ln>
              <a:noFill/>
            </a:ln>
          </p:spPr>
        </p:sp>
        <p:sp>
          <p:nvSpPr>
            <p:cNvPr id="6370" name="Heatmap cell r18 c171"/>
            <p:cNvSpPr/>
            <p:nvPr/>
          </p:nvSpPr>
          <p:spPr>
            <a:xfrm>
              <a:off x="3105969" y="473471"/>
              <a:ext cx="19034" cy="26609"/>
            </a:xfrm>
            <a:prstGeom prst="rect">
              <a:avLst/>
            </a:prstGeom>
            <a:solidFill>
              <a:srgbClr val="C4D2DF"/>
            </a:solidFill>
            <a:ln>
              <a:noFill/>
            </a:ln>
          </p:spPr>
        </p:sp>
        <p:sp>
          <p:nvSpPr>
            <p:cNvPr id="6371" name="Heatmap cell r18 c172"/>
            <p:cNvSpPr/>
            <p:nvPr/>
          </p:nvSpPr>
          <p:spPr>
            <a:xfrm>
              <a:off x="3124908" y="473471"/>
              <a:ext cx="17140" cy="26609"/>
            </a:xfrm>
            <a:prstGeom prst="rect">
              <a:avLst/>
            </a:prstGeom>
            <a:solidFill>
              <a:srgbClr val="A2B8CE"/>
            </a:solidFill>
            <a:ln>
              <a:noFill/>
            </a:ln>
          </p:spPr>
        </p:sp>
        <p:sp>
          <p:nvSpPr>
            <p:cNvPr id="6372" name="Heatmap cell r18 c173"/>
            <p:cNvSpPr/>
            <p:nvPr/>
          </p:nvSpPr>
          <p:spPr>
            <a:xfrm>
              <a:off x="3141953" y="473471"/>
              <a:ext cx="19034" cy="26609"/>
            </a:xfrm>
            <a:prstGeom prst="rect">
              <a:avLst/>
            </a:prstGeom>
            <a:solidFill>
              <a:srgbClr val="6B8FB0"/>
            </a:solidFill>
            <a:ln>
              <a:noFill/>
            </a:ln>
          </p:spPr>
        </p:sp>
        <p:sp>
          <p:nvSpPr>
            <p:cNvPr id="6373" name="Heatmap cell r18 c174"/>
            <p:cNvSpPr/>
            <p:nvPr/>
          </p:nvSpPr>
          <p:spPr>
            <a:xfrm>
              <a:off x="3160892" y="473471"/>
              <a:ext cx="17140" cy="26609"/>
            </a:xfrm>
            <a:prstGeom prst="rect">
              <a:avLst/>
            </a:prstGeom>
            <a:solidFill>
              <a:srgbClr val="9AB1C9"/>
            </a:solidFill>
            <a:ln>
              <a:noFill/>
            </a:ln>
          </p:spPr>
        </p:sp>
        <p:sp>
          <p:nvSpPr>
            <p:cNvPr id="6374" name="Heatmap cell r18 c175"/>
            <p:cNvSpPr/>
            <p:nvPr/>
          </p:nvSpPr>
          <p:spPr>
            <a:xfrm>
              <a:off x="3177936" y="473471"/>
              <a:ext cx="19034" cy="26609"/>
            </a:xfrm>
            <a:prstGeom prst="rect">
              <a:avLst/>
            </a:prstGeom>
            <a:solidFill>
              <a:srgbClr val="14397A"/>
            </a:solidFill>
            <a:ln>
              <a:noFill/>
            </a:ln>
          </p:spPr>
        </p:sp>
        <p:sp>
          <p:nvSpPr>
            <p:cNvPr id="6375" name="Heatmap cell r18 c176"/>
            <p:cNvSpPr/>
            <p:nvPr/>
          </p:nvSpPr>
          <p:spPr>
            <a:xfrm>
              <a:off x="3196875" y="473471"/>
              <a:ext cx="17140" cy="26609"/>
            </a:xfrm>
            <a:prstGeom prst="rect">
              <a:avLst/>
            </a:prstGeom>
            <a:solidFill>
              <a:srgbClr val="B5C6D7"/>
            </a:solidFill>
            <a:ln>
              <a:noFill/>
            </a:ln>
          </p:spPr>
        </p:sp>
        <p:sp>
          <p:nvSpPr>
            <p:cNvPr id="6376" name="Heatmap cell r18 c177"/>
            <p:cNvSpPr/>
            <p:nvPr/>
          </p:nvSpPr>
          <p:spPr>
            <a:xfrm>
              <a:off x="3213920" y="473471"/>
              <a:ext cx="19034" cy="26609"/>
            </a:xfrm>
            <a:prstGeom prst="rect">
              <a:avLst/>
            </a:prstGeom>
            <a:solidFill>
              <a:srgbClr val="E2EAEF"/>
            </a:solidFill>
            <a:ln>
              <a:noFill/>
            </a:ln>
          </p:spPr>
        </p:sp>
        <p:sp>
          <p:nvSpPr>
            <p:cNvPr id="6377" name="Heatmap cell r18 c178"/>
            <p:cNvSpPr/>
            <p:nvPr/>
          </p:nvSpPr>
          <p:spPr>
            <a:xfrm>
              <a:off x="3232859" y="473471"/>
              <a:ext cx="17140" cy="26609"/>
            </a:xfrm>
            <a:prstGeom prst="rect">
              <a:avLst/>
            </a:prstGeom>
            <a:solidFill>
              <a:srgbClr val="799AB8"/>
            </a:solidFill>
            <a:ln>
              <a:noFill/>
            </a:ln>
          </p:spPr>
        </p:sp>
        <p:sp>
          <p:nvSpPr>
            <p:cNvPr id="6378" name="Heatmap cell r18 c179"/>
            <p:cNvSpPr/>
            <p:nvPr/>
          </p:nvSpPr>
          <p:spPr>
            <a:xfrm>
              <a:off x="3249904" y="473471"/>
              <a:ext cx="19034" cy="26609"/>
            </a:xfrm>
            <a:prstGeom prst="rect">
              <a:avLst/>
            </a:prstGeom>
            <a:solidFill>
              <a:srgbClr val="1F5388"/>
            </a:solidFill>
            <a:ln>
              <a:noFill/>
            </a:ln>
          </p:spPr>
        </p:sp>
        <p:sp>
          <p:nvSpPr>
            <p:cNvPr id="6379" name="Heatmap cell r18 c180"/>
            <p:cNvSpPr/>
            <p:nvPr/>
          </p:nvSpPr>
          <p:spPr>
            <a:xfrm>
              <a:off x="3268843" y="473471"/>
              <a:ext cx="17140" cy="26609"/>
            </a:xfrm>
            <a:prstGeom prst="rect">
              <a:avLst/>
            </a:prstGeom>
            <a:solidFill>
              <a:srgbClr val="B8C8DA"/>
            </a:solidFill>
            <a:ln>
              <a:noFill/>
            </a:ln>
          </p:spPr>
        </p:sp>
        <p:sp>
          <p:nvSpPr>
            <p:cNvPr id="6380" name="Heatmap cell r18 c181"/>
            <p:cNvSpPr/>
            <p:nvPr/>
          </p:nvSpPr>
          <p:spPr>
            <a:xfrm>
              <a:off x="3285888" y="473471"/>
              <a:ext cx="19034" cy="26609"/>
            </a:xfrm>
            <a:prstGeom prst="rect">
              <a:avLst/>
            </a:prstGeom>
            <a:solidFill>
              <a:srgbClr val="8FAAC5"/>
            </a:solidFill>
            <a:ln>
              <a:noFill/>
            </a:ln>
          </p:spPr>
        </p:sp>
        <p:sp>
          <p:nvSpPr>
            <p:cNvPr id="6381" name="Heatmap cell r18 c182"/>
            <p:cNvSpPr/>
            <p:nvPr/>
          </p:nvSpPr>
          <p:spPr>
            <a:xfrm>
              <a:off x="3304827" y="473471"/>
              <a:ext cx="19034" cy="26609"/>
            </a:xfrm>
            <a:prstGeom prst="rect">
              <a:avLst/>
            </a:prstGeom>
            <a:solidFill>
              <a:srgbClr val="B1C4D5"/>
            </a:solidFill>
            <a:ln>
              <a:noFill/>
            </a:ln>
          </p:spPr>
        </p:sp>
        <p:sp>
          <p:nvSpPr>
            <p:cNvPr id="6382" name="Heatmap cell r18 c183"/>
            <p:cNvSpPr/>
            <p:nvPr/>
          </p:nvSpPr>
          <p:spPr>
            <a:xfrm>
              <a:off x="3323765" y="473471"/>
              <a:ext cx="17140" cy="26609"/>
            </a:xfrm>
            <a:prstGeom prst="rect">
              <a:avLst/>
            </a:prstGeom>
            <a:solidFill>
              <a:srgbClr val="5E84AA"/>
            </a:solidFill>
            <a:ln>
              <a:noFill/>
            </a:ln>
          </p:spPr>
        </p:sp>
        <p:sp>
          <p:nvSpPr>
            <p:cNvPr id="6383" name="Heatmap cell r18 c184"/>
            <p:cNvSpPr/>
            <p:nvPr/>
          </p:nvSpPr>
          <p:spPr>
            <a:xfrm>
              <a:off x="3340810" y="473471"/>
              <a:ext cx="19034" cy="26609"/>
            </a:xfrm>
            <a:prstGeom prst="rect">
              <a:avLst/>
            </a:prstGeom>
            <a:solidFill>
              <a:srgbClr val="8FAAC5"/>
            </a:solidFill>
            <a:ln>
              <a:noFill/>
            </a:ln>
          </p:spPr>
        </p:sp>
        <p:sp>
          <p:nvSpPr>
            <p:cNvPr id="6384" name="Heatmap cell r18 c185"/>
            <p:cNvSpPr/>
            <p:nvPr/>
          </p:nvSpPr>
          <p:spPr>
            <a:xfrm>
              <a:off x="3359749" y="473471"/>
              <a:ext cx="17140" cy="26609"/>
            </a:xfrm>
            <a:prstGeom prst="rect">
              <a:avLst/>
            </a:prstGeom>
            <a:solidFill>
              <a:srgbClr val="7797B8"/>
            </a:solidFill>
            <a:ln>
              <a:noFill/>
            </a:ln>
          </p:spPr>
        </p:sp>
        <p:sp>
          <p:nvSpPr>
            <p:cNvPr id="6385" name="Heatmap cell r18 c186"/>
            <p:cNvSpPr/>
            <p:nvPr/>
          </p:nvSpPr>
          <p:spPr>
            <a:xfrm>
              <a:off x="3376794" y="473471"/>
              <a:ext cx="19034" cy="26609"/>
            </a:xfrm>
            <a:prstGeom prst="rect">
              <a:avLst/>
            </a:prstGeom>
            <a:solidFill>
              <a:srgbClr val="AFC3D5"/>
            </a:solidFill>
            <a:ln>
              <a:noFill/>
            </a:ln>
          </p:spPr>
        </p:sp>
        <p:sp>
          <p:nvSpPr>
            <p:cNvPr id="6386" name="Heatmap cell r18 c187"/>
            <p:cNvSpPr/>
            <p:nvPr/>
          </p:nvSpPr>
          <p:spPr>
            <a:xfrm>
              <a:off x="3395733" y="473471"/>
              <a:ext cx="17140" cy="26609"/>
            </a:xfrm>
            <a:prstGeom prst="rect">
              <a:avLst/>
            </a:prstGeom>
            <a:solidFill>
              <a:srgbClr val="275B8E"/>
            </a:solidFill>
            <a:ln>
              <a:noFill/>
            </a:ln>
          </p:spPr>
        </p:sp>
        <p:sp>
          <p:nvSpPr>
            <p:cNvPr id="6387" name="Heatmap cell r18 c188"/>
            <p:cNvSpPr/>
            <p:nvPr/>
          </p:nvSpPr>
          <p:spPr>
            <a:xfrm>
              <a:off x="3412778" y="473471"/>
              <a:ext cx="19034" cy="26609"/>
            </a:xfrm>
            <a:prstGeom prst="rect">
              <a:avLst/>
            </a:prstGeom>
            <a:solidFill>
              <a:srgbClr val="184581"/>
            </a:solidFill>
            <a:ln>
              <a:noFill/>
            </a:ln>
          </p:spPr>
        </p:sp>
        <p:sp>
          <p:nvSpPr>
            <p:cNvPr id="6388" name="Heatmap cell r18 c189"/>
            <p:cNvSpPr/>
            <p:nvPr/>
          </p:nvSpPr>
          <p:spPr>
            <a:xfrm>
              <a:off x="3431717" y="473471"/>
              <a:ext cx="17140" cy="26609"/>
            </a:xfrm>
            <a:prstGeom prst="rect">
              <a:avLst/>
            </a:prstGeom>
            <a:solidFill>
              <a:srgbClr val="BCCCDC"/>
            </a:solidFill>
            <a:ln>
              <a:noFill/>
            </a:ln>
          </p:spPr>
        </p:sp>
        <p:sp>
          <p:nvSpPr>
            <p:cNvPr id="6389" name="Heatmap cell r18 c191"/>
            <p:cNvSpPr/>
            <p:nvPr/>
          </p:nvSpPr>
          <p:spPr>
            <a:xfrm>
              <a:off x="3467701" y="473471"/>
              <a:ext cx="17140" cy="26609"/>
            </a:xfrm>
            <a:prstGeom prst="rect">
              <a:avLst/>
            </a:prstGeom>
            <a:solidFill>
              <a:srgbClr val="17417E"/>
            </a:solidFill>
            <a:ln>
              <a:noFill/>
            </a:ln>
          </p:spPr>
        </p:sp>
        <p:sp>
          <p:nvSpPr>
            <p:cNvPr id="6390" name="Heatmap cell r18 c192"/>
            <p:cNvSpPr/>
            <p:nvPr/>
          </p:nvSpPr>
          <p:spPr>
            <a:xfrm>
              <a:off x="3484746" y="473471"/>
              <a:ext cx="19034" cy="26609"/>
            </a:xfrm>
            <a:prstGeom prst="rect">
              <a:avLst/>
            </a:prstGeom>
            <a:solidFill>
              <a:srgbClr val="F7E2E4"/>
            </a:solidFill>
            <a:ln>
              <a:noFill/>
            </a:ln>
          </p:spPr>
        </p:sp>
        <p:sp>
          <p:nvSpPr>
            <p:cNvPr id="6391" name="Heatmap cell r18 c193"/>
            <p:cNvSpPr/>
            <p:nvPr/>
          </p:nvSpPr>
          <p:spPr>
            <a:xfrm>
              <a:off x="3503684" y="473471"/>
              <a:ext cx="17140" cy="26609"/>
            </a:xfrm>
            <a:prstGeom prst="rect">
              <a:avLst/>
            </a:prstGeom>
            <a:solidFill>
              <a:srgbClr val="9EB5CC"/>
            </a:solidFill>
            <a:ln>
              <a:noFill/>
            </a:ln>
          </p:spPr>
        </p:sp>
        <p:sp>
          <p:nvSpPr>
            <p:cNvPr id="6392" name="Heatmap cell r18 c194"/>
            <p:cNvSpPr/>
            <p:nvPr/>
          </p:nvSpPr>
          <p:spPr>
            <a:xfrm>
              <a:off x="3520729" y="473471"/>
              <a:ext cx="19034" cy="26609"/>
            </a:xfrm>
            <a:prstGeom prst="rect">
              <a:avLst/>
            </a:prstGeom>
            <a:solidFill>
              <a:srgbClr val="163B7B"/>
            </a:solidFill>
            <a:ln>
              <a:noFill/>
            </a:ln>
          </p:spPr>
        </p:sp>
        <p:sp>
          <p:nvSpPr>
            <p:cNvPr id="6393" name="Heatmap cell r18 c195"/>
            <p:cNvSpPr/>
            <p:nvPr/>
          </p:nvSpPr>
          <p:spPr>
            <a:xfrm>
              <a:off x="3539668" y="473471"/>
              <a:ext cx="19034" cy="26609"/>
            </a:xfrm>
            <a:prstGeom prst="rect">
              <a:avLst/>
            </a:prstGeom>
            <a:solidFill>
              <a:srgbClr val="24588D"/>
            </a:solidFill>
            <a:ln>
              <a:noFill/>
            </a:ln>
          </p:spPr>
        </p:sp>
        <p:sp>
          <p:nvSpPr>
            <p:cNvPr id="6394" name="Heatmap cell r18 c196"/>
            <p:cNvSpPr/>
            <p:nvPr/>
          </p:nvSpPr>
          <p:spPr>
            <a:xfrm>
              <a:off x="3558607" y="473471"/>
              <a:ext cx="17140" cy="26609"/>
            </a:xfrm>
            <a:prstGeom prst="rect">
              <a:avLst/>
            </a:prstGeom>
            <a:solidFill>
              <a:srgbClr val="809FBC"/>
            </a:solidFill>
            <a:ln>
              <a:noFill/>
            </a:ln>
          </p:spPr>
        </p:sp>
        <p:sp>
          <p:nvSpPr>
            <p:cNvPr id="6395" name="Heatmap cell r18 c197"/>
            <p:cNvSpPr/>
            <p:nvPr/>
          </p:nvSpPr>
          <p:spPr>
            <a:xfrm>
              <a:off x="3575652" y="473471"/>
              <a:ext cx="19034" cy="26609"/>
            </a:xfrm>
            <a:prstGeom prst="rect">
              <a:avLst/>
            </a:prstGeom>
            <a:solidFill>
              <a:srgbClr val="97B0C8"/>
            </a:solidFill>
            <a:ln>
              <a:noFill/>
            </a:ln>
          </p:spPr>
        </p:sp>
        <p:sp>
          <p:nvSpPr>
            <p:cNvPr id="6396" name="Heatmap cell r18 c198"/>
            <p:cNvSpPr/>
            <p:nvPr/>
          </p:nvSpPr>
          <p:spPr>
            <a:xfrm>
              <a:off x="3594591" y="473471"/>
              <a:ext cx="17140" cy="26609"/>
            </a:xfrm>
            <a:prstGeom prst="rect">
              <a:avLst/>
            </a:prstGeom>
            <a:solidFill>
              <a:srgbClr val="386896"/>
            </a:solidFill>
            <a:ln>
              <a:noFill/>
            </a:ln>
          </p:spPr>
        </p:sp>
        <p:sp>
          <p:nvSpPr>
            <p:cNvPr id="6397" name="Heatmap cell r18 c199"/>
            <p:cNvSpPr/>
            <p:nvPr/>
          </p:nvSpPr>
          <p:spPr>
            <a:xfrm>
              <a:off x="3611636" y="473471"/>
              <a:ext cx="19034" cy="26609"/>
            </a:xfrm>
            <a:prstGeom prst="rect">
              <a:avLst/>
            </a:prstGeom>
            <a:solidFill>
              <a:srgbClr val="2F6192"/>
            </a:solidFill>
            <a:ln>
              <a:noFill/>
            </a:ln>
          </p:spPr>
        </p:sp>
        <p:sp>
          <p:nvSpPr>
            <p:cNvPr id="6398" name="Heatmap cell r18 c200"/>
            <p:cNvSpPr/>
            <p:nvPr/>
          </p:nvSpPr>
          <p:spPr>
            <a:xfrm>
              <a:off x="3630575" y="473471"/>
              <a:ext cx="17140" cy="26609"/>
            </a:xfrm>
            <a:prstGeom prst="rect">
              <a:avLst/>
            </a:prstGeom>
            <a:solidFill>
              <a:srgbClr val="B8C8DA"/>
            </a:solidFill>
            <a:ln>
              <a:noFill/>
            </a:ln>
          </p:spPr>
        </p:sp>
        <p:sp>
          <p:nvSpPr>
            <p:cNvPr id="6399" name="Heatmap cell r18 c201"/>
            <p:cNvSpPr/>
            <p:nvPr/>
          </p:nvSpPr>
          <p:spPr>
            <a:xfrm>
              <a:off x="3647620" y="473471"/>
              <a:ext cx="19034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6400" name="Heatmap cell r18 c202"/>
            <p:cNvSpPr/>
            <p:nvPr/>
          </p:nvSpPr>
          <p:spPr>
            <a:xfrm>
              <a:off x="3666558" y="473471"/>
              <a:ext cx="17140" cy="26609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6401" name="Heatmap cell r18 c203"/>
            <p:cNvSpPr/>
            <p:nvPr/>
          </p:nvSpPr>
          <p:spPr>
            <a:xfrm>
              <a:off x="3683603" y="473471"/>
              <a:ext cx="19034" cy="26609"/>
            </a:xfrm>
            <a:prstGeom prst="rect">
              <a:avLst/>
            </a:prstGeom>
            <a:solidFill>
              <a:srgbClr val="DFE7ED"/>
            </a:solidFill>
            <a:ln>
              <a:noFill/>
            </a:ln>
          </p:spPr>
        </p:sp>
        <p:sp>
          <p:nvSpPr>
            <p:cNvPr id="6402" name="Heatmap cell r18 c204"/>
            <p:cNvSpPr/>
            <p:nvPr/>
          </p:nvSpPr>
          <p:spPr>
            <a:xfrm>
              <a:off x="3702542" y="473471"/>
              <a:ext cx="17140" cy="26609"/>
            </a:xfrm>
            <a:prstGeom prst="rect">
              <a:avLst/>
            </a:prstGeom>
            <a:solidFill>
              <a:srgbClr val="174681"/>
            </a:solidFill>
            <a:ln>
              <a:noFill/>
            </a:ln>
          </p:spPr>
        </p:sp>
        <p:sp>
          <p:nvSpPr>
            <p:cNvPr id="6403" name="Heatmap cell r18 c205"/>
            <p:cNvSpPr/>
            <p:nvPr/>
          </p:nvSpPr>
          <p:spPr>
            <a:xfrm>
              <a:off x="3719587" y="473471"/>
              <a:ext cx="19034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6404" name="Heatmap cell r18 c206"/>
            <p:cNvSpPr/>
            <p:nvPr/>
          </p:nvSpPr>
          <p:spPr>
            <a:xfrm>
              <a:off x="3738526" y="473471"/>
              <a:ext cx="17140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6405" name="Heatmap cell r18 c207"/>
            <p:cNvSpPr/>
            <p:nvPr/>
          </p:nvSpPr>
          <p:spPr>
            <a:xfrm>
              <a:off x="3755571" y="473471"/>
              <a:ext cx="19034" cy="26609"/>
            </a:xfrm>
            <a:prstGeom prst="rect">
              <a:avLst/>
            </a:prstGeom>
            <a:solidFill>
              <a:srgbClr val="A6BAD0"/>
            </a:solidFill>
            <a:ln>
              <a:noFill/>
            </a:ln>
          </p:spPr>
        </p:sp>
        <p:sp>
          <p:nvSpPr>
            <p:cNvPr id="6406" name="Heatmap cell r18 c208"/>
            <p:cNvSpPr/>
            <p:nvPr/>
          </p:nvSpPr>
          <p:spPr>
            <a:xfrm>
              <a:off x="3774510" y="473471"/>
              <a:ext cx="19034" cy="26609"/>
            </a:xfrm>
            <a:prstGeom prst="rect">
              <a:avLst/>
            </a:prstGeom>
            <a:solidFill>
              <a:srgbClr val="ACC1D3"/>
            </a:solidFill>
            <a:ln>
              <a:noFill/>
            </a:ln>
          </p:spPr>
        </p:sp>
        <p:sp>
          <p:nvSpPr>
            <p:cNvPr id="6407" name="Heatmap cell r18 c209"/>
            <p:cNvSpPr/>
            <p:nvPr/>
          </p:nvSpPr>
          <p:spPr>
            <a:xfrm>
              <a:off x="3793449" y="473471"/>
              <a:ext cx="17140" cy="26609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</p:sp>
        <p:sp>
          <p:nvSpPr>
            <p:cNvPr id="6408" name="Heatmap cell r18 c210"/>
            <p:cNvSpPr/>
            <p:nvPr/>
          </p:nvSpPr>
          <p:spPr>
            <a:xfrm>
              <a:off x="3810494" y="473471"/>
              <a:ext cx="19034" cy="26609"/>
            </a:xfrm>
            <a:prstGeom prst="rect">
              <a:avLst/>
            </a:prstGeom>
            <a:solidFill>
              <a:srgbClr val="C2D0DE"/>
            </a:solidFill>
            <a:ln>
              <a:noFill/>
            </a:ln>
          </p:spPr>
        </p:sp>
        <p:sp>
          <p:nvSpPr>
            <p:cNvPr id="6409" name="Heatmap cell r18 c211"/>
            <p:cNvSpPr/>
            <p:nvPr/>
          </p:nvSpPr>
          <p:spPr>
            <a:xfrm>
              <a:off x="3829432" y="473471"/>
              <a:ext cx="17140" cy="26609"/>
            </a:xfrm>
            <a:prstGeom prst="rect">
              <a:avLst/>
            </a:prstGeom>
            <a:solidFill>
              <a:srgbClr val="F8E3E6"/>
            </a:solidFill>
            <a:ln>
              <a:noFill/>
            </a:ln>
          </p:spPr>
        </p:sp>
        <p:sp>
          <p:nvSpPr>
            <p:cNvPr id="6410" name="Heatmap cell r18 c212"/>
            <p:cNvSpPr/>
            <p:nvPr/>
          </p:nvSpPr>
          <p:spPr>
            <a:xfrm>
              <a:off x="3846477" y="473471"/>
              <a:ext cx="19034" cy="26609"/>
            </a:xfrm>
            <a:prstGeom prst="rect">
              <a:avLst/>
            </a:prstGeom>
            <a:solidFill>
              <a:srgbClr val="CFDAE4"/>
            </a:solidFill>
            <a:ln>
              <a:noFill/>
            </a:ln>
          </p:spPr>
        </p:sp>
        <p:sp>
          <p:nvSpPr>
            <p:cNvPr id="6411" name="Heatmap cell r18 c213"/>
            <p:cNvSpPr/>
            <p:nvPr/>
          </p:nvSpPr>
          <p:spPr>
            <a:xfrm>
              <a:off x="3865416" y="473471"/>
              <a:ext cx="17140" cy="26609"/>
            </a:xfrm>
            <a:prstGeom prst="rect">
              <a:avLst/>
            </a:prstGeom>
            <a:solidFill>
              <a:srgbClr val="16427E"/>
            </a:solidFill>
            <a:ln>
              <a:noFill/>
            </a:ln>
          </p:spPr>
        </p:sp>
        <p:sp>
          <p:nvSpPr>
            <p:cNvPr id="6412" name="Heatmap cell r18 c214"/>
            <p:cNvSpPr/>
            <p:nvPr/>
          </p:nvSpPr>
          <p:spPr>
            <a:xfrm>
              <a:off x="3882461" y="473471"/>
              <a:ext cx="19034" cy="26609"/>
            </a:xfrm>
            <a:prstGeom prst="rect">
              <a:avLst/>
            </a:prstGeom>
            <a:solidFill>
              <a:srgbClr val="A2B8CE"/>
            </a:solidFill>
            <a:ln>
              <a:noFill/>
            </a:ln>
          </p:spPr>
        </p:sp>
        <p:sp>
          <p:nvSpPr>
            <p:cNvPr id="6413" name="Heatmap cell r18 c215"/>
            <p:cNvSpPr/>
            <p:nvPr/>
          </p:nvSpPr>
          <p:spPr>
            <a:xfrm>
              <a:off x="3901400" y="473471"/>
              <a:ext cx="17140" cy="26609"/>
            </a:xfrm>
            <a:prstGeom prst="rect">
              <a:avLst/>
            </a:prstGeom>
            <a:solidFill>
              <a:srgbClr val="91ACC5"/>
            </a:solidFill>
            <a:ln>
              <a:noFill/>
            </a:ln>
          </p:spPr>
        </p:sp>
        <p:sp>
          <p:nvSpPr>
            <p:cNvPr id="6414" name="Heatmap cell r18 c216"/>
            <p:cNvSpPr/>
            <p:nvPr/>
          </p:nvSpPr>
          <p:spPr>
            <a:xfrm>
              <a:off x="3918445" y="473471"/>
              <a:ext cx="19034" cy="26609"/>
            </a:xfrm>
            <a:prstGeom prst="rect">
              <a:avLst/>
            </a:prstGeom>
            <a:solidFill>
              <a:srgbClr val="F4CDD0"/>
            </a:solidFill>
            <a:ln>
              <a:noFill/>
            </a:ln>
          </p:spPr>
        </p:sp>
        <p:sp>
          <p:nvSpPr>
            <p:cNvPr id="6415" name="Heatmap cell r18 c217"/>
            <p:cNvSpPr/>
            <p:nvPr/>
          </p:nvSpPr>
          <p:spPr>
            <a:xfrm>
              <a:off x="3937384" y="473471"/>
              <a:ext cx="17140" cy="26609"/>
            </a:xfrm>
            <a:prstGeom prst="rect">
              <a:avLst/>
            </a:prstGeom>
            <a:solidFill>
              <a:srgbClr val="143378"/>
            </a:solidFill>
            <a:ln>
              <a:noFill/>
            </a:ln>
          </p:spPr>
        </p:sp>
        <p:sp>
          <p:nvSpPr>
            <p:cNvPr id="6416" name="Heatmap cell r18 c219"/>
            <p:cNvSpPr/>
            <p:nvPr/>
          </p:nvSpPr>
          <p:spPr>
            <a:xfrm>
              <a:off x="3973368" y="473471"/>
              <a:ext cx="17140" cy="26609"/>
            </a:xfrm>
            <a:prstGeom prst="rect">
              <a:avLst/>
            </a:prstGeom>
            <a:solidFill>
              <a:srgbClr val="E1E9EF"/>
            </a:solidFill>
            <a:ln>
              <a:noFill/>
            </a:ln>
          </p:spPr>
        </p:sp>
        <p:sp>
          <p:nvSpPr>
            <p:cNvPr id="6417" name="Heatmap cell r18 c220"/>
            <p:cNvSpPr/>
            <p:nvPr/>
          </p:nvSpPr>
          <p:spPr>
            <a:xfrm>
              <a:off x="3990412" y="473471"/>
              <a:ext cx="19034" cy="26609"/>
            </a:xfrm>
            <a:prstGeom prst="rect">
              <a:avLst/>
            </a:prstGeom>
            <a:solidFill>
              <a:srgbClr val="F8E4E7"/>
            </a:solidFill>
            <a:ln>
              <a:noFill/>
            </a:ln>
          </p:spPr>
        </p:sp>
        <p:sp>
          <p:nvSpPr>
            <p:cNvPr id="6418" name="Heatmap cell r18 c222"/>
            <p:cNvSpPr/>
            <p:nvPr/>
          </p:nvSpPr>
          <p:spPr>
            <a:xfrm>
              <a:off x="4028290" y="473471"/>
              <a:ext cx="17140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6419" name="Heatmap cell r18 c223"/>
            <p:cNvSpPr/>
            <p:nvPr/>
          </p:nvSpPr>
          <p:spPr>
            <a:xfrm>
              <a:off x="4045335" y="473471"/>
              <a:ext cx="19034" cy="26609"/>
            </a:xfrm>
            <a:prstGeom prst="rect">
              <a:avLst/>
            </a:prstGeom>
            <a:solidFill>
              <a:srgbClr val="EDAEB5"/>
            </a:solidFill>
            <a:ln>
              <a:noFill/>
            </a:ln>
          </p:spPr>
        </p:sp>
        <p:sp>
          <p:nvSpPr>
            <p:cNvPr id="6420" name="Heatmap cell r19 c1"/>
            <p:cNvSpPr/>
            <p:nvPr/>
          </p:nvSpPr>
          <p:spPr>
            <a:xfrm>
              <a:off x="13257" y="499985"/>
              <a:ext cx="45548" cy="26609"/>
            </a:xfrm>
            <a:prstGeom prst="rect">
              <a:avLst/>
            </a:prstGeom>
            <a:solidFill>
              <a:srgbClr val="155B9C"/>
            </a:solidFill>
            <a:ln>
              <a:noFill/>
            </a:ln>
          </p:spPr>
        </p:sp>
        <p:sp>
          <p:nvSpPr>
            <p:cNvPr id="6421" name="Heatmap cell r19 c3"/>
            <p:cNvSpPr/>
            <p:nvPr/>
          </p:nvSpPr>
          <p:spPr>
            <a:xfrm>
              <a:off x="71968" y="499985"/>
              <a:ext cx="17140" cy="26609"/>
            </a:xfrm>
            <a:prstGeom prst="rect">
              <a:avLst/>
            </a:prstGeom>
            <a:solidFill>
              <a:srgbClr val="F5CFD2"/>
            </a:solidFill>
            <a:ln>
              <a:noFill/>
            </a:ln>
          </p:spPr>
        </p:sp>
        <p:sp>
          <p:nvSpPr>
            <p:cNvPr id="6422" name="Heatmap cell r19 c4"/>
            <p:cNvSpPr/>
            <p:nvPr/>
          </p:nvSpPr>
          <p:spPr>
            <a:xfrm>
              <a:off x="89013" y="499985"/>
              <a:ext cx="19034" cy="26609"/>
            </a:xfrm>
            <a:prstGeom prst="rect">
              <a:avLst/>
            </a:prstGeom>
            <a:solidFill>
              <a:srgbClr val="E37E87"/>
            </a:solidFill>
            <a:ln>
              <a:noFill/>
            </a:ln>
          </p:spPr>
        </p:sp>
        <p:sp>
          <p:nvSpPr>
            <p:cNvPr id="6423" name="Heatmap cell r19 c5"/>
            <p:cNvSpPr/>
            <p:nvPr/>
          </p:nvSpPr>
          <p:spPr>
            <a:xfrm>
              <a:off x="107951" y="499985"/>
              <a:ext cx="17140" cy="26609"/>
            </a:xfrm>
            <a:prstGeom prst="rect">
              <a:avLst/>
            </a:prstGeom>
            <a:solidFill>
              <a:srgbClr val="E4EBEF"/>
            </a:solidFill>
            <a:ln>
              <a:noFill/>
            </a:ln>
          </p:spPr>
        </p:sp>
        <p:sp>
          <p:nvSpPr>
            <p:cNvPr id="6424" name="Heatmap cell r19 c6"/>
            <p:cNvSpPr/>
            <p:nvPr/>
          </p:nvSpPr>
          <p:spPr>
            <a:xfrm>
              <a:off x="124996" y="499985"/>
              <a:ext cx="19034" cy="26609"/>
            </a:xfrm>
            <a:prstGeom prst="rect">
              <a:avLst/>
            </a:prstGeom>
            <a:solidFill>
              <a:srgbClr val="F5D1D4"/>
            </a:solidFill>
            <a:ln>
              <a:noFill/>
            </a:ln>
          </p:spPr>
        </p:sp>
        <p:sp>
          <p:nvSpPr>
            <p:cNvPr id="6425" name="Heatmap cell r19 c7"/>
            <p:cNvSpPr/>
            <p:nvPr/>
          </p:nvSpPr>
          <p:spPr>
            <a:xfrm>
              <a:off x="143935" y="499985"/>
              <a:ext cx="17140" cy="26609"/>
            </a:xfrm>
            <a:prstGeom prst="rect">
              <a:avLst/>
            </a:prstGeom>
            <a:solidFill>
              <a:srgbClr val="E9969F"/>
            </a:solidFill>
            <a:ln>
              <a:noFill/>
            </a:ln>
          </p:spPr>
        </p:sp>
        <p:sp>
          <p:nvSpPr>
            <p:cNvPr id="6426" name="Heatmap cell r19 c8"/>
            <p:cNvSpPr/>
            <p:nvPr/>
          </p:nvSpPr>
          <p:spPr>
            <a:xfrm>
              <a:off x="160980" y="499985"/>
              <a:ext cx="19034" cy="26609"/>
            </a:xfrm>
            <a:prstGeom prst="rect">
              <a:avLst/>
            </a:prstGeom>
            <a:solidFill>
              <a:srgbClr val="9DB5CC"/>
            </a:solidFill>
            <a:ln>
              <a:noFill/>
            </a:ln>
          </p:spPr>
        </p:sp>
        <p:sp>
          <p:nvSpPr>
            <p:cNvPr id="6427" name="Heatmap cell r19 c9"/>
            <p:cNvSpPr/>
            <p:nvPr/>
          </p:nvSpPr>
          <p:spPr>
            <a:xfrm>
              <a:off x="179919" y="499985"/>
              <a:ext cx="19034" cy="26609"/>
            </a:xfrm>
            <a:prstGeom prst="rect">
              <a:avLst/>
            </a:prstGeom>
            <a:solidFill>
              <a:srgbClr val="E4EBEF"/>
            </a:solidFill>
            <a:ln>
              <a:noFill/>
            </a:ln>
          </p:spPr>
        </p:sp>
        <p:sp>
          <p:nvSpPr>
            <p:cNvPr id="6428" name="Heatmap cell r19 c10"/>
            <p:cNvSpPr/>
            <p:nvPr/>
          </p:nvSpPr>
          <p:spPr>
            <a:xfrm>
              <a:off x="198858" y="499985"/>
              <a:ext cx="17140" cy="26609"/>
            </a:xfrm>
            <a:prstGeom prst="rect">
              <a:avLst/>
            </a:prstGeom>
            <a:solidFill>
              <a:srgbClr val="F8DBDD"/>
            </a:solidFill>
            <a:ln>
              <a:noFill/>
            </a:ln>
          </p:spPr>
        </p:sp>
        <p:sp>
          <p:nvSpPr>
            <p:cNvPr id="6429" name="Heatmap cell r19 c11"/>
            <p:cNvSpPr/>
            <p:nvPr/>
          </p:nvSpPr>
          <p:spPr>
            <a:xfrm>
              <a:off x="215903" y="499985"/>
              <a:ext cx="19034" cy="26609"/>
            </a:xfrm>
            <a:prstGeom prst="rect">
              <a:avLst/>
            </a:prstGeom>
            <a:solidFill>
              <a:srgbClr val="ECACB1"/>
            </a:solidFill>
            <a:ln>
              <a:noFill/>
            </a:ln>
          </p:spPr>
        </p:sp>
        <p:sp>
          <p:nvSpPr>
            <p:cNvPr id="6430" name="Heatmap cell r19 c12"/>
            <p:cNvSpPr/>
            <p:nvPr/>
          </p:nvSpPr>
          <p:spPr>
            <a:xfrm>
              <a:off x="234842" y="499985"/>
              <a:ext cx="17140" cy="26609"/>
            </a:xfrm>
            <a:prstGeom prst="rect">
              <a:avLst/>
            </a:prstGeom>
            <a:solidFill>
              <a:srgbClr val="EBA3AA"/>
            </a:solidFill>
            <a:ln>
              <a:noFill/>
            </a:ln>
          </p:spPr>
        </p:sp>
        <p:sp>
          <p:nvSpPr>
            <p:cNvPr id="6431" name="Heatmap cell r19 c13"/>
            <p:cNvSpPr/>
            <p:nvPr/>
          </p:nvSpPr>
          <p:spPr>
            <a:xfrm>
              <a:off x="251887" y="499985"/>
              <a:ext cx="19034" cy="26609"/>
            </a:xfrm>
            <a:prstGeom prst="rect">
              <a:avLst/>
            </a:prstGeom>
            <a:solidFill>
              <a:srgbClr val="FCF7F7"/>
            </a:solidFill>
            <a:ln>
              <a:noFill/>
            </a:ln>
          </p:spPr>
        </p:sp>
        <p:sp>
          <p:nvSpPr>
            <p:cNvPr id="6432" name="Heatmap cell r19 c14"/>
            <p:cNvSpPr/>
            <p:nvPr/>
          </p:nvSpPr>
          <p:spPr>
            <a:xfrm>
              <a:off x="270825" y="499985"/>
              <a:ext cx="17140" cy="26609"/>
            </a:xfrm>
            <a:prstGeom prst="rect">
              <a:avLst/>
            </a:prstGeom>
            <a:solidFill>
              <a:srgbClr val="F7D9DB"/>
            </a:solidFill>
            <a:ln>
              <a:noFill/>
            </a:ln>
          </p:spPr>
        </p:sp>
        <p:sp>
          <p:nvSpPr>
            <p:cNvPr id="6433" name="Heatmap cell r19 c15"/>
            <p:cNvSpPr/>
            <p:nvPr/>
          </p:nvSpPr>
          <p:spPr>
            <a:xfrm>
              <a:off x="287870" y="499985"/>
              <a:ext cx="19034" cy="26609"/>
            </a:xfrm>
            <a:prstGeom prst="rect">
              <a:avLst/>
            </a:prstGeom>
            <a:solidFill>
              <a:srgbClr val="DAE2EB"/>
            </a:solidFill>
            <a:ln>
              <a:noFill/>
            </a:ln>
          </p:spPr>
        </p:sp>
        <p:sp>
          <p:nvSpPr>
            <p:cNvPr id="6434" name="Heatmap cell r19 c16"/>
            <p:cNvSpPr/>
            <p:nvPr/>
          </p:nvSpPr>
          <p:spPr>
            <a:xfrm>
              <a:off x="306809" y="499985"/>
              <a:ext cx="17140" cy="26609"/>
            </a:xfrm>
            <a:prstGeom prst="rect">
              <a:avLst/>
            </a:prstGeom>
            <a:solidFill>
              <a:srgbClr val="EFB9BE"/>
            </a:solidFill>
            <a:ln>
              <a:noFill/>
            </a:ln>
          </p:spPr>
        </p:sp>
        <p:sp>
          <p:nvSpPr>
            <p:cNvPr id="6435" name="Heatmap cell r19 c17"/>
            <p:cNvSpPr/>
            <p:nvPr/>
          </p:nvSpPr>
          <p:spPr>
            <a:xfrm>
              <a:off x="323854" y="499985"/>
              <a:ext cx="19034" cy="26609"/>
            </a:xfrm>
            <a:prstGeom prst="rect">
              <a:avLst/>
            </a:prstGeom>
            <a:solidFill>
              <a:srgbClr val="D6E0EA"/>
            </a:solidFill>
            <a:ln>
              <a:noFill/>
            </a:ln>
          </p:spPr>
        </p:sp>
        <p:sp>
          <p:nvSpPr>
            <p:cNvPr id="6436" name="Heatmap cell r19 c18"/>
            <p:cNvSpPr/>
            <p:nvPr/>
          </p:nvSpPr>
          <p:spPr>
            <a:xfrm>
              <a:off x="342793" y="499985"/>
              <a:ext cx="17140" cy="26609"/>
            </a:xfrm>
            <a:prstGeom prst="rect">
              <a:avLst/>
            </a:prstGeom>
            <a:solidFill>
              <a:srgbClr val="DCE3EB"/>
            </a:solidFill>
            <a:ln>
              <a:noFill/>
            </a:ln>
          </p:spPr>
        </p:sp>
        <p:sp>
          <p:nvSpPr>
            <p:cNvPr id="6437" name="Heatmap cell r19 c19"/>
            <p:cNvSpPr/>
            <p:nvPr/>
          </p:nvSpPr>
          <p:spPr>
            <a:xfrm>
              <a:off x="359838" y="499985"/>
              <a:ext cx="19034" cy="26609"/>
            </a:xfrm>
            <a:prstGeom prst="rect">
              <a:avLst/>
            </a:prstGeom>
            <a:solidFill>
              <a:srgbClr val="F6D4D7"/>
            </a:solidFill>
            <a:ln>
              <a:noFill/>
            </a:ln>
          </p:spPr>
        </p:sp>
        <p:sp>
          <p:nvSpPr>
            <p:cNvPr id="6438" name="Heatmap cell r19 c20"/>
            <p:cNvSpPr/>
            <p:nvPr/>
          </p:nvSpPr>
          <p:spPr>
            <a:xfrm>
              <a:off x="378777" y="499985"/>
              <a:ext cx="17140" cy="26609"/>
            </a:xfrm>
            <a:prstGeom prst="rect">
              <a:avLst/>
            </a:prstGeom>
            <a:solidFill>
              <a:srgbClr val="E38088"/>
            </a:solidFill>
            <a:ln>
              <a:noFill/>
            </a:ln>
          </p:spPr>
        </p:sp>
        <p:sp>
          <p:nvSpPr>
            <p:cNvPr id="6439" name="Heatmap cell r19 c21"/>
            <p:cNvSpPr/>
            <p:nvPr/>
          </p:nvSpPr>
          <p:spPr>
            <a:xfrm>
              <a:off x="395822" y="499985"/>
              <a:ext cx="19034" cy="26609"/>
            </a:xfrm>
            <a:prstGeom prst="rect">
              <a:avLst/>
            </a:prstGeom>
            <a:solidFill>
              <a:srgbClr val="DCE3EB"/>
            </a:solidFill>
            <a:ln>
              <a:noFill/>
            </a:ln>
          </p:spPr>
        </p:sp>
        <p:sp>
          <p:nvSpPr>
            <p:cNvPr id="6440" name="Heatmap cell r19 c22"/>
            <p:cNvSpPr/>
            <p:nvPr/>
          </p:nvSpPr>
          <p:spPr>
            <a:xfrm>
              <a:off x="414760" y="499985"/>
              <a:ext cx="19034" cy="26609"/>
            </a:xfrm>
            <a:prstGeom prst="rect">
              <a:avLst/>
            </a:prstGeom>
            <a:solidFill>
              <a:srgbClr val="DBE3EB"/>
            </a:solidFill>
            <a:ln>
              <a:noFill/>
            </a:ln>
          </p:spPr>
        </p:sp>
        <p:sp>
          <p:nvSpPr>
            <p:cNvPr id="6441" name="Heatmap cell r19 c23"/>
            <p:cNvSpPr/>
            <p:nvPr/>
          </p:nvSpPr>
          <p:spPr>
            <a:xfrm>
              <a:off x="433699" y="499985"/>
              <a:ext cx="17140" cy="26609"/>
            </a:xfrm>
            <a:prstGeom prst="rect">
              <a:avLst/>
            </a:prstGeom>
            <a:solidFill>
              <a:srgbClr val="E89199"/>
            </a:solidFill>
            <a:ln>
              <a:noFill/>
            </a:ln>
          </p:spPr>
        </p:sp>
        <p:sp>
          <p:nvSpPr>
            <p:cNvPr id="6442" name="Heatmap cell r19 c24"/>
            <p:cNvSpPr/>
            <p:nvPr/>
          </p:nvSpPr>
          <p:spPr>
            <a:xfrm>
              <a:off x="450744" y="499985"/>
              <a:ext cx="19034" cy="26609"/>
            </a:xfrm>
            <a:prstGeom prst="rect">
              <a:avLst/>
            </a:prstGeom>
            <a:solidFill>
              <a:srgbClr val="E9959E"/>
            </a:solidFill>
            <a:ln>
              <a:noFill/>
            </a:ln>
          </p:spPr>
        </p:sp>
        <p:sp>
          <p:nvSpPr>
            <p:cNvPr id="6443" name="Heatmap cell r19 c26"/>
            <p:cNvSpPr/>
            <p:nvPr/>
          </p:nvSpPr>
          <p:spPr>
            <a:xfrm>
              <a:off x="486728" y="499985"/>
              <a:ext cx="19034" cy="26609"/>
            </a:xfrm>
            <a:prstGeom prst="rect">
              <a:avLst/>
            </a:prstGeom>
            <a:solidFill>
              <a:srgbClr val="CED9E4"/>
            </a:solidFill>
            <a:ln>
              <a:noFill/>
            </a:ln>
          </p:spPr>
        </p:sp>
        <p:sp>
          <p:nvSpPr>
            <p:cNvPr id="6444" name="Heatmap cell r19 c27"/>
            <p:cNvSpPr/>
            <p:nvPr/>
          </p:nvSpPr>
          <p:spPr>
            <a:xfrm>
              <a:off x="505667" y="499985"/>
              <a:ext cx="17140" cy="26609"/>
            </a:xfrm>
            <a:prstGeom prst="rect">
              <a:avLst/>
            </a:prstGeom>
            <a:solidFill>
              <a:srgbClr val="C6D4E1"/>
            </a:solidFill>
            <a:ln>
              <a:noFill/>
            </a:ln>
          </p:spPr>
        </p:sp>
        <p:sp>
          <p:nvSpPr>
            <p:cNvPr id="6445" name="Heatmap cell r19 c28"/>
            <p:cNvSpPr/>
            <p:nvPr/>
          </p:nvSpPr>
          <p:spPr>
            <a:xfrm>
              <a:off x="522712" y="499985"/>
              <a:ext cx="19034" cy="26609"/>
            </a:xfrm>
            <a:prstGeom prst="rect">
              <a:avLst/>
            </a:prstGeom>
            <a:solidFill>
              <a:srgbClr val="F8E4E7"/>
            </a:solidFill>
            <a:ln>
              <a:noFill/>
            </a:ln>
          </p:spPr>
        </p:sp>
        <p:sp>
          <p:nvSpPr>
            <p:cNvPr id="6446" name="Heatmap cell r19 c29"/>
            <p:cNvSpPr/>
            <p:nvPr/>
          </p:nvSpPr>
          <p:spPr>
            <a:xfrm>
              <a:off x="541651" y="499985"/>
              <a:ext cx="17140" cy="26609"/>
            </a:xfrm>
            <a:prstGeom prst="rect">
              <a:avLst/>
            </a:prstGeom>
            <a:solidFill>
              <a:srgbClr val="E6878F"/>
            </a:solidFill>
            <a:ln>
              <a:noFill/>
            </a:ln>
          </p:spPr>
        </p:sp>
        <p:sp>
          <p:nvSpPr>
            <p:cNvPr id="6447" name="Heatmap cell r19 c30"/>
            <p:cNvSpPr/>
            <p:nvPr/>
          </p:nvSpPr>
          <p:spPr>
            <a:xfrm>
              <a:off x="558696" y="499985"/>
              <a:ext cx="19034" cy="26609"/>
            </a:xfrm>
            <a:prstGeom prst="rect">
              <a:avLst/>
            </a:prstGeom>
            <a:solidFill>
              <a:srgbClr val="F6D5D9"/>
            </a:solidFill>
            <a:ln>
              <a:noFill/>
            </a:ln>
          </p:spPr>
        </p:sp>
        <p:sp>
          <p:nvSpPr>
            <p:cNvPr id="6448" name="Heatmap cell r19 c31"/>
            <p:cNvSpPr/>
            <p:nvPr/>
          </p:nvSpPr>
          <p:spPr>
            <a:xfrm>
              <a:off x="577634" y="499985"/>
              <a:ext cx="17140" cy="26609"/>
            </a:xfrm>
            <a:prstGeom prst="rect">
              <a:avLst/>
            </a:prstGeom>
            <a:solidFill>
              <a:srgbClr val="EDAFB5"/>
            </a:solidFill>
            <a:ln>
              <a:noFill/>
            </a:ln>
          </p:spPr>
        </p:sp>
        <p:sp>
          <p:nvSpPr>
            <p:cNvPr id="6449" name="Heatmap cell r19 c32"/>
            <p:cNvSpPr/>
            <p:nvPr/>
          </p:nvSpPr>
          <p:spPr>
            <a:xfrm>
              <a:off x="594679" y="499985"/>
              <a:ext cx="19034" cy="26609"/>
            </a:xfrm>
            <a:prstGeom prst="rect">
              <a:avLst/>
            </a:prstGeom>
            <a:solidFill>
              <a:srgbClr val="FCF6F6"/>
            </a:solidFill>
            <a:ln>
              <a:noFill/>
            </a:ln>
          </p:spPr>
        </p:sp>
        <p:sp>
          <p:nvSpPr>
            <p:cNvPr id="6450" name="Heatmap cell r19 c33"/>
            <p:cNvSpPr/>
            <p:nvPr/>
          </p:nvSpPr>
          <p:spPr>
            <a:xfrm>
              <a:off x="613618" y="499985"/>
              <a:ext cx="17140" cy="26609"/>
            </a:xfrm>
            <a:prstGeom prst="rect">
              <a:avLst/>
            </a:prstGeom>
            <a:solidFill>
              <a:srgbClr val="F1C3C8"/>
            </a:solidFill>
            <a:ln>
              <a:noFill/>
            </a:ln>
          </p:spPr>
        </p:sp>
        <p:sp>
          <p:nvSpPr>
            <p:cNvPr id="6451" name="Heatmap cell r19 c34"/>
            <p:cNvSpPr/>
            <p:nvPr/>
          </p:nvSpPr>
          <p:spPr>
            <a:xfrm>
              <a:off x="630663" y="499985"/>
              <a:ext cx="19034" cy="26609"/>
            </a:xfrm>
            <a:prstGeom prst="rect">
              <a:avLst/>
            </a:prstGeom>
            <a:solidFill>
              <a:srgbClr val="F3C5C8"/>
            </a:solidFill>
            <a:ln>
              <a:noFill/>
            </a:ln>
          </p:spPr>
        </p:sp>
        <p:sp>
          <p:nvSpPr>
            <p:cNvPr id="6452" name="Heatmap cell r19 c35"/>
            <p:cNvSpPr/>
            <p:nvPr/>
          </p:nvSpPr>
          <p:spPr>
            <a:xfrm>
              <a:off x="649602" y="499985"/>
              <a:ext cx="19034" cy="26609"/>
            </a:xfrm>
            <a:prstGeom prst="rect">
              <a:avLst/>
            </a:prstGeom>
            <a:solidFill>
              <a:srgbClr val="B6C7D9"/>
            </a:solidFill>
            <a:ln>
              <a:noFill/>
            </a:ln>
          </p:spPr>
        </p:sp>
        <p:sp>
          <p:nvSpPr>
            <p:cNvPr id="6453" name="Heatmap cell r19 c36"/>
            <p:cNvSpPr/>
            <p:nvPr/>
          </p:nvSpPr>
          <p:spPr>
            <a:xfrm>
              <a:off x="668541" y="499985"/>
              <a:ext cx="17140" cy="26609"/>
            </a:xfrm>
            <a:prstGeom prst="rect">
              <a:avLst/>
            </a:prstGeom>
            <a:solidFill>
              <a:srgbClr val="D1DCE7"/>
            </a:solidFill>
            <a:ln>
              <a:noFill/>
            </a:ln>
          </p:spPr>
        </p:sp>
        <p:sp>
          <p:nvSpPr>
            <p:cNvPr id="6454" name="Heatmap cell r19 c37"/>
            <p:cNvSpPr/>
            <p:nvPr/>
          </p:nvSpPr>
          <p:spPr>
            <a:xfrm>
              <a:off x="685586" y="499985"/>
              <a:ext cx="19034" cy="26609"/>
            </a:xfrm>
            <a:prstGeom prst="rect">
              <a:avLst/>
            </a:prstGeom>
            <a:solidFill>
              <a:srgbClr val="EEB1B8"/>
            </a:solidFill>
            <a:ln>
              <a:noFill/>
            </a:ln>
          </p:spPr>
        </p:sp>
        <p:sp>
          <p:nvSpPr>
            <p:cNvPr id="6455" name="Heatmap cell r19 c38"/>
            <p:cNvSpPr/>
            <p:nvPr/>
          </p:nvSpPr>
          <p:spPr>
            <a:xfrm>
              <a:off x="704525" y="499985"/>
              <a:ext cx="17140" cy="26609"/>
            </a:xfrm>
            <a:prstGeom prst="rect">
              <a:avLst/>
            </a:prstGeom>
            <a:solidFill>
              <a:srgbClr val="F2C8CD"/>
            </a:solidFill>
            <a:ln>
              <a:noFill/>
            </a:ln>
          </p:spPr>
        </p:sp>
        <p:sp>
          <p:nvSpPr>
            <p:cNvPr id="6456" name="Heatmap cell r19 c39"/>
            <p:cNvSpPr/>
            <p:nvPr/>
          </p:nvSpPr>
          <p:spPr>
            <a:xfrm>
              <a:off x="721570" y="499985"/>
              <a:ext cx="19034" cy="26609"/>
            </a:xfrm>
            <a:prstGeom prst="rect">
              <a:avLst/>
            </a:prstGeom>
            <a:solidFill>
              <a:srgbClr val="E6878F"/>
            </a:solidFill>
            <a:ln>
              <a:noFill/>
            </a:ln>
          </p:spPr>
        </p:sp>
        <p:sp>
          <p:nvSpPr>
            <p:cNvPr id="6457" name="Heatmap cell r19 c40"/>
            <p:cNvSpPr/>
            <p:nvPr/>
          </p:nvSpPr>
          <p:spPr>
            <a:xfrm>
              <a:off x="740508" y="499985"/>
              <a:ext cx="17140" cy="26609"/>
            </a:xfrm>
            <a:prstGeom prst="rect">
              <a:avLst/>
            </a:prstGeom>
            <a:solidFill>
              <a:srgbClr val="F7D3D6"/>
            </a:solidFill>
            <a:ln>
              <a:noFill/>
            </a:ln>
          </p:spPr>
        </p:sp>
        <p:sp>
          <p:nvSpPr>
            <p:cNvPr id="6458" name="Heatmap cell r19 c41"/>
            <p:cNvSpPr/>
            <p:nvPr/>
          </p:nvSpPr>
          <p:spPr>
            <a:xfrm>
              <a:off x="757553" y="499985"/>
              <a:ext cx="19034" cy="26609"/>
            </a:xfrm>
            <a:prstGeom prst="rect">
              <a:avLst/>
            </a:prstGeom>
            <a:solidFill>
              <a:srgbClr val="CFDBE6"/>
            </a:solidFill>
            <a:ln>
              <a:noFill/>
            </a:ln>
          </p:spPr>
        </p:sp>
        <p:sp>
          <p:nvSpPr>
            <p:cNvPr id="6459" name="Heatmap cell r19 c42"/>
            <p:cNvSpPr/>
            <p:nvPr/>
          </p:nvSpPr>
          <p:spPr>
            <a:xfrm>
              <a:off x="776492" y="499985"/>
              <a:ext cx="17140" cy="26609"/>
            </a:xfrm>
            <a:prstGeom prst="rect">
              <a:avLst/>
            </a:prstGeom>
            <a:solidFill>
              <a:srgbClr val="F1C0C6"/>
            </a:solidFill>
            <a:ln>
              <a:noFill/>
            </a:ln>
          </p:spPr>
        </p:sp>
        <p:sp>
          <p:nvSpPr>
            <p:cNvPr id="6460" name="Heatmap cell r19 c43"/>
            <p:cNvSpPr/>
            <p:nvPr/>
          </p:nvSpPr>
          <p:spPr>
            <a:xfrm>
              <a:off x="793537" y="499985"/>
              <a:ext cx="19034" cy="26609"/>
            </a:xfrm>
            <a:prstGeom prst="rect">
              <a:avLst/>
            </a:prstGeom>
            <a:solidFill>
              <a:srgbClr val="F7D3D6"/>
            </a:solidFill>
            <a:ln>
              <a:noFill/>
            </a:ln>
          </p:spPr>
        </p:sp>
        <p:sp>
          <p:nvSpPr>
            <p:cNvPr id="6461" name="Heatmap cell r19 c44"/>
            <p:cNvSpPr/>
            <p:nvPr/>
          </p:nvSpPr>
          <p:spPr>
            <a:xfrm>
              <a:off x="812476" y="499985"/>
              <a:ext cx="17140" cy="26609"/>
            </a:xfrm>
            <a:prstGeom prst="rect">
              <a:avLst/>
            </a:prstGeom>
            <a:solidFill>
              <a:srgbClr val="EDACB3"/>
            </a:solidFill>
            <a:ln>
              <a:noFill/>
            </a:ln>
          </p:spPr>
        </p:sp>
        <p:sp>
          <p:nvSpPr>
            <p:cNvPr id="6462" name="Heatmap cell r19 c45"/>
            <p:cNvSpPr/>
            <p:nvPr/>
          </p:nvSpPr>
          <p:spPr>
            <a:xfrm>
              <a:off x="829521" y="499985"/>
              <a:ext cx="19034" cy="26609"/>
            </a:xfrm>
            <a:prstGeom prst="rect">
              <a:avLst/>
            </a:prstGeom>
            <a:solidFill>
              <a:srgbClr val="FBF1F3"/>
            </a:solidFill>
            <a:ln>
              <a:noFill/>
            </a:ln>
          </p:spPr>
        </p:sp>
        <p:sp>
          <p:nvSpPr>
            <p:cNvPr id="6463" name="Heatmap cell r19 c46"/>
            <p:cNvSpPr/>
            <p:nvPr/>
          </p:nvSpPr>
          <p:spPr>
            <a:xfrm>
              <a:off x="848460" y="499985"/>
              <a:ext cx="17140" cy="26609"/>
            </a:xfrm>
            <a:prstGeom prst="rect">
              <a:avLst/>
            </a:prstGeom>
            <a:solidFill>
              <a:srgbClr val="9FB6CD"/>
            </a:solidFill>
            <a:ln>
              <a:noFill/>
            </a:ln>
          </p:spPr>
        </p:sp>
        <p:sp>
          <p:nvSpPr>
            <p:cNvPr id="6464" name="Heatmap cell r19 c47"/>
            <p:cNvSpPr/>
            <p:nvPr/>
          </p:nvSpPr>
          <p:spPr>
            <a:xfrm>
              <a:off x="865505" y="499985"/>
              <a:ext cx="19034" cy="26609"/>
            </a:xfrm>
            <a:prstGeom prst="rect">
              <a:avLst/>
            </a:prstGeom>
            <a:solidFill>
              <a:srgbClr val="EEF3F6"/>
            </a:solidFill>
            <a:ln>
              <a:noFill/>
            </a:ln>
          </p:spPr>
        </p:sp>
        <p:sp>
          <p:nvSpPr>
            <p:cNvPr id="6465" name="Heatmap cell r19 c48"/>
            <p:cNvSpPr/>
            <p:nvPr/>
          </p:nvSpPr>
          <p:spPr>
            <a:xfrm>
              <a:off x="884444" y="499985"/>
              <a:ext cx="19034" cy="26609"/>
            </a:xfrm>
            <a:prstGeom prst="rect">
              <a:avLst/>
            </a:prstGeom>
            <a:solidFill>
              <a:srgbClr val="EFB9BE"/>
            </a:solidFill>
            <a:ln>
              <a:noFill/>
            </a:ln>
          </p:spPr>
        </p:sp>
        <p:sp>
          <p:nvSpPr>
            <p:cNvPr id="6466" name="Heatmap cell r19 c49"/>
            <p:cNvSpPr/>
            <p:nvPr/>
          </p:nvSpPr>
          <p:spPr>
            <a:xfrm>
              <a:off x="903382" y="499985"/>
              <a:ext cx="17140" cy="26609"/>
            </a:xfrm>
            <a:prstGeom prst="rect">
              <a:avLst/>
            </a:prstGeom>
            <a:solidFill>
              <a:srgbClr val="D5DFE9"/>
            </a:solidFill>
            <a:ln>
              <a:noFill/>
            </a:ln>
          </p:spPr>
        </p:sp>
        <p:sp>
          <p:nvSpPr>
            <p:cNvPr id="6467" name="Heatmap cell r19 c50"/>
            <p:cNvSpPr/>
            <p:nvPr/>
          </p:nvSpPr>
          <p:spPr>
            <a:xfrm>
              <a:off x="920427" y="499985"/>
              <a:ext cx="19034" cy="26609"/>
            </a:xfrm>
            <a:prstGeom prst="rect">
              <a:avLst/>
            </a:prstGeom>
            <a:solidFill>
              <a:srgbClr val="EBF0F6"/>
            </a:solidFill>
            <a:ln>
              <a:noFill/>
            </a:ln>
          </p:spPr>
        </p:sp>
        <p:sp>
          <p:nvSpPr>
            <p:cNvPr id="6468" name="Heatmap cell r19 c51"/>
            <p:cNvSpPr/>
            <p:nvPr/>
          </p:nvSpPr>
          <p:spPr>
            <a:xfrm>
              <a:off x="939366" y="499985"/>
              <a:ext cx="17140" cy="26609"/>
            </a:xfrm>
            <a:prstGeom prst="rect">
              <a:avLst/>
            </a:prstGeom>
            <a:solidFill>
              <a:srgbClr val="EBA9AE"/>
            </a:solidFill>
            <a:ln>
              <a:noFill/>
            </a:ln>
          </p:spPr>
        </p:sp>
        <p:sp>
          <p:nvSpPr>
            <p:cNvPr id="6469" name="Heatmap cell r19 c52"/>
            <p:cNvSpPr/>
            <p:nvPr/>
          </p:nvSpPr>
          <p:spPr>
            <a:xfrm>
              <a:off x="956411" y="499985"/>
              <a:ext cx="19034" cy="26609"/>
            </a:xfrm>
            <a:prstGeom prst="rect">
              <a:avLst/>
            </a:prstGeom>
            <a:solidFill>
              <a:srgbClr val="F4CACD"/>
            </a:solidFill>
            <a:ln>
              <a:noFill/>
            </a:ln>
          </p:spPr>
        </p:sp>
        <p:sp>
          <p:nvSpPr>
            <p:cNvPr id="6470" name="Heatmap cell r19 c53"/>
            <p:cNvSpPr/>
            <p:nvPr/>
          </p:nvSpPr>
          <p:spPr>
            <a:xfrm>
              <a:off x="975350" y="499985"/>
              <a:ext cx="17140" cy="26609"/>
            </a:xfrm>
            <a:prstGeom prst="rect">
              <a:avLst/>
            </a:prstGeom>
            <a:solidFill>
              <a:srgbClr val="9BB3CA"/>
            </a:solidFill>
            <a:ln>
              <a:noFill/>
            </a:ln>
          </p:spPr>
        </p:sp>
        <p:sp>
          <p:nvSpPr>
            <p:cNvPr id="6471" name="Heatmap cell r19 c54"/>
            <p:cNvSpPr/>
            <p:nvPr/>
          </p:nvSpPr>
          <p:spPr>
            <a:xfrm>
              <a:off x="992395" y="499985"/>
              <a:ext cx="19034" cy="26609"/>
            </a:xfrm>
            <a:prstGeom prst="rect">
              <a:avLst/>
            </a:prstGeom>
            <a:solidFill>
              <a:srgbClr val="F9E8E9"/>
            </a:solidFill>
            <a:ln>
              <a:noFill/>
            </a:ln>
          </p:spPr>
        </p:sp>
        <p:sp>
          <p:nvSpPr>
            <p:cNvPr id="6472" name="Heatmap cell r19 c55"/>
            <p:cNvSpPr/>
            <p:nvPr/>
          </p:nvSpPr>
          <p:spPr>
            <a:xfrm>
              <a:off x="1011334" y="499985"/>
              <a:ext cx="17140" cy="26609"/>
            </a:xfrm>
            <a:prstGeom prst="rect">
              <a:avLst/>
            </a:prstGeom>
            <a:solidFill>
              <a:srgbClr val="CAD6E3"/>
            </a:solidFill>
            <a:ln>
              <a:noFill/>
            </a:ln>
          </p:spPr>
        </p:sp>
        <p:sp>
          <p:nvSpPr>
            <p:cNvPr id="6473" name="Heatmap cell r19 c56"/>
            <p:cNvSpPr/>
            <p:nvPr/>
          </p:nvSpPr>
          <p:spPr>
            <a:xfrm>
              <a:off x="1028379" y="499985"/>
              <a:ext cx="19034" cy="26609"/>
            </a:xfrm>
            <a:prstGeom prst="rect">
              <a:avLst/>
            </a:prstGeom>
            <a:solidFill>
              <a:srgbClr val="F7D9DB"/>
            </a:solidFill>
            <a:ln>
              <a:noFill/>
            </a:ln>
          </p:spPr>
        </p:sp>
        <p:sp>
          <p:nvSpPr>
            <p:cNvPr id="6474" name="Heatmap cell r19 c57"/>
            <p:cNvSpPr/>
            <p:nvPr/>
          </p:nvSpPr>
          <p:spPr>
            <a:xfrm>
              <a:off x="1047318" y="499985"/>
              <a:ext cx="17140" cy="26609"/>
            </a:xfrm>
            <a:prstGeom prst="rect">
              <a:avLst/>
            </a:prstGeom>
            <a:solidFill>
              <a:srgbClr val="F1C3C8"/>
            </a:solidFill>
            <a:ln>
              <a:noFill/>
            </a:ln>
          </p:spPr>
        </p:sp>
        <p:sp>
          <p:nvSpPr>
            <p:cNvPr id="6475" name="Heatmap cell r19 c58"/>
            <p:cNvSpPr/>
            <p:nvPr/>
          </p:nvSpPr>
          <p:spPr>
            <a:xfrm>
              <a:off x="1064363" y="499985"/>
              <a:ext cx="19034" cy="26609"/>
            </a:xfrm>
            <a:prstGeom prst="rect">
              <a:avLst/>
            </a:prstGeom>
            <a:solidFill>
              <a:srgbClr val="D3DEE8"/>
            </a:solidFill>
            <a:ln>
              <a:noFill/>
            </a:ln>
          </p:spPr>
        </p:sp>
        <p:sp>
          <p:nvSpPr>
            <p:cNvPr id="6476" name="Heatmap cell r19 c59"/>
            <p:cNvSpPr/>
            <p:nvPr/>
          </p:nvSpPr>
          <p:spPr>
            <a:xfrm>
              <a:off x="1083301" y="499985"/>
              <a:ext cx="17140" cy="26609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6477" name="Heatmap cell r19 c60"/>
            <p:cNvSpPr/>
            <p:nvPr/>
          </p:nvSpPr>
          <p:spPr>
            <a:xfrm>
              <a:off x="1100346" y="499985"/>
              <a:ext cx="19034" cy="26609"/>
            </a:xfrm>
            <a:prstGeom prst="rect">
              <a:avLst/>
            </a:prstGeom>
            <a:solidFill>
              <a:srgbClr val="EEF3F6"/>
            </a:solidFill>
            <a:ln>
              <a:noFill/>
            </a:ln>
          </p:spPr>
        </p:sp>
        <p:sp>
          <p:nvSpPr>
            <p:cNvPr id="6478" name="Heatmap cell r19 c61"/>
            <p:cNvSpPr/>
            <p:nvPr/>
          </p:nvSpPr>
          <p:spPr>
            <a:xfrm>
              <a:off x="1119285" y="499985"/>
              <a:ext cx="19034" cy="26609"/>
            </a:xfrm>
            <a:prstGeom prst="rect">
              <a:avLst/>
            </a:prstGeom>
            <a:solidFill>
              <a:srgbClr val="DCE3EB"/>
            </a:solidFill>
            <a:ln>
              <a:noFill/>
            </a:ln>
          </p:spPr>
        </p:sp>
        <p:sp>
          <p:nvSpPr>
            <p:cNvPr id="6479" name="Heatmap cell r19 c62"/>
            <p:cNvSpPr/>
            <p:nvPr/>
          </p:nvSpPr>
          <p:spPr>
            <a:xfrm>
              <a:off x="1138224" y="499985"/>
              <a:ext cx="17140" cy="26609"/>
            </a:xfrm>
            <a:prstGeom prst="rect">
              <a:avLst/>
            </a:prstGeom>
            <a:solidFill>
              <a:srgbClr val="F7DADC"/>
            </a:solidFill>
            <a:ln>
              <a:noFill/>
            </a:ln>
          </p:spPr>
        </p:sp>
        <p:sp>
          <p:nvSpPr>
            <p:cNvPr id="6480" name="Heatmap cell r19 c63"/>
            <p:cNvSpPr/>
            <p:nvPr/>
          </p:nvSpPr>
          <p:spPr>
            <a:xfrm>
              <a:off x="1155269" y="499985"/>
              <a:ext cx="19034" cy="26609"/>
            </a:xfrm>
            <a:prstGeom prst="rect">
              <a:avLst/>
            </a:prstGeom>
            <a:solidFill>
              <a:srgbClr val="EBA3AA"/>
            </a:solidFill>
            <a:ln>
              <a:noFill/>
            </a:ln>
          </p:spPr>
        </p:sp>
        <p:sp>
          <p:nvSpPr>
            <p:cNvPr id="6481" name="Heatmap cell r19 c64"/>
            <p:cNvSpPr/>
            <p:nvPr/>
          </p:nvSpPr>
          <p:spPr>
            <a:xfrm>
              <a:off x="1174208" y="499985"/>
              <a:ext cx="17140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6482" name="Heatmap cell r19 c65"/>
            <p:cNvSpPr/>
            <p:nvPr/>
          </p:nvSpPr>
          <p:spPr>
            <a:xfrm>
              <a:off x="1191253" y="499985"/>
              <a:ext cx="19034" cy="26609"/>
            </a:xfrm>
            <a:prstGeom prst="rect">
              <a:avLst/>
            </a:prstGeom>
            <a:solidFill>
              <a:srgbClr val="C9D6E2"/>
            </a:solidFill>
            <a:ln>
              <a:noFill/>
            </a:ln>
          </p:spPr>
        </p:sp>
        <p:sp>
          <p:nvSpPr>
            <p:cNvPr id="6483" name="Heatmap cell r19 c66"/>
            <p:cNvSpPr/>
            <p:nvPr/>
          </p:nvSpPr>
          <p:spPr>
            <a:xfrm>
              <a:off x="1210192" y="499985"/>
              <a:ext cx="17140" cy="26609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6484" name="Heatmap cell r19 c67"/>
            <p:cNvSpPr/>
            <p:nvPr/>
          </p:nvSpPr>
          <p:spPr>
            <a:xfrm>
              <a:off x="1227236" y="499985"/>
              <a:ext cx="19034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6485" name="Heatmap cell r19 c68"/>
            <p:cNvSpPr/>
            <p:nvPr/>
          </p:nvSpPr>
          <p:spPr>
            <a:xfrm>
              <a:off x="1246175" y="499985"/>
              <a:ext cx="17140" cy="26609"/>
            </a:xfrm>
            <a:prstGeom prst="rect">
              <a:avLst/>
            </a:prstGeom>
            <a:solidFill>
              <a:srgbClr val="FCF6F6"/>
            </a:solidFill>
            <a:ln>
              <a:noFill/>
            </a:ln>
          </p:spPr>
        </p:sp>
        <p:sp>
          <p:nvSpPr>
            <p:cNvPr id="6486" name="Heatmap cell r19 c69"/>
            <p:cNvSpPr/>
            <p:nvPr/>
          </p:nvSpPr>
          <p:spPr>
            <a:xfrm>
              <a:off x="1263220" y="499985"/>
              <a:ext cx="19034" cy="26609"/>
            </a:xfrm>
            <a:prstGeom prst="rect">
              <a:avLst/>
            </a:prstGeom>
            <a:solidFill>
              <a:srgbClr val="F1C0C6"/>
            </a:solidFill>
            <a:ln>
              <a:noFill/>
            </a:ln>
          </p:spPr>
        </p:sp>
        <p:sp>
          <p:nvSpPr>
            <p:cNvPr id="6487" name="Heatmap cell r19 c70"/>
            <p:cNvSpPr/>
            <p:nvPr/>
          </p:nvSpPr>
          <p:spPr>
            <a:xfrm>
              <a:off x="1282159" y="499985"/>
              <a:ext cx="17140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6488" name="Heatmap cell r19 c71"/>
            <p:cNvSpPr/>
            <p:nvPr/>
          </p:nvSpPr>
          <p:spPr>
            <a:xfrm>
              <a:off x="1299204" y="499985"/>
              <a:ext cx="19034" cy="26609"/>
            </a:xfrm>
            <a:prstGeom prst="rect">
              <a:avLst/>
            </a:prstGeom>
            <a:solidFill>
              <a:srgbClr val="E78B94"/>
            </a:solidFill>
            <a:ln>
              <a:noFill/>
            </a:ln>
          </p:spPr>
        </p:sp>
        <p:sp>
          <p:nvSpPr>
            <p:cNvPr id="6489" name="Heatmap cell r19 c72"/>
            <p:cNvSpPr/>
            <p:nvPr/>
          </p:nvSpPr>
          <p:spPr>
            <a:xfrm>
              <a:off x="1318143" y="499985"/>
              <a:ext cx="17140" cy="26609"/>
            </a:xfrm>
            <a:prstGeom prst="rect">
              <a:avLst/>
            </a:prstGeom>
            <a:solidFill>
              <a:srgbClr val="96AFC7"/>
            </a:solidFill>
            <a:ln>
              <a:noFill/>
            </a:ln>
          </p:spPr>
        </p:sp>
        <p:sp>
          <p:nvSpPr>
            <p:cNvPr id="6490" name="Heatmap cell r19 c73"/>
            <p:cNvSpPr/>
            <p:nvPr/>
          </p:nvSpPr>
          <p:spPr>
            <a:xfrm>
              <a:off x="1335188" y="499985"/>
              <a:ext cx="19034" cy="26609"/>
            </a:xfrm>
            <a:prstGeom prst="rect">
              <a:avLst/>
            </a:prstGeom>
            <a:solidFill>
              <a:srgbClr val="F8E9EA"/>
            </a:solidFill>
            <a:ln>
              <a:noFill/>
            </a:ln>
          </p:spPr>
        </p:sp>
        <p:sp>
          <p:nvSpPr>
            <p:cNvPr id="6491" name="Heatmap cell r19 c74"/>
            <p:cNvSpPr/>
            <p:nvPr/>
          </p:nvSpPr>
          <p:spPr>
            <a:xfrm>
              <a:off x="1354127" y="499985"/>
              <a:ext cx="17140" cy="26609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6492" name="Heatmap cell r19 c75"/>
            <p:cNvSpPr/>
            <p:nvPr/>
          </p:nvSpPr>
          <p:spPr>
            <a:xfrm>
              <a:off x="1371172" y="499985"/>
              <a:ext cx="19034" cy="26609"/>
            </a:xfrm>
            <a:prstGeom prst="rect">
              <a:avLst/>
            </a:prstGeom>
            <a:solidFill>
              <a:srgbClr val="FBF3F4"/>
            </a:solidFill>
            <a:ln>
              <a:noFill/>
            </a:ln>
          </p:spPr>
        </p:sp>
        <p:sp>
          <p:nvSpPr>
            <p:cNvPr id="6493" name="Heatmap cell r19 c76"/>
            <p:cNvSpPr/>
            <p:nvPr/>
          </p:nvSpPr>
          <p:spPr>
            <a:xfrm>
              <a:off x="1390110" y="499985"/>
              <a:ext cx="19034" cy="26609"/>
            </a:xfrm>
            <a:prstGeom prst="rect">
              <a:avLst/>
            </a:prstGeom>
            <a:solidFill>
              <a:srgbClr val="E6EBF1"/>
            </a:solidFill>
            <a:ln>
              <a:noFill/>
            </a:ln>
          </p:spPr>
        </p:sp>
        <p:sp>
          <p:nvSpPr>
            <p:cNvPr id="6494" name="Heatmap cell r19 c77"/>
            <p:cNvSpPr/>
            <p:nvPr/>
          </p:nvSpPr>
          <p:spPr>
            <a:xfrm>
              <a:off x="1409049" y="499985"/>
              <a:ext cx="17140" cy="26609"/>
            </a:xfrm>
            <a:prstGeom prst="rect">
              <a:avLst/>
            </a:prstGeom>
            <a:solidFill>
              <a:srgbClr val="DFE6ED"/>
            </a:solidFill>
            <a:ln>
              <a:noFill/>
            </a:ln>
          </p:spPr>
        </p:sp>
        <p:sp>
          <p:nvSpPr>
            <p:cNvPr id="6495" name="Heatmap cell r19 c78"/>
            <p:cNvSpPr/>
            <p:nvPr/>
          </p:nvSpPr>
          <p:spPr>
            <a:xfrm>
              <a:off x="1426094" y="499985"/>
              <a:ext cx="19034" cy="26609"/>
            </a:xfrm>
            <a:prstGeom prst="rect">
              <a:avLst/>
            </a:prstGeom>
            <a:solidFill>
              <a:srgbClr val="EFB8BD"/>
            </a:solidFill>
            <a:ln>
              <a:noFill/>
            </a:ln>
          </p:spPr>
        </p:sp>
        <p:sp>
          <p:nvSpPr>
            <p:cNvPr id="6496" name="Heatmap cell r19 c79"/>
            <p:cNvSpPr/>
            <p:nvPr/>
          </p:nvSpPr>
          <p:spPr>
            <a:xfrm>
              <a:off x="1445033" y="499985"/>
              <a:ext cx="17140" cy="26609"/>
            </a:xfrm>
            <a:prstGeom prst="rect">
              <a:avLst/>
            </a:prstGeom>
            <a:solidFill>
              <a:srgbClr val="E1E9EF"/>
            </a:solidFill>
            <a:ln>
              <a:noFill/>
            </a:ln>
          </p:spPr>
        </p:sp>
        <p:sp>
          <p:nvSpPr>
            <p:cNvPr id="6497" name="Heatmap cell r19 c80"/>
            <p:cNvSpPr/>
            <p:nvPr/>
          </p:nvSpPr>
          <p:spPr>
            <a:xfrm>
              <a:off x="1462078" y="499985"/>
              <a:ext cx="19034" cy="26609"/>
            </a:xfrm>
            <a:prstGeom prst="rect">
              <a:avLst/>
            </a:prstGeom>
            <a:solidFill>
              <a:srgbClr val="EB9FA7"/>
            </a:solidFill>
            <a:ln>
              <a:noFill/>
            </a:ln>
          </p:spPr>
        </p:sp>
        <p:sp>
          <p:nvSpPr>
            <p:cNvPr id="6498" name="Heatmap cell r19 c81"/>
            <p:cNvSpPr/>
            <p:nvPr/>
          </p:nvSpPr>
          <p:spPr>
            <a:xfrm>
              <a:off x="1481017" y="499985"/>
              <a:ext cx="17140" cy="26609"/>
            </a:xfrm>
            <a:prstGeom prst="rect">
              <a:avLst/>
            </a:prstGeom>
            <a:solidFill>
              <a:srgbClr val="F8DEE0"/>
            </a:solidFill>
            <a:ln>
              <a:noFill/>
            </a:ln>
          </p:spPr>
        </p:sp>
        <p:sp>
          <p:nvSpPr>
            <p:cNvPr id="6499" name="Heatmap cell r19 c82"/>
            <p:cNvSpPr/>
            <p:nvPr/>
          </p:nvSpPr>
          <p:spPr>
            <a:xfrm>
              <a:off x="1498062" y="499985"/>
              <a:ext cx="19034" cy="26609"/>
            </a:xfrm>
            <a:prstGeom prst="rect">
              <a:avLst/>
            </a:prstGeom>
            <a:solidFill>
              <a:srgbClr val="F7E2E4"/>
            </a:solidFill>
            <a:ln>
              <a:noFill/>
            </a:ln>
          </p:spPr>
        </p:sp>
        <p:sp>
          <p:nvSpPr>
            <p:cNvPr id="6500" name="Heatmap cell r19 c83"/>
            <p:cNvSpPr/>
            <p:nvPr/>
          </p:nvSpPr>
          <p:spPr>
            <a:xfrm>
              <a:off x="1517001" y="499985"/>
              <a:ext cx="17140" cy="26609"/>
            </a:xfrm>
            <a:prstGeom prst="rect">
              <a:avLst/>
            </a:prstGeom>
            <a:solidFill>
              <a:srgbClr val="B9C9DB"/>
            </a:solidFill>
            <a:ln>
              <a:noFill/>
            </a:ln>
          </p:spPr>
        </p:sp>
        <p:sp>
          <p:nvSpPr>
            <p:cNvPr id="6501" name="Heatmap cell r19 c84"/>
            <p:cNvSpPr/>
            <p:nvPr/>
          </p:nvSpPr>
          <p:spPr>
            <a:xfrm>
              <a:off x="1534046" y="499985"/>
              <a:ext cx="19034" cy="26609"/>
            </a:xfrm>
            <a:prstGeom prst="rect">
              <a:avLst/>
            </a:prstGeom>
            <a:solidFill>
              <a:srgbClr val="ABBED2"/>
            </a:solidFill>
            <a:ln>
              <a:noFill/>
            </a:ln>
          </p:spPr>
        </p:sp>
        <p:sp>
          <p:nvSpPr>
            <p:cNvPr id="6502" name="Heatmap cell r19 c85"/>
            <p:cNvSpPr/>
            <p:nvPr/>
          </p:nvSpPr>
          <p:spPr>
            <a:xfrm>
              <a:off x="1552984" y="499985"/>
              <a:ext cx="17140" cy="26609"/>
            </a:xfrm>
            <a:prstGeom prst="rect">
              <a:avLst/>
            </a:prstGeom>
            <a:solidFill>
              <a:srgbClr val="D3DEE8"/>
            </a:solidFill>
            <a:ln>
              <a:noFill/>
            </a:ln>
          </p:spPr>
        </p:sp>
        <p:sp>
          <p:nvSpPr>
            <p:cNvPr id="6503" name="Heatmap cell r19 c86"/>
            <p:cNvSpPr/>
            <p:nvPr/>
          </p:nvSpPr>
          <p:spPr>
            <a:xfrm>
              <a:off x="1570029" y="499985"/>
              <a:ext cx="19034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6504" name="Heatmap cell r19 c87"/>
            <p:cNvSpPr/>
            <p:nvPr/>
          </p:nvSpPr>
          <p:spPr>
            <a:xfrm>
              <a:off x="1588968" y="499985"/>
              <a:ext cx="17140" cy="26609"/>
            </a:xfrm>
            <a:prstGeom prst="rect">
              <a:avLst/>
            </a:prstGeom>
            <a:solidFill>
              <a:srgbClr val="D9E1EB"/>
            </a:solidFill>
            <a:ln>
              <a:noFill/>
            </a:ln>
          </p:spPr>
        </p:sp>
        <p:sp>
          <p:nvSpPr>
            <p:cNvPr id="6505" name="Heatmap cell r19 c88"/>
            <p:cNvSpPr/>
            <p:nvPr/>
          </p:nvSpPr>
          <p:spPr>
            <a:xfrm>
              <a:off x="1606013" y="499985"/>
              <a:ext cx="19034" cy="26609"/>
            </a:xfrm>
            <a:prstGeom prst="rect">
              <a:avLst/>
            </a:prstGeom>
            <a:solidFill>
              <a:srgbClr val="F9E8E9"/>
            </a:solidFill>
            <a:ln>
              <a:noFill/>
            </a:ln>
          </p:spPr>
        </p:sp>
        <p:sp>
          <p:nvSpPr>
            <p:cNvPr id="6506" name="Heatmap cell r19 c89"/>
            <p:cNvSpPr/>
            <p:nvPr/>
          </p:nvSpPr>
          <p:spPr>
            <a:xfrm>
              <a:off x="1624952" y="499985"/>
              <a:ext cx="19034" cy="26609"/>
            </a:xfrm>
            <a:prstGeom prst="rect">
              <a:avLst/>
            </a:prstGeom>
            <a:solidFill>
              <a:srgbClr val="F4CCD1"/>
            </a:solidFill>
            <a:ln>
              <a:noFill/>
            </a:ln>
          </p:spPr>
        </p:sp>
        <p:sp>
          <p:nvSpPr>
            <p:cNvPr id="6507" name="Heatmap cell r19 c90"/>
            <p:cNvSpPr/>
            <p:nvPr/>
          </p:nvSpPr>
          <p:spPr>
            <a:xfrm>
              <a:off x="1643891" y="499985"/>
              <a:ext cx="17140" cy="26609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6508" name="Heatmap cell r19 c91"/>
            <p:cNvSpPr/>
            <p:nvPr/>
          </p:nvSpPr>
          <p:spPr>
            <a:xfrm>
              <a:off x="1660936" y="499985"/>
              <a:ext cx="19034" cy="26609"/>
            </a:xfrm>
            <a:prstGeom prst="rect">
              <a:avLst/>
            </a:prstGeom>
            <a:solidFill>
              <a:srgbClr val="EBA2A9"/>
            </a:solidFill>
            <a:ln>
              <a:noFill/>
            </a:ln>
          </p:spPr>
        </p:sp>
        <p:sp>
          <p:nvSpPr>
            <p:cNvPr id="6509" name="Heatmap cell r19 c92"/>
            <p:cNvSpPr/>
            <p:nvPr/>
          </p:nvSpPr>
          <p:spPr>
            <a:xfrm>
              <a:off x="1679875" y="499985"/>
              <a:ext cx="17140" cy="26609"/>
            </a:xfrm>
            <a:prstGeom prst="rect">
              <a:avLst/>
            </a:prstGeom>
            <a:solidFill>
              <a:srgbClr val="D6E0EA"/>
            </a:solidFill>
            <a:ln>
              <a:noFill/>
            </a:ln>
          </p:spPr>
        </p:sp>
        <p:sp>
          <p:nvSpPr>
            <p:cNvPr id="6510" name="Heatmap cell r19 c93"/>
            <p:cNvSpPr/>
            <p:nvPr/>
          </p:nvSpPr>
          <p:spPr>
            <a:xfrm>
              <a:off x="1696920" y="499985"/>
              <a:ext cx="19034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6511" name="Heatmap cell r19 c94"/>
            <p:cNvSpPr/>
            <p:nvPr/>
          </p:nvSpPr>
          <p:spPr>
            <a:xfrm>
              <a:off x="1715858" y="499985"/>
              <a:ext cx="17140" cy="26609"/>
            </a:xfrm>
            <a:prstGeom prst="rect">
              <a:avLst/>
            </a:prstGeom>
            <a:solidFill>
              <a:srgbClr val="F0F4F7"/>
            </a:solidFill>
            <a:ln>
              <a:noFill/>
            </a:ln>
          </p:spPr>
        </p:sp>
        <p:sp>
          <p:nvSpPr>
            <p:cNvPr id="6512" name="Heatmap cell r19 c95"/>
            <p:cNvSpPr/>
            <p:nvPr/>
          </p:nvSpPr>
          <p:spPr>
            <a:xfrm>
              <a:off x="1732903" y="499985"/>
              <a:ext cx="19034" cy="26609"/>
            </a:xfrm>
            <a:prstGeom prst="rect">
              <a:avLst/>
            </a:prstGeom>
            <a:solidFill>
              <a:srgbClr val="EDAEB5"/>
            </a:solidFill>
            <a:ln>
              <a:noFill/>
            </a:ln>
          </p:spPr>
        </p:sp>
        <p:sp>
          <p:nvSpPr>
            <p:cNvPr id="6513" name="Heatmap cell r19 c96"/>
            <p:cNvSpPr/>
            <p:nvPr/>
          </p:nvSpPr>
          <p:spPr>
            <a:xfrm>
              <a:off x="1751842" y="499985"/>
              <a:ext cx="17140" cy="26609"/>
            </a:xfrm>
            <a:prstGeom prst="rect">
              <a:avLst/>
            </a:prstGeom>
            <a:solidFill>
              <a:srgbClr val="F1F5F8"/>
            </a:solidFill>
            <a:ln>
              <a:noFill/>
            </a:ln>
          </p:spPr>
        </p:sp>
        <p:sp>
          <p:nvSpPr>
            <p:cNvPr id="6514" name="Heatmap cell r19 c97"/>
            <p:cNvSpPr/>
            <p:nvPr/>
          </p:nvSpPr>
          <p:spPr>
            <a:xfrm>
              <a:off x="1768887" y="499985"/>
              <a:ext cx="19034" cy="26609"/>
            </a:xfrm>
            <a:prstGeom prst="rect">
              <a:avLst/>
            </a:prstGeom>
            <a:solidFill>
              <a:srgbClr val="E1E9EF"/>
            </a:solidFill>
            <a:ln>
              <a:noFill/>
            </a:ln>
          </p:spPr>
        </p:sp>
        <p:sp>
          <p:nvSpPr>
            <p:cNvPr id="6515" name="Heatmap cell r19 c98"/>
            <p:cNvSpPr/>
            <p:nvPr/>
          </p:nvSpPr>
          <p:spPr>
            <a:xfrm>
              <a:off x="1787826" y="499985"/>
              <a:ext cx="17140" cy="26609"/>
            </a:xfrm>
            <a:prstGeom prst="rect">
              <a:avLst/>
            </a:prstGeom>
            <a:solidFill>
              <a:srgbClr val="F7E2E4"/>
            </a:solidFill>
            <a:ln>
              <a:noFill/>
            </a:ln>
          </p:spPr>
        </p:sp>
        <p:sp>
          <p:nvSpPr>
            <p:cNvPr id="6516" name="Heatmap cell r19 c99"/>
            <p:cNvSpPr/>
            <p:nvPr/>
          </p:nvSpPr>
          <p:spPr>
            <a:xfrm>
              <a:off x="1804871" y="499985"/>
              <a:ext cx="19034" cy="26609"/>
            </a:xfrm>
            <a:prstGeom prst="rect">
              <a:avLst/>
            </a:prstGeom>
            <a:solidFill>
              <a:srgbClr val="F8E3E6"/>
            </a:solidFill>
            <a:ln>
              <a:noFill/>
            </a:ln>
          </p:spPr>
        </p:sp>
        <p:sp>
          <p:nvSpPr>
            <p:cNvPr id="6517" name="Heatmap cell r19 c100"/>
            <p:cNvSpPr/>
            <p:nvPr/>
          </p:nvSpPr>
          <p:spPr>
            <a:xfrm>
              <a:off x="1823810" y="499985"/>
              <a:ext cx="17140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6518" name="Heatmap cell r19 c101"/>
            <p:cNvSpPr/>
            <p:nvPr/>
          </p:nvSpPr>
          <p:spPr>
            <a:xfrm>
              <a:off x="1840855" y="499985"/>
              <a:ext cx="19034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6519" name="Heatmap cell r19 c102"/>
            <p:cNvSpPr/>
            <p:nvPr/>
          </p:nvSpPr>
          <p:spPr>
            <a:xfrm>
              <a:off x="1859794" y="499985"/>
              <a:ext cx="19034" cy="26609"/>
            </a:xfrm>
            <a:prstGeom prst="rect">
              <a:avLst/>
            </a:prstGeom>
            <a:solidFill>
              <a:srgbClr val="F8E6E8"/>
            </a:solidFill>
            <a:ln>
              <a:noFill/>
            </a:ln>
          </p:spPr>
        </p:sp>
        <p:sp>
          <p:nvSpPr>
            <p:cNvPr id="6520" name="Heatmap cell r19 c103"/>
            <p:cNvSpPr/>
            <p:nvPr/>
          </p:nvSpPr>
          <p:spPr>
            <a:xfrm>
              <a:off x="1878732" y="499985"/>
              <a:ext cx="17140" cy="26609"/>
            </a:xfrm>
            <a:prstGeom prst="rect">
              <a:avLst/>
            </a:prstGeom>
            <a:solidFill>
              <a:srgbClr val="A0B7CE"/>
            </a:solidFill>
            <a:ln>
              <a:noFill/>
            </a:ln>
          </p:spPr>
        </p:sp>
        <p:sp>
          <p:nvSpPr>
            <p:cNvPr id="6521" name="Heatmap cell r19 c104"/>
            <p:cNvSpPr/>
            <p:nvPr/>
          </p:nvSpPr>
          <p:spPr>
            <a:xfrm>
              <a:off x="1895777" y="499985"/>
              <a:ext cx="19034" cy="26609"/>
            </a:xfrm>
            <a:prstGeom prst="rect">
              <a:avLst/>
            </a:prstGeom>
            <a:solidFill>
              <a:srgbClr val="F1F5F8"/>
            </a:solidFill>
            <a:ln>
              <a:noFill/>
            </a:ln>
          </p:spPr>
        </p:sp>
        <p:sp>
          <p:nvSpPr>
            <p:cNvPr id="6522" name="Heatmap cell r19 c105"/>
            <p:cNvSpPr/>
            <p:nvPr/>
          </p:nvSpPr>
          <p:spPr>
            <a:xfrm>
              <a:off x="1914716" y="499985"/>
              <a:ext cx="17140" cy="26609"/>
            </a:xfrm>
            <a:prstGeom prst="rect">
              <a:avLst/>
            </a:prstGeom>
            <a:solidFill>
              <a:srgbClr val="F5F7F9"/>
            </a:solidFill>
            <a:ln>
              <a:noFill/>
            </a:ln>
          </p:spPr>
        </p:sp>
        <p:sp>
          <p:nvSpPr>
            <p:cNvPr id="6523" name="Heatmap cell r19 c106"/>
            <p:cNvSpPr/>
            <p:nvPr/>
          </p:nvSpPr>
          <p:spPr>
            <a:xfrm>
              <a:off x="1931761" y="499985"/>
              <a:ext cx="19034" cy="26609"/>
            </a:xfrm>
            <a:prstGeom prst="rect">
              <a:avLst/>
            </a:prstGeom>
            <a:solidFill>
              <a:srgbClr val="F5CFD2"/>
            </a:solidFill>
            <a:ln>
              <a:noFill/>
            </a:ln>
          </p:spPr>
        </p:sp>
        <p:sp>
          <p:nvSpPr>
            <p:cNvPr id="6524" name="Heatmap cell r19 c107"/>
            <p:cNvSpPr/>
            <p:nvPr/>
          </p:nvSpPr>
          <p:spPr>
            <a:xfrm>
              <a:off x="1950700" y="499985"/>
              <a:ext cx="17140" cy="26609"/>
            </a:xfrm>
            <a:prstGeom prst="rect">
              <a:avLst/>
            </a:prstGeom>
            <a:solidFill>
              <a:srgbClr val="F0BDC2"/>
            </a:solidFill>
            <a:ln>
              <a:noFill/>
            </a:ln>
          </p:spPr>
        </p:sp>
        <p:sp>
          <p:nvSpPr>
            <p:cNvPr id="6525" name="Heatmap cell r19 c108"/>
            <p:cNvSpPr/>
            <p:nvPr/>
          </p:nvSpPr>
          <p:spPr>
            <a:xfrm>
              <a:off x="1967745" y="499985"/>
              <a:ext cx="19034" cy="26609"/>
            </a:xfrm>
            <a:prstGeom prst="rect">
              <a:avLst/>
            </a:prstGeom>
            <a:solidFill>
              <a:srgbClr val="EEF3F6"/>
            </a:solidFill>
            <a:ln>
              <a:noFill/>
            </a:ln>
          </p:spPr>
        </p:sp>
        <p:sp>
          <p:nvSpPr>
            <p:cNvPr id="6526" name="Heatmap cell r19 c109"/>
            <p:cNvSpPr/>
            <p:nvPr/>
          </p:nvSpPr>
          <p:spPr>
            <a:xfrm>
              <a:off x="1986684" y="499985"/>
              <a:ext cx="17140" cy="26609"/>
            </a:xfrm>
            <a:prstGeom prst="rect">
              <a:avLst/>
            </a:prstGeom>
            <a:solidFill>
              <a:srgbClr val="F1C2C6"/>
            </a:solidFill>
            <a:ln>
              <a:noFill/>
            </a:ln>
          </p:spPr>
        </p:sp>
        <p:sp>
          <p:nvSpPr>
            <p:cNvPr id="6527" name="Heatmap cell r19 c110"/>
            <p:cNvSpPr/>
            <p:nvPr/>
          </p:nvSpPr>
          <p:spPr>
            <a:xfrm>
              <a:off x="2003729" y="499985"/>
              <a:ext cx="19034" cy="26609"/>
            </a:xfrm>
            <a:prstGeom prst="rect">
              <a:avLst/>
            </a:prstGeom>
            <a:solidFill>
              <a:srgbClr val="D2DDE8"/>
            </a:solidFill>
            <a:ln>
              <a:noFill/>
            </a:ln>
          </p:spPr>
        </p:sp>
        <p:sp>
          <p:nvSpPr>
            <p:cNvPr id="6528" name="Heatmap cell r19 c111"/>
            <p:cNvSpPr/>
            <p:nvPr/>
          </p:nvSpPr>
          <p:spPr>
            <a:xfrm>
              <a:off x="2022668" y="499985"/>
              <a:ext cx="17140" cy="26609"/>
            </a:xfrm>
            <a:prstGeom prst="rect">
              <a:avLst/>
            </a:prstGeom>
            <a:solidFill>
              <a:srgbClr val="D9E1EB"/>
            </a:solidFill>
            <a:ln>
              <a:noFill/>
            </a:ln>
          </p:spPr>
        </p:sp>
        <p:sp>
          <p:nvSpPr>
            <p:cNvPr id="6529" name="Heatmap cell r19 c112"/>
            <p:cNvSpPr/>
            <p:nvPr/>
          </p:nvSpPr>
          <p:spPr>
            <a:xfrm>
              <a:off x="2039712" y="499985"/>
              <a:ext cx="19034" cy="26609"/>
            </a:xfrm>
            <a:prstGeom prst="rect">
              <a:avLst/>
            </a:prstGeom>
            <a:solidFill>
              <a:srgbClr val="CDD9E3"/>
            </a:solidFill>
            <a:ln>
              <a:noFill/>
            </a:ln>
          </p:spPr>
        </p:sp>
        <p:sp>
          <p:nvSpPr>
            <p:cNvPr id="6530" name="Heatmap cell r19 c113"/>
            <p:cNvSpPr/>
            <p:nvPr/>
          </p:nvSpPr>
          <p:spPr>
            <a:xfrm>
              <a:off x="2058651" y="499985"/>
              <a:ext cx="17140" cy="26609"/>
            </a:xfrm>
            <a:prstGeom prst="rect">
              <a:avLst/>
            </a:prstGeom>
            <a:solidFill>
              <a:srgbClr val="F1C3C8"/>
            </a:solidFill>
            <a:ln>
              <a:noFill/>
            </a:ln>
          </p:spPr>
        </p:sp>
        <p:sp>
          <p:nvSpPr>
            <p:cNvPr id="6531" name="Heatmap cell r19 c114"/>
            <p:cNvSpPr/>
            <p:nvPr/>
          </p:nvSpPr>
          <p:spPr>
            <a:xfrm>
              <a:off x="2075696" y="499985"/>
              <a:ext cx="19034" cy="26609"/>
            </a:xfrm>
            <a:prstGeom prst="rect">
              <a:avLst/>
            </a:prstGeom>
            <a:solidFill>
              <a:srgbClr val="F1C0C6"/>
            </a:solidFill>
            <a:ln>
              <a:noFill/>
            </a:ln>
          </p:spPr>
        </p:sp>
        <p:sp>
          <p:nvSpPr>
            <p:cNvPr id="6532" name="Heatmap cell r19 c115"/>
            <p:cNvSpPr/>
            <p:nvPr/>
          </p:nvSpPr>
          <p:spPr>
            <a:xfrm>
              <a:off x="2094635" y="499985"/>
              <a:ext cx="19034" cy="26609"/>
            </a:xfrm>
            <a:prstGeom prst="rect">
              <a:avLst/>
            </a:prstGeom>
            <a:solidFill>
              <a:srgbClr val="96AFC7"/>
            </a:solidFill>
            <a:ln>
              <a:noFill/>
            </a:ln>
          </p:spPr>
        </p:sp>
        <p:sp>
          <p:nvSpPr>
            <p:cNvPr id="6533" name="Heatmap cell r19 c116"/>
            <p:cNvSpPr/>
            <p:nvPr/>
          </p:nvSpPr>
          <p:spPr>
            <a:xfrm>
              <a:off x="2113574" y="499985"/>
              <a:ext cx="17140" cy="26609"/>
            </a:xfrm>
            <a:prstGeom prst="rect">
              <a:avLst/>
            </a:prstGeom>
            <a:solidFill>
              <a:srgbClr val="F7D7DB"/>
            </a:solidFill>
            <a:ln>
              <a:noFill/>
            </a:ln>
          </p:spPr>
        </p:sp>
        <p:sp>
          <p:nvSpPr>
            <p:cNvPr id="6534" name="Heatmap cell r19 c118"/>
            <p:cNvSpPr/>
            <p:nvPr/>
          </p:nvSpPr>
          <p:spPr>
            <a:xfrm>
              <a:off x="2149558" y="499985"/>
              <a:ext cx="17140" cy="26609"/>
            </a:xfrm>
            <a:prstGeom prst="rect">
              <a:avLst/>
            </a:prstGeom>
            <a:solidFill>
              <a:srgbClr val="C3D1DF"/>
            </a:solidFill>
            <a:ln>
              <a:noFill/>
            </a:ln>
          </p:spPr>
        </p:sp>
        <p:sp>
          <p:nvSpPr>
            <p:cNvPr id="6535" name="Heatmap cell r19 c119"/>
            <p:cNvSpPr/>
            <p:nvPr/>
          </p:nvSpPr>
          <p:spPr>
            <a:xfrm>
              <a:off x="2166603" y="499985"/>
              <a:ext cx="19034" cy="26609"/>
            </a:xfrm>
            <a:prstGeom prst="rect">
              <a:avLst/>
            </a:prstGeom>
            <a:solidFill>
              <a:srgbClr val="FCF8F9"/>
            </a:solidFill>
            <a:ln>
              <a:noFill/>
            </a:ln>
          </p:spPr>
        </p:sp>
        <p:sp>
          <p:nvSpPr>
            <p:cNvPr id="6536" name="Heatmap cell r19 c120"/>
            <p:cNvSpPr/>
            <p:nvPr/>
          </p:nvSpPr>
          <p:spPr>
            <a:xfrm>
              <a:off x="2185542" y="499985"/>
              <a:ext cx="17140" cy="26609"/>
            </a:xfrm>
            <a:prstGeom prst="rect">
              <a:avLst/>
            </a:prstGeom>
            <a:solidFill>
              <a:srgbClr val="E9EDF3"/>
            </a:solidFill>
            <a:ln>
              <a:noFill/>
            </a:ln>
          </p:spPr>
        </p:sp>
        <p:sp>
          <p:nvSpPr>
            <p:cNvPr id="6537" name="Heatmap cell r19 c121"/>
            <p:cNvSpPr/>
            <p:nvPr/>
          </p:nvSpPr>
          <p:spPr>
            <a:xfrm>
              <a:off x="2202586" y="499985"/>
              <a:ext cx="19034" cy="26609"/>
            </a:xfrm>
            <a:prstGeom prst="rect">
              <a:avLst/>
            </a:prstGeom>
            <a:solidFill>
              <a:srgbClr val="9DB5CC"/>
            </a:solidFill>
            <a:ln>
              <a:noFill/>
            </a:ln>
          </p:spPr>
        </p:sp>
        <p:sp>
          <p:nvSpPr>
            <p:cNvPr id="6538" name="Heatmap cell r19 c122"/>
            <p:cNvSpPr/>
            <p:nvPr/>
          </p:nvSpPr>
          <p:spPr>
            <a:xfrm>
              <a:off x="2221525" y="499985"/>
              <a:ext cx="17140" cy="26609"/>
            </a:xfrm>
            <a:prstGeom prst="rect">
              <a:avLst/>
            </a:prstGeom>
            <a:solidFill>
              <a:srgbClr val="F7E2E4"/>
            </a:solidFill>
            <a:ln>
              <a:noFill/>
            </a:ln>
          </p:spPr>
        </p:sp>
        <p:sp>
          <p:nvSpPr>
            <p:cNvPr id="6539" name="Heatmap cell r19 c123"/>
            <p:cNvSpPr/>
            <p:nvPr/>
          </p:nvSpPr>
          <p:spPr>
            <a:xfrm>
              <a:off x="2238570" y="499985"/>
              <a:ext cx="19034" cy="26609"/>
            </a:xfrm>
            <a:prstGeom prst="rect">
              <a:avLst/>
            </a:prstGeom>
            <a:solidFill>
              <a:srgbClr val="F8E9EA"/>
            </a:solidFill>
            <a:ln>
              <a:noFill/>
            </a:ln>
          </p:spPr>
        </p:sp>
        <p:sp>
          <p:nvSpPr>
            <p:cNvPr id="6540" name="Heatmap cell r19 c124"/>
            <p:cNvSpPr/>
            <p:nvPr/>
          </p:nvSpPr>
          <p:spPr>
            <a:xfrm>
              <a:off x="2257509" y="499985"/>
              <a:ext cx="17140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6541" name="Heatmap cell r19 c125"/>
            <p:cNvSpPr/>
            <p:nvPr/>
          </p:nvSpPr>
          <p:spPr>
            <a:xfrm>
              <a:off x="2274554" y="499985"/>
              <a:ext cx="19034" cy="26609"/>
            </a:xfrm>
            <a:prstGeom prst="rect">
              <a:avLst/>
            </a:prstGeom>
            <a:solidFill>
              <a:srgbClr val="ACC1D3"/>
            </a:solidFill>
            <a:ln>
              <a:noFill/>
            </a:ln>
          </p:spPr>
        </p:sp>
        <p:sp>
          <p:nvSpPr>
            <p:cNvPr id="6542" name="Heatmap cell r19 c126"/>
            <p:cNvSpPr/>
            <p:nvPr/>
          </p:nvSpPr>
          <p:spPr>
            <a:xfrm>
              <a:off x="2293493" y="499985"/>
              <a:ext cx="17140" cy="26609"/>
            </a:xfrm>
            <a:prstGeom prst="rect">
              <a:avLst/>
            </a:prstGeom>
            <a:solidFill>
              <a:srgbClr val="EDB0B6"/>
            </a:solidFill>
            <a:ln>
              <a:noFill/>
            </a:ln>
          </p:spPr>
        </p:sp>
        <p:sp>
          <p:nvSpPr>
            <p:cNvPr id="6543" name="Heatmap cell r19 c127"/>
            <p:cNvSpPr/>
            <p:nvPr/>
          </p:nvSpPr>
          <p:spPr>
            <a:xfrm>
              <a:off x="2310538" y="499985"/>
              <a:ext cx="19034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6544" name="Heatmap cell r19 c128"/>
            <p:cNvSpPr/>
            <p:nvPr/>
          </p:nvSpPr>
          <p:spPr>
            <a:xfrm>
              <a:off x="2329477" y="499985"/>
              <a:ext cx="19034" cy="26609"/>
            </a:xfrm>
            <a:prstGeom prst="rect">
              <a:avLst/>
            </a:prstGeom>
            <a:solidFill>
              <a:srgbClr val="E78992"/>
            </a:solidFill>
            <a:ln>
              <a:noFill/>
            </a:ln>
          </p:spPr>
        </p:sp>
        <p:sp>
          <p:nvSpPr>
            <p:cNvPr id="6545" name="Heatmap cell r19 c129"/>
            <p:cNvSpPr/>
            <p:nvPr/>
          </p:nvSpPr>
          <p:spPr>
            <a:xfrm>
              <a:off x="2348416" y="499985"/>
              <a:ext cx="17140" cy="26609"/>
            </a:xfrm>
            <a:prstGeom prst="rect">
              <a:avLst/>
            </a:prstGeom>
            <a:solidFill>
              <a:srgbClr val="E9EEF4"/>
            </a:solidFill>
            <a:ln>
              <a:noFill/>
            </a:ln>
          </p:spPr>
        </p:sp>
        <p:sp>
          <p:nvSpPr>
            <p:cNvPr id="6546" name="Heatmap cell r19 c130"/>
            <p:cNvSpPr/>
            <p:nvPr/>
          </p:nvSpPr>
          <p:spPr>
            <a:xfrm>
              <a:off x="2365460" y="499985"/>
              <a:ext cx="19034" cy="26609"/>
            </a:xfrm>
            <a:prstGeom prst="rect">
              <a:avLst/>
            </a:prstGeom>
            <a:solidFill>
              <a:srgbClr val="DFE7ED"/>
            </a:solidFill>
            <a:ln>
              <a:noFill/>
            </a:ln>
          </p:spPr>
        </p:sp>
        <p:sp>
          <p:nvSpPr>
            <p:cNvPr id="6547" name="Heatmap cell r19 c131"/>
            <p:cNvSpPr/>
            <p:nvPr/>
          </p:nvSpPr>
          <p:spPr>
            <a:xfrm>
              <a:off x="2384399" y="499985"/>
              <a:ext cx="17140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6548" name="Heatmap cell r19 c132"/>
            <p:cNvSpPr/>
            <p:nvPr/>
          </p:nvSpPr>
          <p:spPr>
            <a:xfrm>
              <a:off x="2401444" y="499985"/>
              <a:ext cx="19034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6549" name="Heatmap cell r19 c133"/>
            <p:cNvSpPr/>
            <p:nvPr/>
          </p:nvSpPr>
          <p:spPr>
            <a:xfrm>
              <a:off x="2420383" y="499985"/>
              <a:ext cx="17140" cy="26609"/>
            </a:xfrm>
            <a:prstGeom prst="rect">
              <a:avLst/>
            </a:prstGeom>
            <a:solidFill>
              <a:srgbClr val="EDACB3"/>
            </a:solidFill>
            <a:ln>
              <a:noFill/>
            </a:ln>
          </p:spPr>
        </p:sp>
        <p:sp>
          <p:nvSpPr>
            <p:cNvPr id="6550" name="Heatmap cell r19 c134"/>
            <p:cNvSpPr/>
            <p:nvPr/>
          </p:nvSpPr>
          <p:spPr>
            <a:xfrm>
              <a:off x="2437428" y="499985"/>
              <a:ext cx="19034" cy="26609"/>
            </a:xfrm>
            <a:prstGeom prst="rect">
              <a:avLst/>
            </a:prstGeom>
            <a:solidFill>
              <a:srgbClr val="DFE7ED"/>
            </a:solidFill>
            <a:ln>
              <a:noFill/>
            </a:ln>
          </p:spPr>
        </p:sp>
        <p:sp>
          <p:nvSpPr>
            <p:cNvPr id="6551" name="Heatmap cell r19 c135"/>
            <p:cNvSpPr/>
            <p:nvPr/>
          </p:nvSpPr>
          <p:spPr>
            <a:xfrm>
              <a:off x="2456367" y="499985"/>
              <a:ext cx="17140" cy="26609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</p:sp>
        <p:sp>
          <p:nvSpPr>
            <p:cNvPr id="6552" name="Heatmap cell r19 c136"/>
            <p:cNvSpPr/>
            <p:nvPr/>
          </p:nvSpPr>
          <p:spPr>
            <a:xfrm>
              <a:off x="2473412" y="499985"/>
              <a:ext cx="19034" cy="26609"/>
            </a:xfrm>
            <a:prstGeom prst="rect">
              <a:avLst/>
            </a:prstGeom>
            <a:solidFill>
              <a:srgbClr val="EFB7BB"/>
            </a:solidFill>
            <a:ln>
              <a:noFill/>
            </a:ln>
          </p:spPr>
        </p:sp>
        <p:sp>
          <p:nvSpPr>
            <p:cNvPr id="6553" name="Heatmap cell r19 c137"/>
            <p:cNvSpPr/>
            <p:nvPr/>
          </p:nvSpPr>
          <p:spPr>
            <a:xfrm>
              <a:off x="2492351" y="499985"/>
              <a:ext cx="17140" cy="26609"/>
            </a:xfrm>
            <a:prstGeom prst="rect">
              <a:avLst/>
            </a:prstGeom>
            <a:solidFill>
              <a:srgbClr val="F1F5F8"/>
            </a:solidFill>
            <a:ln>
              <a:noFill/>
            </a:ln>
          </p:spPr>
        </p:sp>
        <p:sp>
          <p:nvSpPr>
            <p:cNvPr id="6554" name="Heatmap cell r19 c138"/>
            <p:cNvSpPr/>
            <p:nvPr/>
          </p:nvSpPr>
          <p:spPr>
            <a:xfrm>
              <a:off x="2509396" y="499985"/>
              <a:ext cx="19034" cy="26609"/>
            </a:xfrm>
            <a:prstGeom prst="rect">
              <a:avLst/>
            </a:prstGeom>
            <a:solidFill>
              <a:srgbClr val="C3D1DF"/>
            </a:solidFill>
            <a:ln>
              <a:noFill/>
            </a:ln>
          </p:spPr>
        </p:sp>
        <p:sp>
          <p:nvSpPr>
            <p:cNvPr id="6555" name="Heatmap cell r19 c139"/>
            <p:cNvSpPr/>
            <p:nvPr/>
          </p:nvSpPr>
          <p:spPr>
            <a:xfrm>
              <a:off x="2528334" y="499985"/>
              <a:ext cx="17140" cy="26609"/>
            </a:xfrm>
            <a:prstGeom prst="rect">
              <a:avLst/>
            </a:prstGeom>
            <a:solidFill>
              <a:srgbClr val="F1C2C6"/>
            </a:solidFill>
            <a:ln>
              <a:noFill/>
            </a:ln>
          </p:spPr>
        </p:sp>
        <p:sp>
          <p:nvSpPr>
            <p:cNvPr id="6556" name="Heatmap cell r19 c140"/>
            <p:cNvSpPr/>
            <p:nvPr/>
          </p:nvSpPr>
          <p:spPr>
            <a:xfrm>
              <a:off x="2545379" y="499985"/>
              <a:ext cx="19034" cy="26609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</p:sp>
        <p:sp>
          <p:nvSpPr>
            <p:cNvPr id="6557" name="Heatmap cell r19 c141"/>
            <p:cNvSpPr/>
            <p:nvPr/>
          </p:nvSpPr>
          <p:spPr>
            <a:xfrm>
              <a:off x="2564318" y="499985"/>
              <a:ext cx="19034" cy="26609"/>
            </a:xfrm>
            <a:prstGeom prst="rect">
              <a:avLst/>
            </a:prstGeom>
            <a:solidFill>
              <a:srgbClr val="F8E6E8"/>
            </a:solidFill>
            <a:ln>
              <a:noFill/>
            </a:ln>
          </p:spPr>
        </p:sp>
        <p:sp>
          <p:nvSpPr>
            <p:cNvPr id="6558" name="Heatmap cell r19 c142"/>
            <p:cNvSpPr/>
            <p:nvPr/>
          </p:nvSpPr>
          <p:spPr>
            <a:xfrm>
              <a:off x="2583257" y="499985"/>
              <a:ext cx="17140" cy="26609"/>
            </a:xfrm>
            <a:prstGeom prst="rect">
              <a:avLst/>
            </a:prstGeom>
            <a:solidFill>
              <a:srgbClr val="CFDAE4"/>
            </a:solidFill>
            <a:ln>
              <a:noFill/>
            </a:ln>
          </p:spPr>
        </p:sp>
        <p:sp>
          <p:nvSpPr>
            <p:cNvPr id="6559" name="Heatmap cell r19 c143"/>
            <p:cNvSpPr/>
            <p:nvPr/>
          </p:nvSpPr>
          <p:spPr>
            <a:xfrm>
              <a:off x="2600302" y="499985"/>
              <a:ext cx="19034" cy="26609"/>
            </a:xfrm>
            <a:prstGeom prst="rect">
              <a:avLst/>
            </a:prstGeom>
            <a:solidFill>
              <a:srgbClr val="E4EBEF"/>
            </a:solidFill>
            <a:ln>
              <a:noFill/>
            </a:ln>
          </p:spPr>
        </p:sp>
        <p:sp>
          <p:nvSpPr>
            <p:cNvPr id="6560" name="Heatmap cell r19 c144"/>
            <p:cNvSpPr/>
            <p:nvPr/>
          </p:nvSpPr>
          <p:spPr>
            <a:xfrm>
              <a:off x="2619241" y="499985"/>
              <a:ext cx="17140" cy="26609"/>
            </a:xfrm>
            <a:prstGeom prst="rect">
              <a:avLst/>
            </a:prstGeom>
            <a:solidFill>
              <a:srgbClr val="E1757E"/>
            </a:solidFill>
            <a:ln>
              <a:noFill/>
            </a:ln>
          </p:spPr>
        </p:sp>
        <p:sp>
          <p:nvSpPr>
            <p:cNvPr id="6561" name="Heatmap cell r19 c145"/>
            <p:cNvSpPr/>
            <p:nvPr/>
          </p:nvSpPr>
          <p:spPr>
            <a:xfrm>
              <a:off x="2636286" y="499985"/>
              <a:ext cx="19034" cy="26609"/>
            </a:xfrm>
            <a:prstGeom prst="rect">
              <a:avLst/>
            </a:prstGeom>
            <a:solidFill>
              <a:srgbClr val="F3C5C8"/>
            </a:solidFill>
            <a:ln>
              <a:noFill/>
            </a:ln>
          </p:spPr>
        </p:sp>
        <p:sp>
          <p:nvSpPr>
            <p:cNvPr id="6562" name="Heatmap cell r19 c146"/>
            <p:cNvSpPr/>
            <p:nvPr/>
          </p:nvSpPr>
          <p:spPr>
            <a:xfrm>
              <a:off x="2655225" y="499985"/>
              <a:ext cx="17140" cy="26609"/>
            </a:xfrm>
            <a:prstGeom prst="rect">
              <a:avLst/>
            </a:prstGeom>
            <a:solidFill>
              <a:srgbClr val="F1C0C4"/>
            </a:solidFill>
            <a:ln>
              <a:noFill/>
            </a:ln>
          </p:spPr>
        </p:sp>
        <p:sp>
          <p:nvSpPr>
            <p:cNvPr id="6563" name="Heatmap cell r19 c147"/>
            <p:cNvSpPr/>
            <p:nvPr/>
          </p:nvSpPr>
          <p:spPr>
            <a:xfrm>
              <a:off x="2672270" y="499985"/>
              <a:ext cx="19034" cy="26609"/>
            </a:xfrm>
            <a:prstGeom prst="rect">
              <a:avLst/>
            </a:prstGeom>
            <a:solidFill>
              <a:srgbClr val="E9EDF3"/>
            </a:solidFill>
            <a:ln>
              <a:noFill/>
            </a:ln>
          </p:spPr>
        </p:sp>
        <p:sp>
          <p:nvSpPr>
            <p:cNvPr id="6564" name="Heatmap cell r19 c148"/>
            <p:cNvSpPr/>
            <p:nvPr/>
          </p:nvSpPr>
          <p:spPr>
            <a:xfrm>
              <a:off x="2691208" y="499985"/>
              <a:ext cx="17140" cy="26609"/>
            </a:xfrm>
            <a:prstGeom prst="rect">
              <a:avLst/>
            </a:prstGeom>
            <a:solidFill>
              <a:srgbClr val="E7EBF1"/>
            </a:solidFill>
            <a:ln>
              <a:noFill/>
            </a:ln>
          </p:spPr>
        </p:sp>
        <p:sp>
          <p:nvSpPr>
            <p:cNvPr id="6565" name="Heatmap cell r19 c149"/>
            <p:cNvSpPr/>
            <p:nvPr/>
          </p:nvSpPr>
          <p:spPr>
            <a:xfrm>
              <a:off x="2708253" y="499985"/>
              <a:ext cx="19034" cy="26609"/>
            </a:xfrm>
            <a:prstGeom prst="rect">
              <a:avLst/>
            </a:prstGeom>
            <a:solidFill>
              <a:srgbClr val="F0F4F7"/>
            </a:solidFill>
            <a:ln>
              <a:noFill/>
            </a:ln>
          </p:spPr>
        </p:sp>
        <p:sp>
          <p:nvSpPr>
            <p:cNvPr id="6566" name="Heatmap cell r19 c150"/>
            <p:cNvSpPr/>
            <p:nvPr/>
          </p:nvSpPr>
          <p:spPr>
            <a:xfrm>
              <a:off x="2727192" y="499985"/>
              <a:ext cx="17140" cy="26609"/>
            </a:xfrm>
            <a:prstGeom prst="rect">
              <a:avLst/>
            </a:prstGeom>
            <a:solidFill>
              <a:srgbClr val="E68892"/>
            </a:solidFill>
            <a:ln>
              <a:noFill/>
            </a:ln>
          </p:spPr>
        </p:sp>
        <p:sp>
          <p:nvSpPr>
            <p:cNvPr id="6567" name="Heatmap cell r19 c151"/>
            <p:cNvSpPr/>
            <p:nvPr/>
          </p:nvSpPr>
          <p:spPr>
            <a:xfrm>
              <a:off x="2744237" y="499985"/>
              <a:ext cx="19034" cy="26609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6568" name="Heatmap cell r19 c152"/>
            <p:cNvSpPr/>
            <p:nvPr/>
          </p:nvSpPr>
          <p:spPr>
            <a:xfrm>
              <a:off x="2763176" y="499985"/>
              <a:ext cx="17140" cy="26609"/>
            </a:xfrm>
            <a:prstGeom prst="rect">
              <a:avLst/>
            </a:prstGeom>
            <a:solidFill>
              <a:srgbClr val="CDD9E3"/>
            </a:solidFill>
            <a:ln>
              <a:noFill/>
            </a:ln>
          </p:spPr>
        </p:sp>
        <p:sp>
          <p:nvSpPr>
            <p:cNvPr id="6569" name="Heatmap cell r19 c153"/>
            <p:cNvSpPr/>
            <p:nvPr/>
          </p:nvSpPr>
          <p:spPr>
            <a:xfrm>
              <a:off x="2780221" y="499985"/>
              <a:ext cx="19034" cy="26609"/>
            </a:xfrm>
            <a:prstGeom prst="rect">
              <a:avLst/>
            </a:prstGeom>
            <a:solidFill>
              <a:srgbClr val="EFB4B9"/>
            </a:solidFill>
            <a:ln>
              <a:noFill/>
            </a:ln>
          </p:spPr>
        </p:sp>
        <p:sp>
          <p:nvSpPr>
            <p:cNvPr id="6570" name="Heatmap cell r19 c154"/>
            <p:cNvSpPr/>
            <p:nvPr/>
          </p:nvSpPr>
          <p:spPr>
            <a:xfrm>
              <a:off x="2799160" y="499985"/>
              <a:ext cx="17140" cy="26609"/>
            </a:xfrm>
            <a:prstGeom prst="rect">
              <a:avLst/>
            </a:prstGeom>
            <a:solidFill>
              <a:srgbClr val="DFE6ED"/>
            </a:solidFill>
            <a:ln>
              <a:noFill/>
            </a:ln>
          </p:spPr>
        </p:sp>
        <p:sp>
          <p:nvSpPr>
            <p:cNvPr id="6571" name="Heatmap cell r19 c155"/>
            <p:cNvSpPr/>
            <p:nvPr/>
          </p:nvSpPr>
          <p:spPr>
            <a:xfrm>
              <a:off x="2816205" y="499985"/>
              <a:ext cx="19034" cy="26609"/>
            </a:xfrm>
            <a:prstGeom prst="rect">
              <a:avLst/>
            </a:prstGeom>
            <a:solidFill>
              <a:srgbClr val="EDAEB5"/>
            </a:solidFill>
            <a:ln>
              <a:noFill/>
            </a:ln>
          </p:spPr>
        </p:sp>
        <p:sp>
          <p:nvSpPr>
            <p:cNvPr id="6572" name="Heatmap cell r19 c157"/>
            <p:cNvSpPr/>
            <p:nvPr/>
          </p:nvSpPr>
          <p:spPr>
            <a:xfrm>
              <a:off x="2854082" y="499985"/>
              <a:ext cx="17140" cy="26609"/>
            </a:xfrm>
            <a:prstGeom prst="rect">
              <a:avLst/>
            </a:prstGeom>
            <a:solidFill>
              <a:srgbClr val="E0707A"/>
            </a:solidFill>
            <a:ln>
              <a:noFill/>
            </a:ln>
          </p:spPr>
        </p:sp>
        <p:sp>
          <p:nvSpPr>
            <p:cNvPr id="6573" name="Heatmap cell r19 c158"/>
            <p:cNvSpPr/>
            <p:nvPr/>
          </p:nvSpPr>
          <p:spPr>
            <a:xfrm>
              <a:off x="2871127" y="499985"/>
              <a:ext cx="19034" cy="26609"/>
            </a:xfrm>
            <a:prstGeom prst="rect">
              <a:avLst/>
            </a:prstGeom>
            <a:solidFill>
              <a:srgbClr val="E2EAEF"/>
            </a:solidFill>
            <a:ln>
              <a:noFill/>
            </a:ln>
          </p:spPr>
        </p:sp>
        <p:sp>
          <p:nvSpPr>
            <p:cNvPr id="6574" name="Heatmap cell r19 c159"/>
            <p:cNvSpPr/>
            <p:nvPr/>
          </p:nvSpPr>
          <p:spPr>
            <a:xfrm>
              <a:off x="2890066" y="499985"/>
              <a:ext cx="17140" cy="26609"/>
            </a:xfrm>
            <a:prstGeom prst="rect">
              <a:avLst/>
            </a:prstGeom>
            <a:solidFill>
              <a:srgbClr val="D3DEE8"/>
            </a:solidFill>
            <a:ln>
              <a:noFill/>
            </a:ln>
          </p:spPr>
        </p:sp>
        <p:sp>
          <p:nvSpPr>
            <p:cNvPr id="6575" name="Heatmap cell r19 c160"/>
            <p:cNvSpPr/>
            <p:nvPr/>
          </p:nvSpPr>
          <p:spPr>
            <a:xfrm>
              <a:off x="2907111" y="499985"/>
              <a:ext cx="19034" cy="26609"/>
            </a:xfrm>
            <a:prstGeom prst="rect">
              <a:avLst/>
            </a:prstGeom>
            <a:solidFill>
              <a:srgbClr val="F8F8FA"/>
            </a:solidFill>
            <a:ln>
              <a:noFill/>
            </a:ln>
          </p:spPr>
        </p:sp>
        <p:sp>
          <p:nvSpPr>
            <p:cNvPr id="6576" name="Heatmap cell r19 c161"/>
            <p:cNvSpPr/>
            <p:nvPr/>
          </p:nvSpPr>
          <p:spPr>
            <a:xfrm>
              <a:off x="2926050" y="499985"/>
              <a:ext cx="17140" cy="26609"/>
            </a:xfrm>
            <a:prstGeom prst="rect">
              <a:avLst/>
            </a:prstGeom>
            <a:solidFill>
              <a:srgbClr val="F3C9CE"/>
            </a:solidFill>
            <a:ln>
              <a:noFill/>
            </a:ln>
          </p:spPr>
        </p:sp>
        <p:sp>
          <p:nvSpPr>
            <p:cNvPr id="6577" name="Heatmap cell r19 c162"/>
            <p:cNvSpPr/>
            <p:nvPr/>
          </p:nvSpPr>
          <p:spPr>
            <a:xfrm>
              <a:off x="2943095" y="499985"/>
              <a:ext cx="19034" cy="26609"/>
            </a:xfrm>
            <a:prstGeom prst="rect">
              <a:avLst/>
            </a:prstGeom>
            <a:solidFill>
              <a:srgbClr val="F2C8CD"/>
            </a:solidFill>
            <a:ln>
              <a:noFill/>
            </a:ln>
          </p:spPr>
        </p:sp>
        <p:sp>
          <p:nvSpPr>
            <p:cNvPr id="6578" name="Heatmap cell r19 c163"/>
            <p:cNvSpPr/>
            <p:nvPr/>
          </p:nvSpPr>
          <p:spPr>
            <a:xfrm>
              <a:off x="2962034" y="499985"/>
              <a:ext cx="17140" cy="26609"/>
            </a:xfrm>
            <a:prstGeom prst="rect">
              <a:avLst/>
            </a:prstGeom>
            <a:solidFill>
              <a:srgbClr val="F5D0D3"/>
            </a:solidFill>
            <a:ln>
              <a:noFill/>
            </a:ln>
          </p:spPr>
        </p:sp>
        <p:sp>
          <p:nvSpPr>
            <p:cNvPr id="6579" name="Heatmap cell r19 c164"/>
            <p:cNvSpPr/>
            <p:nvPr/>
          </p:nvSpPr>
          <p:spPr>
            <a:xfrm>
              <a:off x="2979079" y="499985"/>
              <a:ext cx="19034" cy="26609"/>
            </a:xfrm>
            <a:prstGeom prst="rect">
              <a:avLst/>
            </a:prstGeom>
            <a:solidFill>
              <a:srgbClr val="F5D0D3"/>
            </a:solidFill>
            <a:ln>
              <a:noFill/>
            </a:ln>
          </p:spPr>
        </p:sp>
        <p:sp>
          <p:nvSpPr>
            <p:cNvPr id="6580" name="Heatmap cell r19 c165"/>
            <p:cNvSpPr/>
            <p:nvPr/>
          </p:nvSpPr>
          <p:spPr>
            <a:xfrm>
              <a:off x="2998018" y="499985"/>
              <a:ext cx="17140" cy="26609"/>
            </a:xfrm>
            <a:prstGeom prst="rect">
              <a:avLst/>
            </a:prstGeom>
            <a:solidFill>
              <a:srgbClr val="F5D1D4"/>
            </a:solidFill>
            <a:ln>
              <a:noFill/>
            </a:ln>
          </p:spPr>
        </p:sp>
        <p:sp>
          <p:nvSpPr>
            <p:cNvPr id="6581" name="Heatmap cell r19 c166"/>
            <p:cNvSpPr/>
            <p:nvPr/>
          </p:nvSpPr>
          <p:spPr>
            <a:xfrm>
              <a:off x="3015062" y="499985"/>
              <a:ext cx="19034" cy="26609"/>
            </a:xfrm>
            <a:prstGeom prst="rect">
              <a:avLst/>
            </a:prstGeom>
            <a:solidFill>
              <a:srgbClr val="F5CED2"/>
            </a:solidFill>
            <a:ln>
              <a:noFill/>
            </a:ln>
          </p:spPr>
        </p:sp>
        <p:sp>
          <p:nvSpPr>
            <p:cNvPr id="6582" name="Heatmap cell r19 c167"/>
            <p:cNvSpPr/>
            <p:nvPr/>
          </p:nvSpPr>
          <p:spPr>
            <a:xfrm>
              <a:off x="3034001" y="499985"/>
              <a:ext cx="17140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6583" name="Heatmap cell r19 c168"/>
            <p:cNvSpPr/>
            <p:nvPr/>
          </p:nvSpPr>
          <p:spPr>
            <a:xfrm>
              <a:off x="3051046" y="499985"/>
              <a:ext cx="19034" cy="26609"/>
            </a:xfrm>
            <a:prstGeom prst="rect">
              <a:avLst/>
            </a:prstGeom>
            <a:solidFill>
              <a:srgbClr val="6D91B3"/>
            </a:solidFill>
            <a:ln>
              <a:noFill/>
            </a:ln>
          </p:spPr>
        </p:sp>
        <p:sp>
          <p:nvSpPr>
            <p:cNvPr id="6584" name="Heatmap cell r19 c169"/>
            <p:cNvSpPr/>
            <p:nvPr/>
          </p:nvSpPr>
          <p:spPr>
            <a:xfrm>
              <a:off x="3069985" y="499985"/>
              <a:ext cx="19034" cy="26609"/>
            </a:xfrm>
            <a:prstGeom prst="rect">
              <a:avLst/>
            </a:prstGeom>
            <a:solidFill>
              <a:srgbClr val="F0F4F7"/>
            </a:solidFill>
            <a:ln>
              <a:noFill/>
            </a:ln>
          </p:spPr>
        </p:sp>
        <p:sp>
          <p:nvSpPr>
            <p:cNvPr id="6585" name="Heatmap cell r19 c170"/>
            <p:cNvSpPr/>
            <p:nvPr/>
          </p:nvSpPr>
          <p:spPr>
            <a:xfrm>
              <a:off x="3088924" y="499985"/>
              <a:ext cx="17140" cy="26609"/>
            </a:xfrm>
            <a:prstGeom prst="rect">
              <a:avLst/>
            </a:prstGeom>
            <a:solidFill>
              <a:srgbClr val="F1C2C6"/>
            </a:solidFill>
            <a:ln>
              <a:noFill/>
            </a:ln>
          </p:spPr>
        </p:sp>
        <p:sp>
          <p:nvSpPr>
            <p:cNvPr id="6586" name="Heatmap cell r19 c171"/>
            <p:cNvSpPr/>
            <p:nvPr/>
          </p:nvSpPr>
          <p:spPr>
            <a:xfrm>
              <a:off x="3105969" y="499985"/>
              <a:ext cx="19034" cy="26609"/>
            </a:xfrm>
            <a:prstGeom prst="rect">
              <a:avLst/>
            </a:prstGeom>
            <a:solidFill>
              <a:srgbClr val="F5D1D4"/>
            </a:solidFill>
            <a:ln>
              <a:noFill/>
            </a:ln>
          </p:spPr>
        </p:sp>
        <p:sp>
          <p:nvSpPr>
            <p:cNvPr id="6587" name="Heatmap cell r19 c172"/>
            <p:cNvSpPr/>
            <p:nvPr/>
          </p:nvSpPr>
          <p:spPr>
            <a:xfrm>
              <a:off x="3124908" y="499985"/>
              <a:ext cx="17140" cy="26609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6588" name="Heatmap cell r19 c173"/>
            <p:cNvSpPr/>
            <p:nvPr/>
          </p:nvSpPr>
          <p:spPr>
            <a:xfrm>
              <a:off x="3141953" y="499985"/>
              <a:ext cx="19034" cy="26609"/>
            </a:xfrm>
            <a:prstGeom prst="rect">
              <a:avLst/>
            </a:prstGeom>
            <a:solidFill>
              <a:srgbClr val="F3C5C8"/>
            </a:solidFill>
            <a:ln>
              <a:noFill/>
            </a:ln>
          </p:spPr>
        </p:sp>
        <p:sp>
          <p:nvSpPr>
            <p:cNvPr id="6589" name="Heatmap cell r19 c174"/>
            <p:cNvSpPr/>
            <p:nvPr/>
          </p:nvSpPr>
          <p:spPr>
            <a:xfrm>
              <a:off x="3160892" y="499985"/>
              <a:ext cx="17140" cy="26609"/>
            </a:xfrm>
            <a:prstGeom prst="rect">
              <a:avLst/>
            </a:prstGeom>
            <a:solidFill>
              <a:srgbClr val="E2EAEF"/>
            </a:solidFill>
            <a:ln>
              <a:noFill/>
            </a:ln>
          </p:spPr>
        </p:sp>
        <p:sp>
          <p:nvSpPr>
            <p:cNvPr id="6590" name="Heatmap cell r19 c175"/>
            <p:cNvSpPr/>
            <p:nvPr/>
          </p:nvSpPr>
          <p:spPr>
            <a:xfrm>
              <a:off x="3177936" y="499985"/>
              <a:ext cx="19034" cy="26609"/>
            </a:xfrm>
            <a:prstGeom prst="rect">
              <a:avLst/>
            </a:prstGeom>
            <a:solidFill>
              <a:srgbClr val="F3C5CA"/>
            </a:solidFill>
            <a:ln>
              <a:noFill/>
            </a:ln>
          </p:spPr>
        </p:sp>
        <p:sp>
          <p:nvSpPr>
            <p:cNvPr id="6591" name="Heatmap cell r19 c176"/>
            <p:cNvSpPr/>
            <p:nvPr/>
          </p:nvSpPr>
          <p:spPr>
            <a:xfrm>
              <a:off x="3196875" y="499985"/>
              <a:ext cx="17140" cy="26609"/>
            </a:xfrm>
            <a:prstGeom prst="rect">
              <a:avLst/>
            </a:prstGeom>
            <a:solidFill>
              <a:srgbClr val="89A6C2"/>
            </a:solidFill>
            <a:ln>
              <a:noFill/>
            </a:ln>
          </p:spPr>
        </p:sp>
        <p:sp>
          <p:nvSpPr>
            <p:cNvPr id="6592" name="Heatmap cell r19 c177"/>
            <p:cNvSpPr/>
            <p:nvPr/>
          </p:nvSpPr>
          <p:spPr>
            <a:xfrm>
              <a:off x="3213920" y="499985"/>
              <a:ext cx="19034" cy="26609"/>
            </a:xfrm>
            <a:prstGeom prst="rect">
              <a:avLst/>
            </a:prstGeom>
            <a:solidFill>
              <a:srgbClr val="7F9FBC"/>
            </a:solidFill>
            <a:ln>
              <a:noFill/>
            </a:ln>
          </p:spPr>
        </p:sp>
        <p:sp>
          <p:nvSpPr>
            <p:cNvPr id="6593" name="Heatmap cell r19 c178"/>
            <p:cNvSpPr/>
            <p:nvPr/>
          </p:nvSpPr>
          <p:spPr>
            <a:xfrm>
              <a:off x="3232859" y="499985"/>
              <a:ext cx="17140" cy="26609"/>
            </a:xfrm>
            <a:prstGeom prst="rect">
              <a:avLst/>
            </a:prstGeom>
            <a:solidFill>
              <a:srgbClr val="F4CED1"/>
            </a:solidFill>
            <a:ln>
              <a:noFill/>
            </a:ln>
          </p:spPr>
        </p:sp>
        <p:sp>
          <p:nvSpPr>
            <p:cNvPr id="6594" name="Heatmap cell r19 c179"/>
            <p:cNvSpPr/>
            <p:nvPr/>
          </p:nvSpPr>
          <p:spPr>
            <a:xfrm>
              <a:off x="3249904" y="499985"/>
              <a:ext cx="19034" cy="26609"/>
            </a:xfrm>
            <a:prstGeom prst="rect">
              <a:avLst/>
            </a:prstGeom>
            <a:solidFill>
              <a:srgbClr val="F8E1E3"/>
            </a:solidFill>
            <a:ln>
              <a:noFill/>
            </a:ln>
          </p:spPr>
        </p:sp>
        <p:sp>
          <p:nvSpPr>
            <p:cNvPr id="6595" name="Heatmap cell r19 c180"/>
            <p:cNvSpPr/>
            <p:nvPr/>
          </p:nvSpPr>
          <p:spPr>
            <a:xfrm>
              <a:off x="3268843" y="499985"/>
              <a:ext cx="17140" cy="26609"/>
            </a:xfrm>
            <a:prstGeom prst="rect">
              <a:avLst/>
            </a:prstGeom>
            <a:solidFill>
              <a:srgbClr val="F3C9CE"/>
            </a:solidFill>
            <a:ln>
              <a:noFill/>
            </a:ln>
          </p:spPr>
        </p:sp>
        <p:sp>
          <p:nvSpPr>
            <p:cNvPr id="6596" name="Heatmap cell r19 c181"/>
            <p:cNvSpPr/>
            <p:nvPr/>
          </p:nvSpPr>
          <p:spPr>
            <a:xfrm>
              <a:off x="3285888" y="499985"/>
              <a:ext cx="19034" cy="26609"/>
            </a:xfrm>
            <a:prstGeom prst="rect">
              <a:avLst/>
            </a:prstGeom>
            <a:solidFill>
              <a:srgbClr val="FBF3F4"/>
            </a:solidFill>
            <a:ln>
              <a:noFill/>
            </a:ln>
          </p:spPr>
        </p:sp>
        <p:sp>
          <p:nvSpPr>
            <p:cNvPr id="6597" name="Heatmap cell r19 c182"/>
            <p:cNvSpPr/>
            <p:nvPr/>
          </p:nvSpPr>
          <p:spPr>
            <a:xfrm>
              <a:off x="3304827" y="499985"/>
              <a:ext cx="19034" cy="26609"/>
            </a:xfrm>
            <a:prstGeom prst="rect">
              <a:avLst/>
            </a:prstGeom>
            <a:solidFill>
              <a:srgbClr val="F5CED2"/>
            </a:solidFill>
            <a:ln>
              <a:noFill/>
            </a:ln>
          </p:spPr>
        </p:sp>
        <p:sp>
          <p:nvSpPr>
            <p:cNvPr id="6598" name="Heatmap cell r19 c183"/>
            <p:cNvSpPr/>
            <p:nvPr/>
          </p:nvSpPr>
          <p:spPr>
            <a:xfrm>
              <a:off x="3323765" y="499985"/>
              <a:ext cx="17140" cy="26609"/>
            </a:xfrm>
            <a:prstGeom prst="rect">
              <a:avLst/>
            </a:prstGeom>
            <a:solidFill>
              <a:srgbClr val="F5D0D3"/>
            </a:solidFill>
            <a:ln>
              <a:noFill/>
            </a:ln>
          </p:spPr>
        </p:sp>
        <p:sp>
          <p:nvSpPr>
            <p:cNvPr id="6599" name="Heatmap cell r19 c184"/>
            <p:cNvSpPr/>
            <p:nvPr/>
          </p:nvSpPr>
          <p:spPr>
            <a:xfrm>
              <a:off x="3340810" y="499985"/>
              <a:ext cx="19034" cy="26609"/>
            </a:xfrm>
            <a:prstGeom prst="rect">
              <a:avLst/>
            </a:prstGeom>
            <a:solidFill>
              <a:srgbClr val="EBA3AB"/>
            </a:solidFill>
            <a:ln>
              <a:noFill/>
            </a:ln>
          </p:spPr>
        </p:sp>
        <p:sp>
          <p:nvSpPr>
            <p:cNvPr id="6600" name="Heatmap cell r19 c185"/>
            <p:cNvSpPr/>
            <p:nvPr/>
          </p:nvSpPr>
          <p:spPr>
            <a:xfrm>
              <a:off x="3359749" y="499985"/>
              <a:ext cx="17140" cy="26609"/>
            </a:xfrm>
            <a:prstGeom prst="rect">
              <a:avLst/>
            </a:prstGeom>
            <a:solidFill>
              <a:srgbClr val="BDCEDD"/>
            </a:solidFill>
            <a:ln>
              <a:noFill/>
            </a:ln>
          </p:spPr>
        </p:sp>
        <p:sp>
          <p:nvSpPr>
            <p:cNvPr id="6601" name="Heatmap cell r19 c186"/>
            <p:cNvSpPr/>
            <p:nvPr/>
          </p:nvSpPr>
          <p:spPr>
            <a:xfrm>
              <a:off x="3376794" y="499985"/>
              <a:ext cx="19034" cy="26609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</p:sp>
        <p:sp>
          <p:nvSpPr>
            <p:cNvPr id="6602" name="Heatmap cell r19 c187"/>
            <p:cNvSpPr/>
            <p:nvPr/>
          </p:nvSpPr>
          <p:spPr>
            <a:xfrm>
              <a:off x="3395733" y="499985"/>
              <a:ext cx="17140" cy="26609"/>
            </a:xfrm>
            <a:prstGeom prst="rect">
              <a:avLst/>
            </a:prstGeom>
            <a:solidFill>
              <a:srgbClr val="FCF8F9"/>
            </a:solidFill>
            <a:ln>
              <a:noFill/>
            </a:ln>
          </p:spPr>
        </p:sp>
        <p:sp>
          <p:nvSpPr>
            <p:cNvPr id="6603" name="Heatmap cell r19 c188"/>
            <p:cNvSpPr/>
            <p:nvPr/>
          </p:nvSpPr>
          <p:spPr>
            <a:xfrm>
              <a:off x="3412778" y="499985"/>
              <a:ext cx="19034" cy="26609"/>
            </a:xfrm>
            <a:prstGeom prst="rect">
              <a:avLst/>
            </a:prstGeom>
            <a:solidFill>
              <a:srgbClr val="F9E8E9"/>
            </a:solidFill>
            <a:ln>
              <a:noFill/>
            </a:ln>
          </p:spPr>
        </p:sp>
        <p:sp>
          <p:nvSpPr>
            <p:cNvPr id="6604" name="Heatmap cell r19 c189"/>
            <p:cNvSpPr/>
            <p:nvPr/>
          </p:nvSpPr>
          <p:spPr>
            <a:xfrm>
              <a:off x="3431717" y="499985"/>
              <a:ext cx="17140" cy="26609"/>
            </a:xfrm>
            <a:prstGeom prst="rect">
              <a:avLst/>
            </a:prstGeom>
            <a:solidFill>
              <a:srgbClr val="FCF8F9"/>
            </a:solidFill>
            <a:ln>
              <a:noFill/>
            </a:ln>
          </p:spPr>
        </p:sp>
        <p:sp>
          <p:nvSpPr>
            <p:cNvPr id="6605" name="Heatmap cell r19 c190"/>
            <p:cNvSpPr/>
            <p:nvPr/>
          </p:nvSpPr>
          <p:spPr>
            <a:xfrm>
              <a:off x="3448762" y="499985"/>
              <a:ext cx="19034" cy="26609"/>
            </a:xfrm>
            <a:prstGeom prst="rect">
              <a:avLst/>
            </a:prstGeom>
            <a:solidFill>
              <a:srgbClr val="EAEEF4"/>
            </a:solidFill>
            <a:ln>
              <a:noFill/>
            </a:ln>
          </p:spPr>
        </p:sp>
        <p:sp>
          <p:nvSpPr>
            <p:cNvPr id="6606" name="Heatmap cell r19 c191"/>
            <p:cNvSpPr/>
            <p:nvPr/>
          </p:nvSpPr>
          <p:spPr>
            <a:xfrm>
              <a:off x="3467701" y="499985"/>
              <a:ext cx="17140" cy="26609"/>
            </a:xfrm>
            <a:prstGeom prst="rect">
              <a:avLst/>
            </a:prstGeom>
            <a:solidFill>
              <a:srgbClr val="F8E9EA"/>
            </a:solidFill>
            <a:ln>
              <a:noFill/>
            </a:ln>
          </p:spPr>
        </p:sp>
        <p:sp>
          <p:nvSpPr>
            <p:cNvPr id="6607" name="Heatmap cell r19 c192"/>
            <p:cNvSpPr/>
            <p:nvPr/>
          </p:nvSpPr>
          <p:spPr>
            <a:xfrm>
              <a:off x="3484746" y="499985"/>
              <a:ext cx="19034" cy="26609"/>
            </a:xfrm>
            <a:prstGeom prst="rect">
              <a:avLst/>
            </a:prstGeom>
            <a:solidFill>
              <a:srgbClr val="F6D6DA"/>
            </a:solidFill>
            <a:ln>
              <a:noFill/>
            </a:ln>
          </p:spPr>
        </p:sp>
        <p:sp>
          <p:nvSpPr>
            <p:cNvPr id="6608" name="Heatmap cell r19 c193"/>
            <p:cNvSpPr/>
            <p:nvPr/>
          </p:nvSpPr>
          <p:spPr>
            <a:xfrm>
              <a:off x="3503684" y="499985"/>
              <a:ext cx="17140" cy="26609"/>
            </a:xfrm>
            <a:prstGeom prst="rect">
              <a:avLst/>
            </a:prstGeom>
            <a:solidFill>
              <a:srgbClr val="F4CACD"/>
            </a:solidFill>
            <a:ln>
              <a:noFill/>
            </a:ln>
          </p:spPr>
        </p:sp>
        <p:sp>
          <p:nvSpPr>
            <p:cNvPr id="6609" name="Heatmap cell r19 c194"/>
            <p:cNvSpPr/>
            <p:nvPr/>
          </p:nvSpPr>
          <p:spPr>
            <a:xfrm>
              <a:off x="3520729" y="499985"/>
              <a:ext cx="19034" cy="26609"/>
            </a:xfrm>
            <a:prstGeom prst="rect">
              <a:avLst/>
            </a:prstGeom>
            <a:solidFill>
              <a:srgbClr val="F8E4E7"/>
            </a:solidFill>
            <a:ln>
              <a:noFill/>
            </a:ln>
          </p:spPr>
        </p:sp>
        <p:sp>
          <p:nvSpPr>
            <p:cNvPr id="6610" name="Heatmap cell r19 c195"/>
            <p:cNvSpPr/>
            <p:nvPr/>
          </p:nvSpPr>
          <p:spPr>
            <a:xfrm>
              <a:off x="3539668" y="499985"/>
              <a:ext cx="19034" cy="26609"/>
            </a:xfrm>
            <a:prstGeom prst="rect">
              <a:avLst/>
            </a:prstGeom>
            <a:solidFill>
              <a:srgbClr val="F8E9EA"/>
            </a:solidFill>
            <a:ln>
              <a:noFill/>
            </a:ln>
          </p:spPr>
        </p:sp>
        <p:sp>
          <p:nvSpPr>
            <p:cNvPr id="6611" name="Heatmap cell r19 c196"/>
            <p:cNvSpPr/>
            <p:nvPr/>
          </p:nvSpPr>
          <p:spPr>
            <a:xfrm>
              <a:off x="3558607" y="499985"/>
              <a:ext cx="17140" cy="26609"/>
            </a:xfrm>
            <a:prstGeom prst="rect">
              <a:avLst/>
            </a:prstGeom>
            <a:solidFill>
              <a:srgbClr val="E3EAF0"/>
            </a:solidFill>
            <a:ln>
              <a:noFill/>
            </a:ln>
          </p:spPr>
        </p:sp>
        <p:sp>
          <p:nvSpPr>
            <p:cNvPr id="6612" name="Heatmap cell r19 c197"/>
            <p:cNvSpPr/>
            <p:nvPr/>
          </p:nvSpPr>
          <p:spPr>
            <a:xfrm>
              <a:off x="3575652" y="499985"/>
              <a:ext cx="19034" cy="26609"/>
            </a:xfrm>
            <a:prstGeom prst="rect">
              <a:avLst/>
            </a:prstGeom>
            <a:solidFill>
              <a:srgbClr val="F1C3C8"/>
            </a:solidFill>
            <a:ln>
              <a:noFill/>
            </a:ln>
          </p:spPr>
        </p:sp>
        <p:sp>
          <p:nvSpPr>
            <p:cNvPr id="6613" name="Heatmap cell r19 c198"/>
            <p:cNvSpPr/>
            <p:nvPr/>
          </p:nvSpPr>
          <p:spPr>
            <a:xfrm>
              <a:off x="3594591" y="499985"/>
              <a:ext cx="17140" cy="26609"/>
            </a:xfrm>
            <a:prstGeom prst="rect">
              <a:avLst/>
            </a:prstGeom>
            <a:solidFill>
              <a:srgbClr val="F3C5C8"/>
            </a:solidFill>
            <a:ln>
              <a:noFill/>
            </a:ln>
          </p:spPr>
        </p:sp>
        <p:sp>
          <p:nvSpPr>
            <p:cNvPr id="6614" name="Heatmap cell r19 c199"/>
            <p:cNvSpPr/>
            <p:nvPr/>
          </p:nvSpPr>
          <p:spPr>
            <a:xfrm>
              <a:off x="3611636" y="499985"/>
              <a:ext cx="19034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6615" name="Heatmap cell r19 c200"/>
            <p:cNvSpPr/>
            <p:nvPr/>
          </p:nvSpPr>
          <p:spPr>
            <a:xfrm>
              <a:off x="3630575" y="499985"/>
              <a:ext cx="17140" cy="26609"/>
            </a:xfrm>
            <a:prstGeom prst="rect">
              <a:avLst/>
            </a:prstGeom>
            <a:solidFill>
              <a:srgbClr val="F4CCD1"/>
            </a:solidFill>
            <a:ln>
              <a:noFill/>
            </a:ln>
          </p:spPr>
        </p:sp>
        <p:sp>
          <p:nvSpPr>
            <p:cNvPr id="6616" name="Heatmap cell r19 c201"/>
            <p:cNvSpPr/>
            <p:nvPr/>
          </p:nvSpPr>
          <p:spPr>
            <a:xfrm>
              <a:off x="3647620" y="499985"/>
              <a:ext cx="19034" cy="26609"/>
            </a:xfrm>
            <a:prstGeom prst="rect">
              <a:avLst/>
            </a:prstGeom>
            <a:solidFill>
              <a:srgbClr val="C9D6E2"/>
            </a:solidFill>
            <a:ln>
              <a:noFill/>
            </a:ln>
          </p:spPr>
        </p:sp>
        <p:sp>
          <p:nvSpPr>
            <p:cNvPr id="6617" name="Heatmap cell r19 c202"/>
            <p:cNvSpPr/>
            <p:nvPr/>
          </p:nvSpPr>
          <p:spPr>
            <a:xfrm>
              <a:off x="3666558" y="499985"/>
              <a:ext cx="17140" cy="26609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6618" name="Heatmap cell r19 c203"/>
            <p:cNvSpPr/>
            <p:nvPr/>
          </p:nvSpPr>
          <p:spPr>
            <a:xfrm>
              <a:off x="3683603" y="499985"/>
              <a:ext cx="19034" cy="26609"/>
            </a:xfrm>
            <a:prstGeom prst="rect">
              <a:avLst/>
            </a:prstGeom>
            <a:solidFill>
              <a:srgbClr val="5D84AA"/>
            </a:solidFill>
            <a:ln>
              <a:noFill/>
            </a:ln>
          </p:spPr>
        </p:sp>
        <p:sp>
          <p:nvSpPr>
            <p:cNvPr id="6619" name="Heatmap cell r19 c205"/>
            <p:cNvSpPr/>
            <p:nvPr/>
          </p:nvSpPr>
          <p:spPr>
            <a:xfrm>
              <a:off x="3719587" y="499985"/>
              <a:ext cx="19034" cy="26609"/>
            </a:xfrm>
            <a:prstGeom prst="rect">
              <a:avLst/>
            </a:prstGeom>
            <a:solidFill>
              <a:srgbClr val="D2DDE8"/>
            </a:solidFill>
            <a:ln>
              <a:noFill/>
            </a:ln>
          </p:spPr>
        </p:sp>
        <p:sp>
          <p:nvSpPr>
            <p:cNvPr id="6620" name="Heatmap cell r19 c206"/>
            <p:cNvSpPr/>
            <p:nvPr/>
          </p:nvSpPr>
          <p:spPr>
            <a:xfrm>
              <a:off x="3738526" y="499985"/>
              <a:ext cx="17140" cy="26609"/>
            </a:xfrm>
            <a:prstGeom prst="rect">
              <a:avLst/>
            </a:prstGeom>
            <a:solidFill>
              <a:srgbClr val="EAEEF4"/>
            </a:solidFill>
            <a:ln>
              <a:noFill/>
            </a:ln>
          </p:spPr>
        </p:sp>
        <p:sp>
          <p:nvSpPr>
            <p:cNvPr id="6621" name="Heatmap cell r19 c207"/>
            <p:cNvSpPr/>
            <p:nvPr/>
          </p:nvSpPr>
          <p:spPr>
            <a:xfrm>
              <a:off x="3755571" y="499985"/>
              <a:ext cx="19034" cy="26609"/>
            </a:xfrm>
            <a:prstGeom prst="rect">
              <a:avLst/>
            </a:prstGeom>
            <a:solidFill>
              <a:srgbClr val="5079A3"/>
            </a:solidFill>
            <a:ln>
              <a:noFill/>
            </a:ln>
          </p:spPr>
        </p:sp>
        <p:sp>
          <p:nvSpPr>
            <p:cNvPr id="6622" name="Heatmap cell r19 c208"/>
            <p:cNvSpPr/>
            <p:nvPr/>
          </p:nvSpPr>
          <p:spPr>
            <a:xfrm>
              <a:off x="3774510" y="499985"/>
              <a:ext cx="19034" cy="26609"/>
            </a:xfrm>
            <a:prstGeom prst="rect">
              <a:avLst/>
            </a:prstGeom>
            <a:solidFill>
              <a:srgbClr val="95AEC7"/>
            </a:solidFill>
            <a:ln>
              <a:noFill/>
            </a:ln>
          </p:spPr>
        </p:sp>
        <p:sp>
          <p:nvSpPr>
            <p:cNvPr id="6623" name="Heatmap cell r19 c209"/>
            <p:cNvSpPr/>
            <p:nvPr/>
          </p:nvSpPr>
          <p:spPr>
            <a:xfrm>
              <a:off x="3793449" y="499985"/>
              <a:ext cx="17140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6624" name="Heatmap cell r19 c211"/>
            <p:cNvSpPr/>
            <p:nvPr/>
          </p:nvSpPr>
          <p:spPr>
            <a:xfrm>
              <a:off x="3829432" y="499985"/>
              <a:ext cx="17140" cy="26609"/>
            </a:xfrm>
            <a:prstGeom prst="rect">
              <a:avLst/>
            </a:prstGeom>
            <a:solidFill>
              <a:srgbClr val="B8C8DA"/>
            </a:solidFill>
            <a:ln>
              <a:noFill/>
            </a:ln>
          </p:spPr>
        </p:sp>
        <p:sp>
          <p:nvSpPr>
            <p:cNvPr id="6625" name="Heatmap cell r19 c212"/>
            <p:cNvSpPr/>
            <p:nvPr/>
          </p:nvSpPr>
          <p:spPr>
            <a:xfrm>
              <a:off x="3846477" y="499985"/>
              <a:ext cx="19034" cy="26609"/>
            </a:xfrm>
            <a:prstGeom prst="rect">
              <a:avLst/>
            </a:prstGeom>
            <a:solidFill>
              <a:srgbClr val="F6D4D7"/>
            </a:solidFill>
            <a:ln>
              <a:noFill/>
            </a:ln>
          </p:spPr>
        </p:sp>
        <p:sp>
          <p:nvSpPr>
            <p:cNvPr id="6626" name="Heatmap cell r19 c213"/>
            <p:cNvSpPr/>
            <p:nvPr/>
          </p:nvSpPr>
          <p:spPr>
            <a:xfrm>
              <a:off x="3865416" y="499985"/>
              <a:ext cx="17140" cy="26609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6627" name="Heatmap cell r19 c214"/>
            <p:cNvSpPr/>
            <p:nvPr/>
          </p:nvSpPr>
          <p:spPr>
            <a:xfrm>
              <a:off x="3882461" y="499985"/>
              <a:ext cx="19034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6628" name="Heatmap cell r19 c215"/>
            <p:cNvSpPr/>
            <p:nvPr/>
          </p:nvSpPr>
          <p:spPr>
            <a:xfrm>
              <a:off x="3901400" y="499985"/>
              <a:ext cx="17140" cy="26609"/>
            </a:xfrm>
            <a:prstGeom prst="rect">
              <a:avLst/>
            </a:prstGeom>
            <a:solidFill>
              <a:srgbClr val="F4CACD"/>
            </a:solidFill>
            <a:ln>
              <a:noFill/>
            </a:ln>
          </p:spPr>
        </p:sp>
        <p:sp>
          <p:nvSpPr>
            <p:cNvPr id="6629" name="Heatmap cell r19 c216"/>
            <p:cNvSpPr/>
            <p:nvPr/>
          </p:nvSpPr>
          <p:spPr>
            <a:xfrm>
              <a:off x="3918445" y="499985"/>
              <a:ext cx="19034" cy="26609"/>
            </a:xfrm>
            <a:prstGeom prst="rect">
              <a:avLst/>
            </a:prstGeom>
            <a:solidFill>
              <a:srgbClr val="F5D1D4"/>
            </a:solidFill>
            <a:ln>
              <a:noFill/>
            </a:ln>
          </p:spPr>
        </p:sp>
        <p:sp>
          <p:nvSpPr>
            <p:cNvPr id="6630" name="Heatmap cell r19 c217"/>
            <p:cNvSpPr/>
            <p:nvPr/>
          </p:nvSpPr>
          <p:spPr>
            <a:xfrm>
              <a:off x="3937384" y="499985"/>
              <a:ext cx="17140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6631" name="Heatmap cell r19 c218"/>
            <p:cNvSpPr/>
            <p:nvPr/>
          </p:nvSpPr>
          <p:spPr>
            <a:xfrm>
              <a:off x="3954429" y="499985"/>
              <a:ext cx="19034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6632" name="Heatmap cell r19 c219"/>
            <p:cNvSpPr/>
            <p:nvPr/>
          </p:nvSpPr>
          <p:spPr>
            <a:xfrm>
              <a:off x="3973368" y="499985"/>
              <a:ext cx="17140" cy="26609"/>
            </a:xfrm>
            <a:prstGeom prst="rect">
              <a:avLst/>
            </a:prstGeom>
            <a:solidFill>
              <a:srgbClr val="E8ECF3"/>
            </a:solidFill>
            <a:ln>
              <a:noFill/>
            </a:ln>
          </p:spPr>
        </p:sp>
        <p:sp>
          <p:nvSpPr>
            <p:cNvPr id="6633" name="Heatmap cell r19 c220"/>
            <p:cNvSpPr/>
            <p:nvPr/>
          </p:nvSpPr>
          <p:spPr>
            <a:xfrm>
              <a:off x="3990412" y="499985"/>
              <a:ext cx="19034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6634" name="Heatmap cell r19 c221"/>
            <p:cNvSpPr/>
            <p:nvPr/>
          </p:nvSpPr>
          <p:spPr>
            <a:xfrm>
              <a:off x="4009351" y="499985"/>
              <a:ext cx="19034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6635" name="Heatmap cell r19 c222"/>
            <p:cNvSpPr/>
            <p:nvPr/>
          </p:nvSpPr>
          <p:spPr>
            <a:xfrm>
              <a:off x="4028290" y="499985"/>
              <a:ext cx="17140" cy="26609"/>
            </a:xfrm>
            <a:prstGeom prst="rect">
              <a:avLst/>
            </a:prstGeom>
            <a:solidFill>
              <a:srgbClr val="D6E0EA"/>
            </a:solidFill>
            <a:ln>
              <a:noFill/>
            </a:ln>
          </p:spPr>
        </p:sp>
        <p:sp>
          <p:nvSpPr>
            <p:cNvPr id="6636" name="Heatmap cell r19 c223"/>
            <p:cNvSpPr/>
            <p:nvPr/>
          </p:nvSpPr>
          <p:spPr>
            <a:xfrm>
              <a:off x="4045335" y="499985"/>
              <a:ext cx="19034" cy="26609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</p:sp>
        <p:sp>
          <p:nvSpPr>
            <p:cNvPr id="6637" name="Heatmap cell r20 c1"/>
            <p:cNvSpPr/>
            <p:nvPr/>
          </p:nvSpPr>
          <p:spPr>
            <a:xfrm>
              <a:off x="13257" y="526500"/>
              <a:ext cx="45548" cy="28503"/>
            </a:xfrm>
            <a:prstGeom prst="rect">
              <a:avLst/>
            </a:prstGeom>
            <a:solidFill>
              <a:srgbClr val="155B9C"/>
            </a:solidFill>
            <a:ln>
              <a:noFill/>
            </a:ln>
          </p:spPr>
        </p:sp>
        <p:sp>
          <p:nvSpPr>
            <p:cNvPr id="6638" name="Heatmap cell r20 c3"/>
            <p:cNvSpPr/>
            <p:nvPr/>
          </p:nvSpPr>
          <p:spPr>
            <a:xfrm>
              <a:off x="71968" y="526500"/>
              <a:ext cx="17140" cy="28503"/>
            </a:xfrm>
            <a:prstGeom prst="rect">
              <a:avLst/>
            </a:prstGeom>
            <a:solidFill>
              <a:srgbClr val="EFB5BA"/>
            </a:solidFill>
            <a:ln>
              <a:noFill/>
            </a:ln>
          </p:spPr>
        </p:sp>
        <p:sp>
          <p:nvSpPr>
            <p:cNvPr id="6639" name="Heatmap cell r20 c4"/>
            <p:cNvSpPr/>
            <p:nvPr/>
          </p:nvSpPr>
          <p:spPr>
            <a:xfrm>
              <a:off x="89013" y="526500"/>
              <a:ext cx="19034" cy="28503"/>
            </a:xfrm>
            <a:prstGeom prst="rect">
              <a:avLst/>
            </a:prstGeom>
            <a:solidFill>
              <a:srgbClr val="F3C6CB"/>
            </a:solidFill>
            <a:ln>
              <a:noFill/>
            </a:ln>
          </p:spPr>
        </p:sp>
        <p:sp>
          <p:nvSpPr>
            <p:cNvPr id="6640" name="Heatmap cell r20 c5"/>
            <p:cNvSpPr/>
            <p:nvPr/>
          </p:nvSpPr>
          <p:spPr>
            <a:xfrm>
              <a:off x="107951" y="526500"/>
              <a:ext cx="17140" cy="28503"/>
            </a:xfrm>
            <a:prstGeom prst="rect">
              <a:avLst/>
            </a:prstGeom>
            <a:solidFill>
              <a:srgbClr val="F6D6DA"/>
            </a:solidFill>
            <a:ln>
              <a:noFill/>
            </a:ln>
          </p:spPr>
        </p:sp>
        <p:sp>
          <p:nvSpPr>
            <p:cNvPr id="6641" name="Heatmap cell r20 c6"/>
            <p:cNvSpPr/>
            <p:nvPr/>
          </p:nvSpPr>
          <p:spPr>
            <a:xfrm>
              <a:off x="124996" y="526500"/>
              <a:ext cx="19034" cy="28503"/>
            </a:xfrm>
            <a:prstGeom prst="rect">
              <a:avLst/>
            </a:prstGeom>
            <a:solidFill>
              <a:srgbClr val="F8E6E8"/>
            </a:solidFill>
            <a:ln>
              <a:noFill/>
            </a:ln>
          </p:spPr>
        </p:sp>
        <p:sp>
          <p:nvSpPr>
            <p:cNvPr id="6642" name="Heatmap cell r20 c7"/>
            <p:cNvSpPr/>
            <p:nvPr/>
          </p:nvSpPr>
          <p:spPr>
            <a:xfrm>
              <a:off x="143935" y="526500"/>
              <a:ext cx="17140" cy="28503"/>
            </a:xfrm>
            <a:prstGeom prst="rect">
              <a:avLst/>
            </a:prstGeom>
            <a:solidFill>
              <a:srgbClr val="E9EEF4"/>
            </a:solidFill>
            <a:ln>
              <a:noFill/>
            </a:ln>
          </p:spPr>
        </p:sp>
        <p:sp>
          <p:nvSpPr>
            <p:cNvPr id="6643" name="Heatmap cell r20 c8"/>
            <p:cNvSpPr/>
            <p:nvPr/>
          </p:nvSpPr>
          <p:spPr>
            <a:xfrm>
              <a:off x="160980" y="526500"/>
              <a:ext cx="19034" cy="28503"/>
            </a:xfrm>
            <a:prstGeom prst="rect">
              <a:avLst/>
            </a:prstGeom>
            <a:solidFill>
              <a:srgbClr val="FBF3F4"/>
            </a:solidFill>
            <a:ln>
              <a:noFill/>
            </a:ln>
          </p:spPr>
        </p:sp>
        <p:sp>
          <p:nvSpPr>
            <p:cNvPr id="6644" name="Heatmap cell r20 c9"/>
            <p:cNvSpPr/>
            <p:nvPr/>
          </p:nvSpPr>
          <p:spPr>
            <a:xfrm>
              <a:off x="179919" y="526500"/>
              <a:ext cx="19034" cy="28503"/>
            </a:xfrm>
            <a:prstGeom prst="rect">
              <a:avLst/>
            </a:prstGeom>
            <a:solidFill>
              <a:srgbClr val="AFC3D5"/>
            </a:solidFill>
            <a:ln>
              <a:noFill/>
            </a:ln>
          </p:spPr>
        </p:sp>
        <p:sp>
          <p:nvSpPr>
            <p:cNvPr id="6645" name="Heatmap cell r20 c10"/>
            <p:cNvSpPr/>
            <p:nvPr/>
          </p:nvSpPr>
          <p:spPr>
            <a:xfrm>
              <a:off x="198858" y="526500"/>
              <a:ext cx="17140" cy="28503"/>
            </a:xfrm>
            <a:prstGeom prst="rect">
              <a:avLst/>
            </a:prstGeom>
            <a:solidFill>
              <a:srgbClr val="ECF0F6"/>
            </a:solidFill>
            <a:ln>
              <a:noFill/>
            </a:ln>
          </p:spPr>
        </p:sp>
        <p:sp>
          <p:nvSpPr>
            <p:cNvPr id="6646" name="Heatmap cell r20 c11"/>
            <p:cNvSpPr/>
            <p:nvPr/>
          </p:nvSpPr>
          <p:spPr>
            <a:xfrm>
              <a:off x="215903" y="526500"/>
              <a:ext cx="19034" cy="28503"/>
            </a:xfrm>
            <a:prstGeom prst="rect">
              <a:avLst/>
            </a:prstGeom>
            <a:solidFill>
              <a:srgbClr val="F4CCD1"/>
            </a:solidFill>
            <a:ln>
              <a:noFill/>
            </a:ln>
          </p:spPr>
        </p:sp>
        <p:sp>
          <p:nvSpPr>
            <p:cNvPr id="6647" name="Heatmap cell r20 c12"/>
            <p:cNvSpPr/>
            <p:nvPr/>
          </p:nvSpPr>
          <p:spPr>
            <a:xfrm>
              <a:off x="234842" y="526500"/>
              <a:ext cx="17140" cy="28503"/>
            </a:xfrm>
            <a:prstGeom prst="rect">
              <a:avLst/>
            </a:prstGeom>
            <a:solidFill>
              <a:srgbClr val="DEE6EC"/>
            </a:solidFill>
            <a:ln>
              <a:noFill/>
            </a:ln>
          </p:spPr>
        </p:sp>
        <p:sp>
          <p:nvSpPr>
            <p:cNvPr id="6648" name="Heatmap cell r20 c13"/>
            <p:cNvSpPr/>
            <p:nvPr/>
          </p:nvSpPr>
          <p:spPr>
            <a:xfrm>
              <a:off x="251887" y="526500"/>
              <a:ext cx="19034" cy="28503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</p:sp>
        <p:sp>
          <p:nvSpPr>
            <p:cNvPr id="6649" name="Heatmap cell r20 c14"/>
            <p:cNvSpPr/>
            <p:nvPr/>
          </p:nvSpPr>
          <p:spPr>
            <a:xfrm>
              <a:off x="270825" y="526500"/>
              <a:ext cx="17140" cy="28503"/>
            </a:xfrm>
            <a:prstGeom prst="rect">
              <a:avLst/>
            </a:prstGeom>
            <a:solidFill>
              <a:srgbClr val="FBF3F4"/>
            </a:solidFill>
            <a:ln>
              <a:noFill/>
            </a:ln>
          </p:spPr>
        </p:sp>
        <p:sp>
          <p:nvSpPr>
            <p:cNvPr id="6650" name="Heatmap cell r20 c15"/>
            <p:cNvSpPr/>
            <p:nvPr/>
          </p:nvSpPr>
          <p:spPr>
            <a:xfrm>
              <a:off x="287870" y="526500"/>
              <a:ext cx="19034" cy="28503"/>
            </a:xfrm>
            <a:prstGeom prst="rect">
              <a:avLst/>
            </a:prstGeom>
            <a:solidFill>
              <a:srgbClr val="E1717B"/>
            </a:solidFill>
            <a:ln>
              <a:noFill/>
            </a:ln>
          </p:spPr>
        </p:sp>
        <p:sp>
          <p:nvSpPr>
            <p:cNvPr id="6651" name="Heatmap cell r20 c16"/>
            <p:cNvSpPr/>
            <p:nvPr/>
          </p:nvSpPr>
          <p:spPr>
            <a:xfrm>
              <a:off x="306809" y="526500"/>
              <a:ext cx="17140" cy="28503"/>
            </a:xfrm>
            <a:prstGeom prst="rect">
              <a:avLst/>
            </a:prstGeom>
            <a:solidFill>
              <a:srgbClr val="F8E3E6"/>
            </a:solidFill>
            <a:ln>
              <a:noFill/>
            </a:ln>
          </p:spPr>
        </p:sp>
        <p:sp>
          <p:nvSpPr>
            <p:cNvPr id="6652" name="Heatmap cell r20 c17"/>
            <p:cNvSpPr/>
            <p:nvPr/>
          </p:nvSpPr>
          <p:spPr>
            <a:xfrm>
              <a:off x="323854" y="526500"/>
              <a:ext cx="19034" cy="28503"/>
            </a:xfrm>
            <a:prstGeom prst="rect">
              <a:avLst/>
            </a:prstGeom>
            <a:solidFill>
              <a:srgbClr val="F3C7CC"/>
            </a:solidFill>
            <a:ln>
              <a:noFill/>
            </a:ln>
          </p:spPr>
        </p:sp>
        <p:sp>
          <p:nvSpPr>
            <p:cNvPr id="6653" name="Heatmap cell r20 c18"/>
            <p:cNvSpPr/>
            <p:nvPr/>
          </p:nvSpPr>
          <p:spPr>
            <a:xfrm>
              <a:off x="342793" y="526500"/>
              <a:ext cx="17140" cy="28503"/>
            </a:xfrm>
            <a:prstGeom prst="rect">
              <a:avLst/>
            </a:prstGeom>
            <a:solidFill>
              <a:srgbClr val="F8DDDF"/>
            </a:solidFill>
            <a:ln>
              <a:noFill/>
            </a:ln>
          </p:spPr>
        </p:sp>
        <p:sp>
          <p:nvSpPr>
            <p:cNvPr id="6654" name="Heatmap cell r20 c19"/>
            <p:cNvSpPr/>
            <p:nvPr/>
          </p:nvSpPr>
          <p:spPr>
            <a:xfrm>
              <a:off x="359838" y="526500"/>
              <a:ext cx="19034" cy="28503"/>
            </a:xfrm>
            <a:prstGeom prst="rect">
              <a:avLst/>
            </a:prstGeom>
            <a:solidFill>
              <a:srgbClr val="F7DADC"/>
            </a:solidFill>
            <a:ln>
              <a:noFill/>
            </a:ln>
          </p:spPr>
        </p:sp>
        <p:sp>
          <p:nvSpPr>
            <p:cNvPr id="6655" name="Heatmap cell r20 c20"/>
            <p:cNvSpPr/>
            <p:nvPr/>
          </p:nvSpPr>
          <p:spPr>
            <a:xfrm>
              <a:off x="378777" y="526500"/>
              <a:ext cx="17140" cy="28503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6656" name="Heatmap cell r20 c21"/>
            <p:cNvSpPr/>
            <p:nvPr/>
          </p:nvSpPr>
          <p:spPr>
            <a:xfrm>
              <a:off x="395822" y="526500"/>
              <a:ext cx="19034" cy="28503"/>
            </a:xfrm>
            <a:prstGeom prst="rect">
              <a:avLst/>
            </a:prstGeom>
            <a:solidFill>
              <a:srgbClr val="E37D87"/>
            </a:solidFill>
            <a:ln>
              <a:noFill/>
            </a:ln>
          </p:spPr>
        </p:sp>
        <p:sp>
          <p:nvSpPr>
            <p:cNvPr id="6657" name="Heatmap cell r20 c22"/>
            <p:cNvSpPr/>
            <p:nvPr/>
          </p:nvSpPr>
          <p:spPr>
            <a:xfrm>
              <a:off x="414760" y="526500"/>
              <a:ext cx="19034" cy="28503"/>
            </a:xfrm>
            <a:prstGeom prst="rect">
              <a:avLst/>
            </a:prstGeom>
            <a:solidFill>
              <a:srgbClr val="F5D1D4"/>
            </a:solidFill>
            <a:ln>
              <a:noFill/>
            </a:ln>
          </p:spPr>
        </p:sp>
        <p:sp>
          <p:nvSpPr>
            <p:cNvPr id="6658" name="Heatmap cell r20 c23"/>
            <p:cNvSpPr/>
            <p:nvPr/>
          </p:nvSpPr>
          <p:spPr>
            <a:xfrm>
              <a:off x="433699" y="526500"/>
              <a:ext cx="17140" cy="28503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6659" name="Heatmap cell r20 c24"/>
            <p:cNvSpPr/>
            <p:nvPr/>
          </p:nvSpPr>
          <p:spPr>
            <a:xfrm>
              <a:off x="450744" y="526500"/>
              <a:ext cx="19034" cy="28503"/>
            </a:xfrm>
            <a:prstGeom prst="rect">
              <a:avLst/>
            </a:prstGeom>
            <a:solidFill>
              <a:srgbClr val="F5CFD2"/>
            </a:solidFill>
            <a:ln>
              <a:noFill/>
            </a:ln>
          </p:spPr>
        </p:sp>
        <p:sp>
          <p:nvSpPr>
            <p:cNvPr id="6660" name="Heatmap cell r20 c25"/>
            <p:cNvSpPr/>
            <p:nvPr/>
          </p:nvSpPr>
          <p:spPr>
            <a:xfrm>
              <a:off x="469683" y="526500"/>
              <a:ext cx="17140" cy="28503"/>
            </a:xfrm>
            <a:prstGeom prst="rect">
              <a:avLst/>
            </a:prstGeom>
            <a:solidFill>
              <a:srgbClr val="FAEBED"/>
            </a:solidFill>
            <a:ln>
              <a:noFill/>
            </a:ln>
          </p:spPr>
        </p:sp>
        <p:sp>
          <p:nvSpPr>
            <p:cNvPr id="6661" name="Heatmap cell r20 c26"/>
            <p:cNvSpPr/>
            <p:nvPr/>
          </p:nvSpPr>
          <p:spPr>
            <a:xfrm>
              <a:off x="486728" y="526500"/>
              <a:ext cx="19034" cy="28503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6662" name="Heatmap cell r20 c27"/>
            <p:cNvSpPr/>
            <p:nvPr/>
          </p:nvSpPr>
          <p:spPr>
            <a:xfrm>
              <a:off x="505667" y="526500"/>
              <a:ext cx="17140" cy="28503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6663" name="Heatmap cell r20 c28"/>
            <p:cNvSpPr/>
            <p:nvPr/>
          </p:nvSpPr>
          <p:spPr>
            <a:xfrm>
              <a:off x="522712" y="526500"/>
              <a:ext cx="19034" cy="28503"/>
            </a:xfrm>
            <a:prstGeom prst="rect">
              <a:avLst/>
            </a:prstGeom>
            <a:solidFill>
              <a:srgbClr val="EA9CA1"/>
            </a:solidFill>
            <a:ln>
              <a:noFill/>
            </a:ln>
          </p:spPr>
        </p:sp>
        <p:sp>
          <p:nvSpPr>
            <p:cNvPr id="6664" name="Heatmap cell r20 c29"/>
            <p:cNvSpPr/>
            <p:nvPr/>
          </p:nvSpPr>
          <p:spPr>
            <a:xfrm>
              <a:off x="541651" y="526500"/>
              <a:ext cx="17140" cy="28503"/>
            </a:xfrm>
            <a:prstGeom prst="rect">
              <a:avLst/>
            </a:prstGeom>
            <a:solidFill>
              <a:srgbClr val="F2C8CD"/>
            </a:solidFill>
            <a:ln>
              <a:noFill/>
            </a:ln>
          </p:spPr>
        </p:sp>
        <p:sp>
          <p:nvSpPr>
            <p:cNvPr id="6665" name="Heatmap cell r20 c30"/>
            <p:cNvSpPr/>
            <p:nvPr/>
          </p:nvSpPr>
          <p:spPr>
            <a:xfrm>
              <a:off x="558696" y="526500"/>
              <a:ext cx="19034" cy="28503"/>
            </a:xfrm>
            <a:prstGeom prst="rect">
              <a:avLst/>
            </a:prstGeom>
            <a:solidFill>
              <a:srgbClr val="EBA3AA"/>
            </a:solidFill>
            <a:ln>
              <a:noFill/>
            </a:ln>
          </p:spPr>
        </p:sp>
        <p:sp>
          <p:nvSpPr>
            <p:cNvPr id="6666" name="Heatmap cell r20 c31"/>
            <p:cNvSpPr/>
            <p:nvPr/>
          </p:nvSpPr>
          <p:spPr>
            <a:xfrm>
              <a:off x="577634" y="526500"/>
              <a:ext cx="17140" cy="28503"/>
            </a:xfrm>
            <a:prstGeom prst="rect">
              <a:avLst/>
            </a:prstGeom>
            <a:solidFill>
              <a:srgbClr val="E2EAEF"/>
            </a:solidFill>
            <a:ln>
              <a:noFill/>
            </a:ln>
          </p:spPr>
        </p:sp>
        <p:sp>
          <p:nvSpPr>
            <p:cNvPr id="6667" name="Heatmap cell r20 c32"/>
            <p:cNvSpPr/>
            <p:nvPr/>
          </p:nvSpPr>
          <p:spPr>
            <a:xfrm>
              <a:off x="594679" y="526500"/>
              <a:ext cx="19034" cy="28503"/>
            </a:xfrm>
            <a:prstGeom prst="rect">
              <a:avLst/>
            </a:prstGeom>
            <a:solidFill>
              <a:srgbClr val="E3EAF0"/>
            </a:solidFill>
            <a:ln>
              <a:noFill/>
            </a:ln>
          </p:spPr>
        </p:sp>
        <p:sp>
          <p:nvSpPr>
            <p:cNvPr id="6668" name="Heatmap cell r20 c33"/>
            <p:cNvSpPr/>
            <p:nvPr/>
          </p:nvSpPr>
          <p:spPr>
            <a:xfrm>
              <a:off x="613618" y="526500"/>
              <a:ext cx="17140" cy="28503"/>
            </a:xfrm>
            <a:prstGeom prst="rect">
              <a:avLst/>
            </a:prstGeom>
            <a:solidFill>
              <a:srgbClr val="F1C4C7"/>
            </a:solidFill>
            <a:ln>
              <a:noFill/>
            </a:ln>
          </p:spPr>
        </p:sp>
        <p:sp>
          <p:nvSpPr>
            <p:cNvPr id="6669" name="Heatmap cell r20 c34"/>
            <p:cNvSpPr/>
            <p:nvPr/>
          </p:nvSpPr>
          <p:spPr>
            <a:xfrm>
              <a:off x="630663" y="526500"/>
              <a:ext cx="19034" cy="28503"/>
            </a:xfrm>
            <a:prstGeom prst="rect">
              <a:avLst/>
            </a:prstGeom>
            <a:solidFill>
              <a:srgbClr val="FCF7F7"/>
            </a:solidFill>
            <a:ln>
              <a:noFill/>
            </a:ln>
          </p:spPr>
        </p:sp>
        <p:sp>
          <p:nvSpPr>
            <p:cNvPr id="6670" name="Heatmap cell r20 c35"/>
            <p:cNvSpPr/>
            <p:nvPr/>
          </p:nvSpPr>
          <p:spPr>
            <a:xfrm>
              <a:off x="649602" y="526500"/>
              <a:ext cx="19034" cy="28503"/>
            </a:xfrm>
            <a:prstGeom prst="rect">
              <a:avLst/>
            </a:prstGeom>
            <a:solidFill>
              <a:srgbClr val="DF6670"/>
            </a:solidFill>
            <a:ln>
              <a:noFill/>
            </a:ln>
          </p:spPr>
        </p:sp>
        <p:sp>
          <p:nvSpPr>
            <p:cNvPr id="6671" name="Heatmap cell r20 c36"/>
            <p:cNvSpPr/>
            <p:nvPr/>
          </p:nvSpPr>
          <p:spPr>
            <a:xfrm>
              <a:off x="668541" y="526500"/>
              <a:ext cx="17140" cy="28503"/>
            </a:xfrm>
            <a:prstGeom prst="rect">
              <a:avLst/>
            </a:prstGeom>
            <a:solidFill>
              <a:srgbClr val="F3C5CA"/>
            </a:solidFill>
            <a:ln>
              <a:noFill/>
            </a:ln>
          </p:spPr>
        </p:sp>
        <p:sp>
          <p:nvSpPr>
            <p:cNvPr id="6672" name="Heatmap cell r20 c37"/>
            <p:cNvSpPr/>
            <p:nvPr/>
          </p:nvSpPr>
          <p:spPr>
            <a:xfrm>
              <a:off x="685586" y="526500"/>
              <a:ext cx="19034" cy="28503"/>
            </a:xfrm>
            <a:prstGeom prst="rect">
              <a:avLst/>
            </a:prstGeom>
            <a:solidFill>
              <a:srgbClr val="F7DCDF"/>
            </a:solidFill>
            <a:ln>
              <a:noFill/>
            </a:ln>
          </p:spPr>
        </p:sp>
        <p:sp>
          <p:nvSpPr>
            <p:cNvPr id="6673" name="Heatmap cell r20 c38"/>
            <p:cNvSpPr/>
            <p:nvPr/>
          </p:nvSpPr>
          <p:spPr>
            <a:xfrm>
              <a:off x="704525" y="526500"/>
              <a:ext cx="17140" cy="28503"/>
            </a:xfrm>
            <a:prstGeom prst="rect">
              <a:avLst/>
            </a:prstGeom>
            <a:solidFill>
              <a:srgbClr val="DD5B67"/>
            </a:solidFill>
            <a:ln>
              <a:noFill/>
            </a:ln>
          </p:spPr>
        </p:sp>
        <p:sp>
          <p:nvSpPr>
            <p:cNvPr id="6674" name="Heatmap cell r20 c39"/>
            <p:cNvSpPr/>
            <p:nvPr/>
          </p:nvSpPr>
          <p:spPr>
            <a:xfrm>
              <a:off x="721570" y="526500"/>
              <a:ext cx="19034" cy="28503"/>
            </a:xfrm>
            <a:prstGeom prst="rect">
              <a:avLst/>
            </a:prstGeom>
            <a:solidFill>
              <a:srgbClr val="F2C8CD"/>
            </a:solidFill>
            <a:ln>
              <a:noFill/>
            </a:ln>
          </p:spPr>
        </p:sp>
        <p:sp>
          <p:nvSpPr>
            <p:cNvPr id="6675" name="Heatmap cell r20 c40"/>
            <p:cNvSpPr/>
            <p:nvPr/>
          </p:nvSpPr>
          <p:spPr>
            <a:xfrm>
              <a:off x="740508" y="526500"/>
              <a:ext cx="17140" cy="28503"/>
            </a:xfrm>
            <a:prstGeom prst="rect">
              <a:avLst/>
            </a:prstGeom>
            <a:solidFill>
              <a:srgbClr val="E2EAEF"/>
            </a:solidFill>
            <a:ln>
              <a:noFill/>
            </a:ln>
          </p:spPr>
        </p:sp>
        <p:sp>
          <p:nvSpPr>
            <p:cNvPr id="6676" name="Heatmap cell r20 c41"/>
            <p:cNvSpPr/>
            <p:nvPr/>
          </p:nvSpPr>
          <p:spPr>
            <a:xfrm>
              <a:off x="757553" y="526500"/>
              <a:ext cx="19034" cy="28503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6677" name="Heatmap cell r20 c42"/>
            <p:cNvSpPr/>
            <p:nvPr/>
          </p:nvSpPr>
          <p:spPr>
            <a:xfrm>
              <a:off x="776492" y="526500"/>
              <a:ext cx="17140" cy="28503"/>
            </a:xfrm>
            <a:prstGeom prst="rect">
              <a:avLst/>
            </a:prstGeom>
            <a:solidFill>
              <a:srgbClr val="EA9CA2"/>
            </a:solidFill>
            <a:ln>
              <a:noFill/>
            </a:ln>
          </p:spPr>
        </p:sp>
        <p:sp>
          <p:nvSpPr>
            <p:cNvPr id="6678" name="Heatmap cell r20 c43"/>
            <p:cNvSpPr/>
            <p:nvPr/>
          </p:nvSpPr>
          <p:spPr>
            <a:xfrm>
              <a:off x="793537" y="526500"/>
              <a:ext cx="19034" cy="28503"/>
            </a:xfrm>
            <a:prstGeom prst="rect">
              <a:avLst/>
            </a:prstGeom>
            <a:solidFill>
              <a:srgbClr val="EFB5BA"/>
            </a:solidFill>
            <a:ln>
              <a:noFill/>
            </a:ln>
          </p:spPr>
        </p:sp>
        <p:sp>
          <p:nvSpPr>
            <p:cNvPr id="6679" name="Heatmap cell r20 c44"/>
            <p:cNvSpPr/>
            <p:nvPr/>
          </p:nvSpPr>
          <p:spPr>
            <a:xfrm>
              <a:off x="812476" y="526500"/>
              <a:ext cx="17140" cy="28503"/>
            </a:xfrm>
            <a:prstGeom prst="rect">
              <a:avLst/>
            </a:prstGeom>
            <a:solidFill>
              <a:srgbClr val="EFB5BA"/>
            </a:solidFill>
            <a:ln>
              <a:noFill/>
            </a:ln>
          </p:spPr>
        </p:sp>
        <p:sp>
          <p:nvSpPr>
            <p:cNvPr id="6680" name="Heatmap cell r20 c45"/>
            <p:cNvSpPr/>
            <p:nvPr/>
          </p:nvSpPr>
          <p:spPr>
            <a:xfrm>
              <a:off x="829521" y="526500"/>
              <a:ext cx="19034" cy="28503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6681" name="Heatmap cell r20 c47"/>
            <p:cNvSpPr/>
            <p:nvPr/>
          </p:nvSpPr>
          <p:spPr>
            <a:xfrm>
              <a:off x="865505" y="526500"/>
              <a:ext cx="19034" cy="28503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6682" name="Heatmap cell r20 c48"/>
            <p:cNvSpPr/>
            <p:nvPr/>
          </p:nvSpPr>
          <p:spPr>
            <a:xfrm>
              <a:off x="884444" y="526500"/>
              <a:ext cx="19034" cy="28503"/>
            </a:xfrm>
            <a:prstGeom prst="rect">
              <a:avLst/>
            </a:prstGeom>
            <a:solidFill>
              <a:srgbClr val="EFB8BD"/>
            </a:solidFill>
            <a:ln>
              <a:noFill/>
            </a:ln>
          </p:spPr>
        </p:sp>
        <p:sp>
          <p:nvSpPr>
            <p:cNvPr id="6683" name="Heatmap cell r20 c49"/>
            <p:cNvSpPr/>
            <p:nvPr/>
          </p:nvSpPr>
          <p:spPr>
            <a:xfrm>
              <a:off x="903382" y="526500"/>
              <a:ext cx="17140" cy="28503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6684" name="Heatmap cell r20 c50"/>
            <p:cNvSpPr/>
            <p:nvPr/>
          </p:nvSpPr>
          <p:spPr>
            <a:xfrm>
              <a:off x="920427" y="526500"/>
              <a:ext cx="19034" cy="28503"/>
            </a:xfrm>
            <a:prstGeom prst="rect">
              <a:avLst/>
            </a:prstGeom>
            <a:solidFill>
              <a:srgbClr val="FBF3F4"/>
            </a:solidFill>
            <a:ln>
              <a:noFill/>
            </a:ln>
          </p:spPr>
        </p:sp>
        <p:sp>
          <p:nvSpPr>
            <p:cNvPr id="6685" name="Heatmap cell r20 c51"/>
            <p:cNvSpPr/>
            <p:nvPr/>
          </p:nvSpPr>
          <p:spPr>
            <a:xfrm>
              <a:off x="939366" y="526500"/>
              <a:ext cx="17140" cy="28503"/>
            </a:xfrm>
            <a:prstGeom prst="rect">
              <a:avLst/>
            </a:prstGeom>
            <a:solidFill>
              <a:srgbClr val="F7D7DB"/>
            </a:solidFill>
            <a:ln>
              <a:noFill/>
            </a:ln>
          </p:spPr>
        </p:sp>
        <p:sp>
          <p:nvSpPr>
            <p:cNvPr id="6686" name="Heatmap cell r20 c52"/>
            <p:cNvSpPr/>
            <p:nvPr/>
          </p:nvSpPr>
          <p:spPr>
            <a:xfrm>
              <a:off x="956411" y="526500"/>
              <a:ext cx="19034" cy="28503"/>
            </a:xfrm>
            <a:prstGeom prst="rect">
              <a:avLst/>
            </a:prstGeom>
            <a:solidFill>
              <a:srgbClr val="F7E2E4"/>
            </a:solidFill>
            <a:ln>
              <a:noFill/>
            </a:ln>
          </p:spPr>
        </p:sp>
        <p:sp>
          <p:nvSpPr>
            <p:cNvPr id="6687" name="Heatmap cell r20 c53"/>
            <p:cNvSpPr/>
            <p:nvPr/>
          </p:nvSpPr>
          <p:spPr>
            <a:xfrm>
              <a:off x="975350" y="526500"/>
              <a:ext cx="17140" cy="28503"/>
            </a:xfrm>
            <a:prstGeom prst="rect">
              <a:avLst/>
            </a:prstGeom>
            <a:solidFill>
              <a:srgbClr val="EBA9AE"/>
            </a:solidFill>
            <a:ln>
              <a:noFill/>
            </a:ln>
          </p:spPr>
        </p:sp>
        <p:sp>
          <p:nvSpPr>
            <p:cNvPr id="6688" name="Heatmap cell r20 c54"/>
            <p:cNvSpPr/>
            <p:nvPr/>
          </p:nvSpPr>
          <p:spPr>
            <a:xfrm>
              <a:off x="992395" y="526500"/>
              <a:ext cx="19034" cy="28503"/>
            </a:xfrm>
            <a:prstGeom prst="rect">
              <a:avLst/>
            </a:prstGeom>
            <a:solidFill>
              <a:srgbClr val="DFE6ED"/>
            </a:solidFill>
            <a:ln>
              <a:noFill/>
            </a:ln>
          </p:spPr>
        </p:sp>
        <p:sp>
          <p:nvSpPr>
            <p:cNvPr id="6689" name="Heatmap cell r20 c55"/>
            <p:cNvSpPr/>
            <p:nvPr/>
          </p:nvSpPr>
          <p:spPr>
            <a:xfrm>
              <a:off x="1011334" y="526500"/>
              <a:ext cx="17140" cy="28503"/>
            </a:xfrm>
            <a:prstGeom prst="rect">
              <a:avLst/>
            </a:prstGeom>
            <a:solidFill>
              <a:srgbClr val="EFB8BC"/>
            </a:solidFill>
            <a:ln>
              <a:noFill/>
            </a:ln>
          </p:spPr>
        </p:sp>
        <p:sp>
          <p:nvSpPr>
            <p:cNvPr id="6690" name="Heatmap cell r20 c56"/>
            <p:cNvSpPr/>
            <p:nvPr/>
          </p:nvSpPr>
          <p:spPr>
            <a:xfrm>
              <a:off x="1028379" y="526500"/>
              <a:ext cx="19034" cy="28503"/>
            </a:xfrm>
            <a:prstGeom prst="rect">
              <a:avLst/>
            </a:prstGeom>
            <a:solidFill>
              <a:srgbClr val="E2EAEF"/>
            </a:solidFill>
            <a:ln>
              <a:noFill/>
            </a:ln>
          </p:spPr>
        </p:sp>
        <p:sp>
          <p:nvSpPr>
            <p:cNvPr id="6691" name="Heatmap cell r20 c57"/>
            <p:cNvSpPr/>
            <p:nvPr/>
          </p:nvSpPr>
          <p:spPr>
            <a:xfrm>
              <a:off x="1047318" y="526500"/>
              <a:ext cx="17140" cy="28503"/>
            </a:xfrm>
            <a:prstGeom prst="rect">
              <a:avLst/>
            </a:prstGeom>
            <a:solidFill>
              <a:srgbClr val="ECACB1"/>
            </a:solidFill>
            <a:ln>
              <a:noFill/>
            </a:ln>
          </p:spPr>
        </p:sp>
        <p:sp>
          <p:nvSpPr>
            <p:cNvPr id="6692" name="Heatmap cell r20 c58"/>
            <p:cNvSpPr/>
            <p:nvPr/>
          </p:nvSpPr>
          <p:spPr>
            <a:xfrm>
              <a:off x="1064363" y="526500"/>
              <a:ext cx="19034" cy="28503"/>
            </a:xfrm>
            <a:prstGeom prst="rect">
              <a:avLst/>
            </a:prstGeom>
            <a:solidFill>
              <a:srgbClr val="DA4F5A"/>
            </a:solidFill>
            <a:ln>
              <a:noFill/>
            </a:ln>
          </p:spPr>
        </p:sp>
        <p:sp>
          <p:nvSpPr>
            <p:cNvPr id="6693" name="Heatmap cell r20 c59"/>
            <p:cNvSpPr/>
            <p:nvPr/>
          </p:nvSpPr>
          <p:spPr>
            <a:xfrm>
              <a:off x="1083301" y="526500"/>
              <a:ext cx="17140" cy="28503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6694" name="Heatmap cell r20 c60"/>
            <p:cNvSpPr/>
            <p:nvPr/>
          </p:nvSpPr>
          <p:spPr>
            <a:xfrm>
              <a:off x="1100346" y="526500"/>
              <a:ext cx="19034" cy="28503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6695" name="Heatmap cell r20 c61"/>
            <p:cNvSpPr/>
            <p:nvPr/>
          </p:nvSpPr>
          <p:spPr>
            <a:xfrm>
              <a:off x="1119285" y="526500"/>
              <a:ext cx="19034" cy="28503"/>
            </a:xfrm>
            <a:prstGeom prst="rect">
              <a:avLst/>
            </a:prstGeom>
            <a:solidFill>
              <a:srgbClr val="EA9CA1"/>
            </a:solidFill>
            <a:ln>
              <a:noFill/>
            </a:ln>
          </p:spPr>
        </p:sp>
        <p:sp>
          <p:nvSpPr>
            <p:cNvPr id="6696" name="Heatmap cell r20 c62"/>
            <p:cNvSpPr/>
            <p:nvPr/>
          </p:nvSpPr>
          <p:spPr>
            <a:xfrm>
              <a:off x="1138224" y="526500"/>
              <a:ext cx="17140" cy="28503"/>
            </a:xfrm>
            <a:prstGeom prst="rect">
              <a:avLst/>
            </a:prstGeom>
            <a:solidFill>
              <a:srgbClr val="F8F8FA"/>
            </a:solidFill>
            <a:ln>
              <a:noFill/>
            </a:ln>
          </p:spPr>
        </p:sp>
        <p:sp>
          <p:nvSpPr>
            <p:cNvPr id="6697" name="Heatmap cell r20 c63"/>
            <p:cNvSpPr/>
            <p:nvPr/>
          </p:nvSpPr>
          <p:spPr>
            <a:xfrm>
              <a:off x="1155269" y="526500"/>
              <a:ext cx="19034" cy="28503"/>
            </a:xfrm>
            <a:prstGeom prst="rect">
              <a:avLst/>
            </a:prstGeom>
            <a:solidFill>
              <a:srgbClr val="BCCDDD"/>
            </a:solidFill>
            <a:ln>
              <a:noFill/>
            </a:ln>
          </p:spPr>
        </p:sp>
        <p:sp>
          <p:nvSpPr>
            <p:cNvPr id="6698" name="Heatmap cell r20 c64"/>
            <p:cNvSpPr/>
            <p:nvPr/>
          </p:nvSpPr>
          <p:spPr>
            <a:xfrm>
              <a:off x="1174208" y="526500"/>
              <a:ext cx="17140" cy="28503"/>
            </a:xfrm>
            <a:prstGeom prst="rect">
              <a:avLst/>
            </a:prstGeom>
            <a:solidFill>
              <a:srgbClr val="F5D1D4"/>
            </a:solidFill>
            <a:ln>
              <a:noFill/>
            </a:ln>
          </p:spPr>
        </p:sp>
        <p:sp>
          <p:nvSpPr>
            <p:cNvPr id="6699" name="Heatmap cell r20 c65"/>
            <p:cNvSpPr/>
            <p:nvPr/>
          </p:nvSpPr>
          <p:spPr>
            <a:xfrm>
              <a:off x="1191253" y="526500"/>
              <a:ext cx="19034" cy="28503"/>
            </a:xfrm>
            <a:prstGeom prst="rect">
              <a:avLst/>
            </a:prstGeom>
            <a:solidFill>
              <a:srgbClr val="F7D9DB"/>
            </a:solidFill>
            <a:ln>
              <a:noFill/>
            </a:ln>
          </p:spPr>
        </p:sp>
        <p:sp>
          <p:nvSpPr>
            <p:cNvPr id="6700" name="Heatmap cell r20 c67"/>
            <p:cNvSpPr/>
            <p:nvPr/>
          </p:nvSpPr>
          <p:spPr>
            <a:xfrm>
              <a:off x="1227236" y="526500"/>
              <a:ext cx="19034" cy="28503"/>
            </a:xfrm>
            <a:prstGeom prst="rect">
              <a:avLst/>
            </a:prstGeom>
            <a:solidFill>
              <a:srgbClr val="F3C6CB"/>
            </a:solidFill>
            <a:ln>
              <a:noFill/>
            </a:ln>
          </p:spPr>
        </p:sp>
        <p:sp>
          <p:nvSpPr>
            <p:cNvPr id="6701" name="Heatmap cell r20 c68"/>
            <p:cNvSpPr/>
            <p:nvPr/>
          </p:nvSpPr>
          <p:spPr>
            <a:xfrm>
              <a:off x="1246175" y="526500"/>
              <a:ext cx="17140" cy="28503"/>
            </a:xfrm>
            <a:prstGeom prst="rect">
              <a:avLst/>
            </a:prstGeom>
            <a:solidFill>
              <a:srgbClr val="E17680"/>
            </a:solidFill>
            <a:ln>
              <a:noFill/>
            </a:ln>
          </p:spPr>
        </p:sp>
        <p:sp>
          <p:nvSpPr>
            <p:cNvPr id="6702" name="Heatmap cell r20 c69"/>
            <p:cNvSpPr/>
            <p:nvPr/>
          </p:nvSpPr>
          <p:spPr>
            <a:xfrm>
              <a:off x="1263220" y="526500"/>
              <a:ext cx="19034" cy="28503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</p:sp>
        <p:sp>
          <p:nvSpPr>
            <p:cNvPr id="6703" name="Heatmap cell r20 c70"/>
            <p:cNvSpPr/>
            <p:nvPr/>
          </p:nvSpPr>
          <p:spPr>
            <a:xfrm>
              <a:off x="1282159" y="526500"/>
              <a:ext cx="17140" cy="28503"/>
            </a:xfrm>
            <a:prstGeom prst="rect">
              <a:avLst/>
            </a:prstGeom>
            <a:solidFill>
              <a:srgbClr val="F8E3E6"/>
            </a:solidFill>
            <a:ln>
              <a:noFill/>
            </a:ln>
          </p:spPr>
        </p:sp>
        <p:sp>
          <p:nvSpPr>
            <p:cNvPr id="6704" name="Heatmap cell r20 c71"/>
            <p:cNvSpPr/>
            <p:nvPr/>
          </p:nvSpPr>
          <p:spPr>
            <a:xfrm>
              <a:off x="1299204" y="526500"/>
              <a:ext cx="19034" cy="28503"/>
            </a:xfrm>
            <a:prstGeom prst="rect">
              <a:avLst/>
            </a:prstGeom>
            <a:solidFill>
              <a:srgbClr val="F7DCDF"/>
            </a:solidFill>
            <a:ln>
              <a:noFill/>
            </a:ln>
          </p:spPr>
        </p:sp>
        <p:sp>
          <p:nvSpPr>
            <p:cNvPr id="6705" name="Heatmap cell r20 c72"/>
            <p:cNvSpPr/>
            <p:nvPr/>
          </p:nvSpPr>
          <p:spPr>
            <a:xfrm>
              <a:off x="1318143" y="526500"/>
              <a:ext cx="17140" cy="28503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</p:sp>
        <p:sp>
          <p:nvSpPr>
            <p:cNvPr id="6706" name="Heatmap cell r20 c73"/>
            <p:cNvSpPr/>
            <p:nvPr/>
          </p:nvSpPr>
          <p:spPr>
            <a:xfrm>
              <a:off x="1335188" y="526500"/>
              <a:ext cx="19034" cy="28503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</p:sp>
        <p:sp>
          <p:nvSpPr>
            <p:cNvPr id="6707" name="Heatmap cell r20 c74"/>
            <p:cNvSpPr/>
            <p:nvPr/>
          </p:nvSpPr>
          <p:spPr>
            <a:xfrm>
              <a:off x="1354127" y="526500"/>
              <a:ext cx="17140" cy="28503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6708" name="Heatmap cell r20 c75"/>
            <p:cNvSpPr/>
            <p:nvPr/>
          </p:nvSpPr>
          <p:spPr>
            <a:xfrm>
              <a:off x="1371172" y="526500"/>
              <a:ext cx="19034" cy="28503"/>
            </a:xfrm>
            <a:prstGeom prst="rect">
              <a:avLst/>
            </a:prstGeom>
            <a:solidFill>
              <a:srgbClr val="FDF9FA"/>
            </a:solidFill>
            <a:ln>
              <a:noFill/>
            </a:ln>
          </p:spPr>
        </p:sp>
        <p:sp>
          <p:nvSpPr>
            <p:cNvPr id="6709" name="Heatmap cell r20 c76"/>
            <p:cNvSpPr/>
            <p:nvPr/>
          </p:nvSpPr>
          <p:spPr>
            <a:xfrm>
              <a:off x="1390110" y="526500"/>
              <a:ext cx="19034" cy="28503"/>
            </a:xfrm>
            <a:prstGeom prst="rect">
              <a:avLst/>
            </a:prstGeom>
            <a:solidFill>
              <a:srgbClr val="B1C4D5"/>
            </a:solidFill>
            <a:ln>
              <a:noFill/>
            </a:ln>
          </p:spPr>
        </p:sp>
        <p:sp>
          <p:nvSpPr>
            <p:cNvPr id="6710" name="Heatmap cell r20 c77"/>
            <p:cNvSpPr/>
            <p:nvPr/>
          </p:nvSpPr>
          <p:spPr>
            <a:xfrm>
              <a:off x="1409049" y="526500"/>
              <a:ext cx="17140" cy="28503"/>
            </a:xfrm>
            <a:prstGeom prst="rect">
              <a:avLst/>
            </a:prstGeom>
            <a:solidFill>
              <a:srgbClr val="F9E8E9"/>
            </a:solidFill>
            <a:ln>
              <a:noFill/>
            </a:ln>
          </p:spPr>
        </p:sp>
        <p:sp>
          <p:nvSpPr>
            <p:cNvPr id="6711" name="Heatmap cell r20 c78"/>
            <p:cNvSpPr/>
            <p:nvPr/>
          </p:nvSpPr>
          <p:spPr>
            <a:xfrm>
              <a:off x="1426094" y="526500"/>
              <a:ext cx="19034" cy="28503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6712" name="Heatmap cell r20 c79"/>
            <p:cNvSpPr/>
            <p:nvPr/>
          </p:nvSpPr>
          <p:spPr>
            <a:xfrm>
              <a:off x="1445033" y="526500"/>
              <a:ext cx="17140" cy="28503"/>
            </a:xfrm>
            <a:prstGeom prst="rect">
              <a:avLst/>
            </a:prstGeom>
            <a:solidFill>
              <a:srgbClr val="F6D5D9"/>
            </a:solidFill>
            <a:ln>
              <a:noFill/>
            </a:ln>
          </p:spPr>
        </p:sp>
        <p:sp>
          <p:nvSpPr>
            <p:cNvPr id="6713" name="Heatmap cell r20 c80"/>
            <p:cNvSpPr/>
            <p:nvPr/>
          </p:nvSpPr>
          <p:spPr>
            <a:xfrm>
              <a:off x="1462078" y="526500"/>
              <a:ext cx="19034" cy="28503"/>
            </a:xfrm>
            <a:prstGeom prst="rect">
              <a:avLst/>
            </a:prstGeom>
            <a:solidFill>
              <a:srgbClr val="EFB8BD"/>
            </a:solidFill>
            <a:ln>
              <a:noFill/>
            </a:ln>
          </p:spPr>
        </p:sp>
        <p:sp>
          <p:nvSpPr>
            <p:cNvPr id="6714" name="Heatmap cell r20 c81"/>
            <p:cNvSpPr/>
            <p:nvPr/>
          </p:nvSpPr>
          <p:spPr>
            <a:xfrm>
              <a:off x="1481017" y="526500"/>
              <a:ext cx="17140" cy="28503"/>
            </a:xfrm>
            <a:prstGeom prst="rect">
              <a:avLst/>
            </a:prstGeom>
            <a:solidFill>
              <a:srgbClr val="F8E9EA"/>
            </a:solidFill>
            <a:ln>
              <a:noFill/>
            </a:ln>
          </p:spPr>
        </p:sp>
        <p:sp>
          <p:nvSpPr>
            <p:cNvPr id="6715" name="Heatmap cell r20 c82"/>
            <p:cNvSpPr/>
            <p:nvPr/>
          </p:nvSpPr>
          <p:spPr>
            <a:xfrm>
              <a:off x="1498062" y="526500"/>
              <a:ext cx="19034" cy="28503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6716" name="Heatmap cell r20 c83"/>
            <p:cNvSpPr/>
            <p:nvPr/>
          </p:nvSpPr>
          <p:spPr>
            <a:xfrm>
              <a:off x="1517001" y="526500"/>
              <a:ext cx="17140" cy="28503"/>
            </a:xfrm>
            <a:prstGeom prst="rect">
              <a:avLst/>
            </a:prstGeom>
            <a:solidFill>
              <a:srgbClr val="F8E9EA"/>
            </a:solidFill>
            <a:ln>
              <a:noFill/>
            </a:ln>
          </p:spPr>
        </p:sp>
        <p:sp>
          <p:nvSpPr>
            <p:cNvPr id="6717" name="Heatmap cell r20 c84"/>
            <p:cNvSpPr/>
            <p:nvPr/>
          </p:nvSpPr>
          <p:spPr>
            <a:xfrm>
              <a:off x="1534046" y="526500"/>
              <a:ext cx="19034" cy="28503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6718" name="Heatmap cell r20 c85"/>
            <p:cNvSpPr/>
            <p:nvPr/>
          </p:nvSpPr>
          <p:spPr>
            <a:xfrm>
              <a:off x="1552984" y="526500"/>
              <a:ext cx="17140" cy="28503"/>
            </a:xfrm>
            <a:prstGeom prst="rect">
              <a:avLst/>
            </a:prstGeom>
            <a:solidFill>
              <a:srgbClr val="FBF1F3"/>
            </a:solidFill>
            <a:ln>
              <a:noFill/>
            </a:ln>
          </p:spPr>
        </p:sp>
        <p:sp>
          <p:nvSpPr>
            <p:cNvPr id="6719" name="Heatmap cell r20 c86"/>
            <p:cNvSpPr/>
            <p:nvPr/>
          </p:nvSpPr>
          <p:spPr>
            <a:xfrm>
              <a:off x="1570029" y="526500"/>
              <a:ext cx="19034" cy="28503"/>
            </a:xfrm>
            <a:prstGeom prst="rect">
              <a:avLst/>
            </a:prstGeom>
            <a:solidFill>
              <a:srgbClr val="E0737C"/>
            </a:solidFill>
            <a:ln>
              <a:noFill/>
            </a:ln>
          </p:spPr>
        </p:sp>
        <p:sp>
          <p:nvSpPr>
            <p:cNvPr id="6720" name="Heatmap cell r20 c87"/>
            <p:cNvSpPr/>
            <p:nvPr/>
          </p:nvSpPr>
          <p:spPr>
            <a:xfrm>
              <a:off x="1588968" y="526500"/>
              <a:ext cx="17140" cy="28503"/>
            </a:xfrm>
            <a:prstGeom prst="rect">
              <a:avLst/>
            </a:prstGeom>
            <a:solidFill>
              <a:srgbClr val="CFDBE6"/>
            </a:solidFill>
            <a:ln>
              <a:noFill/>
            </a:ln>
          </p:spPr>
        </p:sp>
        <p:sp>
          <p:nvSpPr>
            <p:cNvPr id="6721" name="Heatmap cell r20 c88"/>
            <p:cNvSpPr/>
            <p:nvPr/>
          </p:nvSpPr>
          <p:spPr>
            <a:xfrm>
              <a:off x="1606013" y="526500"/>
              <a:ext cx="19034" cy="28503"/>
            </a:xfrm>
            <a:prstGeom prst="rect">
              <a:avLst/>
            </a:prstGeom>
            <a:solidFill>
              <a:srgbClr val="F4CDD0"/>
            </a:solidFill>
            <a:ln>
              <a:noFill/>
            </a:ln>
          </p:spPr>
        </p:sp>
        <p:sp>
          <p:nvSpPr>
            <p:cNvPr id="6722" name="Heatmap cell r20 c89"/>
            <p:cNvSpPr/>
            <p:nvPr/>
          </p:nvSpPr>
          <p:spPr>
            <a:xfrm>
              <a:off x="1624952" y="526500"/>
              <a:ext cx="19034" cy="28503"/>
            </a:xfrm>
            <a:prstGeom prst="rect">
              <a:avLst/>
            </a:prstGeom>
            <a:solidFill>
              <a:srgbClr val="ECACB1"/>
            </a:solidFill>
            <a:ln>
              <a:noFill/>
            </a:ln>
          </p:spPr>
        </p:sp>
        <p:sp>
          <p:nvSpPr>
            <p:cNvPr id="6723" name="Heatmap cell r20 c90"/>
            <p:cNvSpPr/>
            <p:nvPr/>
          </p:nvSpPr>
          <p:spPr>
            <a:xfrm>
              <a:off x="1643891" y="526500"/>
              <a:ext cx="17140" cy="28503"/>
            </a:xfrm>
            <a:prstGeom prst="rect">
              <a:avLst/>
            </a:prstGeom>
            <a:solidFill>
              <a:srgbClr val="EA9DA3"/>
            </a:solidFill>
            <a:ln>
              <a:noFill/>
            </a:ln>
          </p:spPr>
        </p:sp>
        <p:sp>
          <p:nvSpPr>
            <p:cNvPr id="6724" name="Heatmap cell r20 c91"/>
            <p:cNvSpPr/>
            <p:nvPr/>
          </p:nvSpPr>
          <p:spPr>
            <a:xfrm>
              <a:off x="1660936" y="526500"/>
              <a:ext cx="19034" cy="28503"/>
            </a:xfrm>
            <a:prstGeom prst="rect">
              <a:avLst/>
            </a:prstGeom>
            <a:solidFill>
              <a:srgbClr val="EA9CA2"/>
            </a:solidFill>
            <a:ln>
              <a:noFill/>
            </a:ln>
          </p:spPr>
        </p:sp>
        <p:sp>
          <p:nvSpPr>
            <p:cNvPr id="6725" name="Heatmap cell r20 c92"/>
            <p:cNvSpPr/>
            <p:nvPr/>
          </p:nvSpPr>
          <p:spPr>
            <a:xfrm>
              <a:off x="1679875" y="526500"/>
              <a:ext cx="17140" cy="28503"/>
            </a:xfrm>
            <a:prstGeom prst="rect">
              <a:avLst/>
            </a:prstGeom>
            <a:solidFill>
              <a:srgbClr val="D2DDE8"/>
            </a:solidFill>
            <a:ln>
              <a:noFill/>
            </a:ln>
          </p:spPr>
        </p:sp>
        <p:sp>
          <p:nvSpPr>
            <p:cNvPr id="6726" name="Heatmap cell r20 c93"/>
            <p:cNvSpPr/>
            <p:nvPr/>
          </p:nvSpPr>
          <p:spPr>
            <a:xfrm>
              <a:off x="1696920" y="526500"/>
              <a:ext cx="19034" cy="28503"/>
            </a:xfrm>
            <a:prstGeom prst="rect">
              <a:avLst/>
            </a:prstGeom>
            <a:solidFill>
              <a:srgbClr val="F3C9CE"/>
            </a:solidFill>
            <a:ln>
              <a:noFill/>
            </a:ln>
          </p:spPr>
        </p:sp>
        <p:sp>
          <p:nvSpPr>
            <p:cNvPr id="6727" name="Heatmap cell r20 c94"/>
            <p:cNvSpPr/>
            <p:nvPr/>
          </p:nvSpPr>
          <p:spPr>
            <a:xfrm>
              <a:off x="1715858" y="526500"/>
              <a:ext cx="17140" cy="28503"/>
            </a:xfrm>
            <a:prstGeom prst="rect">
              <a:avLst/>
            </a:prstGeom>
            <a:solidFill>
              <a:srgbClr val="EBA2A9"/>
            </a:solidFill>
            <a:ln>
              <a:noFill/>
            </a:ln>
          </p:spPr>
        </p:sp>
        <p:sp>
          <p:nvSpPr>
            <p:cNvPr id="6728" name="Heatmap cell r20 c95"/>
            <p:cNvSpPr/>
            <p:nvPr/>
          </p:nvSpPr>
          <p:spPr>
            <a:xfrm>
              <a:off x="1732903" y="526500"/>
              <a:ext cx="19034" cy="28503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6729" name="Heatmap cell r20 c96"/>
            <p:cNvSpPr/>
            <p:nvPr/>
          </p:nvSpPr>
          <p:spPr>
            <a:xfrm>
              <a:off x="1751842" y="526500"/>
              <a:ext cx="17140" cy="28503"/>
            </a:xfrm>
            <a:prstGeom prst="rect">
              <a:avLst/>
            </a:prstGeom>
            <a:solidFill>
              <a:srgbClr val="E06E79"/>
            </a:solidFill>
            <a:ln>
              <a:noFill/>
            </a:ln>
          </p:spPr>
        </p:sp>
        <p:sp>
          <p:nvSpPr>
            <p:cNvPr id="6730" name="Heatmap cell r20 c97"/>
            <p:cNvSpPr/>
            <p:nvPr/>
          </p:nvSpPr>
          <p:spPr>
            <a:xfrm>
              <a:off x="1768887" y="526500"/>
              <a:ext cx="19034" cy="28503"/>
            </a:xfrm>
            <a:prstGeom prst="rect">
              <a:avLst/>
            </a:prstGeom>
            <a:solidFill>
              <a:srgbClr val="DF6B77"/>
            </a:solidFill>
            <a:ln>
              <a:noFill/>
            </a:ln>
          </p:spPr>
        </p:sp>
        <p:sp>
          <p:nvSpPr>
            <p:cNvPr id="6731" name="Heatmap cell r20 c98"/>
            <p:cNvSpPr/>
            <p:nvPr/>
          </p:nvSpPr>
          <p:spPr>
            <a:xfrm>
              <a:off x="1787826" y="526500"/>
              <a:ext cx="17140" cy="28503"/>
            </a:xfrm>
            <a:prstGeom prst="rect">
              <a:avLst/>
            </a:prstGeom>
            <a:solidFill>
              <a:srgbClr val="F0BDC2"/>
            </a:solidFill>
            <a:ln>
              <a:noFill/>
            </a:ln>
          </p:spPr>
        </p:sp>
        <p:sp>
          <p:nvSpPr>
            <p:cNvPr id="6732" name="Heatmap cell r20 c99"/>
            <p:cNvSpPr/>
            <p:nvPr/>
          </p:nvSpPr>
          <p:spPr>
            <a:xfrm>
              <a:off x="1804871" y="526500"/>
              <a:ext cx="19034" cy="28503"/>
            </a:xfrm>
            <a:prstGeom prst="rect">
              <a:avLst/>
            </a:prstGeom>
            <a:solidFill>
              <a:srgbClr val="F5D1D4"/>
            </a:solidFill>
            <a:ln>
              <a:noFill/>
            </a:ln>
          </p:spPr>
        </p:sp>
        <p:sp>
          <p:nvSpPr>
            <p:cNvPr id="6733" name="Heatmap cell r20 c100"/>
            <p:cNvSpPr/>
            <p:nvPr/>
          </p:nvSpPr>
          <p:spPr>
            <a:xfrm>
              <a:off x="1823810" y="526500"/>
              <a:ext cx="17140" cy="28503"/>
            </a:xfrm>
            <a:prstGeom prst="rect">
              <a:avLst/>
            </a:prstGeom>
            <a:solidFill>
              <a:srgbClr val="F3C9CE"/>
            </a:solidFill>
            <a:ln>
              <a:noFill/>
            </a:ln>
          </p:spPr>
        </p:sp>
        <p:sp>
          <p:nvSpPr>
            <p:cNvPr id="6734" name="Heatmap cell r20 c101"/>
            <p:cNvSpPr/>
            <p:nvPr/>
          </p:nvSpPr>
          <p:spPr>
            <a:xfrm>
              <a:off x="1840855" y="526500"/>
              <a:ext cx="19034" cy="28503"/>
            </a:xfrm>
            <a:prstGeom prst="rect">
              <a:avLst/>
            </a:prstGeom>
            <a:solidFill>
              <a:srgbClr val="EA9CA1"/>
            </a:solidFill>
            <a:ln>
              <a:noFill/>
            </a:ln>
          </p:spPr>
        </p:sp>
        <p:sp>
          <p:nvSpPr>
            <p:cNvPr id="6735" name="Heatmap cell r20 c102"/>
            <p:cNvSpPr/>
            <p:nvPr/>
          </p:nvSpPr>
          <p:spPr>
            <a:xfrm>
              <a:off x="1859794" y="526500"/>
              <a:ext cx="19034" cy="28503"/>
            </a:xfrm>
            <a:prstGeom prst="rect">
              <a:avLst/>
            </a:prstGeom>
            <a:solidFill>
              <a:srgbClr val="EDB0B6"/>
            </a:solidFill>
            <a:ln>
              <a:noFill/>
            </a:ln>
          </p:spPr>
        </p:sp>
        <p:sp>
          <p:nvSpPr>
            <p:cNvPr id="6736" name="Heatmap cell r20 c103"/>
            <p:cNvSpPr/>
            <p:nvPr/>
          </p:nvSpPr>
          <p:spPr>
            <a:xfrm>
              <a:off x="1878732" y="526500"/>
              <a:ext cx="17140" cy="28503"/>
            </a:xfrm>
            <a:prstGeom prst="rect">
              <a:avLst/>
            </a:prstGeom>
            <a:solidFill>
              <a:srgbClr val="F0BCC3"/>
            </a:solidFill>
            <a:ln>
              <a:noFill/>
            </a:ln>
          </p:spPr>
        </p:sp>
        <p:sp>
          <p:nvSpPr>
            <p:cNvPr id="6737" name="Heatmap cell r20 c104"/>
            <p:cNvSpPr/>
            <p:nvPr/>
          </p:nvSpPr>
          <p:spPr>
            <a:xfrm>
              <a:off x="1895777" y="526500"/>
              <a:ext cx="19034" cy="28503"/>
            </a:xfrm>
            <a:prstGeom prst="rect">
              <a:avLst/>
            </a:prstGeom>
            <a:solidFill>
              <a:srgbClr val="DF6B77"/>
            </a:solidFill>
            <a:ln>
              <a:noFill/>
            </a:ln>
          </p:spPr>
        </p:sp>
        <p:sp>
          <p:nvSpPr>
            <p:cNvPr id="6738" name="Heatmap cell r20 c105"/>
            <p:cNvSpPr/>
            <p:nvPr/>
          </p:nvSpPr>
          <p:spPr>
            <a:xfrm>
              <a:off x="1914716" y="526500"/>
              <a:ext cx="17140" cy="28503"/>
            </a:xfrm>
            <a:prstGeom prst="rect">
              <a:avLst/>
            </a:prstGeom>
            <a:solidFill>
              <a:srgbClr val="F3C7CC"/>
            </a:solidFill>
            <a:ln>
              <a:noFill/>
            </a:ln>
          </p:spPr>
        </p:sp>
        <p:sp>
          <p:nvSpPr>
            <p:cNvPr id="6739" name="Heatmap cell r20 c106"/>
            <p:cNvSpPr/>
            <p:nvPr/>
          </p:nvSpPr>
          <p:spPr>
            <a:xfrm>
              <a:off x="1931761" y="526500"/>
              <a:ext cx="19034" cy="28503"/>
            </a:xfrm>
            <a:prstGeom prst="rect">
              <a:avLst/>
            </a:prstGeom>
            <a:solidFill>
              <a:srgbClr val="ECA0A8"/>
            </a:solidFill>
            <a:ln>
              <a:noFill/>
            </a:ln>
          </p:spPr>
        </p:sp>
        <p:sp>
          <p:nvSpPr>
            <p:cNvPr id="6740" name="Heatmap cell r20 c107"/>
            <p:cNvSpPr/>
            <p:nvPr/>
          </p:nvSpPr>
          <p:spPr>
            <a:xfrm>
              <a:off x="1950700" y="526500"/>
              <a:ext cx="17140" cy="28503"/>
            </a:xfrm>
            <a:prstGeom prst="rect">
              <a:avLst/>
            </a:prstGeom>
            <a:solidFill>
              <a:srgbClr val="F6F8F9"/>
            </a:solidFill>
            <a:ln>
              <a:noFill/>
            </a:ln>
          </p:spPr>
        </p:sp>
        <p:sp>
          <p:nvSpPr>
            <p:cNvPr id="6741" name="Heatmap cell r20 c108"/>
            <p:cNvSpPr/>
            <p:nvPr/>
          </p:nvSpPr>
          <p:spPr>
            <a:xfrm>
              <a:off x="1967745" y="526500"/>
              <a:ext cx="19034" cy="28503"/>
            </a:xfrm>
            <a:prstGeom prst="rect">
              <a:avLst/>
            </a:prstGeom>
            <a:solidFill>
              <a:srgbClr val="E4858D"/>
            </a:solidFill>
            <a:ln>
              <a:noFill/>
            </a:ln>
          </p:spPr>
        </p:sp>
        <p:sp>
          <p:nvSpPr>
            <p:cNvPr id="6742" name="Heatmap cell r20 c109"/>
            <p:cNvSpPr/>
            <p:nvPr/>
          </p:nvSpPr>
          <p:spPr>
            <a:xfrm>
              <a:off x="1986684" y="526500"/>
              <a:ext cx="17140" cy="28503"/>
            </a:xfrm>
            <a:prstGeom prst="rect">
              <a:avLst/>
            </a:prstGeom>
            <a:solidFill>
              <a:srgbClr val="ECF0F6"/>
            </a:solidFill>
            <a:ln>
              <a:noFill/>
            </a:ln>
          </p:spPr>
        </p:sp>
        <p:sp>
          <p:nvSpPr>
            <p:cNvPr id="6743" name="Heatmap cell r20 c110"/>
            <p:cNvSpPr/>
            <p:nvPr/>
          </p:nvSpPr>
          <p:spPr>
            <a:xfrm>
              <a:off x="2003729" y="526500"/>
              <a:ext cx="19034" cy="28503"/>
            </a:xfrm>
            <a:prstGeom prst="rect">
              <a:avLst/>
            </a:prstGeom>
            <a:solidFill>
              <a:srgbClr val="E7929A"/>
            </a:solidFill>
            <a:ln>
              <a:noFill/>
            </a:ln>
          </p:spPr>
        </p:sp>
        <p:sp>
          <p:nvSpPr>
            <p:cNvPr id="6744" name="Heatmap cell r20 c111"/>
            <p:cNvSpPr/>
            <p:nvPr/>
          </p:nvSpPr>
          <p:spPr>
            <a:xfrm>
              <a:off x="2022668" y="526500"/>
              <a:ext cx="17140" cy="28503"/>
            </a:xfrm>
            <a:prstGeom prst="rect">
              <a:avLst/>
            </a:prstGeom>
            <a:solidFill>
              <a:srgbClr val="E6EBF1"/>
            </a:solidFill>
            <a:ln>
              <a:noFill/>
            </a:ln>
          </p:spPr>
        </p:sp>
        <p:sp>
          <p:nvSpPr>
            <p:cNvPr id="6745" name="Heatmap cell r20 c112"/>
            <p:cNvSpPr/>
            <p:nvPr/>
          </p:nvSpPr>
          <p:spPr>
            <a:xfrm>
              <a:off x="2039712" y="526500"/>
              <a:ext cx="19034" cy="28503"/>
            </a:xfrm>
            <a:prstGeom prst="rect">
              <a:avLst/>
            </a:prstGeom>
            <a:solidFill>
              <a:srgbClr val="EBA2A9"/>
            </a:solidFill>
            <a:ln>
              <a:noFill/>
            </a:ln>
          </p:spPr>
        </p:sp>
        <p:sp>
          <p:nvSpPr>
            <p:cNvPr id="6746" name="Heatmap cell r20 c113"/>
            <p:cNvSpPr/>
            <p:nvPr/>
          </p:nvSpPr>
          <p:spPr>
            <a:xfrm>
              <a:off x="2058651" y="526500"/>
              <a:ext cx="17140" cy="28503"/>
            </a:xfrm>
            <a:prstGeom prst="rect">
              <a:avLst/>
            </a:prstGeom>
            <a:solidFill>
              <a:srgbClr val="EDAEB5"/>
            </a:solidFill>
            <a:ln>
              <a:noFill/>
            </a:ln>
          </p:spPr>
        </p:sp>
        <p:sp>
          <p:nvSpPr>
            <p:cNvPr id="6747" name="Heatmap cell r20 c114"/>
            <p:cNvSpPr/>
            <p:nvPr/>
          </p:nvSpPr>
          <p:spPr>
            <a:xfrm>
              <a:off x="2075696" y="526500"/>
              <a:ext cx="19034" cy="28503"/>
            </a:xfrm>
            <a:prstGeom prst="rect">
              <a:avLst/>
            </a:prstGeom>
            <a:solidFill>
              <a:srgbClr val="EFB8BC"/>
            </a:solidFill>
            <a:ln>
              <a:noFill/>
            </a:ln>
          </p:spPr>
        </p:sp>
        <p:sp>
          <p:nvSpPr>
            <p:cNvPr id="6748" name="Heatmap cell r20 c115"/>
            <p:cNvSpPr/>
            <p:nvPr/>
          </p:nvSpPr>
          <p:spPr>
            <a:xfrm>
              <a:off x="2094635" y="526500"/>
              <a:ext cx="19034" cy="28503"/>
            </a:xfrm>
            <a:prstGeom prst="rect">
              <a:avLst/>
            </a:prstGeom>
            <a:solidFill>
              <a:srgbClr val="EBA1A8"/>
            </a:solidFill>
            <a:ln>
              <a:noFill/>
            </a:ln>
          </p:spPr>
        </p:sp>
        <p:sp>
          <p:nvSpPr>
            <p:cNvPr id="6749" name="Heatmap cell r20 c116"/>
            <p:cNvSpPr/>
            <p:nvPr/>
          </p:nvSpPr>
          <p:spPr>
            <a:xfrm>
              <a:off x="2113574" y="526500"/>
              <a:ext cx="17140" cy="28503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6750" name="Heatmap cell r20 c117"/>
            <p:cNvSpPr/>
            <p:nvPr/>
          </p:nvSpPr>
          <p:spPr>
            <a:xfrm>
              <a:off x="2130619" y="526500"/>
              <a:ext cx="19034" cy="28503"/>
            </a:xfrm>
            <a:prstGeom prst="rect">
              <a:avLst/>
            </a:prstGeom>
            <a:solidFill>
              <a:srgbClr val="8BA8C3"/>
            </a:solidFill>
            <a:ln>
              <a:noFill/>
            </a:ln>
          </p:spPr>
        </p:sp>
        <p:sp>
          <p:nvSpPr>
            <p:cNvPr id="6751" name="Heatmap cell r20 c118"/>
            <p:cNvSpPr/>
            <p:nvPr/>
          </p:nvSpPr>
          <p:spPr>
            <a:xfrm>
              <a:off x="2149558" y="526500"/>
              <a:ext cx="17140" cy="28503"/>
            </a:xfrm>
            <a:prstGeom prst="rect">
              <a:avLst/>
            </a:prstGeom>
            <a:solidFill>
              <a:srgbClr val="E27781"/>
            </a:solidFill>
            <a:ln>
              <a:noFill/>
            </a:ln>
          </p:spPr>
        </p:sp>
        <p:sp>
          <p:nvSpPr>
            <p:cNvPr id="6752" name="Heatmap cell r20 c119"/>
            <p:cNvSpPr/>
            <p:nvPr/>
          </p:nvSpPr>
          <p:spPr>
            <a:xfrm>
              <a:off x="2166603" y="526500"/>
              <a:ext cx="19034" cy="28503"/>
            </a:xfrm>
            <a:prstGeom prst="rect">
              <a:avLst/>
            </a:prstGeom>
            <a:solidFill>
              <a:srgbClr val="EDF1F7"/>
            </a:solidFill>
            <a:ln>
              <a:noFill/>
            </a:ln>
          </p:spPr>
        </p:sp>
        <p:sp>
          <p:nvSpPr>
            <p:cNvPr id="6753" name="Heatmap cell r20 c120"/>
            <p:cNvSpPr/>
            <p:nvPr/>
          </p:nvSpPr>
          <p:spPr>
            <a:xfrm>
              <a:off x="2185542" y="526500"/>
              <a:ext cx="17140" cy="28503"/>
            </a:xfrm>
            <a:prstGeom prst="rect">
              <a:avLst/>
            </a:prstGeom>
            <a:solidFill>
              <a:srgbClr val="DF6873"/>
            </a:solidFill>
            <a:ln>
              <a:noFill/>
            </a:ln>
          </p:spPr>
        </p:sp>
        <p:sp>
          <p:nvSpPr>
            <p:cNvPr id="6754" name="Heatmap cell r20 c121"/>
            <p:cNvSpPr/>
            <p:nvPr/>
          </p:nvSpPr>
          <p:spPr>
            <a:xfrm>
              <a:off x="2202586" y="526500"/>
              <a:ext cx="19034" cy="28503"/>
            </a:xfrm>
            <a:prstGeom prst="rect">
              <a:avLst/>
            </a:prstGeom>
            <a:solidFill>
              <a:srgbClr val="FBF5F5"/>
            </a:solidFill>
            <a:ln>
              <a:noFill/>
            </a:ln>
          </p:spPr>
        </p:sp>
        <p:sp>
          <p:nvSpPr>
            <p:cNvPr id="6755" name="Heatmap cell r20 c122"/>
            <p:cNvSpPr/>
            <p:nvPr/>
          </p:nvSpPr>
          <p:spPr>
            <a:xfrm>
              <a:off x="2221525" y="526500"/>
              <a:ext cx="17140" cy="28503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6756" name="Heatmap cell r20 c123"/>
            <p:cNvSpPr/>
            <p:nvPr/>
          </p:nvSpPr>
          <p:spPr>
            <a:xfrm>
              <a:off x="2238570" y="526500"/>
              <a:ext cx="19034" cy="28503"/>
            </a:xfrm>
            <a:prstGeom prst="rect">
              <a:avLst/>
            </a:prstGeom>
            <a:solidFill>
              <a:srgbClr val="F4CDD0"/>
            </a:solidFill>
            <a:ln>
              <a:noFill/>
            </a:ln>
          </p:spPr>
        </p:sp>
        <p:sp>
          <p:nvSpPr>
            <p:cNvPr id="6757" name="Heatmap cell r20 c124"/>
            <p:cNvSpPr/>
            <p:nvPr/>
          </p:nvSpPr>
          <p:spPr>
            <a:xfrm>
              <a:off x="2257509" y="526500"/>
              <a:ext cx="17140" cy="28503"/>
            </a:xfrm>
            <a:prstGeom prst="rect">
              <a:avLst/>
            </a:prstGeom>
            <a:solidFill>
              <a:srgbClr val="E9939B"/>
            </a:solidFill>
            <a:ln>
              <a:noFill/>
            </a:ln>
          </p:spPr>
        </p:sp>
        <p:sp>
          <p:nvSpPr>
            <p:cNvPr id="6758" name="Heatmap cell r20 c125"/>
            <p:cNvSpPr/>
            <p:nvPr/>
          </p:nvSpPr>
          <p:spPr>
            <a:xfrm>
              <a:off x="2274554" y="526500"/>
              <a:ext cx="19034" cy="28503"/>
            </a:xfrm>
            <a:prstGeom prst="rect">
              <a:avLst/>
            </a:prstGeom>
            <a:solidFill>
              <a:srgbClr val="F0BCC3"/>
            </a:solidFill>
            <a:ln>
              <a:noFill/>
            </a:ln>
          </p:spPr>
        </p:sp>
        <p:sp>
          <p:nvSpPr>
            <p:cNvPr id="6759" name="Heatmap cell r20 c126"/>
            <p:cNvSpPr/>
            <p:nvPr/>
          </p:nvSpPr>
          <p:spPr>
            <a:xfrm>
              <a:off x="2293493" y="526500"/>
              <a:ext cx="17140" cy="28503"/>
            </a:xfrm>
            <a:prstGeom prst="rect">
              <a:avLst/>
            </a:prstGeom>
            <a:solidFill>
              <a:srgbClr val="DB5360"/>
            </a:solidFill>
            <a:ln>
              <a:noFill/>
            </a:ln>
          </p:spPr>
        </p:sp>
        <p:sp>
          <p:nvSpPr>
            <p:cNvPr id="6760" name="Heatmap cell r20 c127"/>
            <p:cNvSpPr/>
            <p:nvPr/>
          </p:nvSpPr>
          <p:spPr>
            <a:xfrm>
              <a:off x="2310538" y="526500"/>
              <a:ext cx="19034" cy="28503"/>
            </a:xfrm>
            <a:prstGeom prst="rect">
              <a:avLst/>
            </a:prstGeom>
            <a:solidFill>
              <a:srgbClr val="E27781"/>
            </a:solidFill>
            <a:ln>
              <a:noFill/>
            </a:ln>
          </p:spPr>
        </p:sp>
        <p:sp>
          <p:nvSpPr>
            <p:cNvPr id="6761" name="Heatmap cell r20 c128"/>
            <p:cNvSpPr/>
            <p:nvPr/>
          </p:nvSpPr>
          <p:spPr>
            <a:xfrm>
              <a:off x="2329477" y="526500"/>
              <a:ext cx="19034" cy="28503"/>
            </a:xfrm>
            <a:prstGeom prst="rect">
              <a:avLst/>
            </a:prstGeom>
            <a:solidFill>
              <a:srgbClr val="F4CDD0"/>
            </a:solidFill>
            <a:ln>
              <a:noFill/>
            </a:ln>
          </p:spPr>
        </p:sp>
        <p:sp>
          <p:nvSpPr>
            <p:cNvPr id="6762" name="Heatmap cell r20 c129"/>
            <p:cNvSpPr/>
            <p:nvPr/>
          </p:nvSpPr>
          <p:spPr>
            <a:xfrm>
              <a:off x="2348416" y="526500"/>
              <a:ext cx="17140" cy="28503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6763" name="Heatmap cell r20 c130"/>
            <p:cNvSpPr/>
            <p:nvPr/>
          </p:nvSpPr>
          <p:spPr>
            <a:xfrm>
              <a:off x="2365460" y="526500"/>
              <a:ext cx="19034" cy="28503"/>
            </a:xfrm>
            <a:prstGeom prst="rect">
              <a:avLst/>
            </a:prstGeom>
            <a:solidFill>
              <a:srgbClr val="F5D0D3"/>
            </a:solidFill>
            <a:ln>
              <a:noFill/>
            </a:ln>
          </p:spPr>
        </p:sp>
        <p:sp>
          <p:nvSpPr>
            <p:cNvPr id="6764" name="Heatmap cell r20 c131"/>
            <p:cNvSpPr/>
            <p:nvPr/>
          </p:nvSpPr>
          <p:spPr>
            <a:xfrm>
              <a:off x="2384399" y="526500"/>
              <a:ext cx="17140" cy="28503"/>
            </a:xfrm>
            <a:prstGeom prst="rect">
              <a:avLst/>
            </a:prstGeom>
            <a:solidFill>
              <a:srgbClr val="F1C0C4"/>
            </a:solidFill>
            <a:ln>
              <a:noFill/>
            </a:ln>
          </p:spPr>
        </p:sp>
        <p:sp>
          <p:nvSpPr>
            <p:cNvPr id="6765" name="Heatmap cell r20 c132"/>
            <p:cNvSpPr/>
            <p:nvPr/>
          </p:nvSpPr>
          <p:spPr>
            <a:xfrm>
              <a:off x="2401444" y="526500"/>
              <a:ext cx="19034" cy="28503"/>
            </a:xfrm>
            <a:prstGeom prst="rect">
              <a:avLst/>
            </a:prstGeom>
            <a:solidFill>
              <a:srgbClr val="EFB9BE"/>
            </a:solidFill>
            <a:ln>
              <a:noFill/>
            </a:ln>
          </p:spPr>
        </p:sp>
        <p:sp>
          <p:nvSpPr>
            <p:cNvPr id="6766" name="Heatmap cell r20 c133"/>
            <p:cNvSpPr/>
            <p:nvPr/>
          </p:nvSpPr>
          <p:spPr>
            <a:xfrm>
              <a:off x="2420383" y="526500"/>
              <a:ext cx="17140" cy="28503"/>
            </a:xfrm>
            <a:prstGeom prst="rect">
              <a:avLst/>
            </a:prstGeom>
            <a:solidFill>
              <a:srgbClr val="FCF8F9"/>
            </a:solidFill>
            <a:ln>
              <a:noFill/>
            </a:ln>
          </p:spPr>
        </p:sp>
        <p:sp>
          <p:nvSpPr>
            <p:cNvPr id="6767" name="Heatmap cell r20 c135"/>
            <p:cNvSpPr/>
            <p:nvPr/>
          </p:nvSpPr>
          <p:spPr>
            <a:xfrm>
              <a:off x="2456367" y="526500"/>
              <a:ext cx="17140" cy="28503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6768" name="Heatmap cell r20 c136"/>
            <p:cNvSpPr/>
            <p:nvPr/>
          </p:nvSpPr>
          <p:spPr>
            <a:xfrm>
              <a:off x="2473412" y="526500"/>
              <a:ext cx="19034" cy="28503"/>
            </a:xfrm>
            <a:prstGeom prst="rect">
              <a:avLst/>
            </a:prstGeom>
            <a:solidFill>
              <a:srgbClr val="DBE3EB"/>
            </a:solidFill>
            <a:ln>
              <a:noFill/>
            </a:ln>
          </p:spPr>
        </p:sp>
        <p:sp>
          <p:nvSpPr>
            <p:cNvPr id="6769" name="Heatmap cell r20 c138"/>
            <p:cNvSpPr/>
            <p:nvPr/>
          </p:nvSpPr>
          <p:spPr>
            <a:xfrm>
              <a:off x="2509396" y="526500"/>
              <a:ext cx="19034" cy="28503"/>
            </a:xfrm>
            <a:prstGeom prst="rect">
              <a:avLst/>
            </a:prstGeom>
            <a:solidFill>
              <a:srgbClr val="F4CDD0"/>
            </a:solidFill>
            <a:ln>
              <a:noFill/>
            </a:ln>
          </p:spPr>
        </p:sp>
        <p:sp>
          <p:nvSpPr>
            <p:cNvPr id="6770" name="Heatmap cell r20 c139"/>
            <p:cNvSpPr/>
            <p:nvPr/>
          </p:nvSpPr>
          <p:spPr>
            <a:xfrm>
              <a:off x="2528334" y="526500"/>
              <a:ext cx="17140" cy="28503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6771" name="Heatmap cell r20 c140"/>
            <p:cNvSpPr/>
            <p:nvPr/>
          </p:nvSpPr>
          <p:spPr>
            <a:xfrm>
              <a:off x="2545379" y="526500"/>
              <a:ext cx="19034" cy="28503"/>
            </a:xfrm>
            <a:prstGeom prst="rect">
              <a:avLst/>
            </a:prstGeom>
            <a:solidFill>
              <a:srgbClr val="CED9E4"/>
            </a:solidFill>
            <a:ln>
              <a:noFill/>
            </a:ln>
          </p:spPr>
        </p:sp>
        <p:sp>
          <p:nvSpPr>
            <p:cNvPr id="6772" name="Heatmap cell r20 c141"/>
            <p:cNvSpPr/>
            <p:nvPr/>
          </p:nvSpPr>
          <p:spPr>
            <a:xfrm>
              <a:off x="2564318" y="526500"/>
              <a:ext cx="19034" cy="28503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6773" name="Heatmap cell r20 c142"/>
            <p:cNvSpPr/>
            <p:nvPr/>
          </p:nvSpPr>
          <p:spPr>
            <a:xfrm>
              <a:off x="2583257" y="526500"/>
              <a:ext cx="17140" cy="28503"/>
            </a:xfrm>
            <a:prstGeom prst="rect">
              <a:avLst/>
            </a:prstGeom>
            <a:solidFill>
              <a:srgbClr val="E78993"/>
            </a:solidFill>
            <a:ln>
              <a:noFill/>
            </a:ln>
          </p:spPr>
        </p:sp>
        <p:sp>
          <p:nvSpPr>
            <p:cNvPr id="6774" name="Heatmap cell r20 c143"/>
            <p:cNvSpPr/>
            <p:nvPr/>
          </p:nvSpPr>
          <p:spPr>
            <a:xfrm>
              <a:off x="2600302" y="526500"/>
              <a:ext cx="19034" cy="28503"/>
            </a:xfrm>
            <a:prstGeom prst="rect">
              <a:avLst/>
            </a:prstGeom>
            <a:solidFill>
              <a:srgbClr val="E06C79"/>
            </a:solidFill>
            <a:ln>
              <a:noFill/>
            </a:ln>
          </p:spPr>
        </p:sp>
        <p:sp>
          <p:nvSpPr>
            <p:cNvPr id="6775" name="Heatmap cell r20 c144"/>
            <p:cNvSpPr/>
            <p:nvPr/>
          </p:nvSpPr>
          <p:spPr>
            <a:xfrm>
              <a:off x="2619241" y="526500"/>
              <a:ext cx="17140" cy="28503"/>
            </a:xfrm>
            <a:prstGeom prst="rect">
              <a:avLst/>
            </a:prstGeom>
            <a:solidFill>
              <a:srgbClr val="E9959E"/>
            </a:solidFill>
            <a:ln>
              <a:noFill/>
            </a:ln>
          </p:spPr>
        </p:sp>
        <p:sp>
          <p:nvSpPr>
            <p:cNvPr id="6776" name="Heatmap cell r20 c145"/>
            <p:cNvSpPr/>
            <p:nvPr/>
          </p:nvSpPr>
          <p:spPr>
            <a:xfrm>
              <a:off x="2636286" y="526500"/>
              <a:ext cx="19034" cy="28503"/>
            </a:xfrm>
            <a:prstGeom prst="rect">
              <a:avLst/>
            </a:prstGeom>
            <a:solidFill>
              <a:srgbClr val="DCE3EB"/>
            </a:solidFill>
            <a:ln>
              <a:noFill/>
            </a:ln>
          </p:spPr>
        </p:sp>
        <p:sp>
          <p:nvSpPr>
            <p:cNvPr id="6777" name="Heatmap cell r20 c146"/>
            <p:cNvSpPr/>
            <p:nvPr/>
          </p:nvSpPr>
          <p:spPr>
            <a:xfrm>
              <a:off x="2655225" y="526500"/>
              <a:ext cx="17140" cy="28503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6778" name="Heatmap cell r20 c147"/>
            <p:cNvSpPr/>
            <p:nvPr/>
          </p:nvSpPr>
          <p:spPr>
            <a:xfrm>
              <a:off x="2672270" y="526500"/>
              <a:ext cx="19034" cy="28503"/>
            </a:xfrm>
            <a:prstGeom prst="rect">
              <a:avLst/>
            </a:prstGeom>
            <a:solidFill>
              <a:srgbClr val="ABBED2"/>
            </a:solidFill>
            <a:ln>
              <a:noFill/>
            </a:ln>
          </p:spPr>
        </p:sp>
        <p:sp>
          <p:nvSpPr>
            <p:cNvPr id="6779" name="Heatmap cell r20 c148"/>
            <p:cNvSpPr/>
            <p:nvPr/>
          </p:nvSpPr>
          <p:spPr>
            <a:xfrm>
              <a:off x="2691208" y="526500"/>
              <a:ext cx="17140" cy="28503"/>
            </a:xfrm>
            <a:prstGeom prst="rect">
              <a:avLst/>
            </a:prstGeom>
            <a:solidFill>
              <a:srgbClr val="E27883"/>
            </a:solidFill>
            <a:ln>
              <a:noFill/>
            </a:ln>
          </p:spPr>
        </p:sp>
        <p:sp>
          <p:nvSpPr>
            <p:cNvPr id="6780" name="Heatmap cell r20 c149"/>
            <p:cNvSpPr/>
            <p:nvPr/>
          </p:nvSpPr>
          <p:spPr>
            <a:xfrm>
              <a:off x="2708253" y="526500"/>
              <a:ext cx="19034" cy="28503"/>
            </a:xfrm>
            <a:prstGeom prst="rect">
              <a:avLst/>
            </a:prstGeom>
            <a:solidFill>
              <a:srgbClr val="E6868E"/>
            </a:solidFill>
            <a:ln>
              <a:noFill/>
            </a:ln>
          </p:spPr>
        </p:sp>
        <p:sp>
          <p:nvSpPr>
            <p:cNvPr id="6781" name="Heatmap cell r20 c150"/>
            <p:cNvSpPr/>
            <p:nvPr/>
          </p:nvSpPr>
          <p:spPr>
            <a:xfrm>
              <a:off x="2727192" y="526500"/>
              <a:ext cx="17140" cy="28503"/>
            </a:xfrm>
            <a:prstGeom prst="rect">
              <a:avLst/>
            </a:prstGeom>
            <a:solidFill>
              <a:srgbClr val="F8DBDD"/>
            </a:solidFill>
            <a:ln>
              <a:noFill/>
            </a:ln>
          </p:spPr>
        </p:sp>
        <p:sp>
          <p:nvSpPr>
            <p:cNvPr id="6782" name="Heatmap cell r20 c151"/>
            <p:cNvSpPr/>
            <p:nvPr/>
          </p:nvSpPr>
          <p:spPr>
            <a:xfrm>
              <a:off x="2744237" y="526500"/>
              <a:ext cx="19034" cy="28503"/>
            </a:xfrm>
            <a:prstGeom prst="rect">
              <a:avLst/>
            </a:prstGeom>
            <a:solidFill>
              <a:srgbClr val="B8C9DA"/>
            </a:solidFill>
            <a:ln>
              <a:noFill/>
            </a:ln>
          </p:spPr>
        </p:sp>
        <p:sp>
          <p:nvSpPr>
            <p:cNvPr id="6783" name="Heatmap cell r20 c152"/>
            <p:cNvSpPr/>
            <p:nvPr/>
          </p:nvSpPr>
          <p:spPr>
            <a:xfrm>
              <a:off x="2763176" y="526500"/>
              <a:ext cx="17140" cy="28503"/>
            </a:xfrm>
            <a:prstGeom prst="rect">
              <a:avLst/>
            </a:prstGeom>
            <a:solidFill>
              <a:srgbClr val="F1C3C8"/>
            </a:solidFill>
            <a:ln>
              <a:noFill/>
            </a:ln>
          </p:spPr>
        </p:sp>
        <p:sp>
          <p:nvSpPr>
            <p:cNvPr id="6784" name="Heatmap cell r20 c153"/>
            <p:cNvSpPr/>
            <p:nvPr/>
          </p:nvSpPr>
          <p:spPr>
            <a:xfrm>
              <a:off x="2780221" y="526500"/>
              <a:ext cx="19034" cy="28503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6785" name="Heatmap cell r20 c154"/>
            <p:cNvSpPr/>
            <p:nvPr/>
          </p:nvSpPr>
          <p:spPr>
            <a:xfrm>
              <a:off x="2799160" y="526500"/>
              <a:ext cx="17140" cy="28503"/>
            </a:xfrm>
            <a:prstGeom prst="rect">
              <a:avLst/>
            </a:prstGeom>
            <a:solidFill>
              <a:srgbClr val="EBA6AC"/>
            </a:solidFill>
            <a:ln>
              <a:noFill/>
            </a:ln>
          </p:spPr>
        </p:sp>
        <p:sp>
          <p:nvSpPr>
            <p:cNvPr id="6786" name="Heatmap cell r20 c155"/>
            <p:cNvSpPr/>
            <p:nvPr/>
          </p:nvSpPr>
          <p:spPr>
            <a:xfrm>
              <a:off x="2816205" y="526500"/>
              <a:ext cx="19034" cy="28503"/>
            </a:xfrm>
            <a:prstGeom prst="rect">
              <a:avLst/>
            </a:prstGeom>
            <a:solidFill>
              <a:srgbClr val="F0BDC2"/>
            </a:solidFill>
            <a:ln>
              <a:noFill/>
            </a:ln>
          </p:spPr>
        </p:sp>
        <p:sp>
          <p:nvSpPr>
            <p:cNvPr id="6787" name="Heatmap cell r20 c156"/>
            <p:cNvSpPr/>
            <p:nvPr/>
          </p:nvSpPr>
          <p:spPr>
            <a:xfrm>
              <a:off x="2835144" y="526500"/>
              <a:ext cx="19034" cy="28503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6788" name="Heatmap cell r20 c157"/>
            <p:cNvSpPr/>
            <p:nvPr/>
          </p:nvSpPr>
          <p:spPr>
            <a:xfrm>
              <a:off x="2854082" y="526500"/>
              <a:ext cx="17140" cy="28503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6789" name="Heatmap cell r20 c158"/>
            <p:cNvSpPr/>
            <p:nvPr/>
          </p:nvSpPr>
          <p:spPr>
            <a:xfrm>
              <a:off x="2871127" y="526500"/>
              <a:ext cx="19034" cy="28503"/>
            </a:xfrm>
            <a:prstGeom prst="rect">
              <a:avLst/>
            </a:prstGeom>
            <a:solidFill>
              <a:srgbClr val="A1B8CE"/>
            </a:solidFill>
            <a:ln>
              <a:noFill/>
            </a:ln>
          </p:spPr>
        </p:sp>
        <p:sp>
          <p:nvSpPr>
            <p:cNvPr id="6790" name="Heatmap cell r20 c159"/>
            <p:cNvSpPr/>
            <p:nvPr/>
          </p:nvSpPr>
          <p:spPr>
            <a:xfrm>
              <a:off x="2890066" y="526500"/>
              <a:ext cx="17140" cy="28503"/>
            </a:xfrm>
            <a:prstGeom prst="rect">
              <a:avLst/>
            </a:prstGeom>
            <a:solidFill>
              <a:srgbClr val="E89199"/>
            </a:solidFill>
            <a:ln>
              <a:noFill/>
            </a:ln>
          </p:spPr>
        </p:sp>
        <p:sp>
          <p:nvSpPr>
            <p:cNvPr id="6791" name="Heatmap cell r20 c160"/>
            <p:cNvSpPr/>
            <p:nvPr/>
          </p:nvSpPr>
          <p:spPr>
            <a:xfrm>
              <a:off x="2907111" y="526500"/>
              <a:ext cx="19034" cy="28503"/>
            </a:xfrm>
            <a:prstGeom prst="rect">
              <a:avLst/>
            </a:prstGeom>
            <a:solidFill>
              <a:srgbClr val="B9C9DB"/>
            </a:solidFill>
            <a:ln>
              <a:noFill/>
            </a:ln>
          </p:spPr>
        </p:sp>
        <p:sp>
          <p:nvSpPr>
            <p:cNvPr id="6792" name="Heatmap cell r20 c161"/>
            <p:cNvSpPr/>
            <p:nvPr/>
          </p:nvSpPr>
          <p:spPr>
            <a:xfrm>
              <a:off x="2926050" y="526500"/>
              <a:ext cx="17140" cy="28503"/>
            </a:xfrm>
            <a:prstGeom prst="rect">
              <a:avLst/>
            </a:prstGeom>
            <a:solidFill>
              <a:srgbClr val="6187AC"/>
            </a:solidFill>
            <a:ln>
              <a:noFill/>
            </a:ln>
          </p:spPr>
        </p:sp>
        <p:sp>
          <p:nvSpPr>
            <p:cNvPr id="6793" name="Heatmap cell r20 c162"/>
            <p:cNvSpPr/>
            <p:nvPr/>
          </p:nvSpPr>
          <p:spPr>
            <a:xfrm>
              <a:off x="2943095" y="526500"/>
              <a:ext cx="19034" cy="28503"/>
            </a:xfrm>
            <a:prstGeom prst="rect">
              <a:avLst/>
            </a:prstGeom>
            <a:solidFill>
              <a:srgbClr val="5680A7"/>
            </a:solidFill>
            <a:ln>
              <a:noFill/>
            </a:ln>
          </p:spPr>
        </p:sp>
        <p:sp>
          <p:nvSpPr>
            <p:cNvPr id="6794" name="Heatmap cell r20 c163"/>
            <p:cNvSpPr/>
            <p:nvPr/>
          </p:nvSpPr>
          <p:spPr>
            <a:xfrm>
              <a:off x="2962034" y="526500"/>
              <a:ext cx="17140" cy="28503"/>
            </a:xfrm>
            <a:prstGeom prst="rect">
              <a:avLst/>
            </a:prstGeom>
            <a:solidFill>
              <a:srgbClr val="17417E"/>
            </a:solidFill>
            <a:ln>
              <a:noFill/>
            </a:ln>
          </p:spPr>
        </p:sp>
        <p:sp>
          <p:nvSpPr>
            <p:cNvPr id="6795" name="Heatmap cell r20 c164"/>
            <p:cNvSpPr/>
            <p:nvPr/>
          </p:nvSpPr>
          <p:spPr>
            <a:xfrm>
              <a:off x="2979079" y="526500"/>
              <a:ext cx="19034" cy="28503"/>
            </a:xfrm>
            <a:prstGeom prst="rect">
              <a:avLst/>
            </a:prstGeom>
            <a:solidFill>
              <a:srgbClr val="7595B7"/>
            </a:solidFill>
            <a:ln>
              <a:noFill/>
            </a:ln>
          </p:spPr>
        </p:sp>
        <p:sp>
          <p:nvSpPr>
            <p:cNvPr id="6796" name="Heatmap cell r20 c165"/>
            <p:cNvSpPr/>
            <p:nvPr/>
          </p:nvSpPr>
          <p:spPr>
            <a:xfrm>
              <a:off x="2998018" y="526500"/>
              <a:ext cx="17140" cy="28503"/>
            </a:xfrm>
            <a:prstGeom prst="rect">
              <a:avLst/>
            </a:prstGeom>
            <a:solidFill>
              <a:srgbClr val="1D5086"/>
            </a:solidFill>
            <a:ln>
              <a:noFill/>
            </a:ln>
          </p:spPr>
        </p:sp>
        <p:sp>
          <p:nvSpPr>
            <p:cNvPr id="6797" name="Heatmap cell r20 c166"/>
            <p:cNvSpPr/>
            <p:nvPr/>
          </p:nvSpPr>
          <p:spPr>
            <a:xfrm>
              <a:off x="3015062" y="526500"/>
              <a:ext cx="19034" cy="28503"/>
            </a:xfrm>
            <a:prstGeom prst="rect">
              <a:avLst/>
            </a:prstGeom>
            <a:solidFill>
              <a:srgbClr val="174380"/>
            </a:solidFill>
            <a:ln>
              <a:noFill/>
            </a:ln>
          </p:spPr>
        </p:sp>
        <p:sp>
          <p:nvSpPr>
            <p:cNvPr id="6798" name="Heatmap cell r20 c167"/>
            <p:cNvSpPr/>
            <p:nvPr/>
          </p:nvSpPr>
          <p:spPr>
            <a:xfrm>
              <a:off x="3034001" y="526500"/>
              <a:ext cx="17140" cy="28503"/>
            </a:xfrm>
            <a:prstGeom prst="rect">
              <a:avLst/>
            </a:prstGeom>
            <a:solidFill>
              <a:srgbClr val="143579"/>
            </a:solidFill>
            <a:ln>
              <a:noFill/>
            </a:ln>
          </p:spPr>
        </p:sp>
        <p:sp>
          <p:nvSpPr>
            <p:cNvPr id="6799" name="Heatmap cell r20 c169"/>
            <p:cNvSpPr/>
            <p:nvPr/>
          </p:nvSpPr>
          <p:spPr>
            <a:xfrm>
              <a:off x="3069985" y="526500"/>
              <a:ext cx="19034" cy="28503"/>
            </a:xfrm>
            <a:prstGeom prst="rect">
              <a:avLst/>
            </a:prstGeom>
            <a:solidFill>
              <a:srgbClr val="4B77A1"/>
            </a:solidFill>
            <a:ln>
              <a:noFill/>
            </a:ln>
          </p:spPr>
        </p:sp>
        <p:sp>
          <p:nvSpPr>
            <p:cNvPr id="6800" name="Heatmap cell r20 c170"/>
            <p:cNvSpPr/>
            <p:nvPr/>
          </p:nvSpPr>
          <p:spPr>
            <a:xfrm>
              <a:off x="3088924" y="526500"/>
              <a:ext cx="17140" cy="28503"/>
            </a:xfrm>
            <a:prstGeom prst="rect">
              <a:avLst/>
            </a:prstGeom>
            <a:solidFill>
              <a:srgbClr val="143579"/>
            </a:solidFill>
            <a:ln>
              <a:noFill/>
            </a:ln>
          </p:spPr>
        </p:sp>
        <p:sp>
          <p:nvSpPr>
            <p:cNvPr id="6801" name="Heatmap cell r20 c171"/>
            <p:cNvSpPr/>
            <p:nvPr/>
          </p:nvSpPr>
          <p:spPr>
            <a:xfrm>
              <a:off x="3105969" y="526500"/>
              <a:ext cx="19034" cy="28503"/>
            </a:xfrm>
            <a:prstGeom prst="rect">
              <a:avLst/>
            </a:prstGeom>
            <a:solidFill>
              <a:srgbClr val="16407D"/>
            </a:solidFill>
            <a:ln>
              <a:noFill/>
            </a:ln>
          </p:spPr>
        </p:sp>
        <p:sp>
          <p:nvSpPr>
            <p:cNvPr id="6802" name="Heatmap cell r20 c172"/>
            <p:cNvSpPr/>
            <p:nvPr/>
          </p:nvSpPr>
          <p:spPr>
            <a:xfrm>
              <a:off x="3124908" y="526500"/>
              <a:ext cx="17140" cy="28503"/>
            </a:xfrm>
            <a:prstGeom prst="rect">
              <a:avLst/>
            </a:prstGeom>
            <a:solidFill>
              <a:srgbClr val="6C90B1"/>
            </a:solidFill>
            <a:ln>
              <a:noFill/>
            </a:ln>
          </p:spPr>
        </p:sp>
        <p:sp>
          <p:nvSpPr>
            <p:cNvPr id="6803" name="Heatmap cell r20 c173"/>
            <p:cNvSpPr/>
            <p:nvPr/>
          </p:nvSpPr>
          <p:spPr>
            <a:xfrm>
              <a:off x="3141953" y="526500"/>
              <a:ext cx="19034" cy="28503"/>
            </a:xfrm>
            <a:prstGeom prst="rect">
              <a:avLst/>
            </a:prstGeom>
            <a:solidFill>
              <a:srgbClr val="1B4A85"/>
            </a:solidFill>
            <a:ln>
              <a:noFill/>
            </a:ln>
          </p:spPr>
        </p:sp>
        <p:sp>
          <p:nvSpPr>
            <p:cNvPr id="6804" name="Heatmap cell r20 c174"/>
            <p:cNvSpPr/>
            <p:nvPr/>
          </p:nvSpPr>
          <p:spPr>
            <a:xfrm>
              <a:off x="3160892" y="526500"/>
              <a:ext cx="17140" cy="28503"/>
            </a:xfrm>
            <a:prstGeom prst="rect">
              <a:avLst/>
            </a:prstGeom>
            <a:solidFill>
              <a:srgbClr val="ECF0F6"/>
            </a:solidFill>
            <a:ln>
              <a:noFill/>
            </a:ln>
          </p:spPr>
        </p:sp>
        <p:sp>
          <p:nvSpPr>
            <p:cNvPr id="6805" name="Heatmap cell r20 c175"/>
            <p:cNvSpPr/>
            <p:nvPr/>
          </p:nvSpPr>
          <p:spPr>
            <a:xfrm>
              <a:off x="3177936" y="526500"/>
              <a:ext cx="19034" cy="28503"/>
            </a:xfrm>
            <a:prstGeom prst="rect">
              <a:avLst/>
            </a:prstGeom>
            <a:solidFill>
              <a:srgbClr val="14397A"/>
            </a:solidFill>
            <a:ln>
              <a:noFill/>
            </a:ln>
          </p:spPr>
        </p:sp>
        <p:sp>
          <p:nvSpPr>
            <p:cNvPr id="6806" name="Heatmap cell r20 c176"/>
            <p:cNvSpPr/>
            <p:nvPr/>
          </p:nvSpPr>
          <p:spPr>
            <a:xfrm>
              <a:off x="3196875" y="526500"/>
              <a:ext cx="17140" cy="28503"/>
            </a:xfrm>
            <a:prstGeom prst="rect">
              <a:avLst/>
            </a:prstGeom>
            <a:solidFill>
              <a:srgbClr val="BDCEDD"/>
            </a:solidFill>
            <a:ln>
              <a:noFill/>
            </a:ln>
          </p:spPr>
        </p:sp>
        <p:sp>
          <p:nvSpPr>
            <p:cNvPr id="6807" name="Heatmap cell r20 c177"/>
            <p:cNvSpPr/>
            <p:nvPr/>
          </p:nvSpPr>
          <p:spPr>
            <a:xfrm>
              <a:off x="3213920" y="526500"/>
              <a:ext cx="19034" cy="28503"/>
            </a:xfrm>
            <a:prstGeom prst="rect">
              <a:avLst/>
            </a:prstGeom>
            <a:solidFill>
              <a:srgbClr val="B9C9DB"/>
            </a:solidFill>
            <a:ln>
              <a:noFill/>
            </a:ln>
          </p:spPr>
        </p:sp>
        <p:sp>
          <p:nvSpPr>
            <p:cNvPr id="6808" name="Heatmap cell r20 c178"/>
            <p:cNvSpPr/>
            <p:nvPr/>
          </p:nvSpPr>
          <p:spPr>
            <a:xfrm>
              <a:off x="3232859" y="526500"/>
              <a:ext cx="17140" cy="28503"/>
            </a:xfrm>
            <a:prstGeom prst="rect">
              <a:avLst/>
            </a:prstGeom>
            <a:solidFill>
              <a:srgbClr val="0D216D"/>
            </a:solidFill>
            <a:ln>
              <a:noFill/>
            </a:ln>
          </p:spPr>
        </p:sp>
        <p:sp>
          <p:nvSpPr>
            <p:cNvPr id="6809" name="Heatmap cell r20 c179"/>
            <p:cNvSpPr/>
            <p:nvPr/>
          </p:nvSpPr>
          <p:spPr>
            <a:xfrm>
              <a:off x="3249904" y="526500"/>
              <a:ext cx="19034" cy="28503"/>
            </a:xfrm>
            <a:prstGeom prst="rect">
              <a:avLst/>
            </a:prstGeom>
            <a:solidFill>
              <a:srgbClr val="1F5388"/>
            </a:solidFill>
            <a:ln>
              <a:noFill/>
            </a:ln>
          </p:spPr>
        </p:sp>
        <p:sp>
          <p:nvSpPr>
            <p:cNvPr id="6810" name="Heatmap cell r20 c180"/>
            <p:cNvSpPr/>
            <p:nvPr/>
          </p:nvSpPr>
          <p:spPr>
            <a:xfrm>
              <a:off x="3268843" y="526500"/>
              <a:ext cx="17140" cy="28503"/>
            </a:xfrm>
            <a:prstGeom prst="rect">
              <a:avLst/>
            </a:prstGeom>
            <a:solidFill>
              <a:srgbClr val="F8E1E3"/>
            </a:solidFill>
            <a:ln>
              <a:noFill/>
            </a:ln>
          </p:spPr>
        </p:sp>
        <p:sp>
          <p:nvSpPr>
            <p:cNvPr id="6811" name="Heatmap cell r20 c181"/>
            <p:cNvSpPr/>
            <p:nvPr/>
          </p:nvSpPr>
          <p:spPr>
            <a:xfrm>
              <a:off x="3285888" y="526500"/>
              <a:ext cx="19034" cy="28503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</p:sp>
        <p:sp>
          <p:nvSpPr>
            <p:cNvPr id="6812" name="Heatmap cell r20 c182"/>
            <p:cNvSpPr/>
            <p:nvPr/>
          </p:nvSpPr>
          <p:spPr>
            <a:xfrm>
              <a:off x="3304827" y="526500"/>
              <a:ext cx="19034" cy="28503"/>
            </a:xfrm>
            <a:prstGeom prst="rect">
              <a:avLst/>
            </a:prstGeom>
            <a:solidFill>
              <a:srgbClr val="0D246F"/>
            </a:solidFill>
            <a:ln>
              <a:noFill/>
            </a:ln>
          </p:spPr>
        </p:sp>
        <p:sp>
          <p:nvSpPr>
            <p:cNvPr id="6813" name="Heatmap cell r20 c183"/>
            <p:cNvSpPr/>
            <p:nvPr/>
          </p:nvSpPr>
          <p:spPr>
            <a:xfrm>
              <a:off x="3323765" y="526500"/>
              <a:ext cx="17140" cy="28503"/>
            </a:xfrm>
            <a:prstGeom prst="rect">
              <a:avLst/>
            </a:prstGeom>
            <a:solidFill>
              <a:srgbClr val="133779"/>
            </a:solidFill>
            <a:ln>
              <a:noFill/>
            </a:ln>
          </p:spPr>
        </p:sp>
        <p:sp>
          <p:nvSpPr>
            <p:cNvPr id="6814" name="Heatmap cell r20 c184"/>
            <p:cNvSpPr/>
            <p:nvPr/>
          </p:nvSpPr>
          <p:spPr>
            <a:xfrm>
              <a:off x="3340810" y="526500"/>
              <a:ext cx="19034" cy="28503"/>
            </a:xfrm>
            <a:prstGeom prst="rect">
              <a:avLst/>
            </a:prstGeom>
            <a:solidFill>
              <a:srgbClr val="163D7C"/>
            </a:solidFill>
            <a:ln>
              <a:noFill/>
            </a:ln>
          </p:spPr>
        </p:sp>
        <p:sp>
          <p:nvSpPr>
            <p:cNvPr id="6815" name="Heatmap cell r20 c185"/>
            <p:cNvSpPr/>
            <p:nvPr/>
          </p:nvSpPr>
          <p:spPr>
            <a:xfrm>
              <a:off x="3359749" y="526500"/>
              <a:ext cx="17140" cy="28503"/>
            </a:xfrm>
            <a:prstGeom prst="rect">
              <a:avLst/>
            </a:prstGeom>
            <a:solidFill>
              <a:srgbClr val="EFB7BB"/>
            </a:solidFill>
            <a:ln>
              <a:noFill/>
            </a:ln>
          </p:spPr>
        </p:sp>
        <p:sp>
          <p:nvSpPr>
            <p:cNvPr id="6816" name="Heatmap cell r20 c186"/>
            <p:cNvSpPr/>
            <p:nvPr/>
          </p:nvSpPr>
          <p:spPr>
            <a:xfrm>
              <a:off x="3376794" y="526500"/>
              <a:ext cx="19034" cy="28503"/>
            </a:xfrm>
            <a:prstGeom prst="rect">
              <a:avLst/>
            </a:prstGeom>
            <a:solidFill>
              <a:srgbClr val="CAD6E3"/>
            </a:solidFill>
            <a:ln>
              <a:noFill/>
            </a:ln>
          </p:spPr>
        </p:sp>
        <p:sp>
          <p:nvSpPr>
            <p:cNvPr id="6817" name="Heatmap cell r20 c187"/>
            <p:cNvSpPr/>
            <p:nvPr/>
          </p:nvSpPr>
          <p:spPr>
            <a:xfrm>
              <a:off x="3395733" y="526500"/>
              <a:ext cx="17140" cy="28503"/>
            </a:xfrm>
            <a:prstGeom prst="rect">
              <a:avLst/>
            </a:prstGeom>
            <a:solidFill>
              <a:srgbClr val="275B8E"/>
            </a:solidFill>
            <a:ln>
              <a:noFill/>
            </a:ln>
          </p:spPr>
        </p:sp>
        <p:sp>
          <p:nvSpPr>
            <p:cNvPr id="6818" name="Heatmap cell r20 c188"/>
            <p:cNvSpPr/>
            <p:nvPr/>
          </p:nvSpPr>
          <p:spPr>
            <a:xfrm>
              <a:off x="3412778" y="526500"/>
              <a:ext cx="19034" cy="28503"/>
            </a:xfrm>
            <a:prstGeom prst="rect">
              <a:avLst/>
            </a:prstGeom>
            <a:solidFill>
              <a:srgbClr val="9AB3C9"/>
            </a:solidFill>
            <a:ln>
              <a:noFill/>
            </a:ln>
          </p:spPr>
        </p:sp>
        <p:sp>
          <p:nvSpPr>
            <p:cNvPr id="6819" name="Heatmap cell r20 c189"/>
            <p:cNvSpPr/>
            <p:nvPr/>
          </p:nvSpPr>
          <p:spPr>
            <a:xfrm>
              <a:off x="3431717" y="526500"/>
              <a:ext cx="17140" cy="28503"/>
            </a:xfrm>
            <a:prstGeom prst="rect">
              <a:avLst/>
            </a:prstGeom>
            <a:solidFill>
              <a:srgbClr val="DCE3EB"/>
            </a:solidFill>
            <a:ln>
              <a:noFill/>
            </a:ln>
          </p:spPr>
        </p:sp>
        <p:sp>
          <p:nvSpPr>
            <p:cNvPr id="6820" name="Heatmap cell r20 c190"/>
            <p:cNvSpPr/>
            <p:nvPr/>
          </p:nvSpPr>
          <p:spPr>
            <a:xfrm>
              <a:off x="3448762" y="526500"/>
              <a:ext cx="19034" cy="28503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6821" name="Heatmap cell r20 c191"/>
            <p:cNvSpPr/>
            <p:nvPr/>
          </p:nvSpPr>
          <p:spPr>
            <a:xfrm>
              <a:off x="3467701" y="526500"/>
              <a:ext cx="17140" cy="28503"/>
            </a:xfrm>
            <a:prstGeom prst="rect">
              <a:avLst/>
            </a:prstGeom>
            <a:solidFill>
              <a:srgbClr val="8DA8C3"/>
            </a:solidFill>
            <a:ln>
              <a:noFill/>
            </a:ln>
          </p:spPr>
        </p:sp>
        <p:sp>
          <p:nvSpPr>
            <p:cNvPr id="6822" name="Heatmap cell r20 c192"/>
            <p:cNvSpPr/>
            <p:nvPr/>
          </p:nvSpPr>
          <p:spPr>
            <a:xfrm>
              <a:off x="3484746" y="526500"/>
              <a:ext cx="19034" cy="28503"/>
            </a:xfrm>
            <a:prstGeom prst="rect">
              <a:avLst/>
            </a:prstGeom>
            <a:solidFill>
              <a:srgbClr val="F7D3D6"/>
            </a:solidFill>
            <a:ln>
              <a:noFill/>
            </a:ln>
          </p:spPr>
        </p:sp>
        <p:sp>
          <p:nvSpPr>
            <p:cNvPr id="6823" name="Heatmap cell r20 c193"/>
            <p:cNvSpPr/>
            <p:nvPr/>
          </p:nvSpPr>
          <p:spPr>
            <a:xfrm>
              <a:off x="3503684" y="526500"/>
              <a:ext cx="17140" cy="28503"/>
            </a:xfrm>
            <a:prstGeom prst="rect">
              <a:avLst/>
            </a:prstGeom>
            <a:solidFill>
              <a:srgbClr val="F1C4C7"/>
            </a:solidFill>
            <a:ln>
              <a:noFill/>
            </a:ln>
          </p:spPr>
        </p:sp>
        <p:sp>
          <p:nvSpPr>
            <p:cNvPr id="6824" name="Heatmap cell r20 c194"/>
            <p:cNvSpPr/>
            <p:nvPr/>
          </p:nvSpPr>
          <p:spPr>
            <a:xfrm>
              <a:off x="3520729" y="526500"/>
              <a:ext cx="19034" cy="28503"/>
            </a:xfrm>
            <a:prstGeom prst="rect">
              <a:avLst/>
            </a:prstGeom>
            <a:solidFill>
              <a:srgbClr val="9FB7CD"/>
            </a:solidFill>
            <a:ln>
              <a:noFill/>
            </a:ln>
          </p:spPr>
        </p:sp>
        <p:sp>
          <p:nvSpPr>
            <p:cNvPr id="6825" name="Heatmap cell r20 c195"/>
            <p:cNvSpPr/>
            <p:nvPr/>
          </p:nvSpPr>
          <p:spPr>
            <a:xfrm>
              <a:off x="3539668" y="526500"/>
              <a:ext cx="19034" cy="28503"/>
            </a:xfrm>
            <a:prstGeom prst="rect">
              <a:avLst/>
            </a:prstGeom>
            <a:solidFill>
              <a:srgbClr val="9BB3CA"/>
            </a:solidFill>
            <a:ln>
              <a:noFill/>
            </a:ln>
          </p:spPr>
        </p:sp>
        <p:sp>
          <p:nvSpPr>
            <p:cNvPr id="6826" name="Heatmap cell r20 c196"/>
            <p:cNvSpPr/>
            <p:nvPr/>
          </p:nvSpPr>
          <p:spPr>
            <a:xfrm>
              <a:off x="3558607" y="526500"/>
              <a:ext cx="17140" cy="28503"/>
            </a:xfrm>
            <a:prstGeom prst="rect">
              <a:avLst/>
            </a:prstGeom>
            <a:solidFill>
              <a:srgbClr val="F5F7F9"/>
            </a:solidFill>
            <a:ln>
              <a:noFill/>
            </a:ln>
          </p:spPr>
        </p:sp>
        <p:sp>
          <p:nvSpPr>
            <p:cNvPr id="6827" name="Heatmap cell r20 c197"/>
            <p:cNvSpPr/>
            <p:nvPr/>
          </p:nvSpPr>
          <p:spPr>
            <a:xfrm>
              <a:off x="3575652" y="526500"/>
              <a:ext cx="19034" cy="28503"/>
            </a:xfrm>
            <a:prstGeom prst="rect">
              <a:avLst/>
            </a:prstGeom>
            <a:solidFill>
              <a:srgbClr val="1A4682"/>
            </a:solidFill>
            <a:ln>
              <a:noFill/>
            </a:ln>
          </p:spPr>
        </p:sp>
        <p:sp>
          <p:nvSpPr>
            <p:cNvPr id="6828" name="Heatmap cell r20 c198"/>
            <p:cNvSpPr/>
            <p:nvPr/>
          </p:nvSpPr>
          <p:spPr>
            <a:xfrm>
              <a:off x="3594591" y="526500"/>
              <a:ext cx="17140" cy="28503"/>
            </a:xfrm>
            <a:prstGeom prst="rect">
              <a:avLst/>
            </a:prstGeom>
            <a:solidFill>
              <a:srgbClr val="386896"/>
            </a:solidFill>
            <a:ln>
              <a:noFill/>
            </a:ln>
          </p:spPr>
        </p:sp>
        <p:sp>
          <p:nvSpPr>
            <p:cNvPr id="6829" name="Heatmap cell r20 c199"/>
            <p:cNvSpPr/>
            <p:nvPr/>
          </p:nvSpPr>
          <p:spPr>
            <a:xfrm>
              <a:off x="3611636" y="526500"/>
              <a:ext cx="19034" cy="28503"/>
            </a:xfrm>
            <a:prstGeom prst="rect">
              <a:avLst/>
            </a:prstGeom>
            <a:solidFill>
              <a:srgbClr val="143377"/>
            </a:solidFill>
            <a:ln>
              <a:noFill/>
            </a:ln>
          </p:spPr>
        </p:sp>
        <p:sp>
          <p:nvSpPr>
            <p:cNvPr id="6830" name="Heatmap cell r20 c200"/>
            <p:cNvSpPr/>
            <p:nvPr/>
          </p:nvSpPr>
          <p:spPr>
            <a:xfrm>
              <a:off x="3630575" y="526500"/>
              <a:ext cx="17140" cy="28503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6831" name="Heatmap cell r20 c201"/>
            <p:cNvSpPr/>
            <p:nvPr/>
          </p:nvSpPr>
          <p:spPr>
            <a:xfrm>
              <a:off x="3647620" y="526500"/>
              <a:ext cx="19034" cy="28503"/>
            </a:xfrm>
            <a:prstGeom prst="rect">
              <a:avLst/>
            </a:prstGeom>
            <a:solidFill>
              <a:srgbClr val="F5CED2"/>
            </a:solidFill>
            <a:ln>
              <a:noFill/>
            </a:ln>
          </p:spPr>
        </p:sp>
        <p:sp>
          <p:nvSpPr>
            <p:cNvPr id="6832" name="Heatmap cell r20 c202"/>
            <p:cNvSpPr/>
            <p:nvPr/>
          </p:nvSpPr>
          <p:spPr>
            <a:xfrm>
              <a:off x="3666558" y="526500"/>
              <a:ext cx="17140" cy="28503"/>
            </a:xfrm>
            <a:prstGeom prst="rect">
              <a:avLst/>
            </a:prstGeom>
            <a:solidFill>
              <a:srgbClr val="EDF1F7"/>
            </a:solidFill>
            <a:ln>
              <a:noFill/>
            </a:ln>
          </p:spPr>
        </p:sp>
        <p:sp>
          <p:nvSpPr>
            <p:cNvPr id="6833" name="Heatmap cell r20 c203"/>
            <p:cNvSpPr/>
            <p:nvPr/>
          </p:nvSpPr>
          <p:spPr>
            <a:xfrm>
              <a:off x="3683603" y="526500"/>
              <a:ext cx="19034" cy="28503"/>
            </a:xfrm>
            <a:prstGeom prst="rect">
              <a:avLst/>
            </a:prstGeom>
            <a:solidFill>
              <a:srgbClr val="BCCDDD"/>
            </a:solidFill>
            <a:ln>
              <a:noFill/>
            </a:ln>
          </p:spPr>
        </p:sp>
        <p:sp>
          <p:nvSpPr>
            <p:cNvPr id="6834" name="Heatmap cell r20 c204"/>
            <p:cNvSpPr/>
            <p:nvPr/>
          </p:nvSpPr>
          <p:spPr>
            <a:xfrm>
              <a:off x="3702542" y="526500"/>
              <a:ext cx="17140" cy="28503"/>
            </a:xfrm>
            <a:prstGeom prst="rect">
              <a:avLst/>
            </a:prstGeom>
            <a:solidFill>
              <a:srgbClr val="95AEC7"/>
            </a:solidFill>
            <a:ln>
              <a:noFill/>
            </a:ln>
          </p:spPr>
        </p:sp>
        <p:sp>
          <p:nvSpPr>
            <p:cNvPr id="6835" name="Heatmap cell r20 c205"/>
            <p:cNvSpPr/>
            <p:nvPr/>
          </p:nvSpPr>
          <p:spPr>
            <a:xfrm>
              <a:off x="3719587" y="526500"/>
              <a:ext cx="19034" cy="28503"/>
            </a:xfrm>
            <a:prstGeom prst="rect">
              <a:avLst/>
            </a:prstGeom>
            <a:solidFill>
              <a:srgbClr val="E6EBF1"/>
            </a:solidFill>
            <a:ln>
              <a:noFill/>
            </a:ln>
          </p:spPr>
        </p:sp>
        <p:sp>
          <p:nvSpPr>
            <p:cNvPr id="6836" name="Heatmap cell r20 c206"/>
            <p:cNvSpPr/>
            <p:nvPr/>
          </p:nvSpPr>
          <p:spPr>
            <a:xfrm>
              <a:off x="3738526" y="526500"/>
              <a:ext cx="17140" cy="28503"/>
            </a:xfrm>
            <a:prstGeom prst="rect">
              <a:avLst/>
            </a:prstGeom>
            <a:solidFill>
              <a:srgbClr val="C6D4E1"/>
            </a:solidFill>
            <a:ln>
              <a:noFill/>
            </a:ln>
          </p:spPr>
        </p:sp>
        <p:sp>
          <p:nvSpPr>
            <p:cNvPr id="6837" name="Heatmap cell r20 c207"/>
            <p:cNvSpPr/>
            <p:nvPr/>
          </p:nvSpPr>
          <p:spPr>
            <a:xfrm>
              <a:off x="3755571" y="526500"/>
              <a:ext cx="19034" cy="28503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6838" name="Heatmap cell r20 c208"/>
            <p:cNvSpPr/>
            <p:nvPr/>
          </p:nvSpPr>
          <p:spPr>
            <a:xfrm>
              <a:off x="3774510" y="526500"/>
              <a:ext cx="19034" cy="28503"/>
            </a:xfrm>
            <a:prstGeom prst="rect">
              <a:avLst/>
            </a:prstGeom>
            <a:solidFill>
              <a:srgbClr val="7092B5"/>
            </a:solidFill>
            <a:ln>
              <a:noFill/>
            </a:ln>
          </p:spPr>
        </p:sp>
        <p:sp>
          <p:nvSpPr>
            <p:cNvPr id="6839" name="Heatmap cell r20 c210"/>
            <p:cNvSpPr/>
            <p:nvPr/>
          </p:nvSpPr>
          <p:spPr>
            <a:xfrm>
              <a:off x="3810494" y="526500"/>
              <a:ext cx="19034" cy="28503"/>
            </a:xfrm>
            <a:prstGeom prst="rect">
              <a:avLst/>
            </a:prstGeom>
            <a:solidFill>
              <a:srgbClr val="F7D9DB"/>
            </a:solidFill>
            <a:ln>
              <a:noFill/>
            </a:ln>
          </p:spPr>
        </p:sp>
        <p:sp>
          <p:nvSpPr>
            <p:cNvPr id="6840" name="Heatmap cell r20 c211"/>
            <p:cNvSpPr/>
            <p:nvPr/>
          </p:nvSpPr>
          <p:spPr>
            <a:xfrm>
              <a:off x="3829432" y="526500"/>
              <a:ext cx="17140" cy="28503"/>
            </a:xfrm>
            <a:prstGeom prst="rect">
              <a:avLst/>
            </a:prstGeom>
            <a:solidFill>
              <a:srgbClr val="F8DBDD"/>
            </a:solidFill>
            <a:ln>
              <a:noFill/>
            </a:ln>
          </p:spPr>
        </p:sp>
        <p:sp>
          <p:nvSpPr>
            <p:cNvPr id="6841" name="Heatmap cell r20 c212"/>
            <p:cNvSpPr/>
            <p:nvPr/>
          </p:nvSpPr>
          <p:spPr>
            <a:xfrm>
              <a:off x="3846477" y="526500"/>
              <a:ext cx="19034" cy="28503"/>
            </a:xfrm>
            <a:prstGeom prst="rect">
              <a:avLst/>
            </a:prstGeom>
            <a:solidFill>
              <a:srgbClr val="F2C8CD"/>
            </a:solidFill>
            <a:ln>
              <a:noFill/>
            </a:ln>
          </p:spPr>
        </p:sp>
        <p:sp>
          <p:nvSpPr>
            <p:cNvPr id="6842" name="Heatmap cell r20 c213"/>
            <p:cNvSpPr/>
            <p:nvPr/>
          </p:nvSpPr>
          <p:spPr>
            <a:xfrm>
              <a:off x="3865416" y="526500"/>
              <a:ext cx="17140" cy="28503"/>
            </a:xfrm>
            <a:prstGeom prst="rect">
              <a:avLst/>
            </a:prstGeom>
            <a:solidFill>
              <a:srgbClr val="16427E"/>
            </a:solidFill>
            <a:ln>
              <a:noFill/>
            </a:ln>
          </p:spPr>
        </p:sp>
        <p:sp>
          <p:nvSpPr>
            <p:cNvPr id="6843" name="Heatmap cell r20 c214"/>
            <p:cNvSpPr/>
            <p:nvPr/>
          </p:nvSpPr>
          <p:spPr>
            <a:xfrm>
              <a:off x="3882461" y="526500"/>
              <a:ext cx="19034" cy="28503"/>
            </a:xfrm>
            <a:prstGeom prst="rect">
              <a:avLst/>
            </a:prstGeom>
            <a:solidFill>
              <a:srgbClr val="D1DCE7"/>
            </a:solidFill>
            <a:ln>
              <a:noFill/>
            </a:ln>
          </p:spPr>
        </p:sp>
        <p:sp>
          <p:nvSpPr>
            <p:cNvPr id="6844" name="Heatmap cell r20 c215"/>
            <p:cNvSpPr/>
            <p:nvPr/>
          </p:nvSpPr>
          <p:spPr>
            <a:xfrm>
              <a:off x="3901400" y="526500"/>
              <a:ext cx="17140" cy="28503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6845" name="Heatmap cell r20 c216"/>
            <p:cNvSpPr/>
            <p:nvPr/>
          </p:nvSpPr>
          <p:spPr>
            <a:xfrm>
              <a:off x="3918445" y="526500"/>
              <a:ext cx="19034" cy="28503"/>
            </a:xfrm>
            <a:prstGeom prst="rect">
              <a:avLst/>
            </a:prstGeom>
            <a:solidFill>
              <a:srgbClr val="F2C8CD"/>
            </a:solidFill>
            <a:ln>
              <a:noFill/>
            </a:ln>
          </p:spPr>
        </p:sp>
        <p:sp>
          <p:nvSpPr>
            <p:cNvPr id="6846" name="Heatmap cell r20 c217"/>
            <p:cNvSpPr/>
            <p:nvPr/>
          </p:nvSpPr>
          <p:spPr>
            <a:xfrm>
              <a:off x="3937384" y="526500"/>
              <a:ext cx="17140" cy="28503"/>
            </a:xfrm>
            <a:prstGeom prst="rect">
              <a:avLst/>
            </a:prstGeom>
            <a:solidFill>
              <a:srgbClr val="143378"/>
            </a:solidFill>
            <a:ln>
              <a:noFill/>
            </a:ln>
          </p:spPr>
        </p:sp>
        <p:sp>
          <p:nvSpPr>
            <p:cNvPr id="6847" name="Heatmap cell r20 c218"/>
            <p:cNvSpPr/>
            <p:nvPr/>
          </p:nvSpPr>
          <p:spPr>
            <a:xfrm>
              <a:off x="3954429" y="526500"/>
              <a:ext cx="19034" cy="28503"/>
            </a:xfrm>
            <a:prstGeom prst="rect">
              <a:avLst/>
            </a:prstGeom>
            <a:solidFill>
              <a:srgbClr val="F4CACD"/>
            </a:solidFill>
            <a:ln>
              <a:noFill/>
            </a:ln>
          </p:spPr>
        </p:sp>
        <p:sp>
          <p:nvSpPr>
            <p:cNvPr id="6848" name="Heatmap cell r20 c220"/>
            <p:cNvSpPr/>
            <p:nvPr/>
          </p:nvSpPr>
          <p:spPr>
            <a:xfrm>
              <a:off x="3990412" y="526500"/>
              <a:ext cx="19034" cy="28503"/>
            </a:xfrm>
            <a:prstGeom prst="rect">
              <a:avLst/>
            </a:prstGeom>
            <a:solidFill>
              <a:srgbClr val="829FBD"/>
            </a:solidFill>
            <a:ln>
              <a:noFill/>
            </a:ln>
          </p:spPr>
        </p:sp>
        <p:sp>
          <p:nvSpPr>
            <p:cNvPr id="6849" name="Heatmap cell r20 c221"/>
            <p:cNvSpPr/>
            <p:nvPr/>
          </p:nvSpPr>
          <p:spPr>
            <a:xfrm>
              <a:off x="4009351" y="526500"/>
              <a:ext cx="19034" cy="28503"/>
            </a:xfrm>
            <a:prstGeom prst="rect">
              <a:avLst/>
            </a:prstGeom>
            <a:solidFill>
              <a:srgbClr val="F4CED1"/>
            </a:solidFill>
            <a:ln>
              <a:noFill/>
            </a:ln>
          </p:spPr>
        </p:sp>
        <p:sp>
          <p:nvSpPr>
            <p:cNvPr id="6850" name="Heatmap cell r20 c222"/>
            <p:cNvSpPr/>
            <p:nvPr/>
          </p:nvSpPr>
          <p:spPr>
            <a:xfrm>
              <a:off x="4028290" y="526500"/>
              <a:ext cx="17140" cy="28503"/>
            </a:xfrm>
            <a:prstGeom prst="rect">
              <a:avLst/>
            </a:prstGeom>
            <a:solidFill>
              <a:srgbClr val="FCF7F7"/>
            </a:solidFill>
            <a:ln>
              <a:noFill/>
            </a:ln>
          </p:spPr>
        </p:sp>
        <p:sp>
          <p:nvSpPr>
            <p:cNvPr id="6851" name="Heatmap cell r20 c223"/>
            <p:cNvSpPr/>
            <p:nvPr/>
          </p:nvSpPr>
          <p:spPr>
            <a:xfrm>
              <a:off x="4045335" y="526500"/>
              <a:ext cx="19034" cy="28503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</p:sp>
        <p:sp>
          <p:nvSpPr>
            <p:cNvPr id="6852" name="Heatmap cell r21 c1"/>
            <p:cNvSpPr/>
            <p:nvPr/>
          </p:nvSpPr>
          <p:spPr>
            <a:xfrm>
              <a:off x="13257" y="554908"/>
              <a:ext cx="45548" cy="26609"/>
            </a:xfrm>
            <a:prstGeom prst="rect">
              <a:avLst/>
            </a:prstGeom>
            <a:solidFill>
              <a:srgbClr val="155B9C"/>
            </a:solidFill>
            <a:ln>
              <a:noFill/>
            </a:ln>
          </p:spPr>
        </p:sp>
        <p:sp>
          <p:nvSpPr>
            <p:cNvPr id="6853" name="Heatmap cell r21 c3"/>
            <p:cNvSpPr/>
            <p:nvPr/>
          </p:nvSpPr>
          <p:spPr>
            <a:xfrm>
              <a:off x="71968" y="554908"/>
              <a:ext cx="17140" cy="26609"/>
            </a:xfrm>
            <a:prstGeom prst="rect">
              <a:avLst/>
            </a:prstGeom>
            <a:solidFill>
              <a:srgbClr val="F1C1C5"/>
            </a:solidFill>
            <a:ln>
              <a:noFill/>
            </a:ln>
          </p:spPr>
        </p:sp>
        <p:sp>
          <p:nvSpPr>
            <p:cNvPr id="6854" name="Heatmap cell r21 c4"/>
            <p:cNvSpPr/>
            <p:nvPr/>
          </p:nvSpPr>
          <p:spPr>
            <a:xfrm>
              <a:off x="89013" y="554908"/>
              <a:ext cx="19034" cy="26609"/>
            </a:xfrm>
            <a:prstGeom prst="rect">
              <a:avLst/>
            </a:prstGeom>
            <a:solidFill>
              <a:srgbClr val="E9EDF3"/>
            </a:solidFill>
            <a:ln>
              <a:noFill/>
            </a:ln>
          </p:spPr>
        </p:sp>
        <p:sp>
          <p:nvSpPr>
            <p:cNvPr id="6855" name="Heatmap cell r21 c6"/>
            <p:cNvSpPr/>
            <p:nvPr/>
          </p:nvSpPr>
          <p:spPr>
            <a:xfrm>
              <a:off x="124996" y="554908"/>
              <a:ext cx="19034" cy="26609"/>
            </a:xfrm>
            <a:prstGeom prst="rect">
              <a:avLst/>
            </a:prstGeom>
            <a:solidFill>
              <a:srgbClr val="C5D2DF"/>
            </a:solidFill>
            <a:ln>
              <a:noFill/>
            </a:ln>
          </p:spPr>
        </p:sp>
        <p:sp>
          <p:nvSpPr>
            <p:cNvPr id="6856" name="Heatmap cell r21 c7"/>
            <p:cNvSpPr/>
            <p:nvPr/>
          </p:nvSpPr>
          <p:spPr>
            <a:xfrm>
              <a:off x="143935" y="554908"/>
              <a:ext cx="17140" cy="26609"/>
            </a:xfrm>
            <a:prstGeom prst="rect">
              <a:avLst/>
            </a:prstGeom>
            <a:solidFill>
              <a:srgbClr val="F8DDDF"/>
            </a:solidFill>
            <a:ln>
              <a:noFill/>
            </a:ln>
          </p:spPr>
        </p:sp>
        <p:sp>
          <p:nvSpPr>
            <p:cNvPr id="6857" name="Heatmap cell r21 c8"/>
            <p:cNvSpPr/>
            <p:nvPr/>
          </p:nvSpPr>
          <p:spPr>
            <a:xfrm>
              <a:off x="160980" y="554908"/>
              <a:ext cx="19034" cy="26609"/>
            </a:xfrm>
            <a:prstGeom prst="rect">
              <a:avLst/>
            </a:prstGeom>
            <a:solidFill>
              <a:srgbClr val="F5CFD2"/>
            </a:solidFill>
            <a:ln>
              <a:noFill/>
            </a:ln>
          </p:spPr>
        </p:sp>
        <p:sp>
          <p:nvSpPr>
            <p:cNvPr id="6858" name="Heatmap cell r21 c9"/>
            <p:cNvSpPr/>
            <p:nvPr/>
          </p:nvSpPr>
          <p:spPr>
            <a:xfrm>
              <a:off x="179919" y="554908"/>
              <a:ext cx="19034" cy="26609"/>
            </a:xfrm>
            <a:prstGeom prst="rect">
              <a:avLst/>
            </a:prstGeom>
            <a:solidFill>
              <a:srgbClr val="F4CCD1"/>
            </a:solidFill>
            <a:ln>
              <a:noFill/>
            </a:ln>
          </p:spPr>
        </p:sp>
        <p:sp>
          <p:nvSpPr>
            <p:cNvPr id="6859" name="Heatmap cell r21 c10"/>
            <p:cNvSpPr/>
            <p:nvPr/>
          </p:nvSpPr>
          <p:spPr>
            <a:xfrm>
              <a:off x="198858" y="554908"/>
              <a:ext cx="17140" cy="26609"/>
            </a:xfrm>
            <a:prstGeom prst="rect">
              <a:avLst/>
            </a:prstGeom>
            <a:solidFill>
              <a:srgbClr val="DDE4EC"/>
            </a:solidFill>
            <a:ln>
              <a:noFill/>
            </a:ln>
          </p:spPr>
        </p:sp>
        <p:sp>
          <p:nvSpPr>
            <p:cNvPr id="6860" name="Heatmap cell r21 c11"/>
            <p:cNvSpPr/>
            <p:nvPr/>
          </p:nvSpPr>
          <p:spPr>
            <a:xfrm>
              <a:off x="215903" y="554908"/>
              <a:ext cx="19034" cy="26609"/>
            </a:xfrm>
            <a:prstGeom prst="rect">
              <a:avLst/>
            </a:prstGeom>
            <a:solidFill>
              <a:srgbClr val="D5DFEA"/>
            </a:solidFill>
            <a:ln>
              <a:noFill/>
            </a:ln>
          </p:spPr>
        </p:sp>
        <p:sp>
          <p:nvSpPr>
            <p:cNvPr id="6861" name="Heatmap cell r21 c12"/>
            <p:cNvSpPr/>
            <p:nvPr/>
          </p:nvSpPr>
          <p:spPr>
            <a:xfrm>
              <a:off x="234842" y="554908"/>
              <a:ext cx="17140" cy="26609"/>
            </a:xfrm>
            <a:prstGeom prst="rect">
              <a:avLst/>
            </a:prstGeom>
            <a:solidFill>
              <a:srgbClr val="F8E6E8"/>
            </a:solidFill>
            <a:ln>
              <a:noFill/>
            </a:ln>
          </p:spPr>
        </p:sp>
        <p:sp>
          <p:nvSpPr>
            <p:cNvPr id="6862" name="Heatmap cell r21 c13"/>
            <p:cNvSpPr/>
            <p:nvPr/>
          </p:nvSpPr>
          <p:spPr>
            <a:xfrm>
              <a:off x="251887" y="554908"/>
              <a:ext cx="19034" cy="26609"/>
            </a:xfrm>
            <a:prstGeom prst="rect">
              <a:avLst/>
            </a:prstGeom>
            <a:solidFill>
              <a:srgbClr val="F5D0D3"/>
            </a:solidFill>
            <a:ln>
              <a:noFill/>
            </a:ln>
          </p:spPr>
        </p:sp>
        <p:sp>
          <p:nvSpPr>
            <p:cNvPr id="6863" name="Heatmap cell r21 c14"/>
            <p:cNvSpPr/>
            <p:nvPr/>
          </p:nvSpPr>
          <p:spPr>
            <a:xfrm>
              <a:off x="270825" y="554908"/>
              <a:ext cx="17140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6864" name="Heatmap cell r21 c15"/>
            <p:cNvSpPr/>
            <p:nvPr/>
          </p:nvSpPr>
          <p:spPr>
            <a:xfrm>
              <a:off x="287870" y="554908"/>
              <a:ext cx="19034" cy="26609"/>
            </a:xfrm>
            <a:prstGeom prst="rect">
              <a:avLst/>
            </a:prstGeom>
            <a:solidFill>
              <a:srgbClr val="AFC3D5"/>
            </a:solidFill>
            <a:ln>
              <a:noFill/>
            </a:ln>
          </p:spPr>
        </p:sp>
        <p:sp>
          <p:nvSpPr>
            <p:cNvPr id="6865" name="Heatmap cell r21 c16"/>
            <p:cNvSpPr/>
            <p:nvPr/>
          </p:nvSpPr>
          <p:spPr>
            <a:xfrm>
              <a:off x="306809" y="554908"/>
              <a:ext cx="17140" cy="26609"/>
            </a:xfrm>
            <a:prstGeom prst="rect">
              <a:avLst/>
            </a:prstGeom>
            <a:solidFill>
              <a:srgbClr val="E38088"/>
            </a:solidFill>
            <a:ln>
              <a:noFill/>
            </a:ln>
          </p:spPr>
        </p:sp>
        <p:sp>
          <p:nvSpPr>
            <p:cNvPr id="6866" name="Heatmap cell r21 c17"/>
            <p:cNvSpPr/>
            <p:nvPr/>
          </p:nvSpPr>
          <p:spPr>
            <a:xfrm>
              <a:off x="323854" y="554908"/>
              <a:ext cx="19034" cy="26609"/>
            </a:xfrm>
            <a:prstGeom prst="rect">
              <a:avLst/>
            </a:prstGeom>
            <a:solidFill>
              <a:srgbClr val="91ACC5"/>
            </a:solidFill>
            <a:ln>
              <a:noFill/>
            </a:ln>
          </p:spPr>
        </p:sp>
        <p:sp>
          <p:nvSpPr>
            <p:cNvPr id="6867" name="Heatmap cell r21 c18"/>
            <p:cNvSpPr/>
            <p:nvPr/>
          </p:nvSpPr>
          <p:spPr>
            <a:xfrm>
              <a:off x="342793" y="554908"/>
              <a:ext cx="17140" cy="26609"/>
            </a:xfrm>
            <a:prstGeom prst="rect">
              <a:avLst/>
            </a:prstGeom>
            <a:solidFill>
              <a:srgbClr val="A1B8CE"/>
            </a:solidFill>
            <a:ln>
              <a:noFill/>
            </a:ln>
          </p:spPr>
        </p:sp>
        <p:sp>
          <p:nvSpPr>
            <p:cNvPr id="6868" name="Heatmap cell r21 c19"/>
            <p:cNvSpPr/>
            <p:nvPr/>
          </p:nvSpPr>
          <p:spPr>
            <a:xfrm>
              <a:off x="359838" y="554908"/>
              <a:ext cx="19034" cy="26609"/>
            </a:xfrm>
            <a:prstGeom prst="rect">
              <a:avLst/>
            </a:prstGeom>
            <a:solidFill>
              <a:srgbClr val="FCF7F7"/>
            </a:solidFill>
            <a:ln>
              <a:noFill/>
            </a:ln>
          </p:spPr>
        </p:sp>
        <p:sp>
          <p:nvSpPr>
            <p:cNvPr id="6869" name="Heatmap cell r21 c20"/>
            <p:cNvSpPr/>
            <p:nvPr/>
          </p:nvSpPr>
          <p:spPr>
            <a:xfrm>
              <a:off x="378777" y="554908"/>
              <a:ext cx="17140" cy="26609"/>
            </a:xfrm>
            <a:prstGeom prst="rect">
              <a:avLst/>
            </a:prstGeom>
            <a:solidFill>
              <a:srgbClr val="EBA6AC"/>
            </a:solidFill>
            <a:ln>
              <a:noFill/>
            </a:ln>
          </p:spPr>
        </p:sp>
        <p:sp>
          <p:nvSpPr>
            <p:cNvPr id="6870" name="Heatmap cell r21 c21"/>
            <p:cNvSpPr/>
            <p:nvPr/>
          </p:nvSpPr>
          <p:spPr>
            <a:xfrm>
              <a:off x="395822" y="554908"/>
              <a:ext cx="19034" cy="26609"/>
            </a:xfrm>
            <a:prstGeom prst="rect">
              <a:avLst/>
            </a:prstGeom>
            <a:solidFill>
              <a:srgbClr val="85A1BE"/>
            </a:solidFill>
            <a:ln>
              <a:noFill/>
            </a:ln>
          </p:spPr>
        </p:sp>
        <p:sp>
          <p:nvSpPr>
            <p:cNvPr id="6871" name="Heatmap cell r21 c22"/>
            <p:cNvSpPr/>
            <p:nvPr/>
          </p:nvSpPr>
          <p:spPr>
            <a:xfrm>
              <a:off x="414760" y="554908"/>
              <a:ext cx="19034" cy="26609"/>
            </a:xfrm>
            <a:prstGeom prst="rect">
              <a:avLst/>
            </a:prstGeom>
            <a:solidFill>
              <a:srgbClr val="FAEEEF"/>
            </a:solidFill>
            <a:ln>
              <a:noFill/>
            </a:ln>
          </p:spPr>
        </p:sp>
        <p:sp>
          <p:nvSpPr>
            <p:cNvPr id="6872" name="Heatmap cell r21 c23"/>
            <p:cNvSpPr/>
            <p:nvPr/>
          </p:nvSpPr>
          <p:spPr>
            <a:xfrm>
              <a:off x="433699" y="554908"/>
              <a:ext cx="17140" cy="26609"/>
            </a:xfrm>
            <a:prstGeom prst="rect">
              <a:avLst/>
            </a:prstGeom>
            <a:solidFill>
              <a:srgbClr val="EFB9BE"/>
            </a:solidFill>
            <a:ln>
              <a:noFill/>
            </a:ln>
          </p:spPr>
        </p:sp>
        <p:sp>
          <p:nvSpPr>
            <p:cNvPr id="6873" name="Heatmap cell r21 c24"/>
            <p:cNvSpPr/>
            <p:nvPr/>
          </p:nvSpPr>
          <p:spPr>
            <a:xfrm>
              <a:off x="450744" y="554908"/>
              <a:ext cx="19034" cy="26609"/>
            </a:xfrm>
            <a:prstGeom prst="rect">
              <a:avLst/>
            </a:prstGeom>
            <a:solidFill>
              <a:srgbClr val="CED9E4"/>
            </a:solidFill>
            <a:ln>
              <a:noFill/>
            </a:ln>
          </p:spPr>
        </p:sp>
        <p:sp>
          <p:nvSpPr>
            <p:cNvPr id="6874" name="Heatmap cell r21 c25"/>
            <p:cNvSpPr/>
            <p:nvPr/>
          </p:nvSpPr>
          <p:spPr>
            <a:xfrm>
              <a:off x="469683" y="554908"/>
              <a:ext cx="17140" cy="26609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6875" name="Heatmap cell r21 c26"/>
            <p:cNvSpPr/>
            <p:nvPr/>
          </p:nvSpPr>
          <p:spPr>
            <a:xfrm>
              <a:off x="486728" y="554908"/>
              <a:ext cx="19034" cy="26609"/>
            </a:xfrm>
            <a:prstGeom prst="rect">
              <a:avLst/>
            </a:prstGeom>
            <a:solidFill>
              <a:srgbClr val="EA99A0"/>
            </a:solidFill>
            <a:ln>
              <a:noFill/>
            </a:ln>
          </p:spPr>
        </p:sp>
        <p:sp>
          <p:nvSpPr>
            <p:cNvPr id="6876" name="Heatmap cell r21 c27"/>
            <p:cNvSpPr/>
            <p:nvPr/>
          </p:nvSpPr>
          <p:spPr>
            <a:xfrm>
              <a:off x="505667" y="554908"/>
              <a:ext cx="17140" cy="26609"/>
            </a:xfrm>
            <a:prstGeom prst="rect">
              <a:avLst/>
            </a:prstGeom>
            <a:solidFill>
              <a:srgbClr val="F1C0C4"/>
            </a:solidFill>
            <a:ln>
              <a:noFill/>
            </a:ln>
          </p:spPr>
        </p:sp>
        <p:sp>
          <p:nvSpPr>
            <p:cNvPr id="6877" name="Heatmap cell r21 c28"/>
            <p:cNvSpPr/>
            <p:nvPr/>
          </p:nvSpPr>
          <p:spPr>
            <a:xfrm>
              <a:off x="522712" y="554908"/>
              <a:ext cx="19034" cy="26609"/>
            </a:xfrm>
            <a:prstGeom prst="rect">
              <a:avLst/>
            </a:prstGeom>
            <a:solidFill>
              <a:srgbClr val="E78D93"/>
            </a:solidFill>
            <a:ln>
              <a:noFill/>
            </a:ln>
          </p:spPr>
        </p:sp>
        <p:sp>
          <p:nvSpPr>
            <p:cNvPr id="6878" name="Heatmap cell r21 c29"/>
            <p:cNvSpPr/>
            <p:nvPr/>
          </p:nvSpPr>
          <p:spPr>
            <a:xfrm>
              <a:off x="541651" y="554908"/>
              <a:ext cx="17140" cy="26609"/>
            </a:xfrm>
            <a:prstGeom prst="rect">
              <a:avLst/>
            </a:prstGeom>
            <a:solidFill>
              <a:srgbClr val="E3EAF0"/>
            </a:solidFill>
            <a:ln>
              <a:noFill/>
            </a:ln>
          </p:spPr>
        </p:sp>
        <p:sp>
          <p:nvSpPr>
            <p:cNvPr id="6879" name="Heatmap cell r21 c30"/>
            <p:cNvSpPr/>
            <p:nvPr/>
          </p:nvSpPr>
          <p:spPr>
            <a:xfrm>
              <a:off x="558696" y="554908"/>
              <a:ext cx="19034" cy="26609"/>
            </a:xfrm>
            <a:prstGeom prst="rect">
              <a:avLst/>
            </a:prstGeom>
            <a:solidFill>
              <a:srgbClr val="EEF3F6"/>
            </a:solidFill>
            <a:ln>
              <a:noFill/>
            </a:ln>
          </p:spPr>
        </p:sp>
        <p:sp>
          <p:nvSpPr>
            <p:cNvPr id="6880" name="Heatmap cell r21 c31"/>
            <p:cNvSpPr/>
            <p:nvPr/>
          </p:nvSpPr>
          <p:spPr>
            <a:xfrm>
              <a:off x="577634" y="554908"/>
              <a:ext cx="17140" cy="26609"/>
            </a:xfrm>
            <a:prstGeom prst="rect">
              <a:avLst/>
            </a:prstGeom>
            <a:solidFill>
              <a:srgbClr val="F7D7DB"/>
            </a:solidFill>
            <a:ln>
              <a:noFill/>
            </a:ln>
          </p:spPr>
        </p:sp>
        <p:sp>
          <p:nvSpPr>
            <p:cNvPr id="6881" name="Heatmap cell r21 c32"/>
            <p:cNvSpPr/>
            <p:nvPr/>
          </p:nvSpPr>
          <p:spPr>
            <a:xfrm>
              <a:off x="594679" y="554908"/>
              <a:ext cx="19034" cy="26609"/>
            </a:xfrm>
            <a:prstGeom prst="rect">
              <a:avLst/>
            </a:prstGeom>
            <a:solidFill>
              <a:srgbClr val="E9959E"/>
            </a:solidFill>
            <a:ln>
              <a:noFill/>
            </a:ln>
          </p:spPr>
        </p:sp>
        <p:sp>
          <p:nvSpPr>
            <p:cNvPr id="6882" name="Heatmap cell r21 c33"/>
            <p:cNvSpPr/>
            <p:nvPr/>
          </p:nvSpPr>
          <p:spPr>
            <a:xfrm>
              <a:off x="613618" y="554908"/>
              <a:ext cx="17140" cy="26609"/>
            </a:xfrm>
            <a:prstGeom prst="rect">
              <a:avLst/>
            </a:prstGeom>
            <a:solidFill>
              <a:srgbClr val="F3C9CE"/>
            </a:solidFill>
            <a:ln>
              <a:noFill/>
            </a:ln>
          </p:spPr>
        </p:sp>
        <p:sp>
          <p:nvSpPr>
            <p:cNvPr id="6883" name="Heatmap cell r21 c34"/>
            <p:cNvSpPr/>
            <p:nvPr/>
          </p:nvSpPr>
          <p:spPr>
            <a:xfrm>
              <a:off x="630663" y="554908"/>
              <a:ext cx="19034" cy="26609"/>
            </a:xfrm>
            <a:prstGeom prst="rect">
              <a:avLst/>
            </a:prstGeom>
            <a:solidFill>
              <a:srgbClr val="C2D0DE"/>
            </a:solidFill>
            <a:ln>
              <a:noFill/>
            </a:ln>
          </p:spPr>
        </p:sp>
        <p:sp>
          <p:nvSpPr>
            <p:cNvPr id="6884" name="Heatmap cell r21 c35"/>
            <p:cNvSpPr/>
            <p:nvPr/>
          </p:nvSpPr>
          <p:spPr>
            <a:xfrm>
              <a:off x="649602" y="554908"/>
              <a:ext cx="19034" cy="26609"/>
            </a:xfrm>
            <a:prstGeom prst="rect">
              <a:avLst/>
            </a:prstGeom>
            <a:solidFill>
              <a:srgbClr val="F9E7E8"/>
            </a:solidFill>
            <a:ln>
              <a:noFill/>
            </a:ln>
          </p:spPr>
        </p:sp>
        <p:sp>
          <p:nvSpPr>
            <p:cNvPr id="6885" name="Heatmap cell r21 c36"/>
            <p:cNvSpPr/>
            <p:nvPr/>
          </p:nvSpPr>
          <p:spPr>
            <a:xfrm>
              <a:off x="668541" y="554908"/>
              <a:ext cx="17140" cy="26609"/>
            </a:xfrm>
            <a:prstGeom prst="rect">
              <a:avLst/>
            </a:prstGeom>
            <a:solidFill>
              <a:srgbClr val="B5C5D7"/>
            </a:solidFill>
            <a:ln>
              <a:noFill/>
            </a:ln>
          </p:spPr>
        </p:sp>
        <p:sp>
          <p:nvSpPr>
            <p:cNvPr id="6886" name="Heatmap cell r21 c37"/>
            <p:cNvSpPr/>
            <p:nvPr/>
          </p:nvSpPr>
          <p:spPr>
            <a:xfrm>
              <a:off x="685586" y="554908"/>
              <a:ext cx="19034" cy="26609"/>
            </a:xfrm>
            <a:prstGeom prst="rect">
              <a:avLst/>
            </a:prstGeom>
            <a:solidFill>
              <a:srgbClr val="CED9E4"/>
            </a:solidFill>
            <a:ln>
              <a:noFill/>
            </a:ln>
          </p:spPr>
        </p:sp>
        <p:sp>
          <p:nvSpPr>
            <p:cNvPr id="6887" name="Heatmap cell r21 c38"/>
            <p:cNvSpPr/>
            <p:nvPr/>
          </p:nvSpPr>
          <p:spPr>
            <a:xfrm>
              <a:off x="704525" y="554908"/>
              <a:ext cx="17140" cy="26609"/>
            </a:xfrm>
            <a:prstGeom prst="rect">
              <a:avLst/>
            </a:prstGeom>
            <a:solidFill>
              <a:srgbClr val="DBE3EB"/>
            </a:solidFill>
            <a:ln>
              <a:noFill/>
            </a:ln>
          </p:spPr>
        </p:sp>
        <p:sp>
          <p:nvSpPr>
            <p:cNvPr id="6888" name="Heatmap cell r21 c39"/>
            <p:cNvSpPr/>
            <p:nvPr/>
          </p:nvSpPr>
          <p:spPr>
            <a:xfrm>
              <a:off x="721570" y="554908"/>
              <a:ext cx="19034" cy="26609"/>
            </a:xfrm>
            <a:prstGeom prst="rect">
              <a:avLst/>
            </a:prstGeom>
            <a:solidFill>
              <a:srgbClr val="F9E8E9"/>
            </a:solidFill>
            <a:ln>
              <a:noFill/>
            </a:ln>
          </p:spPr>
        </p:sp>
        <p:sp>
          <p:nvSpPr>
            <p:cNvPr id="6889" name="Heatmap cell r21 c40"/>
            <p:cNvSpPr/>
            <p:nvPr/>
          </p:nvSpPr>
          <p:spPr>
            <a:xfrm>
              <a:off x="740508" y="554908"/>
              <a:ext cx="17140" cy="26609"/>
            </a:xfrm>
            <a:prstGeom prst="rect">
              <a:avLst/>
            </a:prstGeom>
            <a:solidFill>
              <a:srgbClr val="F8DBDD"/>
            </a:solidFill>
            <a:ln>
              <a:noFill/>
            </a:ln>
          </p:spPr>
        </p:sp>
        <p:sp>
          <p:nvSpPr>
            <p:cNvPr id="6890" name="Heatmap cell r21 c41"/>
            <p:cNvSpPr/>
            <p:nvPr/>
          </p:nvSpPr>
          <p:spPr>
            <a:xfrm>
              <a:off x="757553" y="554908"/>
              <a:ext cx="19034" cy="26609"/>
            </a:xfrm>
            <a:prstGeom prst="rect">
              <a:avLst/>
            </a:prstGeom>
            <a:solidFill>
              <a:srgbClr val="8DA8C3"/>
            </a:solidFill>
            <a:ln>
              <a:noFill/>
            </a:ln>
          </p:spPr>
        </p:sp>
        <p:sp>
          <p:nvSpPr>
            <p:cNvPr id="6891" name="Heatmap cell r21 c42"/>
            <p:cNvSpPr/>
            <p:nvPr/>
          </p:nvSpPr>
          <p:spPr>
            <a:xfrm>
              <a:off x="776492" y="554908"/>
              <a:ext cx="17140" cy="26609"/>
            </a:xfrm>
            <a:prstGeom prst="rect">
              <a:avLst/>
            </a:prstGeom>
            <a:solidFill>
              <a:srgbClr val="FAECEC"/>
            </a:solidFill>
            <a:ln>
              <a:noFill/>
            </a:ln>
          </p:spPr>
        </p:sp>
        <p:sp>
          <p:nvSpPr>
            <p:cNvPr id="6892" name="Heatmap cell r21 c43"/>
            <p:cNvSpPr/>
            <p:nvPr/>
          </p:nvSpPr>
          <p:spPr>
            <a:xfrm>
              <a:off x="793537" y="554908"/>
              <a:ext cx="19034" cy="26609"/>
            </a:xfrm>
            <a:prstGeom prst="rect">
              <a:avLst/>
            </a:prstGeom>
            <a:solidFill>
              <a:srgbClr val="F3C5CA"/>
            </a:solidFill>
            <a:ln>
              <a:noFill/>
            </a:ln>
          </p:spPr>
        </p:sp>
        <p:sp>
          <p:nvSpPr>
            <p:cNvPr id="6893" name="Heatmap cell r21 c44"/>
            <p:cNvSpPr/>
            <p:nvPr/>
          </p:nvSpPr>
          <p:spPr>
            <a:xfrm>
              <a:off x="812476" y="554908"/>
              <a:ext cx="17140" cy="26609"/>
            </a:xfrm>
            <a:prstGeom prst="rect">
              <a:avLst/>
            </a:prstGeom>
            <a:solidFill>
              <a:srgbClr val="F0BDC2"/>
            </a:solidFill>
            <a:ln>
              <a:noFill/>
            </a:ln>
          </p:spPr>
        </p:sp>
        <p:sp>
          <p:nvSpPr>
            <p:cNvPr id="6894" name="Heatmap cell r21 c45"/>
            <p:cNvSpPr/>
            <p:nvPr/>
          </p:nvSpPr>
          <p:spPr>
            <a:xfrm>
              <a:off x="829521" y="554908"/>
              <a:ext cx="19034" cy="26609"/>
            </a:xfrm>
            <a:prstGeom prst="rect">
              <a:avLst/>
            </a:prstGeom>
            <a:solidFill>
              <a:srgbClr val="F5D0D3"/>
            </a:solidFill>
            <a:ln>
              <a:noFill/>
            </a:ln>
          </p:spPr>
        </p:sp>
        <p:sp>
          <p:nvSpPr>
            <p:cNvPr id="6895" name="Heatmap cell r21 c46"/>
            <p:cNvSpPr/>
            <p:nvPr/>
          </p:nvSpPr>
          <p:spPr>
            <a:xfrm>
              <a:off x="848460" y="554908"/>
              <a:ext cx="17140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6896" name="Heatmap cell r21 c47"/>
            <p:cNvSpPr/>
            <p:nvPr/>
          </p:nvSpPr>
          <p:spPr>
            <a:xfrm>
              <a:off x="865505" y="554908"/>
              <a:ext cx="19034" cy="26609"/>
            </a:xfrm>
            <a:prstGeom prst="rect">
              <a:avLst/>
            </a:prstGeom>
            <a:solidFill>
              <a:srgbClr val="FBF1F3"/>
            </a:solidFill>
            <a:ln>
              <a:noFill/>
            </a:ln>
          </p:spPr>
        </p:sp>
        <p:sp>
          <p:nvSpPr>
            <p:cNvPr id="6897" name="Heatmap cell r21 c48"/>
            <p:cNvSpPr/>
            <p:nvPr/>
          </p:nvSpPr>
          <p:spPr>
            <a:xfrm>
              <a:off x="884444" y="554908"/>
              <a:ext cx="19034" cy="26609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6898" name="Heatmap cell r21 c49"/>
            <p:cNvSpPr/>
            <p:nvPr/>
          </p:nvSpPr>
          <p:spPr>
            <a:xfrm>
              <a:off x="903382" y="554908"/>
              <a:ext cx="17140" cy="26609"/>
            </a:xfrm>
            <a:prstGeom prst="rect">
              <a:avLst/>
            </a:prstGeom>
            <a:solidFill>
              <a:srgbClr val="CAD6E3"/>
            </a:solidFill>
            <a:ln>
              <a:noFill/>
            </a:ln>
          </p:spPr>
        </p:sp>
        <p:sp>
          <p:nvSpPr>
            <p:cNvPr id="6899" name="Heatmap cell r21 c50"/>
            <p:cNvSpPr/>
            <p:nvPr/>
          </p:nvSpPr>
          <p:spPr>
            <a:xfrm>
              <a:off x="920427" y="554908"/>
              <a:ext cx="19034" cy="26609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6900" name="Heatmap cell r21 c51"/>
            <p:cNvSpPr/>
            <p:nvPr/>
          </p:nvSpPr>
          <p:spPr>
            <a:xfrm>
              <a:off x="939366" y="554908"/>
              <a:ext cx="17140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6901" name="Heatmap cell r21 c53"/>
            <p:cNvSpPr/>
            <p:nvPr/>
          </p:nvSpPr>
          <p:spPr>
            <a:xfrm>
              <a:off x="975350" y="554908"/>
              <a:ext cx="17140" cy="26609"/>
            </a:xfrm>
            <a:prstGeom prst="rect">
              <a:avLst/>
            </a:prstGeom>
            <a:solidFill>
              <a:srgbClr val="AABDD2"/>
            </a:solidFill>
            <a:ln>
              <a:noFill/>
            </a:ln>
          </p:spPr>
        </p:sp>
        <p:sp>
          <p:nvSpPr>
            <p:cNvPr id="6902" name="Heatmap cell r21 c54"/>
            <p:cNvSpPr/>
            <p:nvPr/>
          </p:nvSpPr>
          <p:spPr>
            <a:xfrm>
              <a:off x="992395" y="554908"/>
              <a:ext cx="19034" cy="26609"/>
            </a:xfrm>
            <a:prstGeom prst="rect">
              <a:avLst/>
            </a:prstGeom>
            <a:solidFill>
              <a:srgbClr val="9BB3CA"/>
            </a:solidFill>
            <a:ln>
              <a:noFill/>
            </a:ln>
          </p:spPr>
        </p:sp>
        <p:sp>
          <p:nvSpPr>
            <p:cNvPr id="6903" name="Heatmap cell r21 c55"/>
            <p:cNvSpPr/>
            <p:nvPr/>
          </p:nvSpPr>
          <p:spPr>
            <a:xfrm>
              <a:off x="1011334" y="554908"/>
              <a:ext cx="17140" cy="26609"/>
            </a:xfrm>
            <a:prstGeom prst="rect">
              <a:avLst/>
            </a:prstGeom>
            <a:solidFill>
              <a:srgbClr val="EFB8BC"/>
            </a:solidFill>
            <a:ln>
              <a:noFill/>
            </a:ln>
          </p:spPr>
        </p:sp>
        <p:sp>
          <p:nvSpPr>
            <p:cNvPr id="6904" name="Heatmap cell r21 c56"/>
            <p:cNvSpPr/>
            <p:nvPr/>
          </p:nvSpPr>
          <p:spPr>
            <a:xfrm>
              <a:off x="1028379" y="554908"/>
              <a:ext cx="19034" cy="26609"/>
            </a:xfrm>
            <a:prstGeom prst="rect">
              <a:avLst/>
            </a:prstGeom>
            <a:solidFill>
              <a:srgbClr val="F7D3D6"/>
            </a:solidFill>
            <a:ln>
              <a:noFill/>
            </a:ln>
          </p:spPr>
        </p:sp>
        <p:sp>
          <p:nvSpPr>
            <p:cNvPr id="6905" name="Heatmap cell r21 c57"/>
            <p:cNvSpPr/>
            <p:nvPr/>
          </p:nvSpPr>
          <p:spPr>
            <a:xfrm>
              <a:off x="1047318" y="554908"/>
              <a:ext cx="17140" cy="26609"/>
            </a:xfrm>
            <a:prstGeom prst="rect">
              <a:avLst/>
            </a:prstGeom>
            <a:solidFill>
              <a:srgbClr val="CCD7E3"/>
            </a:solidFill>
            <a:ln>
              <a:noFill/>
            </a:ln>
          </p:spPr>
        </p:sp>
        <p:sp>
          <p:nvSpPr>
            <p:cNvPr id="6906" name="Heatmap cell r21 c58"/>
            <p:cNvSpPr/>
            <p:nvPr/>
          </p:nvSpPr>
          <p:spPr>
            <a:xfrm>
              <a:off x="1064363" y="554908"/>
              <a:ext cx="19034" cy="26609"/>
            </a:xfrm>
            <a:prstGeom prst="rect">
              <a:avLst/>
            </a:prstGeom>
            <a:solidFill>
              <a:srgbClr val="EEF3F6"/>
            </a:solidFill>
            <a:ln>
              <a:noFill/>
            </a:ln>
          </p:spPr>
        </p:sp>
        <p:sp>
          <p:nvSpPr>
            <p:cNvPr id="6907" name="Heatmap cell r21 c59"/>
            <p:cNvSpPr/>
            <p:nvPr/>
          </p:nvSpPr>
          <p:spPr>
            <a:xfrm>
              <a:off x="1083301" y="554908"/>
              <a:ext cx="17140" cy="26609"/>
            </a:xfrm>
            <a:prstGeom prst="rect">
              <a:avLst/>
            </a:prstGeom>
            <a:solidFill>
              <a:srgbClr val="DDE4EC"/>
            </a:solidFill>
            <a:ln>
              <a:noFill/>
            </a:ln>
          </p:spPr>
        </p:sp>
        <p:sp>
          <p:nvSpPr>
            <p:cNvPr id="6908" name="Heatmap cell r21 c60"/>
            <p:cNvSpPr/>
            <p:nvPr/>
          </p:nvSpPr>
          <p:spPr>
            <a:xfrm>
              <a:off x="1100346" y="554908"/>
              <a:ext cx="19034" cy="26609"/>
            </a:xfrm>
            <a:prstGeom prst="rect">
              <a:avLst/>
            </a:prstGeom>
            <a:solidFill>
              <a:srgbClr val="FAECEC"/>
            </a:solidFill>
            <a:ln>
              <a:noFill/>
            </a:ln>
          </p:spPr>
        </p:sp>
        <p:sp>
          <p:nvSpPr>
            <p:cNvPr id="6909" name="Heatmap cell r21 c61"/>
            <p:cNvSpPr/>
            <p:nvPr/>
          </p:nvSpPr>
          <p:spPr>
            <a:xfrm>
              <a:off x="1119285" y="554908"/>
              <a:ext cx="19034" cy="26609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</p:sp>
        <p:sp>
          <p:nvSpPr>
            <p:cNvPr id="6910" name="Heatmap cell r21 c63"/>
            <p:cNvSpPr/>
            <p:nvPr/>
          </p:nvSpPr>
          <p:spPr>
            <a:xfrm>
              <a:off x="1155269" y="554908"/>
              <a:ext cx="19034" cy="26609"/>
            </a:xfrm>
            <a:prstGeom prst="rect">
              <a:avLst/>
            </a:prstGeom>
            <a:solidFill>
              <a:srgbClr val="EFB5BA"/>
            </a:solidFill>
            <a:ln>
              <a:noFill/>
            </a:ln>
          </p:spPr>
        </p:sp>
        <p:sp>
          <p:nvSpPr>
            <p:cNvPr id="6911" name="Heatmap cell r21 c64"/>
            <p:cNvSpPr/>
            <p:nvPr/>
          </p:nvSpPr>
          <p:spPr>
            <a:xfrm>
              <a:off x="1174208" y="554908"/>
              <a:ext cx="17140" cy="26609"/>
            </a:xfrm>
            <a:prstGeom prst="rect">
              <a:avLst/>
            </a:prstGeom>
            <a:solidFill>
              <a:srgbClr val="D0DBE6"/>
            </a:solidFill>
            <a:ln>
              <a:noFill/>
            </a:ln>
          </p:spPr>
        </p:sp>
        <p:sp>
          <p:nvSpPr>
            <p:cNvPr id="6912" name="Heatmap cell r21 c65"/>
            <p:cNvSpPr/>
            <p:nvPr/>
          </p:nvSpPr>
          <p:spPr>
            <a:xfrm>
              <a:off x="1191253" y="554908"/>
              <a:ext cx="19034" cy="26609"/>
            </a:xfrm>
            <a:prstGeom prst="rect">
              <a:avLst/>
            </a:prstGeom>
            <a:solidFill>
              <a:srgbClr val="EFF3F7"/>
            </a:solidFill>
            <a:ln>
              <a:noFill/>
            </a:ln>
          </p:spPr>
        </p:sp>
        <p:sp>
          <p:nvSpPr>
            <p:cNvPr id="6913" name="Heatmap cell r21 c66"/>
            <p:cNvSpPr/>
            <p:nvPr/>
          </p:nvSpPr>
          <p:spPr>
            <a:xfrm>
              <a:off x="1210192" y="554908"/>
              <a:ext cx="17140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6914" name="Heatmap cell r21 c67"/>
            <p:cNvSpPr/>
            <p:nvPr/>
          </p:nvSpPr>
          <p:spPr>
            <a:xfrm>
              <a:off x="1227236" y="554908"/>
              <a:ext cx="19034" cy="26609"/>
            </a:xfrm>
            <a:prstGeom prst="rect">
              <a:avLst/>
            </a:prstGeom>
            <a:solidFill>
              <a:srgbClr val="5B82A9"/>
            </a:solidFill>
            <a:ln>
              <a:noFill/>
            </a:ln>
          </p:spPr>
        </p:sp>
        <p:sp>
          <p:nvSpPr>
            <p:cNvPr id="6915" name="Heatmap cell r21 c68"/>
            <p:cNvSpPr/>
            <p:nvPr/>
          </p:nvSpPr>
          <p:spPr>
            <a:xfrm>
              <a:off x="1246175" y="554908"/>
              <a:ext cx="17140" cy="26609"/>
            </a:xfrm>
            <a:prstGeom prst="rect">
              <a:avLst/>
            </a:prstGeom>
            <a:solidFill>
              <a:srgbClr val="E9EEF4"/>
            </a:solidFill>
            <a:ln>
              <a:noFill/>
            </a:ln>
          </p:spPr>
        </p:sp>
        <p:sp>
          <p:nvSpPr>
            <p:cNvPr id="6916" name="Heatmap cell r21 c69"/>
            <p:cNvSpPr/>
            <p:nvPr/>
          </p:nvSpPr>
          <p:spPr>
            <a:xfrm>
              <a:off x="1263220" y="554908"/>
              <a:ext cx="19034" cy="26609"/>
            </a:xfrm>
            <a:prstGeom prst="rect">
              <a:avLst/>
            </a:prstGeom>
            <a:solidFill>
              <a:srgbClr val="C4D2DF"/>
            </a:solidFill>
            <a:ln>
              <a:noFill/>
            </a:ln>
          </p:spPr>
        </p:sp>
        <p:sp>
          <p:nvSpPr>
            <p:cNvPr id="6917" name="Heatmap cell r21 c71"/>
            <p:cNvSpPr/>
            <p:nvPr/>
          </p:nvSpPr>
          <p:spPr>
            <a:xfrm>
              <a:off x="1299204" y="554908"/>
              <a:ext cx="19034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6918" name="Heatmap cell r21 c72"/>
            <p:cNvSpPr/>
            <p:nvPr/>
          </p:nvSpPr>
          <p:spPr>
            <a:xfrm>
              <a:off x="1318143" y="554908"/>
              <a:ext cx="17140" cy="26609"/>
            </a:xfrm>
            <a:prstGeom prst="rect">
              <a:avLst/>
            </a:prstGeom>
            <a:solidFill>
              <a:srgbClr val="C4D2DF"/>
            </a:solidFill>
            <a:ln>
              <a:noFill/>
            </a:ln>
          </p:spPr>
        </p:sp>
        <p:sp>
          <p:nvSpPr>
            <p:cNvPr id="6919" name="Heatmap cell r21 c73"/>
            <p:cNvSpPr/>
            <p:nvPr/>
          </p:nvSpPr>
          <p:spPr>
            <a:xfrm>
              <a:off x="1335188" y="554908"/>
              <a:ext cx="19034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6920" name="Heatmap cell r21 c74"/>
            <p:cNvSpPr/>
            <p:nvPr/>
          </p:nvSpPr>
          <p:spPr>
            <a:xfrm>
              <a:off x="1354127" y="554908"/>
              <a:ext cx="17140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6921" name="Heatmap cell r21 c76"/>
            <p:cNvSpPr/>
            <p:nvPr/>
          </p:nvSpPr>
          <p:spPr>
            <a:xfrm>
              <a:off x="1390110" y="554908"/>
              <a:ext cx="19034" cy="26609"/>
            </a:xfrm>
            <a:prstGeom prst="rect">
              <a:avLst/>
            </a:prstGeom>
            <a:solidFill>
              <a:srgbClr val="BECFDD"/>
            </a:solidFill>
            <a:ln>
              <a:noFill/>
            </a:ln>
          </p:spPr>
        </p:sp>
        <p:sp>
          <p:nvSpPr>
            <p:cNvPr id="6922" name="Heatmap cell r21 c77"/>
            <p:cNvSpPr/>
            <p:nvPr/>
          </p:nvSpPr>
          <p:spPr>
            <a:xfrm>
              <a:off x="1409049" y="554908"/>
              <a:ext cx="17140" cy="26609"/>
            </a:xfrm>
            <a:prstGeom prst="rect">
              <a:avLst/>
            </a:prstGeom>
            <a:solidFill>
              <a:srgbClr val="FAECEC"/>
            </a:solidFill>
            <a:ln>
              <a:noFill/>
            </a:ln>
          </p:spPr>
        </p:sp>
        <p:sp>
          <p:nvSpPr>
            <p:cNvPr id="6923" name="Heatmap cell r21 c78"/>
            <p:cNvSpPr/>
            <p:nvPr/>
          </p:nvSpPr>
          <p:spPr>
            <a:xfrm>
              <a:off x="1426094" y="554908"/>
              <a:ext cx="19034" cy="26609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6924" name="Heatmap cell r21 c79"/>
            <p:cNvSpPr/>
            <p:nvPr/>
          </p:nvSpPr>
          <p:spPr>
            <a:xfrm>
              <a:off x="1445033" y="554908"/>
              <a:ext cx="17140" cy="26609"/>
            </a:xfrm>
            <a:prstGeom prst="rect">
              <a:avLst/>
            </a:prstGeom>
            <a:solidFill>
              <a:srgbClr val="9DB5CC"/>
            </a:solidFill>
            <a:ln>
              <a:noFill/>
            </a:ln>
          </p:spPr>
        </p:sp>
        <p:sp>
          <p:nvSpPr>
            <p:cNvPr id="6925" name="Heatmap cell r21 c80"/>
            <p:cNvSpPr/>
            <p:nvPr/>
          </p:nvSpPr>
          <p:spPr>
            <a:xfrm>
              <a:off x="1462078" y="554908"/>
              <a:ext cx="19034" cy="26609"/>
            </a:xfrm>
            <a:prstGeom prst="rect">
              <a:avLst/>
            </a:prstGeom>
            <a:solidFill>
              <a:srgbClr val="F6F8F9"/>
            </a:solidFill>
            <a:ln>
              <a:noFill/>
            </a:ln>
          </p:spPr>
        </p:sp>
        <p:sp>
          <p:nvSpPr>
            <p:cNvPr id="6926" name="Heatmap cell r21 c82"/>
            <p:cNvSpPr/>
            <p:nvPr/>
          </p:nvSpPr>
          <p:spPr>
            <a:xfrm>
              <a:off x="1498062" y="554908"/>
              <a:ext cx="19034" cy="26609"/>
            </a:xfrm>
            <a:prstGeom prst="rect">
              <a:avLst/>
            </a:prstGeom>
            <a:solidFill>
              <a:srgbClr val="F7E2E4"/>
            </a:solidFill>
            <a:ln>
              <a:noFill/>
            </a:ln>
          </p:spPr>
        </p:sp>
        <p:sp>
          <p:nvSpPr>
            <p:cNvPr id="6927" name="Heatmap cell r21 c83"/>
            <p:cNvSpPr/>
            <p:nvPr/>
          </p:nvSpPr>
          <p:spPr>
            <a:xfrm>
              <a:off x="1517001" y="554908"/>
              <a:ext cx="17140" cy="26609"/>
            </a:xfrm>
            <a:prstGeom prst="rect">
              <a:avLst/>
            </a:prstGeom>
            <a:solidFill>
              <a:srgbClr val="ECA7AD"/>
            </a:solidFill>
            <a:ln>
              <a:noFill/>
            </a:ln>
          </p:spPr>
        </p:sp>
        <p:sp>
          <p:nvSpPr>
            <p:cNvPr id="6928" name="Heatmap cell r21 c84"/>
            <p:cNvSpPr/>
            <p:nvPr/>
          </p:nvSpPr>
          <p:spPr>
            <a:xfrm>
              <a:off x="1534046" y="554908"/>
              <a:ext cx="19034" cy="26609"/>
            </a:xfrm>
            <a:prstGeom prst="rect">
              <a:avLst/>
            </a:prstGeom>
            <a:solidFill>
              <a:srgbClr val="DAE2EB"/>
            </a:solidFill>
            <a:ln>
              <a:noFill/>
            </a:ln>
          </p:spPr>
        </p:sp>
        <p:sp>
          <p:nvSpPr>
            <p:cNvPr id="6929" name="Heatmap cell r21 c85"/>
            <p:cNvSpPr/>
            <p:nvPr/>
          </p:nvSpPr>
          <p:spPr>
            <a:xfrm>
              <a:off x="1552984" y="554908"/>
              <a:ext cx="17140" cy="26609"/>
            </a:xfrm>
            <a:prstGeom prst="rect">
              <a:avLst/>
            </a:prstGeom>
            <a:solidFill>
              <a:srgbClr val="F4CCD1"/>
            </a:solidFill>
            <a:ln>
              <a:noFill/>
            </a:ln>
          </p:spPr>
        </p:sp>
        <p:sp>
          <p:nvSpPr>
            <p:cNvPr id="6930" name="Heatmap cell r21 c86"/>
            <p:cNvSpPr/>
            <p:nvPr/>
          </p:nvSpPr>
          <p:spPr>
            <a:xfrm>
              <a:off x="1570029" y="554908"/>
              <a:ext cx="19034" cy="26609"/>
            </a:xfrm>
            <a:prstGeom prst="rect">
              <a:avLst/>
            </a:prstGeom>
            <a:solidFill>
              <a:srgbClr val="7B9BB9"/>
            </a:solidFill>
            <a:ln>
              <a:noFill/>
            </a:ln>
          </p:spPr>
        </p:sp>
        <p:sp>
          <p:nvSpPr>
            <p:cNvPr id="6931" name="Heatmap cell r21 c87"/>
            <p:cNvSpPr/>
            <p:nvPr/>
          </p:nvSpPr>
          <p:spPr>
            <a:xfrm>
              <a:off x="1588968" y="554908"/>
              <a:ext cx="17140" cy="26609"/>
            </a:xfrm>
            <a:prstGeom prst="rect">
              <a:avLst/>
            </a:prstGeom>
            <a:solidFill>
              <a:srgbClr val="EBEFF5"/>
            </a:solidFill>
            <a:ln>
              <a:noFill/>
            </a:ln>
          </p:spPr>
        </p:sp>
        <p:sp>
          <p:nvSpPr>
            <p:cNvPr id="6932" name="Heatmap cell r21 c88"/>
            <p:cNvSpPr/>
            <p:nvPr/>
          </p:nvSpPr>
          <p:spPr>
            <a:xfrm>
              <a:off x="1606013" y="554908"/>
              <a:ext cx="19034" cy="26609"/>
            </a:xfrm>
            <a:prstGeom prst="rect">
              <a:avLst/>
            </a:prstGeom>
            <a:solidFill>
              <a:srgbClr val="D2DDE7"/>
            </a:solidFill>
            <a:ln>
              <a:noFill/>
            </a:ln>
          </p:spPr>
        </p:sp>
        <p:sp>
          <p:nvSpPr>
            <p:cNvPr id="6933" name="Heatmap cell r21 c89"/>
            <p:cNvSpPr/>
            <p:nvPr/>
          </p:nvSpPr>
          <p:spPr>
            <a:xfrm>
              <a:off x="1624952" y="554908"/>
              <a:ext cx="19034" cy="26609"/>
            </a:xfrm>
            <a:prstGeom prst="rect">
              <a:avLst/>
            </a:prstGeom>
            <a:solidFill>
              <a:srgbClr val="F8DDDF"/>
            </a:solidFill>
            <a:ln>
              <a:noFill/>
            </a:ln>
          </p:spPr>
        </p:sp>
        <p:sp>
          <p:nvSpPr>
            <p:cNvPr id="6934" name="Heatmap cell r21 c90"/>
            <p:cNvSpPr/>
            <p:nvPr/>
          </p:nvSpPr>
          <p:spPr>
            <a:xfrm>
              <a:off x="1643891" y="554908"/>
              <a:ext cx="17140" cy="26609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6935" name="Heatmap cell r21 c91"/>
            <p:cNvSpPr/>
            <p:nvPr/>
          </p:nvSpPr>
          <p:spPr>
            <a:xfrm>
              <a:off x="1660936" y="554908"/>
              <a:ext cx="19034" cy="26609"/>
            </a:xfrm>
            <a:prstGeom prst="rect">
              <a:avLst/>
            </a:prstGeom>
            <a:solidFill>
              <a:srgbClr val="F8DDDF"/>
            </a:solidFill>
            <a:ln>
              <a:noFill/>
            </a:ln>
          </p:spPr>
        </p:sp>
        <p:sp>
          <p:nvSpPr>
            <p:cNvPr id="6936" name="Heatmap cell r21 c92"/>
            <p:cNvSpPr/>
            <p:nvPr/>
          </p:nvSpPr>
          <p:spPr>
            <a:xfrm>
              <a:off x="1679875" y="554908"/>
              <a:ext cx="17140" cy="26609"/>
            </a:xfrm>
            <a:prstGeom prst="rect">
              <a:avLst/>
            </a:prstGeom>
            <a:solidFill>
              <a:srgbClr val="DF6770"/>
            </a:solidFill>
            <a:ln>
              <a:noFill/>
            </a:ln>
          </p:spPr>
        </p:sp>
        <p:sp>
          <p:nvSpPr>
            <p:cNvPr id="6937" name="Heatmap cell r21 c93"/>
            <p:cNvSpPr/>
            <p:nvPr/>
          </p:nvSpPr>
          <p:spPr>
            <a:xfrm>
              <a:off x="1696920" y="554908"/>
              <a:ext cx="19034" cy="26609"/>
            </a:xfrm>
            <a:prstGeom prst="rect">
              <a:avLst/>
            </a:prstGeom>
            <a:solidFill>
              <a:srgbClr val="F5D1D4"/>
            </a:solidFill>
            <a:ln>
              <a:noFill/>
            </a:ln>
          </p:spPr>
        </p:sp>
        <p:sp>
          <p:nvSpPr>
            <p:cNvPr id="6938" name="Heatmap cell r21 c94"/>
            <p:cNvSpPr/>
            <p:nvPr/>
          </p:nvSpPr>
          <p:spPr>
            <a:xfrm>
              <a:off x="1715858" y="554908"/>
              <a:ext cx="17140" cy="26609"/>
            </a:xfrm>
            <a:prstGeom prst="rect">
              <a:avLst/>
            </a:prstGeom>
            <a:solidFill>
              <a:srgbClr val="B9C9DB"/>
            </a:solidFill>
            <a:ln>
              <a:noFill/>
            </a:ln>
          </p:spPr>
        </p:sp>
        <p:sp>
          <p:nvSpPr>
            <p:cNvPr id="6939" name="Heatmap cell r21 c95"/>
            <p:cNvSpPr/>
            <p:nvPr/>
          </p:nvSpPr>
          <p:spPr>
            <a:xfrm>
              <a:off x="1732903" y="554908"/>
              <a:ext cx="19034" cy="26609"/>
            </a:xfrm>
            <a:prstGeom prst="rect">
              <a:avLst/>
            </a:prstGeom>
            <a:solidFill>
              <a:srgbClr val="DCE3EB"/>
            </a:solidFill>
            <a:ln>
              <a:noFill/>
            </a:ln>
          </p:spPr>
        </p:sp>
        <p:sp>
          <p:nvSpPr>
            <p:cNvPr id="6940" name="Heatmap cell r21 c96"/>
            <p:cNvSpPr/>
            <p:nvPr/>
          </p:nvSpPr>
          <p:spPr>
            <a:xfrm>
              <a:off x="1751842" y="554908"/>
              <a:ext cx="17140" cy="26609"/>
            </a:xfrm>
            <a:prstGeom prst="rect">
              <a:avLst/>
            </a:prstGeom>
            <a:solidFill>
              <a:srgbClr val="EDF1F7"/>
            </a:solidFill>
            <a:ln>
              <a:noFill/>
            </a:ln>
          </p:spPr>
        </p:sp>
        <p:sp>
          <p:nvSpPr>
            <p:cNvPr id="6941" name="Heatmap cell r21 c97"/>
            <p:cNvSpPr/>
            <p:nvPr/>
          </p:nvSpPr>
          <p:spPr>
            <a:xfrm>
              <a:off x="1768887" y="554908"/>
              <a:ext cx="19034" cy="26609"/>
            </a:xfrm>
            <a:prstGeom prst="rect">
              <a:avLst/>
            </a:prstGeom>
            <a:solidFill>
              <a:srgbClr val="7D9DBA"/>
            </a:solidFill>
            <a:ln>
              <a:noFill/>
            </a:ln>
          </p:spPr>
        </p:sp>
        <p:sp>
          <p:nvSpPr>
            <p:cNvPr id="6942" name="Heatmap cell r21 c98"/>
            <p:cNvSpPr/>
            <p:nvPr/>
          </p:nvSpPr>
          <p:spPr>
            <a:xfrm>
              <a:off x="1787826" y="554908"/>
              <a:ext cx="17140" cy="26609"/>
            </a:xfrm>
            <a:prstGeom prst="rect">
              <a:avLst/>
            </a:prstGeom>
            <a:solidFill>
              <a:srgbClr val="B1C4D5"/>
            </a:solidFill>
            <a:ln>
              <a:noFill/>
            </a:ln>
          </p:spPr>
        </p:sp>
        <p:sp>
          <p:nvSpPr>
            <p:cNvPr id="6943" name="Heatmap cell r21 c99"/>
            <p:cNvSpPr/>
            <p:nvPr/>
          </p:nvSpPr>
          <p:spPr>
            <a:xfrm>
              <a:off x="1804871" y="554908"/>
              <a:ext cx="19034" cy="26609"/>
            </a:xfrm>
            <a:prstGeom prst="rect">
              <a:avLst/>
            </a:prstGeom>
            <a:solidFill>
              <a:srgbClr val="D9E1EB"/>
            </a:solidFill>
            <a:ln>
              <a:noFill/>
            </a:ln>
          </p:spPr>
        </p:sp>
        <p:sp>
          <p:nvSpPr>
            <p:cNvPr id="6944" name="Heatmap cell r21 c100"/>
            <p:cNvSpPr/>
            <p:nvPr/>
          </p:nvSpPr>
          <p:spPr>
            <a:xfrm>
              <a:off x="1823810" y="554908"/>
              <a:ext cx="17140" cy="26609"/>
            </a:xfrm>
            <a:prstGeom prst="rect">
              <a:avLst/>
            </a:prstGeom>
            <a:solidFill>
              <a:srgbClr val="E37D87"/>
            </a:solidFill>
            <a:ln>
              <a:noFill/>
            </a:ln>
          </p:spPr>
        </p:sp>
        <p:sp>
          <p:nvSpPr>
            <p:cNvPr id="6945" name="Heatmap cell r21 c101"/>
            <p:cNvSpPr/>
            <p:nvPr/>
          </p:nvSpPr>
          <p:spPr>
            <a:xfrm>
              <a:off x="1840855" y="554908"/>
              <a:ext cx="19034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6946" name="Heatmap cell r21 c102"/>
            <p:cNvSpPr/>
            <p:nvPr/>
          </p:nvSpPr>
          <p:spPr>
            <a:xfrm>
              <a:off x="1859794" y="554908"/>
              <a:ext cx="19034" cy="26609"/>
            </a:xfrm>
            <a:prstGeom prst="rect">
              <a:avLst/>
            </a:prstGeom>
            <a:solidFill>
              <a:srgbClr val="C3D1DF"/>
            </a:solidFill>
            <a:ln>
              <a:noFill/>
            </a:ln>
          </p:spPr>
        </p:sp>
        <p:sp>
          <p:nvSpPr>
            <p:cNvPr id="6947" name="Heatmap cell r21 c103"/>
            <p:cNvSpPr/>
            <p:nvPr/>
          </p:nvSpPr>
          <p:spPr>
            <a:xfrm>
              <a:off x="1878732" y="554908"/>
              <a:ext cx="17140" cy="26609"/>
            </a:xfrm>
            <a:prstGeom prst="rect">
              <a:avLst/>
            </a:prstGeom>
            <a:solidFill>
              <a:srgbClr val="E89199"/>
            </a:solidFill>
            <a:ln>
              <a:noFill/>
            </a:ln>
          </p:spPr>
        </p:sp>
        <p:sp>
          <p:nvSpPr>
            <p:cNvPr id="6948" name="Heatmap cell r21 c104"/>
            <p:cNvSpPr/>
            <p:nvPr/>
          </p:nvSpPr>
          <p:spPr>
            <a:xfrm>
              <a:off x="1895777" y="554908"/>
              <a:ext cx="19034" cy="26609"/>
            </a:xfrm>
            <a:prstGeom prst="rect">
              <a:avLst/>
            </a:prstGeom>
            <a:solidFill>
              <a:srgbClr val="C5D2DF"/>
            </a:solidFill>
            <a:ln>
              <a:noFill/>
            </a:ln>
          </p:spPr>
        </p:sp>
        <p:sp>
          <p:nvSpPr>
            <p:cNvPr id="6949" name="Heatmap cell r21 c105"/>
            <p:cNvSpPr/>
            <p:nvPr/>
          </p:nvSpPr>
          <p:spPr>
            <a:xfrm>
              <a:off x="1914716" y="554908"/>
              <a:ext cx="17140" cy="26609"/>
            </a:xfrm>
            <a:prstGeom prst="rect">
              <a:avLst/>
            </a:prstGeom>
            <a:solidFill>
              <a:srgbClr val="EDB0B6"/>
            </a:solidFill>
            <a:ln>
              <a:noFill/>
            </a:ln>
          </p:spPr>
        </p:sp>
        <p:sp>
          <p:nvSpPr>
            <p:cNvPr id="6950" name="Heatmap cell r21 c106"/>
            <p:cNvSpPr/>
            <p:nvPr/>
          </p:nvSpPr>
          <p:spPr>
            <a:xfrm>
              <a:off x="1931761" y="554908"/>
              <a:ext cx="19034" cy="26609"/>
            </a:xfrm>
            <a:prstGeom prst="rect">
              <a:avLst/>
            </a:prstGeom>
            <a:solidFill>
              <a:srgbClr val="F8DBDD"/>
            </a:solidFill>
            <a:ln>
              <a:noFill/>
            </a:ln>
          </p:spPr>
        </p:sp>
        <p:sp>
          <p:nvSpPr>
            <p:cNvPr id="6951" name="Heatmap cell r21 c107"/>
            <p:cNvSpPr/>
            <p:nvPr/>
          </p:nvSpPr>
          <p:spPr>
            <a:xfrm>
              <a:off x="1950700" y="554908"/>
              <a:ext cx="17140" cy="26609"/>
            </a:xfrm>
            <a:prstGeom prst="rect">
              <a:avLst/>
            </a:prstGeom>
            <a:solidFill>
              <a:srgbClr val="ECF0F6"/>
            </a:solidFill>
            <a:ln>
              <a:noFill/>
            </a:ln>
          </p:spPr>
        </p:sp>
        <p:sp>
          <p:nvSpPr>
            <p:cNvPr id="6952" name="Heatmap cell r21 c108"/>
            <p:cNvSpPr/>
            <p:nvPr/>
          </p:nvSpPr>
          <p:spPr>
            <a:xfrm>
              <a:off x="1967745" y="554908"/>
              <a:ext cx="19034" cy="26609"/>
            </a:xfrm>
            <a:prstGeom prst="rect">
              <a:avLst/>
            </a:prstGeom>
            <a:solidFill>
              <a:srgbClr val="E9EDF3"/>
            </a:solidFill>
            <a:ln>
              <a:noFill/>
            </a:ln>
          </p:spPr>
        </p:sp>
        <p:sp>
          <p:nvSpPr>
            <p:cNvPr id="6953" name="Heatmap cell r21 c109"/>
            <p:cNvSpPr/>
            <p:nvPr/>
          </p:nvSpPr>
          <p:spPr>
            <a:xfrm>
              <a:off x="1986684" y="554908"/>
              <a:ext cx="17140" cy="26609"/>
            </a:xfrm>
            <a:prstGeom prst="rect">
              <a:avLst/>
            </a:prstGeom>
            <a:solidFill>
              <a:srgbClr val="F5F7F9"/>
            </a:solidFill>
            <a:ln>
              <a:noFill/>
            </a:ln>
          </p:spPr>
        </p:sp>
        <p:sp>
          <p:nvSpPr>
            <p:cNvPr id="6954" name="Heatmap cell r21 c110"/>
            <p:cNvSpPr/>
            <p:nvPr/>
          </p:nvSpPr>
          <p:spPr>
            <a:xfrm>
              <a:off x="2003729" y="554908"/>
              <a:ext cx="19034" cy="26609"/>
            </a:xfrm>
            <a:prstGeom prst="rect">
              <a:avLst/>
            </a:prstGeom>
            <a:solidFill>
              <a:srgbClr val="8FAAC5"/>
            </a:solidFill>
            <a:ln>
              <a:noFill/>
            </a:ln>
          </p:spPr>
        </p:sp>
        <p:sp>
          <p:nvSpPr>
            <p:cNvPr id="6955" name="Heatmap cell r21 c111"/>
            <p:cNvSpPr/>
            <p:nvPr/>
          </p:nvSpPr>
          <p:spPr>
            <a:xfrm>
              <a:off x="2022668" y="554908"/>
              <a:ext cx="17140" cy="26609"/>
            </a:xfrm>
            <a:prstGeom prst="rect">
              <a:avLst/>
            </a:prstGeom>
            <a:solidFill>
              <a:srgbClr val="CCD7E3"/>
            </a:solidFill>
            <a:ln>
              <a:noFill/>
            </a:ln>
          </p:spPr>
        </p:sp>
        <p:sp>
          <p:nvSpPr>
            <p:cNvPr id="6956" name="Heatmap cell r21 c112"/>
            <p:cNvSpPr/>
            <p:nvPr/>
          </p:nvSpPr>
          <p:spPr>
            <a:xfrm>
              <a:off x="2039712" y="554908"/>
              <a:ext cx="19034" cy="26609"/>
            </a:xfrm>
            <a:prstGeom prst="rect">
              <a:avLst/>
            </a:prstGeom>
            <a:solidFill>
              <a:srgbClr val="9EB5CC"/>
            </a:solidFill>
            <a:ln>
              <a:noFill/>
            </a:ln>
          </p:spPr>
        </p:sp>
        <p:sp>
          <p:nvSpPr>
            <p:cNvPr id="6957" name="Heatmap cell r21 c113"/>
            <p:cNvSpPr/>
            <p:nvPr/>
          </p:nvSpPr>
          <p:spPr>
            <a:xfrm>
              <a:off x="2058651" y="554908"/>
              <a:ext cx="17140" cy="26609"/>
            </a:xfrm>
            <a:prstGeom prst="rect">
              <a:avLst/>
            </a:prstGeom>
            <a:solidFill>
              <a:srgbClr val="B3C5D6"/>
            </a:solidFill>
            <a:ln>
              <a:noFill/>
            </a:ln>
          </p:spPr>
        </p:sp>
        <p:sp>
          <p:nvSpPr>
            <p:cNvPr id="6958" name="Heatmap cell r21 c114"/>
            <p:cNvSpPr/>
            <p:nvPr/>
          </p:nvSpPr>
          <p:spPr>
            <a:xfrm>
              <a:off x="2075696" y="554908"/>
              <a:ext cx="19034" cy="26609"/>
            </a:xfrm>
            <a:prstGeom prst="rect">
              <a:avLst/>
            </a:prstGeom>
            <a:solidFill>
              <a:srgbClr val="E27882"/>
            </a:solidFill>
            <a:ln>
              <a:noFill/>
            </a:ln>
          </p:spPr>
        </p:sp>
        <p:sp>
          <p:nvSpPr>
            <p:cNvPr id="6959" name="Heatmap cell r21 c115"/>
            <p:cNvSpPr/>
            <p:nvPr/>
          </p:nvSpPr>
          <p:spPr>
            <a:xfrm>
              <a:off x="2094635" y="554908"/>
              <a:ext cx="19034" cy="26609"/>
            </a:xfrm>
            <a:prstGeom prst="rect">
              <a:avLst/>
            </a:prstGeom>
            <a:solidFill>
              <a:srgbClr val="EA9CA1"/>
            </a:solidFill>
            <a:ln>
              <a:noFill/>
            </a:ln>
          </p:spPr>
        </p:sp>
        <p:sp>
          <p:nvSpPr>
            <p:cNvPr id="6960" name="Heatmap cell r21 c116"/>
            <p:cNvSpPr/>
            <p:nvPr/>
          </p:nvSpPr>
          <p:spPr>
            <a:xfrm>
              <a:off x="2113574" y="554908"/>
              <a:ext cx="17140" cy="26609"/>
            </a:xfrm>
            <a:prstGeom prst="rect">
              <a:avLst/>
            </a:prstGeom>
            <a:solidFill>
              <a:srgbClr val="F4CCD1"/>
            </a:solidFill>
            <a:ln>
              <a:noFill/>
            </a:ln>
          </p:spPr>
        </p:sp>
        <p:sp>
          <p:nvSpPr>
            <p:cNvPr id="6961" name="Heatmap cell r21 c118"/>
            <p:cNvSpPr/>
            <p:nvPr/>
          </p:nvSpPr>
          <p:spPr>
            <a:xfrm>
              <a:off x="2149558" y="554908"/>
              <a:ext cx="17140" cy="26609"/>
            </a:xfrm>
            <a:prstGeom prst="rect">
              <a:avLst/>
            </a:prstGeom>
            <a:solidFill>
              <a:srgbClr val="C3D1DF"/>
            </a:solidFill>
            <a:ln>
              <a:noFill/>
            </a:ln>
          </p:spPr>
        </p:sp>
        <p:sp>
          <p:nvSpPr>
            <p:cNvPr id="6962" name="Heatmap cell r21 c119"/>
            <p:cNvSpPr/>
            <p:nvPr/>
          </p:nvSpPr>
          <p:spPr>
            <a:xfrm>
              <a:off x="2166603" y="554908"/>
              <a:ext cx="19034" cy="26609"/>
            </a:xfrm>
            <a:prstGeom prst="rect">
              <a:avLst/>
            </a:prstGeom>
            <a:solidFill>
              <a:srgbClr val="F7E2E4"/>
            </a:solidFill>
            <a:ln>
              <a:noFill/>
            </a:ln>
          </p:spPr>
        </p:sp>
        <p:sp>
          <p:nvSpPr>
            <p:cNvPr id="6963" name="Heatmap cell r21 c120"/>
            <p:cNvSpPr/>
            <p:nvPr/>
          </p:nvSpPr>
          <p:spPr>
            <a:xfrm>
              <a:off x="2185542" y="554908"/>
              <a:ext cx="17140" cy="26609"/>
            </a:xfrm>
            <a:prstGeom prst="rect">
              <a:avLst/>
            </a:prstGeom>
            <a:solidFill>
              <a:srgbClr val="6D91B3"/>
            </a:solidFill>
            <a:ln>
              <a:noFill/>
            </a:ln>
          </p:spPr>
        </p:sp>
        <p:sp>
          <p:nvSpPr>
            <p:cNvPr id="6964" name="Heatmap cell r21 c121"/>
            <p:cNvSpPr/>
            <p:nvPr/>
          </p:nvSpPr>
          <p:spPr>
            <a:xfrm>
              <a:off x="2202586" y="554908"/>
              <a:ext cx="19034" cy="26609"/>
            </a:xfrm>
            <a:prstGeom prst="rect">
              <a:avLst/>
            </a:prstGeom>
            <a:solidFill>
              <a:srgbClr val="EBA3AA"/>
            </a:solidFill>
            <a:ln>
              <a:noFill/>
            </a:ln>
          </p:spPr>
        </p:sp>
        <p:sp>
          <p:nvSpPr>
            <p:cNvPr id="6965" name="Heatmap cell r21 c122"/>
            <p:cNvSpPr/>
            <p:nvPr/>
          </p:nvSpPr>
          <p:spPr>
            <a:xfrm>
              <a:off x="2221525" y="554908"/>
              <a:ext cx="17140" cy="26609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6966" name="Heatmap cell r21 c123"/>
            <p:cNvSpPr/>
            <p:nvPr/>
          </p:nvSpPr>
          <p:spPr>
            <a:xfrm>
              <a:off x="2238570" y="554908"/>
              <a:ext cx="19034" cy="26609"/>
            </a:xfrm>
            <a:prstGeom prst="rect">
              <a:avLst/>
            </a:prstGeom>
            <a:solidFill>
              <a:srgbClr val="B8C9DA"/>
            </a:solidFill>
            <a:ln>
              <a:noFill/>
            </a:ln>
          </p:spPr>
        </p:sp>
        <p:sp>
          <p:nvSpPr>
            <p:cNvPr id="6967" name="Heatmap cell r21 c124"/>
            <p:cNvSpPr/>
            <p:nvPr/>
          </p:nvSpPr>
          <p:spPr>
            <a:xfrm>
              <a:off x="2257509" y="554908"/>
              <a:ext cx="17140" cy="26609"/>
            </a:xfrm>
            <a:prstGeom prst="rect">
              <a:avLst/>
            </a:prstGeom>
            <a:solidFill>
              <a:srgbClr val="BBCCDC"/>
            </a:solidFill>
            <a:ln>
              <a:noFill/>
            </a:ln>
          </p:spPr>
        </p:sp>
        <p:sp>
          <p:nvSpPr>
            <p:cNvPr id="6968" name="Heatmap cell r21 c125"/>
            <p:cNvSpPr/>
            <p:nvPr/>
          </p:nvSpPr>
          <p:spPr>
            <a:xfrm>
              <a:off x="2274554" y="554908"/>
              <a:ext cx="19034" cy="26609"/>
            </a:xfrm>
            <a:prstGeom prst="rect">
              <a:avLst/>
            </a:prstGeom>
            <a:solidFill>
              <a:srgbClr val="FCF6F6"/>
            </a:solidFill>
            <a:ln>
              <a:noFill/>
            </a:ln>
          </p:spPr>
        </p:sp>
        <p:sp>
          <p:nvSpPr>
            <p:cNvPr id="6969" name="Heatmap cell r21 c126"/>
            <p:cNvSpPr/>
            <p:nvPr/>
          </p:nvSpPr>
          <p:spPr>
            <a:xfrm>
              <a:off x="2293493" y="554908"/>
              <a:ext cx="17140" cy="26609"/>
            </a:xfrm>
            <a:prstGeom prst="rect">
              <a:avLst/>
            </a:prstGeom>
            <a:solidFill>
              <a:srgbClr val="8DA8C3"/>
            </a:solidFill>
            <a:ln>
              <a:noFill/>
            </a:ln>
          </p:spPr>
        </p:sp>
        <p:sp>
          <p:nvSpPr>
            <p:cNvPr id="6970" name="Heatmap cell r21 c127"/>
            <p:cNvSpPr/>
            <p:nvPr/>
          </p:nvSpPr>
          <p:spPr>
            <a:xfrm>
              <a:off x="2310538" y="554908"/>
              <a:ext cx="19034" cy="26609"/>
            </a:xfrm>
            <a:prstGeom prst="rect">
              <a:avLst/>
            </a:prstGeom>
            <a:solidFill>
              <a:srgbClr val="91ACC5"/>
            </a:solidFill>
            <a:ln>
              <a:noFill/>
            </a:ln>
          </p:spPr>
        </p:sp>
        <p:sp>
          <p:nvSpPr>
            <p:cNvPr id="6971" name="Heatmap cell r21 c128"/>
            <p:cNvSpPr/>
            <p:nvPr/>
          </p:nvSpPr>
          <p:spPr>
            <a:xfrm>
              <a:off x="2329477" y="554908"/>
              <a:ext cx="19034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6972" name="Heatmap cell r21 c129"/>
            <p:cNvSpPr/>
            <p:nvPr/>
          </p:nvSpPr>
          <p:spPr>
            <a:xfrm>
              <a:off x="2348416" y="554908"/>
              <a:ext cx="17140" cy="26609"/>
            </a:xfrm>
            <a:prstGeom prst="rect">
              <a:avLst/>
            </a:prstGeom>
            <a:solidFill>
              <a:srgbClr val="F8E4E7"/>
            </a:solidFill>
            <a:ln>
              <a:noFill/>
            </a:ln>
          </p:spPr>
        </p:sp>
        <p:sp>
          <p:nvSpPr>
            <p:cNvPr id="6973" name="Heatmap cell r21 c131"/>
            <p:cNvSpPr/>
            <p:nvPr/>
          </p:nvSpPr>
          <p:spPr>
            <a:xfrm>
              <a:off x="2384399" y="554908"/>
              <a:ext cx="17140" cy="26609"/>
            </a:xfrm>
            <a:prstGeom prst="rect">
              <a:avLst/>
            </a:prstGeom>
            <a:solidFill>
              <a:srgbClr val="CDD9E3"/>
            </a:solidFill>
            <a:ln>
              <a:noFill/>
            </a:ln>
          </p:spPr>
        </p:sp>
        <p:sp>
          <p:nvSpPr>
            <p:cNvPr id="6974" name="Heatmap cell r21 c132"/>
            <p:cNvSpPr/>
            <p:nvPr/>
          </p:nvSpPr>
          <p:spPr>
            <a:xfrm>
              <a:off x="2401444" y="554908"/>
              <a:ext cx="19034" cy="26609"/>
            </a:xfrm>
            <a:prstGeom prst="rect">
              <a:avLst/>
            </a:prstGeom>
            <a:solidFill>
              <a:srgbClr val="7494B6"/>
            </a:solidFill>
            <a:ln>
              <a:noFill/>
            </a:ln>
          </p:spPr>
        </p:sp>
        <p:sp>
          <p:nvSpPr>
            <p:cNvPr id="6975" name="Heatmap cell r21 c133"/>
            <p:cNvSpPr/>
            <p:nvPr/>
          </p:nvSpPr>
          <p:spPr>
            <a:xfrm>
              <a:off x="2420383" y="554908"/>
              <a:ext cx="17140" cy="26609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6976" name="Heatmap cell r21 c134"/>
            <p:cNvSpPr/>
            <p:nvPr/>
          </p:nvSpPr>
          <p:spPr>
            <a:xfrm>
              <a:off x="2437428" y="554908"/>
              <a:ext cx="19034" cy="26609"/>
            </a:xfrm>
            <a:prstGeom prst="rect">
              <a:avLst/>
            </a:prstGeom>
            <a:solidFill>
              <a:srgbClr val="CFDAE4"/>
            </a:solidFill>
            <a:ln>
              <a:noFill/>
            </a:ln>
          </p:spPr>
        </p:sp>
        <p:sp>
          <p:nvSpPr>
            <p:cNvPr id="6977" name="Heatmap cell r21 c136"/>
            <p:cNvSpPr/>
            <p:nvPr/>
          </p:nvSpPr>
          <p:spPr>
            <a:xfrm>
              <a:off x="2473412" y="554908"/>
              <a:ext cx="19034" cy="26609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6978" name="Heatmap cell r21 c137"/>
            <p:cNvSpPr/>
            <p:nvPr/>
          </p:nvSpPr>
          <p:spPr>
            <a:xfrm>
              <a:off x="2492351" y="554908"/>
              <a:ext cx="17140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6979" name="Heatmap cell r21 c138"/>
            <p:cNvSpPr/>
            <p:nvPr/>
          </p:nvSpPr>
          <p:spPr>
            <a:xfrm>
              <a:off x="2509396" y="554908"/>
              <a:ext cx="19034" cy="26609"/>
            </a:xfrm>
            <a:prstGeom prst="rect">
              <a:avLst/>
            </a:prstGeom>
            <a:solidFill>
              <a:srgbClr val="B8C9DA"/>
            </a:solidFill>
            <a:ln>
              <a:noFill/>
            </a:ln>
          </p:spPr>
        </p:sp>
        <p:sp>
          <p:nvSpPr>
            <p:cNvPr id="6980" name="Heatmap cell r21 c139"/>
            <p:cNvSpPr/>
            <p:nvPr/>
          </p:nvSpPr>
          <p:spPr>
            <a:xfrm>
              <a:off x="2528334" y="554908"/>
              <a:ext cx="17140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6981" name="Heatmap cell r21 c140"/>
            <p:cNvSpPr/>
            <p:nvPr/>
          </p:nvSpPr>
          <p:spPr>
            <a:xfrm>
              <a:off x="2545379" y="554908"/>
              <a:ext cx="19034" cy="26609"/>
            </a:xfrm>
            <a:prstGeom prst="rect">
              <a:avLst/>
            </a:prstGeom>
            <a:solidFill>
              <a:srgbClr val="FBF0F1"/>
            </a:solidFill>
            <a:ln>
              <a:noFill/>
            </a:ln>
          </p:spPr>
        </p:sp>
        <p:sp>
          <p:nvSpPr>
            <p:cNvPr id="6982" name="Heatmap cell r21 c141"/>
            <p:cNvSpPr/>
            <p:nvPr/>
          </p:nvSpPr>
          <p:spPr>
            <a:xfrm>
              <a:off x="2564318" y="554908"/>
              <a:ext cx="19034" cy="26609"/>
            </a:xfrm>
            <a:prstGeom prst="rect">
              <a:avLst/>
            </a:prstGeom>
            <a:solidFill>
              <a:srgbClr val="F8DEE0"/>
            </a:solidFill>
            <a:ln>
              <a:noFill/>
            </a:ln>
          </p:spPr>
        </p:sp>
        <p:sp>
          <p:nvSpPr>
            <p:cNvPr id="6983" name="Heatmap cell r21 c142"/>
            <p:cNvSpPr/>
            <p:nvPr/>
          </p:nvSpPr>
          <p:spPr>
            <a:xfrm>
              <a:off x="2583257" y="554908"/>
              <a:ext cx="17140" cy="26609"/>
            </a:xfrm>
            <a:prstGeom prst="rect">
              <a:avLst/>
            </a:prstGeom>
            <a:solidFill>
              <a:srgbClr val="7696B8"/>
            </a:solidFill>
            <a:ln>
              <a:noFill/>
            </a:ln>
          </p:spPr>
        </p:sp>
        <p:sp>
          <p:nvSpPr>
            <p:cNvPr id="6984" name="Heatmap cell r21 c143"/>
            <p:cNvSpPr/>
            <p:nvPr/>
          </p:nvSpPr>
          <p:spPr>
            <a:xfrm>
              <a:off x="2600302" y="554908"/>
              <a:ext cx="19034" cy="26609"/>
            </a:xfrm>
            <a:prstGeom prst="rect">
              <a:avLst/>
            </a:prstGeom>
            <a:solidFill>
              <a:srgbClr val="E1E9EF"/>
            </a:solidFill>
            <a:ln>
              <a:noFill/>
            </a:ln>
          </p:spPr>
        </p:sp>
        <p:sp>
          <p:nvSpPr>
            <p:cNvPr id="6985" name="Heatmap cell r21 c144"/>
            <p:cNvSpPr/>
            <p:nvPr/>
          </p:nvSpPr>
          <p:spPr>
            <a:xfrm>
              <a:off x="2619241" y="554908"/>
              <a:ext cx="17140" cy="26609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6986" name="Heatmap cell r21 c145"/>
            <p:cNvSpPr/>
            <p:nvPr/>
          </p:nvSpPr>
          <p:spPr>
            <a:xfrm>
              <a:off x="2636286" y="554908"/>
              <a:ext cx="19034" cy="26609"/>
            </a:xfrm>
            <a:prstGeom prst="rect">
              <a:avLst/>
            </a:prstGeom>
            <a:solidFill>
              <a:srgbClr val="B7C7D9"/>
            </a:solidFill>
            <a:ln>
              <a:noFill/>
            </a:ln>
          </p:spPr>
        </p:sp>
        <p:sp>
          <p:nvSpPr>
            <p:cNvPr id="6987" name="Heatmap cell r21 c147"/>
            <p:cNvSpPr/>
            <p:nvPr/>
          </p:nvSpPr>
          <p:spPr>
            <a:xfrm>
              <a:off x="2672270" y="554908"/>
              <a:ext cx="19034" cy="26609"/>
            </a:xfrm>
            <a:prstGeom prst="rect">
              <a:avLst/>
            </a:prstGeom>
            <a:solidFill>
              <a:srgbClr val="F3C7CC"/>
            </a:solidFill>
            <a:ln>
              <a:noFill/>
            </a:ln>
          </p:spPr>
        </p:sp>
        <p:sp>
          <p:nvSpPr>
            <p:cNvPr id="6988" name="Heatmap cell r21 c148"/>
            <p:cNvSpPr/>
            <p:nvPr/>
          </p:nvSpPr>
          <p:spPr>
            <a:xfrm>
              <a:off x="2691208" y="554908"/>
              <a:ext cx="17140" cy="26609"/>
            </a:xfrm>
            <a:prstGeom prst="rect">
              <a:avLst/>
            </a:prstGeom>
            <a:solidFill>
              <a:srgbClr val="FAECEC"/>
            </a:solidFill>
            <a:ln>
              <a:noFill/>
            </a:ln>
          </p:spPr>
        </p:sp>
        <p:sp>
          <p:nvSpPr>
            <p:cNvPr id="6989" name="Heatmap cell r21 c149"/>
            <p:cNvSpPr/>
            <p:nvPr/>
          </p:nvSpPr>
          <p:spPr>
            <a:xfrm>
              <a:off x="2708253" y="554908"/>
              <a:ext cx="19034" cy="26609"/>
            </a:xfrm>
            <a:prstGeom prst="rect">
              <a:avLst/>
            </a:prstGeom>
            <a:solidFill>
              <a:srgbClr val="9BB3CA"/>
            </a:solidFill>
            <a:ln>
              <a:noFill/>
            </a:ln>
          </p:spPr>
        </p:sp>
        <p:sp>
          <p:nvSpPr>
            <p:cNvPr id="6990" name="Heatmap cell r21 c150"/>
            <p:cNvSpPr/>
            <p:nvPr/>
          </p:nvSpPr>
          <p:spPr>
            <a:xfrm>
              <a:off x="2727192" y="554908"/>
              <a:ext cx="17140" cy="26609"/>
            </a:xfrm>
            <a:prstGeom prst="rect">
              <a:avLst/>
            </a:prstGeom>
            <a:solidFill>
              <a:srgbClr val="F5D0D3"/>
            </a:solidFill>
            <a:ln>
              <a:noFill/>
            </a:ln>
          </p:spPr>
        </p:sp>
        <p:sp>
          <p:nvSpPr>
            <p:cNvPr id="6991" name="Heatmap cell r21 c151"/>
            <p:cNvSpPr/>
            <p:nvPr/>
          </p:nvSpPr>
          <p:spPr>
            <a:xfrm>
              <a:off x="2744237" y="554908"/>
              <a:ext cx="19034" cy="26609"/>
            </a:xfrm>
            <a:prstGeom prst="rect">
              <a:avLst/>
            </a:prstGeom>
            <a:solidFill>
              <a:srgbClr val="CCD7E3"/>
            </a:solidFill>
            <a:ln>
              <a:noFill/>
            </a:ln>
          </p:spPr>
        </p:sp>
        <p:sp>
          <p:nvSpPr>
            <p:cNvPr id="6992" name="Heatmap cell r21 c152"/>
            <p:cNvSpPr/>
            <p:nvPr/>
          </p:nvSpPr>
          <p:spPr>
            <a:xfrm>
              <a:off x="2763176" y="554908"/>
              <a:ext cx="17140" cy="26609"/>
            </a:xfrm>
            <a:prstGeom prst="rect">
              <a:avLst/>
            </a:prstGeom>
            <a:solidFill>
              <a:srgbClr val="F0F5F8"/>
            </a:solidFill>
            <a:ln>
              <a:noFill/>
            </a:ln>
          </p:spPr>
        </p:sp>
        <p:sp>
          <p:nvSpPr>
            <p:cNvPr id="6993" name="Heatmap cell r21 c153"/>
            <p:cNvSpPr/>
            <p:nvPr/>
          </p:nvSpPr>
          <p:spPr>
            <a:xfrm>
              <a:off x="2780221" y="554908"/>
              <a:ext cx="19034" cy="26609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6994" name="Heatmap cell r21 c154"/>
            <p:cNvSpPr/>
            <p:nvPr/>
          </p:nvSpPr>
          <p:spPr>
            <a:xfrm>
              <a:off x="2799160" y="554908"/>
              <a:ext cx="17140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6995" name="Heatmap cell r21 c155"/>
            <p:cNvSpPr/>
            <p:nvPr/>
          </p:nvSpPr>
          <p:spPr>
            <a:xfrm>
              <a:off x="2816205" y="554908"/>
              <a:ext cx="19034" cy="26609"/>
            </a:xfrm>
            <a:prstGeom prst="rect">
              <a:avLst/>
            </a:prstGeom>
            <a:solidFill>
              <a:srgbClr val="F1F5F8"/>
            </a:solidFill>
            <a:ln>
              <a:noFill/>
            </a:ln>
          </p:spPr>
        </p:sp>
        <p:sp>
          <p:nvSpPr>
            <p:cNvPr id="6996" name="Heatmap cell r21 c156"/>
            <p:cNvSpPr/>
            <p:nvPr/>
          </p:nvSpPr>
          <p:spPr>
            <a:xfrm>
              <a:off x="2835144" y="554908"/>
              <a:ext cx="19034" cy="26609"/>
            </a:xfrm>
            <a:prstGeom prst="rect">
              <a:avLst/>
            </a:prstGeom>
            <a:solidFill>
              <a:srgbClr val="E9969F"/>
            </a:solidFill>
            <a:ln>
              <a:noFill/>
            </a:ln>
          </p:spPr>
        </p:sp>
        <p:sp>
          <p:nvSpPr>
            <p:cNvPr id="6997" name="Heatmap cell r21 c157"/>
            <p:cNvSpPr/>
            <p:nvPr/>
          </p:nvSpPr>
          <p:spPr>
            <a:xfrm>
              <a:off x="2854082" y="554908"/>
              <a:ext cx="17140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6998" name="Heatmap cell r21 c158"/>
            <p:cNvSpPr/>
            <p:nvPr/>
          </p:nvSpPr>
          <p:spPr>
            <a:xfrm>
              <a:off x="2871127" y="554908"/>
              <a:ext cx="19034" cy="26609"/>
            </a:xfrm>
            <a:prstGeom prst="rect">
              <a:avLst/>
            </a:prstGeom>
            <a:solidFill>
              <a:srgbClr val="D7E1EB"/>
            </a:solidFill>
            <a:ln>
              <a:noFill/>
            </a:ln>
          </p:spPr>
        </p:sp>
        <p:sp>
          <p:nvSpPr>
            <p:cNvPr id="6999" name="Heatmap cell r21 c159"/>
            <p:cNvSpPr/>
            <p:nvPr/>
          </p:nvSpPr>
          <p:spPr>
            <a:xfrm>
              <a:off x="2890066" y="554908"/>
              <a:ext cx="17140" cy="26609"/>
            </a:xfrm>
            <a:prstGeom prst="rect">
              <a:avLst/>
            </a:prstGeom>
            <a:solidFill>
              <a:srgbClr val="9FB6CD"/>
            </a:solidFill>
            <a:ln>
              <a:noFill/>
            </a:ln>
          </p:spPr>
        </p:sp>
        <p:sp>
          <p:nvSpPr>
            <p:cNvPr id="7000" name="Heatmap cell r21 c160"/>
            <p:cNvSpPr/>
            <p:nvPr/>
          </p:nvSpPr>
          <p:spPr>
            <a:xfrm>
              <a:off x="2907111" y="554908"/>
              <a:ext cx="19034" cy="26609"/>
            </a:xfrm>
            <a:prstGeom prst="rect">
              <a:avLst/>
            </a:prstGeom>
            <a:solidFill>
              <a:srgbClr val="F8DBDD"/>
            </a:solidFill>
            <a:ln>
              <a:noFill/>
            </a:ln>
          </p:spPr>
        </p:sp>
        <p:sp>
          <p:nvSpPr>
            <p:cNvPr id="7001" name="Heatmap cell r21 c161"/>
            <p:cNvSpPr/>
            <p:nvPr/>
          </p:nvSpPr>
          <p:spPr>
            <a:xfrm>
              <a:off x="2926050" y="554908"/>
              <a:ext cx="17140" cy="26609"/>
            </a:xfrm>
            <a:prstGeom prst="rect">
              <a:avLst/>
            </a:prstGeom>
            <a:solidFill>
              <a:srgbClr val="6187AC"/>
            </a:solidFill>
            <a:ln>
              <a:noFill/>
            </a:ln>
          </p:spPr>
        </p:sp>
        <p:sp>
          <p:nvSpPr>
            <p:cNvPr id="7002" name="Heatmap cell r21 c162"/>
            <p:cNvSpPr/>
            <p:nvPr/>
          </p:nvSpPr>
          <p:spPr>
            <a:xfrm>
              <a:off x="2943095" y="554908"/>
              <a:ext cx="19034" cy="26609"/>
            </a:xfrm>
            <a:prstGeom prst="rect">
              <a:avLst/>
            </a:prstGeom>
            <a:solidFill>
              <a:srgbClr val="86A3C0"/>
            </a:solidFill>
            <a:ln>
              <a:noFill/>
            </a:ln>
          </p:spPr>
        </p:sp>
        <p:sp>
          <p:nvSpPr>
            <p:cNvPr id="7003" name="Heatmap cell r21 c163"/>
            <p:cNvSpPr/>
            <p:nvPr/>
          </p:nvSpPr>
          <p:spPr>
            <a:xfrm>
              <a:off x="2962034" y="554908"/>
              <a:ext cx="17140" cy="26609"/>
            </a:xfrm>
            <a:prstGeom prst="rect">
              <a:avLst/>
            </a:prstGeom>
            <a:solidFill>
              <a:srgbClr val="A3B9CF"/>
            </a:solidFill>
            <a:ln>
              <a:noFill/>
            </a:ln>
          </p:spPr>
        </p:sp>
        <p:sp>
          <p:nvSpPr>
            <p:cNvPr id="7004" name="Heatmap cell r21 c164"/>
            <p:cNvSpPr/>
            <p:nvPr/>
          </p:nvSpPr>
          <p:spPr>
            <a:xfrm>
              <a:off x="2979079" y="554908"/>
              <a:ext cx="19034" cy="26609"/>
            </a:xfrm>
            <a:prstGeom prst="rect">
              <a:avLst/>
            </a:prstGeom>
            <a:solidFill>
              <a:srgbClr val="9EB5CC"/>
            </a:solidFill>
            <a:ln>
              <a:noFill/>
            </a:ln>
          </p:spPr>
        </p:sp>
        <p:sp>
          <p:nvSpPr>
            <p:cNvPr id="7005" name="Heatmap cell r21 c165"/>
            <p:cNvSpPr/>
            <p:nvPr/>
          </p:nvSpPr>
          <p:spPr>
            <a:xfrm>
              <a:off x="2998018" y="554908"/>
              <a:ext cx="17140" cy="26609"/>
            </a:xfrm>
            <a:prstGeom prst="rect">
              <a:avLst/>
            </a:prstGeom>
            <a:solidFill>
              <a:srgbClr val="ADC2D4"/>
            </a:solidFill>
            <a:ln>
              <a:noFill/>
            </a:ln>
          </p:spPr>
        </p:sp>
        <p:sp>
          <p:nvSpPr>
            <p:cNvPr id="7006" name="Heatmap cell r21 c166"/>
            <p:cNvSpPr/>
            <p:nvPr/>
          </p:nvSpPr>
          <p:spPr>
            <a:xfrm>
              <a:off x="3015062" y="554908"/>
              <a:ext cx="19034" cy="26609"/>
            </a:xfrm>
            <a:prstGeom prst="rect">
              <a:avLst/>
            </a:prstGeom>
            <a:solidFill>
              <a:srgbClr val="7494B6"/>
            </a:solidFill>
            <a:ln>
              <a:noFill/>
            </a:ln>
          </p:spPr>
        </p:sp>
        <p:sp>
          <p:nvSpPr>
            <p:cNvPr id="7007" name="Heatmap cell r21 c167"/>
            <p:cNvSpPr/>
            <p:nvPr/>
          </p:nvSpPr>
          <p:spPr>
            <a:xfrm>
              <a:off x="3034001" y="554908"/>
              <a:ext cx="17140" cy="26609"/>
            </a:xfrm>
            <a:prstGeom prst="rect">
              <a:avLst/>
            </a:prstGeom>
            <a:solidFill>
              <a:srgbClr val="C5D3E0"/>
            </a:solidFill>
            <a:ln>
              <a:noFill/>
            </a:ln>
          </p:spPr>
        </p:sp>
        <p:sp>
          <p:nvSpPr>
            <p:cNvPr id="7008" name="Heatmap cell r21 c168"/>
            <p:cNvSpPr/>
            <p:nvPr/>
          </p:nvSpPr>
          <p:spPr>
            <a:xfrm>
              <a:off x="3051046" y="554908"/>
              <a:ext cx="19034" cy="26609"/>
            </a:xfrm>
            <a:prstGeom prst="rect">
              <a:avLst/>
            </a:prstGeom>
            <a:solidFill>
              <a:srgbClr val="BACADB"/>
            </a:solidFill>
            <a:ln>
              <a:noFill/>
            </a:ln>
          </p:spPr>
        </p:sp>
        <p:sp>
          <p:nvSpPr>
            <p:cNvPr id="7009" name="Heatmap cell r21 c169"/>
            <p:cNvSpPr/>
            <p:nvPr/>
          </p:nvSpPr>
          <p:spPr>
            <a:xfrm>
              <a:off x="3069985" y="554908"/>
              <a:ext cx="19034" cy="26609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</p:sp>
        <p:sp>
          <p:nvSpPr>
            <p:cNvPr id="7010" name="Heatmap cell r21 c170"/>
            <p:cNvSpPr/>
            <p:nvPr/>
          </p:nvSpPr>
          <p:spPr>
            <a:xfrm>
              <a:off x="3088924" y="554908"/>
              <a:ext cx="17140" cy="26609"/>
            </a:xfrm>
            <a:prstGeom prst="rect">
              <a:avLst/>
            </a:prstGeom>
            <a:solidFill>
              <a:srgbClr val="ADC2D4"/>
            </a:solidFill>
            <a:ln>
              <a:noFill/>
            </a:ln>
          </p:spPr>
        </p:sp>
        <p:sp>
          <p:nvSpPr>
            <p:cNvPr id="7011" name="Heatmap cell r21 c171"/>
            <p:cNvSpPr/>
            <p:nvPr/>
          </p:nvSpPr>
          <p:spPr>
            <a:xfrm>
              <a:off x="3105969" y="554908"/>
              <a:ext cx="19034" cy="26609"/>
            </a:xfrm>
            <a:prstGeom prst="rect">
              <a:avLst/>
            </a:prstGeom>
            <a:solidFill>
              <a:srgbClr val="ECF0F6"/>
            </a:solidFill>
            <a:ln>
              <a:noFill/>
            </a:ln>
          </p:spPr>
        </p:sp>
        <p:sp>
          <p:nvSpPr>
            <p:cNvPr id="7012" name="Heatmap cell r21 c172"/>
            <p:cNvSpPr/>
            <p:nvPr/>
          </p:nvSpPr>
          <p:spPr>
            <a:xfrm>
              <a:off x="3124908" y="554908"/>
              <a:ext cx="17140" cy="26609"/>
            </a:xfrm>
            <a:prstGeom prst="rect">
              <a:avLst/>
            </a:prstGeom>
            <a:solidFill>
              <a:srgbClr val="97B0C8"/>
            </a:solidFill>
            <a:ln>
              <a:noFill/>
            </a:ln>
          </p:spPr>
        </p:sp>
        <p:sp>
          <p:nvSpPr>
            <p:cNvPr id="7013" name="Heatmap cell r21 c173"/>
            <p:cNvSpPr/>
            <p:nvPr/>
          </p:nvSpPr>
          <p:spPr>
            <a:xfrm>
              <a:off x="3141953" y="554908"/>
              <a:ext cx="19034" cy="26609"/>
            </a:xfrm>
            <a:prstGeom prst="rect">
              <a:avLst/>
            </a:prstGeom>
            <a:solidFill>
              <a:srgbClr val="ABBED2"/>
            </a:solidFill>
            <a:ln>
              <a:noFill/>
            </a:ln>
          </p:spPr>
        </p:sp>
        <p:sp>
          <p:nvSpPr>
            <p:cNvPr id="7014" name="Heatmap cell r21 c175"/>
            <p:cNvSpPr/>
            <p:nvPr/>
          </p:nvSpPr>
          <p:spPr>
            <a:xfrm>
              <a:off x="3177936" y="554908"/>
              <a:ext cx="19034" cy="26609"/>
            </a:xfrm>
            <a:prstGeom prst="rect">
              <a:avLst/>
            </a:prstGeom>
            <a:solidFill>
              <a:srgbClr val="B8C8DA"/>
            </a:solidFill>
            <a:ln>
              <a:noFill/>
            </a:ln>
          </p:spPr>
        </p:sp>
        <p:sp>
          <p:nvSpPr>
            <p:cNvPr id="7015" name="Heatmap cell r21 c176"/>
            <p:cNvSpPr/>
            <p:nvPr/>
          </p:nvSpPr>
          <p:spPr>
            <a:xfrm>
              <a:off x="3196875" y="554908"/>
              <a:ext cx="17140" cy="26609"/>
            </a:xfrm>
            <a:prstGeom prst="rect">
              <a:avLst/>
            </a:prstGeom>
            <a:solidFill>
              <a:srgbClr val="FBF3F4"/>
            </a:solidFill>
            <a:ln>
              <a:noFill/>
            </a:ln>
          </p:spPr>
        </p:sp>
        <p:sp>
          <p:nvSpPr>
            <p:cNvPr id="7016" name="Heatmap cell r21 c177"/>
            <p:cNvSpPr/>
            <p:nvPr/>
          </p:nvSpPr>
          <p:spPr>
            <a:xfrm>
              <a:off x="3213920" y="554908"/>
              <a:ext cx="19034" cy="26609"/>
            </a:xfrm>
            <a:prstGeom prst="rect">
              <a:avLst/>
            </a:prstGeom>
            <a:solidFill>
              <a:srgbClr val="F0F4F7"/>
            </a:solidFill>
            <a:ln>
              <a:noFill/>
            </a:ln>
          </p:spPr>
        </p:sp>
        <p:sp>
          <p:nvSpPr>
            <p:cNvPr id="7017" name="Heatmap cell r21 c178"/>
            <p:cNvSpPr/>
            <p:nvPr/>
          </p:nvSpPr>
          <p:spPr>
            <a:xfrm>
              <a:off x="3232859" y="554908"/>
              <a:ext cx="17140" cy="26609"/>
            </a:xfrm>
            <a:prstGeom prst="rect">
              <a:avLst/>
            </a:prstGeom>
            <a:solidFill>
              <a:srgbClr val="C8D5E2"/>
            </a:solidFill>
            <a:ln>
              <a:noFill/>
            </a:ln>
          </p:spPr>
        </p:sp>
        <p:sp>
          <p:nvSpPr>
            <p:cNvPr id="7018" name="Heatmap cell r21 c180"/>
            <p:cNvSpPr/>
            <p:nvPr/>
          </p:nvSpPr>
          <p:spPr>
            <a:xfrm>
              <a:off x="3268843" y="554908"/>
              <a:ext cx="17140" cy="26609"/>
            </a:xfrm>
            <a:prstGeom prst="rect">
              <a:avLst/>
            </a:prstGeom>
            <a:solidFill>
              <a:srgbClr val="527BA3"/>
            </a:solidFill>
            <a:ln>
              <a:noFill/>
            </a:ln>
          </p:spPr>
        </p:sp>
        <p:sp>
          <p:nvSpPr>
            <p:cNvPr id="7019" name="Heatmap cell r21 c182"/>
            <p:cNvSpPr/>
            <p:nvPr/>
          </p:nvSpPr>
          <p:spPr>
            <a:xfrm>
              <a:off x="3304827" y="554908"/>
              <a:ext cx="19034" cy="26609"/>
            </a:xfrm>
            <a:prstGeom prst="rect">
              <a:avLst/>
            </a:prstGeom>
            <a:solidFill>
              <a:srgbClr val="EBF0F6"/>
            </a:solidFill>
            <a:ln>
              <a:noFill/>
            </a:ln>
          </p:spPr>
        </p:sp>
        <p:sp>
          <p:nvSpPr>
            <p:cNvPr id="7020" name="Heatmap cell r21 c183"/>
            <p:cNvSpPr/>
            <p:nvPr/>
          </p:nvSpPr>
          <p:spPr>
            <a:xfrm>
              <a:off x="3323765" y="554908"/>
              <a:ext cx="17140" cy="26609"/>
            </a:xfrm>
            <a:prstGeom prst="rect">
              <a:avLst/>
            </a:prstGeom>
            <a:solidFill>
              <a:srgbClr val="E6EBF1"/>
            </a:solidFill>
            <a:ln>
              <a:noFill/>
            </a:ln>
          </p:spPr>
        </p:sp>
        <p:sp>
          <p:nvSpPr>
            <p:cNvPr id="7021" name="Heatmap cell r21 c184"/>
            <p:cNvSpPr/>
            <p:nvPr/>
          </p:nvSpPr>
          <p:spPr>
            <a:xfrm>
              <a:off x="3340810" y="554908"/>
              <a:ext cx="19034" cy="26609"/>
            </a:xfrm>
            <a:prstGeom prst="rect">
              <a:avLst/>
            </a:prstGeom>
            <a:solidFill>
              <a:srgbClr val="8FAAC5"/>
            </a:solidFill>
            <a:ln>
              <a:noFill/>
            </a:ln>
          </p:spPr>
        </p:sp>
        <p:sp>
          <p:nvSpPr>
            <p:cNvPr id="7022" name="Heatmap cell r21 c185"/>
            <p:cNvSpPr/>
            <p:nvPr/>
          </p:nvSpPr>
          <p:spPr>
            <a:xfrm>
              <a:off x="3359749" y="554908"/>
              <a:ext cx="17140" cy="26609"/>
            </a:xfrm>
            <a:prstGeom prst="rect">
              <a:avLst/>
            </a:prstGeom>
            <a:solidFill>
              <a:srgbClr val="86A3C0"/>
            </a:solidFill>
            <a:ln>
              <a:noFill/>
            </a:ln>
          </p:spPr>
        </p:sp>
        <p:sp>
          <p:nvSpPr>
            <p:cNvPr id="7023" name="Heatmap cell r21 c186"/>
            <p:cNvSpPr/>
            <p:nvPr/>
          </p:nvSpPr>
          <p:spPr>
            <a:xfrm>
              <a:off x="3376794" y="554908"/>
              <a:ext cx="19034" cy="26609"/>
            </a:xfrm>
            <a:prstGeom prst="rect">
              <a:avLst/>
            </a:prstGeom>
            <a:solidFill>
              <a:srgbClr val="C8D5E2"/>
            </a:solidFill>
            <a:ln>
              <a:noFill/>
            </a:ln>
          </p:spPr>
        </p:sp>
        <p:sp>
          <p:nvSpPr>
            <p:cNvPr id="7024" name="Heatmap cell r21 c188"/>
            <p:cNvSpPr/>
            <p:nvPr/>
          </p:nvSpPr>
          <p:spPr>
            <a:xfrm>
              <a:off x="3412778" y="554908"/>
              <a:ext cx="19034" cy="26609"/>
            </a:xfrm>
            <a:prstGeom prst="rect">
              <a:avLst/>
            </a:prstGeom>
            <a:solidFill>
              <a:srgbClr val="AFC4D5"/>
            </a:solidFill>
            <a:ln>
              <a:noFill/>
            </a:ln>
          </p:spPr>
        </p:sp>
        <p:sp>
          <p:nvSpPr>
            <p:cNvPr id="7025" name="Heatmap cell r21 c189"/>
            <p:cNvSpPr/>
            <p:nvPr/>
          </p:nvSpPr>
          <p:spPr>
            <a:xfrm>
              <a:off x="3431717" y="554908"/>
              <a:ext cx="17140" cy="26609"/>
            </a:xfrm>
            <a:prstGeom prst="rect">
              <a:avLst/>
            </a:prstGeom>
            <a:solidFill>
              <a:srgbClr val="5780A9"/>
            </a:solidFill>
            <a:ln>
              <a:noFill/>
            </a:ln>
          </p:spPr>
        </p:sp>
        <p:sp>
          <p:nvSpPr>
            <p:cNvPr id="7026" name="Heatmap cell r21 c190"/>
            <p:cNvSpPr/>
            <p:nvPr/>
          </p:nvSpPr>
          <p:spPr>
            <a:xfrm>
              <a:off x="3448762" y="554908"/>
              <a:ext cx="19034" cy="26609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7027" name="Heatmap cell r21 c191"/>
            <p:cNvSpPr/>
            <p:nvPr/>
          </p:nvSpPr>
          <p:spPr>
            <a:xfrm>
              <a:off x="3467701" y="554908"/>
              <a:ext cx="17140" cy="26609"/>
            </a:xfrm>
            <a:prstGeom prst="rect">
              <a:avLst/>
            </a:prstGeom>
            <a:solidFill>
              <a:srgbClr val="A3B9CF"/>
            </a:solidFill>
            <a:ln>
              <a:noFill/>
            </a:ln>
          </p:spPr>
        </p:sp>
        <p:sp>
          <p:nvSpPr>
            <p:cNvPr id="7028" name="Heatmap cell r21 c192"/>
            <p:cNvSpPr/>
            <p:nvPr/>
          </p:nvSpPr>
          <p:spPr>
            <a:xfrm>
              <a:off x="3484746" y="554908"/>
              <a:ext cx="19034" cy="26609"/>
            </a:xfrm>
            <a:prstGeom prst="rect">
              <a:avLst/>
            </a:prstGeom>
            <a:solidFill>
              <a:srgbClr val="E4EBEF"/>
            </a:solidFill>
            <a:ln>
              <a:noFill/>
            </a:ln>
          </p:spPr>
        </p:sp>
        <p:sp>
          <p:nvSpPr>
            <p:cNvPr id="7029" name="Heatmap cell r21 c193"/>
            <p:cNvSpPr/>
            <p:nvPr/>
          </p:nvSpPr>
          <p:spPr>
            <a:xfrm>
              <a:off x="3503684" y="554908"/>
              <a:ext cx="17140" cy="26609"/>
            </a:xfrm>
            <a:prstGeom prst="rect">
              <a:avLst/>
            </a:prstGeom>
            <a:solidFill>
              <a:srgbClr val="9EB5CC"/>
            </a:solidFill>
            <a:ln>
              <a:noFill/>
            </a:ln>
          </p:spPr>
        </p:sp>
        <p:sp>
          <p:nvSpPr>
            <p:cNvPr id="7030" name="Heatmap cell r21 c194"/>
            <p:cNvSpPr/>
            <p:nvPr/>
          </p:nvSpPr>
          <p:spPr>
            <a:xfrm>
              <a:off x="3520729" y="554908"/>
              <a:ext cx="19034" cy="26609"/>
            </a:xfrm>
            <a:prstGeom prst="rect">
              <a:avLst/>
            </a:prstGeom>
            <a:solidFill>
              <a:srgbClr val="A7BBD1"/>
            </a:solidFill>
            <a:ln>
              <a:noFill/>
            </a:ln>
          </p:spPr>
        </p:sp>
        <p:sp>
          <p:nvSpPr>
            <p:cNvPr id="7031" name="Heatmap cell r21 c195"/>
            <p:cNvSpPr/>
            <p:nvPr/>
          </p:nvSpPr>
          <p:spPr>
            <a:xfrm>
              <a:off x="3539668" y="554908"/>
              <a:ext cx="19034" cy="26609"/>
            </a:xfrm>
            <a:prstGeom prst="rect">
              <a:avLst/>
            </a:prstGeom>
            <a:solidFill>
              <a:srgbClr val="9BB3CA"/>
            </a:solidFill>
            <a:ln>
              <a:noFill/>
            </a:ln>
          </p:spPr>
        </p:sp>
        <p:sp>
          <p:nvSpPr>
            <p:cNvPr id="7032" name="Heatmap cell r21 c196"/>
            <p:cNvSpPr/>
            <p:nvPr/>
          </p:nvSpPr>
          <p:spPr>
            <a:xfrm>
              <a:off x="3558607" y="554908"/>
              <a:ext cx="17140" cy="26609"/>
            </a:xfrm>
            <a:prstGeom prst="rect">
              <a:avLst/>
            </a:prstGeom>
            <a:solidFill>
              <a:srgbClr val="BCCCDC"/>
            </a:solidFill>
            <a:ln>
              <a:noFill/>
            </a:ln>
          </p:spPr>
        </p:sp>
        <p:sp>
          <p:nvSpPr>
            <p:cNvPr id="7033" name="Heatmap cell r21 c197"/>
            <p:cNvSpPr/>
            <p:nvPr/>
          </p:nvSpPr>
          <p:spPr>
            <a:xfrm>
              <a:off x="3575652" y="554908"/>
              <a:ext cx="19034" cy="26609"/>
            </a:xfrm>
            <a:prstGeom prst="rect">
              <a:avLst/>
            </a:prstGeom>
            <a:solidFill>
              <a:srgbClr val="DEE6EC"/>
            </a:solidFill>
            <a:ln>
              <a:noFill/>
            </a:ln>
          </p:spPr>
        </p:sp>
        <p:sp>
          <p:nvSpPr>
            <p:cNvPr id="7034" name="Heatmap cell r21 c198"/>
            <p:cNvSpPr/>
            <p:nvPr/>
          </p:nvSpPr>
          <p:spPr>
            <a:xfrm>
              <a:off x="3594591" y="554908"/>
              <a:ext cx="17140" cy="26609"/>
            </a:xfrm>
            <a:prstGeom prst="rect">
              <a:avLst/>
            </a:prstGeom>
            <a:solidFill>
              <a:srgbClr val="EAEEF4"/>
            </a:solidFill>
            <a:ln>
              <a:noFill/>
            </a:ln>
          </p:spPr>
        </p:sp>
        <p:sp>
          <p:nvSpPr>
            <p:cNvPr id="7035" name="Heatmap cell r21 c199"/>
            <p:cNvSpPr/>
            <p:nvPr/>
          </p:nvSpPr>
          <p:spPr>
            <a:xfrm>
              <a:off x="3611636" y="554908"/>
              <a:ext cx="19034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7036" name="Heatmap cell r21 c200"/>
            <p:cNvSpPr/>
            <p:nvPr/>
          </p:nvSpPr>
          <p:spPr>
            <a:xfrm>
              <a:off x="3630575" y="554908"/>
              <a:ext cx="17140" cy="26609"/>
            </a:xfrm>
            <a:prstGeom prst="rect">
              <a:avLst/>
            </a:prstGeom>
            <a:solidFill>
              <a:srgbClr val="CCD7E3"/>
            </a:solidFill>
            <a:ln>
              <a:noFill/>
            </a:ln>
          </p:spPr>
        </p:sp>
        <p:sp>
          <p:nvSpPr>
            <p:cNvPr id="7037" name="Heatmap cell r21 c201"/>
            <p:cNvSpPr/>
            <p:nvPr/>
          </p:nvSpPr>
          <p:spPr>
            <a:xfrm>
              <a:off x="3647620" y="554908"/>
              <a:ext cx="19034" cy="26609"/>
            </a:xfrm>
            <a:prstGeom prst="rect">
              <a:avLst/>
            </a:prstGeom>
            <a:solidFill>
              <a:srgbClr val="BACADB"/>
            </a:solidFill>
            <a:ln>
              <a:noFill/>
            </a:ln>
          </p:spPr>
        </p:sp>
        <p:sp>
          <p:nvSpPr>
            <p:cNvPr id="7038" name="Heatmap cell r21 c202"/>
            <p:cNvSpPr/>
            <p:nvPr/>
          </p:nvSpPr>
          <p:spPr>
            <a:xfrm>
              <a:off x="3666558" y="554908"/>
              <a:ext cx="17140" cy="26609"/>
            </a:xfrm>
            <a:prstGeom prst="rect">
              <a:avLst/>
            </a:prstGeom>
            <a:solidFill>
              <a:srgbClr val="ADC2D4"/>
            </a:solidFill>
            <a:ln>
              <a:noFill/>
            </a:ln>
          </p:spPr>
        </p:sp>
        <p:sp>
          <p:nvSpPr>
            <p:cNvPr id="7039" name="Heatmap cell r21 c203"/>
            <p:cNvSpPr/>
            <p:nvPr/>
          </p:nvSpPr>
          <p:spPr>
            <a:xfrm>
              <a:off x="3683603" y="554908"/>
              <a:ext cx="19034" cy="26609"/>
            </a:xfrm>
            <a:prstGeom prst="rect">
              <a:avLst/>
            </a:prstGeom>
            <a:solidFill>
              <a:srgbClr val="E6EBF1"/>
            </a:solidFill>
            <a:ln>
              <a:noFill/>
            </a:ln>
          </p:spPr>
        </p:sp>
        <p:sp>
          <p:nvSpPr>
            <p:cNvPr id="7040" name="Heatmap cell r21 c204"/>
            <p:cNvSpPr/>
            <p:nvPr/>
          </p:nvSpPr>
          <p:spPr>
            <a:xfrm>
              <a:off x="3702542" y="554908"/>
              <a:ext cx="17140" cy="26609"/>
            </a:xfrm>
            <a:prstGeom prst="rect">
              <a:avLst/>
            </a:prstGeom>
            <a:solidFill>
              <a:srgbClr val="D6E0EA"/>
            </a:solidFill>
            <a:ln>
              <a:noFill/>
            </a:ln>
          </p:spPr>
        </p:sp>
        <p:sp>
          <p:nvSpPr>
            <p:cNvPr id="7041" name="Heatmap cell r21 c205"/>
            <p:cNvSpPr/>
            <p:nvPr/>
          </p:nvSpPr>
          <p:spPr>
            <a:xfrm>
              <a:off x="3719587" y="554908"/>
              <a:ext cx="19034" cy="26609"/>
            </a:xfrm>
            <a:prstGeom prst="rect">
              <a:avLst/>
            </a:prstGeom>
            <a:solidFill>
              <a:srgbClr val="D4DFE9"/>
            </a:solidFill>
            <a:ln>
              <a:noFill/>
            </a:ln>
          </p:spPr>
        </p:sp>
        <p:sp>
          <p:nvSpPr>
            <p:cNvPr id="7042" name="Heatmap cell r21 c206"/>
            <p:cNvSpPr/>
            <p:nvPr/>
          </p:nvSpPr>
          <p:spPr>
            <a:xfrm>
              <a:off x="3738526" y="554908"/>
              <a:ext cx="17140" cy="26609"/>
            </a:xfrm>
            <a:prstGeom prst="rect">
              <a:avLst/>
            </a:prstGeom>
            <a:solidFill>
              <a:srgbClr val="C8D5E2"/>
            </a:solidFill>
            <a:ln>
              <a:noFill/>
            </a:ln>
          </p:spPr>
        </p:sp>
        <p:sp>
          <p:nvSpPr>
            <p:cNvPr id="7043" name="Heatmap cell r21 c207"/>
            <p:cNvSpPr/>
            <p:nvPr/>
          </p:nvSpPr>
          <p:spPr>
            <a:xfrm>
              <a:off x="3755571" y="554908"/>
              <a:ext cx="19034" cy="26609"/>
            </a:xfrm>
            <a:prstGeom prst="rect">
              <a:avLst/>
            </a:prstGeom>
            <a:solidFill>
              <a:srgbClr val="99B0C8"/>
            </a:solidFill>
            <a:ln>
              <a:noFill/>
            </a:ln>
          </p:spPr>
        </p:sp>
        <p:sp>
          <p:nvSpPr>
            <p:cNvPr id="7044" name="Heatmap cell r21 c208"/>
            <p:cNvSpPr/>
            <p:nvPr/>
          </p:nvSpPr>
          <p:spPr>
            <a:xfrm>
              <a:off x="3774510" y="554908"/>
              <a:ext cx="19034" cy="26609"/>
            </a:xfrm>
            <a:prstGeom prst="rect">
              <a:avLst/>
            </a:prstGeom>
            <a:solidFill>
              <a:srgbClr val="CAD6E3"/>
            </a:solidFill>
            <a:ln>
              <a:noFill/>
            </a:ln>
          </p:spPr>
        </p:sp>
        <p:sp>
          <p:nvSpPr>
            <p:cNvPr id="7045" name="Heatmap cell r21 c209"/>
            <p:cNvSpPr/>
            <p:nvPr/>
          </p:nvSpPr>
          <p:spPr>
            <a:xfrm>
              <a:off x="3793449" y="554908"/>
              <a:ext cx="17140" cy="26609"/>
            </a:xfrm>
            <a:prstGeom prst="rect">
              <a:avLst/>
            </a:prstGeom>
            <a:solidFill>
              <a:srgbClr val="326292"/>
            </a:solidFill>
            <a:ln>
              <a:noFill/>
            </a:ln>
          </p:spPr>
        </p:sp>
        <p:sp>
          <p:nvSpPr>
            <p:cNvPr id="7046" name="Heatmap cell r21 c210"/>
            <p:cNvSpPr/>
            <p:nvPr/>
          </p:nvSpPr>
          <p:spPr>
            <a:xfrm>
              <a:off x="3810494" y="554908"/>
              <a:ext cx="19034" cy="26609"/>
            </a:xfrm>
            <a:prstGeom prst="rect">
              <a:avLst/>
            </a:prstGeom>
            <a:solidFill>
              <a:srgbClr val="F1F5F8"/>
            </a:solidFill>
            <a:ln>
              <a:noFill/>
            </a:ln>
          </p:spPr>
        </p:sp>
        <p:sp>
          <p:nvSpPr>
            <p:cNvPr id="7047" name="Heatmap cell r21 c211"/>
            <p:cNvSpPr/>
            <p:nvPr/>
          </p:nvSpPr>
          <p:spPr>
            <a:xfrm>
              <a:off x="3829432" y="554908"/>
              <a:ext cx="17140" cy="26609"/>
            </a:xfrm>
            <a:prstGeom prst="rect">
              <a:avLst/>
            </a:prstGeom>
            <a:solidFill>
              <a:srgbClr val="C9D6E2"/>
            </a:solidFill>
            <a:ln>
              <a:noFill/>
            </a:ln>
          </p:spPr>
        </p:sp>
        <p:sp>
          <p:nvSpPr>
            <p:cNvPr id="7048" name="Heatmap cell r21 c212"/>
            <p:cNvSpPr/>
            <p:nvPr/>
          </p:nvSpPr>
          <p:spPr>
            <a:xfrm>
              <a:off x="3846477" y="554908"/>
              <a:ext cx="19034" cy="26609"/>
            </a:xfrm>
            <a:prstGeom prst="rect">
              <a:avLst/>
            </a:prstGeom>
            <a:solidFill>
              <a:srgbClr val="A4BAD0"/>
            </a:solidFill>
            <a:ln>
              <a:noFill/>
            </a:ln>
          </p:spPr>
        </p:sp>
        <p:sp>
          <p:nvSpPr>
            <p:cNvPr id="7049" name="Heatmap cell r21 c213"/>
            <p:cNvSpPr/>
            <p:nvPr/>
          </p:nvSpPr>
          <p:spPr>
            <a:xfrm>
              <a:off x="3865416" y="554908"/>
              <a:ext cx="17140" cy="26609"/>
            </a:xfrm>
            <a:prstGeom prst="rect">
              <a:avLst/>
            </a:prstGeom>
            <a:solidFill>
              <a:srgbClr val="FAEBED"/>
            </a:solidFill>
            <a:ln>
              <a:noFill/>
            </a:ln>
          </p:spPr>
        </p:sp>
        <p:sp>
          <p:nvSpPr>
            <p:cNvPr id="7050" name="Heatmap cell r21 c214"/>
            <p:cNvSpPr/>
            <p:nvPr/>
          </p:nvSpPr>
          <p:spPr>
            <a:xfrm>
              <a:off x="3882461" y="554908"/>
              <a:ext cx="19034" cy="26609"/>
            </a:xfrm>
            <a:prstGeom prst="rect">
              <a:avLst/>
            </a:prstGeom>
            <a:solidFill>
              <a:srgbClr val="F8DDDF"/>
            </a:solidFill>
            <a:ln>
              <a:noFill/>
            </a:ln>
          </p:spPr>
        </p:sp>
        <p:sp>
          <p:nvSpPr>
            <p:cNvPr id="7051" name="Heatmap cell r21 c215"/>
            <p:cNvSpPr/>
            <p:nvPr/>
          </p:nvSpPr>
          <p:spPr>
            <a:xfrm>
              <a:off x="3901400" y="554908"/>
              <a:ext cx="17140" cy="26609"/>
            </a:xfrm>
            <a:prstGeom prst="rect">
              <a:avLst/>
            </a:prstGeom>
            <a:solidFill>
              <a:srgbClr val="BACADB"/>
            </a:solidFill>
            <a:ln>
              <a:noFill/>
            </a:ln>
          </p:spPr>
        </p:sp>
        <p:sp>
          <p:nvSpPr>
            <p:cNvPr id="7052" name="Heatmap cell r21 c216"/>
            <p:cNvSpPr/>
            <p:nvPr/>
          </p:nvSpPr>
          <p:spPr>
            <a:xfrm>
              <a:off x="3918445" y="554908"/>
              <a:ext cx="19034" cy="26609"/>
            </a:xfrm>
            <a:prstGeom prst="rect">
              <a:avLst/>
            </a:prstGeom>
            <a:solidFill>
              <a:srgbClr val="F5CED2"/>
            </a:solidFill>
            <a:ln>
              <a:noFill/>
            </a:ln>
          </p:spPr>
        </p:sp>
        <p:sp>
          <p:nvSpPr>
            <p:cNvPr id="7053" name="Heatmap cell r21 c217"/>
            <p:cNvSpPr/>
            <p:nvPr/>
          </p:nvSpPr>
          <p:spPr>
            <a:xfrm>
              <a:off x="3937384" y="554908"/>
              <a:ext cx="17140" cy="26609"/>
            </a:xfrm>
            <a:prstGeom prst="rect">
              <a:avLst/>
            </a:prstGeom>
            <a:solidFill>
              <a:srgbClr val="FBF0F1"/>
            </a:solidFill>
            <a:ln>
              <a:noFill/>
            </a:ln>
          </p:spPr>
        </p:sp>
        <p:sp>
          <p:nvSpPr>
            <p:cNvPr id="7054" name="Heatmap cell r21 c218"/>
            <p:cNvSpPr/>
            <p:nvPr/>
          </p:nvSpPr>
          <p:spPr>
            <a:xfrm>
              <a:off x="3954429" y="554908"/>
              <a:ext cx="19034" cy="26609"/>
            </a:xfrm>
            <a:prstGeom prst="rect">
              <a:avLst/>
            </a:prstGeom>
            <a:solidFill>
              <a:srgbClr val="CFDAE4"/>
            </a:solidFill>
            <a:ln>
              <a:noFill/>
            </a:ln>
          </p:spPr>
        </p:sp>
        <p:sp>
          <p:nvSpPr>
            <p:cNvPr id="7055" name="Heatmap cell r21 c219"/>
            <p:cNvSpPr/>
            <p:nvPr/>
          </p:nvSpPr>
          <p:spPr>
            <a:xfrm>
              <a:off x="3973368" y="554908"/>
              <a:ext cx="17140" cy="26609"/>
            </a:xfrm>
            <a:prstGeom prst="rect">
              <a:avLst/>
            </a:prstGeom>
            <a:solidFill>
              <a:srgbClr val="A7BBD1"/>
            </a:solidFill>
            <a:ln>
              <a:noFill/>
            </a:ln>
          </p:spPr>
        </p:sp>
        <p:sp>
          <p:nvSpPr>
            <p:cNvPr id="7056" name="Heatmap cell r21 c221"/>
            <p:cNvSpPr/>
            <p:nvPr/>
          </p:nvSpPr>
          <p:spPr>
            <a:xfrm>
              <a:off x="4009351" y="554908"/>
              <a:ext cx="19034" cy="26609"/>
            </a:xfrm>
            <a:prstGeom prst="rect">
              <a:avLst/>
            </a:prstGeom>
            <a:solidFill>
              <a:srgbClr val="D1DCE7"/>
            </a:solidFill>
            <a:ln>
              <a:noFill/>
            </a:ln>
          </p:spPr>
        </p:sp>
        <p:sp>
          <p:nvSpPr>
            <p:cNvPr id="7057" name="Heatmap cell r21 c223"/>
            <p:cNvSpPr/>
            <p:nvPr/>
          </p:nvSpPr>
          <p:spPr>
            <a:xfrm>
              <a:off x="4045335" y="554908"/>
              <a:ext cx="19034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7058" name="Heatmap cell r22 c1"/>
            <p:cNvSpPr/>
            <p:nvPr/>
          </p:nvSpPr>
          <p:spPr>
            <a:xfrm>
              <a:off x="13257" y="581422"/>
              <a:ext cx="45548" cy="26609"/>
            </a:xfrm>
            <a:prstGeom prst="rect">
              <a:avLst/>
            </a:prstGeom>
            <a:solidFill>
              <a:srgbClr val="155B9C"/>
            </a:solidFill>
            <a:ln>
              <a:noFill/>
            </a:ln>
          </p:spPr>
        </p:sp>
        <p:sp>
          <p:nvSpPr>
            <p:cNvPr id="7059" name="Heatmap cell r22 c3"/>
            <p:cNvSpPr/>
            <p:nvPr/>
          </p:nvSpPr>
          <p:spPr>
            <a:xfrm>
              <a:off x="71968" y="581422"/>
              <a:ext cx="17140" cy="26609"/>
            </a:xfrm>
            <a:prstGeom prst="rect">
              <a:avLst/>
            </a:prstGeom>
            <a:solidFill>
              <a:srgbClr val="F0BDC2"/>
            </a:solidFill>
            <a:ln>
              <a:noFill/>
            </a:ln>
          </p:spPr>
        </p:sp>
        <p:sp>
          <p:nvSpPr>
            <p:cNvPr id="7060" name="Heatmap cell r22 c4"/>
            <p:cNvSpPr/>
            <p:nvPr/>
          </p:nvSpPr>
          <p:spPr>
            <a:xfrm>
              <a:off x="89013" y="581422"/>
              <a:ext cx="19034" cy="26609"/>
            </a:xfrm>
            <a:prstGeom prst="rect">
              <a:avLst/>
            </a:prstGeom>
            <a:solidFill>
              <a:srgbClr val="FBF1F3"/>
            </a:solidFill>
            <a:ln>
              <a:noFill/>
            </a:ln>
          </p:spPr>
        </p:sp>
        <p:sp>
          <p:nvSpPr>
            <p:cNvPr id="7061" name="Heatmap cell r22 c5"/>
            <p:cNvSpPr/>
            <p:nvPr/>
          </p:nvSpPr>
          <p:spPr>
            <a:xfrm>
              <a:off x="107951" y="581422"/>
              <a:ext cx="17140" cy="26609"/>
            </a:xfrm>
            <a:prstGeom prst="rect">
              <a:avLst/>
            </a:prstGeom>
            <a:solidFill>
              <a:srgbClr val="F7D3D6"/>
            </a:solidFill>
            <a:ln>
              <a:noFill/>
            </a:ln>
          </p:spPr>
        </p:sp>
        <p:sp>
          <p:nvSpPr>
            <p:cNvPr id="7062" name="Heatmap cell r22 c6"/>
            <p:cNvSpPr/>
            <p:nvPr/>
          </p:nvSpPr>
          <p:spPr>
            <a:xfrm>
              <a:off x="124996" y="581422"/>
              <a:ext cx="19034" cy="26609"/>
            </a:xfrm>
            <a:prstGeom prst="rect">
              <a:avLst/>
            </a:prstGeom>
            <a:solidFill>
              <a:srgbClr val="F7DADC"/>
            </a:solidFill>
            <a:ln>
              <a:noFill/>
            </a:ln>
          </p:spPr>
        </p:sp>
        <p:sp>
          <p:nvSpPr>
            <p:cNvPr id="7063" name="Heatmap cell r22 c7"/>
            <p:cNvSpPr/>
            <p:nvPr/>
          </p:nvSpPr>
          <p:spPr>
            <a:xfrm>
              <a:off x="143935" y="581422"/>
              <a:ext cx="17140" cy="26609"/>
            </a:xfrm>
            <a:prstGeom prst="rect">
              <a:avLst/>
            </a:prstGeom>
            <a:solidFill>
              <a:srgbClr val="FBF0F1"/>
            </a:solidFill>
            <a:ln>
              <a:noFill/>
            </a:ln>
          </p:spPr>
        </p:sp>
        <p:sp>
          <p:nvSpPr>
            <p:cNvPr id="7064" name="Heatmap cell r22 c8"/>
            <p:cNvSpPr/>
            <p:nvPr/>
          </p:nvSpPr>
          <p:spPr>
            <a:xfrm>
              <a:off x="160980" y="581422"/>
              <a:ext cx="19034" cy="26609"/>
            </a:xfrm>
            <a:prstGeom prst="rect">
              <a:avLst/>
            </a:prstGeom>
            <a:solidFill>
              <a:srgbClr val="F6F8F9"/>
            </a:solidFill>
            <a:ln>
              <a:noFill/>
            </a:ln>
          </p:spPr>
        </p:sp>
        <p:sp>
          <p:nvSpPr>
            <p:cNvPr id="7065" name="Heatmap cell r22 c9"/>
            <p:cNvSpPr/>
            <p:nvPr/>
          </p:nvSpPr>
          <p:spPr>
            <a:xfrm>
              <a:off x="179919" y="581422"/>
              <a:ext cx="19034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7066" name="Heatmap cell r22 c10"/>
            <p:cNvSpPr/>
            <p:nvPr/>
          </p:nvSpPr>
          <p:spPr>
            <a:xfrm>
              <a:off x="198858" y="581422"/>
              <a:ext cx="17140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7067" name="Heatmap cell r22 c11"/>
            <p:cNvSpPr/>
            <p:nvPr/>
          </p:nvSpPr>
          <p:spPr>
            <a:xfrm>
              <a:off x="215903" y="581422"/>
              <a:ext cx="19034" cy="26609"/>
            </a:xfrm>
            <a:prstGeom prst="rect">
              <a:avLst/>
            </a:prstGeom>
            <a:solidFill>
              <a:srgbClr val="F4CED1"/>
            </a:solidFill>
            <a:ln>
              <a:noFill/>
            </a:ln>
          </p:spPr>
        </p:sp>
        <p:sp>
          <p:nvSpPr>
            <p:cNvPr id="7068" name="Heatmap cell r22 c12"/>
            <p:cNvSpPr/>
            <p:nvPr/>
          </p:nvSpPr>
          <p:spPr>
            <a:xfrm>
              <a:off x="234842" y="581422"/>
              <a:ext cx="17140" cy="26609"/>
            </a:xfrm>
            <a:prstGeom prst="rect">
              <a:avLst/>
            </a:prstGeom>
            <a:solidFill>
              <a:srgbClr val="EFF3F7"/>
            </a:solidFill>
            <a:ln>
              <a:noFill/>
            </a:ln>
          </p:spPr>
        </p:sp>
        <p:sp>
          <p:nvSpPr>
            <p:cNvPr id="7069" name="Heatmap cell r22 c14"/>
            <p:cNvSpPr/>
            <p:nvPr/>
          </p:nvSpPr>
          <p:spPr>
            <a:xfrm>
              <a:off x="270825" y="581422"/>
              <a:ext cx="17140" cy="26609"/>
            </a:xfrm>
            <a:prstGeom prst="rect">
              <a:avLst/>
            </a:prstGeom>
            <a:solidFill>
              <a:srgbClr val="F1C3C8"/>
            </a:solidFill>
            <a:ln>
              <a:noFill/>
            </a:ln>
          </p:spPr>
        </p:sp>
        <p:sp>
          <p:nvSpPr>
            <p:cNvPr id="7070" name="Heatmap cell r22 c15"/>
            <p:cNvSpPr/>
            <p:nvPr/>
          </p:nvSpPr>
          <p:spPr>
            <a:xfrm>
              <a:off x="287870" y="581422"/>
              <a:ext cx="19034" cy="26609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7071" name="Heatmap cell r22 c16"/>
            <p:cNvSpPr/>
            <p:nvPr/>
          </p:nvSpPr>
          <p:spPr>
            <a:xfrm>
              <a:off x="306809" y="581422"/>
              <a:ext cx="17140" cy="26609"/>
            </a:xfrm>
            <a:prstGeom prst="rect">
              <a:avLst/>
            </a:prstGeom>
            <a:solidFill>
              <a:srgbClr val="F7D7DB"/>
            </a:solidFill>
            <a:ln>
              <a:noFill/>
            </a:ln>
          </p:spPr>
        </p:sp>
        <p:sp>
          <p:nvSpPr>
            <p:cNvPr id="7072" name="Heatmap cell r22 c17"/>
            <p:cNvSpPr/>
            <p:nvPr/>
          </p:nvSpPr>
          <p:spPr>
            <a:xfrm>
              <a:off x="323854" y="581422"/>
              <a:ext cx="19034" cy="26609"/>
            </a:xfrm>
            <a:prstGeom prst="rect">
              <a:avLst/>
            </a:prstGeom>
            <a:solidFill>
              <a:srgbClr val="F0BBC2"/>
            </a:solidFill>
            <a:ln>
              <a:noFill/>
            </a:ln>
          </p:spPr>
        </p:sp>
        <p:sp>
          <p:nvSpPr>
            <p:cNvPr id="7073" name="Heatmap cell r22 c18"/>
            <p:cNvSpPr/>
            <p:nvPr/>
          </p:nvSpPr>
          <p:spPr>
            <a:xfrm>
              <a:off x="342793" y="581422"/>
              <a:ext cx="17140" cy="26609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7074" name="Heatmap cell r22 c19"/>
            <p:cNvSpPr/>
            <p:nvPr/>
          </p:nvSpPr>
          <p:spPr>
            <a:xfrm>
              <a:off x="359838" y="581422"/>
              <a:ext cx="19034" cy="26609"/>
            </a:xfrm>
            <a:prstGeom prst="rect">
              <a:avLst/>
            </a:prstGeom>
            <a:solidFill>
              <a:srgbClr val="F6D5D9"/>
            </a:solidFill>
            <a:ln>
              <a:noFill/>
            </a:ln>
          </p:spPr>
        </p:sp>
        <p:sp>
          <p:nvSpPr>
            <p:cNvPr id="7075" name="Heatmap cell r22 c20"/>
            <p:cNvSpPr/>
            <p:nvPr/>
          </p:nvSpPr>
          <p:spPr>
            <a:xfrm>
              <a:off x="378777" y="581422"/>
              <a:ext cx="17140" cy="26609"/>
            </a:xfrm>
            <a:prstGeom prst="rect">
              <a:avLst/>
            </a:prstGeom>
            <a:solidFill>
              <a:srgbClr val="F4CDD0"/>
            </a:solidFill>
            <a:ln>
              <a:noFill/>
            </a:ln>
          </p:spPr>
        </p:sp>
        <p:sp>
          <p:nvSpPr>
            <p:cNvPr id="7076" name="Heatmap cell r22 c21"/>
            <p:cNvSpPr/>
            <p:nvPr/>
          </p:nvSpPr>
          <p:spPr>
            <a:xfrm>
              <a:off x="395822" y="581422"/>
              <a:ext cx="19034" cy="26609"/>
            </a:xfrm>
            <a:prstGeom prst="rect">
              <a:avLst/>
            </a:prstGeom>
            <a:solidFill>
              <a:srgbClr val="CFDBE6"/>
            </a:solidFill>
            <a:ln>
              <a:noFill/>
            </a:ln>
          </p:spPr>
        </p:sp>
        <p:sp>
          <p:nvSpPr>
            <p:cNvPr id="7077" name="Heatmap cell r22 c22"/>
            <p:cNvSpPr/>
            <p:nvPr/>
          </p:nvSpPr>
          <p:spPr>
            <a:xfrm>
              <a:off x="414760" y="581422"/>
              <a:ext cx="19034" cy="26609"/>
            </a:xfrm>
            <a:prstGeom prst="rect">
              <a:avLst/>
            </a:prstGeom>
            <a:solidFill>
              <a:srgbClr val="EFB6BA"/>
            </a:solidFill>
            <a:ln>
              <a:noFill/>
            </a:ln>
          </p:spPr>
        </p:sp>
        <p:sp>
          <p:nvSpPr>
            <p:cNvPr id="7078" name="Heatmap cell r22 c23"/>
            <p:cNvSpPr/>
            <p:nvPr/>
          </p:nvSpPr>
          <p:spPr>
            <a:xfrm>
              <a:off x="433699" y="581422"/>
              <a:ext cx="17140" cy="26609"/>
            </a:xfrm>
            <a:prstGeom prst="rect">
              <a:avLst/>
            </a:prstGeom>
            <a:solidFill>
              <a:srgbClr val="F8E9EA"/>
            </a:solidFill>
            <a:ln>
              <a:noFill/>
            </a:ln>
          </p:spPr>
        </p:sp>
        <p:sp>
          <p:nvSpPr>
            <p:cNvPr id="7079" name="Heatmap cell r22 c24"/>
            <p:cNvSpPr/>
            <p:nvPr/>
          </p:nvSpPr>
          <p:spPr>
            <a:xfrm>
              <a:off x="450744" y="581422"/>
              <a:ext cx="19034" cy="26609"/>
            </a:xfrm>
            <a:prstGeom prst="rect">
              <a:avLst/>
            </a:prstGeom>
            <a:solidFill>
              <a:srgbClr val="EFB5BA"/>
            </a:solidFill>
            <a:ln>
              <a:noFill/>
            </a:ln>
          </p:spPr>
        </p:sp>
        <p:sp>
          <p:nvSpPr>
            <p:cNvPr id="7080" name="Heatmap cell r22 c25"/>
            <p:cNvSpPr/>
            <p:nvPr/>
          </p:nvSpPr>
          <p:spPr>
            <a:xfrm>
              <a:off x="469683" y="581422"/>
              <a:ext cx="17140" cy="26609"/>
            </a:xfrm>
            <a:prstGeom prst="rect">
              <a:avLst/>
            </a:prstGeom>
            <a:solidFill>
              <a:srgbClr val="F6D4D7"/>
            </a:solidFill>
            <a:ln>
              <a:noFill/>
            </a:ln>
          </p:spPr>
        </p:sp>
        <p:sp>
          <p:nvSpPr>
            <p:cNvPr id="7081" name="Heatmap cell r22 c26"/>
            <p:cNvSpPr/>
            <p:nvPr/>
          </p:nvSpPr>
          <p:spPr>
            <a:xfrm>
              <a:off x="486728" y="581422"/>
              <a:ext cx="19034" cy="26609"/>
            </a:xfrm>
            <a:prstGeom prst="rect">
              <a:avLst/>
            </a:prstGeom>
            <a:solidFill>
              <a:srgbClr val="FAEBED"/>
            </a:solidFill>
            <a:ln>
              <a:noFill/>
            </a:ln>
          </p:spPr>
        </p:sp>
        <p:sp>
          <p:nvSpPr>
            <p:cNvPr id="7082" name="Heatmap cell r22 c27"/>
            <p:cNvSpPr/>
            <p:nvPr/>
          </p:nvSpPr>
          <p:spPr>
            <a:xfrm>
              <a:off x="505667" y="581422"/>
              <a:ext cx="17140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7083" name="Heatmap cell r22 c28"/>
            <p:cNvSpPr/>
            <p:nvPr/>
          </p:nvSpPr>
          <p:spPr>
            <a:xfrm>
              <a:off x="522712" y="581422"/>
              <a:ext cx="19034" cy="26609"/>
            </a:xfrm>
            <a:prstGeom prst="rect">
              <a:avLst/>
            </a:prstGeom>
            <a:solidFill>
              <a:srgbClr val="F6D4D7"/>
            </a:solidFill>
            <a:ln>
              <a:noFill/>
            </a:ln>
          </p:spPr>
        </p:sp>
        <p:sp>
          <p:nvSpPr>
            <p:cNvPr id="7084" name="Heatmap cell r22 c29"/>
            <p:cNvSpPr/>
            <p:nvPr/>
          </p:nvSpPr>
          <p:spPr>
            <a:xfrm>
              <a:off x="541651" y="581422"/>
              <a:ext cx="17140" cy="26609"/>
            </a:xfrm>
            <a:prstGeom prst="rect">
              <a:avLst/>
            </a:prstGeom>
            <a:solidFill>
              <a:srgbClr val="F8E4E7"/>
            </a:solidFill>
            <a:ln>
              <a:noFill/>
            </a:ln>
          </p:spPr>
        </p:sp>
        <p:sp>
          <p:nvSpPr>
            <p:cNvPr id="7085" name="Heatmap cell r22 c30"/>
            <p:cNvSpPr/>
            <p:nvPr/>
          </p:nvSpPr>
          <p:spPr>
            <a:xfrm>
              <a:off x="558696" y="581422"/>
              <a:ext cx="19034" cy="26609"/>
            </a:xfrm>
            <a:prstGeom prst="rect">
              <a:avLst/>
            </a:prstGeom>
            <a:solidFill>
              <a:srgbClr val="D3DEE8"/>
            </a:solidFill>
            <a:ln>
              <a:noFill/>
            </a:ln>
          </p:spPr>
        </p:sp>
        <p:sp>
          <p:nvSpPr>
            <p:cNvPr id="7086" name="Heatmap cell r22 c31"/>
            <p:cNvSpPr/>
            <p:nvPr/>
          </p:nvSpPr>
          <p:spPr>
            <a:xfrm>
              <a:off x="577634" y="581422"/>
              <a:ext cx="17140" cy="26609"/>
            </a:xfrm>
            <a:prstGeom prst="rect">
              <a:avLst/>
            </a:prstGeom>
            <a:solidFill>
              <a:srgbClr val="FAEBED"/>
            </a:solidFill>
            <a:ln>
              <a:noFill/>
            </a:ln>
          </p:spPr>
        </p:sp>
        <p:sp>
          <p:nvSpPr>
            <p:cNvPr id="7087" name="Heatmap cell r22 c32"/>
            <p:cNvSpPr/>
            <p:nvPr/>
          </p:nvSpPr>
          <p:spPr>
            <a:xfrm>
              <a:off x="594679" y="581422"/>
              <a:ext cx="19034" cy="26609"/>
            </a:xfrm>
            <a:prstGeom prst="rect">
              <a:avLst/>
            </a:prstGeom>
            <a:solidFill>
              <a:srgbClr val="D1DCE7"/>
            </a:solidFill>
            <a:ln>
              <a:noFill/>
            </a:ln>
          </p:spPr>
        </p:sp>
        <p:sp>
          <p:nvSpPr>
            <p:cNvPr id="7088" name="Heatmap cell r22 c33"/>
            <p:cNvSpPr/>
            <p:nvPr/>
          </p:nvSpPr>
          <p:spPr>
            <a:xfrm>
              <a:off x="613618" y="581422"/>
              <a:ext cx="17140" cy="26609"/>
            </a:xfrm>
            <a:prstGeom prst="rect">
              <a:avLst/>
            </a:prstGeom>
            <a:solidFill>
              <a:srgbClr val="F8E4E7"/>
            </a:solidFill>
            <a:ln>
              <a:noFill/>
            </a:ln>
          </p:spPr>
        </p:sp>
        <p:sp>
          <p:nvSpPr>
            <p:cNvPr id="7089" name="Heatmap cell r22 c34"/>
            <p:cNvSpPr/>
            <p:nvPr/>
          </p:nvSpPr>
          <p:spPr>
            <a:xfrm>
              <a:off x="630663" y="581422"/>
              <a:ext cx="19034" cy="26609"/>
            </a:xfrm>
            <a:prstGeom prst="rect">
              <a:avLst/>
            </a:prstGeom>
            <a:solidFill>
              <a:srgbClr val="F6D4D7"/>
            </a:solidFill>
            <a:ln>
              <a:noFill/>
            </a:ln>
          </p:spPr>
        </p:sp>
        <p:sp>
          <p:nvSpPr>
            <p:cNvPr id="7090" name="Heatmap cell r22 c35"/>
            <p:cNvSpPr/>
            <p:nvPr/>
          </p:nvSpPr>
          <p:spPr>
            <a:xfrm>
              <a:off x="649602" y="581422"/>
              <a:ext cx="19034" cy="26609"/>
            </a:xfrm>
            <a:prstGeom prst="rect">
              <a:avLst/>
            </a:prstGeom>
            <a:solidFill>
              <a:srgbClr val="EA9AA1"/>
            </a:solidFill>
            <a:ln>
              <a:noFill/>
            </a:ln>
          </p:spPr>
        </p:sp>
        <p:sp>
          <p:nvSpPr>
            <p:cNvPr id="7091" name="Heatmap cell r22 c36"/>
            <p:cNvSpPr/>
            <p:nvPr/>
          </p:nvSpPr>
          <p:spPr>
            <a:xfrm>
              <a:off x="668541" y="581422"/>
              <a:ext cx="17140" cy="26609"/>
            </a:xfrm>
            <a:prstGeom prst="rect">
              <a:avLst/>
            </a:prstGeom>
            <a:solidFill>
              <a:srgbClr val="F8DBDD"/>
            </a:solidFill>
            <a:ln>
              <a:noFill/>
            </a:ln>
          </p:spPr>
        </p:sp>
        <p:sp>
          <p:nvSpPr>
            <p:cNvPr id="7092" name="Heatmap cell r22 c37"/>
            <p:cNvSpPr/>
            <p:nvPr/>
          </p:nvSpPr>
          <p:spPr>
            <a:xfrm>
              <a:off x="685586" y="581422"/>
              <a:ext cx="19034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7093" name="Heatmap cell r22 c38"/>
            <p:cNvSpPr/>
            <p:nvPr/>
          </p:nvSpPr>
          <p:spPr>
            <a:xfrm>
              <a:off x="704525" y="581422"/>
              <a:ext cx="17140" cy="26609"/>
            </a:xfrm>
            <a:prstGeom prst="rect">
              <a:avLst/>
            </a:prstGeom>
            <a:solidFill>
              <a:srgbClr val="F7D9DB"/>
            </a:solidFill>
            <a:ln>
              <a:noFill/>
            </a:ln>
          </p:spPr>
        </p:sp>
        <p:sp>
          <p:nvSpPr>
            <p:cNvPr id="7094" name="Heatmap cell r22 c39"/>
            <p:cNvSpPr/>
            <p:nvPr/>
          </p:nvSpPr>
          <p:spPr>
            <a:xfrm>
              <a:off x="721570" y="581422"/>
              <a:ext cx="19034" cy="26609"/>
            </a:xfrm>
            <a:prstGeom prst="rect">
              <a:avLst/>
            </a:prstGeom>
            <a:solidFill>
              <a:srgbClr val="EA9AA1"/>
            </a:solidFill>
            <a:ln>
              <a:noFill/>
            </a:ln>
          </p:spPr>
        </p:sp>
        <p:sp>
          <p:nvSpPr>
            <p:cNvPr id="7095" name="Heatmap cell r22 c40"/>
            <p:cNvSpPr/>
            <p:nvPr/>
          </p:nvSpPr>
          <p:spPr>
            <a:xfrm>
              <a:off x="740508" y="581422"/>
              <a:ext cx="17140" cy="26609"/>
            </a:xfrm>
            <a:prstGeom prst="rect">
              <a:avLst/>
            </a:prstGeom>
            <a:solidFill>
              <a:srgbClr val="CFDAE4"/>
            </a:solidFill>
            <a:ln>
              <a:noFill/>
            </a:ln>
          </p:spPr>
        </p:sp>
        <p:sp>
          <p:nvSpPr>
            <p:cNvPr id="7096" name="Heatmap cell r22 c41"/>
            <p:cNvSpPr/>
            <p:nvPr/>
          </p:nvSpPr>
          <p:spPr>
            <a:xfrm>
              <a:off x="757553" y="581422"/>
              <a:ext cx="19034" cy="26609"/>
            </a:xfrm>
            <a:prstGeom prst="rect">
              <a:avLst/>
            </a:prstGeom>
            <a:solidFill>
              <a:srgbClr val="ECA0A8"/>
            </a:solidFill>
            <a:ln>
              <a:noFill/>
            </a:ln>
          </p:spPr>
        </p:sp>
        <p:sp>
          <p:nvSpPr>
            <p:cNvPr id="7097" name="Heatmap cell r22 c42"/>
            <p:cNvSpPr/>
            <p:nvPr/>
          </p:nvSpPr>
          <p:spPr>
            <a:xfrm>
              <a:off x="776492" y="581422"/>
              <a:ext cx="17140" cy="26609"/>
            </a:xfrm>
            <a:prstGeom prst="rect">
              <a:avLst/>
            </a:prstGeom>
            <a:solidFill>
              <a:srgbClr val="D1DCE7"/>
            </a:solidFill>
            <a:ln>
              <a:noFill/>
            </a:ln>
          </p:spPr>
        </p:sp>
        <p:sp>
          <p:nvSpPr>
            <p:cNvPr id="7098" name="Heatmap cell r22 c43"/>
            <p:cNvSpPr/>
            <p:nvPr/>
          </p:nvSpPr>
          <p:spPr>
            <a:xfrm>
              <a:off x="793537" y="581422"/>
              <a:ext cx="19034" cy="26609"/>
            </a:xfrm>
            <a:prstGeom prst="rect">
              <a:avLst/>
            </a:prstGeom>
            <a:solidFill>
              <a:srgbClr val="F7E2E4"/>
            </a:solidFill>
            <a:ln>
              <a:noFill/>
            </a:ln>
          </p:spPr>
        </p:sp>
        <p:sp>
          <p:nvSpPr>
            <p:cNvPr id="7099" name="Heatmap cell r22 c44"/>
            <p:cNvSpPr/>
            <p:nvPr/>
          </p:nvSpPr>
          <p:spPr>
            <a:xfrm>
              <a:off x="812476" y="581422"/>
              <a:ext cx="17140" cy="26609"/>
            </a:xfrm>
            <a:prstGeom prst="rect">
              <a:avLst/>
            </a:prstGeom>
            <a:solidFill>
              <a:srgbClr val="C5D2DF"/>
            </a:solidFill>
            <a:ln>
              <a:noFill/>
            </a:ln>
          </p:spPr>
        </p:sp>
        <p:sp>
          <p:nvSpPr>
            <p:cNvPr id="7100" name="Heatmap cell r22 c45"/>
            <p:cNvSpPr/>
            <p:nvPr/>
          </p:nvSpPr>
          <p:spPr>
            <a:xfrm>
              <a:off x="829521" y="581422"/>
              <a:ext cx="19034" cy="26609"/>
            </a:xfrm>
            <a:prstGeom prst="rect">
              <a:avLst/>
            </a:prstGeom>
            <a:solidFill>
              <a:srgbClr val="FBF1F3"/>
            </a:solidFill>
            <a:ln>
              <a:noFill/>
            </a:ln>
          </p:spPr>
        </p:sp>
        <p:sp>
          <p:nvSpPr>
            <p:cNvPr id="7101" name="Heatmap cell r22 c46"/>
            <p:cNvSpPr/>
            <p:nvPr/>
          </p:nvSpPr>
          <p:spPr>
            <a:xfrm>
              <a:off x="848460" y="581422"/>
              <a:ext cx="17140" cy="26609"/>
            </a:xfrm>
            <a:prstGeom prst="rect">
              <a:avLst/>
            </a:prstGeom>
            <a:solidFill>
              <a:srgbClr val="BACADB"/>
            </a:solidFill>
            <a:ln>
              <a:noFill/>
            </a:ln>
          </p:spPr>
        </p:sp>
        <p:sp>
          <p:nvSpPr>
            <p:cNvPr id="7102" name="Heatmap cell r22 c47"/>
            <p:cNvSpPr/>
            <p:nvPr/>
          </p:nvSpPr>
          <p:spPr>
            <a:xfrm>
              <a:off x="865505" y="581422"/>
              <a:ext cx="19034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7103" name="Heatmap cell r22 c48"/>
            <p:cNvSpPr/>
            <p:nvPr/>
          </p:nvSpPr>
          <p:spPr>
            <a:xfrm>
              <a:off x="884444" y="581422"/>
              <a:ext cx="19034" cy="26609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7104" name="Heatmap cell r22 c49"/>
            <p:cNvSpPr/>
            <p:nvPr/>
          </p:nvSpPr>
          <p:spPr>
            <a:xfrm>
              <a:off x="903382" y="581422"/>
              <a:ext cx="17140" cy="26609"/>
            </a:xfrm>
            <a:prstGeom prst="rect">
              <a:avLst/>
            </a:prstGeom>
            <a:solidFill>
              <a:srgbClr val="EDAFB5"/>
            </a:solidFill>
            <a:ln>
              <a:noFill/>
            </a:ln>
          </p:spPr>
        </p:sp>
        <p:sp>
          <p:nvSpPr>
            <p:cNvPr id="7105" name="Heatmap cell r22 c50"/>
            <p:cNvSpPr/>
            <p:nvPr/>
          </p:nvSpPr>
          <p:spPr>
            <a:xfrm>
              <a:off x="920427" y="581422"/>
              <a:ext cx="19034" cy="26609"/>
            </a:xfrm>
            <a:prstGeom prst="rect">
              <a:avLst/>
            </a:prstGeom>
            <a:solidFill>
              <a:srgbClr val="F8E4E7"/>
            </a:solidFill>
            <a:ln>
              <a:noFill/>
            </a:ln>
          </p:spPr>
        </p:sp>
        <p:sp>
          <p:nvSpPr>
            <p:cNvPr id="7106" name="Heatmap cell r22 c51"/>
            <p:cNvSpPr/>
            <p:nvPr/>
          </p:nvSpPr>
          <p:spPr>
            <a:xfrm>
              <a:off x="939366" y="581422"/>
              <a:ext cx="17140" cy="26609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7107" name="Heatmap cell r22 c52"/>
            <p:cNvSpPr/>
            <p:nvPr/>
          </p:nvSpPr>
          <p:spPr>
            <a:xfrm>
              <a:off x="956411" y="581422"/>
              <a:ext cx="19034" cy="26609"/>
            </a:xfrm>
            <a:prstGeom prst="rect">
              <a:avLst/>
            </a:prstGeom>
            <a:solidFill>
              <a:srgbClr val="DB505D"/>
            </a:solidFill>
            <a:ln>
              <a:noFill/>
            </a:ln>
          </p:spPr>
        </p:sp>
        <p:sp>
          <p:nvSpPr>
            <p:cNvPr id="7108" name="Heatmap cell r22 c53"/>
            <p:cNvSpPr/>
            <p:nvPr/>
          </p:nvSpPr>
          <p:spPr>
            <a:xfrm>
              <a:off x="975350" y="581422"/>
              <a:ext cx="17140" cy="26609"/>
            </a:xfrm>
            <a:prstGeom prst="rect">
              <a:avLst/>
            </a:prstGeom>
            <a:solidFill>
              <a:srgbClr val="DD5C68"/>
            </a:solidFill>
            <a:ln>
              <a:noFill/>
            </a:ln>
          </p:spPr>
        </p:sp>
        <p:sp>
          <p:nvSpPr>
            <p:cNvPr id="7109" name="Heatmap cell r22 c54"/>
            <p:cNvSpPr/>
            <p:nvPr/>
          </p:nvSpPr>
          <p:spPr>
            <a:xfrm>
              <a:off x="992395" y="581422"/>
              <a:ext cx="19034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7110" name="Heatmap cell r22 c55"/>
            <p:cNvSpPr/>
            <p:nvPr/>
          </p:nvSpPr>
          <p:spPr>
            <a:xfrm>
              <a:off x="1011334" y="581422"/>
              <a:ext cx="17140" cy="26609"/>
            </a:xfrm>
            <a:prstGeom prst="rect">
              <a:avLst/>
            </a:prstGeom>
            <a:solidFill>
              <a:srgbClr val="EA9AA1"/>
            </a:solidFill>
            <a:ln>
              <a:noFill/>
            </a:ln>
          </p:spPr>
        </p:sp>
        <p:sp>
          <p:nvSpPr>
            <p:cNvPr id="7111" name="Heatmap cell r22 c56"/>
            <p:cNvSpPr/>
            <p:nvPr/>
          </p:nvSpPr>
          <p:spPr>
            <a:xfrm>
              <a:off x="1028379" y="581422"/>
              <a:ext cx="19034" cy="26609"/>
            </a:xfrm>
            <a:prstGeom prst="rect">
              <a:avLst/>
            </a:prstGeom>
            <a:solidFill>
              <a:srgbClr val="F6D5D9"/>
            </a:solidFill>
            <a:ln>
              <a:noFill/>
            </a:ln>
          </p:spPr>
        </p:sp>
        <p:sp>
          <p:nvSpPr>
            <p:cNvPr id="7112" name="Heatmap cell r22 c57"/>
            <p:cNvSpPr/>
            <p:nvPr/>
          </p:nvSpPr>
          <p:spPr>
            <a:xfrm>
              <a:off x="1047318" y="581422"/>
              <a:ext cx="17140" cy="26609"/>
            </a:xfrm>
            <a:prstGeom prst="rect">
              <a:avLst/>
            </a:prstGeom>
            <a:solidFill>
              <a:srgbClr val="D9E1EB"/>
            </a:solidFill>
            <a:ln>
              <a:noFill/>
            </a:ln>
          </p:spPr>
        </p:sp>
        <p:sp>
          <p:nvSpPr>
            <p:cNvPr id="7113" name="Heatmap cell r22 c58"/>
            <p:cNvSpPr/>
            <p:nvPr/>
          </p:nvSpPr>
          <p:spPr>
            <a:xfrm>
              <a:off x="1064363" y="581422"/>
              <a:ext cx="19034" cy="26609"/>
            </a:xfrm>
            <a:prstGeom prst="rect">
              <a:avLst/>
            </a:prstGeom>
            <a:solidFill>
              <a:srgbClr val="F8DBDD"/>
            </a:solidFill>
            <a:ln>
              <a:noFill/>
            </a:ln>
          </p:spPr>
        </p:sp>
        <p:sp>
          <p:nvSpPr>
            <p:cNvPr id="7114" name="Heatmap cell r22 c59"/>
            <p:cNvSpPr/>
            <p:nvPr/>
          </p:nvSpPr>
          <p:spPr>
            <a:xfrm>
              <a:off x="1083301" y="581422"/>
              <a:ext cx="17140" cy="26609"/>
            </a:xfrm>
            <a:prstGeom prst="rect">
              <a:avLst/>
            </a:prstGeom>
            <a:solidFill>
              <a:srgbClr val="F5CFD2"/>
            </a:solidFill>
            <a:ln>
              <a:noFill/>
            </a:ln>
          </p:spPr>
        </p:sp>
        <p:sp>
          <p:nvSpPr>
            <p:cNvPr id="7115" name="Heatmap cell r22 c60"/>
            <p:cNvSpPr/>
            <p:nvPr/>
          </p:nvSpPr>
          <p:spPr>
            <a:xfrm>
              <a:off x="1100346" y="581422"/>
              <a:ext cx="19034" cy="26609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7116" name="Heatmap cell r22 c61"/>
            <p:cNvSpPr/>
            <p:nvPr/>
          </p:nvSpPr>
          <p:spPr>
            <a:xfrm>
              <a:off x="1119285" y="581422"/>
              <a:ext cx="19034" cy="26609"/>
            </a:xfrm>
            <a:prstGeom prst="rect">
              <a:avLst/>
            </a:prstGeom>
            <a:solidFill>
              <a:srgbClr val="E9939B"/>
            </a:solidFill>
            <a:ln>
              <a:noFill/>
            </a:ln>
          </p:spPr>
        </p:sp>
        <p:sp>
          <p:nvSpPr>
            <p:cNvPr id="7117" name="Heatmap cell r22 c62"/>
            <p:cNvSpPr/>
            <p:nvPr/>
          </p:nvSpPr>
          <p:spPr>
            <a:xfrm>
              <a:off x="1138224" y="581422"/>
              <a:ext cx="17140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7118" name="Heatmap cell r22 c63"/>
            <p:cNvSpPr/>
            <p:nvPr/>
          </p:nvSpPr>
          <p:spPr>
            <a:xfrm>
              <a:off x="1155269" y="581422"/>
              <a:ext cx="19034" cy="26609"/>
            </a:xfrm>
            <a:prstGeom prst="rect">
              <a:avLst/>
            </a:prstGeom>
            <a:solidFill>
              <a:srgbClr val="A3B9CF"/>
            </a:solidFill>
            <a:ln>
              <a:noFill/>
            </a:ln>
          </p:spPr>
        </p:sp>
        <p:sp>
          <p:nvSpPr>
            <p:cNvPr id="7119" name="Heatmap cell r22 c64"/>
            <p:cNvSpPr/>
            <p:nvPr/>
          </p:nvSpPr>
          <p:spPr>
            <a:xfrm>
              <a:off x="1174208" y="581422"/>
              <a:ext cx="17140" cy="26609"/>
            </a:xfrm>
            <a:prstGeom prst="rect">
              <a:avLst/>
            </a:prstGeom>
            <a:solidFill>
              <a:srgbClr val="F7D3D6"/>
            </a:solidFill>
            <a:ln>
              <a:noFill/>
            </a:ln>
          </p:spPr>
        </p:sp>
        <p:sp>
          <p:nvSpPr>
            <p:cNvPr id="7120" name="Heatmap cell r22 c65"/>
            <p:cNvSpPr/>
            <p:nvPr/>
          </p:nvSpPr>
          <p:spPr>
            <a:xfrm>
              <a:off x="1191253" y="581422"/>
              <a:ext cx="19034" cy="26609"/>
            </a:xfrm>
            <a:prstGeom prst="rect">
              <a:avLst/>
            </a:prstGeom>
            <a:solidFill>
              <a:srgbClr val="ECA7AD"/>
            </a:solidFill>
            <a:ln>
              <a:noFill/>
            </a:ln>
          </p:spPr>
        </p:sp>
        <p:sp>
          <p:nvSpPr>
            <p:cNvPr id="7121" name="Heatmap cell r22 c66"/>
            <p:cNvSpPr/>
            <p:nvPr/>
          </p:nvSpPr>
          <p:spPr>
            <a:xfrm>
              <a:off x="1210192" y="581422"/>
              <a:ext cx="17140" cy="26609"/>
            </a:xfrm>
            <a:prstGeom prst="rect">
              <a:avLst/>
            </a:prstGeom>
            <a:solidFill>
              <a:srgbClr val="F8E6E8"/>
            </a:solidFill>
            <a:ln>
              <a:noFill/>
            </a:ln>
          </p:spPr>
        </p:sp>
        <p:sp>
          <p:nvSpPr>
            <p:cNvPr id="7122" name="Heatmap cell r22 c67"/>
            <p:cNvSpPr/>
            <p:nvPr/>
          </p:nvSpPr>
          <p:spPr>
            <a:xfrm>
              <a:off x="1227236" y="581422"/>
              <a:ext cx="19034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7123" name="Heatmap cell r22 c68"/>
            <p:cNvSpPr/>
            <p:nvPr/>
          </p:nvSpPr>
          <p:spPr>
            <a:xfrm>
              <a:off x="1246175" y="581422"/>
              <a:ext cx="17140" cy="26609"/>
            </a:xfrm>
            <a:prstGeom prst="rect">
              <a:avLst/>
            </a:prstGeom>
            <a:solidFill>
              <a:srgbClr val="FBF1F3"/>
            </a:solidFill>
            <a:ln>
              <a:noFill/>
            </a:ln>
          </p:spPr>
        </p:sp>
        <p:sp>
          <p:nvSpPr>
            <p:cNvPr id="7124" name="Heatmap cell r22 c69"/>
            <p:cNvSpPr/>
            <p:nvPr/>
          </p:nvSpPr>
          <p:spPr>
            <a:xfrm>
              <a:off x="1263220" y="581422"/>
              <a:ext cx="19034" cy="26609"/>
            </a:xfrm>
            <a:prstGeom prst="rect">
              <a:avLst/>
            </a:prstGeom>
            <a:solidFill>
              <a:srgbClr val="FBF3F4"/>
            </a:solidFill>
            <a:ln>
              <a:noFill/>
            </a:ln>
          </p:spPr>
        </p:sp>
        <p:sp>
          <p:nvSpPr>
            <p:cNvPr id="7125" name="Heatmap cell r22 c70"/>
            <p:cNvSpPr/>
            <p:nvPr/>
          </p:nvSpPr>
          <p:spPr>
            <a:xfrm>
              <a:off x="1282159" y="581422"/>
              <a:ext cx="17140" cy="26609"/>
            </a:xfrm>
            <a:prstGeom prst="rect">
              <a:avLst/>
            </a:prstGeom>
            <a:solidFill>
              <a:srgbClr val="D4DFE9"/>
            </a:solidFill>
            <a:ln>
              <a:noFill/>
            </a:ln>
          </p:spPr>
        </p:sp>
        <p:sp>
          <p:nvSpPr>
            <p:cNvPr id="7126" name="Heatmap cell r22 c71"/>
            <p:cNvSpPr/>
            <p:nvPr/>
          </p:nvSpPr>
          <p:spPr>
            <a:xfrm>
              <a:off x="1299204" y="581422"/>
              <a:ext cx="19034" cy="26609"/>
            </a:xfrm>
            <a:prstGeom prst="rect">
              <a:avLst/>
            </a:prstGeom>
            <a:solidFill>
              <a:srgbClr val="EFB8BC"/>
            </a:solidFill>
            <a:ln>
              <a:noFill/>
            </a:ln>
          </p:spPr>
        </p:sp>
        <p:sp>
          <p:nvSpPr>
            <p:cNvPr id="7127" name="Heatmap cell r22 c72"/>
            <p:cNvSpPr/>
            <p:nvPr/>
          </p:nvSpPr>
          <p:spPr>
            <a:xfrm>
              <a:off x="1318143" y="581422"/>
              <a:ext cx="17140" cy="26609"/>
            </a:xfrm>
            <a:prstGeom prst="rect">
              <a:avLst/>
            </a:prstGeom>
            <a:solidFill>
              <a:srgbClr val="EBA6AC"/>
            </a:solidFill>
            <a:ln>
              <a:noFill/>
            </a:ln>
          </p:spPr>
        </p:sp>
        <p:sp>
          <p:nvSpPr>
            <p:cNvPr id="7128" name="Heatmap cell r22 c73"/>
            <p:cNvSpPr/>
            <p:nvPr/>
          </p:nvSpPr>
          <p:spPr>
            <a:xfrm>
              <a:off x="1335188" y="581422"/>
              <a:ext cx="19034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7129" name="Heatmap cell r22 c74"/>
            <p:cNvSpPr/>
            <p:nvPr/>
          </p:nvSpPr>
          <p:spPr>
            <a:xfrm>
              <a:off x="1354127" y="581422"/>
              <a:ext cx="17140" cy="26609"/>
            </a:xfrm>
            <a:prstGeom prst="rect">
              <a:avLst/>
            </a:prstGeom>
            <a:solidFill>
              <a:srgbClr val="FBF1F3"/>
            </a:solidFill>
            <a:ln>
              <a:noFill/>
            </a:ln>
          </p:spPr>
        </p:sp>
        <p:sp>
          <p:nvSpPr>
            <p:cNvPr id="7130" name="Heatmap cell r22 c75"/>
            <p:cNvSpPr/>
            <p:nvPr/>
          </p:nvSpPr>
          <p:spPr>
            <a:xfrm>
              <a:off x="1371172" y="581422"/>
              <a:ext cx="19034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7131" name="Heatmap cell r22 c76"/>
            <p:cNvSpPr/>
            <p:nvPr/>
          </p:nvSpPr>
          <p:spPr>
            <a:xfrm>
              <a:off x="1390110" y="581422"/>
              <a:ext cx="19034" cy="26609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7132" name="Heatmap cell r22 c77"/>
            <p:cNvSpPr/>
            <p:nvPr/>
          </p:nvSpPr>
          <p:spPr>
            <a:xfrm>
              <a:off x="1409049" y="581422"/>
              <a:ext cx="17140" cy="26609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7133" name="Heatmap cell r22 c78"/>
            <p:cNvSpPr/>
            <p:nvPr/>
          </p:nvSpPr>
          <p:spPr>
            <a:xfrm>
              <a:off x="1426094" y="581422"/>
              <a:ext cx="19034" cy="26609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</p:sp>
        <p:sp>
          <p:nvSpPr>
            <p:cNvPr id="7134" name="Heatmap cell r22 c79"/>
            <p:cNvSpPr/>
            <p:nvPr/>
          </p:nvSpPr>
          <p:spPr>
            <a:xfrm>
              <a:off x="1445033" y="581422"/>
              <a:ext cx="17140" cy="26609"/>
            </a:xfrm>
            <a:prstGeom prst="rect">
              <a:avLst/>
            </a:prstGeom>
            <a:solidFill>
              <a:srgbClr val="EDACB3"/>
            </a:solidFill>
            <a:ln>
              <a:noFill/>
            </a:ln>
          </p:spPr>
        </p:sp>
        <p:sp>
          <p:nvSpPr>
            <p:cNvPr id="7135" name="Heatmap cell r22 c80"/>
            <p:cNvSpPr/>
            <p:nvPr/>
          </p:nvSpPr>
          <p:spPr>
            <a:xfrm>
              <a:off x="1462078" y="581422"/>
              <a:ext cx="19034" cy="26609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7136" name="Heatmap cell r22 c81"/>
            <p:cNvSpPr/>
            <p:nvPr/>
          </p:nvSpPr>
          <p:spPr>
            <a:xfrm>
              <a:off x="1481017" y="581422"/>
              <a:ext cx="17140" cy="26609"/>
            </a:xfrm>
            <a:prstGeom prst="rect">
              <a:avLst/>
            </a:prstGeom>
            <a:solidFill>
              <a:srgbClr val="E6EBF1"/>
            </a:solidFill>
            <a:ln>
              <a:noFill/>
            </a:ln>
          </p:spPr>
        </p:sp>
        <p:sp>
          <p:nvSpPr>
            <p:cNvPr id="7137" name="Heatmap cell r22 c82"/>
            <p:cNvSpPr/>
            <p:nvPr/>
          </p:nvSpPr>
          <p:spPr>
            <a:xfrm>
              <a:off x="1498062" y="581422"/>
              <a:ext cx="19034" cy="26609"/>
            </a:xfrm>
            <a:prstGeom prst="rect">
              <a:avLst/>
            </a:prstGeom>
            <a:solidFill>
              <a:srgbClr val="FBF5F5"/>
            </a:solidFill>
            <a:ln>
              <a:noFill/>
            </a:ln>
          </p:spPr>
        </p:sp>
        <p:sp>
          <p:nvSpPr>
            <p:cNvPr id="7138" name="Heatmap cell r22 c83"/>
            <p:cNvSpPr/>
            <p:nvPr/>
          </p:nvSpPr>
          <p:spPr>
            <a:xfrm>
              <a:off x="1517001" y="581422"/>
              <a:ext cx="17140" cy="26609"/>
            </a:xfrm>
            <a:prstGeom prst="rect">
              <a:avLst/>
            </a:prstGeom>
            <a:solidFill>
              <a:srgbClr val="F0BCC3"/>
            </a:solidFill>
            <a:ln>
              <a:noFill/>
            </a:ln>
          </p:spPr>
        </p:sp>
        <p:sp>
          <p:nvSpPr>
            <p:cNvPr id="7139" name="Heatmap cell r22 c84"/>
            <p:cNvSpPr/>
            <p:nvPr/>
          </p:nvSpPr>
          <p:spPr>
            <a:xfrm>
              <a:off x="1534046" y="581422"/>
              <a:ext cx="19034" cy="26609"/>
            </a:xfrm>
            <a:prstGeom prst="rect">
              <a:avLst/>
            </a:prstGeom>
            <a:solidFill>
              <a:srgbClr val="E9979F"/>
            </a:solidFill>
            <a:ln>
              <a:noFill/>
            </a:ln>
          </p:spPr>
        </p:sp>
        <p:sp>
          <p:nvSpPr>
            <p:cNvPr id="7140" name="Heatmap cell r22 c85"/>
            <p:cNvSpPr/>
            <p:nvPr/>
          </p:nvSpPr>
          <p:spPr>
            <a:xfrm>
              <a:off x="1552984" y="581422"/>
              <a:ext cx="17140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7141" name="Heatmap cell r22 c86"/>
            <p:cNvSpPr/>
            <p:nvPr/>
          </p:nvSpPr>
          <p:spPr>
            <a:xfrm>
              <a:off x="1570029" y="581422"/>
              <a:ext cx="19034" cy="26609"/>
            </a:xfrm>
            <a:prstGeom prst="rect">
              <a:avLst/>
            </a:prstGeom>
            <a:solidFill>
              <a:srgbClr val="ECF0F6"/>
            </a:solidFill>
            <a:ln>
              <a:noFill/>
            </a:ln>
          </p:spPr>
        </p:sp>
        <p:sp>
          <p:nvSpPr>
            <p:cNvPr id="7142" name="Heatmap cell r22 c87"/>
            <p:cNvSpPr/>
            <p:nvPr/>
          </p:nvSpPr>
          <p:spPr>
            <a:xfrm>
              <a:off x="1588968" y="581422"/>
              <a:ext cx="17140" cy="26609"/>
            </a:xfrm>
            <a:prstGeom prst="rect">
              <a:avLst/>
            </a:prstGeom>
            <a:solidFill>
              <a:srgbClr val="E9EDF3"/>
            </a:solidFill>
            <a:ln>
              <a:noFill/>
            </a:ln>
          </p:spPr>
        </p:sp>
        <p:sp>
          <p:nvSpPr>
            <p:cNvPr id="7143" name="Heatmap cell r22 c88"/>
            <p:cNvSpPr/>
            <p:nvPr/>
          </p:nvSpPr>
          <p:spPr>
            <a:xfrm>
              <a:off x="1606013" y="581422"/>
              <a:ext cx="19034" cy="26609"/>
            </a:xfrm>
            <a:prstGeom prst="rect">
              <a:avLst/>
            </a:prstGeom>
            <a:solidFill>
              <a:srgbClr val="F5D1D4"/>
            </a:solidFill>
            <a:ln>
              <a:noFill/>
            </a:ln>
          </p:spPr>
        </p:sp>
        <p:sp>
          <p:nvSpPr>
            <p:cNvPr id="7144" name="Heatmap cell r22 c89"/>
            <p:cNvSpPr/>
            <p:nvPr/>
          </p:nvSpPr>
          <p:spPr>
            <a:xfrm>
              <a:off x="1624952" y="581422"/>
              <a:ext cx="19034" cy="26609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7145" name="Heatmap cell r22 c90"/>
            <p:cNvSpPr/>
            <p:nvPr/>
          </p:nvSpPr>
          <p:spPr>
            <a:xfrm>
              <a:off x="1643891" y="581422"/>
              <a:ext cx="17140" cy="26609"/>
            </a:xfrm>
            <a:prstGeom prst="rect">
              <a:avLst/>
            </a:prstGeom>
            <a:solidFill>
              <a:srgbClr val="F6D5D9"/>
            </a:solidFill>
            <a:ln>
              <a:noFill/>
            </a:ln>
          </p:spPr>
        </p:sp>
        <p:sp>
          <p:nvSpPr>
            <p:cNvPr id="7146" name="Heatmap cell r22 c91"/>
            <p:cNvSpPr/>
            <p:nvPr/>
          </p:nvSpPr>
          <p:spPr>
            <a:xfrm>
              <a:off x="1660936" y="581422"/>
              <a:ext cx="19034" cy="26609"/>
            </a:xfrm>
            <a:prstGeom prst="rect">
              <a:avLst/>
            </a:prstGeom>
            <a:solidFill>
              <a:srgbClr val="B9C9DB"/>
            </a:solidFill>
            <a:ln>
              <a:noFill/>
            </a:ln>
          </p:spPr>
        </p:sp>
        <p:sp>
          <p:nvSpPr>
            <p:cNvPr id="7147" name="Heatmap cell r22 c92"/>
            <p:cNvSpPr/>
            <p:nvPr/>
          </p:nvSpPr>
          <p:spPr>
            <a:xfrm>
              <a:off x="1679875" y="581422"/>
              <a:ext cx="17140" cy="26609"/>
            </a:xfrm>
            <a:prstGeom prst="rect">
              <a:avLst/>
            </a:prstGeom>
            <a:solidFill>
              <a:srgbClr val="C7D4E1"/>
            </a:solidFill>
            <a:ln>
              <a:noFill/>
            </a:ln>
          </p:spPr>
        </p:sp>
        <p:sp>
          <p:nvSpPr>
            <p:cNvPr id="7148" name="Heatmap cell r22 c93"/>
            <p:cNvSpPr/>
            <p:nvPr/>
          </p:nvSpPr>
          <p:spPr>
            <a:xfrm>
              <a:off x="1696920" y="581422"/>
              <a:ext cx="19034" cy="26609"/>
            </a:xfrm>
            <a:prstGeom prst="rect">
              <a:avLst/>
            </a:prstGeom>
            <a:solidFill>
              <a:srgbClr val="E48189"/>
            </a:solidFill>
            <a:ln>
              <a:noFill/>
            </a:ln>
          </p:spPr>
        </p:sp>
        <p:sp>
          <p:nvSpPr>
            <p:cNvPr id="7149" name="Heatmap cell r22 c94"/>
            <p:cNvSpPr/>
            <p:nvPr/>
          </p:nvSpPr>
          <p:spPr>
            <a:xfrm>
              <a:off x="1715858" y="581422"/>
              <a:ext cx="17140" cy="26609"/>
            </a:xfrm>
            <a:prstGeom prst="rect">
              <a:avLst/>
            </a:prstGeom>
            <a:solidFill>
              <a:srgbClr val="F6D4D7"/>
            </a:solidFill>
            <a:ln>
              <a:noFill/>
            </a:ln>
          </p:spPr>
        </p:sp>
        <p:sp>
          <p:nvSpPr>
            <p:cNvPr id="7150" name="Heatmap cell r22 c95"/>
            <p:cNvSpPr/>
            <p:nvPr/>
          </p:nvSpPr>
          <p:spPr>
            <a:xfrm>
              <a:off x="1732903" y="581422"/>
              <a:ext cx="19034" cy="26609"/>
            </a:xfrm>
            <a:prstGeom prst="rect">
              <a:avLst/>
            </a:prstGeom>
            <a:solidFill>
              <a:srgbClr val="CFDBE6"/>
            </a:solidFill>
            <a:ln>
              <a:noFill/>
            </a:ln>
          </p:spPr>
        </p:sp>
        <p:sp>
          <p:nvSpPr>
            <p:cNvPr id="7151" name="Heatmap cell r22 c96"/>
            <p:cNvSpPr/>
            <p:nvPr/>
          </p:nvSpPr>
          <p:spPr>
            <a:xfrm>
              <a:off x="1751842" y="581422"/>
              <a:ext cx="17140" cy="26609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7152" name="Heatmap cell r22 c98"/>
            <p:cNvSpPr/>
            <p:nvPr/>
          </p:nvSpPr>
          <p:spPr>
            <a:xfrm>
              <a:off x="1787826" y="581422"/>
              <a:ext cx="17140" cy="26609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7153" name="Heatmap cell r22 c99"/>
            <p:cNvSpPr/>
            <p:nvPr/>
          </p:nvSpPr>
          <p:spPr>
            <a:xfrm>
              <a:off x="1804871" y="581422"/>
              <a:ext cx="19034" cy="26609"/>
            </a:xfrm>
            <a:prstGeom prst="rect">
              <a:avLst/>
            </a:prstGeom>
            <a:solidFill>
              <a:srgbClr val="F7D3D6"/>
            </a:solidFill>
            <a:ln>
              <a:noFill/>
            </a:ln>
          </p:spPr>
        </p:sp>
        <p:sp>
          <p:nvSpPr>
            <p:cNvPr id="7154" name="Heatmap cell r22 c100"/>
            <p:cNvSpPr/>
            <p:nvPr/>
          </p:nvSpPr>
          <p:spPr>
            <a:xfrm>
              <a:off x="1823810" y="581422"/>
              <a:ext cx="17140" cy="26609"/>
            </a:xfrm>
            <a:prstGeom prst="rect">
              <a:avLst/>
            </a:prstGeom>
            <a:solidFill>
              <a:srgbClr val="F9E8E9"/>
            </a:solidFill>
            <a:ln>
              <a:noFill/>
            </a:ln>
          </p:spPr>
        </p:sp>
        <p:sp>
          <p:nvSpPr>
            <p:cNvPr id="7155" name="Heatmap cell r22 c101"/>
            <p:cNvSpPr/>
            <p:nvPr/>
          </p:nvSpPr>
          <p:spPr>
            <a:xfrm>
              <a:off x="1840855" y="581422"/>
              <a:ext cx="19034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7156" name="Heatmap cell r22 c102"/>
            <p:cNvSpPr/>
            <p:nvPr/>
          </p:nvSpPr>
          <p:spPr>
            <a:xfrm>
              <a:off x="1859794" y="581422"/>
              <a:ext cx="19034" cy="26609"/>
            </a:xfrm>
            <a:prstGeom prst="rect">
              <a:avLst/>
            </a:prstGeom>
            <a:solidFill>
              <a:srgbClr val="F5D1D4"/>
            </a:solidFill>
            <a:ln>
              <a:noFill/>
            </a:ln>
          </p:spPr>
        </p:sp>
        <p:sp>
          <p:nvSpPr>
            <p:cNvPr id="7157" name="Heatmap cell r22 c103"/>
            <p:cNvSpPr/>
            <p:nvPr/>
          </p:nvSpPr>
          <p:spPr>
            <a:xfrm>
              <a:off x="1878732" y="581422"/>
              <a:ext cx="17140" cy="26609"/>
            </a:xfrm>
            <a:prstGeom prst="rect">
              <a:avLst/>
            </a:prstGeom>
            <a:solidFill>
              <a:srgbClr val="EDAEB5"/>
            </a:solidFill>
            <a:ln>
              <a:noFill/>
            </a:ln>
          </p:spPr>
        </p:sp>
        <p:sp>
          <p:nvSpPr>
            <p:cNvPr id="7158" name="Heatmap cell r22 c104"/>
            <p:cNvSpPr/>
            <p:nvPr/>
          </p:nvSpPr>
          <p:spPr>
            <a:xfrm>
              <a:off x="1895777" y="581422"/>
              <a:ext cx="19034" cy="26609"/>
            </a:xfrm>
            <a:prstGeom prst="rect">
              <a:avLst/>
            </a:prstGeom>
            <a:solidFill>
              <a:srgbClr val="DFE6ED"/>
            </a:solidFill>
            <a:ln>
              <a:noFill/>
            </a:ln>
          </p:spPr>
        </p:sp>
        <p:sp>
          <p:nvSpPr>
            <p:cNvPr id="7159" name="Heatmap cell r22 c105"/>
            <p:cNvSpPr/>
            <p:nvPr/>
          </p:nvSpPr>
          <p:spPr>
            <a:xfrm>
              <a:off x="1914716" y="581422"/>
              <a:ext cx="17140" cy="26609"/>
            </a:xfrm>
            <a:prstGeom prst="rect">
              <a:avLst/>
            </a:prstGeom>
            <a:solidFill>
              <a:srgbClr val="F7E2E4"/>
            </a:solidFill>
            <a:ln>
              <a:noFill/>
            </a:ln>
          </p:spPr>
        </p:sp>
        <p:sp>
          <p:nvSpPr>
            <p:cNvPr id="7160" name="Heatmap cell r22 c106"/>
            <p:cNvSpPr/>
            <p:nvPr/>
          </p:nvSpPr>
          <p:spPr>
            <a:xfrm>
              <a:off x="1931761" y="581422"/>
              <a:ext cx="19034" cy="26609"/>
            </a:xfrm>
            <a:prstGeom prst="rect">
              <a:avLst/>
            </a:prstGeom>
            <a:solidFill>
              <a:srgbClr val="F9E7E8"/>
            </a:solidFill>
            <a:ln>
              <a:noFill/>
            </a:ln>
          </p:spPr>
        </p:sp>
        <p:sp>
          <p:nvSpPr>
            <p:cNvPr id="7161" name="Heatmap cell r22 c107"/>
            <p:cNvSpPr/>
            <p:nvPr/>
          </p:nvSpPr>
          <p:spPr>
            <a:xfrm>
              <a:off x="1950700" y="581422"/>
              <a:ext cx="17140" cy="26609"/>
            </a:xfrm>
            <a:prstGeom prst="rect">
              <a:avLst/>
            </a:prstGeom>
            <a:solidFill>
              <a:srgbClr val="C5D2E0"/>
            </a:solidFill>
            <a:ln>
              <a:noFill/>
            </a:ln>
          </p:spPr>
        </p:sp>
        <p:sp>
          <p:nvSpPr>
            <p:cNvPr id="7162" name="Heatmap cell r22 c108"/>
            <p:cNvSpPr/>
            <p:nvPr/>
          </p:nvSpPr>
          <p:spPr>
            <a:xfrm>
              <a:off x="1967745" y="581422"/>
              <a:ext cx="19034" cy="26609"/>
            </a:xfrm>
            <a:prstGeom prst="rect">
              <a:avLst/>
            </a:prstGeom>
            <a:solidFill>
              <a:srgbClr val="F3C7CC"/>
            </a:solidFill>
            <a:ln>
              <a:noFill/>
            </a:ln>
          </p:spPr>
        </p:sp>
        <p:sp>
          <p:nvSpPr>
            <p:cNvPr id="7163" name="Heatmap cell r22 c109"/>
            <p:cNvSpPr/>
            <p:nvPr/>
          </p:nvSpPr>
          <p:spPr>
            <a:xfrm>
              <a:off x="1986684" y="581422"/>
              <a:ext cx="17140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7164" name="Heatmap cell r22 c110"/>
            <p:cNvSpPr/>
            <p:nvPr/>
          </p:nvSpPr>
          <p:spPr>
            <a:xfrm>
              <a:off x="2003729" y="581422"/>
              <a:ext cx="19034" cy="26609"/>
            </a:xfrm>
            <a:prstGeom prst="rect">
              <a:avLst/>
            </a:prstGeom>
            <a:solidFill>
              <a:srgbClr val="EBA3AB"/>
            </a:solidFill>
            <a:ln>
              <a:noFill/>
            </a:ln>
          </p:spPr>
        </p:sp>
        <p:sp>
          <p:nvSpPr>
            <p:cNvPr id="7165" name="Heatmap cell r22 c111"/>
            <p:cNvSpPr/>
            <p:nvPr/>
          </p:nvSpPr>
          <p:spPr>
            <a:xfrm>
              <a:off x="2022668" y="581422"/>
              <a:ext cx="17140" cy="26609"/>
            </a:xfrm>
            <a:prstGeom prst="rect">
              <a:avLst/>
            </a:prstGeom>
            <a:solidFill>
              <a:srgbClr val="D5DFEA"/>
            </a:solidFill>
            <a:ln>
              <a:noFill/>
            </a:ln>
          </p:spPr>
        </p:sp>
        <p:sp>
          <p:nvSpPr>
            <p:cNvPr id="7166" name="Heatmap cell r22 c112"/>
            <p:cNvSpPr/>
            <p:nvPr/>
          </p:nvSpPr>
          <p:spPr>
            <a:xfrm>
              <a:off x="2039712" y="581422"/>
              <a:ext cx="19034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7167" name="Heatmap cell r22 c113"/>
            <p:cNvSpPr/>
            <p:nvPr/>
          </p:nvSpPr>
          <p:spPr>
            <a:xfrm>
              <a:off x="2058651" y="581422"/>
              <a:ext cx="17140" cy="26609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7168" name="Heatmap cell r22 c114"/>
            <p:cNvSpPr/>
            <p:nvPr/>
          </p:nvSpPr>
          <p:spPr>
            <a:xfrm>
              <a:off x="2075696" y="581422"/>
              <a:ext cx="19034" cy="26609"/>
            </a:xfrm>
            <a:prstGeom prst="rect">
              <a:avLst/>
            </a:prstGeom>
            <a:solidFill>
              <a:srgbClr val="EAEEF4"/>
            </a:solidFill>
            <a:ln>
              <a:noFill/>
            </a:ln>
          </p:spPr>
        </p:sp>
        <p:sp>
          <p:nvSpPr>
            <p:cNvPr id="7169" name="Heatmap cell r22 c115"/>
            <p:cNvSpPr/>
            <p:nvPr/>
          </p:nvSpPr>
          <p:spPr>
            <a:xfrm>
              <a:off x="2094635" y="581422"/>
              <a:ext cx="19034" cy="26609"/>
            </a:xfrm>
            <a:prstGeom prst="rect">
              <a:avLst/>
            </a:prstGeom>
            <a:solidFill>
              <a:srgbClr val="D1DCE7"/>
            </a:solidFill>
            <a:ln>
              <a:noFill/>
            </a:ln>
          </p:spPr>
        </p:sp>
        <p:sp>
          <p:nvSpPr>
            <p:cNvPr id="7170" name="Heatmap cell r22 c116"/>
            <p:cNvSpPr/>
            <p:nvPr/>
          </p:nvSpPr>
          <p:spPr>
            <a:xfrm>
              <a:off x="2113574" y="581422"/>
              <a:ext cx="17140" cy="26609"/>
            </a:xfrm>
            <a:prstGeom prst="rect">
              <a:avLst/>
            </a:prstGeom>
            <a:solidFill>
              <a:srgbClr val="EFB5BA"/>
            </a:solidFill>
            <a:ln>
              <a:noFill/>
            </a:ln>
          </p:spPr>
        </p:sp>
        <p:sp>
          <p:nvSpPr>
            <p:cNvPr id="7171" name="Heatmap cell r22 c119"/>
            <p:cNvSpPr/>
            <p:nvPr/>
          </p:nvSpPr>
          <p:spPr>
            <a:xfrm>
              <a:off x="2166603" y="581422"/>
              <a:ext cx="19034" cy="26609"/>
            </a:xfrm>
            <a:prstGeom prst="rect">
              <a:avLst/>
            </a:prstGeom>
            <a:solidFill>
              <a:srgbClr val="E1E9EF"/>
            </a:solidFill>
            <a:ln>
              <a:noFill/>
            </a:ln>
          </p:spPr>
        </p:sp>
        <p:sp>
          <p:nvSpPr>
            <p:cNvPr id="7172" name="Heatmap cell r22 c120"/>
            <p:cNvSpPr/>
            <p:nvPr/>
          </p:nvSpPr>
          <p:spPr>
            <a:xfrm>
              <a:off x="2185542" y="581422"/>
              <a:ext cx="17140" cy="26609"/>
            </a:xfrm>
            <a:prstGeom prst="rect">
              <a:avLst/>
            </a:prstGeom>
            <a:solidFill>
              <a:srgbClr val="BFCFDF"/>
            </a:solidFill>
            <a:ln>
              <a:noFill/>
            </a:ln>
          </p:spPr>
        </p:sp>
        <p:sp>
          <p:nvSpPr>
            <p:cNvPr id="7173" name="Heatmap cell r22 c121"/>
            <p:cNvSpPr/>
            <p:nvPr/>
          </p:nvSpPr>
          <p:spPr>
            <a:xfrm>
              <a:off x="2202586" y="581422"/>
              <a:ext cx="19034" cy="26609"/>
            </a:xfrm>
            <a:prstGeom prst="rect">
              <a:avLst/>
            </a:prstGeom>
            <a:solidFill>
              <a:srgbClr val="CED9E4"/>
            </a:solidFill>
            <a:ln>
              <a:noFill/>
            </a:ln>
          </p:spPr>
        </p:sp>
        <p:sp>
          <p:nvSpPr>
            <p:cNvPr id="7174" name="Heatmap cell r22 c122"/>
            <p:cNvSpPr/>
            <p:nvPr/>
          </p:nvSpPr>
          <p:spPr>
            <a:xfrm>
              <a:off x="2221525" y="581422"/>
              <a:ext cx="17140" cy="26609"/>
            </a:xfrm>
            <a:prstGeom prst="rect">
              <a:avLst/>
            </a:prstGeom>
            <a:solidFill>
              <a:srgbClr val="DBE3EB"/>
            </a:solidFill>
            <a:ln>
              <a:noFill/>
            </a:ln>
          </p:spPr>
        </p:sp>
        <p:sp>
          <p:nvSpPr>
            <p:cNvPr id="7175" name="Heatmap cell r22 c123"/>
            <p:cNvSpPr/>
            <p:nvPr/>
          </p:nvSpPr>
          <p:spPr>
            <a:xfrm>
              <a:off x="2238570" y="581422"/>
              <a:ext cx="19034" cy="26609"/>
            </a:xfrm>
            <a:prstGeom prst="rect">
              <a:avLst/>
            </a:prstGeom>
            <a:solidFill>
              <a:srgbClr val="F5F7F9"/>
            </a:solidFill>
            <a:ln>
              <a:noFill/>
            </a:ln>
          </p:spPr>
        </p:sp>
        <p:sp>
          <p:nvSpPr>
            <p:cNvPr id="7176" name="Heatmap cell r22 c124"/>
            <p:cNvSpPr/>
            <p:nvPr/>
          </p:nvSpPr>
          <p:spPr>
            <a:xfrm>
              <a:off x="2257509" y="581422"/>
              <a:ext cx="17140" cy="26609"/>
            </a:xfrm>
            <a:prstGeom prst="rect">
              <a:avLst/>
            </a:prstGeom>
            <a:solidFill>
              <a:srgbClr val="ECA8AE"/>
            </a:solidFill>
            <a:ln>
              <a:noFill/>
            </a:ln>
          </p:spPr>
        </p:sp>
        <p:sp>
          <p:nvSpPr>
            <p:cNvPr id="7177" name="Heatmap cell r22 c125"/>
            <p:cNvSpPr/>
            <p:nvPr/>
          </p:nvSpPr>
          <p:spPr>
            <a:xfrm>
              <a:off x="2274554" y="581422"/>
              <a:ext cx="19034" cy="26609"/>
            </a:xfrm>
            <a:prstGeom prst="rect">
              <a:avLst/>
            </a:prstGeom>
            <a:solidFill>
              <a:srgbClr val="B5C6D7"/>
            </a:solidFill>
            <a:ln>
              <a:noFill/>
            </a:ln>
          </p:spPr>
        </p:sp>
        <p:sp>
          <p:nvSpPr>
            <p:cNvPr id="7178" name="Heatmap cell r22 c126"/>
            <p:cNvSpPr/>
            <p:nvPr/>
          </p:nvSpPr>
          <p:spPr>
            <a:xfrm>
              <a:off x="2293493" y="581422"/>
              <a:ext cx="17140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7179" name="Heatmap cell r22 c127"/>
            <p:cNvSpPr/>
            <p:nvPr/>
          </p:nvSpPr>
          <p:spPr>
            <a:xfrm>
              <a:off x="2310538" y="581422"/>
              <a:ext cx="19034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7180" name="Heatmap cell r22 c128"/>
            <p:cNvSpPr/>
            <p:nvPr/>
          </p:nvSpPr>
          <p:spPr>
            <a:xfrm>
              <a:off x="2329477" y="581422"/>
              <a:ext cx="19034" cy="26609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7181" name="Heatmap cell r22 c129"/>
            <p:cNvSpPr/>
            <p:nvPr/>
          </p:nvSpPr>
          <p:spPr>
            <a:xfrm>
              <a:off x="2348416" y="581422"/>
              <a:ext cx="17140" cy="26609"/>
            </a:xfrm>
            <a:prstGeom prst="rect">
              <a:avLst/>
            </a:prstGeom>
            <a:solidFill>
              <a:srgbClr val="F7D9DB"/>
            </a:solidFill>
            <a:ln>
              <a:noFill/>
            </a:ln>
          </p:spPr>
        </p:sp>
        <p:sp>
          <p:nvSpPr>
            <p:cNvPr id="7182" name="Heatmap cell r22 c130"/>
            <p:cNvSpPr/>
            <p:nvPr/>
          </p:nvSpPr>
          <p:spPr>
            <a:xfrm>
              <a:off x="2365460" y="581422"/>
              <a:ext cx="19034" cy="26609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7183" name="Heatmap cell r22 c131"/>
            <p:cNvSpPr/>
            <p:nvPr/>
          </p:nvSpPr>
          <p:spPr>
            <a:xfrm>
              <a:off x="2384399" y="581422"/>
              <a:ext cx="17140" cy="26609"/>
            </a:xfrm>
            <a:prstGeom prst="rect">
              <a:avLst/>
            </a:prstGeom>
            <a:solidFill>
              <a:srgbClr val="F4CED1"/>
            </a:solidFill>
            <a:ln>
              <a:noFill/>
            </a:ln>
          </p:spPr>
        </p:sp>
        <p:sp>
          <p:nvSpPr>
            <p:cNvPr id="7184" name="Heatmap cell r22 c132"/>
            <p:cNvSpPr/>
            <p:nvPr/>
          </p:nvSpPr>
          <p:spPr>
            <a:xfrm>
              <a:off x="2401444" y="581422"/>
              <a:ext cx="19034" cy="26609"/>
            </a:xfrm>
            <a:prstGeom prst="rect">
              <a:avLst/>
            </a:prstGeom>
            <a:solidFill>
              <a:srgbClr val="F7DADC"/>
            </a:solidFill>
            <a:ln>
              <a:noFill/>
            </a:ln>
          </p:spPr>
        </p:sp>
        <p:sp>
          <p:nvSpPr>
            <p:cNvPr id="7185" name="Heatmap cell r22 c133"/>
            <p:cNvSpPr/>
            <p:nvPr/>
          </p:nvSpPr>
          <p:spPr>
            <a:xfrm>
              <a:off x="2420383" y="581422"/>
              <a:ext cx="17140" cy="26609"/>
            </a:xfrm>
            <a:prstGeom prst="rect">
              <a:avLst/>
            </a:prstGeom>
            <a:solidFill>
              <a:srgbClr val="C7D4E1"/>
            </a:solidFill>
            <a:ln>
              <a:noFill/>
            </a:ln>
          </p:spPr>
        </p:sp>
        <p:sp>
          <p:nvSpPr>
            <p:cNvPr id="7186" name="Heatmap cell r22 c134"/>
            <p:cNvSpPr/>
            <p:nvPr/>
          </p:nvSpPr>
          <p:spPr>
            <a:xfrm>
              <a:off x="2437428" y="581422"/>
              <a:ext cx="19034" cy="26609"/>
            </a:xfrm>
            <a:prstGeom prst="rect">
              <a:avLst/>
            </a:prstGeom>
            <a:solidFill>
              <a:srgbClr val="E2EAEF"/>
            </a:solidFill>
            <a:ln>
              <a:noFill/>
            </a:ln>
          </p:spPr>
        </p:sp>
        <p:sp>
          <p:nvSpPr>
            <p:cNvPr id="7187" name="Heatmap cell r22 c135"/>
            <p:cNvSpPr/>
            <p:nvPr/>
          </p:nvSpPr>
          <p:spPr>
            <a:xfrm>
              <a:off x="2456367" y="581422"/>
              <a:ext cx="17140" cy="26609"/>
            </a:xfrm>
            <a:prstGeom prst="rect">
              <a:avLst/>
            </a:prstGeom>
            <a:solidFill>
              <a:srgbClr val="F0F5F8"/>
            </a:solidFill>
            <a:ln>
              <a:noFill/>
            </a:ln>
          </p:spPr>
        </p:sp>
        <p:sp>
          <p:nvSpPr>
            <p:cNvPr id="7188" name="Heatmap cell r22 c137"/>
            <p:cNvSpPr/>
            <p:nvPr/>
          </p:nvSpPr>
          <p:spPr>
            <a:xfrm>
              <a:off x="2492351" y="581422"/>
              <a:ext cx="17140" cy="26609"/>
            </a:xfrm>
            <a:prstGeom prst="rect">
              <a:avLst/>
            </a:prstGeom>
            <a:solidFill>
              <a:srgbClr val="EFF3F7"/>
            </a:solidFill>
            <a:ln>
              <a:noFill/>
            </a:ln>
          </p:spPr>
        </p:sp>
        <p:sp>
          <p:nvSpPr>
            <p:cNvPr id="7189" name="Heatmap cell r22 c138"/>
            <p:cNvSpPr/>
            <p:nvPr/>
          </p:nvSpPr>
          <p:spPr>
            <a:xfrm>
              <a:off x="2509396" y="581422"/>
              <a:ext cx="19034" cy="26609"/>
            </a:xfrm>
            <a:prstGeom prst="rect">
              <a:avLst/>
            </a:prstGeom>
            <a:solidFill>
              <a:srgbClr val="FAEBED"/>
            </a:solidFill>
            <a:ln>
              <a:noFill/>
            </a:ln>
          </p:spPr>
        </p:sp>
        <p:sp>
          <p:nvSpPr>
            <p:cNvPr id="7190" name="Heatmap cell r22 c139"/>
            <p:cNvSpPr/>
            <p:nvPr/>
          </p:nvSpPr>
          <p:spPr>
            <a:xfrm>
              <a:off x="2528334" y="581422"/>
              <a:ext cx="17140" cy="26609"/>
            </a:xfrm>
            <a:prstGeom prst="rect">
              <a:avLst/>
            </a:prstGeom>
            <a:solidFill>
              <a:srgbClr val="F7D7DB"/>
            </a:solidFill>
            <a:ln>
              <a:noFill/>
            </a:ln>
          </p:spPr>
        </p:sp>
        <p:sp>
          <p:nvSpPr>
            <p:cNvPr id="7191" name="Heatmap cell r22 c140"/>
            <p:cNvSpPr/>
            <p:nvPr/>
          </p:nvSpPr>
          <p:spPr>
            <a:xfrm>
              <a:off x="2545379" y="581422"/>
              <a:ext cx="19034" cy="26609"/>
            </a:xfrm>
            <a:prstGeom prst="rect">
              <a:avLst/>
            </a:prstGeom>
            <a:solidFill>
              <a:srgbClr val="F1F5F8"/>
            </a:solidFill>
            <a:ln>
              <a:noFill/>
            </a:ln>
          </p:spPr>
        </p:sp>
        <p:sp>
          <p:nvSpPr>
            <p:cNvPr id="7192" name="Heatmap cell r22 c141"/>
            <p:cNvSpPr/>
            <p:nvPr/>
          </p:nvSpPr>
          <p:spPr>
            <a:xfrm>
              <a:off x="2564318" y="581422"/>
              <a:ext cx="19034" cy="26609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</p:sp>
        <p:sp>
          <p:nvSpPr>
            <p:cNvPr id="7193" name="Heatmap cell r22 c142"/>
            <p:cNvSpPr/>
            <p:nvPr/>
          </p:nvSpPr>
          <p:spPr>
            <a:xfrm>
              <a:off x="2583257" y="581422"/>
              <a:ext cx="17140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7194" name="Heatmap cell r22 c143"/>
            <p:cNvSpPr/>
            <p:nvPr/>
          </p:nvSpPr>
          <p:spPr>
            <a:xfrm>
              <a:off x="2600302" y="581422"/>
              <a:ext cx="19034" cy="26609"/>
            </a:xfrm>
            <a:prstGeom prst="rect">
              <a:avLst/>
            </a:prstGeom>
            <a:solidFill>
              <a:srgbClr val="EBEFF5"/>
            </a:solidFill>
            <a:ln>
              <a:noFill/>
            </a:ln>
          </p:spPr>
        </p:sp>
        <p:sp>
          <p:nvSpPr>
            <p:cNvPr id="7195" name="Heatmap cell r22 c144"/>
            <p:cNvSpPr/>
            <p:nvPr/>
          </p:nvSpPr>
          <p:spPr>
            <a:xfrm>
              <a:off x="2619241" y="581422"/>
              <a:ext cx="17140" cy="26609"/>
            </a:xfrm>
            <a:prstGeom prst="rect">
              <a:avLst/>
            </a:prstGeom>
            <a:solidFill>
              <a:srgbClr val="F7D3D6"/>
            </a:solidFill>
            <a:ln>
              <a:noFill/>
            </a:ln>
          </p:spPr>
        </p:sp>
        <p:sp>
          <p:nvSpPr>
            <p:cNvPr id="7196" name="Heatmap cell r22 c145"/>
            <p:cNvSpPr/>
            <p:nvPr/>
          </p:nvSpPr>
          <p:spPr>
            <a:xfrm>
              <a:off x="2636286" y="581422"/>
              <a:ext cx="19034" cy="26609"/>
            </a:xfrm>
            <a:prstGeom prst="rect">
              <a:avLst/>
            </a:prstGeom>
            <a:solidFill>
              <a:srgbClr val="E7EBF1"/>
            </a:solidFill>
            <a:ln>
              <a:noFill/>
            </a:ln>
          </p:spPr>
        </p:sp>
        <p:sp>
          <p:nvSpPr>
            <p:cNvPr id="7197" name="Heatmap cell r22 c146"/>
            <p:cNvSpPr/>
            <p:nvPr/>
          </p:nvSpPr>
          <p:spPr>
            <a:xfrm>
              <a:off x="2655225" y="581422"/>
              <a:ext cx="17140" cy="26609"/>
            </a:xfrm>
            <a:prstGeom prst="rect">
              <a:avLst/>
            </a:prstGeom>
            <a:solidFill>
              <a:srgbClr val="F1C3C8"/>
            </a:solidFill>
            <a:ln>
              <a:noFill/>
            </a:ln>
          </p:spPr>
        </p:sp>
        <p:sp>
          <p:nvSpPr>
            <p:cNvPr id="7198" name="Heatmap cell r22 c147"/>
            <p:cNvSpPr/>
            <p:nvPr/>
          </p:nvSpPr>
          <p:spPr>
            <a:xfrm>
              <a:off x="2672270" y="581422"/>
              <a:ext cx="19034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7199" name="Heatmap cell r22 c148"/>
            <p:cNvSpPr/>
            <p:nvPr/>
          </p:nvSpPr>
          <p:spPr>
            <a:xfrm>
              <a:off x="2691208" y="581422"/>
              <a:ext cx="17140" cy="26609"/>
            </a:xfrm>
            <a:prstGeom prst="rect">
              <a:avLst/>
            </a:prstGeom>
            <a:solidFill>
              <a:srgbClr val="B1C4D5"/>
            </a:solidFill>
            <a:ln>
              <a:noFill/>
            </a:ln>
          </p:spPr>
        </p:sp>
        <p:sp>
          <p:nvSpPr>
            <p:cNvPr id="7200" name="Heatmap cell r22 c149"/>
            <p:cNvSpPr/>
            <p:nvPr/>
          </p:nvSpPr>
          <p:spPr>
            <a:xfrm>
              <a:off x="2708253" y="581422"/>
              <a:ext cx="19034" cy="26609"/>
            </a:xfrm>
            <a:prstGeom prst="rect">
              <a:avLst/>
            </a:prstGeom>
            <a:solidFill>
              <a:srgbClr val="F1F5F8"/>
            </a:solidFill>
            <a:ln>
              <a:noFill/>
            </a:ln>
          </p:spPr>
        </p:sp>
        <p:sp>
          <p:nvSpPr>
            <p:cNvPr id="7201" name="Heatmap cell r22 c150"/>
            <p:cNvSpPr/>
            <p:nvPr/>
          </p:nvSpPr>
          <p:spPr>
            <a:xfrm>
              <a:off x="2727192" y="581422"/>
              <a:ext cx="17140" cy="26609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7202" name="Heatmap cell r22 c152"/>
            <p:cNvSpPr/>
            <p:nvPr/>
          </p:nvSpPr>
          <p:spPr>
            <a:xfrm>
              <a:off x="2763176" y="581422"/>
              <a:ext cx="17140" cy="26609"/>
            </a:xfrm>
            <a:prstGeom prst="rect">
              <a:avLst/>
            </a:prstGeom>
            <a:solidFill>
              <a:srgbClr val="F4CED1"/>
            </a:solidFill>
            <a:ln>
              <a:noFill/>
            </a:ln>
          </p:spPr>
        </p:sp>
        <p:sp>
          <p:nvSpPr>
            <p:cNvPr id="7203" name="Heatmap cell r22 c153"/>
            <p:cNvSpPr/>
            <p:nvPr/>
          </p:nvSpPr>
          <p:spPr>
            <a:xfrm>
              <a:off x="2780221" y="581422"/>
              <a:ext cx="19034" cy="26609"/>
            </a:xfrm>
            <a:prstGeom prst="rect">
              <a:avLst/>
            </a:prstGeom>
            <a:solidFill>
              <a:srgbClr val="F1C0C6"/>
            </a:solidFill>
            <a:ln>
              <a:noFill/>
            </a:ln>
          </p:spPr>
        </p:sp>
        <p:sp>
          <p:nvSpPr>
            <p:cNvPr id="7204" name="Heatmap cell r22 c154"/>
            <p:cNvSpPr/>
            <p:nvPr/>
          </p:nvSpPr>
          <p:spPr>
            <a:xfrm>
              <a:off x="2799160" y="581422"/>
              <a:ext cx="17140" cy="26609"/>
            </a:xfrm>
            <a:prstGeom prst="rect">
              <a:avLst/>
            </a:prstGeom>
            <a:solidFill>
              <a:srgbClr val="F8DBDD"/>
            </a:solidFill>
            <a:ln>
              <a:noFill/>
            </a:ln>
          </p:spPr>
        </p:sp>
        <p:sp>
          <p:nvSpPr>
            <p:cNvPr id="7205" name="Heatmap cell r22 c156"/>
            <p:cNvSpPr/>
            <p:nvPr/>
          </p:nvSpPr>
          <p:spPr>
            <a:xfrm>
              <a:off x="2835144" y="581422"/>
              <a:ext cx="19034" cy="26609"/>
            </a:xfrm>
            <a:prstGeom prst="rect">
              <a:avLst/>
            </a:prstGeom>
            <a:solidFill>
              <a:srgbClr val="E7929B"/>
            </a:solidFill>
            <a:ln>
              <a:noFill/>
            </a:ln>
          </p:spPr>
        </p:sp>
        <p:sp>
          <p:nvSpPr>
            <p:cNvPr id="7206" name="Heatmap cell r22 c157"/>
            <p:cNvSpPr/>
            <p:nvPr/>
          </p:nvSpPr>
          <p:spPr>
            <a:xfrm>
              <a:off x="2854082" y="581422"/>
              <a:ext cx="17140" cy="26609"/>
            </a:xfrm>
            <a:prstGeom prst="rect">
              <a:avLst/>
            </a:prstGeom>
            <a:solidFill>
              <a:srgbClr val="EFB7BB"/>
            </a:solidFill>
            <a:ln>
              <a:noFill/>
            </a:ln>
          </p:spPr>
        </p:sp>
        <p:sp>
          <p:nvSpPr>
            <p:cNvPr id="7207" name="Heatmap cell r22 c158"/>
            <p:cNvSpPr/>
            <p:nvPr/>
          </p:nvSpPr>
          <p:spPr>
            <a:xfrm>
              <a:off x="2871127" y="581422"/>
              <a:ext cx="19034" cy="26609"/>
            </a:xfrm>
            <a:prstGeom prst="rect">
              <a:avLst/>
            </a:prstGeom>
            <a:solidFill>
              <a:srgbClr val="FAECEC"/>
            </a:solidFill>
            <a:ln>
              <a:noFill/>
            </a:ln>
          </p:spPr>
        </p:sp>
        <p:sp>
          <p:nvSpPr>
            <p:cNvPr id="7208" name="Heatmap cell r22 c159"/>
            <p:cNvSpPr/>
            <p:nvPr/>
          </p:nvSpPr>
          <p:spPr>
            <a:xfrm>
              <a:off x="2890066" y="581422"/>
              <a:ext cx="17140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7209" name="Heatmap cell r22 c160"/>
            <p:cNvSpPr/>
            <p:nvPr/>
          </p:nvSpPr>
          <p:spPr>
            <a:xfrm>
              <a:off x="2907111" y="581422"/>
              <a:ext cx="19034" cy="26609"/>
            </a:xfrm>
            <a:prstGeom prst="rect">
              <a:avLst/>
            </a:prstGeom>
            <a:solidFill>
              <a:srgbClr val="C2D0DE"/>
            </a:solidFill>
            <a:ln>
              <a:noFill/>
            </a:ln>
          </p:spPr>
        </p:sp>
        <p:sp>
          <p:nvSpPr>
            <p:cNvPr id="7210" name="Heatmap cell r22 c161"/>
            <p:cNvSpPr/>
            <p:nvPr/>
          </p:nvSpPr>
          <p:spPr>
            <a:xfrm>
              <a:off x="2926050" y="581422"/>
              <a:ext cx="17140" cy="26609"/>
            </a:xfrm>
            <a:prstGeom prst="rect">
              <a:avLst/>
            </a:prstGeom>
            <a:solidFill>
              <a:srgbClr val="DFE6ED"/>
            </a:solidFill>
            <a:ln>
              <a:noFill/>
            </a:ln>
          </p:spPr>
        </p:sp>
        <p:sp>
          <p:nvSpPr>
            <p:cNvPr id="7211" name="Heatmap cell r22 c162"/>
            <p:cNvSpPr/>
            <p:nvPr/>
          </p:nvSpPr>
          <p:spPr>
            <a:xfrm>
              <a:off x="2943095" y="581422"/>
              <a:ext cx="19034" cy="26609"/>
            </a:xfrm>
            <a:prstGeom prst="rect">
              <a:avLst/>
            </a:prstGeom>
            <a:solidFill>
              <a:srgbClr val="D9E1EB"/>
            </a:solidFill>
            <a:ln>
              <a:noFill/>
            </a:ln>
          </p:spPr>
        </p:sp>
        <p:sp>
          <p:nvSpPr>
            <p:cNvPr id="7212" name="Heatmap cell r22 c163"/>
            <p:cNvSpPr/>
            <p:nvPr/>
          </p:nvSpPr>
          <p:spPr>
            <a:xfrm>
              <a:off x="2962034" y="581422"/>
              <a:ext cx="17140" cy="26609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7213" name="Heatmap cell r22 c164"/>
            <p:cNvSpPr/>
            <p:nvPr/>
          </p:nvSpPr>
          <p:spPr>
            <a:xfrm>
              <a:off x="2979079" y="581422"/>
              <a:ext cx="19034" cy="26609"/>
            </a:xfrm>
            <a:prstGeom prst="rect">
              <a:avLst/>
            </a:prstGeom>
            <a:solidFill>
              <a:srgbClr val="DEE6EC"/>
            </a:solidFill>
            <a:ln>
              <a:noFill/>
            </a:ln>
          </p:spPr>
        </p:sp>
        <p:sp>
          <p:nvSpPr>
            <p:cNvPr id="7214" name="Heatmap cell r22 c165"/>
            <p:cNvSpPr/>
            <p:nvPr/>
          </p:nvSpPr>
          <p:spPr>
            <a:xfrm>
              <a:off x="2998018" y="581422"/>
              <a:ext cx="17140" cy="26609"/>
            </a:xfrm>
            <a:prstGeom prst="rect">
              <a:avLst/>
            </a:prstGeom>
            <a:solidFill>
              <a:srgbClr val="CCD7E3"/>
            </a:solidFill>
            <a:ln>
              <a:noFill/>
            </a:ln>
          </p:spPr>
        </p:sp>
        <p:sp>
          <p:nvSpPr>
            <p:cNvPr id="7215" name="Heatmap cell r22 c166"/>
            <p:cNvSpPr/>
            <p:nvPr/>
          </p:nvSpPr>
          <p:spPr>
            <a:xfrm>
              <a:off x="3015062" y="581422"/>
              <a:ext cx="19034" cy="26609"/>
            </a:xfrm>
            <a:prstGeom prst="rect">
              <a:avLst/>
            </a:prstGeom>
            <a:solidFill>
              <a:srgbClr val="EFF3F7"/>
            </a:solidFill>
            <a:ln>
              <a:noFill/>
            </a:ln>
          </p:spPr>
        </p:sp>
        <p:sp>
          <p:nvSpPr>
            <p:cNvPr id="7216" name="Heatmap cell r22 c167"/>
            <p:cNvSpPr/>
            <p:nvPr/>
          </p:nvSpPr>
          <p:spPr>
            <a:xfrm>
              <a:off x="3034001" y="581422"/>
              <a:ext cx="17140" cy="26609"/>
            </a:xfrm>
            <a:prstGeom prst="rect">
              <a:avLst/>
            </a:prstGeom>
            <a:solidFill>
              <a:srgbClr val="F1F5F8"/>
            </a:solidFill>
            <a:ln>
              <a:noFill/>
            </a:ln>
          </p:spPr>
        </p:sp>
        <p:sp>
          <p:nvSpPr>
            <p:cNvPr id="7217" name="Heatmap cell r22 c168"/>
            <p:cNvSpPr/>
            <p:nvPr/>
          </p:nvSpPr>
          <p:spPr>
            <a:xfrm>
              <a:off x="3051046" y="581422"/>
              <a:ext cx="19034" cy="26609"/>
            </a:xfrm>
            <a:prstGeom prst="rect">
              <a:avLst/>
            </a:prstGeom>
            <a:solidFill>
              <a:srgbClr val="FAEEEF"/>
            </a:solidFill>
            <a:ln>
              <a:noFill/>
            </a:ln>
          </p:spPr>
        </p:sp>
        <p:sp>
          <p:nvSpPr>
            <p:cNvPr id="7218" name="Heatmap cell r22 c169"/>
            <p:cNvSpPr/>
            <p:nvPr/>
          </p:nvSpPr>
          <p:spPr>
            <a:xfrm>
              <a:off x="3069985" y="581422"/>
              <a:ext cx="19034" cy="26609"/>
            </a:xfrm>
            <a:prstGeom prst="rect">
              <a:avLst/>
            </a:prstGeom>
            <a:solidFill>
              <a:srgbClr val="B8C9DA"/>
            </a:solidFill>
            <a:ln>
              <a:noFill/>
            </a:ln>
          </p:spPr>
        </p:sp>
        <p:sp>
          <p:nvSpPr>
            <p:cNvPr id="7219" name="Heatmap cell r22 c170"/>
            <p:cNvSpPr/>
            <p:nvPr/>
          </p:nvSpPr>
          <p:spPr>
            <a:xfrm>
              <a:off x="3088924" y="581422"/>
              <a:ext cx="17140" cy="26609"/>
            </a:xfrm>
            <a:prstGeom prst="rect">
              <a:avLst/>
            </a:prstGeom>
            <a:solidFill>
              <a:srgbClr val="EAEEF4"/>
            </a:solidFill>
            <a:ln>
              <a:noFill/>
            </a:ln>
          </p:spPr>
        </p:sp>
        <p:sp>
          <p:nvSpPr>
            <p:cNvPr id="7220" name="Heatmap cell r22 c171"/>
            <p:cNvSpPr/>
            <p:nvPr/>
          </p:nvSpPr>
          <p:spPr>
            <a:xfrm>
              <a:off x="3105969" y="581422"/>
              <a:ext cx="19034" cy="26609"/>
            </a:xfrm>
            <a:prstGeom prst="rect">
              <a:avLst/>
            </a:prstGeom>
            <a:solidFill>
              <a:srgbClr val="D2DDE7"/>
            </a:solidFill>
            <a:ln>
              <a:noFill/>
            </a:ln>
          </p:spPr>
        </p:sp>
        <p:sp>
          <p:nvSpPr>
            <p:cNvPr id="7221" name="Heatmap cell r22 c172"/>
            <p:cNvSpPr/>
            <p:nvPr/>
          </p:nvSpPr>
          <p:spPr>
            <a:xfrm>
              <a:off x="3124908" y="581422"/>
              <a:ext cx="17140" cy="26609"/>
            </a:xfrm>
            <a:prstGeom prst="rect">
              <a:avLst/>
            </a:prstGeom>
            <a:solidFill>
              <a:srgbClr val="D6E0EA"/>
            </a:solidFill>
            <a:ln>
              <a:noFill/>
            </a:ln>
          </p:spPr>
        </p:sp>
        <p:sp>
          <p:nvSpPr>
            <p:cNvPr id="7222" name="Heatmap cell r22 c173"/>
            <p:cNvSpPr/>
            <p:nvPr/>
          </p:nvSpPr>
          <p:spPr>
            <a:xfrm>
              <a:off x="3141953" y="581422"/>
              <a:ext cx="19034" cy="26609"/>
            </a:xfrm>
            <a:prstGeom prst="rect">
              <a:avLst/>
            </a:prstGeom>
            <a:solidFill>
              <a:srgbClr val="DCE3EB"/>
            </a:solidFill>
            <a:ln>
              <a:noFill/>
            </a:ln>
          </p:spPr>
        </p:sp>
        <p:sp>
          <p:nvSpPr>
            <p:cNvPr id="7223" name="Heatmap cell r22 c175"/>
            <p:cNvSpPr/>
            <p:nvPr/>
          </p:nvSpPr>
          <p:spPr>
            <a:xfrm>
              <a:off x="3177936" y="581422"/>
              <a:ext cx="19034" cy="26609"/>
            </a:xfrm>
            <a:prstGeom prst="rect">
              <a:avLst/>
            </a:prstGeom>
            <a:solidFill>
              <a:srgbClr val="E9EEF4"/>
            </a:solidFill>
            <a:ln>
              <a:noFill/>
            </a:ln>
          </p:spPr>
        </p:sp>
        <p:sp>
          <p:nvSpPr>
            <p:cNvPr id="7224" name="Heatmap cell r22 c176"/>
            <p:cNvSpPr/>
            <p:nvPr/>
          </p:nvSpPr>
          <p:spPr>
            <a:xfrm>
              <a:off x="3196875" y="581422"/>
              <a:ext cx="17140" cy="26609"/>
            </a:xfrm>
            <a:prstGeom prst="rect">
              <a:avLst/>
            </a:prstGeom>
            <a:solidFill>
              <a:srgbClr val="F8E1E3"/>
            </a:solidFill>
            <a:ln>
              <a:noFill/>
            </a:ln>
          </p:spPr>
        </p:sp>
        <p:sp>
          <p:nvSpPr>
            <p:cNvPr id="7225" name="Heatmap cell r22 c177"/>
            <p:cNvSpPr/>
            <p:nvPr/>
          </p:nvSpPr>
          <p:spPr>
            <a:xfrm>
              <a:off x="3213920" y="581422"/>
              <a:ext cx="19034" cy="26609"/>
            </a:xfrm>
            <a:prstGeom prst="rect">
              <a:avLst/>
            </a:prstGeom>
            <a:solidFill>
              <a:srgbClr val="FAEEEF"/>
            </a:solidFill>
            <a:ln>
              <a:noFill/>
            </a:ln>
          </p:spPr>
        </p:sp>
        <p:sp>
          <p:nvSpPr>
            <p:cNvPr id="7226" name="Heatmap cell r22 c178"/>
            <p:cNvSpPr/>
            <p:nvPr/>
          </p:nvSpPr>
          <p:spPr>
            <a:xfrm>
              <a:off x="3232859" y="581422"/>
              <a:ext cx="17140" cy="26609"/>
            </a:xfrm>
            <a:prstGeom prst="rect">
              <a:avLst/>
            </a:prstGeom>
            <a:solidFill>
              <a:srgbClr val="E9EEF4"/>
            </a:solidFill>
            <a:ln>
              <a:noFill/>
            </a:ln>
          </p:spPr>
        </p:sp>
        <p:sp>
          <p:nvSpPr>
            <p:cNvPr id="7227" name="Heatmap cell r22 c180"/>
            <p:cNvSpPr/>
            <p:nvPr/>
          </p:nvSpPr>
          <p:spPr>
            <a:xfrm>
              <a:off x="3268843" y="581422"/>
              <a:ext cx="17140" cy="26609"/>
            </a:xfrm>
            <a:prstGeom prst="rect">
              <a:avLst/>
            </a:prstGeom>
            <a:solidFill>
              <a:srgbClr val="FCF8F9"/>
            </a:solidFill>
            <a:ln>
              <a:noFill/>
            </a:ln>
          </p:spPr>
        </p:sp>
        <p:sp>
          <p:nvSpPr>
            <p:cNvPr id="7228" name="Heatmap cell r22 c181"/>
            <p:cNvSpPr/>
            <p:nvPr/>
          </p:nvSpPr>
          <p:spPr>
            <a:xfrm>
              <a:off x="3285888" y="581422"/>
              <a:ext cx="19034" cy="26609"/>
            </a:xfrm>
            <a:prstGeom prst="rect">
              <a:avLst/>
            </a:prstGeom>
            <a:solidFill>
              <a:srgbClr val="FAEBED"/>
            </a:solidFill>
            <a:ln>
              <a:noFill/>
            </a:ln>
          </p:spPr>
        </p:sp>
        <p:sp>
          <p:nvSpPr>
            <p:cNvPr id="7229" name="Heatmap cell r22 c182"/>
            <p:cNvSpPr/>
            <p:nvPr/>
          </p:nvSpPr>
          <p:spPr>
            <a:xfrm>
              <a:off x="3304827" y="581422"/>
              <a:ext cx="19034" cy="26609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7230" name="Heatmap cell r22 c183"/>
            <p:cNvSpPr/>
            <p:nvPr/>
          </p:nvSpPr>
          <p:spPr>
            <a:xfrm>
              <a:off x="3323765" y="581422"/>
              <a:ext cx="17140" cy="26609"/>
            </a:xfrm>
            <a:prstGeom prst="rect">
              <a:avLst/>
            </a:prstGeom>
            <a:solidFill>
              <a:srgbClr val="ADC2D4"/>
            </a:solidFill>
            <a:ln>
              <a:noFill/>
            </a:ln>
          </p:spPr>
        </p:sp>
        <p:sp>
          <p:nvSpPr>
            <p:cNvPr id="7231" name="Heatmap cell r22 c184"/>
            <p:cNvSpPr/>
            <p:nvPr/>
          </p:nvSpPr>
          <p:spPr>
            <a:xfrm>
              <a:off x="3340810" y="581422"/>
              <a:ext cx="19034" cy="26609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</p:sp>
        <p:sp>
          <p:nvSpPr>
            <p:cNvPr id="7232" name="Heatmap cell r22 c185"/>
            <p:cNvSpPr/>
            <p:nvPr/>
          </p:nvSpPr>
          <p:spPr>
            <a:xfrm>
              <a:off x="3359749" y="581422"/>
              <a:ext cx="17140" cy="26609"/>
            </a:xfrm>
            <a:prstGeom prst="rect">
              <a:avLst/>
            </a:prstGeom>
            <a:solidFill>
              <a:srgbClr val="F0BBC2"/>
            </a:solidFill>
            <a:ln>
              <a:noFill/>
            </a:ln>
          </p:spPr>
        </p:sp>
        <p:sp>
          <p:nvSpPr>
            <p:cNvPr id="7233" name="Heatmap cell r22 c186"/>
            <p:cNvSpPr/>
            <p:nvPr/>
          </p:nvSpPr>
          <p:spPr>
            <a:xfrm>
              <a:off x="3376794" y="581422"/>
              <a:ext cx="19034" cy="26609"/>
            </a:xfrm>
            <a:prstGeom prst="rect">
              <a:avLst/>
            </a:prstGeom>
            <a:solidFill>
              <a:srgbClr val="FBF5F5"/>
            </a:solidFill>
            <a:ln>
              <a:noFill/>
            </a:ln>
          </p:spPr>
        </p:sp>
        <p:sp>
          <p:nvSpPr>
            <p:cNvPr id="7234" name="Heatmap cell r22 c187"/>
            <p:cNvSpPr/>
            <p:nvPr/>
          </p:nvSpPr>
          <p:spPr>
            <a:xfrm>
              <a:off x="3395733" y="581422"/>
              <a:ext cx="17140" cy="26609"/>
            </a:xfrm>
            <a:prstGeom prst="rect">
              <a:avLst/>
            </a:prstGeom>
            <a:solidFill>
              <a:srgbClr val="FAEEEF"/>
            </a:solidFill>
            <a:ln>
              <a:noFill/>
            </a:ln>
          </p:spPr>
        </p:sp>
        <p:sp>
          <p:nvSpPr>
            <p:cNvPr id="7235" name="Heatmap cell r22 c188"/>
            <p:cNvSpPr/>
            <p:nvPr/>
          </p:nvSpPr>
          <p:spPr>
            <a:xfrm>
              <a:off x="3412778" y="581422"/>
              <a:ext cx="19034" cy="26609"/>
            </a:xfrm>
            <a:prstGeom prst="rect">
              <a:avLst/>
            </a:prstGeom>
            <a:solidFill>
              <a:srgbClr val="AFC4D5"/>
            </a:solidFill>
            <a:ln>
              <a:noFill/>
            </a:ln>
          </p:spPr>
        </p:sp>
        <p:sp>
          <p:nvSpPr>
            <p:cNvPr id="7236" name="Heatmap cell r22 c189"/>
            <p:cNvSpPr/>
            <p:nvPr/>
          </p:nvSpPr>
          <p:spPr>
            <a:xfrm>
              <a:off x="3431717" y="581422"/>
              <a:ext cx="17140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7237" name="Heatmap cell r22 c190"/>
            <p:cNvSpPr/>
            <p:nvPr/>
          </p:nvSpPr>
          <p:spPr>
            <a:xfrm>
              <a:off x="3448762" y="581422"/>
              <a:ext cx="19034" cy="26609"/>
            </a:xfrm>
            <a:prstGeom prst="rect">
              <a:avLst/>
            </a:prstGeom>
            <a:solidFill>
              <a:srgbClr val="C5D3E0"/>
            </a:solidFill>
            <a:ln>
              <a:noFill/>
            </a:ln>
          </p:spPr>
        </p:sp>
        <p:sp>
          <p:nvSpPr>
            <p:cNvPr id="7238" name="Heatmap cell r22 c191"/>
            <p:cNvSpPr/>
            <p:nvPr/>
          </p:nvSpPr>
          <p:spPr>
            <a:xfrm>
              <a:off x="3467701" y="581422"/>
              <a:ext cx="17140" cy="26609"/>
            </a:xfrm>
            <a:prstGeom prst="rect">
              <a:avLst/>
            </a:prstGeom>
            <a:solidFill>
              <a:srgbClr val="B7C7D9"/>
            </a:solidFill>
            <a:ln>
              <a:noFill/>
            </a:ln>
          </p:spPr>
        </p:sp>
        <p:sp>
          <p:nvSpPr>
            <p:cNvPr id="7239" name="Heatmap cell r22 c192"/>
            <p:cNvSpPr/>
            <p:nvPr/>
          </p:nvSpPr>
          <p:spPr>
            <a:xfrm>
              <a:off x="3484746" y="581422"/>
              <a:ext cx="19034" cy="26609"/>
            </a:xfrm>
            <a:prstGeom prst="rect">
              <a:avLst/>
            </a:prstGeom>
            <a:solidFill>
              <a:srgbClr val="D2DDE8"/>
            </a:solidFill>
            <a:ln>
              <a:noFill/>
            </a:ln>
          </p:spPr>
        </p:sp>
        <p:sp>
          <p:nvSpPr>
            <p:cNvPr id="7240" name="Heatmap cell r22 c193"/>
            <p:cNvSpPr/>
            <p:nvPr/>
          </p:nvSpPr>
          <p:spPr>
            <a:xfrm>
              <a:off x="3503684" y="581422"/>
              <a:ext cx="17140" cy="26609"/>
            </a:xfrm>
            <a:prstGeom prst="rect">
              <a:avLst/>
            </a:prstGeom>
            <a:solidFill>
              <a:srgbClr val="FAEBED"/>
            </a:solidFill>
            <a:ln>
              <a:noFill/>
            </a:ln>
          </p:spPr>
        </p:sp>
        <p:sp>
          <p:nvSpPr>
            <p:cNvPr id="7241" name="Heatmap cell r22 c194"/>
            <p:cNvSpPr/>
            <p:nvPr/>
          </p:nvSpPr>
          <p:spPr>
            <a:xfrm>
              <a:off x="3520729" y="581422"/>
              <a:ext cx="19034" cy="26609"/>
            </a:xfrm>
            <a:prstGeom prst="rect">
              <a:avLst/>
            </a:prstGeom>
            <a:solidFill>
              <a:srgbClr val="BDCEDD"/>
            </a:solidFill>
            <a:ln>
              <a:noFill/>
            </a:ln>
          </p:spPr>
        </p:sp>
        <p:sp>
          <p:nvSpPr>
            <p:cNvPr id="7242" name="Heatmap cell r22 c195"/>
            <p:cNvSpPr/>
            <p:nvPr/>
          </p:nvSpPr>
          <p:spPr>
            <a:xfrm>
              <a:off x="3539668" y="581422"/>
              <a:ext cx="19034" cy="26609"/>
            </a:xfrm>
            <a:prstGeom prst="rect">
              <a:avLst/>
            </a:prstGeom>
            <a:solidFill>
              <a:srgbClr val="ACC0D3"/>
            </a:solidFill>
            <a:ln>
              <a:noFill/>
            </a:ln>
          </p:spPr>
        </p:sp>
        <p:sp>
          <p:nvSpPr>
            <p:cNvPr id="7243" name="Heatmap cell r22 c196"/>
            <p:cNvSpPr/>
            <p:nvPr/>
          </p:nvSpPr>
          <p:spPr>
            <a:xfrm>
              <a:off x="3558607" y="581422"/>
              <a:ext cx="17140" cy="26609"/>
            </a:xfrm>
            <a:prstGeom prst="rect">
              <a:avLst/>
            </a:prstGeom>
            <a:solidFill>
              <a:srgbClr val="DAE2EB"/>
            </a:solidFill>
            <a:ln>
              <a:noFill/>
            </a:ln>
          </p:spPr>
        </p:sp>
        <p:sp>
          <p:nvSpPr>
            <p:cNvPr id="7244" name="Heatmap cell r22 c197"/>
            <p:cNvSpPr/>
            <p:nvPr/>
          </p:nvSpPr>
          <p:spPr>
            <a:xfrm>
              <a:off x="3575652" y="581422"/>
              <a:ext cx="19034" cy="26609"/>
            </a:xfrm>
            <a:prstGeom prst="rect">
              <a:avLst/>
            </a:prstGeom>
            <a:solidFill>
              <a:srgbClr val="C4D2DF"/>
            </a:solidFill>
            <a:ln>
              <a:noFill/>
            </a:ln>
          </p:spPr>
        </p:sp>
        <p:sp>
          <p:nvSpPr>
            <p:cNvPr id="7245" name="Heatmap cell r22 c198"/>
            <p:cNvSpPr/>
            <p:nvPr/>
          </p:nvSpPr>
          <p:spPr>
            <a:xfrm>
              <a:off x="3594591" y="581422"/>
              <a:ext cx="17140" cy="26609"/>
            </a:xfrm>
            <a:prstGeom prst="rect">
              <a:avLst/>
            </a:prstGeom>
            <a:solidFill>
              <a:srgbClr val="D4DFE9"/>
            </a:solidFill>
            <a:ln>
              <a:noFill/>
            </a:ln>
          </p:spPr>
        </p:sp>
        <p:sp>
          <p:nvSpPr>
            <p:cNvPr id="7246" name="Heatmap cell r22 c199"/>
            <p:cNvSpPr/>
            <p:nvPr/>
          </p:nvSpPr>
          <p:spPr>
            <a:xfrm>
              <a:off x="3611636" y="581422"/>
              <a:ext cx="19034" cy="26609"/>
            </a:xfrm>
            <a:prstGeom prst="rect">
              <a:avLst/>
            </a:prstGeom>
            <a:solidFill>
              <a:srgbClr val="CDD9E3"/>
            </a:solidFill>
            <a:ln>
              <a:noFill/>
            </a:ln>
          </p:spPr>
        </p:sp>
        <p:sp>
          <p:nvSpPr>
            <p:cNvPr id="7247" name="Heatmap cell r22 c200"/>
            <p:cNvSpPr/>
            <p:nvPr/>
          </p:nvSpPr>
          <p:spPr>
            <a:xfrm>
              <a:off x="3630575" y="581422"/>
              <a:ext cx="17140" cy="26609"/>
            </a:xfrm>
            <a:prstGeom prst="rect">
              <a:avLst/>
            </a:prstGeom>
            <a:solidFill>
              <a:srgbClr val="FDF9FA"/>
            </a:solidFill>
            <a:ln>
              <a:noFill/>
            </a:ln>
          </p:spPr>
        </p:sp>
        <p:sp>
          <p:nvSpPr>
            <p:cNvPr id="7248" name="Heatmap cell r22 c201"/>
            <p:cNvSpPr/>
            <p:nvPr/>
          </p:nvSpPr>
          <p:spPr>
            <a:xfrm>
              <a:off x="3647620" y="581422"/>
              <a:ext cx="19034" cy="26609"/>
            </a:xfrm>
            <a:prstGeom prst="rect">
              <a:avLst/>
            </a:prstGeom>
            <a:solidFill>
              <a:srgbClr val="BDCEDD"/>
            </a:solidFill>
            <a:ln>
              <a:noFill/>
            </a:ln>
          </p:spPr>
        </p:sp>
        <p:sp>
          <p:nvSpPr>
            <p:cNvPr id="7249" name="Heatmap cell r22 c202"/>
            <p:cNvSpPr/>
            <p:nvPr/>
          </p:nvSpPr>
          <p:spPr>
            <a:xfrm>
              <a:off x="3666558" y="581422"/>
              <a:ext cx="17140" cy="26609"/>
            </a:xfrm>
            <a:prstGeom prst="rect">
              <a:avLst/>
            </a:prstGeom>
            <a:solidFill>
              <a:srgbClr val="A9BCD2"/>
            </a:solidFill>
            <a:ln>
              <a:noFill/>
            </a:ln>
          </p:spPr>
        </p:sp>
        <p:sp>
          <p:nvSpPr>
            <p:cNvPr id="7250" name="Heatmap cell r22 c203"/>
            <p:cNvSpPr/>
            <p:nvPr/>
          </p:nvSpPr>
          <p:spPr>
            <a:xfrm>
              <a:off x="3683603" y="581422"/>
              <a:ext cx="19034" cy="26609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7251" name="Heatmap cell r22 c204"/>
            <p:cNvSpPr/>
            <p:nvPr/>
          </p:nvSpPr>
          <p:spPr>
            <a:xfrm>
              <a:off x="3702542" y="581422"/>
              <a:ext cx="17140" cy="26609"/>
            </a:xfrm>
            <a:prstGeom prst="rect">
              <a:avLst/>
            </a:prstGeom>
            <a:solidFill>
              <a:srgbClr val="6689AE"/>
            </a:solidFill>
            <a:ln>
              <a:noFill/>
            </a:ln>
          </p:spPr>
        </p:sp>
        <p:sp>
          <p:nvSpPr>
            <p:cNvPr id="7252" name="Heatmap cell r22 c205"/>
            <p:cNvSpPr/>
            <p:nvPr/>
          </p:nvSpPr>
          <p:spPr>
            <a:xfrm>
              <a:off x="3719587" y="581422"/>
              <a:ext cx="19034" cy="26609"/>
            </a:xfrm>
            <a:prstGeom prst="rect">
              <a:avLst/>
            </a:prstGeom>
            <a:solidFill>
              <a:srgbClr val="90ABC5"/>
            </a:solidFill>
            <a:ln>
              <a:noFill/>
            </a:ln>
          </p:spPr>
        </p:sp>
        <p:sp>
          <p:nvSpPr>
            <p:cNvPr id="7253" name="Heatmap cell r22 c206"/>
            <p:cNvSpPr/>
            <p:nvPr/>
          </p:nvSpPr>
          <p:spPr>
            <a:xfrm>
              <a:off x="3738526" y="581422"/>
              <a:ext cx="17140" cy="26609"/>
            </a:xfrm>
            <a:prstGeom prst="rect">
              <a:avLst/>
            </a:prstGeom>
            <a:solidFill>
              <a:srgbClr val="CCD7E3"/>
            </a:solidFill>
            <a:ln>
              <a:noFill/>
            </a:ln>
          </p:spPr>
        </p:sp>
        <p:sp>
          <p:nvSpPr>
            <p:cNvPr id="7254" name="Heatmap cell r22 c207"/>
            <p:cNvSpPr/>
            <p:nvPr/>
          </p:nvSpPr>
          <p:spPr>
            <a:xfrm>
              <a:off x="3755571" y="581422"/>
              <a:ext cx="19034" cy="26609"/>
            </a:xfrm>
            <a:prstGeom prst="rect">
              <a:avLst/>
            </a:prstGeom>
            <a:solidFill>
              <a:srgbClr val="85A2BE"/>
            </a:solidFill>
            <a:ln>
              <a:noFill/>
            </a:ln>
          </p:spPr>
        </p:sp>
        <p:sp>
          <p:nvSpPr>
            <p:cNvPr id="7255" name="Heatmap cell r22 c208"/>
            <p:cNvSpPr/>
            <p:nvPr/>
          </p:nvSpPr>
          <p:spPr>
            <a:xfrm>
              <a:off x="3774510" y="581422"/>
              <a:ext cx="19034" cy="26609"/>
            </a:xfrm>
            <a:prstGeom prst="rect">
              <a:avLst/>
            </a:prstGeom>
            <a:solidFill>
              <a:srgbClr val="A6BAD0"/>
            </a:solidFill>
            <a:ln>
              <a:noFill/>
            </a:ln>
          </p:spPr>
        </p:sp>
        <p:sp>
          <p:nvSpPr>
            <p:cNvPr id="7256" name="Heatmap cell r22 c209"/>
            <p:cNvSpPr/>
            <p:nvPr/>
          </p:nvSpPr>
          <p:spPr>
            <a:xfrm>
              <a:off x="3793449" y="581422"/>
              <a:ext cx="17140" cy="26609"/>
            </a:xfrm>
            <a:prstGeom prst="rect">
              <a:avLst/>
            </a:prstGeom>
            <a:solidFill>
              <a:srgbClr val="E3EAF0"/>
            </a:solidFill>
            <a:ln>
              <a:noFill/>
            </a:ln>
          </p:spPr>
        </p:sp>
        <p:sp>
          <p:nvSpPr>
            <p:cNvPr id="7257" name="Heatmap cell r22 c210"/>
            <p:cNvSpPr/>
            <p:nvPr/>
          </p:nvSpPr>
          <p:spPr>
            <a:xfrm>
              <a:off x="3810494" y="581422"/>
              <a:ext cx="19034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7258" name="Heatmap cell r22 c211"/>
            <p:cNvSpPr/>
            <p:nvPr/>
          </p:nvSpPr>
          <p:spPr>
            <a:xfrm>
              <a:off x="3829432" y="581422"/>
              <a:ext cx="17140" cy="26609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</p:sp>
        <p:sp>
          <p:nvSpPr>
            <p:cNvPr id="7259" name="Heatmap cell r22 c212"/>
            <p:cNvSpPr/>
            <p:nvPr/>
          </p:nvSpPr>
          <p:spPr>
            <a:xfrm>
              <a:off x="3846477" y="581422"/>
              <a:ext cx="19034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7260" name="Heatmap cell r22 c213"/>
            <p:cNvSpPr/>
            <p:nvPr/>
          </p:nvSpPr>
          <p:spPr>
            <a:xfrm>
              <a:off x="3865416" y="581422"/>
              <a:ext cx="17140" cy="26609"/>
            </a:xfrm>
            <a:prstGeom prst="rect">
              <a:avLst/>
            </a:prstGeom>
            <a:solidFill>
              <a:srgbClr val="F8E4E7"/>
            </a:solidFill>
            <a:ln>
              <a:noFill/>
            </a:ln>
          </p:spPr>
        </p:sp>
        <p:sp>
          <p:nvSpPr>
            <p:cNvPr id="7261" name="Heatmap cell r22 c214"/>
            <p:cNvSpPr/>
            <p:nvPr/>
          </p:nvSpPr>
          <p:spPr>
            <a:xfrm>
              <a:off x="3882461" y="581422"/>
              <a:ext cx="19034" cy="26609"/>
            </a:xfrm>
            <a:prstGeom prst="rect">
              <a:avLst/>
            </a:prstGeom>
            <a:solidFill>
              <a:srgbClr val="D4DFE9"/>
            </a:solidFill>
            <a:ln>
              <a:noFill/>
            </a:ln>
          </p:spPr>
        </p:sp>
        <p:sp>
          <p:nvSpPr>
            <p:cNvPr id="7262" name="Heatmap cell r22 c216"/>
            <p:cNvSpPr/>
            <p:nvPr/>
          </p:nvSpPr>
          <p:spPr>
            <a:xfrm>
              <a:off x="3918445" y="581422"/>
              <a:ext cx="19034" cy="26609"/>
            </a:xfrm>
            <a:prstGeom prst="rect">
              <a:avLst/>
            </a:prstGeom>
            <a:solidFill>
              <a:srgbClr val="F4CDD0"/>
            </a:solidFill>
            <a:ln>
              <a:noFill/>
            </a:ln>
          </p:spPr>
        </p:sp>
        <p:sp>
          <p:nvSpPr>
            <p:cNvPr id="7263" name="Heatmap cell r22 c217"/>
            <p:cNvSpPr/>
            <p:nvPr/>
          </p:nvSpPr>
          <p:spPr>
            <a:xfrm>
              <a:off x="3937384" y="581422"/>
              <a:ext cx="17140" cy="26609"/>
            </a:xfrm>
            <a:prstGeom prst="rect">
              <a:avLst/>
            </a:prstGeom>
            <a:solidFill>
              <a:srgbClr val="F8E6E8"/>
            </a:solidFill>
            <a:ln>
              <a:noFill/>
            </a:ln>
          </p:spPr>
        </p:sp>
        <p:sp>
          <p:nvSpPr>
            <p:cNvPr id="7264" name="Heatmap cell r22 c218"/>
            <p:cNvSpPr/>
            <p:nvPr/>
          </p:nvSpPr>
          <p:spPr>
            <a:xfrm>
              <a:off x="3954429" y="581422"/>
              <a:ext cx="19034" cy="26609"/>
            </a:xfrm>
            <a:prstGeom prst="rect">
              <a:avLst/>
            </a:prstGeom>
            <a:solidFill>
              <a:srgbClr val="F5F7F9"/>
            </a:solidFill>
            <a:ln>
              <a:noFill/>
            </a:ln>
          </p:spPr>
        </p:sp>
        <p:sp>
          <p:nvSpPr>
            <p:cNvPr id="7265" name="Heatmap cell r22 c219"/>
            <p:cNvSpPr/>
            <p:nvPr/>
          </p:nvSpPr>
          <p:spPr>
            <a:xfrm>
              <a:off x="3973368" y="581422"/>
              <a:ext cx="17140" cy="26609"/>
            </a:xfrm>
            <a:prstGeom prst="rect">
              <a:avLst/>
            </a:prstGeom>
            <a:solidFill>
              <a:srgbClr val="E1E9EF"/>
            </a:solidFill>
            <a:ln>
              <a:noFill/>
            </a:ln>
          </p:spPr>
        </p:sp>
        <p:sp>
          <p:nvSpPr>
            <p:cNvPr id="7266" name="Heatmap cell r22 c220"/>
            <p:cNvSpPr/>
            <p:nvPr/>
          </p:nvSpPr>
          <p:spPr>
            <a:xfrm>
              <a:off x="3990412" y="581422"/>
              <a:ext cx="19034" cy="26609"/>
            </a:xfrm>
            <a:prstGeom prst="rect">
              <a:avLst/>
            </a:prstGeom>
            <a:solidFill>
              <a:srgbClr val="CAD6E3"/>
            </a:solidFill>
            <a:ln>
              <a:noFill/>
            </a:ln>
          </p:spPr>
        </p:sp>
        <p:sp>
          <p:nvSpPr>
            <p:cNvPr id="7267" name="Heatmap cell r22 c221"/>
            <p:cNvSpPr/>
            <p:nvPr/>
          </p:nvSpPr>
          <p:spPr>
            <a:xfrm>
              <a:off x="4009351" y="581422"/>
              <a:ext cx="19034" cy="26609"/>
            </a:xfrm>
            <a:prstGeom prst="rect">
              <a:avLst/>
            </a:prstGeom>
            <a:solidFill>
              <a:srgbClr val="F5F7F9"/>
            </a:solidFill>
            <a:ln>
              <a:noFill/>
            </a:ln>
          </p:spPr>
        </p:sp>
        <p:sp>
          <p:nvSpPr>
            <p:cNvPr id="7268" name="Heatmap cell r22 c222"/>
            <p:cNvSpPr/>
            <p:nvPr/>
          </p:nvSpPr>
          <p:spPr>
            <a:xfrm>
              <a:off x="4028290" y="581422"/>
              <a:ext cx="17140" cy="26609"/>
            </a:xfrm>
            <a:prstGeom prst="rect">
              <a:avLst/>
            </a:prstGeom>
            <a:solidFill>
              <a:srgbClr val="BBCCDC"/>
            </a:solidFill>
            <a:ln>
              <a:noFill/>
            </a:ln>
          </p:spPr>
        </p:sp>
        <p:sp>
          <p:nvSpPr>
            <p:cNvPr id="7269" name="Heatmap cell r22 c223"/>
            <p:cNvSpPr/>
            <p:nvPr/>
          </p:nvSpPr>
          <p:spPr>
            <a:xfrm>
              <a:off x="4045335" y="581422"/>
              <a:ext cx="19034" cy="26609"/>
            </a:xfrm>
            <a:prstGeom prst="rect">
              <a:avLst/>
            </a:prstGeom>
            <a:solidFill>
              <a:srgbClr val="F0F4F7"/>
            </a:solidFill>
            <a:ln>
              <a:noFill/>
            </a:ln>
          </p:spPr>
        </p:sp>
        <p:sp>
          <p:nvSpPr>
            <p:cNvPr id="7270" name="Heatmap cell r23 c1"/>
            <p:cNvSpPr/>
            <p:nvPr/>
          </p:nvSpPr>
          <p:spPr>
            <a:xfrm>
              <a:off x="13257" y="607937"/>
              <a:ext cx="45548" cy="28503"/>
            </a:xfrm>
            <a:prstGeom prst="rect">
              <a:avLst/>
            </a:prstGeom>
            <a:solidFill>
              <a:srgbClr val="155B9C"/>
            </a:solidFill>
            <a:ln>
              <a:noFill/>
            </a:ln>
          </p:spPr>
        </p:sp>
        <p:sp>
          <p:nvSpPr>
            <p:cNvPr id="7271" name="Heatmap cell r23 c3"/>
            <p:cNvSpPr/>
            <p:nvPr/>
          </p:nvSpPr>
          <p:spPr>
            <a:xfrm>
              <a:off x="71968" y="607937"/>
              <a:ext cx="17140" cy="28503"/>
            </a:xfrm>
            <a:prstGeom prst="rect">
              <a:avLst/>
            </a:prstGeom>
            <a:solidFill>
              <a:srgbClr val="F4CACD"/>
            </a:solidFill>
            <a:ln>
              <a:noFill/>
            </a:ln>
          </p:spPr>
        </p:sp>
        <p:sp>
          <p:nvSpPr>
            <p:cNvPr id="7272" name="Heatmap cell r23 c4"/>
            <p:cNvSpPr/>
            <p:nvPr/>
          </p:nvSpPr>
          <p:spPr>
            <a:xfrm>
              <a:off x="89013" y="607937"/>
              <a:ext cx="19034" cy="28503"/>
            </a:xfrm>
            <a:prstGeom prst="rect">
              <a:avLst/>
            </a:prstGeom>
            <a:solidFill>
              <a:srgbClr val="F0F5F8"/>
            </a:solidFill>
            <a:ln>
              <a:noFill/>
            </a:ln>
          </p:spPr>
        </p:sp>
        <p:sp>
          <p:nvSpPr>
            <p:cNvPr id="7273" name="Heatmap cell r23 c5"/>
            <p:cNvSpPr/>
            <p:nvPr/>
          </p:nvSpPr>
          <p:spPr>
            <a:xfrm>
              <a:off x="107951" y="607937"/>
              <a:ext cx="17140" cy="28503"/>
            </a:xfrm>
            <a:prstGeom prst="rect">
              <a:avLst/>
            </a:prstGeom>
            <a:solidFill>
              <a:srgbClr val="FBF5F5"/>
            </a:solidFill>
            <a:ln>
              <a:noFill/>
            </a:ln>
          </p:spPr>
        </p:sp>
        <p:sp>
          <p:nvSpPr>
            <p:cNvPr id="7274" name="Heatmap cell r23 c6"/>
            <p:cNvSpPr/>
            <p:nvPr/>
          </p:nvSpPr>
          <p:spPr>
            <a:xfrm>
              <a:off x="124996" y="607937"/>
              <a:ext cx="19034" cy="28503"/>
            </a:xfrm>
            <a:prstGeom prst="rect">
              <a:avLst/>
            </a:prstGeom>
            <a:solidFill>
              <a:srgbClr val="D1DCE7"/>
            </a:solidFill>
            <a:ln>
              <a:noFill/>
            </a:ln>
          </p:spPr>
        </p:sp>
        <p:sp>
          <p:nvSpPr>
            <p:cNvPr id="7275" name="Heatmap cell r23 c7"/>
            <p:cNvSpPr/>
            <p:nvPr/>
          </p:nvSpPr>
          <p:spPr>
            <a:xfrm>
              <a:off x="143935" y="607937"/>
              <a:ext cx="17140" cy="28503"/>
            </a:xfrm>
            <a:prstGeom prst="rect">
              <a:avLst/>
            </a:prstGeom>
            <a:solidFill>
              <a:srgbClr val="88A6C1"/>
            </a:solidFill>
            <a:ln>
              <a:noFill/>
            </a:ln>
          </p:spPr>
        </p:sp>
        <p:sp>
          <p:nvSpPr>
            <p:cNvPr id="7276" name="Heatmap cell r23 c8"/>
            <p:cNvSpPr/>
            <p:nvPr/>
          </p:nvSpPr>
          <p:spPr>
            <a:xfrm>
              <a:off x="160980" y="607937"/>
              <a:ext cx="19034" cy="28503"/>
            </a:xfrm>
            <a:prstGeom prst="rect">
              <a:avLst/>
            </a:prstGeom>
            <a:solidFill>
              <a:srgbClr val="F3C9CE"/>
            </a:solidFill>
            <a:ln>
              <a:noFill/>
            </a:ln>
          </p:spPr>
        </p:sp>
        <p:sp>
          <p:nvSpPr>
            <p:cNvPr id="7277" name="Heatmap cell r23 c9"/>
            <p:cNvSpPr/>
            <p:nvPr/>
          </p:nvSpPr>
          <p:spPr>
            <a:xfrm>
              <a:off x="179919" y="607937"/>
              <a:ext cx="19034" cy="28503"/>
            </a:xfrm>
            <a:prstGeom prst="rect">
              <a:avLst/>
            </a:prstGeom>
            <a:solidFill>
              <a:srgbClr val="FBF3F4"/>
            </a:solidFill>
            <a:ln>
              <a:noFill/>
            </a:ln>
          </p:spPr>
        </p:sp>
        <p:sp>
          <p:nvSpPr>
            <p:cNvPr id="7278" name="Heatmap cell r23 c10"/>
            <p:cNvSpPr/>
            <p:nvPr/>
          </p:nvSpPr>
          <p:spPr>
            <a:xfrm>
              <a:off x="198858" y="607937"/>
              <a:ext cx="17140" cy="28503"/>
            </a:xfrm>
            <a:prstGeom prst="rect">
              <a:avLst/>
            </a:prstGeom>
            <a:solidFill>
              <a:srgbClr val="ECAAAF"/>
            </a:solidFill>
            <a:ln>
              <a:noFill/>
            </a:ln>
          </p:spPr>
        </p:sp>
        <p:sp>
          <p:nvSpPr>
            <p:cNvPr id="7279" name="Heatmap cell r23 c11"/>
            <p:cNvSpPr/>
            <p:nvPr/>
          </p:nvSpPr>
          <p:spPr>
            <a:xfrm>
              <a:off x="215903" y="607937"/>
              <a:ext cx="19034" cy="28503"/>
            </a:xfrm>
            <a:prstGeom prst="rect">
              <a:avLst/>
            </a:prstGeom>
            <a:solidFill>
              <a:srgbClr val="F5D1D4"/>
            </a:solidFill>
            <a:ln>
              <a:noFill/>
            </a:ln>
          </p:spPr>
        </p:sp>
        <p:sp>
          <p:nvSpPr>
            <p:cNvPr id="7280" name="Heatmap cell r23 c12"/>
            <p:cNvSpPr/>
            <p:nvPr/>
          </p:nvSpPr>
          <p:spPr>
            <a:xfrm>
              <a:off x="234842" y="607937"/>
              <a:ext cx="17140" cy="28503"/>
            </a:xfrm>
            <a:prstGeom prst="rect">
              <a:avLst/>
            </a:prstGeom>
            <a:solidFill>
              <a:srgbClr val="F7D9DB"/>
            </a:solidFill>
            <a:ln>
              <a:noFill/>
            </a:ln>
          </p:spPr>
        </p:sp>
        <p:sp>
          <p:nvSpPr>
            <p:cNvPr id="7281" name="Heatmap cell r23 c13"/>
            <p:cNvSpPr/>
            <p:nvPr/>
          </p:nvSpPr>
          <p:spPr>
            <a:xfrm>
              <a:off x="251887" y="607937"/>
              <a:ext cx="19034" cy="28503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7282" name="Heatmap cell r23 c14"/>
            <p:cNvSpPr/>
            <p:nvPr/>
          </p:nvSpPr>
          <p:spPr>
            <a:xfrm>
              <a:off x="270825" y="607937"/>
              <a:ext cx="17140" cy="28503"/>
            </a:xfrm>
            <a:prstGeom prst="rect">
              <a:avLst/>
            </a:prstGeom>
            <a:solidFill>
              <a:srgbClr val="FBF0F1"/>
            </a:solidFill>
            <a:ln>
              <a:noFill/>
            </a:ln>
          </p:spPr>
        </p:sp>
        <p:sp>
          <p:nvSpPr>
            <p:cNvPr id="7283" name="Heatmap cell r23 c15"/>
            <p:cNvSpPr/>
            <p:nvPr/>
          </p:nvSpPr>
          <p:spPr>
            <a:xfrm>
              <a:off x="287870" y="607937"/>
              <a:ext cx="19034" cy="28503"/>
            </a:xfrm>
            <a:prstGeom prst="rect">
              <a:avLst/>
            </a:prstGeom>
            <a:solidFill>
              <a:srgbClr val="B9C9DB"/>
            </a:solidFill>
            <a:ln>
              <a:noFill/>
            </a:ln>
          </p:spPr>
        </p:sp>
        <p:sp>
          <p:nvSpPr>
            <p:cNvPr id="7284" name="Heatmap cell r23 c16"/>
            <p:cNvSpPr/>
            <p:nvPr/>
          </p:nvSpPr>
          <p:spPr>
            <a:xfrm>
              <a:off x="306809" y="607937"/>
              <a:ext cx="17140" cy="28503"/>
            </a:xfrm>
            <a:prstGeom prst="rect">
              <a:avLst/>
            </a:prstGeom>
            <a:solidFill>
              <a:srgbClr val="F0F5F8"/>
            </a:solidFill>
            <a:ln>
              <a:noFill/>
            </a:ln>
          </p:spPr>
        </p:sp>
        <p:sp>
          <p:nvSpPr>
            <p:cNvPr id="7285" name="Heatmap cell r23 c18"/>
            <p:cNvSpPr/>
            <p:nvPr/>
          </p:nvSpPr>
          <p:spPr>
            <a:xfrm>
              <a:off x="342793" y="607937"/>
              <a:ext cx="17140" cy="28503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7286" name="Heatmap cell r23 c19"/>
            <p:cNvSpPr/>
            <p:nvPr/>
          </p:nvSpPr>
          <p:spPr>
            <a:xfrm>
              <a:off x="359838" y="607937"/>
              <a:ext cx="19034" cy="28503"/>
            </a:xfrm>
            <a:prstGeom prst="rect">
              <a:avLst/>
            </a:prstGeom>
            <a:solidFill>
              <a:srgbClr val="E4EBEF"/>
            </a:solidFill>
            <a:ln>
              <a:noFill/>
            </a:ln>
          </p:spPr>
        </p:sp>
        <p:sp>
          <p:nvSpPr>
            <p:cNvPr id="7287" name="Heatmap cell r23 c20"/>
            <p:cNvSpPr/>
            <p:nvPr/>
          </p:nvSpPr>
          <p:spPr>
            <a:xfrm>
              <a:off x="378777" y="607937"/>
              <a:ext cx="17140" cy="28503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7288" name="Heatmap cell r23 c21"/>
            <p:cNvSpPr/>
            <p:nvPr/>
          </p:nvSpPr>
          <p:spPr>
            <a:xfrm>
              <a:off x="395822" y="607937"/>
              <a:ext cx="19034" cy="28503"/>
            </a:xfrm>
            <a:prstGeom prst="rect">
              <a:avLst/>
            </a:prstGeom>
            <a:solidFill>
              <a:srgbClr val="C3D1DF"/>
            </a:solidFill>
            <a:ln>
              <a:noFill/>
            </a:ln>
          </p:spPr>
        </p:sp>
        <p:sp>
          <p:nvSpPr>
            <p:cNvPr id="7289" name="Heatmap cell r23 c22"/>
            <p:cNvSpPr/>
            <p:nvPr/>
          </p:nvSpPr>
          <p:spPr>
            <a:xfrm>
              <a:off x="414760" y="607937"/>
              <a:ext cx="19034" cy="28503"/>
            </a:xfrm>
            <a:prstGeom prst="rect">
              <a:avLst/>
            </a:prstGeom>
            <a:solidFill>
              <a:srgbClr val="F5CFD2"/>
            </a:solidFill>
            <a:ln>
              <a:noFill/>
            </a:ln>
          </p:spPr>
        </p:sp>
        <p:sp>
          <p:nvSpPr>
            <p:cNvPr id="7290" name="Heatmap cell r23 c23"/>
            <p:cNvSpPr/>
            <p:nvPr/>
          </p:nvSpPr>
          <p:spPr>
            <a:xfrm>
              <a:off x="433699" y="607937"/>
              <a:ext cx="17140" cy="28503"/>
            </a:xfrm>
            <a:prstGeom prst="rect">
              <a:avLst/>
            </a:prstGeom>
            <a:solidFill>
              <a:srgbClr val="F1C0C4"/>
            </a:solidFill>
            <a:ln>
              <a:noFill/>
            </a:ln>
          </p:spPr>
        </p:sp>
        <p:sp>
          <p:nvSpPr>
            <p:cNvPr id="7291" name="Heatmap cell r23 c24"/>
            <p:cNvSpPr/>
            <p:nvPr/>
          </p:nvSpPr>
          <p:spPr>
            <a:xfrm>
              <a:off x="450744" y="607937"/>
              <a:ext cx="19034" cy="28503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7292" name="Heatmap cell r23 c25"/>
            <p:cNvSpPr/>
            <p:nvPr/>
          </p:nvSpPr>
          <p:spPr>
            <a:xfrm>
              <a:off x="469683" y="607937"/>
              <a:ext cx="17140" cy="28503"/>
            </a:xfrm>
            <a:prstGeom prst="rect">
              <a:avLst/>
            </a:prstGeom>
            <a:solidFill>
              <a:srgbClr val="EFB6BA"/>
            </a:solidFill>
            <a:ln>
              <a:noFill/>
            </a:ln>
          </p:spPr>
        </p:sp>
        <p:sp>
          <p:nvSpPr>
            <p:cNvPr id="7293" name="Heatmap cell r23 c26"/>
            <p:cNvSpPr/>
            <p:nvPr/>
          </p:nvSpPr>
          <p:spPr>
            <a:xfrm>
              <a:off x="486728" y="607937"/>
              <a:ext cx="19034" cy="28503"/>
            </a:xfrm>
            <a:prstGeom prst="rect">
              <a:avLst/>
            </a:prstGeom>
            <a:solidFill>
              <a:srgbClr val="F0BDC2"/>
            </a:solidFill>
            <a:ln>
              <a:noFill/>
            </a:ln>
          </p:spPr>
        </p:sp>
        <p:sp>
          <p:nvSpPr>
            <p:cNvPr id="7294" name="Heatmap cell r23 c27"/>
            <p:cNvSpPr/>
            <p:nvPr/>
          </p:nvSpPr>
          <p:spPr>
            <a:xfrm>
              <a:off x="505667" y="607937"/>
              <a:ext cx="17140" cy="28503"/>
            </a:xfrm>
            <a:prstGeom prst="rect">
              <a:avLst/>
            </a:prstGeom>
            <a:solidFill>
              <a:srgbClr val="F6F8F9"/>
            </a:solidFill>
            <a:ln>
              <a:noFill/>
            </a:ln>
          </p:spPr>
        </p:sp>
        <p:sp>
          <p:nvSpPr>
            <p:cNvPr id="7295" name="Heatmap cell r23 c28"/>
            <p:cNvSpPr/>
            <p:nvPr/>
          </p:nvSpPr>
          <p:spPr>
            <a:xfrm>
              <a:off x="522712" y="607937"/>
              <a:ext cx="19034" cy="28503"/>
            </a:xfrm>
            <a:prstGeom prst="rect">
              <a:avLst/>
            </a:prstGeom>
            <a:solidFill>
              <a:srgbClr val="F6F8F9"/>
            </a:solidFill>
            <a:ln>
              <a:noFill/>
            </a:ln>
          </p:spPr>
        </p:sp>
        <p:sp>
          <p:nvSpPr>
            <p:cNvPr id="7296" name="Heatmap cell r23 c29"/>
            <p:cNvSpPr/>
            <p:nvPr/>
          </p:nvSpPr>
          <p:spPr>
            <a:xfrm>
              <a:off x="541651" y="607937"/>
              <a:ext cx="17140" cy="28503"/>
            </a:xfrm>
            <a:prstGeom prst="rect">
              <a:avLst/>
            </a:prstGeom>
            <a:solidFill>
              <a:srgbClr val="EEF3F6"/>
            </a:solidFill>
            <a:ln>
              <a:noFill/>
            </a:ln>
          </p:spPr>
        </p:sp>
        <p:sp>
          <p:nvSpPr>
            <p:cNvPr id="7297" name="Heatmap cell r23 c30"/>
            <p:cNvSpPr/>
            <p:nvPr/>
          </p:nvSpPr>
          <p:spPr>
            <a:xfrm>
              <a:off x="558696" y="607937"/>
              <a:ext cx="19034" cy="28503"/>
            </a:xfrm>
            <a:prstGeom prst="rect">
              <a:avLst/>
            </a:prstGeom>
            <a:solidFill>
              <a:srgbClr val="F3C7CC"/>
            </a:solidFill>
            <a:ln>
              <a:noFill/>
            </a:ln>
          </p:spPr>
        </p:sp>
        <p:sp>
          <p:nvSpPr>
            <p:cNvPr id="7298" name="Heatmap cell r23 c31"/>
            <p:cNvSpPr/>
            <p:nvPr/>
          </p:nvSpPr>
          <p:spPr>
            <a:xfrm>
              <a:off x="577634" y="607937"/>
              <a:ext cx="17140" cy="28503"/>
            </a:xfrm>
            <a:prstGeom prst="rect">
              <a:avLst/>
            </a:prstGeom>
            <a:solidFill>
              <a:srgbClr val="F1C1C5"/>
            </a:solidFill>
            <a:ln>
              <a:noFill/>
            </a:ln>
          </p:spPr>
        </p:sp>
        <p:sp>
          <p:nvSpPr>
            <p:cNvPr id="7299" name="Heatmap cell r23 c32"/>
            <p:cNvSpPr/>
            <p:nvPr/>
          </p:nvSpPr>
          <p:spPr>
            <a:xfrm>
              <a:off x="594679" y="607937"/>
              <a:ext cx="19034" cy="28503"/>
            </a:xfrm>
            <a:prstGeom prst="rect">
              <a:avLst/>
            </a:prstGeom>
            <a:solidFill>
              <a:srgbClr val="F0F4F7"/>
            </a:solidFill>
            <a:ln>
              <a:noFill/>
            </a:ln>
          </p:spPr>
        </p:sp>
        <p:sp>
          <p:nvSpPr>
            <p:cNvPr id="7300" name="Heatmap cell r23 c33"/>
            <p:cNvSpPr/>
            <p:nvPr/>
          </p:nvSpPr>
          <p:spPr>
            <a:xfrm>
              <a:off x="613618" y="607937"/>
              <a:ext cx="17140" cy="28503"/>
            </a:xfrm>
            <a:prstGeom prst="rect">
              <a:avLst/>
            </a:prstGeom>
            <a:solidFill>
              <a:srgbClr val="F6D4D7"/>
            </a:solidFill>
            <a:ln>
              <a:noFill/>
            </a:ln>
          </p:spPr>
        </p:sp>
        <p:sp>
          <p:nvSpPr>
            <p:cNvPr id="7301" name="Heatmap cell r23 c34"/>
            <p:cNvSpPr/>
            <p:nvPr/>
          </p:nvSpPr>
          <p:spPr>
            <a:xfrm>
              <a:off x="630663" y="607937"/>
              <a:ext cx="19034" cy="28503"/>
            </a:xfrm>
            <a:prstGeom prst="rect">
              <a:avLst/>
            </a:prstGeom>
            <a:solidFill>
              <a:srgbClr val="EA9DA3"/>
            </a:solidFill>
            <a:ln>
              <a:noFill/>
            </a:ln>
          </p:spPr>
        </p:sp>
        <p:sp>
          <p:nvSpPr>
            <p:cNvPr id="7302" name="Heatmap cell r23 c36"/>
            <p:cNvSpPr/>
            <p:nvPr/>
          </p:nvSpPr>
          <p:spPr>
            <a:xfrm>
              <a:off x="668541" y="607937"/>
              <a:ext cx="17140" cy="28503"/>
            </a:xfrm>
            <a:prstGeom prst="rect">
              <a:avLst/>
            </a:prstGeom>
            <a:solidFill>
              <a:srgbClr val="95AEC7"/>
            </a:solidFill>
            <a:ln>
              <a:noFill/>
            </a:ln>
          </p:spPr>
        </p:sp>
        <p:sp>
          <p:nvSpPr>
            <p:cNvPr id="7303" name="Heatmap cell r23 c37"/>
            <p:cNvSpPr/>
            <p:nvPr/>
          </p:nvSpPr>
          <p:spPr>
            <a:xfrm>
              <a:off x="685586" y="607937"/>
              <a:ext cx="19034" cy="28503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7304" name="Heatmap cell r23 c38"/>
            <p:cNvSpPr/>
            <p:nvPr/>
          </p:nvSpPr>
          <p:spPr>
            <a:xfrm>
              <a:off x="704525" y="607937"/>
              <a:ext cx="17140" cy="28503"/>
            </a:xfrm>
            <a:prstGeom prst="rect">
              <a:avLst/>
            </a:prstGeom>
            <a:solidFill>
              <a:srgbClr val="F6D6DA"/>
            </a:solidFill>
            <a:ln>
              <a:noFill/>
            </a:ln>
          </p:spPr>
        </p:sp>
        <p:sp>
          <p:nvSpPr>
            <p:cNvPr id="7305" name="Heatmap cell r23 c39"/>
            <p:cNvSpPr/>
            <p:nvPr/>
          </p:nvSpPr>
          <p:spPr>
            <a:xfrm>
              <a:off x="721570" y="607937"/>
              <a:ext cx="19034" cy="28503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7306" name="Heatmap cell r23 c40"/>
            <p:cNvSpPr/>
            <p:nvPr/>
          </p:nvSpPr>
          <p:spPr>
            <a:xfrm>
              <a:off x="740508" y="607937"/>
              <a:ext cx="17140" cy="28503"/>
            </a:xfrm>
            <a:prstGeom prst="rect">
              <a:avLst/>
            </a:prstGeom>
            <a:solidFill>
              <a:srgbClr val="E6878F"/>
            </a:solidFill>
            <a:ln>
              <a:noFill/>
            </a:ln>
          </p:spPr>
        </p:sp>
        <p:sp>
          <p:nvSpPr>
            <p:cNvPr id="7307" name="Heatmap cell r23 c41"/>
            <p:cNvSpPr/>
            <p:nvPr/>
          </p:nvSpPr>
          <p:spPr>
            <a:xfrm>
              <a:off x="757553" y="607937"/>
              <a:ext cx="19034" cy="28503"/>
            </a:xfrm>
            <a:prstGeom prst="rect">
              <a:avLst/>
            </a:prstGeom>
            <a:solidFill>
              <a:srgbClr val="FCF6F6"/>
            </a:solidFill>
            <a:ln>
              <a:noFill/>
            </a:ln>
          </p:spPr>
        </p:sp>
        <p:sp>
          <p:nvSpPr>
            <p:cNvPr id="7308" name="Heatmap cell r23 c42"/>
            <p:cNvSpPr/>
            <p:nvPr/>
          </p:nvSpPr>
          <p:spPr>
            <a:xfrm>
              <a:off x="776492" y="607937"/>
              <a:ext cx="17140" cy="28503"/>
            </a:xfrm>
            <a:prstGeom prst="rect">
              <a:avLst/>
            </a:prstGeom>
            <a:solidFill>
              <a:srgbClr val="EA99A0"/>
            </a:solidFill>
            <a:ln>
              <a:noFill/>
            </a:ln>
          </p:spPr>
        </p:sp>
        <p:sp>
          <p:nvSpPr>
            <p:cNvPr id="7309" name="Heatmap cell r23 c43"/>
            <p:cNvSpPr/>
            <p:nvPr/>
          </p:nvSpPr>
          <p:spPr>
            <a:xfrm>
              <a:off x="793537" y="607937"/>
              <a:ext cx="19034" cy="28503"/>
            </a:xfrm>
            <a:prstGeom prst="rect">
              <a:avLst/>
            </a:prstGeom>
            <a:solidFill>
              <a:srgbClr val="F0BCC3"/>
            </a:solidFill>
            <a:ln>
              <a:noFill/>
            </a:ln>
          </p:spPr>
        </p:sp>
        <p:sp>
          <p:nvSpPr>
            <p:cNvPr id="7310" name="Heatmap cell r23 c44"/>
            <p:cNvSpPr/>
            <p:nvPr/>
          </p:nvSpPr>
          <p:spPr>
            <a:xfrm>
              <a:off x="812476" y="607937"/>
              <a:ext cx="17140" cy="28503"/>
            </a:xfrm>
            <a:prstGeom prst="rect">
              <a:avLst/>
            </a:prstGeom>
            <a:solidFill>
              <a:srgbClr val="EDACB3"/>
            </a:solidFill>
            <a:ln>
              <a:noFill/>
            </a:ln>
          </p:spPr>
        </p:sp>
        <p:sp>
          <p:nvSpPr>
            <p:cNvPr id="7311" name="Heatmap cell r23 c45"/>
            <p:cNvSpPr/>
            <p:nvPr/>
          </p:nvSpPr>
          <p:spPr>
            <a:xfrm>
              <a:off x="829521" y="607937"/>
              <a:ext cx="19034" cy="28503"/>
            </a:xfrm>
            <a:prstGeom prst="rect">
              <a:avLst/>
            </a:prstGeom>
            <a:solidFill>
              <a:srgbClr val="EFB8BD"/>
            </a:solidFill>
            <a:ln>
              <a:noFill/>
            </a:ln>
          </p:spPr>
        </p:sp>
        <p:sp>
          <p:nvSpPr>
            <p:cNvPr id="7312" name="Heatmap cell r23 c46"/>
            <p:cNvSpPr/>
            <p:nvPr/>
          </p:nvSpPr>
          <p:spPr>
            <a:xfrm>
              <a:off x="848460" y="607937"/>
              <a:ext cx="17140" cy="28503"/>
            </a:xfrm>
            <a:prstGeom prst="rect">
              <a:avLst/>
            </a:prstGeom>
            <a:solidFill>
              <a:srgbClr val="FBF0F1"/>
            </a:solidFill>
            <a:ln>
              <a:noFill/>
            </a:ln>
          </p:spPr>
        </p:sp>
        <p:sp>
          <p:nvSpPr>
            <p:cNvPr id="7313" name="Heatmap cell r23 c47"/>
            <p:cNvSpPr/>
            <p:nvPr/>
          </p:nvSpPr>
          <p:spPr>
            <a:xfrm>
              <a:off x="865505" y="607937"/>
              <a:ext cx="19034" cy="28503"/>
            </a:xfrm>
            <a:prstGeom prst="rect">
              <a:avLst/>
            </a:prstGeom>
            <a:solidFill>
              <a:srgbClr val="DF6A75"/>
            </a:solidFill>
            <a:ln>
              <a:noFill/>
            </a:ln>
          </p:spPr>
        </p:sp>
        <p:sp>
          <p:nvSpPr>
            <p:cNvPr id="7314" name="Heatmap cell r23 c48"/>
            <p:cNvSpPr/>
            <p:nvPr/>
          </p:nvSpPr>
          <p:spPr>
            <a:xfrm>
              <a:off x="884444" y="607937"/>
              <a:ext cx="19034" cy="28503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7315" name="Heatmap cell r23 c49"/>
            <p:cNvSpPr/>
            <p:nvPr/>
          </p:nvSpPr>
          <p:spPr>
            <a:xfrm>
              <a:off x="903382" y="607937"/>
              <a:ext cx="17140" cy="28503"/>
            </a:xfrm>
            <a:prstGeom prst="rect">
              <a:avLst/>
            </a:prstGeom>
            <a:solidFill>
              <a:srgbClr val="C3D1DF"/>
            </a:solidFill>
            <a:ln>
              <a:noFill/>
            </a:ln>
          </p:spPr>
        </p:sp>
        <p:sp>
          <p:nvSpPr>
            <p:cNvPr id="7316" name="Heatmap cell r23 c50"/>
            <p:cNvSpPr/>
            <p:nvPr/>
          </p:nvSpPr>
          <p:spPr>
            <a:xfrm>
              <a:off x="920427" y="607937"/>
              <a:ext cx="19034" cy="28503"/>
            </a:xfrm>
            <a:prstGeom prst="rect">
              <a:avLst/>
            </a:prstGeom>
            <a:solidFill>
              <a:srgbClr val="E78D93"/>
            </a:solidFill>
            <a:ln>
              <a:noFill/>
            </a:ln>
          </p:spPr>
        </p:sp>
        <p:sp>
          <p:nvSpPr>
            <p:cNvPr id="7317" name="Heatmap cell r23 c51"/>
            <p:cNvSpPr/>
            <p:nvPr/>
          </p:nvSpPr>
          <p:spPr>
            <a:xfrm>
              <a:off x="939366" y="607937"/>
              <a:ext cx="17140" cy="28503"/>
            </a:xfrm>
            <a:prstGeom prst="rect">
              <a:avLst/>
            </a:prstGeom>
            <a:solidFill>
              <a:srgbClr val="F8E4E7"/>
            </a:solidFill>
            <a:ln>
              <a:noFill/>
            </a:ln>
          </p:spPr>
        </p:sp>
        <p:sp>
          <p:nvSpPr>
            <p:cNvPr id="7318" name="Heatmap cell r23 c52"/>
            <p:cNvSpPr/>
            <p:nvPr/>
          </p:nvSpPr>
          <p:spPr>
            <a:xfrm>
              <a:off x="956411" y="607937"/>
              <a:ext cx="19034" cy="28503"/>
            </a:xfrm>
            <a:prstGeom prst="rect">
              <a:avLst/>
            </a:prstGeom>
            <a:solidFill>
              <a:srgbClr val="F6D5D9"/>
            </a:solidFill>
            <a:ln>
              <a:noFill/>
            </a:ln>
          </p:spPr>
        </p:sp>
        <p:sp>
          <p:nvSpPr>
            <p:cNvPr id="7319" name="Heatmap cell r23 c53"/>
            <p:cNvSpPr/>
            <p:nvPr/>
          </p:nvSpPr>
          <p:spPr>
            <a:xfrm>
              <a:off x="975350" y="607937"/>
              <a:ext cx="17140" cy="28503"/>
            </a:xfrm>
            <a:prstGeom prst="rect">
              <a:avLst/>
            </a:prstGeom>
            <a:solidFill>
              <a:srgbClr val="EBF0F6"/>
            </a:solidFill>
            <a:ln>
              <a:noFill/>
            </a:ln>
          </p:spPr>
        </p:sp>
        <p:sp>
          <p:nvSpPr>
            <p:cNvPr id="7320" name="Heatmap cell r23 c54"/>
            <p:cNvSpPr/>
            <p:nvPr/>
          </p:nvSpPr>
          <p:spPr>
            <a:xfrm>
              <a:off x="992395" y="607937"/>
              <a:ext cx="19034" cy="28503"/>
            </a:xfrm>
            <a:prstGeom prst="rect">
              <a:avLst/>
            </a:prstGeom>
            <a:solidFill>
              <a:srgbClr val="EBF0F6"/>
            </a:solidFill>
            <a:ln>
              <a:noFill/>
            </a:ln>
          </p:spPr>
        </p:sp>
        <p:sp>
          <p:nvSpPr>
            <p:cNvPr id="7321" name="Heatmap cell r23 c55"/>
            <p:cNvSpPr/>
            <p:nvPr/>
          </p:nvSpPr>
          <p:spPr>
            <a:xfrm>
              <a:off x="1011334" y="607937"/>
              <a:ext cx="17140" cy="28503"/>
            </a:xfrm>
            <a:prstGeom prst="rect">
              <a:avLst/>
            </a:prstGeom>
            <a:solidFill>
              <a:srgbClr val="E9EDF3"/>
            </a:solidFill>
            <a:ln>
              <a:noFill/>
            </a:ln>
          </p:spPr>
        </p:sp>
        <p:sp>
          <p:nvSpPr>
            <p:cNvPr id="7322" name="Heatmap cell r23 c56"/>
            <p:cNvSpPr/>
            <p:nvPr/>
          </p:nvSpPr>
          <p:spPr>
            <a:xfrm>
              <a:off x="1028379" y="607937"/>
              <a:ext cx="19034" cy="28503"/>
            </a:xfrm>
            <a:prstGeom prst="rect">
              <a:avLst/>
            </a:prstGeom>
            <a:solidFill>
              <a:srgbClr val="EDF1F7"/>
            </a:solidFill>
            <a:ln>
              <a:noFill/>
            </a:ln>
          </p:spPr>
        </p:sp>
        <p:sp>
          <p:nvSpPr>
            <p:cNvPr id="7323" name="Heatmap cell r23 c57"/>
            <p:cNvSpPr/>
            <p:nvPr/>
          </p:nvSpPr>
          <p:spPr>
            <a:xfrm>
              <a:off x="1047318" y="607937"/>
              <a:ext cx="17140" cy="28503"/>
            </a:xfrm>
            <a:prstGeom prst="rect">
              <a:avLst/>
            </a:prstGeom>
            <a:solidFill>
              <a:srgbClr val="D6434F"/>
            </a:solidFill>
            <a:ln>
              <a:noFill/>
            </a:ln>
          </p:spPr>
        </p:sp>
        <p:sp>
          <p:nvSpPr>
            <p:cNvPr id="7324" name="Heatmap cell r23 c58"/>
            <p:cNvSpPr/>
            <p:nvPr/>
          </p:nvSpPr>
          <p:spPr>
            <a:xfrm>
              <a:off x="1064363" y="607937"/>
              <a:ext cx="19034" cy="28503"/>
            </a:xfrm>
            <a:prstGeom prst="rect">
              <a:avLst/>
            </a:prstGeom>
            <a:solidFill>
              <a:srgbClr val="DAE2EB"/>
            </a:solidFill>
            <a:ln>
              <a:noFill/>
            </a:ln>
          </p:spPr>
        </p:sp>
        <p:sp>
          <p:nvSpPr>
            <p:cNvPr id="7325" name="Heatmap cell r23 c59"/>
            <p:cNvSpPr/>
            <p:nvPr/>
          </p:nvSpPr>
          <p:spPr>
            <a:xfrm>
              <a:off x="1083301" y="607937"/>
              <a:ext cx="17140" cy="28503"/>
            </a:xfrm>
            <a:prstGeom prst="rect">
              <a:avLst/>
            </a:prstGeom>
            <a:solidFill>
              <a:srgbClr val="89A6C2"/>
            </a:solidFill>
            <a:ln>
              <a:noFill/>
            </a:ln>
          </p:spPr>
        </p:sp>
        <p:sp>
          <p:nvSpPr>
            <p:cNvPr id="7326" name="Heatmap cell r23 c60"/>
            <p:cNvSpPr/>
            <p:nvPr/>
          </p:nvSpPr>
          <p:spPr>
            <a:xfrm>
              <a:off x="1100346" y="607937"/>
              <a:ext cx="19034" cy="28503"/>
            </a:xfrm>
            <a:prstGeom prst="rect">
              <a:avLst/>
            </a:prstGeom>
            <a:solidFill>
              <a:srgbClr val="EA949C"/>
            </a:solidFill>
            <a:ln>
              <a:noFill/>
            </a:ln>
          </p:spPr>
        </p:sp>
        <p:sp>
          <p:nvSpPr>
            <p:cNvPr id="7327" name="Heatmap cell r23 c61"/>
            <p:cNvSpPr/>
            <p:nvPr/>
          </p:nvSpPr>
          <p:spPr>
            <a:xfrm>
              <a:off x="1119285" y="607937"/>
              <a:ext cx="19034" cy="28503"/>
            </a:xfrm>
            <a:prstGeom prst="rect">
              <a:avLst/>
            </a:prstGeom>
            <a:solidFill>
              <a:srgbClr val="EBF0F6"/>
            </a:solidFill>
            <a:ln>
              <a:noFill/>
            </a:ln>
          </p:spPr>
        </p:sp>
        <p:sp>
          <p:nvSpPr>
            <p:cNvPr id="7328" name="Heatmap cell r23 c63"/>
            <p:cNvSpPr/>
            <p:nvPr/>
          </p:nvSpPr>
          <p:spPr>
            <a:xfrm>
              <a:off x="1155269" y="607937"/>
              <a:ext cx="19034" cy="28503"/>
            </a:xfrm>
            <a:prstGeom prst="rect">
              <a:avLst/>
            </a:prstGeom>
            <a:solidFill>
              <a:srgbClr val="EEF3F6"/>
            </a:solidFill>
            <a:ln>
              <a:noFill/>
            </a:ln>
          </p:spPr>
        </p:sp>
        <p:sp>
          <p:nvSpPr>
            <p:cNvPr id="7329" name="Heatmap cell r23 c64"/>
            <p:cNvSpPr/>
            <p:nvPr/>
          </p:nvSpPr>
          <p:spPr>
            <a:xfrm>
              <a:off x="1174208" y="607937"/>
              <a:ext cx="17140" cy="28503"/>
            </a:xfrm>
            <a:prstGeom prst="rect">
              <a:avLst/>
            </a:prstGeom>
            <a:solidFill>
              <a:srgbClr val="99B0C8"/>
            </a:solidFill>
            <a:ln>
              <a:noFill/>
            </a:ln>
          </p:spPr>
        </p:sp>
        <p:sp>
          <p:nvSpPr>
            <p:cNvPr id="7330" name="Heatmap cell r23 c65"/>
            <p:cNvSpPr/>
            <p:nvPr/>
          </p:nvSpPr>
          <p:spPr>
            <a:xfrm>
              <a:off x="1191253" y="607937"/>
              <a:ext cx="19034" cy="28503"/>
            </a:xfrm>
            <a:prstGeom prst="rect">
              <a:avLst/>
            </a:prstGeom>
            <a:solidFill>
              <a:srgbClr val="F4CED1"/>
            </a:solidFill>
            <a:ln>
              <a:noFill/>
            </a:ln>
          </p:spPr>
        </p:sp>
        <p:sp>
          <p:nvSpPr>
            <p:cNvPr id="7331" name="Heatmap cell r23 c66"/>
            <p:cNvSpPr/>
            <p:nvPr/>
          </p:nvSpPr>
          <p:spPr>
            <a:xfrm>
              <a:off x="1210192" y="607937"/>
              <a:ext cx="17140" cy="28503"/>
            </a:xfrm>
            <a:prstGeom prst="rect">
              <a:avLst/>
            </a:prstGeom>
            <a:solidFill>
              <a:srgbClr val="F4CCD1"/>
            </a:solidFill>
            <a:ln>
              <a:noFill/>
            </a:ln>
          </p:spPr>
        </p:sp>
        <p:sp>
          <p:nvSpPr>
            <p:cNvPr id="7332" name="Heatmap cell r23 c67"/>
            <p:cNvSpPr/>
            <p:nvPr/>
          </p:nvSpPr>
          <p:spPr>
            <a:xfrm>
              <a:off x="1227236" y="607937"/>
              <a:ext cx="19034" cy="28503"/>
            </a:xfrm>
            <a:prstGeom prst="rect">
              <a:avLst/>
            </a:prstGeom>
            <a:solidFill>
              <a:srgbClr val="C6D4E1"/>
            </a:solidFill>
            <a:ln>
              <a:noFill/>
            </a:ln>
          </p:spPr>
        </p:sp>
        <p:sp>
          <p:nvSpPr>
            <p:cNvPr id="7333" name="Heatmap cell r23 c68"/>
            <p:cNvSpPr/>
            <p:nvPr/>
          </p:nvSpPr>
          <p:spPr>
            <a:xfrm>
              <a:off x="1246175" y="607937"/>
              <a:ext cx="17140" cy="28503"/>
            </a:xfrm>
            <a:prstGeom prst="rect">
              <a:avLst/>
            </a:prstGeom>
            <a:solidFill>
              <a:srgbClr val="C9D6E2"/>
            </a:solidFill>
            <a:ln>
              <a:noFill/>
            </a:ln>
          </p:spPr>
        </p:sp>
        <p:sp>
          <p:nvSpPr>
            <p:cNvPr id="7334" name="Heatmap cell r23 c69"/>
            <p:cNvSpPr/>
            <p:nvPr/>
          </p:nvSpPr>
          <p:spPr>
            <a:xfrm>
              <a:off x="1263220" y="607937"/>
              <a:ext cx="19034" cy="28503"/>
            </a:xfrm>
            <a:prstGeom prst="rect">
              <a:avLst/>
            </a:prstGeom>
            <a:solidFill>
              <a:srgbClr val="B5C5D7"/>
            </a:solidFill>
            <a:ln>
              <a:noFill/>
            </a:ln>
          </p:spPr>
        </p:sp>
        <p:sp>
          <p:nvSpPr>
            <p:cNvPr id="7335" name="Heatmap cell r23 c70"/>
            <p:cNvSpPr/>
            <p:nvPr/>
          </p:nvSpPr>
          <p:spPr>
            <a:xfrm>
              <a:off x="1282159" y="607937"/>
              <a:ext cx="17140" cy="28503"/>
            </a:xfrm>
            <a:prstGeom prst="rect">
              <a:avLst/>
            </a:prstGeom>
            <a:solidFill>
              <a:srgbClr val="EBA1A8"/>
            </a:solidFill>
            <a:ln>
              <a:noFill/>
            </a:ln>
          </p:spPr>
        </p:sp>
        <p:sp>
          <p:nvSpPr>
            <p:cNvPr id="7336" name="Heatmap cell r23 c71"/>
            <p:cNvSpPr/>
            <p:nvPr/>
          </p:nvSpPr>
          <p:spPr>
            <a:xfrm>
              <a:off x="1299204" y="607937"/>
              <a:ext cx="19034" cy="28503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7337" name="Heatmap cell r23 c72"/>
            <p:cNvSpPr/>
            <p:nvPr/>
          </p:nvSpPr>
          <p:spPr>
            <a:xfrm>
              <a:off x="1318143" y="607937"/>
              <a:ext cx="17140" cy="28503"/>
            </a:xfrm>
            <a:prstGeom prst="rect">
              <a:avLst/>
            </a:prstGeom>
            <a:solidFill>
              <a:srgbClr val="E9EEF4"/>
            </a:solidFill>
            <a:ln>
              <a:noFill/>
            </a:ln>
          </p:spPr>
        </p:sp>
        <p:sp>
          <p:nvSpPr>
            <p:cNvPr id="7338" name="Heatmap cell r23 c73"/>
            <p:cNvSpPr/>
            <p:nvPr/>
          </p:nvSpPr>
          <p:spPr>
            <a:xfrm>
              <a:off x="1335188" y="607937"/>
              <a:ext cx="19034" cy="28503"/>
            </a:xfrm>
            <a:prstGeom prst="rect">
              <a:avLst/>
            </a:prstGeom>
            <a:solidFill>
              <a:srgbClr val="F5F7F9"/>
            </a:solidFill>
            <a:ln>
              <a:noFill/>
            </a:ln>
          </p:spPr>
        </p:sp>
        <p:sp>
          <p:nvSpPr>
            <p:cNvPr id="7339" name="Heatmap cell r23 c74"/>
            <p:cNvSpPr/>
            <p:nvPr/>
          </p:nvSpPr>
          <p:spPr>
            <a:xfrm>
              <a:off x="1354127" y="607937"/>
              <a:ext cx="17140" cy="28503"/>
            </a:xfrm>
            <a:prstGeom prst="rect">
              <a:avLst/>
            </a:prstGeom>
            <a:solidFill>
              <a:srgbClr val="F9E8E9"/>
            </a:solidFill>
            <a:ln>
              <a:noFill/>
            </a:ln>
          </p:spPr>
        </p:sp>
        <p:sp>
          <p:nvSpPr>
            <p:cNvPr id="7340" name="Heatmap cell r23 c75"/>
            <p:cNvSpPr/>
            <p:nvPr/>
          </p:nvSpPr>
          <p:spPr>
            <a:xfrm>
              <a:off x="1371172" y="607937"/>
              <a:ext cx="19034" cy="28503"/>
            </a:xfrm>
            <a:prstGeom prst="rect">
              <a:avLst/>
            </a:prstGeom>
            <a:solidFill>
              <a:srgbClr val="FDF9FA"/>
            </a:solidFill>
            <a:ln>
              <a:noFill/>
            </a:ln>
          </p:spPr>
        </p:sp>
        <p:sp>
          <p:nvSpPr>
            <p:cNvPr id="7341" name="Heatmap cell r23 c76"/>
            <p:cNvSpPr/>
            <p:nvPr/>
          </p:nvSpPr>
          <p:spPr>
            <a:xfrm>
              <a:off x="1390110" y="607937"/>
              <a:ext cx="19034" cy="28503"/>
            </a:xfrm>
            <a:prstGeom prst="rect">
              <a:avLst/>
            </a:prstGeom>
            <a:solidFill>
              <a:srgbClr val="C7D4E1"/>
            </a:solidFill>
            <a:ln>
              <a:noFill/>
            </a:ln>
          </p:spPr>
        </p:sp>
        <p:sp>
          <p:nvSpPr>
            <p:cNvPr id="7342" name="Heatmap cell r23 c77"/>
            <p:cNvSpPr/>
            <p:nvPr/>
          </p:nvSpPr>
          <p:spPr>
            <a:xfrm>
              <a:off x="1409049" y="607937"/>
              <a:ext cx="17140" cy="28503"/>
            </a:xfrm>
            <a:prstGeom prst="rect">
              <a:avLst/>
            </a:prstGeom>
            <a:solidFill>
              <a:srgbClr val="EA949C"/>
            </a:solidFill>
            <a:ln>
              <a:noFill/>
            </a:ln>
          </p:spPr>
        </p:sp>
        <p:sp>
          <p:nvSpPr>
            <p:cNvPr id="7343" name="Heatmap cell r23 c78"/>
            <p:cNvSpPr/>
            <p:nvPr/>
          </p:nvSpPr>
          <p:spPr>
            <a:xfrm>
              <a:off x="1426094" y="607937"/>
              <a:ext cx="19034" cy="28503"/>
            </a:xfrm>
            <a:prstGeom prst="rect">
              <a:avLst/>
            </a:prstGeom>
            <a:solidFill>
              <a:srgbClr val="CFDBE6"/>
            </a:solidFill>
            <a:ln>
              <a:noFill/>
            </a:ln>
          </p:spPr>
        </p:sp>
        <p:sp>
          <p:nvSpPr>
            <p:cNvPr id="7344" name="Heatmap cell r23 c80"/>
            <p:cNvSpPr/>
            <p:nvPr/>
          </p:nvSpPr>
          <p:spPr>
            <a:xfrm>
              <a:off x="1462078" y="607937"/>
              <a:ext cx="19034" cy="28503"/>
            </a:xfrm>
            <a:prstGeom prst="rect">
              <a:avLst/>
            </a:prstGeom>
            <a:solidFill>
              <a:srgbClr val="FBF0F1"/>
            </a:solidFill>
            <a:ln>
              <a:noFill/>
            </a:ln>
          </p:spPr>
        </p:sp>
        <p:sp>
          <p:nvSpPr>
            <p:cNvPr id="7345" name="Heatmap cell r23 c81"/>
            <p:cNvSpPr/>
            <p:nvPr/>
          </p:nvSpPr>
          <p:spPr>
            <a:xfrm>
              <a:off x="1481017" y="607937"/>
              <a:ext cx="17140" cy="28503"/>
            </a:xfrm>
            <a:prstGeom prst="rect">
              <a:avLst/>
            </a:prstGeom>
            <a:solidFill>
              <a:srgbClr val="EDB0B6"/>
            </a:solidFill>
            <a:ln>
              <a:noFill/>
            </a:ln>
          </p:spPr>
        </p:sp>
        <p:sp>
          <p:nvSpPr>
            <p:cNvPr id="7346" name="Heatmap cell r23 c82"/>
            <p:cNvSpPr/>
            <p:nvPr/>
          </p:nvSpPr>
          <p:spPr>
            <a:xfrm>
              <a:off x="1498062" y="607937"/>
              <a:ext cx="19034" cy="28503"/>
            </a:xfrm>
            <a:prstGeom prst="rect">
              <a:avLst/>
            </a:prstGeom>
            <a:solidFill>
              <a:srgbClr val="F7D3D6"/>
            </a:solidFill>
            <a:ln>
              <a:noFill/>
            </a:ln>
          </p:spPr>
        </p:sp>
        <p:sp>
          <p:nvSpPr>
            <p:cNvPr id="7347" name="Heatmap cell r23 c83"/>
            <p:cNvSpPr/>
            <p:nvPr/>
          </p:nvSpPr>
          <p:spPr>
            <a:xfrm>
              <a:off x="1517001" y="607937"/>
              <a:ext cx="17140" cy="28503"/>
            </a:xfrm>
            <a:prstGeom prst="rect">
              <a:avLst/>
            </a:prstGeom>
            <a:solidFill>
              <a:srgbClr val="F1C0C4"/>
            </a:solidFill>
            <a:ln>
              <a:noFill/>
            </a:ln>
          </p:spPr>
        </p:sp>
        <p:sp>
          <p:nvSpPr>
            <p:cNvPr id="7348" name="Heatmap cell r23 c84"/>
            <p:cNvSpPr/>
            <p:nvPr/>
          </p:nvSpPr>
          <p:spPr>
            <a:xfrm>
              <a:off x="1534046" y="607937"/>
              <a:ext cx="19034" cy="28503"/>
            </a:xfrm>
            <a:prstGeom prst="rect">
              <a:avLst/>
            </a:prstGeom>
            <a:solidFill>
              <a:srgbClr val="A8BCD1"/>
            </a:solidFill>
            <a:ln>
              <a:noFill/>
            </a:ln>
          </p:spPr>
        </p:sp>
        <p:sp>
          <p:nvSpPr>
            <p:cNvPr id="7349" name="Heatmap cell r23 c85"/>
            <p:cNvSpPr/>
            <p:nvPr/>
          </p:nvSpPr>
          <p:spPr>
            <a:xfrm>
              <a:off x="1552984" y="607937"/>
              <a:ext cx="17140" cy="28503"/>
            </a:xfrm>
            <a:prstGeom prst="rect">
              <a:avLst/>
            </a:prstGeom>
            <a:solidFill>
              <a:srgbClr val="E1717B"/>
            </a:solidFill>
            <a:ln>
              <a:noFill/>
            </a:ln>
          </p:spPr>
        </p:sp>
        <p:sp>
          <p:nvSpPr>
            <p:cNvPr id="7350" name="Heatmap cell r23 c86"/>
            <p:cNvSpPr/>
            <p:nvPr/>
          </p:nvSpPr>
          <p:spPr>
            <a:xfrm>
              <a:off x="1570029" y="607937"/>
              <a:ext cx="19034" cy="28503"/>
            </a:xfrm>
            <a:prstGeom prst="rect">
              <a:avLst/>
            </a:prstGeom>
            <a:solidFill>
              <a:srgbClr val="F7D3D6"/>
            </a:solidFill>
            <a:ln>
              <a:noFill/>
            </a:ln>
          </p:spPr>
        </p:sp>
        <p:sp>
          <p:nvSpPr>
            <p:cNvPr id="7351" name="Heatmap cell r23 c87"/>
            <p:cNvSpPr/>
            <p:nvPr/>
          </p:nvSpPr>
          <p:spPr>
            <a:xfrm>
              <a:off x="1588968" y="607937"/>
              <a:ext cx="17140" cy="28503"/>
            </a:xfrm>
            <a:prstGeom prst="rect">
              <a:avLst/>
            </a:prstGeom>
            <a:solidFill>
              <a:srgbClr val="DCE3EB"/>
            </a:solidFill>
            <a:ln>
              <a:noFill/>
            </a:ln>
          </p:spPr>
        </p:sp>
        <p:sp>
          <p:nvSpPr>
            <p:cNvPr id="7352" name="Heatmap cell r23 c88"/>
            <p:cNvSpPr/>
            <p:nvPr/>
          </p:nvSpPr>
          <p:spPr>
            <a:xfrm>
              <a:off x="1606013" y="607937"/>
              <a:ext cx="19034" cy="28503"/>
            </a:xfrm>
            <a:prstGeom prst="rect">
              <a:avLst/>
            </a:prstGeom>
            <a:solidFill>
              <a:srgbClr val="90ABC5"/>
            </a:solidFill>
            <a:ln>
              <a:noFill/>
            </a:ln>
          </p:spPr>
        </p:sp>
        <p:sp>
          <p:nvSpPr>
            <p:cNvPr id="7353" name="Heatmap cell r23 c89"/>
            <p:cNvSpPr/>
            <p:nvPr/>
          </p:nvSpPr>
          <p:spPr>
            <a:xfrm>
              <a:off x="1624952" y="607937"/>
              <a:ext cx="19034" cy="28503"/>
            </a:xfrm>
            <a:prstGeom prst="rect">
              <a:avLst/>
            </a:prstGeom>
            <a:solidFill>
              <a:srgbClr val="FDF9FA"/>
            </a:solidFill>
            <a:ln>
              <a:noFill/>
            </a:ln>
          </p:spPr>
        </p:sp>
        <p:sp>
          <p:nvSpPr>
            <p:cNvPr id="7354" name="Heatmap cell r23 c90"/>
            <p:cNvSpPr/>
            <p:nvPr/>
          </p:nvSpPr>
          <p:spPr>
            <a:xfrm>
              <a:off x="1643891" y="607937"/>
              <a:ext cx="17140" cy="28503"/>
            </a:xfrm>
            <a:prstGeom prst="rect">
              <a:avLst/>
            </a:prstGeom>
            <a:solidFill>
              <a:srgbClr val="E27781"/>
            </a:solidFill>
            <a:ln>
              <a:noFill/>
            </a:ln>
          </p:spPr>
        </p:sp>
        <p:sp>
          <p:nvSpPr>
            <p:cNvPr id="7355" name="Heatmap cell r23 c91"/>
            <p:cNvSpPr/>
            <p:nvPr/>
          </p:nvSpPr>
          <p:spPr>
            <a:xfrm>
              <a:off x="1660936" y="607937"/>
              <a:ext cx="19034" cy="28503"/>
            </a:xfrm>
            <a:prstGeom prst="rect">
              <a:avLst/>
            </a:prstGeom>
            <a:solidFill>
              <a:srgbClr val="F1C1C5"/>
            </a:solidFill>
            <a:ln>
              <a:noFill/>
            </a:ln>
          </p:spPr>
        </p:sp>
        <p:sp>
          <p:nvSpPr>
            <p:cNvPr id="7356" name="Heatmap cell r23 c93"/>
            <p:cNvSpPr/>
            <p:nvPr/>
          </p:nvSpPr>
          <p:spPr>
            <a:xfrm>
              <a:off x="1696920" y="607937"/>
              <a:ext cx="19034" cy="28503"/>
            </a:xfrm>
            <a:prstGeom prst="rect">
              <a:avLst/>
            </a:prstGeom>
            <a:solidFill>
              <a:srgbClr val="FDF9FA"/>
            </a:solidFill>
            <a:ln>
              <a:noFill/>
            </a:ln>
          </p:spPr>
        </p:sp>
        <p:sp>
          <p:nvSpPr>
            <p:cNvPr id="7357" name="Heatmap cell r23 c94"/>
            <p:cNvSpPr/>
            <p:nvPr/>
          </p:nvSpPr>
          <p:spPr>
            <a:xfrm>
              <a:off x="1715858" y="607937"/>
              <a:ext cx="17140" cy="28503"/>
            </a:xfrm>
            <a:prstGeom prst="rect">
              <a:avLst/>
            </a:prstGeom>
            <a:solidFill>
              <a:srgbClr val="E5858F"/>
            </a:solidFill>
            <a:ln>
              <a:noFill/>
            </a:ln>
          </p:spPr>
        </p:sp>
        <p:sp>
          <p:nvSpPr>
            <p:cNvPr id="7358" name="Heatmap cell r23 c95"/>
            <p:cNvSpPr/>
            <p:nvPr/>
          </p:nvSpPr>
          <p:spPr>
            <a:xfrm>
              <a:off x="1732903" y="607937"/>
              <a:ext cx="19034" cy="28503"/>
            </a:xfrm>
            <a:prstGeom prst="rect">
              <a:avLst/>
            </a:prstGeom>
            <a:solidFill>
              <a:srgbClr val="F3C7CC"/>
            </a:solidFill>
            <a:ln>
              <a:noFill/>
            </a:ln>
          </p:spPr>
        </p:sp>
        <p:sp>
          <p:nvSpPr>
            <p:cNvPr id="7359" name="Heatmap cell r23 c96"/>
            <p:cNvSpPr/>
            <p:nvPr/>
          </p:nvSpPr>
          <p:spPr>
            <a:xfrm>
              <a:off x="1751842" y="607937"/>
              <a:ext cx="17140" cy="28503"/>
            </a:xfrm>
            <a:prstGeom prst="rect">
              <a:avLst/>
            </a:prstGeom>
            <a:solidFill>
              <a:srgbClr val="FAEBED"/>
            </a:solidFill>
            <a:ln>
              <a:noFill/>
            </a:ln>
          </p:spPr>
        </p:sp>
        <p:sp>
          <p:nvSpPr>
            <p:cNvPr id="7360" name="Heatmap cell r23 c97"/>
            <p:cNvSpPr/>
            <p:nvPr/>
          </p:nvSpPr>
          <p:spPr>
            <a:xfrm>
              <a:off x="1768887" y="607937"/>
              <a:ext cx="19034" cy="28503"/>
            </a:xfrm>
            <a:prstGeom prst="rect">
              <a:avLst/>
            </a:prstGeom>
            <a:solidFill>
              <a:srgbClr val="DBE3EB"/>
            </a:solidFill>
            <a:ln>
              <a:noFill/>
            </a:ln>
          </p:spPr>
        </p:sp>
        <p:sp>
          <p:nvSpPr>
            <p:cNvPr id="7361" name="Heatmap cell r23 c99"/>
            <p:cNvSpPr/>
            <p:nvPr/>
          </p:nvSpPr>
          <p:spPr>
            <a:xfrm>
              <a:off x="1804871" y="607937"/>
              <a:ext cx="19034" cy="28503"/>
            </a:xfrm>
            <a:prstGeom prst="rect">
              <a:avLst/>
            </a:prstGeom>
            <a:solidFill>
              <a:srgbClr val="B5C6D7"/>
            </a:solidFill>
            <a:ln>
              <a:noFill/>
            </a:ln>
          </p:spPr>
        </p:sp>
        <p:sp>
          <p:nvSpPr>
            <p:cNvPr id="7362" name="Heatmap cell r23 c100"/>
            <p:cNvSpPr/>
            <p:nvPr/>
          </p:nvSpPr>
          <p:spPr>
            <a:xfrm>
              <a:off x="1823810" y="607937"/>
              <a:ext cx="17140" cy="28503"/>
            </a:xfrm>
            <a:prstGeom prst="rect">
              <a:avLst/>
            </a:prstGeom>
            <a:solidFill>
              <a:srgbClr val="316192"/>
            </a:solidFill>
            <a:ln>
              <a:noFill/>
            </a:ln>
          </p:spPr>
        </p:sp>
        <p:sp>
          <p:nvSpPr>
            <p:cNvPr id="7363" name="Heatmap cell r23 c101"/>
            <p:cNvSpPr/>
            <p:nvPr/>
          </p:nvSpPr>
          <p:spPr>
            <a:xfrm>
              <a:off x="1840855" y="607937"/>
              <a:ext cx="19034" cy="28503"/>
            </a:xfrm>
            <a:prstGeom prst="rect">
              <a:avLst/>
            </a:prstGeom>
            <a:solidFill>
              <a:srgbClr val="E27883"/>
            </a:solidFill>
            <a:ln>
              <a:noFill/>
            </a:ln>
          </p:spPr>
        </p:sp>
        <p:sp>
          <p:nvSpPr>
            <p:cNvPr id="7364" name="Heatmap cell r23 c102"/>
            <p:cNvSpPr/>
            <p:nvPr/>
          </p:nvSpPr>
          <p:spPr>
            <a:xfrm>
              <a:off x="1859794" y="607937"/>
              <a:ext cx="19034" cy="28503"/>
            </a:xfrm>
            <a:prstGeom prst="rect">
              <a:avLst/>
            </a:prstGeom>
            <a:solidFill>
              <a:srgbClr val="CFDAE4"/>
            </a:solidFill>
            <a:ln>
              <a:noFill/>
            </a:ln>
          </p:spPr>
        </p:sp>
        <p:sp>
          <p:nvSpPr>
            <p:cNvPr id="7365" name="Heatmap cell r23 c103"/>
            <p:cNvSpPr/>
            <p:nvPr/>
          </p:nvSpPr>
          <p:spPr>
            <a:xfrm>
              <a:off x="1878732" y="607937"/>
              <a:ext cx="17140" cy="28503"/>
            </a:xfrm>
            <a:prstGeom prst="rect">
              <a:avLst/>
            </a:prstGeom>
            <a:solidFill>
              <a:srgbClr val="FBF3F4"/>
            </a:solidFill>
            <a:ln>
              <a:noFill/>
            </a:ln>
          </p:spPr>
        </p:sp>
        <p:sp>
          <p:nvSpPr>
            <p:cNvPr id="7366" name="Heatmap cell r23 c104"/>
            <p:cNvSpPr/>
            <p:nvPr/>
          </p:nvSpPr>
          <p:spPr>
            <a:xfrm>
              <a:off x="1895777" y="607937"/>
              <a:ext cx="19034" cy="28503"/>
            </a:xfrm>
            <a:prstGeom prst="rect">
              <a:avLst/>
            </a:prstGeom>
            <a:solidFill>
              <a:srgbClr val="FBF1F3"/>
            </a:solidFill>
            <a:ln>
              <a:noFill/>
            </a:ln>
          </p:spPr>
        </p:sp>
        <p:sp>
          <p:nvSpPr>
            <p:cNvPr id="7367" name="Heatmap cell r23 c105"/>
            <p:cNvSpPr/>
            <p:nvPr/>
          </p:nvSpPr>
          <p:spPr>
            <a:xfrm>
              <a:off x="1914716" y="607937"/>
              <a:ext cx="17140" cy="28503"/>
            </a:xfrm>
            <a:prstGeom prst="rect">
              <a:avLst/>
            </a:prstGeom>
            <a:solidFill>
              <a:srgbClr val="FBF0F1"/>
            </a:solidFill>
            <a:ln>
              <a:noFill/>
            </a:ln>
          </p:spPr>
        </p:sp>
        <p:sp>
          <p:nvSpPr>
            <p:cNvPr id="7368" name="Heatmap cell r23 c106"/>
            <p:cNvSpPr/>
            <p:nvPr/>
          </p:nvSpPr>
          <p:spPr>
            <a:xfrm>
              <a:off x="1931761" y="607937"/>
              <a:ext cx="19034" cy="28503"/>
            </a:xfrm>
            <a:prstGeom prst="rect">
              <a:avLst/>
            </a:prstGeom>
            <a:solidFill>
              <a:srgbClr val="F8E6E8"/>
            </a:solidFill>
            <a:ln>
              <a:noFill/>
            </a:ln>
          </p:spPr>
        </p:sp>
        <p:sp>
          <p:nvSpPr>
            <p:cNvPr id="7369" name="Heatmap cell r23 c107"/>
            <p:cNvSpPr/>
            <p:nvPr/>
          </p:nvSpPr>
          <p:spPr>
            <a:xfrm>
              <a:off x="1950700" y="607937"/>
              <a:ext cx="17140" cy="28503"/>
            </a:xfrm>
            <a:prstGeom prst="rect">
              <a:avLst/>
            </a:prstGeom>
            <a:solidFill>
              <a:srgbClr val="E9979F"/>
            </a:solidFill>
            <a:ln>
              <a:noFill/>
            </a:ln>
          </p:spPr>
        </p:sp>
        <p:sp>
          <p:nvSpPr>
            <p:cNvPr id="7370" name="Heatmap cell r23 c108"/>
            <p:cNvSpPr/>
            <p:nvPr/>
          </p:nvSpPr>
          <p:spPr>
            <a:xfrm>
              <a:off x="1967745" y="607937"/>
              <a:ext cx="19034" cy="28503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7371" name="Heatmap cell r23 c109"/>
            <p:cNvSpPr/>
            <p:nvPr/>
          </p:nvSpPr>
          <p:spPr>
            <a:xfrm>
              <a:off x="1986684" y="607937"/>
              <a:ext cx="17140" cy="28503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7372" name="Heatmap cell r23 c110"/>
            <p:cNvSpPr/>
            <p:nvPr/>
          </p:nvSpPr>
          <p:spPr>
            <a:xfrm>
              <a:off x="2003729" y="607937"/>
              <a:ext cx="19034" cy="28503"/>
            </a:xfrm>
            <a:prstGeom prst="rect">
              <a:avLst/>
            </a:prstGeom>
            <a:solidFill>
              <a:srgbClr val="FAEEEF"/>
            </a:solidFill>
            <a:ln>
              <a:noFill/>
            </a:ln>
          </p:spPr>
        </p:sp>
        <p:sp>
          <p:nvSpPr>
            <p:cNvPr id="7373" name="Heatmap cell r23 c111"/>
            <p:cNvSpPr/>
            <p:nvPr/>
          </p:nvSpPr>
          <p:spPr>
            <a:xfrm>
              <a:off x="2022668" y="607937"/>
              <a:ext cx="17140" cy="28503"/>
            </a:xfrm>
            <a:prstGeom prst="rect">
              <a:avLst/>
            </a:prstGeom>
            <a:solidFill>
              <a:srgbClr val="C5D3E0"/>
            </a:solidFill>
            <a:ln>
              <a:noFill/>
            </a:ln>
          </p:spPr>
        </p:sp>
        <p:sp>
          <p:nvSpPr>
            <p:cNvPr id="7374" name="Heatmap cell r23 c112"/>
            <p:cNvSpPr/>
            <p:nvPr/>
          </p:nvSpPr>
          <p:spPr>
            <a:xfrm>
              <a:off x="2039712" y="607937"/>
              <a:ext cx="19034" cy="28503"/>
            </a:xfrm>
            <a:prstGeom prst="rect">
              <a:avLst/>
            </a:prstGeom>
            <a:solidFill>
              <a:srgbClr val="91ACC7"/>
            </a:solidFill>
            <a:ln>
              <a:noFill/>
            </a:ln>
          </p:spPr>
        </p:sp>
        <p:sp>
          <p:nvSpPr>
            <p:cNvPr id="7375" name="Heatmap cell r23 c113"/>
            <p:cNvSpPr/>
            <p:nvPr/>
          </p:nvSpPr>
          <p:spPr>
            <a:xfrm>
              <a:off x="2058651" y="607937"/>
              <a:ext cx="17140" cy="28503"/>
            </a:xfrm>
            <a:prstGeom prst="rect">
              <a:avLst/>
            </a:prstGeom>
            <a:solidFill>
              <a:srgbClr val="D53B4A"/>
            </a:solidFill>
            <a:ln>
              <a:noFill/>
            </a:ln>
          </p:spPr>
        </p:sp>
        <p:sp>
          <p:nvSpPr>
            <p:cNvPr id="7376" name="Heatmap cell r23 c114"/>
            <p:cNvSpPr/>
            <p:nvPr/>
          </p:nvSpPr>
          <p:spPr>
            <a:xfrm>
              <a:off x="2075696" y="607937"/>
              <a:ext cx="19034" cy="28503"/>
            </a:xfrm>
            <a:prstGeom prst="rect">
              <a:avLst/>
            </a:prstGeom>
            <a:solidFill>
              <a:srgbClr val="D7E1EB"/>
            </a:solidFill>
            <a:ln>
              <a:noFill/>
            </a:ln>
          </p:spPr>
        </p:sp>
        <p:sp>
          <p:nvSpPr>
            <p:cNvPr id="7377" name="Heatmap cell r23 c115"/>
            <p:cNvSpPr/>
            <p:nvPr/>
          </p:nvSpPr>
          <p:spPr>
            <a:xfrm>
              <a:off x="2094635" y="607937"/>
              <a:ext cx="19034" cy="28503"/>
            </a:xfrm>
            <a:prstGeom prst="rect">
              <a:avLst/>
            </a:prstGeom>
            <a:solidFill>
              <a:srgbClr val="F7D9DB"/>
            </a:solidFill>
            <a:ln>
              <a:noFill/>
            </a:ln>
          </p:spPr>
        </p:sp>
        <p:sp>
          <p:nvSpPr>
            <p:cNvPr id="7378" name="Heatmap cell r23 c116"/>
            <p:cNvSpPr/>
            <p:nvPr/>
          </p:nvSpPr>
          <p:spPr>
            <a:xfrm>
              <a:off x="2113574" y="607937"/>
              <a:ext cx="17140" cy="28503"/>
            </a:xfrm>
            <a:prstGeom prst="rect">
              <a:avLst/>
            </a:prstGeom>
            <a:solidFill>
              <a:srgbClr val="EBA1A8"/>
            </a:solidFill>
            <a:ln>
              <a:noFill/>
            </a:ln>
          </p:spPr>
        </p:sp>
        <p:sp>
          <p:nvSpPr>
            <p:cNvPr id="7379" name="Heatmap cell r23 c117"/>
            <p:cNvSpPr/>
            <p:nvPr/>
          </p:nvSpPr>
          <p:spPr>
            <a:xfrm>
              <a:off x="2130619" y="607937"/>
              <a:ext cx="19034" cy="28503"/>
            </a:xfrm>
            <a:prstGeom prst="rect">
              <a:avLst/>
            </a:prstGeom>
            <a:solidFill>
              <a:srgbClr val="BCCDDD"/>
            </a:solidFill>
            <a:ln>
              <a:noFill/>
            </a:ln>
          </p:spPr>
        </p:sp>
        <p:sp>
          <p:nvSpPr>
            <p:cNvPr id="7380" name="Heatmap cell r23 c118"/>
            <p:cNvSpPr/>
            <p:nvPr/>
          </p:nvSpPr>
          <p:spPr>
            <a:xfrm>
              <a:off x="2149558" y="607937"/>
              <a:ext cx="17140" cy="28503"/>
            </a:xfrm>
            <a:prstGeom prst="rect">
              <a:avLst/>
            </a:prstGeom>
            <a:solidFill>
              <a:srgbClr val="97B0C8"/>
            </a:solidFill>
            <a:ln>
              <a:noFill/>
            </a:ln>
          </p:spPr>
        </p:sp>
        <p:sp>
          <p:nvSpPr>
            <p:cNvPr id="7381" name="Heatmap cell r23 c119"/>
            <p:cNvSpPr/>
            <p:nvPr/>
          </p:nvSpPr>
          <p:spPr>
            <a:xfrm>
              <a:off x="2166603" y="607937"/>
              <a:ext cx="19034" cy="28503"/>
            </a:xfrm>
            <a:prstGeom prst="rect">
              <a:avLst/>
            </a:prstGeom>
            <a:solidFill>
              <a:srgbClr val="EFB5BA"/>
            </a:solidFill>
            <a:ln>
              <a:noFill/>
            </a:ln>
          </p:spPr>
        </p:sp>
        <p:sp>
          <p:nvSpPr>
            <p:cNvPr id="7382" name="Heatmap cell r23 c120"/>
            <p:cNvSpPr/>
            <p:nvPr/>
          </p:nvSpPr>
          <p:spPr>
            <a:xfrm>
              <a:off x="2185542" y="607937"/>
              <a:ext cx="17140" cy="28503"/>
            </a:xfrm>
            <a:prstGeom prst="rect">
              <a:avLst/>
            </a:prstGeom>
            <a:solidFill>
              <a:srgbClr val="F3C7CC"/>
            </a:solidFill>
            <a:ln>
              <a:noFill/>
            </a:ln>
          </p:spPr>
        </p:sp>
        <p:sp>
          <p:nvSpPr>
            <p:cNvPr id="7383" name="Heatmap cell r23 c121"/>
            <p:cNvSpPr/>
            <p:nvPr/>
          </p:nvSpPr>
          <p:spPr>
            <a:xfrm>
              <a:off x="2202586" y="607937"/>
              <a:ext cx="19034" cy="28503"/>
            </a:xfrm>
            <a:prstGeom prst="rect">
              <a:avLst/>
            </a:prstGeom>
            <a:solidFill>
              <a:srgbClr val="F5F7F9"/>
            </a:solidFill>
            <a:ln>
              <a:noFill/>
            </a:ln>
          </p:spPr>
        </p:sp>
        <p:sp>
          <p:nvSpPr>
            <p:cNvPr id="7384" name="Heatmap cell r23 c122"/>
            <p:cNvSpPr/>
            <p:nvPr/>
          </p:nvSpPr>
          <p:spPr>
            <a:xfrm>
              <a:off x="2221525" y="607937"/>
              <a:ext cx="17140" cy="28503"/>
            </a:xfrm>
            <a:prstGeom prst="rect">
              <a:avLst/>
            </a:prstGeom>
            <a:solidFill>
              <a:srgbClr val="7C9CBA"/>
            </a:solidFill>
            <a:ln>
              <a:noFill/>
            </a:ln>
          </p:spPr>
        </p:sp>
        <p:sp>
          <p:nvSpPr>
            <p:cNvPr id="7385" name="Heatmap cell r23 c123"/>
            <p:cNvSpPr/>
            <p:nvPr/>
          </p:nvSpPr>
          <p:spPr>
            <a:xfrm>
              <a:off x="2238570" y="607937"/>
              <a:ext cx="19034" cy="28503"/>
            </a:xfrm>
            <a:prstGeom prst="rect">
              <a:avLst/>
            </a:prstGeom>
            <a:solidFill>
              <a:srgbClr val="ECF0F6"/>
            </a:solidFill>
            <a:ln>
              <a:noFill/>
            </a:ln>
          </p:spPr>
        </p:sp>
        <p:sp>
          <p:nvSpPr>
            <p:cNvPr id="7386" name="Heatmap cell r23 c124"/>
            <p:cNvSpPr/>
            <p:nvPr/>
          </p:nvSpPr>
          <p:spPr>
            <a:xfrm>
              <a:off x="2257509" y="607937"/>
              <a:ext cx="17140" cy="28503"/>
            </a:xfrm>
            <a:prstGeom prst="rect">
              <a:avLst/>
            </a:prstGeom>
            <a:solidFill>
              <a:srgbClr val="DBE3EB"/>
            </a:solidFill>
            <a:ln>
              <a:noFill/>
            </a:ln>
          </p:spPr>
        </p:sp>
        <p:sp>
          <p:nvSpPr>
            <p:cNvPr id="7387" name="Heatmap cell r23 c125"/>
            <p:cNvSpPr/>
            <p:nvPr/>
          </p:nvSpPr>
          <p:spPr>
            <a:xfrm>
              <a:off x="2274554" y="607937"/>
              <a:ext cx="19034" cy="28503"/>
            </a:xfrm>
            <a:prstGeom prst="rect">
              <a:avLst/>
            </a:prstGeom>
            <a:solidFill>
              <a:srgbClr val="F5D1D4"/>
            </a:solidFill>
            <a:ln>
              <a:noFill/>
            </a:ln>
          </p:spPr>
        </p:sp>
        <p:sp>
          <p:nvSpPr>
            <p:cNvPr id="7388" name="Heatmap cell r23 c126"/>
            <p:cNvSpPr/>
            <p:nvPr/>
          </p:nvSpPr>
          <p:spPr>
            <a:xfrm>
              <a:off x="2293493" y="607937"/>
              <a:ext cx="17140" cy="28503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7389" name="Heatmap cell r23 c127"/>
            <p:cNvSpPr/>
            <p:nvPr/>
          </p:nvSpPr>
          <p:spPr>
            <a:xfrm>
              <a:off x="2310538" y="607937"/>
              <a:ext cx="19034" cy="28503"/>
            </a:xfrm>
            <a:prstGeom prst="rect">
              <a:avLst/>
            </a:prstGeom>
            <a:solidFill>
              <a:srgbClr val="F7D3D6"/>
            </a:solidFill>
            <a:ln>
              <a:noFill/>
            </a:ln>
          </p:spPr>
        </p:sp>
        <p:sp>
          <p:nvSpPr>
            <p:cNvPr id="7390" name="Heatmap cell r23 c128"/>
            <p:cNvSpPr/>
            <p:nvPr/>
          </p:nvSpPr>
          <p:spPr>
            <a:xfrm>
              <a:off x="2329477" y="607937"/>
              <a:ext cx="19034" cy="28503"/>
            </a:xfrm>
            <a:prstGeom prst="rect">
              <a:avLst/>
            </a:prstGeom>
            <a:solidFill>
              <a:srgbClr val="F8F8FA"/>
            </a:solidFill>
            <a:ln>
              <a:noFill/>
            </a:ln>
          </p:spPr>
        </p:sp>
        <p:sp>
          <p:nvSpPr>
            <p:cNvPr id="7391" name="Heatmap cell r23 c129"/>
            <p:cNvSpPr/>
            <p:nvPr/>
          </p:nvSpPr>
          <p:spPr>
            <a:xfrm>
              <a:off x="2348416" y="607937"/>
              <a:ext cx="17140" cy="28503"/>
            </a:xfrm>
            <a:prstGeom prst="rect">
              <a:avLst/>
            </a:prstGeom>
            <a:solidFill>
              <a:srgbClr val="D2DDE7"/>
            </a:solidFill>
            <a:ln>
              <a:noFill/>
            </a:ln>
          </p:spPr>
        </p:sp>
        <p:sp>
          <p:nvSpPr>
            <p:cNvPr id="7392" name="Heatmap cell r23 c130"/>
            <p:cNvSpPr/>
            <p:nvPr/>
          </p:nvSpPr>
          <p:spPr>
            <a:xfrm>
              <a:off x="2365460" y="607937"/>
              <a:ext cx="19034" cy="28503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7393" name="Heatmap cell r23 c131"/>
            <p:cNvSpPr/>
            <p:nvPr/>
          </p:nvSpPr>
          <p:spPr>
            <a:xfrm>
              <a:off x="2384399" y="607937"/>
              <a:ext cx="17140" cy="28503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7394" name="Heatmap cell r23 c132"/>
            <p:cNvSpPr/>
            <p:nvPr/>
          </p:nvSpPr>
          <p:spPr>
            <a:xfrm>
              <a:off x="2401444" y="607937"/>
              <a:ext cx="19034" cy="28503"/>
            </a:xfrm>
            <a:prstGeom prst="rect">
              <a:avLst/>
            </a:prstGeom>
            <a:solidFill>
              <a:srgbClr val="5F85AC"/>
            </a:solidFill>
            <a:ln>
              <a:noFill/>
            </a:ln>
          </p:spPr>
        </p:sp>
        <p:sp>
          <p:nvSpPr>
            <p:cNvPr id="7395" name="Heatmap cell r23 c133"/>
            <p:cNvSpPr/>
            <p:nvPr/>
          </p:nvSpPr>
          <p:spPr>
            <a:xfrm>
              <a:off x="2420383" y="607937"/>
              <a:ext cx="17140" cy="28503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7396" name="Heatmap cell r23 c134"/>
            <p:cNvSpPr/>
            <p:nvPr/>
          </p:nvSpPr>
          <p:spPr>
            <a:xfrm>
              <a:off x="2437428" y="607937"/>
              <a:ext cx="19034" cy="28503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7397" name="Heatmap cell r23 c135"/>
            <p:cNvSpPr/>
            <p:nvPr/>
          </p:nvSpPr>
          <p:spPr>
            <a:xfrm>
              <a:off x="2456367" y="607937"/>
              <a:ext cx="17140" cy="28503"/>
            </a:xfrm>
            <a:prstGeom prst="rect">
              <a:avLst/>
            </a:prstGeom>
            <a:solidFill>
              <a:srgbClr val="F0BAC0"/>
            </a:solidFill>
            <a:ln>
              <a:noFill/>
            </a:ln>
          </p:spPr>
        </p:sp>
        <p:sp>
          <p:nvSpPr>
            <p:cNvPr id="7398" name="Heatmap cell r23 c136"/>
            <p:cNvSpPr/>
            <p:nvPr/>
          </p:nvSpPr>
          <p:spPr>
            <a:xfrm>
              <a:off x="2473412" y="607937"/>
              <a:ext cx="19034" cy="28503"/>
            </a:xfrm>
            <a:prstGeom prst="rect">
              <a:avLst/>
            </a:prstGeom>
            <a:solidFill>
              <a:srgbClr val="FDF9FA"/>
            </a:solidFill>
            <a:ln>
              <a:noFill/>
            </a:ln>
          </p:spPr>
        </p:sp>
        <p:sp>
          <p:nvSpPr>
            <p:cNvPr id="7399" name="Heatmap cell r23 c137"/>
            <p:cNvSpPr/>
            <p:nvPr/>
          </p:nvSpPr>
          <p:spPr>
            <a:xfrm>
              <a:off x="2492351" y="607937"/>
              <a:ext cx="17140" cy="28503"/>
            </a:xfrm>
            <a:prstGeom prst="rect">
              <a:avLst/>
            </a:prstGeom>
            <a:solidFill>
              <a:srgbClr val="F7DCDF"/>
            </a:solidFill>
            <a:ln>
              <a:noFill/>
            </a:ln>
          </p:spPr>
        </p:sp>
        <p:sp>
          <p:nvSpPr>
            <p:cNvPr id="7400" name="Heatmap cell r23 c138"/>
            <p:cNvSpPr/>
            <p:nvPr/>
          </p:nvSpPr>
          <p:spPr>
            <a:xfrm>
              <a:off x="2509396" y="607937"/>
              <a:ext cx="19034" cy="28503"/>
            </a:xfrm>
            <a:prstGeom prst="rect">
              <a:avLst/>
            </a:prstGeom>
            <a:solidFill>
              <a:srgbClr val="DFE7ED"/>
            </a:solidFill>
            <a:ln>
              <a:noFill/>
            </a:ln>
          </p:spPr>
        </p:sp>
        <p:sp>
          <p:nvSpPr>
            <p:cNvPr id="7401" name="Heatmap cell r23 c139"/>
            <p:cNvSpPr/>
            <p:nvPr/>
          </p:nvSpPr>
          <p:spPr>
            <a:xfrm>
              <a:off x="2528334" y="607937"/>
              <a:ext cx="17140" cy="28503"/>
            </a:xfrm>
            <a:prstGeom prst="rect">
              <a:avLst/>
            </a:prstGeom>
            <a:solidFill>
              <a:srgbClr val="FCF8F9"/>
            </a:solidFill>
            <a:ln>
              <a:noFill/>
            </a:ln>
          </p:spPr>
        </p:sp>
        <p:sp>
          <p:nvSpPr>
            <p:cNvPr id="7402" name="Heatmap cell r23 c140"/>
            <p:cNvSpPr/>
            <p:nvPr/>
          </p:nvSpPr>
          <p:spPr>
            <a:xfrm>
              <a:off x="2545379" y="607937"/>
              <a:ext cx="19034" cy="28503"/>
            </a:xfrm>
            <a:prstGeom prst="rect">
              <a:avLst/>
            </a:prstGeom>
            <a:solidFill>
              <a:srgbClr val="C5D3E0"/>
            </a:solidFill>
            <a:ln>
              <a:noFill/>
            </a:ln>
          </p:spPr>
        </p:sp>
        <p:sp>
          <p:nvSpPr>
            <p:cNvPr id="7403" name="Heatmap cell r23 c141"/>
            <p:cNvSpPr/>
            <p:nvPr/>
          </p:nvSpPr>
          <p:spPr>
            <a:xfrm>
              <a:off x="2564318" y="607937"/>
              <a:ext cx="19034" cy="28503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7404" name="Heatmap cell r23 c142"/>
            <p:cNvSpPr/>
            <p:nvPr/>
          </p:nvSpPr>
          <p:spPr>
            <a:xfrm>
              <a:off x="2583257" y="607937"/>
              <a:ext cx="17140" cy="28503"/>
            </a:xfrm>
            <a:prstGeom prst="rect">
              <a:avLst/>
            </a:prstGeom>
            <a:solidFill>
              <a:srgbClr val="F8E6E8"/>
            </a:solidFill>
            <a:ln>
              <a:noFill/>
            </a:ln>
          </p:spPr>
        </p:sp>
        <p:sp>
          <p:nvSpPr>
            <p:cNvPr id="7405" name="Heatmap cell r23 c143"/>
            <p:cNvSpPr/>
            <p:nvPr/>
          </p:nvSpPr>
          <p:spPr>
            <a:xfrm>
              <a:off x="2600302" y="607937"/>
              <a:ext cx="19034" cy="28503"/>
            </a:xfrm>
            <a:prstGeom prst="rect">
              <a:avLst/>
            </a:prstGeom>
            <a:solidFill>
              <a:srgbClr val="C4D2DF"/>
            </a:solidFill>
            <a:ln>
              <a:noFill/>
            </a:ln>
          </p:spPr>
        </p:sp>
        <p:sp>
          <p:nvSpPr>
            <p:cNvPr id="7406" name="Heatmap cell r23 c144"/>
            <p:cNvSpPr/>
            <p:nvPr/>
          </p:nvSpPr>
          <p:spPr>
            <a:xfrm>
              <a:off x="2619241" y="607937"/>
              <a:ext cx="17140" cy="28503"/>
            </a:xfrm>
            <a:prstGeom prst="rect">
              <a:avLst/>
            </a:prstGeom>
            <a:solidFill>
              <a:srgbClr val="F3C5C8"/>
            </a:solidFill>
            <a:ln>
              <a:noFill/>
            </a:ln>
          </p:spPr>
        </p:sp>
        <p:sp>
          <p:nvSpPr>
            <p:cNvPr id="7407" name="Heatmap cell r23 c145"/>
            <p:cNvSpPr/>
            <p:nvPr/>
          </p:nvSpPr>
          <p:spPr>
            <a:xfrm>
              <a:off x="2636286" y="607937"/>
              <a:ext cx="19034" cy="28503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7408" name="Heatmap cell r23 c146"/>
            <p:cNvSpPr/>
            <p:nvPr/>
          </p:nvSpPr>
          <p:spPr>
            <a:xfrm>
              <a:off x="2655225" y="607937"/>
              <a:ext cx="17140" cy="28503"/>
            </a:xfrm>
            <a:prstGeom prst="rect">
              <a:avLst/>
            </a:prstGeom>
            <a:solidFill>
              <a:srgbClr val="F6D6DA"/>
            </a:solidFill>
            <a:ln>
              <a:noFill/>
            </a:ln>
          </p:spPr>
        </p:sp>
        <p:sp>
          <p:nvSpPr>
            <p:cNvPr id="7409" name="Heatmap cell r23 c147"/>
            <p:cNvSpPr/>
            <p:nvPr/>
          </p:nvSpPr>
          <p:spPr>
            <a:xfrm>
              <a:off x="2672270" y="607937"/>
              <a:ext cx="19034" cy="28503"/>
            </a:xfrm>
            <a:prstGeom prst="rect">
              <a:avLst/>
            </a:prstGeom>
            <a:solidFill>
              <a:srgbClr val="E7929B"/>
            </a:solidFill>
            <a:ln>
              <a:noFill/>
            </a:ln>
          </p:spPr>
        </p:sp>
        <p:sp>
          <p:nvSpPr>
            <p:cNvPr id="7410" name="Heatmap cell r23 c148"/>
            <p:cNvSpPr/>
            <p:nvPr/>
          </p:nvSpPr>
          <p:spPr>
            <a:xfrm>
              <a:off x="2691208" y="607937"/>
              <a:ext cx="17140" cy="28503"/>
            </a:xfrm>
            <a:prstGeom prst="rect">
              <a:avLst/>
            </a:prstGeom>
            <a:solidFill>
              <a:srgbClr val="C8D5E2"/>
            </a:solidFill>
            <a:ln>
              <a:noFill/>
            </a:ln>
          </p:spPr>
        </p:sp>
        <p:sp>
          <p:nvSpPr>
            <p:cNvPr id="7411" name="Heatmap cell r23 c149"/>
            <p:cNvSpPr/>
            <p:nvPr/>
          </p:nvSpPr>
          <p:spPr>
            <a:xfrm>
              <a:off x="2708253" y="607937"/>
              <a:ext cx="19034" cy="28503"/>
            </a:xfrm>
            <a:prstGeom prst="rect">
              <a:avLst/>
            </a:prstGeom>
            <a:solidFill>
              <a:srgbClr val="E9EEF4"/>
            </a:solidFill>
            <a:ln>
              <a:noFill/>
            </a:ln>
          </p:spPr>
        </p:sp>
        <p:sp>
          <p:nvSpPr>
            <p:cNvPr id="7412" name="Heatmap cell r23 c150"/>
            <p:cNvSpPr/>
            <p:nvPr/>
          </p:nvSpPr>
          <p:spPr>
            <a:xfrm>
              <a:off x="2727192" y="607937"/>
              <a:ext cx="17140" cy="28503"/>
            </a:xfrm>
            <a:prstGeom prst="rect">
              <a:avLst/>
            </a:prstGeom>
            <a:solidFill>
              <a:srgbClr val="F0BDC2"/>
            </a:solidFill>
            <a:ln>
              <a:noFill/>
            </a:ln>
          </p:spPr>
        </p:sp>
        <p:sp>
          <p:nvSpPr>
            <p:cNvPr id="7413" name="Heatmap cell r23 c151"/>
            <p:cNvSpPr/>
            <p:nvPr/>
          </p:nvSpPr>
          <p:spPr>
            <a:xfrm>
              <a:off x="2744237" y="607937"/>
              <a:ext cx="19034" cy="28503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7414" name="Heatmap cell r23 c152"/>
            <p:cNvSpPr/>
            <p:nvPr/>
          </p:nvSpPr>
          <p:spPr>
            <a:xfrm>
              <a:off x="2763176" y="607937"/>
              <a:ext cx="17140" cy="28503"/>
            </a:xfrm>
            <a:prstGeom prst="rect">
              <a:avLst/>
            </a:prstGeom>
            <a:solidFill>
              <a:srgbClr val="F3C6CB"/>
            </a:solidFill>
            <a:ln>
              <a:noFill/>
            </a:ln>
          </p:spPr>
        </p:sp>
        <p:sp>
          <p:nvSpPr>
            <p:cNvPr id="7415" name="Heatmap cell r23 c153"/>
            <p:cNvSpPr/>
            <p:nvPr/>
          </p:nvSpPr>
          <p:spPr>
            <a:xfrm>
              <a:off x="2780221" y="607937"/>
              <a:ext cx="19034" cy="28503"/>
            </a:xfrm>
            <a:prstGeom prst="rect">
              <a:avLst/>
            </a:prstGeom>
            <a:solidFill>
              <a:srgbClr val="F4CCD1"/>
            </a:solidFill>
            <a:ln>
              <a:noFill/>
            </a:ln>
          </p:spPr>
        </p:sp>
        <p:sp>
          <p:nvSpPr>
            <p:cNvPr id="7416" name="Heatmap cell r23 c154"/>
            <p:cNvSpPr/>
            <p:nvPr/>
          </p:nvSpPr>
          <p:spPr>
            <a:xfrm>
              <a:off x="2799160" y="607937"/>
              <a:ext cx="17140" cy="28503"/>
            </a:xfrm>
            <a:prstGeom prst="rect">
              <a:avLst/>
            </a:prstGeom>
            <a:solidFill>
              <a:srgbClr val="BECFDD"/>
            </a:solidFill>
            <a:ln>
              <a:noFill/>
            </a:ln>
          </p:spPr>
        </p:sp>
        <p:sp>
          <p:nvSpPr>
            <p:cNvPr id="7417" name="Heatmap cell r23 c156"/>
            <p:cNvSpPr/>
            <p:nvPr/>
          </p:nvSpPr>
          <p:spPr>
            <a:xfrm>
              <a:off x="2835144" y="607937"/>
              <a:ext cx="19034" cy="28503"/>
            </a:xfrm>
            <a:prstGeom prst="rect">
              <a:avLst/>
            </a:prstGeom>
            <a:solidFill>
              <a:srgbClr val="F8F8FA"/>
            </a:solidFill>
            <a:ln>
              <a:noFill/>
            </a:ln>
          </p:spPr>
        </p:sp>
        <p:sp>
          <p:nvSpPr>
            <p:cNvPr id="7418" name="Heatmap cell r23 c157"/>
            <p:cNvSpPr/>
            <p:nvPr/>
          </p:nvSpPr>
          <p:spPr>
            <a:xfrm>
              <a:off x="2854082" y="607937"/>
              <a:ext cx="17140" cy="28503"/>
            </a:xfrm>
            <a:prstGeom prst="rect">
              <a:avLst/>
            </a:prstGeom>
            <a:solidFill>
              <a:srgbClr val="FDF9FA"/>
            </a:solidFill>
            <a:ln>
              <a:noFill/>
            </a:ln>
          </p:spPr>
        </p:sp>
        <p:sp>
          <p:nvSpPr>
            <p:cNvPr id="7419" name="Heatmap cell r23 c158"/>
            <p:cNvSpPr/>
            <p:nvPr/>
          </p:nvSpPr>
          <p:spPr>
            <a:xfrm>
              <a:off x="2871127" y="607937"/>
              <a:ext cx="19034" cy="28503"/>
            </a:xfrm>
            <a:prstGeom prst="rect">
              <a:avLst/>
            </a:prstGeom>
            <a:solidFill>
              <a:srgbClr val="F0BAC0"/>
            </a:solidFill>
            <a:ln>
              <a:noFill/>
            </a:ln>
          </p:spPr>
        </p:sp>
        <p:sp>
          <p:nvSpPr>
            <p:cNvPr id="7420" name="Heatmap cell r23 c159"/>
            <p:cNvSpPr/>
            <p:nvPr/>
          </p:nvSpPr>
          <p:spPr>
            <a:xfrm>
              <a:off x="2890066" y="607937"/>
              <a:ext cx="17140" cy="28503"/>
            </a:xfrm>
            <a:prstGeom prst="rect">
              <a:avLst/>
            </a:prstGeom>
            <a:solidFill>
              <a:srgbClr val="F9E7E8"/>
            </a:solidFill>
            <a:ln>
              <a:noFill/>
            </a:ln>
          </p:spPr>
        </p:sp>
        <p:sp>
          <p:nvSpPr>
            <p:cNvPr id="7421" name="Heatmap cell r23 c160"/>
            <p:cNvSpPr/>
            <p:nvPr/>
          </p:nvSpPr>
          <p:spPr>
            <a:xfrm>
              <a:off x="2907111" y="607937"/>
              <a:ext cx="19034" cy="28503"/>
            </a:xfrm>
            <a:prstGeom prst="rect">
              <a:avLst/>
            </a:prstGeom>
            <a:solidFill>
              <a:srgbClr val="EDACB3"/>
            </a:solidFill>
            <a:ln>
              <a:noFill/>
            </a:ln>
          </p:spPr>
        </p:sp>
        <p:sp>
          <p:nvSpPr>
            <p:cNvPr id="7422" name="Heatmap cell r23 c161"/>
            <p:cNvSpPr/>
            <p:nvPr/>
          </p:nvSpPr>
          <p:spPr>
            <a:xfrm>
              <a:off x="2926050" y="607937"/>
              <a:ext cx="17140" cy="28503"/>
            </a:xfrm>
            <a:prstGeom prst="rect">
              <a:avLst/>
            </a:prstGeom>
            <a:solidFill>
              <a:srgbClr val="EEF3F6"/>
            </a:solidFill>
            <a:ln>
              <a:noFill/>
            </a:ln>
          </p:spPr>
        </p:sp>
        <p:sp>
          <p:nvSpPr>
            <p:cNvPr id="7423" name="Heatmap cell r23 c162"/>
            <p:cNvSpPr/>
            <p:nvPr/>
          </p:nvSpPr>
          <p:spPr>
            <a:xfrm>
              <a:off x="2943095" y="607937"/>
              <a:ext cx="19034" cy="28503"/>
            </a:xfrm>
            <a:prstGeom prst="rect">
              <a:avLst/>
            </a:prstGeom>
            <a:solidFill>
              <a:srgbClr val="DCE3EB"/>
            </a:solidFill>
            <a:ln>
              <a:noFill/>
            </a:ln>
          </p:spPr>
        </p:sp>
        <p:sp>
          <p:nvSpPr>
            <p:cNvPr id="7424" name="Heatmap cell r23 c163"/>
            <p:cNvSpPr/>
            <p:nvPr/>
          </p:nvSpPr>
          <p:spPr>
            <a:xfrm>
              <a:off x="2962034" y="607937"/>
              <a:ext cx="17140" cy="28503"/>
            </a:xfrm>
            <a:prstGeom prst="rect">
              <a:avLst/>
            </a:prstGeom>
            <a:solidFill>
              <a:srgbClr val="E3EAF0"/>
            </a:solidFill>
            <a:ln>
              <a:noFill/>
            </a:ln>
          </p:spPr>
        </p:sp>
        <p:sp>
          <p:nvSpPr>
            <p:cNvPr id="7425" name="Heatmap cell r23 c164"/>
            <p:cNvSpPr/>
            <p:nvPr/>
          </p:nvSpPr>
          <p:spPr>
            <a:xfrm>
              <a:off x="2979079" y="607937"/>
              <a:ext cx="19034" cy="28503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7426" name="Heatmap cell r23 c165"/>
            <p:cNvSpPr/>
            <p:nvPr/>
          </p:nvSpPr>
          <p:spPr>
            <a:xfrm>
              <a:off x="2998018" y="607937"/>
              <a:ext cx="17140" cy="28503"/>
            </a:xfrm>
            <a:prstGeom prst="rect">
              <a:avLst/>
            </a:prstGeom>
            <a:solidFill>
              <a:srgbClr val="F0F5F8"/>
            </a:solidFill>
            <a:ln>
              <a:noFill/>
            </a:ln>
          </p:spPr>
        </p:sp>
        <p:sp>
          <p:nvSpPr>
            <p:cNvPr id="7427" name="Heatmap cell r23 c166"/>
            <p:cNvSpPr/>
            <p:nvPr/>
          </p:nvSpPr>
          <p:spPr>
            <a:xfrm>
              <a:off x="3015062" y="607937"/>
              <a:ext cx="19034" cy="28503"/>
            </a:xfrm>
            <a:prstGeom prst="rect">
              <a:avLst/>
            </a:prstGeom>
            <a:solidFill>
              <a:srgbClr val="E8ECF3"/>
            </a:solidFill>
            <a:ln>
              <a:noFill/>
            </a:ln>
          </p:spPr>
        </p:sp>
        <p:sp>
          <p:nvSpPr>
            <p:cNvPr id="7428" name="Heatmap cell r23 c167"/>
            <p:cNvSpPr/>
            <p:nvPr/>
          </p:nvSpPr>
          <p:spPr>
            <a:xfrm>
              <a:off x="3034001" y="607937"/>
              <a:ext cx="17140" cy="28503"/>
            </a:xfrm>
            <a:prstGeom prst="rect">
              <a:avLst/>
            </a:prstGeom>
            <a:solidFill>
              <a:srgbClr val="FBF5F5"/>
            </a:solidFill>
            <a:ln>
              <a:noFill/>
            </a:ln>
          </p:spPr>
        </p:sp>
        <p:sp>
          <p:nvSpPr>
            <p:cNvPr id="7429" name="Heatmap cell r23 c168"/>
            <p:cNvSpPr/>
            <p:nvPr/>
          </p:nvSpPr>
          <p:spPr>
            <a:xfrm>
              <a:off x="3051046" y="607937"/>
              <a:ext cx="19034" cy="28503"/>
            </a:xfrm>
            <a:prstGeom prst="rect">
              <a:avLst/>
            </a:prstGeom>
            <a:solidFill>
              <a:srgbClr val="9DB5CC"/>
            </a:solidFill>
            <a:ln>
              <a:noFill/>
            </a:ln>
          </p:spPr>
        </p:sp>
        <p:sp>
          <p:nvSpPr>
            <p:cNvPr id="7430" name="Heatmap cell r23 c169"/>
            <p:cNvSpPr/>
            <p:nvPr/>
          </p:nvSpPr>
          <p:spPr>
            <a:xfrm>
              <a:off x="3069985" y="607937"/>
              <a:ext cx="19034" cy="28503"/>
            </a:xfrm>
            <a:prstGeom prst="rect">
              <a:avLst/>
            </a:prstGeom>
            <a:solidFill>
              <a:srgbClr val="FBF5F5"/>
            </a:solidFill>
            <a:ln>
              <a:noFill/>
            </a:ln>
          </p:spPr>
        </p:sp>
        <p:sp>
          <p:nvSpPr>
            <p:cNvPr id="7431" name="Heatmap cell r23 c170"/>
            <p:cNvSpPr/>
            <p:nvPr/>
          </p:nvSpPr>
          <p:spPr>
            <a:xfrm>
              <a:off x="3088924" y="607937"/>
              <a:ext cx="17140" cy="28503"/>
            </a:xfrm>
            <a:prstGeom prst="rect">
              <a:avLst/>
            </a:prstGeom>
            <a:solidFill>
              <a:srgbClr val="F8F8FA"/>
            </a:solidFill>
            <a:ln>
              <a:noFill/>
            </a:ln>
          </p:spPr>
        </p:sp>
        <p:sp>
          <p:nvSpPr>
            <p:cNvPr id="7432" name="Heatmap cell r23 c171"/>
            <p:cNvSpPr/>
            <p:nvPr/>
          </p:nvSpPr>
          <p:spPr>
            <a:xfrm>
              <a:off x="3105969" y="607937"/>
              <a:ext cx="19034" cy="28503"/>
            </a:xfrm>
            <a:prstGeom prst="rect">
              <a:avLst/>
            </a:prstGeom>
            <a:solidFill>
              <a:srgbClr val="E8ECF3"/>
            </a:solidFill>
            <a:ln>
              <a:noFill/>
            </a:ln>
          </p:spPr>
        </p:sp>
        <p:sp>
          <p:nvSpPr>
            <p:cNvPr id="7433" name="Heatmap cell r23 c172"/>
            <p:cNvSpPr/>
            <p:nvPr/>
          </p:nvSpPr>
          <p:spPr>
            <a:xfrm>
              <a:off x="3124908" y="607937"/>
              <a:ext cx="17140" cy="28503"/>
            </a:xfrm>
            <a:prstGeom prst="rect">
              <a:avLst/>
            </a:prstGeom>
            <a:solidFill>
              <a:srgbClr val="CDD9E3"/>
            </a:solidFill>
            <a:ln>
              <a:noFill/>
            </a:ln>
          </p:spPr>
        </p:sp>
        <p:sp>
          <p:nvSpPr>
            <p:cNvPr id="7434" name="Heatmap cell r23 c173"/>
            <p:cNvSpPr/>
            <p:nvPr/>
          </p:nvSpPr>
          <p:spPr>
            <a:xfrm>
              <a:off x="3141953" y="607937"/>
              <a:ext cx="19034" cy="28503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7435" name="Heatmap cell r23 c174"/>
            <p:cNvSpPr/>
            <p:nvPr/>
          </p:nvSpPr>
          <p:spPr>
            <a:xfrm>
              <a:off x="3160892" y="607937"/>
              <a:ext cx="17140" cy="28503"/>
            </a:xfrm>
            <a:prstGeom prst="rect">
              <a:avLst/>
            </a:prstGeom>
            <a:solidFill>
              <a:srgbClr val="B9C9DB"/>
            </a:solidFill>
            <a:ln>
              <a:noFill/>
            </a:ln>
          </p:spPr>
        </p:sp>
        <p:sp>
          <p:nvSpPr>
            <p:cNvPr id="7436" name="Heatmap cell r23 c176"/>
            <p:cNvSpPr/>
            <p:nvPr/>
          </p:nvSpPr>
          <p:spPr>
            <a:xfrm>
              <a:off x="3196875" y="607937"/>
              <a:ext cx="17140" cy="28503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7437" name="Heatmap cell r23 c177"/>
            <p:cNvSpPr/>
            <p:nvPr/>
          </p:nvSpPr>
          <p:spPr>
            <a:xfrm>
              <a:off x="3213920" y="607937"/>
              <a:ext cx="19034" cy="28503"/>
            </a:xfrm>
            <a:prstGeom prst="rect">
              <a:avLst/>
            </a:prstGeom>
            <a:solidFill>
              <a:srgbClr val="CED9E4"/>
            </a:solidFill>
            <a:ln>
              <a:noFill/>
            </a:ln>
          </p:spPr>
        </p:sp>
        <p:sp>
          <p:nvSpPr>
            <p:cNvPr id="7438" name="Heatmap cell r23 c178"/>
            <p:cNvSpPr/>
            <p:nvPr/>
          </p:nvSpPr>
          <p:spPr>
            <a:xfrm>
              <a:off x="3232859" y="607937"/>
              <a:ext cx="17140" cy="28503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7439" name="Heatmap cell r23 c179"/>
            <p:cNvSpPr/>
            <p:nvPr/>
          </p:nvSpPr>
          <p:spPr>
            <a:xfrm>
              <a:off x="3249904" y="607937"/>
              <a:ext cx="19034" cy="28503"/>
            </a:xfrm>
            <a:prstGeom prst="rect">
              <a:avLst/>
            </a:prstGeom>
            <a:solidFill>
              <a:srgbClr val="F7E2E4"/>
            </a:solidFill>
            <a:ln>
              <a:noFill/>
            </a:ln>
          </p:spPr>
        </p:sp>
        <p:sp>
          <p:nvSpPr>
            <p:cNvPr id="7440" name="Heatmap cell r23 c180"/>
            <p:cNvSpPr/>
            <p:nvPr/>
          </p:nvSpPr>
          <p:spPr>
            <a:xfrm>
              <a:off x="3268843" y="607937"/>
              <a:ext cx="17140" cy="28503"/>
            </a:xfrm>
            <a:prstGeom prst="rect">
              <a:avLst/>
            </a:prstGeom>
            <a:solidFill>
              <a:srgbClr val="C6D4E1"/>
            </a:solidFill>
            <a:ln>
              <a:noFill/>
            </a:ln>
          </p:spPr>
        </p:sp>
        <p:sp>
          <p:nvSpPr>
            <p:cNvPr id="7441" name="Heatmap cell r23 c181"/>
            <p:cNvSpPr/>
            <p:nvPr/>
          </p:nvSpPr>
          <p:spPr>
            <a:xfrm>
              <a:off x="3285888" y="607937"/>
              <a:ext cx="19034" cy="28503"/>
            </a:xfrm>
            <a:prstGeom prst="rect">
              <a:avLst/>
            </a:prstGeom>
            <a:solidFill>
              <a:srgbClr val="AFC3D5"/>
            </a:solidFill>
            <a:ln>
              <a:noFill/>
            </a:ln>
          </p:spPr>
        </p:sp>
        <p:sp>
          <p:nvSpPr>
            <p:cNvPr id="7442" name="Heatmap cell r23 c182"/>
            <p:cNvSpPr/>
            <p:nvPr/>
          </p:nvSpPr>
          <p:spPr>
            <a:xfrm>
              <a:off x="3304827" y="607937"/>
              <a:ext cx="19034" cy="28503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7443" name="Heatmap cell r23 c183"/>
            <p:cNvSpPr/>
            <p:nvPr/>
          </p:nvSpPr>
          <p:spPr>
            <a:xfrm>
              <a:off x="3323765" y="607937"/>
              <a:ext cx="17140" cy="28503"/>
            </a:xfrm>
            <a:prstGeom prst="rect">
              <a:avLst/>
            </a:prstGeom>
            <a:solidFill>
              <a:srgbClr val="DBE3EB"/>
            </a:solidFill>
            <a:ln>
              <a:noFill/>
            </a:ln>
          </p:spPr>
        </p:sp>
        <p:sp>
          <p:nvSpPr>
            <p:cNvPr id="7444" name="Heatmap cell r23 c184"/>
            <p:cNvSpPr/>
            <p:nvPr/>
          </p:nvSpPr>
          <p:spPr>
            <a:xfrm>
              <a:off x="3340810" y="607937"/>
              <a:ext cx="19034" cy="28503"/>
            </a:xfrm>
            <a:prstGeom prst="rect">
              <a:avLst/>
            </a:prstGeom>
            <a:solidFill>
              <a:srgbClr val="F4CCD1"/>
            </a:solidFill>
            <a:ln>
              <a:noFill/>
            </a:ln>
          </p:spPr>
        </p:sp>
        <p:sp>
          <p:nvSpPr>
            <p:cNvPr id="7445" name="Heatmap cell r23 c185"/>
            <p:cNvSpPr/>
            <p:nvPr/>
          </p:nvSpPr>
          <p:spPr>
            <a:xfrm>
              <a:off x="3359749" y="607937"/>
              <a:ext cx="17140" cy="28503"/>
            </a:xfrm>
            <a:prstGeom prst="rect">
              <a:avLst/>
            </a:prstGeom>
            <a:solidFill>
              <a:srgbClr val="CED9E4"/>
            </a:solidFill>
            <a:ln>
              <a:noFill/>
            </a:ln>
          </p:spPr>
        </p:sp>
        <p:sp>
          <p:nvSpPr>
            <p:cNvPr id="7446" name="Heatmap cell r23 c186"/>
            <p:cNvSpPr/>
            <p:nvPr/>
          </p:nvSpPr>
          <p:spPr>
            <a:xfrm>
              <a:off x="3376794" y="607937"/>
              <a:ext cx="19034" cy="28503"/>
            </a:xfrm>
            <a:prstGeom prst="rect">
              <a:avLst/>
            </a:prstGeom>
            <a:solidFill>
              <a:srgbClr val="D4DFE9"/>
            </a:solidFill>
            <a:ln>
              <a:noFill/>
            </a:ln>
          </p:spPr>
        </p:sp>
        <p:sp>
          <p:nvSpPr>
            <p:cNvPr id="7447" name="Heatmap cell r23 c187"/>
            <p:cNvSpPr/>
            <p:nvPr/>
          </p:nvSpPr>
          <p:spPr>
            <a:xfrm>
              <a:off x="3395733" y="607937"/>
              <a:ext cx="17140" cy="28503"/>
            </a:xfrm>
            <a:prstGeom prst="rect">
              <a:avLst/>
            </a:prstGeom>
            <a:solidFill>
              <a:srgbClr val="F5D1D4"/>
            </a:solidFill>
            <a:ln>
              <a:noFill/>
            </a:ln>
          </p:spPr>
        </p:sp>
        <p:sp>
          <p:nvSpPr>
            <p:cNvPr id="7448" name="Heatmap cell r23 c188"/>
            <p:cNvSpPr/>
            <p:nvPr/>
          </p:nvSpPr>
          <p:spPr>
            <a:xfrm>
              <a:off x="3412778" y="607937"/>
              <a:ext cx="19034" cy="28503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7449" name="Heatmap cell r23 c189"/>
            <p:cNvSpPr/>
            <p:nvPr/>
          </p:nvSpPr>
          <p:spPr>
            <a:xfrm>
              <a:off x="3431717" y="607937"/>
              <a:ext cx="17140" cy="28503"/>
            </a:xfrm>
            <a:prstGeom prst="rect">
              <a:avLst/>
            </a:prstGeom>
            <a:solidFill>
              <a:srgbClr val="D2DDE8"/>
            </a:solidFill>
            <a:ln>
              <a:noFill/>
            </a:ln>
          </p:spPr>
        </p:sp>
        <p:sp>
          <p:nvSpPr>
            <p:cNvPr id="7450" name="Heatmap cell r23 c190"/>
            <p:cNvSpPr/>
            <p:nvPr/>
          </p:nvSpPr>
          <p:spPr>
            <a:xfrm>
              <a:off x="3448762" y="607937"/>
              <a:ext cx="19034" cy="28503"/>
            </a:xfrm>
            <a:prstGeom prst="rect">
              <a:avLst/>
            </a:prstGeom>
            <a:solidFill>
              <a:srgbClr val="F5D1D4"/>
            </a:solidFill>
            <a:ln>
              <a:noFill/>
            </a:ln>
          </p:spPr>
        </p:sp>
        <p:sp>
          <p:nvSpPr>
            <p:cNvPr id="7451" name="Heatmap cell r23 c191"/>
            <p:cNvSpPr/>
            <p:nvPr/>
          </p:nvSpPr>
          <p:spPr>
            <a:xfrm>
              <a:off x="3467701" y="607937"/>
              <a:ext cx="17140" cy="28503"/>
            </a:xfrm>
            <a:prstGeom prst="rect">
              <a:avLst/>
            </a:prstGeom>
            <a:solidFill>
              <a:srgbClr val="F8DEE0"/>
            </a:solidFill>
            <a:ln>
              <a:noFill/>
            </a:ln>
          </p:spPr>
        </p:sp>
        <p:sp>
          <p:nvSpPr>
            <p:cNvPr id="7452" name="Heatmap cell r23 c192"/>
            <p:cNvSpPr/>
            <p:nvPr/>
          </p:nvSpPr>
          <p:spPr>
            <a:xfrm>
              <a:off x="3484746" y="607937"/>
              <a:ext cx="19034" cy="28503"/>
            </a:xfrm>
            <a:prstGeom prst="rect">
              <a:avLst/>
            </a:prstGeom>
            <a:solidFill>
              <a:srgbClr val="ADC2D4"/>
            </a:solidFill>
            <a:ln>
              <a:noFill/>
            </a:ln>
          </p:spPr>
        </p:sp>
        <p:sp>
          <p:nvSpPr>
            <p:cNvPr id="7453" name="Heatmap cell r23 c193"/>
            <p:cNvSpPr/>
            <p:nvPr/>
          </p:nvSpPr>
          <p:spPr>
            <a:xfrm>
              <a:off x="3503684" y="607937"/>
              <a:ext cx="17140" cy="28503"/>
            </a:xfrm>
            <a:prstGeom prst="rect">
              <a:avLst/>
            </a:prstGeom>
            <a:solidFill>
              <a:srgbClr val="DFE6ED"/>
            </a:solidFill>
            <a:ln>
              <a:noFill/>
            </a:ln>
          </p:spPr>
        </p:sp>
        <p:sp>
          <p:nvSpPr>
            <p:cNvPr id="7454" name="Heatmap cell r23 c194"/>
            <p:cNvSpPr/>
            <p:nvPr/>
          </p:nvSpPr>
          <p:spPr>
            <a:xfrm>
              <a:off x="3520729" y="607937"/>
              <a:ext cx="19034" cy="28503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7455" name="Heatmap cell r23 c195"/>
            <p:cNvSpPr/>
            <p:nvPr/>
          </p:nvSpPr>
          <p:spPr>
            <a:xfrm>
              <a:off x="3539668" y="607937"/>
              <a:ext cx="19034" cy="28503"/>
            </a:xfrm>
            <a:prstGeom prst="rect">
              <a:avLst/>
            </a:prstGeom>
            <a:solidFill>
              <a:srgbClr val="F7DADC"/>
            </a:solidFill>
            <a:ln>
              <a:noFill/>
            </a:ln>
          </p:spPr>
        </p:sp>
        <p:sp>
          <p:nvSpPr>
            <p:cNvPr id="7456" name="Heatmap cell r23 c196"/>
            <p:cNvSpPr/>
            <p:nvPr/>
          </p:nvSpPr>
          <p:spPr>
            <a:xfrm>
              <a:off x="3558607" y="607937"/>
              <a:ext cx="17140" cy="28503"/>
            </a:xfrm>
            <a:prstGeom prst="rect">
              <a:avLst/>
            </a:prstGeom>
            <a:solidFill>
              <a:srgbClr val="E9EDF3"/>
            </a:solidFill>
            <a:ln>
              <a:noFill/>
            </a:ln>
          </p:spPr>
        </p:sp>
        <p:sp>
          <p:nvSpPr>
            <p:cNvPr id="7457" name="Heatmap cell r23 c197"/>
            <p:cNvSpPr/>
            <p:nvPr/>
          </p:nvSpPr>
          <p:spPr>
            <a:xfrm>
              <a:off x="3575652" y="607937"/>
              <a:ext cx="19034" cy="28503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7458" name="Heatmap cell r23 c198"/>
            <p:cNvSpPr/>
            <p:nvPr/>
          </p:nvSpPr>
          <p:spPr>
            <a:xfrm>
              <a:off x="3594591" y="607937"/>
              <a:ext cx="17140" cy="28503"/>
            </a:xfrm>
            <a:prstGeom prst="rect">
              <a:avLst/>
            </a:prstGeom>
            <a:solidFill>
              <a:srgbClr val="EBEFF5"/>
            </a:solidFill>
            <a:ln>
              <a:noFill/>
            </a:ln>
          </p:spPr>
        </p:sp>
        <p:sp>
          <p:nvSpPr>
            <p:cNvPr id="7459" name="Heatmap cell r23 c199"/>
            <p:cNvSpPr/>
            <p:nvPr/>
          </p:nvSpPr>
          <p:spPr>
            <a:xfrm>
              <a:off x="3611636" y="607937"/>
              <a:ext cx="19034" cy="28503"/>
            </a:xfrm>
            <a:prstGeom prst="rect">
              <a:avLst/>
            </a:prstGeom>
            <a:solidFill>
              <a:srgbClr val="F4CDD0"/>
            </a:solidFill>
            <a:ln>
              <a:noFill/>
            </a:ln>
          </p:spPr>
        </p:sp>
        <p:sp>
          <p:nvSpPr>
            <p:cNvPr id="7460" name="Heatmap cell r23 c200"/>
            <p:cNvSpPr/>
            <p:nvPr/>
          </p:nvSpPr>
          <p:spPr>
            <a:xfrm>
              <a:off x="3630575" y="607937"/>
              <a:ext cx="17140" cy="28503"/>
            </a:xfrm>
            <a:prstGeom prst="rect">
              <a:avLst/>
            </a:prstGeom>
            <a:solidFill>
              <a:srgbClr val="E7EBF1"/>
            </a:solidFill>
            <a:ln>
              <a:noFill/>
            </a:ln>
          </p:spPr>
        </p:sp>
        <p:sp>
          <p:nvSpPr>
            <p:cNvPr id="7461" name="Heatmap cell r23 c201"/>
            <p:cNvSpPr/>
            <p:nvPr/>
          </p:nvSpPr>
          <p:spPr>
            <a:xfrm>
              <a:off x="3647620" y="607937"/>
              <a:ext cx="19034" cy="28503"/>
            </a:xfrm>
            <a:prstGeom prst="rect">
              <a:avLst/>
            </a:prstGeom>
            <a:solidFill>
              <a:srgbClr val="EBA2A9"/>
            </a:solidFill>
            <a:ln>
              <a:noFill/>
            </a:ln>
          </p:spPr>
        </p:sp>
        <p:sp>
          <p:nvSpPr>
            <p:cNvPr id="7462" name="Heatmap cell r23 c202"/>
            <p:cNvSpPr/>
            <p:nvPr/>
          </p:nvSpPr>
          <p:spPr>
            <a:xfrm>
              <a:off x="3666558" y="607937"/>
              <a:ext cx="17140" cy="28503"/>
            </a:xfrm>
            <a:prstGeom prst="rect">
              <a:avLst/>
            </a:prstGeom>
            <a:solidFill>
              <a:srgbClr val="F7D9DB"/>
            </a:solidFill>
            <a:ln>
              <a:noFill/>
            </a:ln>
          </p:spPr>
        </p:sp>
        <p:sp>
          <p:nvSpPr>
            <p:cNvPr id="7463" name="Heatmap cell r23 c203"/>
            <p:cNvSpPr/>
            <p:nvPr/>
          </p:nvSpPr>
          <p:spPr>
            <a:xfrm>
              <a:off x="3683603" y="607937"/>
              <a:ext cx="19034" cy="28503"/>
            </a:xfrm>
            <a:prstGeom prst="rect">
              <a:avLst/>
            </a:prstGeom>
            <a:solidFill>
              <a:srgbClr val="DDE4EC"/>
            </a:solidFill>
            <a:ln>
              <a:noFill/>
            </a:ln>
          </p:spPr>
        </p:sp>
        <p:sp>
          <p:nvSpPr>
            <p:cNvPr id="7464" name="Heatmap cell r23 c204"/>
            <p:cNvSpPr/>
            <p:nvPr/>
          </p:nvSpPr>
          <p:spPr>
            <a:xfrm>
              <a:off x="3702542" y="607937"/>
              <a:ext cx="17140" cy="28503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7465" name="Heatmap cell r23 c205"/>
            <p:cNvSpPr/>
            <p:nvPr/>
          </p:nvSpPr>
          <p:spPr>
            <a:xfrm>
              <a:off x="3719587" y="607937"/>
              <a:ext cx="19034" cy="28503"/>
            </a:xfrm>
            <a:prstGeom prst="rect">
              <a:avLst/>
            </a:prstGeom>
            <a:solidFill>
              <a:srgbClr val="F8DEE0"/>
            </a:solidFill>
            <a:ln>
              <a:noFill/>
            </a:ln>
          </p:spPr>
        </p:sp>
        <p:sp>
          <p:nvSpPr>
            <p:cNvPr id="7466" name="Heatmap cell r23 c206"/>
            <p:cNvSpPr/>
            <p:nvPr/>
          </p:nvSpPr>
          <p:spPr>
            <a:xfrm>
              <a:off x="3738526" y="607937"/>
              <a:ext cx="17140" cy="28503"/>
            </a:xfrm>
            <a:prstGeom prst="rect">
              <a:avLst/>
            </a:prstGeom>
            <a:solidFill>
              <a:srgbClr val="AFC3D5"/>
            </a:solidFill>
            <a:ln>
              <a:noFill/>
            </a:ln>
          </p:spPr>
        </p:sp>
        <p:sp>
          <p:nvSpPr>
            <p:cNvPr id="7467" name="Heatmap cell r23 c207"/>
            <p:cNvSpPr/>
            <p:nvPr/>
          </p:nvSpPr>
          <p:spPr>
            <a:xfrm>
              <a:off x="3755571" y="607937"/>
              <a:ext cx="19034" cy="28503"/>
            </a:xfrm>
            <a:prstGeom prst="rect">
              <a:avLst/>
            </a:prstGeom>
            <a:solidFill>
              <a:srgbClr val="C4D2DF"/>
            </a:solidFill>
            <a:ln>
              <a:noFill/>
            </a:ln>
          </p:spPr>
        </p:sp>
        <p:sp>
          <p:nvSpPr>
            <p:cNvPr id="7468" name="Heatmap cell r23 c208"/>
            <p:cNvSpPr/>
            <p:nvPr/>
          </p:nvSpPr>
          <p:spPr>
            <a:xfrm>
              <a:off x="3774510" y="607937"/>
              <a:ext cx="19034" cy="28503"/>
            </a:xfrm>
            <a:prstGeom prst="rect">
              <a:avLst/>
            </a:prstGeom>
            <a:solidFill>
              <a:srgbClr val="DCE3EB"/>
            </a:solidFill>
            <a:ln>
              <a:noFill/>
            </a:ln>
          </p:spPr>
        </p:sp>
        <p:sp>
          <p:nvSpPr>
            <p:cNvPr id="7469" name="Heatmap cell r23 c209"/>
            <p:cNvSpPr/>
            <p:nvPr/>
          </p:nvSpPr>
          <p:spPr>
            <a:xfrm>
              <a:off x="3793449" y="607937"/>
              <a:ext cx="17140" cy="28503"/>
            </a:xfrm>
            <a:prstGeom prst="rect">
              <a:avLst/>
            </a:prstGeom>
            <a:solidFill>
              <a:srgbClr val="E7EBF1"/>
            </a:solidFill>
            <a:ln>
              <a:noFill/>
            </a:ln>
          </p:spPr>
        </p:sp>
        <p:sp>
          <p:nvSpPr>
            <p:cNvPr id="7470" name="Heatmap cell r23 c211"/>
            <p:cNvSpPr/>
            <p:nvPr/>
          </p:nvSpPr>
          <p:spPr>
            <a:xfrm>
              <a:off x="3829432" y="607937"/>
              <a:ext cx="17140" cy="28503"/>
            </a:xfrm>
            <a:prstGeom prst="rect">
              <a:avLst/>
            </a:prstGeom>
            <a:solidFill>
              <a:srgbClr val="FCF7F7"/>
            </a:solidFill>
            <a:ln>
              <a:noFill/>
            </a:ln>
          </p:spPr>
        </p:sp>
        <p:sp>
          <p:nvSpPr>
            <p:cNvPr id="7471" name="Heatmap cell r23 c212"/>
            <p:cNvSpPr/>
            <p:nvPr/>
          </p:nvSpPr>
          <p:spPr>
            <a:xfrm>
              <a:off x="3846477" y="607937"/>
              <a:ext cx="19034" cy="28503"/>
            </a:xfrm>
            <a:prstGeom prst="rect">
              <a:avLst/>
            </a:prstGeom>
            <a:solidFill>
              <a:srgbClr val="A4BAD0"/>
            </a:solidFill>
            <a:ln>
              <a:noFill/>
            </a:ln>
          </p:spPr>
        </p:sp>
        <p:sp>
          <p:nvSpPr>
            <p:cNvPr id="7472" name="Heatmap cell r23 c213"/>
            <p:cNvSpPr/>
            <p:nvPr/>
          </p:nvSpPr>
          <p:spPr>
            <a:xfrm>
              <a:off x="3865416" y="607937"/>
              <a:ext cx="17140" cy="28503"/>
            </a:xfrm>
            <a:prstGeom prst="rect">
              <a:avLst/>
            </a:prstGeom>
            <a:solidFill>
              <a:srgbClr val="FBF5F5"/>
            </a:solidFill>
            <a:ln>
              <a:noFill/>
            </a:ln>
          </p:spPr>
        </p:sp>
        <p:sp>
          <p:nvSpPr>
            <p:cNvPr id="7473" name="Heatmap cell r23 c214"/>
            <p:cNvSpPr/>
            <p:nvPr/>
          </p:nvSpPr>
          <p:spPr>
            <a:xfrm>
              <a:off x="3882461" y="607937"/>
              <a:ext cx="19034" cy="28503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7474" name="Heatmap cell r23 c215"/>
            <p:cNvSpPr/>
            <p:nvPr/>
          </p:nvSpPr>
          <p:spPr>
            <a:xfrm>
              <a:off x="3901400" y="607937"/>
              <a:ext cx="17140" cy="28503"/>
            </a:xfrm>
            <a:prstGeom prst="rect">
              <a:avLst/>
            </a:prstGeom>
            <a:solidFill>
              <a:srgbClr val="DCE3EB"/>
            </a:solidFill>
            <a:ln>
              <a:noFill/>
            </a:ln>
          </p:spPr>
        </p:sp>
        <p:sp>
          <p:nvSpPr>
            <p:cNvPr id="7475" name="Heatmap cell r23 c216"/>
            <p:cNvSpPr/>
            <p:nvPr/>
          </p:nvSpPr>
          <p:spPr>
            <a:xfrm>
              <a:off x="3918445" y="607937"/>
              <a:ext cx="19034" cy="28503"/>
            </a:xfrm>
            <a:prstGeom prst="rect">
              <a:avLst/>
            </a:prstGeom>
            <a:solidFill>
              <a:srgbClr val="F5CED2"/>
            </a:solidFill>
            <a:ln>
              <a:noFill/>
            </a:ln>
          </p:spPr>
        </p:sp>
        <p:sp>
          <p:nvSpPr>
            <p:cNvPr id="7476" name="Heatmap cell r23 c217"/>
            <p:cNvSpPr/>
            <p:nvPr/>
          </p:nvSpPr>
          <p:spPr>
            <a:xfrm>
              <a:off x="3937384" y="607937"/>
              <a:ext cx="17140" cy="28503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7477" name="Heatmap cell r23 c218"/>
            <p:cNvSpPr/>
            <p:nvPr/>
          </p:nvSpPr>
          <p:spPr>
            <a:xfrm>
              <a:off x="3954429" y="607937"/>
              <a:ext cx="19034" cy="28503"/>
            </a:xfrm>
            <a:prstGeom prst="rect">
              <a:avLst/>
            </a:prstGeom>
            <a:solidFill>
              <a:srgbClr val="89A6C2"/>
            </a:solidFill>
            <a:ln>
              <a:noFill/>
            </a:ln>
          </p:spPr>
        </p:sp>
        <p:sp>
          <p:nvSpPr>
            <p:cNvPr id="7478" name="Heatmap cell r23 c219"/>
            <p:cNvSpPr/>
            <p:nvPr/>
          </p:nvSpPr>
          <p:spPr>
            <a:xfrm>
              <a:off x="3973368" y="607937"/>
              <a:ext cx="17140" cy="28503"/>
            </a:xfrm>
            <a:prstGeom prst="rect">
              <a:avLst/>
            </a:prstGeom>
            <a:solidFill>
              <a:srgbClr val="DFE6ED"/>
            </a:solidFill>
            <a:ln>
              <a:noFill/>
            </a:ln>
          </p:spPr>
        </p:sp>
        <p:sp>
          <p:nvSpPr>
            <p:cNvPr id="7479" name="Heatmap cell r23 c220"/>
            <p:cNvSpPr/>
            <p:nvPr/>
          </p:nvSpPr>
          <p:spPr>
            <a:xfrm>
              <a:off x="3990412" y="607937"/>
              <a:ext cx="19034" cy="28503"/>
            </a:xfrm>
            <a:prstGeom prst="rect">
              <a:avLst/>
            </a:prstGeom>
            <a:solidFill>
              <a:srgbClr val="EFB4B9"/>
            </a:solidFill>
            <a:ln>
              <a:noFill/>
            </a:ln>
          </p:spPr>
        </p:sp>
        <p:sp>
          <p:nvSpPr>
            <p:cNvPr id="7480" name="Heatmap cell r23 c221"/>
            <p:cNvSpPr/>
            <p:nvPr/>
          </p:nvSpPr>
          <p:spPr>
            <a:xfrm>
              <a:off x="4009351" y="607937"/>
              <a:ext cx="19034" cy="28503"/>
            </a:xfrm>
            <a:prstGeom prst="rect">
              <a:avLst/>
            </a:prstGeom>
            <a:solidFill>
              <a:srgbClr val="809FBC"/>
            </a:solidFill>
            <a:ln>
              <a:noFill/>
            </a:ln>
          </p:spPr>
        </p:sp>
        <p:sp>
          <p:nvSpPr>
            <p:cNvPr id="7481" name="Heatmap cell r23 c222"/>
            <p:cNvSpPr/>
            <p:nvPr/>
          </p:nvSpPr>
          <p:spPr>
            <a:xfrm>
              <a:off x="4028290" y="607937"/>
              <a:ext cx="17140" cy="28503"/>
            </a:xfrm>
            <a:prstGeom prst="rect">
              <a:avLst/>
            </a:prstGeom>
            <a:solidFill>
              <a:srgbClr val="EBA1A8"/>
            </a:solidFill>
            <a:ln>
              <a:noFill/>
            </a:ln>
          </p:spPr>
        </p:sp>
        <p:sp>
          <p:nvSpPr>
            <p:cNvPr id="7482" name="Heatmap cell r23 c223"/>
            <p:cNvSpPr/>
            <p:nvPr/>
          </p:nvSpPr>
          <p:spPr>
            <a:xfrm>
              <a:off x="4045335" y="607937"/>
              <a:ext cx="19034" cy="28503"/>
            </a:xfrm>
            <a:prstGeom prst="rect">
              <a:avLst/>
            </a:prstGeom>
            <a:solidFill>
              <a:srgbClr val="F5CED2"/>
            </a:solidFill>
            <a:ln>
              <a:noFill/>
            </a:ln>
          </p:spPr>
        </p:sp>
        <p:sp>
          <p:nvSpPr>
            <p:cNvPr id="7483" name="Heatmap cell r24 c1"/>
            <p:cNvSpPr/>
            <p:nvPr/>
          </p:nvSpPr>
          <p:spPr>
            <a:xfrm>
              <a:off x="13257" y="636345"/>
              <a:ext cx="45548" cy="26609"/>
            </a:xfrm>
            <a:prstGeom prst="rect">
              <a:avLst/>
            </a:prstGeom>
            <a:solidFill>
              <a:srgbClr val="155B9C"/>
            </a:solidFill>
            <a:ln>
              <a:noFill/>
            </a:ln>
          </p:spPr>
        </p:sp>
        <p:sp>
          <p:nvSpPr>
            <p:cNvPr id="7484" name="Heatmap cell r24 c3"/>
            <p:cNvSpPr/>
            <p:nvPr/>
          </p:nvSpPr>
          <p:spPr>
            <a:xfrm>
              <a:off x="71968" y="636345"/>
              <a:ext cx="17140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7485" name="Heatmap cell r24 c4"/>
            <p:cNvSpPr/>
            <p:nvPr/>
          </p:nvSpPr>
          <p:spPr>
            <a:xfrm>
              <a:off x="89013" y="636345"/>
              <a:ext cx="19034" cy="26609"/>
            </a:xfrm>
            <a:prstGeom prst="rect">
              <a:avLst/>
            </a:prstGeom>
            <a:solidFill>
              <a:srgbClr val="DF6C75"/>
            </a:solidFill>
            <a:ln>
              <a:noFill/>
            </a:ln>
          </p:spPr>
        </p:sp>
        <p:sp>
          <p:nvSpPr>
            <p:cNvPr id="7486" name="Heatmap cell r24 c5"/>
            <p:cNvSpPr/>
            <p:nvPr/>
          </p:nvSpPr>
          <p:spPr>
            <a:xfrm>
              <a:off x="107951" y="636345"/>
              <a:ext cx="17140" cy="26609"/>
            </a:xfrm>
            <a:prstGeom prst="rect">
              <a:avLst/>
            </a:prstGeom>
            <a:solidFill>
              <a:srgbClr val="F9E7E8"/>
            </a:solidFill>
            <a:ln>
              <a:noFill/>
            </a:ln>
          </p:spPr>
        </p:sp>
        <p:sp>
          <p:nvSpPr>
            <p:cNvPr id="7487" name="Heatmap cell r24 c6"/>
            <p:cNvSpPr/>
            <p:nvPr/>
          </p:nvSpPr>
          <p:spPr>
            <a:xfrm>
              <a:off x="124996" y="636345"/>
              <a:ext cx="19034" cy="26609"/>
            </a:xfrm>
            <a:prstGeom prst="rect">
              <a:avLst/>
            </a:prstGeom>
            <a:solidFill>
              <a:srgbClr val="AFC3D5"/>
            </a:solidFill>
            <a:ln>
              <a:noFill/>
            </a:ln>
          </p:spPr>
        </p:sp>
        <p:sp>
          <p:nvSpPr>
            <p:cNvPr id="7488" name="Heatmap cell r24 c7"/>
            <p:cNvSpPr/>
            <p:nvPr/>
          </p:nvSpPr>
          <p:spPr>
            <a:xfrm>
              <a:off x="143935" y="636345"/>
              <a:ext cx="17140" cy="26609"/>
            </a:xfrm>
            <a:prstGeom prst="rect">
              <a:avLst/>
            </a:prstGeom>
            <a:solidFill>
              <a:srgbClr val="E0737C"/>
            </a:solidFill>
            <a:ln>
              <a:noFill/>
            </a:ln>
          </p:spPr>
        </p:sp>
        <p:sp>
          <p:nvSpPr>
            <p:cNvPr id="7489" name="Heatmap cell r24 c8"/>
            <p:cNvSpPr/>
            <p:nvPr/>
          </p:nvSpPr>
          <p:spPr>
            <a:xfrm>
              <a:off x="160980" y="636345"/>
              <a:ext cx="19034" cy="26609"/>
            </a:xfrm>
            <a:prstGeom prst="rect">
              <a:avLst/>
            </a:prstGeom>
            <a:solidFill>
              <a:srgbClr val="A0B7CE"/>
            </a:solidFill>
            <a:ln>
              <a:noFill/>
            </a:ln>
          </p:spPr>
        </p:sp>
        <p:sp>
          <p:nvSpPr>
            <p:cNvPr id="7490" name="Heatmap cell r24 c9"/>
            <p:cNvSpPr/>
            <p:nvPr/>
          </p:nvSpPr>
          <p:spPr>
            <a:xfrm>
              <a:off x="179919" y="636345"/>
              <a:ext cx="19034" cy="26609"/>
            </a:xfrm>
            <a:prstGeom prst="rect">
              <a:avLst/>
            </a:prstGeom>
            <a:solidFill>
              <a:srgbClr val="F3C5CA"/>
            </a:solidFill>
            <a:ln>
              <a:noFill/>
            </a:ln>
          </p:spPr>
        </p:sp>
        <p:sp>
          <p:nvSpPr>
            <p:cNvPr id="7491" name="Heatmap cell r24 c10"/>
            <p:cNvSpPr/>
            <p:nvPr/>
          </p:nvSpPr>
          <p:spPr>
            <a:xfrm>
              <a:off x="198858" y="636345"/>
              <a:ext cx="17140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7492" name="Heatmap cell r24 c11"/>
            <p:cNvSpPr/>
            <p:nvPr/>
          </p:nvSpPr>
          <p:spPr>
            <a:xfrm>
              <a:off x="215903" y="636345"/>
              <a:ext cx="19034" cy="26609"/>
            </a:xfrm>
            <a:prstGeom prst="rect">
              <a:avLst/>
            </a:prstGeom>
            <a:solidFill>
              <a:srgbClr val="F3C5CA"/>
            </a:solidFill>
            <a:ln>
              <a:noFill/>
            </a:ln>
          </p:spPr>
        </p:sp>
        <p:sp>
          <p:nvSpPr>
            <p:cNvPr id="7493" name="Heatmap cell r24 c12"/>
            <p:cNvSpPr/>
            <p:nvPr/>
          </p:nvSpPr>
          <p:spPr>
            <a:xfrm>
              <a:off x="234842" y="636345"/>
              <a:ext cx="17140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7494" name="Heatmap cell r24 c13"/>
            <p:cNvSpPr/>
            <p:nvPr/>
          </p:nvSpPr>
          <p:spPr>
            <a:xfrm>
              <a:off x="251887" y="636345"/>
              <a:ext cx="19034" cy="26609"/>
            </a:xfrm>
            <a:prstGeom prst="rect">
              <a:avLst/>
            </a:prstGeom>
            <a:solidFill>
              <a:srgbClr val="EFB8BD"/>
            </a:solidFill>
            <a:ln>
              <a:noFill/>
            </a:ln>
          </p:spPr>
        </p:sp>
        <p:sp>
          <p:nvSpPr>
            <p:cNvPr id="7495" name="Heatmap cell r24 c14"/>
            <p:cNvSpPr/>
            <p:nvPr/>
          </p:nvSpPr>
          <p:spPr>
            <a:xfrm>
              <a:off x="270825" y="636345"/>
              <a:ext cx="17140" cy="26609"/>
            </a:xfrm>
            <a:prstGeom prst="rect">
              <a:avLst/>
            </a:prstGeom>
            <a:solidFill>
              <a:srgbClr val="F3C5CA"/>
            </a:solidFill>
            <a:ln>
              <a:noFill/>
            </a:ln>
          </p:spPr>
        </p:sp>
        <p:sp>
          <p:nvSpPr>
            <p:cNvPr id="7496" name="Heatmap cell r24 c15"/>
            <p:cNvSpPr/>
            <p:nvPr/>
          </p:nvSpPr>
          <p:spPr>
            <a:xfrm>
              <a:off x="287870" y="636345"/>
              <a:ext cx="19034" cy="26609"/>
            </a:xfrm>
            <a:prstGeom prst="rect">
              <a:avLst/>
            </a:prstGeom>
            <a:solidFill>
              <a:srgbClr val="DAE2EB"/>
            </a:solidFill>
            <a:ln>
              <a:noFill/>
            </a:ln>
          </p:spPr>
        </p:sp>
        <p:sp>
          <p:nvSpPr>
            <p:cNvPr id="7497" name="Heatmap cell r24 c16"/>
            <p:cNvSpPr/>
            <p:nvPr/>
          </p:nvSpPr>
          <p:spPr>
            <a:xfrm>
              <a:off x="306809" y="636345"/>
              <a:ext cx="17140" cy="26609"/>
            </a:xfrm>
            <a:prstGeom prst="rect">
              <a:avLst/>
            </a:prstGeom>
            <a:solidFill>
              <a:srgbClr val="EAEEF4"/>
            </a:solidFill>
            <a:ln>
              <a:noFill/>
            </a:ln>
          </p:spPr>
        </p:sp>
        <p:sp>
          <p:nvSpPr>
            <p:cNvPr id="7498" name="Heatmap cell r24 c17"/>
            <p:cNvSpPr/>
            <p:nvPr/>
          </p:nvSpPr>
          <p:spPr>
            <a:xfrm>
              <a:off x="323854" y="636345"/>
              <a:ext cx="19034" cy="26609"/>
            </a:xfrm>
            <a:prstGeom prst="rect">
              <a:avLst/>
            </a:prstGeom>
            <a:solidFill>
              <a:srgbClr val="CCD7E3"/>
            </a:solidFill>
            <a:ln>
              <a:noFill/>
            </a:ln>
          </p:spPr>
        </p:sp>
        <p:sp>
          <p:nvSpPr>
            <p:cNvPr id="7499" name="Heatmap cell r24 c18"/>
            <p:cNvSpPr/>
            <p:nvPr/>
          </p:nvSpPr>
          <p:spPr>
            <a:xfrm>
              <a:off x="342793" y="636345"/>
              <a:ext cx="17140" cy="26609"/>
            </a:xfrm>
            <a:prstGeom prst="rect">
              <a:avLst/>
            </a:prstGeom>
            <a:solidFill>
              <a:srgbClr val="ADC2D4"/>
            </a:solidFill>
            <a:ln>
              <a:noFill/>
            </a:ln>
          </p:spPr>
        </p:sp>
        <p:sp>
          <p:nvSpPr>
            <p:cNvPr id="7500" name="Heatmap cell r24 c19"/>
            <p:cNvSpPr/>
            <p:nvPr/>
          </p:nvSpPr>
          <p:spPr>
            <a:xfrm>
              <a:off x="359838" y="636345"/>
              <a:ext cx="19034" cy="26609"/>
            </a:xfrm>
            <a:prstGeom prst="rect">
              <a:avLst/>
            </a:prstGeom>
            <a:solidFill>
              <a:srgbClr val="EDAFB5"/>
            </a:solidFill>
            <a:ln>
              <a:noFill/>
            </a:ln>
          </p:spPr>
        </p:sp>
        <p:sp>
          <p:nvSpPr>
            <p:cNvPr id="7501" name="Heatmap cell r24 c20"/>
            <p:cNvSpPr/>
            <p:nvPr/>
          </p:nvSpPr>
          <p:spPr>
            <a:xfrm>
              <a:off x="378777" y="636345"/>
              <a:ext cx="17140" cy="26609"/>
            </a:xfrm>
            <a:prstGeom prst="rect">
              <a:avLst/>
            </a:prstGeom>
            <a:solidFill>
              <a:srgbClr val="FAEEEF"/>
            </a:solidFill>
            <a:ln>
              <a:noFill/>
            </a:ln>
          </p:spPr>
        </p:sp>
        <p:sp>
          <p:nvSpPr>
            <p:cNvPr id="7502" name="Heatmap cell r24 c21"/>
            <p:cNvSpPr/>
            <p:nvPr/>
          </p:nvSpPr>
          <p:spPr>
            <a:xfrm>
              <a:off x="395822" y="636345"/>
              <a:ext cx="19034" cy="26609"/>
            </a:xfrm>
            <a:prstGeom prst="rect">
              <a:avLst/>
            </a:prstGeom>
            <a:solidFill>
              <a:srgbClr val="C9D6E2"/>
            </a:solidFill>
            <a:ln>
              <a:noFill/>
            </a:ln>
          </p:spPr>
        </p:sp>
        <p:sp>
          <p:nvSpPr>
            <p:cNvPr id="7503" name="Heatmap cell r24 c22"/>
            <p:cNvSpPr/>
            <p:nvPr/>
          </p:nvSpPr>
          <p:spPr>
            <a:xfrm>
              <a:off x="414760" y="636345"/>
              <a:ext cx="19034" cy="26609"/>
            </a:xfrm>
            <a:prstGeom prst="rect">
              <a:avLst/>
            </a:prstGeom>
            <a:solidFill>
              <a:srgbClr val="F7D7DB"/>
            </a:solidFill>
            <a:ln>
              <a:noFill/>
            </a:ln>
          </p:spPr>
        </p:sp>
        <p:sp>
          <p:nvSpPr>
            <p:cNvPr id="7504" name="Heatmap cell r24 c23"/>
            <p:cNvSpPr/>
            <p:nvPr/>
          </p:nvSpPr>
          <p:spPr>
            <a:xfrm>
              <a:off x="433699" y="636345"/>
              <a:ext cx="17140" cy="26609"/>
            </a:xfrm>
            <a:prstGeom prst="rect">
              <a:avLst/>
            </a:prstGeom>
            <a:solidFill>
              <a:srgbClr val="F4CDD0"/>
            </a:solidFill>
            <a:ln>
              <a:noFill/>
            </a:ln>
          </p:spPr>
        </p:sp>
        <p:sp>
          <p:nvSpPr>
            <p:cNvPr id="7505" name="Heatmap cell r24 c24"/>
            <p:cNvSpPr/>
            <p:nvPr/>
          </p:nvSpPr>
          <p:spPr>
            <a:xfrm>
              <a:off x="450744" y="636345"/>
              <a:ext cx="19034" cy="26609"/>
            </a:xfrm>
            <a:prstGeom prst="rect">
              <a:avLst/>
            </a:prstGeom>
            <a:solidFill>
              <a:srgbClr val="E1E9EF"/>
            </a:solidFill>
            <a:ln>
              <a:noFill/>
            </a:ln>
          </p:spPr>
        </p:sp>
        <p:sp>
          <p:nvSpPr>
            <p:cNvPr id="7506" name="Heatmap cell r24 c25"/>
            <p:cNvSpPr/>
            <p:nvPr/>
          </p:nvSpPr>
          <p:spPr>
            <a:xfrm>
              <a:off x="469683" y="636345"/>
              <a:ext cx="17140" cy="26609"/>
            </a:xfrm>
            <a:prstGeom prst="rect">
              <a:avLst/>
            </a:prstGeom>
            <a:solidFill>
              <a:srgbClr val="F7D7DB"/>
            </a:solidFill>
            <a:ln>
              <a:noFill/>
            </a:ln>
          </p:spPr>
        </p:sp>
        <p:sp>
          <p:nvSpPr>
            <p:cNvPr id="7507" name="Heatmap cell r24 c26"/>
            <p:cNvSpPr/>
            <p:nvPr/>
          </p:nvSpPr>
          <p:spPr>
            <a:xfrm>
              <a:off x="486728" y="636345"/>
              <a:ext cx="19034" cy="26609"/>
            </a:xfrm>
            <a:prstGeom prst="rect">
              <a:avLst/>
            </a:prstGeom>
            <a:solidFill>
              <a:srgbClr val="EFB6BA"/>
            </a:solidFill>
            <a:ln>
              <a:noFill/>
            </a:ln>
          </p:spPr>
        </p:sp>
        <p:sp>
          <p:nvSpPr>
            <p:cNvPr id="7508" name="Heatmap cell r24 c27"/>
            <p:cNvSpPr/>
            <p:nvPr/>
          </p:nvSpPr>
          <p:spPr>
            <a:xfrm>
              <a:off x="505667" y="636345"/>
              <a:ext cx="17140" cy="26609"/>
            </a:xfrm>
            <a:prstGeom prst="rect">
              <a:avLst/>
            </a:prstGeom>
            <a:solidFill>
              <a:srgbClr val="F0F5F8"/>
            </a:solidFill>
            <a:ln>
              <a:noFill/>
            </a:ln>
          </p:spPr>
        </p:sp>
        <p:sp>
          <p:nvSpPr>
            <p:cNvPr id="7509" name="Heatmap cell r24 c29"/>
            <p:cNvSpPr/>
            <p:nvPr/>
          </p:nvSpPr>
          <p:spPr>
            <a:xfrm>
              <a:off x="541651" y="636345"/>
              <a:ext cx="17140" cy="26609"/>
            </a:xfrm>
            <a:prstGeom prst="rect">
              <a:avLst/>
            </a:prstGeom>
            <a:solidFill>
              <a:srgbClr val="F0BBC2"/>
            </a:solidFill>
            <a:ln>
              <a:noFill/>
            </a:ln>
          </p:spPr>
        </p:sp>
        <p:sp>
          <p:nvSpPr>
            <p:cNvPr id="7510" name="Heatmap cell r24 c30"/>
            <p:cNvSpPr/>
            <p:nvPr/>
          </p:nvSpPr>
          <p:spPr>
            <a:xfrm>
              <a:off x="558696" y="636345"/>
              <a:ext cx="19034" cy="26609"/>
            </a:xfrm>
            <a:prstGeom prst="rect">
              <a:avLst/>
            </a:prstGeom>
            <a:solidFill>
              <a:srgbClr val="C3D1DF"/>
            </a:solidFill>
            <a:ln>
              <a:noFill/>
            </a:ln>
          </p:spPr>
        </p:sp>
        <p:sp>
          <p:nvSpPr>
            <p:cNvPr id="7511" name="Heatmap cell r24 c31"/>
            <p:cNvSpPr/>
            <p:nvPr/>
          </p:nvSpPr>
          <p:spPr>
            <a:xfrm>
              <a:off x="577634" y="636345"/>
              <a:ext cx="17140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7512" name="Heatmap cell r24 c32"/>
            <p:cNvSpPr/>
            <p:nvPr/>
          </p:nvSpPr>
          <p:spPr>
            <a:xfrm>
              <a:off x="594679" y="636345"/>
              <a:ext cx="19034" cy="26609"/>
            </a:xfrm>
            <a:prstGeom prst="rect">
              <a:avLst/>
            </a:prstGeom>
            <a:solidFill>
              <a:srgbClr val="F8E6E8"/>
            </a:solidFill>
            <a:ln>
              <a:noFill/>
            </a:ln>
          </p:spPr>
        </p:sp>
        <p:sp>
          <p:nvSpPr>
            <p:cNvPr id="7513" name="Heatmap cell r24 c33"/>
            <p:cNvSpPr/>
            <p:nvPr/>
          </p:nvSpPr>
          <p:spPr>
            <a:xfrm>
              <a:off x="613618" y="636345"/>
              <a:ext cx="17140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7514" name="Heatmap cell r24 c34"/>
            <p:cNvSpPr/>
            <p:nvPr/>
          </p:nvSpPr>
          <p:spPr>
            <a:xfrm>
              <a:off x="630663" y="636345"/>
              <a:ext cx="19034" cy="26609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</p:sp>
        <p:sp>
          <p:nvSpPr>
            <p:cNvPr id="7515" name="Heatmap cell r24 c35"/>
            <p:cNvSpPr/>
            <p:nvPr/>
          </p:nvSpPr>
          <p:spPr>
            <a:xfrm>
              <a:off x="649602" y="636345"/>
              <a:ext cx="19034" cy="26609"/>
            </a:xfrm>
            <a:prstGeom prst="rect">
              <a:avLst/>
            </a:prstGeom>
            <a:solidFill>
              <a:srgbClr val="AFC3D5"/>
            </a:solidFill>
            <a:ln>
              <a:noFill/>
            </a:ln>
          </p:spPr>
        </p:sp>
        <p:sp>
          <p:nvSpPr>
            <p:cNvPr id="7516" name="Heatmap cell r24 c36"/>
            <p:cNvSpPr/>
            <p:nvPr/>
          </p:nvSpPr>
          <p:spPr>
            <a:xfrm>
              <a:off x="668541" y="636345"/>
              <a:ext cx="17140" cy="26609"/>
            </a:xfrm>
            <a:prstGeom prst="rect">
              <a:avLst/>
            </a:prstGeom>
            <a:solidFill>
              <a:srgbClr val="C6D4E1"/>
            </a:solidFill>
            <a:ln>
              <a:noFill/>
            </a:ln>
          </p:spPr>
        </p:sp>
        <p:sp>
          <p:nvSpPr>
            <p:cNvPr id="7517" name="Heatmap cell r24 c37"/>
            <p:cNvSpPr/>
            <p:nvPr/>
          </p:nvSpPr>
          <p:spPr>
            <a:xfrm>
              <a:off x="685586" y="636345"/>
              <a:ext cx="19034" cy="26609"/>
            </a:xfrm>
            <a:prstGeom prst="rect">
              <a:avLst/>
            </a:prstGeom>
            <a:solidFill>
              <a:srgbClr val="EEB1B7"/>
            </a:solidFill>
            <a:ln>
              <a:noFill/>
            </a:ln>
          </p:spPr>
        </p:sp>
        <p:sp>
          <p:nvSpPr>
            <p:cNvPr id="7518" name="Heatmap cell r24 c38"/>
            <p:cNvSpPr/>
            <p:nvPr/>
          </p:nvSpPr>
          <p:spPr>
            <a:xfrm>
              <a:off x="704525" y="636345"/>
              <a:ext cx="17140" cy="26609"/>
            </a:xfrm>
            <a:prstGeom prst="rect">
              <a:avLst/>
            </a:prstGeom>
            <a:solidFill>
              <a:srgbClr val="FAEEEF"/>
            </a:solidFill>
            <a:ln>
              <a:noFill/>
            </a:ln>
          </p:spPr>
        </p:sp>
        <p:sp>
          <p:nvSpPr>
            <p:cNvPr id="7519" name="Heatmap cell r24 c39"/>
            <p:cNvSpPr/>
            <p:nvPr/>
          </p:nvSpPr>
          <p:spPr>
            <a:xfrm>
              <a:off x="721570" y="636345"/>
              <a:ext cx="19034" cy="26609"/>
            </a:xfrm>
            <a:prstGeom prst="rect">
              <a:avLst/>
            </a:prstGeom>
            <a:solidFill>
              <a:srgbClr val="F7E2E4"/>
            </a:solidFill>
            <a:ln>
              <a:noFill/>
            </a:ln>
          </p:spPr>
        </p:sp>
        <p:sp>
          <p:nvSpPr>
            <p:cNvPr id="7520" name="Heatmap cell r24 c40"/>
            <p:cNvSpPr/>
            <p:nvPr/>
          </p:nvSpPr>
          <p:spPr>
            <a:xfrm>
              <a:off x="740508" y="636345"/>
              <a:ext cx="17140" cy="26609"/>
            </a:xfrm>
            <a:prstGeom prst="rect">
              <a:avLst/>
            </a:prstGeom>
            <a:solidFill>
              <a:srgbClr val="F9E7E8"/>
            </a:solidFill>
            <a:ln>
              <a:noFill/>
            </a:ln>
          </p:spPr>
        </p:sp>
        <p:sp>
          <p:nvSpPr>
            <p:cNvPr id="7521" name="Heatmap cell r24 c41"/>
            <p:cNvSpPr/>
            <p:nvPr/>
          </p:nvSpPr>
          <p:spPr>
            <a:xfrm>
              <a:off x="757553" y="636345"/>
              <a:ext cx="19034" cy="26609"/>
            </a:xfrm>
            <a:prstGeom prst="rect">
              <a:avLst/>
            </a:prstGeom>
            <a:solidFill>
              <a:srgbClr val="AABDD2"/>
            </a:solidFill>
            <a:ln>
              <a:noFill/>
            </a:ln>
          </p:spPr>
        </p:sp>
        <p:sp>
          <p:nvSpPr>
            <p:cNvPr id="7522" name="Heatmap cell r24 c42"/>
            <p:cNvSpPr/>
            <p:nvPr/>
          </p:nvSpPr>
          <p:spPr>
            <a:xfrm>
              <a:off x="776492" y="636345"/>
              <a:ext cx="17140" cy="26609"/>
            </a:xfrm>
            <a:prstGeom prst="rect">
              <a:avLst/>
            </a:prstGeom>
            <a:solidFill>
              <a:srgbClr val="F1F5F8"/>
            </a:solidFill>
            <a:ln>
              <a:noFill/>
            </a:ln>
          </p:spPr>
        </p:sp>
        <p:sp>
          <p:nvSpPr>
            <p:cNvPr id="7523" name="Heatmap cell r24 c43"/>
            <p:cNvSpPr/>
            <p:nvPr/>
          </p:nvSpPr>
          <p:spPr>
            <a:xfrm>
              <a:off x="793537" y="636345"/>
              <a:ext cx="19034" cy="26609"/>
            </a:xfrm>
            <a:prstGeom prst="rect">
              <a:avLst/>
            </a:prstGeom>
            <a:solidFill>
              <a:srgbClr val="EDACB3"/>
            </a:solidFill>
            <a:ln>
              <a:noFill/>
            </a:ln>
          </p:spPr>
        </p:sp>
        <p:sp>
          <p:nvSpPr>
            <p:cNvPr id="7524" name="Heatmap cell r24 c44"/>
            <p:cNvSpPr/>
            <p:nvPr/>
          </p:nvSpPr>
          <p:spPr>
            <a:xfrm>
              <a:off x="812476" y="636345"/>
              <a:ext cx="17140" cy="26609"/>
            </a:xfrm>
            <a:prstGeom prst="rect">
              <a:avLst/>
            </a:prstGeom>
            <a:solidFill>
              <a:srgbClr val="C4D2DF"/>
            </a:solidFill>
            <a:ln>
              <a:noFill/>
            </a:ln>
          </p:spPr>
        </p:sp>
        <p:sp>
          <p:nvSpPr>
            <p:cNvPr id="7525" name="Heatmap cell r24 c45"/>
            <p:cNvSpPr/>
            <p:nvPr/>
          </p:nvSpPr>
          <p:spPr>
            <a:xfrm>
              <a:off x="829521" y="636345"/>
              <a:ext cx="19034" cy="26609"/>
            </a:xfrm>
            <a:prstGeom prst="rect">
              <a:avLst/>
            </a:prstGeom>
            <a:solidFill>
              <a:srgbClr val="F8DBDD"/>
            </a:solidFill>
            <a:ln>
              <a:noFill/>
            </a:ln>
          </p:spPr>
        </p:sp>
        <p:sp>
          <p:nvSpPr>
            <p:cNvPr id="7526" name="Heatmap cell r24 c46"/>
            <p:cNvSpPr/>
            <p:nvPr/>
          </p:nvSpPr>
          <p:spPr>
            <a:xfrm>
              <a:off x="848460" y="636345"/>
              <a:ext cx="17140" cy="26609"/>
            </a:xfrm>
            <a:prstGeom prst="rect">
              <a:avLst/>
            </a:prstGeom>
            <a:solidFill>
              <a:srgbClr val="E06F7A"/>
            </a:solidFill>
            <a:ln>
              <a:noFill/>
            </a:ln>
          </p:spPr>
        </p:sp>
        <p:sp>
          <p:nvSpPr>
            <p:cNvPr id="7527" name="Heatmap cell r24 c47"/>
            <p:cNvSpPr/>
            <p:nvPr/>
          </p:nvSpPr>
          <p:spPr>
            <a:xfrm>
              <a:off x="865505" y="636345"/>
              <a:ext cx="19034" cy="26609"/>
            </a:xfrm>
            <a:prstGeom prst="rect">
              <a:avLst/>
            </a:prstGeom>
            <a:solidFill>
              <a:srgbClr val="EDB0B6"/>
            </a:solidFill>
            <a:ln>
              <a:noFill/>
            </a:ln>
          </p:spPr>
        </p:sp>
        <p:sp>
          <p:nvSpPr>
            <p:cNvPr id="7528" name="Heatmap cell r24 c48"/>
            <p:cNvSpPr/>
            <p:nvPr/>
          </p:nvSpPr>
          <p:spPr>
            <a:xfrm>
              <a:off x="884444" y="636345"/>
              <a:ext cx="19034" cy="26609"/>
            </a:xfrm>
            <a:prstGeom prst="rect">
              <a:avLst/>
            </a:prstGeom>
            <a:solidFill>
              <a:srgbClr val="EFB6BA"/>
            </a:solidFill>
            <a:ln>
              <a:noFill/>
            </a:ln>
          </p:spPr>
        </p:sp>
        <p:sp>
          <p:nvSpPr>
            <p:cNvPr id="7529" name="Heatmap cell r24 c49"/>
            <p:cNvSpPr/>
            <p:nvPr/>
          </p:nvSpPr>
          <p:spPr>
            <a:xfrm>
              <a:off x="903382" y="636345"/>
              <a:ext cx="17140" cy="26609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</p:sp>
        <p:sp>
          <p:nvSpPr>
            <p:cNvPr id="7530" name="Heatmap cell r24 c50"/>
            <p:cNvSpPr/>
            <p:nvPr/>
          </p:nvSpPr>
          <p:spPr>
            <a:xfrm>
              <a:off x="920427" y="636345"/>
              <a:ext cx="19034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7531" name="Heatmap cell r24 c51"/>
            <p:cNvSpPr/>
            <p:nvPr/>
          </p:nvSpPr>
          <p:spPr>
            <a:xfrm>
              <a:off x="939366" y="636345"/>
              <a:ext cx="17140" cy="26609"/>
            </a:xfrm>
            <a:prstGeom prst="rect">
              <a:avLst/>
            </a:prstGeom>
            <a:solidFill>
              <a:srgbClr val="EA9CA1"/>
            </a:solidFill>
            <a:ln>
              <a:noFill/>
            </a:ln>
          </p:spPr>
        </p:sp>
        <p:sp>
          <p:nvSpPr>
            <p:cNvPr id="7532" name="Heatmap cell r24 c52"/>
            <p:cNvSpPr/>
            <p:nvPr/>
          </p:nvSpPr>
          <p:spPr>
            <a:xfrm>
              <a:off x="956411" y="636345"/>
              <a:ext cx="19034" cy="26609"/>
            </a:xfrm>
            <a:prstGeom prst="rect">
              <a:avLst/>
            </a:prstGeom>
            <a:solidFill>
              <a:srgbClr val="F8F8FA"/>
            </a:solidFill>
            <a:ln>
              <a:noFill/>
            </a:ln>
          </p:spPr>
        </p:sp>
        <p:sp>
          <p:nvSpPr>
            <p:cNvPr id="7533" name="Heatmap cell r24 c53"/>
            <p:cNvSpPr/>
            <p:nvPr/>
          </p:nvSpPr>
          <p:spPr>
            <a:xfrm>
              <a:off x="975350" y="636345"/>
              <a:ext cx="17140" cy="26609"/>
            </a:xfrm>
            <a:prstGeom prst="rect">
              <a:avLst/>
            </a:prstGeom>
            <a:solidFill>
              <a:srgbClr val="EAEEF4"/>
            </a:solidFill>
            <a:ln>
              <a:noFill/>
            </a:ln>
          </p:spPr>
        </p:sp>
        <p:sp>
          <p:nvSpPr>
            <p:cNvPr id="7534" name="Heatmap cell r24 c54"/>
            <p:cNvSpPr/>
            <p:nvPr/>
          </p:nvSpPr>
          <p:spPr>
            <a:xfrm>
              <a:off x="992395" y="636345"/>
              <a:ext cx="19034" cy="26609"/>
            </a:xfrm>
            <a:prstGeom prst="rect">
              <a:avLst/>
            </a:prstGeom>
            <a:solidFill>
              <a:srgbClr val="ABC0D2"/>
            </a:solidFill>
            <a:ln>
              <a:noFill/>
            </a:ln>
          </p:spPr>
        </p:sp>
        <p:sp>
          <p:nvSpPr>
            <p:cNvPr id="7535" name="Heatmap cell r24 c55"/>
            <p:cNvSpPr/>
            <p:nvPr/>
          </p:nvSpPr>
          <p:spPr>
            <a:xfrm>
              <a:off x="1011334" y="636345"/>
              <a:ext cx="17140" cy="26609"/>
            </a:xfrm>
            <a:prstGeom prst="rect">
              <a:avLst/>
            </a:prstGeom>
            <a:solidFill>
              <a:srgbClr val="C8D5E2"/>
            </a:solidFill>
            <a:ln>
              <a:noFill/>
            </a:ln>
          </p:spPr>
        </p:sp>
        <p:sp>
          <p:nvSpPr>
            <p:cNvPr id="7536" name="Heatmap cell r24 c56"/>
            <p:cNvSpPr/>
            <p:nvPr/>
          </p:nvSpPr>
          <p:spPr>
            <a:xfrm>
              <a:off x="1028379" y="636345"/>
              <a:ext cx="19034" cy="26609"/>
            </a:xfrm>
            <a:prstGeom prst="rect">
              <a:avLst/>
            </a:prstGeom>
            <a:solidFill>
              <a:srgbClr val="E89097"/>
            </a:solidFill>
            <a:ln>
              <a:noFill/>
            </a:ln>
          </p:spPr>
        </p:sp>
        <p:sp>
          <p:nvSpPr>
            <p:cNvPr id="7537" name="Heatmap cell r24 c57"/>
            <p:cNvSpPr/>
            <p:nvPr/>
          </p:nvSpPr>
          <p:spPr>
            <a:xfrm>
              <a:off x="1047318" y="636345"/>
              <a:ext cx="17140" cy="26609"/>
            </a:xfrm>
            <a:prstGeom prst="rect">
              <a:avLst/>
            </a:prstGeom>
            <a:solidFill>
              <a:srgbClr val="DAE2EB"/>
            </a:solidFill>
            <a:ln>
              <a:noFill/>
            </a:ln>
          </p:spPr>
        </p:sp>
        <p:sp>
          <p:nvSpPr>
            <p:cNvPr id="7538" name="Heatmap cell r24 c59"/>
            <p:cNvSpPr/>
            <p:nvPr/>
          </p:nvSpPr>
          <p:spPr>
            <a:xfrm>
              <a:off x="1083301" y="636345"/>
              <a:ext cx="17140" cy="26609"/>
            </a:xfrm>
            <a:prstGeom prst="rect">
              <a:avLst/>
            </a:prstGeom>
            <a:solidFill>
              <a:srgbClr val="ACC1D3"/>
            </a:solidFill>
            <a:ln>
              <a:noFill/>
            </a:ln>
          </p:spPr>
        </p:sp>
        <p:sp>
          <p:nvSpPr>
            <p:cNvPr id="7539" name="Heatmap cell r24 c60"/>
            <p:cNvSpPr/>
            <p:nvPr/>
          </p:nvSpPr>
          <p:spPr>
            <a:xfrm>
              <a:off x="1100346" y="636345"/>
              <a:ext cx="19034" cy="26609"/>
            </a:xfrm>
            <a:prstGeom prst="rect">
              <a:avLst/>
            </a:prstGeom>
            <a:solidFill>
              <a:srgbClr val="F8F8FA"/>
            </a:solidFill>
            <a:ln>
              <a:noFill/>
            </a:ln>
          </p:spPr>
        </p:sp>
        <p:sp>
          <p:nvSpPr>
            <p:cNvPr id="7540" name="Heatmap cell r24 c61"/>
            <p:cNvSpPr/>
            <p:nvPr/>
          </p:nvSpPr>
          <p:spPr>
            <a:xfrm>
              <a:off x="1119285" y="636345"/>
              <a:ext cx="19034" cy="26609"/>
            </a:xfrm>
            <a:prstGeom prst="rect">
              <a:avLst/>
            </a:prstGeom>
            <a:solidFill>
              <a:srgbClr val="F1F5F8"/>
            </a:solidFill>
            <a:ln>
              <a:noFill/>
            </a:ln>
          </p:spPr>
        </p:sp>
        <p:sp>
          <p:nvSpPr>
            <p:cNvPr id="7541" name="Heatmap cell r24 c62"/>
            <p:cNvSpPr/>
            <p:nvPr/>
          </p:nvSpPr>
          <p:spPr>
            <a:xfrm>
              <a:off x="1138224" y="636345"/>
              <a:ext cx="17140" cy="26609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7542" name="Heatmap cell r24 c63"/>
            <p:cNvSpPr/>
            <p:nvPr/>
          </p:nvSpPr>
          <p:spPr>
            <a:xfrm>
              <a:off x="1155269" y="636345"/>
              <a:ext cx="19034" cy="26609"/>
            </a:xfrm>
            <a:prstGeom prst="rect">
              <a:avLst/>
            </a:prstGeom>
            <a:solidFill>
              <a:srgbClr val="DB525F"/>
            </a:solidFill>
            <a:ln>
              <a:noFill/>
            </a:ln>
          </p:spPr>
        </p:sp>
        <p:sp>
          <p:nvSpPr>
            <p:cNvPr id="7543" name="Heatmap cell r24 c64"/>
            <p:cNvSpPr/>
            <p:nvPr/>
          </p:nvSpPr>
          <p:spPr>
            <a:xfrm>
              <a:off x="1174208" y="636345"/>
              <a:ext cx="17140" cy="26609"/>
            </a:xfrm>
            <a:prstGeom prst="rect">
              <a:avLst/>
            </a:prstGeom>
            <a:solidFill>
              <a:srgbClr val="ADC2D4"/>
            </a:solidFill>
            <a:ln>
              <a:noFill/>
            </a:ln>
          </p:spPr>
        </p:sp>
        <p:sp>
          <p:nvSpPr>
            <p:cNvPr id="7544" name="Heatmap cell r24 c65"/>
            <p:cNvSpPr/>
            <p:nvPr/>
          </p:nvSpPr>
          <p:spPr>
            <a:xfrm>
              <a:off x="1191253" y="636345"/>
              <a:ext cx="19034" cy="26609"/>
            </a:xfrm>
            <a:prstGeom prst="rect">
              <a:avLst/>
            </a:prstGeom>
            <a:solidFill>
              <a:srgbClr val="F8E3E6"/>
            </a:solidFill>
            <a:ln>
              <a:noFill/>
            </a:ln>
          </p:spPr>
        </p:sp>
        <p:sp>
          <p:nvSpPr>
            <p:cNvPr id="7545" name="Heatmap cell r24 c66"/>
            <p:cNvSpPr/>
            <p:nvPr/>
          </p:nvSpPr>
          <p:spPr>
            <a:xfrm>
              <a:off x="1210192" y="636345"/>
              <a:ext cx="17140" cy="26609"/>
            </a:xfrm>
            <a:prstGeom prst="rect">
              <a:avLst/>
            </a:prstGeom>
            <a:solidFill>
              <a:srgbClr val="F0BAC0"/>
            </a:solidFill>
            <a:ln>
              <a:noFill/>
            </a:ln>
          </p:spPr>
        </p:sp>
        <p:sp>
          <p:nvSpPr>
            <p:cNvPr id="7546" name="Heatmap cell r24 c67"/>
            <p:cNvSpPr/>
            <p:nvPr/>
          </p:nvSpPr>
          <p:spPr>
            <a:xfrm>
              <a:off x="1227236" y="636345"/>
              <a:ext cx="19034" cy="26609"/>
            </a:xfrm>
            <a:prstGeom prst="rect">
              <a:avLst/>
            </a:prstGeom>
            <a:solidFill>
              <a:srgbClr val="688BAF"/>
            </a:solidFill>
            <a:ln>
              <a:noFill/>
            </a:ln>
          </p:spPr>
        </p:sp>
        <p:sp>
          <p:nvSpPr>
            <p:cNvPr id="7547" name="Heatmap cell r24 c68"/>
            <p:cNvSpPr/>
            <p:nvPr/>
          </p:nvSpPr>
          <p:spPr>
            <a:xfrm>
              <a:off x="1246175" y="636345"/>
              <a:ext cx="17140" cy="26609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</p:sp>
        <p:sp>
          <p:nvSpPr>
            <p:cNvPr id="7548" name="Heatmap cell r24 c69"/>
            <p:cNvSpPr/>
            <p:nvPr/>
          </p:nvSpPr>
          <p:spPr>
            <a:xfrm>
              <a:off x="1263220" y="636345"/>
              <a:ext cx="19034" cy="26609"/>
            </a:xfrm>
            <a:prstGeom prst="rect">
              <a:avLst/>
            </a:prstGeom>
            <a:solidFill>
              <a:srgbClr val="95AEC7"/>
            </a:solidFill>
            <a:ln>
              <a:noFill/>
            </a:ln>
          </p:spPr>
        </p:sp>
        <p:sp>
          <p:nvSpPr>
            <p:cNvPr id="7549" name="Heatmap cell r24 c70"/>
            <p:cNvSpPr/>
            <p:nvPr/>
          </p:nvSpPr>
          <p:spPr>
            <a:xfrm>
              <a:off x="1282159" y="636345"/>
              <a:ext cx="17140" cy="26609"/>
            </a:xfrm>
            <a:prstGeom prst="rect">
              <a:avLst/>
            </a:prstGeom>
            <a:solidFill>
              <a:srgbClr val="EFB5BA"/>
            </a:solidFill>
            <a:ln>
              <a:noFill/>
            </a:ln>
          </p:spPr>
        </p:sp>
        <p:sp>
          <p:nvSpPr>
            <p:cNvPr id="7550" name="Heatmap cell r24 c71"/>
            <p:cNvSpPr/>
            <p:nvPr/>
          </p:nvSpPr>
          <p:spPr>
            <a:xfrm>
              <a:off x="1299204" y="636345"/>
              <a:ext cx="19034" cy="26609"/>
            </a:xfrm>
            <a:prstGeom prst="rect">
              <a:avLst/>
            </a:prstGeom>
            <a:solidFill>
              <a:srgbClr val="F8E9EA"/>
            </a:solidFill>
            <a:ln>
              <a:noFill/>
            </a:ln>
          </p:spPr>
        </p:sp>
        <p:sp>
          <p:nvSpPr>
            <p:cNvPr id="7551" name="Heatmap cell r24 c72"/>
            <p:cNvSpPr/>
            <p:nvPr/>
          </p:nvSpPr>
          <p:spPr>
            <a:xfrm>
              <a:off x="1318143" y="636345"/>
              <a:ext cx="17140" cy="26609"/>
            </a:xfrm>
            <a:prstGeom prst="rect">
              <a:avLst/>
            </a:prstGeom>
            <a:solidFill>
              <a:srgbClr val="F5F7F9"/>
            </a:solidFill>
            <a:ln>
              <a:noFill/>
            </a:ln>
          </p:spPr>
        </p:sp>
        <p:sp>
          <p:nvSpPr>
            <p:cNvPr id="7552" name="Heatmap cell r24 c73"/>
            <p:cNvSpPr/>
            <p:nvPr/>
          </p:nvSpPr>
          <p:spPr>
            <a:xfrm>
              <a:off x="1335188" y="636345"/>
              <a:ext cx="19034" cy="26609"/>
            </a:xfrm>
            <a:prstGeom prst="rect">
              <a:avLst/>
            </a:prstGeom>
            <a:solidFill>
              <a:srgbClr val="ECABB0"/>
            </a:solidFill>
            <a:ln>
              <a:noFill/>
            </a:ln>
          </p:spPr>
        </p:sp>
        <p:sp>
          <p:nvSpPr>
            <p:cNvPr id="7553" name="Heatmap cell r24 c74"/>
            <p:cNvSpPr/>
            <p:nvPr/>
          </p:nvSpPr>
          <p:spPr>
            <a:xfrm>
              <a:off x="1354127" y="636345"/>
              <a:ext cx="17140" cy="26609"/>
            </a:xfrm>
            <a:prstGeom prst="rect">
              <a:avLst/>
            </a:prstGeom>
            <a:solidFill>
              <a:srgbClr val="F9E7E8"/>
            </a:solidFill>
            <a:ln>
              <a:noFill/>
            </a:ln>
          </p:spPr>
        </p:sp>
        <p:sp>
          <p:nvSpPr>
            <p:cNvPr id="7554" name="Heatmap cell r24 c76"/>
            <p:cNvSpPr/>
            <p:nvPr/>
          </p:nvSpPr>
          <p:spPr>
            <a:xfrm>
              <a:off x="1390110" y="636345"/>
              <a:ext cx="19034" cy="26609"/>
            </a:xfrm>
            <a:prstGeom prst="rect">
              <a:avLst/>
            </a:prstGeom>
            <a:solidFill>
              <a:srgbClr val="AABDD2"/>
            </a:solidFill>
            <a:ln>
              <a:noFill/>
            </a:ln>
          </p:spPr>
        </p:sp>
        <p:sp>
          <p:nvSpPr>
            <p:cNvPr id="7555" name="Heatmap cell r24 c77"/>
            <p:cNvSpPr/>
            <p:nvPr/>
          </p:nvSpPr>
          <p:spPr>
            <a:xfrm>
              <a:off x="1409049" y="636345"/>
              <a:ext cx="17140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7556" name="Heatmap cell r24 c78"/>
            <p:cNvSpPr/>
            <p:nvPr/>
          </p:nvSpPr>
          <p:spPr>
            <a:xfrm>
              <a:off x="1426094" y="636345"/>
              <a:ext cx="19034" cy="26609"/>
            </a:xfrm>
            <a:prstGeom prst="rect">
              <a:avLst/>
            </a:prstGeom>
            <a:solidFill>
              <a:srgbClr val="F9E8E9"/>
            </a:solidFill>
            <a:ln>
              <a:noFill/>
            </a:ln>
          </p:spPr>
        </p:sp>
        <p:sp>
          <p:nvSpPr>
            <p:cNvPr id="7557" name="Heatmap cell r24 c79"/>
            <p:cNvSpPr/>
            <p:nvPr/>
          </p:nvSpPr>
          <p:spPr>
            <a:xfrm>
              <a:off x="1445033" y="636345"/>
              <a:ext cx="17140" cy="26609"/>
            </a:xfrm>
            <a:prstGeom prst="rect">
              <a:avLst/>
            </a:prstGeom>
            <a:solidFill>
              <a:srgbClr val="DDE4EC"/>
            </a:solidFill>
            <a:ln>
              <a:noFill/>
            </a:ln>
          </p:spPr>
        </p:sp>
        <p:sp>
          <p:nvSpPr>
            <p:cNvPr id="7558" name="Heatmap cell r24 c80"/>
            <p:cNvSpPr/>
            <p:nvPr/>
          </p:nvSpPr>
          <p:spPr>
            <a:xfrm>
              <a:off x="1462078" y="636345"/>
              <a:ext cx="19034" cy="26609"/>
            </a:xfrm>
            <a:prstGeom prst="rect">
              <a:avLst/>
            </a:prstGeom>
            <a:solidFill>
              <a:srgbClr val="ECA8AE"/>
            </a:solidFill>
            <a:ln>
              <a:noFill/>
            </a:ln>
          </p:spPr>
        </p:sp>
        <p:sp>
          <p:nvSpPr>
            <p:cNvPr id="7559" name="Heatmap cell r24 c81"/>
            <p:cNvSpPr/>
            <p:nvPr/>
          </p:nvSpPr>
          <p:spPr>
            <a:xfrm>
              <a:off x="1481017" y="636345"/>
              <a:ext cx="17140" cy="26609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</p:sp>
        <p:sp>
          <p:nvSpPr>
            <p:cNvPr id="7560" name="Heatmap cell r24 c82"/>
            <p:cNvSpPr/>
            <p:nvPr/>
          </p:nvSpPr>
          <p:spPr>
            <a:xfrm>
              <a:off x="1498062" y="636345"/>
              <a:ext cx="19034" cy="26609"/>
            </a:xfrm>
            <a:prstGeom prst="rect">
              <a:avLst/>
            </a:prstGeom>
            <a:solidFill>
              <a:srgbClr val="F6D6DA"/>
            </a:solidFill>
            <a:ln>
              <a:noFill/>
            </a:ln>
          </p:spPr>
        </p:sp>
        <p:sp>
          <p:nvSpPr>
            <p:cNvPr id="7561" name="Heatmap cell r24 c83"/>
            <p:cNvSpPr/>
            <p:nvPr/>
          </p:nvSpPr>
          <p:spPr>
            <a:xfrm>
              <a:off x="1517001" y="636345"/>
              <a:ext cx="17140" cy="26609"/>
            </a:xfrm>
            <a:prstGeom prst="rect">
              <a:avLst/>
            </a:prstGeom>
            <a:solidFill>
              <a:srgbClr val="8DA8C3"/>
            </a:solidFill>
            <a:ln>
              <a:noFill/>
            </a:ln>
          </p:spPr>
        </p:sp>
        <p:sp>
          <p:nvSpPr>
            <p:cNvPr id="7562" name="Heatmap cell r24 c84"/>
            <p:cNvSpPr/>
            <p:nvPr/>
          </p:nvSpPr>
          <p:spPr>
            <a:xfrm>
              <a:off x="1534046" y="636345"/>
              <a:ext cx="19034" cy="26609"/>
            </a:xfrm>
            <a:prstGeom prst="rect">
              <a:avLst/>
            </a:prstGeom>
            <a:solidFill>
              <a:srgbClr val="E9959D"/>
            </a:solidFill>
            <a:ln>
              <a:noFill/>
            </a:ln>
          </p:spPr>
        </p:sp>
        <p:sp>
          <p:nvSpPr>
            <p:cNvPr id="7563" name="Heatmap cell r24 c85"/>
            <p:cNvSpPr/>
            <p:nvPr/>
          </p:nvSpPr>
          <p:spPr>
            <a:xfrm>
              <a:off x="1552984" y="636345"/>
              <a:ext cx="17140" cy="26609"/>
            </a:xfrm>
            <a:prstGeom prst="rect">
              <a:avLst/>
            </a:prstGeom>
            <a:solidFill>
              <a:srgbClr val="F9E7E8"/>
            </a:solidFill>
            <a:ln>
              <a:noFill/>
            </a:ln>
          </p:spPr>
        </p:sp>
        <p:sp>
          <p:nvSpPr>
            <p:cNvPr id="7564" name="Heatmap cell r24 c86"/>
            <p:cNvSpPr/>
            <p:nvPr/>
          </p:nvSpPr>
          <p:spPr>
            <a:xfrm>
              <a:off x="1570029" y="636345"/>
              <a:ext cx="19034" cy="26609"/>
            </a:xfrm>
            <a:prstGeom prst="rect">
              <a:avLst/>
            </a:prstGeom>
            <a:solidFill>
              <a:srgbClr val="DFE6ED"/>
            </a:solidFill>
            <a:ln>
              <a:noFill/>
            </a:ln>
          </p:spPr>
        </p:sp>
        <p:sp>
          <p:nvSpPr>
            <p:cNvPr id="7565" name="Heatmap cell r24 c87"/>
            <p:cNvSpPr/>
            <p:nvPr/>
          </p:nvSpPr>
          <p:spPr>
            <a:xfrm>
              <a:off x="1588968" y="636345"/>
              <a:ext cx="17140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7566" name="Heatmap cell r24 c88"/>
            <p:cNvSpPr/>
            <p:nvPr/>
          </p:nvSpPr>
          <p:spPr>
            <a:xfrm>
              <a:off x="1606013" y="636345"/>
              <a:ext cx="19034" cy="26609"/>
            </a:xfrm>
            <a:prstGeom prst="rect">
              <a:avLst/>
            </a:prstGeom>
            <a:solidFill>
              <a:srgbClr val="ADC2D4"/>
            </a:solidFill>
            <a:ln>
              <a:noFill/>
            </a:ln>
          </p:spPr>
        </p:sp>
        <p:sp>
          <p:nvSpPr>
            <p:cNvPr id="7567" name="Heatmap cell r24 c89"/>
            <p:cNvSpPr/>
            <p:nvPr/>
          </p:nvSpPr>
          <p:spPr>
            <a:xfrm>
              <a:off x="1624952" y="636345"/>
              <a:ext cx="19034" cy="26609"/>
            </a:xfrm>
            <a:prstGeom prst="rect">
              <a:avLst/>
            </a:prstGeom>
            <a:solidFill>
              <a:srgbClr val="FBF0F1"/>
            </a:solidFill>
            <a:ln>
              <a:noFill/>
            </a:ln>
          </p:spPr>
        </p:sp>
        <p:sp>
          <p:nvSpPr>
            <p:cNvPr id="7568" name="Heatmap cell r24 c90"/>
            <p:cNvSpPr/>
            <p:nvPr/>
          </p:nvSpPr>
          <p:spPr>
            <a:xfrm>
              <a:off x="1643891" y="636345"/>
              <a:ext cx="17140" cy="26609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7569" name="Heatmap cell r24 c91"/>
            <p:cNvSpPr/>
            <p:nvPr/>
          </p:nvSpPr>
          <p:spPr>
            <a:xfrm>
              <a:off x="1660936" y="636345"/>
              <a:ext cx="19034" cy="26609"/>
            </a:xfrm>
            <a:prstGeom prst="rect">
              <a:avLst/>
            </a:prstGeom>
            <a:solidFill>
              <a:srgbClr val="F0BDC2"/>
            </a:solidFill>
            <a:ln>
              <a:noFill/>
            </a:ln>
          </p:spPr>
        </p:sp>
        <p:sp>
          <p:nvSpPr>
            <p:cNvPr id="7570" name="Heatmap cell r24 c92"/>
            <p:cNvSpPr/>
            <p:nvPr/>
          </p:nvSpPr>
          <p:spPr>
            <a:xfrm>
              <a:off x="1679875" y="636345"/>
              <a:ext cx="17140" cy="26609"/>
            </a:xfrm>
            <a:prstGeom prst="rect">
              <a:avLst/>
            </a:prstGeom>
            <a:solidFill>
              <a:srgbClr val="EFF3F7"/>
            </a:solidFill>
            <a:ln>
              <a:noFill/>
            </a:ln>
          </p:spPr>
        </p:sp>
        <p:sp>
          <p:nvSpPr>
            <p:cNvPr id="7571" name="Heatmap cell r24 c93"/>
            <p:cNvSpPr/>
            <p:nvPr/>
          </p:nvSpPr>
          <p:spPr>
            <a:xfrm>
              <a:off x="1696920" y="636345"/>
              <a:ext cx="19034" cy="26609"/>
            </a:xfrm>
            <a:prstGeom prst="rect">
              <a:avLst/>
            </a:prstGeom>
            <a:solidFill>
              <a:srgbClr val="FBF5F5"/>
            </a:solidFill>
            <a:ln>
              <a:noFill/>
            </a:ln>
          </p:spPr>
        </p:sp>
        <p:sp>
          <p:nvSpPr>
            <p:cNvPr id="7572" name="Heatmap cell r24 c94"/>
            <p:cNvSpPr/>
            <p:nvPr/>
          </p:nvSpPr>
          <p:spPr>
            <a:xfrm>
              <a:off x="1715858" y="636345"/>
              <a:ext cx="17140" cy="26609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7573" name="Heatmap cell r24 c95"/>
            <p:cNvSpPr/>
            <p:nvPr/>
          </p:nvSpPr>
          <p:spPr>
            <a:xfrm>
              <a:off x="1732903" y="636345"/>
              <a:ext cx="19034" cy="26609"/>
            </a:xfrm>
            <a:prstGeom prst="rect">
              <a:avLst/>
            </a:prstGeom>
            <a:solidFill>
              <a:srgbClr val="F3C7CC"/>
            </a:solidFill>
            <a:ln>
              <a:noFill/>
            </a:ln>
          </p:spPr>
        </p:sp>
        <p:sp>
          <p:nvSpPr>
            <p:cNvPr id="7574" name="Heatmap cell r24 c96"/>
            <p:cNvSpPr/>
            <p:nvPr/>
          </p:nvSpPr>
          <p:spPr>
            <a:xfrm>
              <a:off x="1751842" y="636345"/>
              <a:ext cx="17140" cy="26609"/>
            </a:xfrm>
            <a:prstGeom prst="rect">
              <a:avLst/>
            </a:prstGeom>
            <a:solidFill>
              <a:srgbClr val="F7D7DB"/>
            </a:solidFill>
            <a:ln>
              <a:noFill/>
            </a:ln>
          </p:spPr>
        </p:sp>
        <p:sp>
          <p:nvSpPr>
            <p:cNvPr id="7575" name="Heatmap cell r24 c97"/>
            <p:cNvSpPr/>
            <p:nvPr/>
          </p:nvSpPr>
          <p:spPr>
            <a:xfrm>
              <a:off x="1768887" y="636345"/>
              <a:ext cx="19034" cy="26609"/>
            </a:xfrm>
            <a:prstGeom prst="rect">
              <a:avLst/>
            </a:prstGeom>
            <a:solidFill>
              <a:srgbClr val="F4CED1"/>
            </a:solidFill>
            <a:ln>
              <a:noFill/>
            </a:ln>
          </p:spPr>
        </p:sp>
        <p:sp>
          <p:nvSpPr>
            <p:cNvPr id="7576" name="Heatmap cell r24 c98"/>
            <p:cNvSpPr/>
            <p:nvPr/>
          </p:nvSpPr>
          <p:spPr>
            <a:xfrm>
              <a:off x="1787826" y="636345"/>
              <a:ext cx="17140" cy="26609"/>
            </a:xfrm>
            <a:prstGeom prst="rect">
              <a:avLst/>
            </a:prstGeom>
            <a:solidFill>
              <a:srgbClr val="A9BCD2"/>
            </a:solidFill>
            <a:ln>
              <a:noFill/>
            </a:ln>
          </p:spPr>
        </p:sp>
        <p:sp>
          <p:nvSpPr>
            <p:cNvPr id="7577" name="Heatmap cell r24 c99"/>
            <p:cNvSpPr/>
            <p:nvPr/>
          </p:nvSpPr>
          <p:spPr>
            <a:xfrm>
              <a:off x="1804871" y="636345"/>
              <a:ext cx="19034" cy="26609"/>
            </a:xfrm>
            <a:prstGeom prst="rect">
              <a:avLst/>
            </a:prstGeom>
            <a:solidFill>
              <a:srgbClr val="BDCEDD"/>
            </a:solidFill>
            <a:ln>
              <a:noFill/>
            </a:ln>
          </p:spPr>
        </p:sp>
        <p:sp>
          <p:nvSpPr>
            <p:cNvPr id="7578" name="Heatmap cell r24 c100"/>
            <p:cNvSpPr/>
            <p:nvPr/>
          </p:nvSpPr>
          <p:spPr>
            <a:xfrm>
              <a:off x="1823810" y="636345"/>
              <a:ext cx="17140" cy="26609"/>
            </a:xfrm>
            <a:prstGeom prst="rect">
              <a:avLst/>
            </a:prstGeom>
            <a:solidFill>
              <a:srgbClr val="EDB0B6"/>
            </a:solidFill>
            <a:ln>
              <a:noFill/>
            </a:ln>
          </p:spPr>
        </p:sp>
        <p:sp>
          <p:nvSpPr>
            <p:cNvPr id="7579" name="Heatmap cell r24 c101"/>
            <p:cNvSpPr/>
            <p:nvPr/>
          </p:nvSpPr>
          <p:spPr>
            <a:xfrm>
              <a:off x="1840855" y="636345"/>
              <a:ext cx="19034" cy="26609"/>
            </a:xfrm>
            <a:prstGeom prst="rect">
              <a:avLst/>
            </a:prstGeom>
            <a:solidFill>
              <a:srgbClr val="F8E1E3"/>
            </a:solidFill>
            <a:ln>
              <a:noFill/>
            </a:ln>
          </p:spPr>
        </p:sp>
        <p:sp>
          <p:nvSpPr>
            <p:cNvPr id="7580" name="Heatmap cell r24 c102"/>
            <p:cNvSpPr/>
            <p:nvPr/>
          </p:nvSpPr>
          <p:spPr>
            <a:xfrm>
              <a:off x="1859794" y="636345"/>
              <a:ext cx="19034" cy="26609"/>
            </a:xfrm>
            <a:prstGeom prst="rect">
              <a:avLst/>
            </a:prstGeom>
            <a:solidFill>
              <a:srgbClr val="EA949C"/>
            </a:solidFill>
            <a:ln>
              <a:noFill/>
            </a:ln>
          </p:spPr>
        </p:sp>
        <p:sp>
          <p:nvSpPr>
            <p:cNvPr id="7581" name="Heatmap cell r24 c103"/>
            <p:cNvSpPr/>
            <p:nvPr/>
          </p:nvSpPr>
          <p:spPr>
            <a:xfrm>
              <a:off x="1878732" y="636345"/>
              <a:ext cx="17140" cy="26609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7582" name="Heatmap cell r24 c104"/>
            <p:cNvSpPr/>
            <p:nvPr/>
          </p:nvSpPr>
          <p:spPr>
            <a:xfrm>
              <a:off x="1895777" y="636345"/>
              <a:ext cx="19034" cy="26609"/>
            </a:xfrm>
            <a:prstGeom prst="rect">
              <a:avLst/>
            </a:prstGeom>
            <a:solidFill>
              <a:srgbClr val="FBF3F4"/>
            </a:solidFill>
            <a:ln>
              <a:noFill/>
            </a:ln>
          </p:spPr>
        </p:sp>
        <p:sp>
          <p:nvSpPr>
            <p:cNvPr id="7583" name="Heatmap cell r24 c105"/>
            <p:cNvSpPr/>
            <p:nvPr/>
          </p:nvSpPr>
          <p:spPr>
            <a:xfrm>
              <a:off x="1914716" y="636345"/>
              <a:ext cx="17140" cy="26609"/>
            </a:xfrm>
            <a:prstGeom prst="rect">
              <a:avLst/>
            </a:prstGeom>
            <a:solidFill>
              <a:srgbClr val="F8E3E6"/>
            </a:solidFill>
            <a:ln>
              <a:noFill/>
            </a:ln>
          </p:spPr>
        </p:sp>
        <p:sp>
          <p:nvSpPr>
            <p:cNvPr id="7584" name="Heatmap cell r24 c106"/>
            <p:cNvSpPr/>
            <p:nvPr/>
          </p:nvSpPr>
          <p:spPr>
            <a:xfrm>
              <a:off x="1931761" y="636345"/>
              <a:ext cx="19034" cy="26609"/>
            </a:xfrm>
            <a:prstGeom prst="rect">
              <a:avLst/>
            </a:prstGeom>
            <a:solidFill>
              <a:srgbClr val="F9E8E9"/>
            </a:solidFill>
            <a:ln>
              <a:noFill/>
            </a:ln>
          </p:spPr>
        </p:sp>
        <p:sp>
          <p:nvSpPr>
            <p:cNvPr id="7585" name="Heatmap cell r24 c107"/>
            <p:cNvSpPr/>
            <p:nvPr/>
          </p:nvSpPr>
          <p:spPr>
            <a:xfrm>
              <a:off x="1950700" y="636345"/>
              <a:ext cx="17140" cy="26609"/>
            </a:xfrm>
            <a:prstGeom prst="rect">
              <a:avLst/>
            </a:prstGeom>
            <a:solidFill>
              <a:srgbClr val="F8E9EA"/>
            </a:solidFill>
            <a:ln>
              <a:noFill/>
            </a:ln>
          </p:spPr>
        </p:sp>
        <p:sp>
          <p:nvSpPr>
            <p:cNvPr id="7586" name="Heatmap cell r24 c108"/>
            <p:cNvSpPr/>
            <p:nvPr/>
          </p:nvSpPr>
          <p:spPr>
            <a:xfrm>
              <a:off x="1967745" y="636345"/>
              <a:ext cx="19034" cy="26609"/>
            </a:xfrm>
            <a:prstGeom prst="rect">
              <a:avLst/>
            </a:prstGeom>
            <a:solidFill>
              <a:srgbClr val="DEE6EC"/>
            </a:solidFill>
            <a:ln>
              <a:noFill/>
            </a:ln>
          </p:spPr>
        </p:sp>
        <p:sp>
          <p:nvSpPr>
            <p:cNvPr id="7587" name="Heatmap cell r24 c109"/>
            <p:cNvSpPr/>
            <p:nvPr/>
          </p:nvSpPr>
          <p:spPr>
            <a:xfrm>
              <a:off x="1986684" y="636345"/>
              <a:ext cx="17140" cy="26609"/>
            </a:xfrm>
            <a:prstGeom prst="rect">
              <a:avLst/>
            </a:prstGeom>
            <a:solidFill>
              <a:srgbClr val="ECA7AD"/>
            </a:solidFill>
            <a:ln>
              <a:noFill/>
            </a:ln>
          </p:spPr>
        </p:sp>
        <p:sp>
          <p:nvSpPr>
            <p:cNvPr id="7588" name="Heatmap cell r24 c110"/>
            <p:cNvSpPr/>
            <p:nvPr/>
          </p:nvSpPr>
          <p:spPr>
            <a:xfrm>
              <a:off x="2003729" y="636345"/>
              <a:ext cx="19034" cy="26609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</p:sp>
        <p:sp>
          <p:nvSpPr>
            <p:cNvPr id="7589" name="Heatmap cell r24 c111"/>
            <p:cNvSpPr/>
            <p:nvPr/>
          </p:nvSpPr>
          <p:spPr>
            <a:xfrm>
              <a:off x="2022668" y="636345"/>
              <a:ext cx="17140" cy="26609"/>
            </a:xfrm>
            <a:prstGeom prst="rect">
              <a:avLst/>
            </a:prstGeom>
            <a:solidFill>
              <a:srgbClr val="F5D0D3"/>
            </a:solidFill>
            <a:ln>
              <a:noFill/>
            </a:ln>
          </p:spPr>
        </p:sp>
        <p:sp>
          <p:nvSpPr>
            <p:cNvPr id="7590" name="Heatmap cell r24 c112"/>
            <p:cNvSpPr/>
            <p:nvPr/>
          </p:nvSpPr>
          <p:spPr>
            <a:xfrm>
              <a:off x="2039712" y="636345"/>
              <a:ext cx="19034" cy="26609"/>
            </a:xfrm>
            <a:prstGeom prst="rect">
              <a:avLst/>
            </a:prstGeom>
            <a:solidFill>
              <a:srgbClr val="E4EBEF"/>
            </a:solidFill>
            <a:ln>
              <a:noFill/>
            </a:ln>
          </p:spPr>
        </p:sp>
        <p:sp>
          <p:nvSpPr>
            <p:cNvPr id="7591" name="Heatmap cell r24 c113"/>
            <p:cNvSpPr/>
            <p:nvPr/>
          </p:nvSpPr>
          <p:spPr>
            <a:xfrm>
              <a:off x="2058651" y="636345"/>
              <a:ext cx="17140" cy="26609"/>
            </a:xfrm>
            <a:prstGeom prst="rect">
              <a:avLst/>
            </a:prstGeom>
            <a:solidFill>
              <a:srgbClr val="D1DCE7"/>
            </a:solidFill>
            <a:ln>
              <a:noFill/>
            </a:ln>
          </p:spPr>
        </p:sp>
        <p:sp>
          <p:nvSpPr>
            <p:cNvPr id="7592" name="Heatmap cell r24 c114"/>
            <p:cNvSpPr/>
            <p:nvPr/>
          </p:nvSpPr>
          <p:spPr>
            <a:xfrm>
              <a:off x="2075696" y="636345"/>
              <a:ext cx="19034" cy="26609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7593" name="Heatmap cell r24 c115"/>
            <p:cNvSpPr/>
            <p:nvPr/>
          </p:nvSpPr>
          <p:spPr>
            <a:xfrm>
              <a:off x="2094635" y="636345"/>
              <a:ext cx="19034" cy="26609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</p:sp>
        <p:sp>
          <p:nvSpPr>
            <p:cNvPr id="7594" name="Heatmap cell r24 c116"/>
            <p:cNvSpPr/>
            <p:nvPr/>
          </p:nvSpPr>
          <p:spPr>
            <a:xfrm>
              <a:off x="2113574" y="636345"/>
              <a:ext cx="17140" cy="26609"/>
            </a:xfrm>
            <a:prstGeom prst="rect">
              <a:avLst/>
            </a:prstGeom>
            <a:solidFill>
              <a:srgbClr val="F1C4C7"/>
            </a:solidFill>
            <a:ln>
              <a:noFill/>
            </a:ln>
          </p:spPr>
        </p:sp>
        <p:sp>
          <p:nvSpPr>
            <p:cNvPr id="7595" name="Heatmap cell r24 c117"/>
            <p:cNvSpPr/>
            <p:nvPr/>
          </p:nvSpPr>
          <p:spPr>
            <a:xfrm>
              <a:off x="2130619" y="636345"/>
              <a:ext cx="19034" cy="26609"/>
            </a:xfrm>
            <a:prstGeom prst="rect">
              <a:avLst/>
            </a:prstGeom>
            <a:solidFill>
              <a:srgbClr val="9CB4CA"/>
            </a:solidFill>
            <a:ln>
              <a:noFill/>
            </a:ln>
          </p:spPr>
        </p:sp>
        <p:sp>
          <p:nvSpPr>
            <p:cNvPr id="7596" name="Heatmap cell r24 c118"/>
            <p:cNvSpPr/>
            <p:nvPr/>
          </p:nvSpPr>
          <p:spPr>
            <a:xfrm>
              <a:off x="2149558" y="636345"/>
              <a:ext cx="17140" cy="26609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</p:sp>
        <p:sp>
          <p:nvSpPr>
            <p:cNvPr id="7597" name="Heatmap cell r24 c119"/>
            <p:cNvSpPr/>
            <p:nvPr/>
          </p:nvSpPr>
          <p:spPr>
            <a:xfrm>
              <a:off x="2166603" y="636345"/>
              <a:ext cx="19034" cy="26609"/>
            </a:xfrm>
            <a:prstGeom prst="rect">
              <a:avLst/>
            </a:prstGeom>
            <a:solidFill>
              <a:srgbClr val="F9E7E8"/>
            </a:solidFill>
            <a:ln>
              <a:noFill/>
            </a:ln>
          </p:spPr>
        </p:sp>
        <p:sp>
          <p:nvSpPr>
            <p:cNvPr id="7598" name="Heatmap cell r24 c120"/>
            <p:cNvSpPr/>
            <p:nvPr/>
          </p:nvSpPr>
          <p:spPr>
            <a:xfrm>
              <a:off x="2185542" y="636345"/>
              <a:ext cx="17140" cy="26609"/>
            </a:xfrm>
            <a:prstGeom prst="rect">
              <a:avLst/>
            </a:prstGeom>
            <a:solidFill>
              <a:srgbClr val="FCF7F7"/>
            </a:solidFill>
            <a:ln>
              <a:noFill/>
            </a:ln>
          </p:spPr>
        </p:sp>
        <p:sp>
          <p:nvSpPr>
            <p:cNvPr id="7599" name="Heatmap cell r24 c121"/>
            <p:cNvSpPr/>
            <p:nvPr/>
          </p:nvSpPr>
          <p:spPr>
            <a:xfrm>
              <a:off x="2202586" y="636345"/>
              <a:ext cx="19034" cy="26609"/>
            </a:xfrm>
            <a:prstGeom prst="rect">
              <a:avLst/>
            </a:prstGeom>
            <a:solidFill>
              <a:srgbClr val="F3C5C8"/>
            </a:solidFill>
            <a:ln>
              <a:noFill/>
            </a:ln>
          </p:spPr>
        </p:sp>
        <p:sp>
          <p:nvSpPr>
            <p:cNvPr id="7600" name="Heatmap cell r24 c122"/>
            <p:cNvSpPr/>
            <p:nvPr/>
          </p:nvSpPr>
          <p:spPr>
            <a:xfrm>
              <a:off x="2221525" y="636345"/>
              <a:ext cx="17140" cy="26609"/>
            </a:xfrm>
            <a:prstGeom prst="rect">
              <a:avLst/>
            </a:prstGeom>
            <a:solidFill>
              <a:srgbClr val="D9E1EB"/>
            </a:solidFill>
            <a:ln>
              <a:noFill/>
            </a:ln>
          </p:spPr>
        </p:sp>
        <p:sp>
          <p:nvSpPr>
            <p:cNvPr id="7601" name="Heatmap cell r24 c123"/>
            <p:cNvSpPr/>
            <p:nvPr/>
          </p:nvSpPr>
          <p:spPr>
            <a:xfrm>
              <a:off x="2238570" y="636345"/>
              <a:ext cx="19034" cy="26609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7602" name="Heatmap cell r24 c124"/>
            <p:cNvSpPr/>
            <p:nvPr/>
          </p:nvSpPr>
          <p:spPr>
            <a:xfrm>
              <a:off x="2257509" y="636345"/>
              <a:ext cx="17140" cy="26609"/>
            </a:xfrm>
            <a:prstGeom prst="rect">
              <a:avLst/>
            </a:prstGeom>
            <a:solidFill>
              <a:srgbClr val="FAEEEF"/>
            </a:solidFill>
            <a:ln>
              <a:noFill/>
            </a:ln>
          </p:spPr>
        </p:sp>
        <p:sp>
          <p:nvSpPr>
            <p:cNvPr id="7603" name="Heatmap cell r24 c125"/>
            <p:cNvSpPr/>
            <p:nvPr/>
          </p:nvSpPr>
          <p:spPr>
            <a:xfrm>
              <a:off x="2274554" y="636345"/>
              <a:ext cx="19034" cy="26609"/>
            </a:xfrm>
            <a:prstGeom prst="rect">
              <a:avLst/>
            </a:prstGeom>
            <a:solidFill>
              <a:srgbClr val="F4CED1"/>
            </a:solidFill>
            <a:ln>
              <a:noFill/>
            </a:ln>
          </p:spPr>
        </p:sp>
        <p:sp>
          <p:nvSpPr>
            <p:cNvPr id="7604" name="Heatmap cell r24 c126"/>
            <p:cNvSpPr/>
            <p:nvPr/>
          </p:nvSpPr>
          <p:spPr>
            <a:xfrm>
              <a:off x="2293493" y="636345"/>
              <a:ext cx="17140" cy="26609"/>
            </a:xfrm>
            <a:prstGeom prst="rect">
              <a:avLst/>
            </a:prstGeom>
            <a:solidFill>
              <a:srgbClr val="C5D2E0"/>
            </a:solidFill>
            <a:ln>
              <a:noFill/>
            </a:ln>
          </p:spPr>
        </p:sp>
        <p:sp>
          <p:nvSpPr>
            <p:cNvPr id="7605" name="Heatmap cell r24 c127"/>
            <p:cNvSpPr/>
            <p:nvPr/>
          </p:nvSpPr>
          <p:spPr>
            <a:xfrm>
              <a:off x="2310538" y="636345"/>
              <a:ext cx="19034" cy="26609"/>
            </a:xfrm>
            <a:prstGeom prst="rect">
              <a:avLst/>
            </a:prstGeom>
            <a:solidFill>
              <a:srgbClr val="D6E0EA"/>
            </a:solidFill>
            <a:ln>
              <a:noFill/>
            </a:ln>
          </p:spPr>
        </p:sp>
        <p:sp>
          <p:nvSpPr>
            <p:cNvPr id="7606" name="Heatmap cell r24 c128"/>
            <p:cNvSpPr/>
            <p:nvPr/>
          </p:nvSpPr>
          <p:spPr>
            <a:xfrm>
              <a:off x="2329477" y="636345"/>
              <a:ext cx="19034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7607" name="Heatmap cell r24 c129"/>
            <p:cNvSpPr/>
            <p:nvPr/>
          </p:nvSpPr>
          <p:spPr>
            <a:xfrm>
              <a:off x="2348416" y="636345"/>
              <a:ext cx="17140" cy="26609"/>
            </a:xfrm>
            <a:prstGeom prst="rect">
              <a:avLst/>
            </a:prstGeom>
            <a:solidFill>
              <a:srgbClr val="FAECEC"/>
            </a:solidFill>
            <a:ln>
              <a:noFill/>
            </a:ln>
          </p:spPr>
        </p:sp>
        <p:sp>
          <p:nvSpPr>
            <p:cNvPr id="7608" name="Heatmap cell r24 c130"/>
            <p:cNvSpPr/>
            <p:nvPr/>
          </p:nvSpPr>
          <p:spPr>
            <a:xfrm>
              <a:off x="2365460" y="636345"/>
              <a:ext cx="19034" cy="26609"/>
            </a:xfrm>
            <a:prstGeom prst="rect">
              <a:avLst/>
            </a:prstGeom>
            <a:solidFill>
              <a:srgbClr val="C5D3E0"/>
            </a:solidFill>
            <a:ln>
              <a:noFill/>
            </a:ln>
          </p:spPr>
        </p:sp>
        <p:sp>
          <p:nvSpPr>
            <p:cNvPr id="7609" name="Heatmap cell r24 c131"/>
            <p:cNvSpPr/>
            <p:nvPr/>
          </p:nvSpPr>
          <p:spPr>
            <a:xfrm>
              <a:off x="2384399" y="636345"/>
              <a:ext cx="17140" cy="26609"/>
            </a:xfrm>
            <a:prstGeom prst="rect">
              <a:avLst/>
            </a:prstGeom>
            <a:solidFill>
              <a:srgbClr val="F7D3D6"/>
            </a:solidFill>
            <a:ln>
              <a:noFill/>
            </a:ln>
          </p:spPr>
        </p:sp>
        <p:sp>
          <p:nvSpPr>
            <p:cNvPr id="7610" name="Heatmap cell r24 c132"/>
            <p:cNvSpPr/>
            <p:nvPr/>
          </p:nvSpPr>
          <p:spPr>
            <a:xfrm>
              <a:off x="2401444" y="636345"/>
              <a:ext cx="19034" cy="26609"/>
            </a:xfrm>
            <a:prstGeom prst="rect">
              <a:avLst/>
            </a:prstGeom>
            <a:solidFill>
              <a:srgbClr val="EFF3F7"/>
            </a:solidFill>
            <a:ln>
              <a:noFill/>
            </a:ln>
          </p:spPr>
        </p:sp>
        <p:sp>
          <p:nvSpPr>
            <p:cNvPr id="7611" name="Heatmap cell r24 c133"/>
            <p:cNvSpPr/>
            <p:nvPr/>
          </p:nvSpPr>
          <p:spPr>
            <a:xfrm>
              <a:off x="2420383" y="636345"/>
              <a:ext cx="17140" cy="26609"/>
            </a:xfrm>
            <a:prstGeom prst="rect">
              <a:avLst/>
            </a:prstGeom>
            <a:solidFill>
              <a:srgbClr val="F7DADC"/>
            </a:solidFill>
            <a:ln>
              <a:noFill/>
            </a:ln>
          </p:spPr>
        </p:sp>
        <p:sp>
          <p:nvSpPr>
            <p:cNvPr id="7612" name="Heatmap cell r24 c135"/>
            <p:cNvSpPr/>
            <p:nvPr/>
          </p:nvSpPr>
          <p:spPr>
            <a:xfrm>
              <a:off x="2456367" y="636345"/>
              <a:ext cx="17140" cy="26609"/>
            </a:xfrm>
            <a:prstGeom prst="rect">
              <a:avLst/>
            </a:prstGeom>
            <a:solidFill>
              <a:srgbClr val="E9EEF4"/>
            </a:solidFill>
            <a:ln>
              <a:noFill/>
            </a:ln>
          </p:spPr>
        </p:sp>
        <p:sp>
          <p:nvSpPr>
            <p:cNvPr id="7613" name="Heatmap cell r24 c136"/>
            <p:cNvSpPr/>
            <p:nvPr/>
          </p:nvSpPr>
          <p:spPr>
            <a:xfrm>
              <a:off x="2473412" y="636345"/>
              <a:ext cx="19034" cy="26609"/>
            </a:xfrm>
            <a:prstGeom prst="rect">
              <a:avLst/>
            </a:prstGeom>
            <a:solidFill>
              <a:srgbClr val="E9939B"/>
            </a:solidFill>
            <a:ln>
              <a:noFill/>
            </a:ln>
          </p:spPr>
        </p:sp>
        <p:sp>
          <p:nvSpPr>
            <p:cNvPr id="7614" name="Heatmap cell r24 c138"/>
            <p:cNvSpPr/>
            <p:nvPr/>
          </p:nvSpPr>
          <p:spPr>
            <a:xfrm>
              <a:off x="2509396" y="636345"/>
              <a:ext cx="19034" cy="26609"/>
            </a:xfrm>
            <a:prstGeom prst="rect">
              <a:avLst/>
            </a:prstGeom>
            <a:solidFill>
              <a:srgbClr val="ADC2D4"/>
            </a:solidFill>
            <a:ln>
              <a:noFill/>
            </a:ln>
          </p:spPr>
        </p:sp>
        <p:sp>
          <p:nvSpPr>
            <p:cNvPr id="7615" name="Heatmap cell r24 c139"/>
            <p:cNvSpPr/>
            <p:nvPr/>
          </p:nvSpPr>
          <p:spPr>
            <a:xfrm>
              <a:off x="2528334" y="636345"/>
              <a:ext cx="17140" cy="26609"/>
            </a:xfrm>
            <a:prstGeom prst="rect">
              <a:avLst/>
            </a:prstGeom>
            <a:solidFill>
              <a:srgbClr val="E9EEF4"/>
            </a:solidFill>
            <a:ln>
              <a:noFill/>
            </a:ln>
          </p:spPr>
        </p:sp>
        <p:sp>
          <p:nvSpPr>
            <p:cNvPr id="7616" name="Heatmap cell r24 c140"/>
            <p:cNvSpPr/>
            <p:nvPr/>
          </p:nvSpPr>
          <p:spPr>
            <a:xfrm>
              <a:off x="2545379" y="636345"/>
              <a:ext cx="19034" cy="26609"/>
            </a:xfrm>
            <a:prstGeom prst="rect">
              <a:avLst/>
            </a:prstGeom>
            <a:solidFill>
              <a:srgbClr val="BCCCDC"/>
            </a:solidFill>
            <a:ln>
              <a:noFill/>
            </a:ln>
          </p:spPr>
        </p:sp>
        <p:sp>
          <p:nvSpPr>
            <p:cNvPr id="7617" name="Heatmap cell r24 c141"/>
            <p:cNvSpPr/>
            <p:nvPr/>
          </p:nvSpPr>
          <p:spPr>
            <a:xfrm>
              <a:off x="2564318" y="636345"/>
              <a:ext cx="19034" cy="26609"/>
            </a:xfrm>
            <a:prstGeom prst="rect">
              <a:avLst/>
            </a:prstGeom>
            <a:solidFill>
              <a:srgbClr val="F5D0D3"/>
            </a:solidFill>
            <a:ln>
              <a:noFill/>
            </a:ln>
          </p:spPr>
        </p:sp>
        <p:sp>
          <p:nvSpPr>
            <p:cNvPr id="7618" name="Heatmap cell r24 c142"/>
            <p:cNvSpPr/>
            <p:nvPr/>
          </p:nvSpPr>
          <p:spPr>
            <a:xfrm>
              <a:off x="2583257" y="636345"/>
              <a:ext cx="17140" cy="26609"/>
            </a:xfrm>
            <a:prstGeom prst="rect">
              <a:avLst/>
            </a:prstGeom>
            <a:solidFill>
              <a:srgbClr val="F4CCD1"/>
            </a:solidFill>
            <a:ln>
              <a:noFill/>
            </a:ln>
          </p:spPr>
        </p:sp>
        <p:sp>
          <p:nvSpPr>
            <p:cNvPr id="7619" name="Heatmap cell r24 c143"/>
            <p:cNvSpPr/>
            <p:nvPr/>
          </p:nvSpPr>
          <p:spPr>
            <a:xfrm>
              <a:off x="2600302" y="636345"/>
              <a:ext cx="19034" cy="26609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</p:sp>
        <p:sp>
          <p:nvSpPr>
            <p:cNvPr id="7620" name="Heatmap cell r24 c144"/>
            <p:cNvSpPr/>
            <p:nvPr/>
          </p:nvSpPr>
          <p:spPr>
            <a:xfrm>
              <a:off x="2619241" y="636345"/>
              <a:ext cx="17140" cy="26609"/>
            </a:xfrm>
            <a:prstGeom prst="rect">
              <a:avLst/>
            </a:prstGeom>
            <a:solidFill>
              <a:srgbClr val="90ABC5"/>
            </a:solidFill>
            <a:ln>
              <a:noFill/>
            </a:ln>
          </p:spPr>
        </p:sp>
        <p:sp>
          <p:nvSpPr>
            <p:cNvPr id="7621" name="Heatmap cell r24 c145"/>
            <p:cNvSpPr/>
            <p:nvPr/>
          </p:nvSpPr>
          <p:spPr>
            <a:xfrm>
              <a:off x="2636286" y="636345"/>
              <a:ext cx="19034" cy="26609"/>
            </a:xfrm>
            <a:prstGeom prst="rect">
              <a:avLst/>
            </a:prstGeom>
            <a:solidFill>
              <a:srgbClr val="F0F5F8"/>
            </a:solidFill>
            <a:ln>
              <a:noFill/>
            </a:ln>
          </p:spPr>
        </p:sp>
        <p:sp>
          <p:nvSpPr>
            <p:cNvPr id="7622" name="Heatmap cell r24 c146"/>
            <p:cNvSpPr/>
            <p:nvPr/>
          </p:nvSpPr>
          <p:spPr>
            <a:xfrm>
              <a:off x="2655225" y="636345"/>
              <a:ext cx="17140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7623" name="Heatmap cell r24 c147"/>
            <p:cNvSpPr/>
            <p:nvPr/>
          </p:nvSpPr>
          <p:spPr>
            <a:xfrm>
              <a:off x="2672270" y="636345"/>
              <a:ext cx="19034" cy="26609"/>
            </a:xfrm>
            <a:prstGeom prst="rect">
              <a:avLst/>
            </a:prstGeom>
            <a:solidFill>
              <a:srgbClr val="FAEEEF"/>
            </a:solidFill>
            <a:ln>
              <a:noFill/>
            </a:ln>
          </p:spPr>
        </p:sp>
        <p:sp>
          <p:nvSpPr>
            <p:cNvPr id="7624" name="Heatmap cell r24 c148"/>
            <p:cNvSpPr/>
            <p:nvPr/>
          </p:nvSpPr>
          <p:spPr>
            <a:xfrm>
              <a:off x="2691208" y="636345"/>
              <a:ext cx="17140" cy="26609"/>
            </a:xfrm>
            <a:prstGeom prst="rect">
              <a:avLst/>
            </a:prstGeom>
            <a:solidFill>
              <a:srgbClr val="FCF7F7"/>
            </a:solidFill>
            <a:ln>
              <a:noFill/>
            </a:ln>
          </p:spPr>
        </p:sp>
        <p:sp>
          <p:nvSpPr>
            <p:cNvPr id="7625" name="Heatmap cell r24 c149"/>
            <p:cNvSpPr/>
            <p:nvPr/>
          </p:nvSpPr>
          <p:spPr>
            <a:xfrm>
              <a:off x="2708253" y="636345"/>
              <a:ext cx="19034" cy="26609"/>
            </a:xfrm>
            <a:prstGeom prst="rect">
              <a:avLst/>
            </a:prstGeom>
            <a:solidFill>
              <a:srgbClr val="EBF0F6"/>
            </a:solidFill>
            <a:ln>
              <a:noFill/>
            </a:ln>
          </p:spPr>
        </p:sp>
        <p:sp>
          <p:nvSpPr>
            <p:cNvPr id="7626" name="Heatmap cell r24 c150"/>
            <p:cNvSpPr/>
            <p:nvPr/>
          </p:nvSpPr>
          <p:spPr>
            <a:xfrm>
              <a:off x="2727192" y="636345"/>
              <a:ext cx="17140" cy="26609"/>
            </a:xfrm>
            <a:prstGeom prst="rect">
              <a:avLst/>
            </a:prstGeom>
            <a:solidFill>
              <a:srgbClr val="8FAAC5"/>
            </a:solidFill>
            <a:ln>
              <a:noFill/>
            </a:ln>
          </p:spPr>
        </p:sp>
        <p:sp>
          <p:nvSpPr>
            <p:cNvPr id="7627" name="Heatmap cell r24 c151"/>
            <p:cNvSpPr/>
            <p:nvPr/>
          </p:nvSpPr>
          <p:spPr>
            <a:xfrm>
              <a:off x="2744237" y="636345"/>
              <a:ext cx="19034" cy="26609"/>
            </a:xfrm>
            <a:prstGeom prst="rect">
              <a:avLst/>
            </a:prstGeom>
            <a:solidFill>
              <a:srgbClr val="DA4B58"/>
            </a:solidFill>
            <a:ln>
              <a:noFill/>
            </a:ln>
          </p:spPr>
        </p:sp>
        <p:sp>
          <p:nvSpPr>
            <p:cNvPr id="7628" name="Heatmap cell r24 c152"/>
            <p:cNvSpPr/>
            <p:nvPr/>
          </p:nvSpPr>
          <p:spPr>
            <a:xfrm>
              <a:off x="2763176" y="636345"/>
              <a:ext cx="17140" cy="26609"/>
            </a:xfrm>
            <a:prstGeom prst="rect">
              <a:avLst/>
            </a:prstGeom>
            <a:solidFill>
              <a:srgbClr val="F6F8F9"/>
            </a:solidFill>
            <a:ln>
              <a:noFill/>
            </a:ln>
          </p:spPr>
        </p:sp>
        <p:sp>
          <p:nvSpPr>
            <p:cNvPr id="7629" name="Heatmap cell r24 c153"/>
            <p:cNvSpPr/>
            <p:nvPr/>
          </p:nvSpPr>
          <p:spPr>
            <a:xfrm>
              <a:off x="2780221" y="636345"/>
              <a:ext cx="19034" cy="26609"/>
            </a:xfrm>
            <a:prstGeom prst="rect">
              <a:avLst/>
            </a:prstGeom>
            <a:solidFill>
              <a:srgbClr val="FBF3F4"/>
            </a:solidFill>
            <a:ln>
              <a:noFill/>
            </a:ln>
          </p:spPr>
        </p:sp>
        <p:sp>
          <p:nvSpPr>
            <p:cNvPr id="7630" name="Heatmap cell r24 c154"/>
            <p:cNvSpPr/>
            <p:nvPr/>
          </p:nvSpPr>
          <p:spPr>
            <a:xfrm>
              <a:off x="2799160" y="636345"/>
              <a:ext cx="17140" cy="26609"/>
            </a:xfrm>
            <a:prstGeom prst="rect">
              <a:avLst/>
            </a:prstGeom>
            <a:solidFill>
              <a:srgbClr val="F6D6DA"/>
            </a:solidFill>
            <a:ln>
              <a:noFill/>
            </a:ln>
          </p:spPr>
        </p:sp>
        <p:sp>
          <p:nvSpPr>
            <p:cNvPr id="7631" name="Heatmap cell r24 c155"/>
            <p:cNvSpPr/>
            <p:nvPr/>
          </p:nvSpPr>
          <p:spPr>
            <a:xfrm>
              <a:off x="2816205" y="636345"/>
              <a:ext cx="19034" cy="26609"/>
            </a:xfrm>
            <a:prstGeom prst="rect">
              <a:avLst/>
            </a:prstGeom>
            <a:solidFill>
              <a:srgbClr val="F7D7DB"/>
            </a:solidFill>
            <a:ln>
              <a:noFill/>
            </a:ln>
          </p:spPr>
        </p:sp>
        <p:sp>
          <p:nvSpPr>
            <p:cNvPr id="7632" name="Heatmap cell r24 c156"/>
            <p:cNvSpPr/>
            <p:nvPr/>
          </p:nvSpPr>
          <p:spPr>
            <a:xfrm>
              <a:off x="2835144" y="636345"/>
              <a:ext cx="19034" cy="26609"/>
            </a:xfrm>
            <a:prstGeom prst="rect">
              <a:avLst/>
            </a:prstGeom>
            <a:solidFill>
              <a:srgbClr val="F9E8E9"/>
            </a:solidFill>
            <a:ln>
              <a:noFill/>
            </a:ln>
          </p:spPr>
        </p:sp>
        <p:sp>
          <p:nvSpPr>
            <p:cNvPr id="7633" name="Heatmap cell r24 c157"/>
            <p:cNvSpPr/>
            <p:nvPr/>
          </p:nvSpPr>
          <p:spPr>
            <a:xfrm>
              <a:off x="2854082" y="636345"/>
              <a:ext cx="17140" cy="26609"/>
            </a:xfrm>
            <a:prstGeom prst="rect">
              <a:avLst/>
            </a:prstGeom>
            <a:solidFill>
              <a:srgbClr val="FDF9FA"/>
            </a:solidFill>
            <a:ln>
              <a:noFill/>
            </a:ln>
          </p:spPr>
        </p:sp>
        <p:sp>
          <p:nvSpPr>
            <p:cNvPr id="7634" name="Heatmap cell r24 c158"/>
            <p:cNvSpPr/>
            <p:nvPr/>
          </p:nvSpPr>
          <p:spPr>
            <a:xfrm>
              <a:off x="2871127" y="636345"/>
              <a:ext cx="19034" cy="26609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7635" name="Heatmap cell r24 c159"/>
            <p:cNvSpPr/>
            <p:nvPr/>
          </p:nvSpPr>
          <p:spPr>
            <a:xfrm>
              <a:off x="2890066" y="636345"/>
              <a:ext cx="17140" cy="26609"/>
            </a:xfrm>
            <a:prstGeom prst="rect">
              <a:avLst/>
            </a:prstGeom>
            <a:solidFill>
              <a:srgbClr val="EBEFF5"/>
            </a:solidFill>
            <a:ln>
              <a:noFill/>
            </a:ln>
          </p:spPr>
        </p:sp>
        <p:sp>
          <p:nvSpPr>
            <p:cNvPr id="7636" name="Heatmap cell r24 c160"/>
            <p:cNvSpPr/>
            <p:nvPr/>
          </p:nvSpPr>
          <p:spPr>
            <a:xfrm>
              <a:off x="2907111" y="636345"/>
              <a:ext cx="19034" cy="26609"/>
            </a:xfrm>
            <a:prstGeom prst="rect">
              <a:avLst/>
            </a:prstGeom>
            <a:solidFill>
              <a:srgbClr val="F8DDDF"/>
            </a:solidFill>
            <a:ln>
              <a:noFill/>
            </a:ln>
          </p:spPr>
        </p:sp>
        <p:sp>
          <p:nvSpPr>
            <p:cNvPr id="7637" name="Heatmap cell r24 c161"/>
            <p:cNvSpPr/>
            <p:nvPr/>
          </p:nvSpPr>
          <p:spPr>
            <a:xfrm>
              <a:off x="2926050" y="636345"/>
              <a:ext cx="17140" cy="26609"/>
            </a:xfrm>
            <a:prstGeom prst="rect">
              <a:avLst/>
            </a:prstGeom>
            <a:solidFill>
              <a:srgbClr val="F6D4D7"/>
            </a:solidFill>
            <a:ln>
              <a:noFill/>
            </a:ln>
          </p:spPr>
        </p:sp>
        <p:sp>
          <p:nvSpPr>
            <p:cNvPr id="7638" name="Heatmap cell r24 c162"/>
            <p:cNvSpPr/>
            <p:nvPr/>
          </p:nvSpPr>
          <p:spPr>
            <a:xfrm>
              <a:off x="2943095" y="636345"/>
              <a:ext cx="19034" cy="26609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7639" name="Heatmap cell r24 c163"/>
            <p:cNvSpPr/>
            <p:nvPr/>
          </p:nvSpPr>
          <p:spPr>
            <a:xfrm>
              <a:off x="2962034" y="636345"/>
              <a:ext cx="17140" cy="26609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7640" name="Heatmap cell r24 c164"/>
            <p:cNvSpPr/>
            <p:nvPr/>
          </p:nvSpPr>
          <p:spPr>
            <a:xfrm>
              <a:off x="2979079" y="636345"/>
              <a:ext cx="19034" cy="26609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7641" name="Heatmap cell r24 c165"/>
            <p:cNvSpPr/>
            <p:nvPr/>
          </p:nvSpPr>
          <p:spPr>
            <a:xfrm>
              <a:off x="2998018" y="636345"/>
              <a:ext cx="17140" cy="26609"/>
            </a:xfrm>
            <a:prstGeom prst="rect">
              <a:avLst/>
            </a:prstGeom>
            <a:solidFill>
              <a:srgbClr val="F7DCDF"/>
            </a:solidFill>
            <a:ln>
              <a:noFill/>
            </a:ln>
          </p:spPr>
        </p:sp>
        <p:sp>
          <p:nvSpPr>
            <p:cNvPr id="7642" name="Heatmap cell r24 c166"/>
            <p:cNvSpPr/>
            <p:nvPr/>
          </p:nvSpPr>
          <p:spPr>
            <a:xfrm>
              <a:off x="3015062" y="636345"/>
              <a:ext cx="19034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7643" name="Heatmap cell r24 c168"/>
            <p:cNvSpPr/>
            <p:nvPr/>
          </p:nvSpPr>
          <p:spPr>
            <a:xfrm>
              <a:off x="3051046" y="636345"/>
              <a:ext cx="19034" cy="26609"/>
            </a:xfrm>
            <a:prstGeom prst="rect">
              <a:avLst/>
            </a:prstGeom>
            <a:solidFill>
              <a:srgbClr val="DDE4EC"/>
            </a:solidFill>
            <a:ln>
              <a:noFill/>
            </a:ln>
          </p:spPr>
        </p:sp>
        <p:sp>
          <p:nvSpPr>
            <p:cNvPr id="7644" name="Heatmap cell r24 c169"/>
            <p:cNvSpPr/>
            <p:nvPr/>
          </p:nvSpPr>
          <p:spPr>
            <a:xfrm>
              <a:off x="3069985" y="636345"/>
              <a:ext cx="19034" cy="26609"/>
            </a:xfrm>
            <a:prstGeom prst="rect">
              <a:avLst/>
            </a:prstGeom>
            <a:solidFill>
              <a:srgbClr val="F8F8FA"/>
            </a:solidFill>
            <a:ln>
              <a:noFill/>
            </a:ln>
          </p:spPr>
        </p:sp>
        <p:sp>
          <p:nvSpPr>
            <p:cNvPr id="7645" name="Heatmap cell r24 c170"/>
            <p:cNvSpPr/>
            <p:nvPr/>
          </p:nvSpPr>
          <p:spPr>
            <a:xfrm>
              <a:off x="3088924" y="636345"/>
              <a:ext cx="17140" cy="26609"/>
            </a:xfrm>
            <a:prstGeom prst="rect">
              <a:avLst/>
            </a:prstGeom>
            <a:solidFill>
              <a:srgbClr val="FBF3F4"/>
            </a:solidFill>
            <a:ln>
              <a:noFill/>
            </a:ln>
          </p:spPr>
        </p:sp>
        <p:sp>
          <p:nvSpPr>
            <p:cNvPr id="7646" name="Heatmap cell r24 c171"/>
            <p:cNvSpPr/>
            <p:nvPr/>
          </p:nvSpPr>
          <p:spPr>
            <a:xfrm>
              <a:off x="3105969" y="636345"/>
              <a:ext cx="19034" cy="26609"/>
            </a:xfrm>
            <a:prstGeom prst="rect">
              <a:avLst/>
            </a:prstGeom>
            <a:solidFill>
              <a:srgbClr val="EDAFB5"/>
            </a:solidFill>
            <a:ln>
              <a:noFill/>
            </a:ln>
          </p:spPr>
        </p:sp>
        <p:sp>
          <p:nvSpPr>
            <p:cNvPr id="7647" name="Heatmap cell r24 c172"/>
            <p:cNvSpPr/>
            <p:nvPr/>
          </p:nvSpPr>
          <p:spPr>
            <a:xfrm>
              <a:off x="3124908" y="636345"/>
              <a:ext cx="17140" cy="26609"/>
            </a:xfrm>
            <a:prstGeom prst="rect">
              <a:avLst/>
            </a:prstGeom>
            <a:solidFill>
              <a:srgbClr val="F0F5F8"/>
            </a:solidFill>
            <a:ln>
              <a:noFill/>
            </a:ln>
          </p:spPr>
        </p:sp>
        <p:sp>
          <p:nvSpPr>
            <p:cNvPr id="7648" name="Heatmap cell r24 c173"/>
            <p:cNvSpPr/>
            <p:nvPr/>
          </p:nvSpPr>
          <p:spPr>
            <a:xfrm>
              <a:off x="3141953" y="636345"/>
              <a:ext cx="19034" cy="26609"/>
            </a:xfrm>
            <a:prstGeom prst="rect">
              <a:avLst/>
            </a:prstGeom>
            <a:solidFill>
              <a:srgbClr val="F8DBDD"/>
            </a:solidFill>
            <a:ln>
              <a:noFill/>
            </a:ln>
          </p:spPr>
        </p:sp>
        <p:sp>
          <p:nvSpPr>
            <p:cNvPr id="7649" name="Heatmap cell r24 c174"/>
            <p:cNvSpPr/>
            <p:nvPr/>
          </p:nvSpPr>
          <p:spPr>
            <a:xfrm>
              <a:off x="3160892" y="636345"/>
              <a:ext cx="17140" cy="26609"/>
            </a:xfrm>
            <a:prstGeom prst="rect">
              <a:avLst/>
            </a:prstGeom>
            <a:solidFill>
              <a:srgbClr val="F7D3D6"/>
            </a:solidFill>
            <a:ln>
              <a:noFill/>
            </a:ln>
          </p:spPr>
        </p:sp>
        <p:sp>
          <p:nvSpPr>
            <p:cNvPr id="7650" name="Heatmap cell r24 c175"/>
            <p:cNvSpPr/>
            <p:nvPr/>
          </p:nvSpPr>
          <p:spPr>
            <a:xfrm>
              <a:off x="3177936" y="636345"/>
              <a:ext cx="19034" cy="26609"/>
            </a:xfrm>
            <a:prstGeom prst="rect">
              <a:avLst/>
            </a:prstGeom>
            <a:solidFill>
              <a:srgbClr val="FBF0F1"/>
            </a:solidFill>
            <a:ln>
              <a:noFill/>
            </a:ln>
          </p:spPr>
        </p:sp>
        <p:sp>
          <p:nvSpPr>
            <p:cNvPr id="7651" name="Heatmap cell r24 c176"/>
            <p:cNvSpPr/>
            <p:nvPr/>
          </p:nvSpPr>
          <p:spPr>
            <a:xfrm>
              <a:off x="3196875" y="636345"/>
              <a:ext cx="17140" cy="26609"/>
            </a:xfrm>
            <a:prstGeom prst="rect">
              <a:avLst/>
            </a:prstGeom>
            <a:solidFill>
              <a:srgbClr val="F8E6E8"/>
            </a:solidFill>
            <a:ln>
              <a:noFill/>
            </a:ln>
          </p:spPr>
        </p:sp>
        <p:sp>
          <p:nvSpPr>
            <p:cNvPr id="7652" name="Heatmap cell r24 c177"/>
            <p:cNvSpPr/>
            <p:nvPr/>
          </p:nvSpPr>
          <p:spPr>
            <a:xfrm>
              <a:off x="3213920" y="636345"/>
              <a:ext cx="19034" cy="26609"/>
            </a:xfrm>
            <a:prstGeom prst="rect">
              <a:avLst/>
            </a:prstGeom>
            <a:solidFill>
              <a:srgbClr val="EBF0F6"/>
            </a:solidFill>
            <a:ln>
              <a:noFill/>
            </a:ln>
          </p:spPr>
        </p:sp>
        <p:sp>
          <p:nvSpPr>
            <p:cNvPr id="7653" name="Heatmap cell r24 c178"/>
            <p:cNvSpPr/>
            <p:nvPr/>
          </p:nvSpPr>
          <p:spPr>
            <a:xfrm>
              <a:off x="3232859" y="636345"/>
              <a:ext cx="17140" cy="26609"/>
            </a:xfrm>
            <a:prstGeom prst="rect">
              <a:avLst/>
            </a:prstGeom>
            <a:solidFill>
              <a:srgbClr val="F7DADC"/>
            </a:solidFill>
            <a:ln>
              <a:noFill/>
            </a:ln>
          </p:spPr>
        </p:sp>
        <p:sp>
          <p:nvSpPr>
            <p:cNvPr id="7654" name="Heatmap cell r24 c179"/>
            <p:cNvSpPr/>
            <p:nvPr/>
          </p:nvSpPr>
          <p:spPr>
            <a:xfrm>
              <a:off x="3249904" y="636345"/>
              <a:ext cx="19034" cy="26609"/>
            </a:xfrm>
            <a:prstGeom prst="rect">
              <a:avLst/>
            </a:prstGeom>
            <a:solidFill>
              <a:srgbClr val="FBF5F5"/>
            </a:solidFill>
            <a:ln>
              <a:noFill/>
            </a:ln>
          </p:spPr>
        </p:sp>
        <p:sp>
          <p:nvSpPr>
            <p:cNvPr id="7655" name="Heatmap cell r24 c180"/>
            <p:cNvSpPr/>
            <p:nvPr/>
          </p:nvSpPr>
          <p:spPr>
            <a:xfrm>
              <a:off x="3268843" y="636345"/>
              <a:ext cx="17140" cy="26609"/>
            </a:xfrm>
            <a:prstGeom prst="rect">
              <a:avLst/>
            </a:prstGeom>
            <a:solidFill>
              <a:srgbClr val="EFB9BE"/>
            </a:solidFill>
            <a:ln>
              <a:noFill/>
            </a:ln>
          </p:spPr>
        </p:sp>
        <p:sp>
          <p:nvSpPr>
            <p:cNvPr id="7656" name="Heatmap cell r24 c181"/>
            <p:cNvSpPr/>
            <p:nvPr/>
          </p:nvSpPr>
          <p:spPr>
            <a:xfrm>
              <a:off x="3285888" y="636345"/>
              <a:ext cx="19034" cy="26609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7657" name="Heatmap cell r24 c182"/>
            <p:cNvSpPr/>
            <p:nvPr/>
          </p:nvSpPr>
          <p:spPr>
            <a:xfrm>
              <a:off x="3304827" y="636345"/>
              <a:ext cx="19034" cy="26609"/>
            </a:xfrm>
            <a:prstGeom prst="rect">
              <a:avLst/>
            </a:prstGeom>
            <a:solidFill>
              <a:srgbClr val="F1C3C8"/>
            </a:solidFill>
            <a:ln>
              <a:noFill/>
            </a:ln>
          </p:spPr>
        </p:sp>
        <p:sp>
          <p:nvSpPr>
            <p:cNvPr id="7658" name="Heatmap cell r24 c184"/>
            <p:cNvSpPr/>
            <p:nvPr/>
          </p:nvSpPr>
          <p:spPr>
            <a:xfrm>
              <a:off x="3340810" y="636345"/>
              <a:ext cx="19034" cy="26609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7659" name="Heatmap cell r24 c185"/>
            <p:cNvSpPr/>
            <p:nvPr/>
          </p:nvSpPr>
          <p:spPr>
            <a:xfrm>
              <a:off x="3359749" y="636345"/>
              <a:ext cx="17140" cy="26609"/>
            </a:xfrm>
            <a:prstGeom prst="rect">
              <a:avLst/>
            </a:prstGeom>
            <a:solidFill>
              <a:srgbClr val="7494B6"/>
            </a:solidFill>
            <a:ln>
              <a:noFill/>
            </a:ln>
          </p:spPr>
        </p:sp>
        <p:sp>
          <p:nvSpPr>
            <p:cNvPr id="7660" name="Heatmap cell r24 c186"/>
            <p:cNvSpPr/>
            <p:nvPr/>
          </p:nvSpPr>
          <p:spPr>
            <a:xfrm>
              <a:off x="3376794" y="636345"/>
              <a:ext cx="19034" cy="26609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</p:sp>
        <p:sp>
          <p:nvSpPr>
            <p:cNvPr id="7661" name="Heatmap cell r24 c187"/>
            <p:cNvSpPr/>
            <p:nvPr/>
          </p:nvSpPr>
          <p:spPr>
            <a:xfrm>
              <a:off x="3395733" y="636345"/>
              <a:ext cx="17140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7662" name="Heatmap cell r24 c188"/>
            <p:cNvSpPr/>
            <p:nvPr/>
          </p:nvSpPr>
          <p:spPr>
            <a:xfrm>
              <a:off x="3412778" y="636345"/>
              <a:ext cx="19034" cy="26609"/>
            </a:xfrm>
            <a:prstGeom prst="rect">
              <a:avLst/>
            </a:prstGeom>
            <a:solidFill>
              <a:srgbClr val="F4CCD1"/>
            </a:solidFill>
            <a:ln>
              <a:noFill/>
            </a:ln>
          </p:spPr>
        </p:sp>
        <p:sp>
          <p:nvSpPr>
            <p:cNvPr id="7663" name="Heatmap cell r24 c189"/>
            <p:cNvSpPr/>
            <p:nvPr/>
          </p:nvSpPr>
          <p:spPr>
            <a:xfrm>
              <a:off x="3431717" y="636345"/>
              <a:ext cx="17140" cy="26609"/>
            </a:xfrm>
            <a:prstGeom prst="rect">
              <a:avLst/>
            </a:prstGeom>
            <a:solidFill>
              <a:srgbClr val="F3C6CB"/>
            </a:solidFill>
            <a:ln>
              <a:noFill/>
            </a:ln>
          </p:spPr>
        </p:sp>
        <p:sp>
          <p:nvSpPr>
            <p:cNvPr id="7664" name="Heatmap cell r24 c190"/>
            <p:cNvSpPr/>
            <p:nvPr/>
          </p:nvSpPr>
          <p:spPr>
            <a:xfrm>
              <a:off x="3448762" y="636345"/>
              <a:ext cx="19034" cy="26609"/>
            </a:xfrm>
            <a:prstGeom prst="rect">
              <a:avLst/>
            </a:prstGeom>
            <a:solidFill>
              <a:srgbClr val="D0DBE6"/>
            </a:solidFill>
            <a:ln>
              <a:noFill/>
            </a:ln>
          </p:spPr>
        </p:sp>
        <p:sp>
          <p:nvSpPr>
            <p:cNvPr id="7665" name="Heatmap cell r24 c191"/>
            <p:cNvSpPr/>
            <p:nvPr/>
          </p:nvSpPr>
          <p:spPr>
            <a:xfrm>
              <a:off x="3467701" y="636345"/>
              <a:ext cx="17140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7666" name="Heatmap cell r24 c192"/>
            <p:cNvSpPr/>
            <p:nvPr/>
          </p:nvSpPr>
          <p:spPr>
            <a:xfrm>
              <a:off x="3484746" y="636345"/>
              <a:ext cx="19034" cy="26609"/>
            </a:xfrm>
            <a:prstGeom prst="rect">
              <a:avLst/>
            </a:prstGeom>
            <a:solidFill>
              <a:srgbClr val="F7E2E4"/>
            </a:solidFill>
            <a:ln>
              <a:noFill/>
            </a:ln>
          </p:spPr>
        </p:sp>
        <p:sp>
          <p:nvSpPr>
            <p:cNvPr id="7667" name="Heatmap cell r24 c193"/>
            <p:cNvSpPr/>
            <p:nvPr/>
          </p:nvSpPr>
          <p:spPr>
            <a:xfrm>
              <a:off x="3503684" y="636345"/>
              <a:ext cx="17140" cy="26609"/>
            </a:xfrm>
            <a:prstGeom prst="rect">
              <a:avLst/>
            </a:prstGeom>
            <a:solidFill>
              <a:srgbClr val="F5CFD2"/>
            </a:solidFill>
            <a:ln>
              <a:noFill/>
            </a:ln>
          </p:spPr>
        </p:sp>
        <p:sp>
          <p:nvSpPr>
            <p:cNvPr id="7668" name="Heatmap cell r24 c194"/>
            <p:cNvSpPr/>
            <p:nvPr/>
          </p:nvSpPr>
          <p:spPr>
            <a:xfrm>
              <a:off x="3520729" y="636345"/>
              <a:ext cx="19034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7669" name="Heatmap cell r24 c195"/>
            <p:cNvSpPr/>
            <p:nvPr/>
          </p:nvSpPr>
          <p:spPr>
            <a:xfrm>
              <a:off x="3539668" y="636345"/>
              <a:ext cx="19034" cy="26609"/>
            </a:xfrm>
            <a:prstGeom prst="rect">
              <a:avLst/>
            </a:prstGeom>
            <a:solidFill>
              <a:srgbClr val="F2C8CD"/>
            </a:solidFill>
            <a:ln>
              <a:noFill/>
            </a:ln>
          </p:spPr>
        </p:sp>
        <p:sp>
          <p:nvSpPr>
            <p:cNvPr id="7670" name="Heatmap cell r24 c196"/>
            <p:cNvSpPr/>
            <p:nvPr/>
          </p:nvSpPr>
          <p:spPr>
            <a:xfrm>
              <a:off x="3558607" y="636345"/>
              <a:ext cx="17140" cy="26609"/>
            </a:xfrm>
            <a:prstGeom prst="rect">
              <a:avLst/>
            </a:prstGeom>
            <a:solidFill>
              <a:srgbClr val="F3C6CB"/>
            </a:solidFill>
            <a:ln>
              <a:noFill/>
            </a:ln>
          </p:spPr>
        </p:sp>
        <p:sp>
          <p:nvSpPr>
            <p:cNvPr id="7671" name="Heatmap cell r24 c197"/>
            <p:cNvSpPr/>
            <p:nvPr/>
          </p:nvSpPr>
          <p:spPr>
            <a:xfrm>
              <a:off x="3575652" y="636345"/>
              <a:ext cx="19034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7672" name="Heatmap cell r24 c198"/>
            <p:cNvSpPr/>
            <p:nvPr/>
          </p:nvSpPr>
          <p:spPr>
            <a:xfrm>
              <a:off x="3594591" y="636345"/>
              <a:ext cx="17140" cy="26609"/>
            </a:xfrm>
            <a:prstGeom prst="rect">
              <a:avLst/>
            </a:prstGeom>
            <a:solidFill>
              <a:srgbClr val="F4CCD1"/>
            </a:solidFill>
            <a:ln>
              <a:noFill/>
            </a:ln>
          </p:spPr>
        </p:sp>
        <p:sp>
          <p:nvSpPr>
            <p:cNvPr id="7673" name="Heatmap cell r24 c199"/>
            <p:cNvSpPr/>
            <p:nvPr/>
          </p:nvSpPr>
          <p:spPr>
            <a:xfrm>
              <a:off x="3611636" y="636345"/>
              <a:ext cx="19034" cy="26609"/>
            </a:xfrm>
            <a:prstGeom prst="rect">
              <a:avLst/>
            </a:prstGeom>
            <a:solidFill>
              <a:srgbClr val="FBF3F4"/>
            </a:solidFill>
            <a:ln>
              <a:noFill/>
            </a:ln>
          </p:spPr>
        </p:sp>
        <p:sp>
          <p:nvSpPr>
            <p:cNvPr id="7674" name="Heatmap cell r24 c200"/>
            <p:cNvSpPr/>
            <p:nvPr/>
          </p:nvSpPr>
          <p:spPr>
            <a:xfrm>
              <a:off x="3630575" y="636345"/>
              <a:ext cx="17140" cy="26609"/>
            </a:xfrm>
            <a:prstGeom prst="rect">
              <a:avLst/>
            </a:prstGeom>
            <a:solidFill>
              <a:srgbClr val="F5CFD2"/>
            </a:solidFill>
            <a:ln>
              <a:noFill/>
            </a:ln>
          </p:spPr>
        </p:sp>
        <p:sp>
          <p:nvSpPr>
            <p:cNvPr id="7675" name="Heatmap cell r24 c201"/>
            <p:cNvSpPr/>
            <p:nvPr/>
          </p:nvSpPr>
          <p:spPr>
            <a:xfrm>
              <a:off x="3647620" y="636345"/>
              <a:ext cx="19034" cy="26609"/>
            </a:xfrm>
            <a:prstGeom prst="rect">
              <a:avLst/>
            </a:prstGeom>
            <a:solidFill>
              <a:srgbClr val="6D91B3"/>
            </a:solidFill>
            <a:ln>
              <a:noFill/>
            </a:ln>
          </p:spPr>
        </p:sp>
        <p:sp>
          <p:nvSpPr>
            <p:cNvPr id="7676" name="Heatmap cell r24 c202"/>
            <p:cNvSpPr/>
            <p:nvPr/>
          </p:nvSpPr>
          <p:spPr>
            <a:xfrm>
              <a:off x="3666558" y="636345"/>
              <a:ext cx="17140" cy="26609"/>
            </a:xfrm>
            <a:prstGeom prst="rect">
              <a:avLst/>
            </a:prstGeom>
            <a:solidFill>
              <a:srgbClr val="F5F7F9"/>
            </a:solidFill>
            <a:ln>
              <a:noFill/>
            </a:ln>
          </p:spPr>
        </p:sp>
        <p:sp>
          <p:nvSpPr>
            <p:cNvPr id="7677" name="Heatmap cell r24 c203"/>
            <p:cNvSpPr/>
            <p:nvPr/>
          </p:nvSpPr>
          <p:spPr>
            <a:xfrm>
              <a:off x="3683603" y="636345"/>
              <a:ext cx="19034" cy="26609"/>
            </a:xfrm>
            <a:prstGeom prst="rect">
              <a:avLst/>
            </a:prstGeom>
            <a:solidFill>
              <a:srgbClr val="DBE3EB"/>
            </a:solidFill>
            <a:ln>
              <a:noFill/>
            </a:ln>
          </p:spPr>
        </p:sp>
        <p:sp>
          <p:nvSpPr>
            <p:cNvPr id="7678" name="Heatmap cell r24 c204"/>
            <p:cNvSpPr/>
            <p:nvPr/>
          </p:nvSpPr>
          <p:spPr>
            <a:xfrm>
              <a:off x="3702542" y="636345"/>
              <a:ext cx="17140" cy="26609"/>
            </a:xfrm>
            <a:prstGeom prst="rect">
              <a:avLst/>
            </a:prstGeom>
            <a:solidFill>
              <a:srgbClr val="F7E2E4"/>
            </a:solidFill>
            <a:ln>
              <a:noFill/>
            </a:ln>
          </p:spPr>
        </p:sp>
        <p:sp>
          <p:nvSpPr>
            <p:cNvPr id="7679" name="Heatmap cell r24 c205"/>
            <p:cNvSpPr/>
            <p:nvPr/>
          </p:nvSpPr>
          <p:spPr>
            <a:xfrm>
              <a:off x="3719587" y="636345"/>
              <a:ext cx="19034" cy="26609"/>
            </a:xfrm>
            <a:prstGeom prst="rect">
              <a:avLst/>
            </a:prstGeom>
            <a:solidFill>
              <a:srgbClr val="F0F4F7"/>
            </a:solidFill>
            <a:ln>
              <a:noFill/>
            </a:ln>
          </p:spPr>
        </p:sp>
        <p:sp>
          <p:nvSpPr>
            <p:cNvPr id="7680" name="Heatmap cell r24 c206"/>
            <p:cNvSpPr/>
            <p:nvPr/>
          </p:nvSpPr>
          <p:spPr>
            <a:xfrm>
              <a:off x="3738526" y="636345"/>
              <a:ext cx="17140" cy="26609"/>
            </a:xfrm>
            <a:prstGeom prst="rect">
              <a:avLst/>
            </a:prstGeom>
            <a:solidFill>
              <a:srgbClr val="F4CDD0"/>
            </a:solidFill>
            <a:ln>
              <a:noFill/>
            </a:ln>
          </p:spPr>
        </p:sp>
        <p:sp>
          <p:nvSpPr>
            <p:cNvPr id="7681" name="Heatmap cell r24 c207"/>
            <p:cNvSpPr/>
            <p:nvPr/>
          </p:nvSpPr>
          <p:spPr>
            <a:xfrm>
              <a:off x="3755571" y="636345"/>
              <a:ext cx="19034" cy="26609"/>
            </a:xfrm>
            <a:prstGeom prst="rect">
              <a:avLst/>
            </a:prstGeom>
            <a:solidFill>
              <a:srgbClr val="CCD7E3"/>
            </a:solidFill>
            <a:ln>
              <a:noFill/>
            </a:ln>
          </p:spPr>
        </p:sp>
        <p:sp>
          <p:nvSpPr>
            <p:cNvPr id="7682" name="Heatmap cell r24 c208"/>
            <p:cNvSpPr/>
            <p:nvPr/>
          </p:nvSpPr>
          <p:spPr>
            <a:xfrm>
              <a:off x="3774510" y="636345"/>
              <a:ext cx="19034" cy="26609"/>
            </a:xfrm>
            <a:prstGeom prst="rect">
              <a:avLst/>
            </a:prstGeom>
            <a:solidFill>
              <a:srgbClr val="6F92B4"/>
            </a:solidFill>
            <a:ln>
              <a:noFill/>
            </a:ln>
          </p:spPr>
        </p:sp>
        <p:sp>
          <p:nvSpPr>
            <p:cNvPr id="7683" name="Heatmap cell r24 c210"/>
            <p:cNvSpPr/>
            <p:nvPr/>
          </p:nvSpPr>
          <p:spPr>
            <a:xfrm>
              <a:off x="3810494" y="636345"/>
              <a:ext cx="19034" cy="26609"/>
            </a:xfrm>
            <a:prstGeom prst="rect">
              <a:avLst/>
            </a:prstGeom>
            <a:solidFill>
              <a:srgbClr val="FAECEC"/>
            </a:solidFill>
            <a:ln>
              <a:noFill/>
            </a:ln>
          </p:spPr>
        </p:sp>
        <p:sp>
          <p:nvSpPr>
            <p:cNvPr id="7684" name="Heatmap cell r24 c211"/>
            <p:cNvSpPr/>
            <p:nvPr/>
          </p:nvSpPr>
          <p:spPr>
            <a:xfrm>
              <a:off x="3829432" y="636345"/>
              <a:ext cx="17140" cy="26609"/>
            </a:xfrm>
            <a:prstGeom prst="rect">
              <a:avLst/>
            </a:prstGeom>
            <a:solidFill>
              <a:srgbClr val="F6F8F9"/>
            </a:solidFill>
            <a:ln>
              <a:noFill/>
            </a:ln>
          </p:spPr>
        </p:sp>
        <p:sp>
          <p:nvSpPr>
            <p:cNvPr id="7685" name="Heatmap cell r24 c212"/>
            <p:cNvSpPr/>
            <p:nvPr/>
          </p:nvSpPr>
          <p:spPr>
            <a:xfrm>
              <a:off x="3846477" y="636345"/>
              <a:ext cx="19034" cy="26609"/>
            </a:xfrm>
            <a:prstGeom prst="rect">
              <a:avLst/>
            </a:prstGeom>
            <a:solidFill>
              <a:srgbClr val="F2C8CD"/>
            </a:solidFill>
            <a:ln>
              <a:noFill/>
            </a:ln>
          </p:spPr>
        </p:sp>
        <p:sp>
          <p:nvSpPr>
            <p:cNvPr id="7686" name="Heatmap cell r24 c213"/>
            <p:cNvSpPr/>
            <p:nvPr/>
          </p:nvSpPr>
          <p:spPr>
            <a:xfrm>
              <a:off x="3865416" y="636345"/>
              <a:ext cx="17140" cy="26609"/>
            </a:xfrm>
            <a:prstGeom prst="rect">
              <a:avLst/>
            </a:prstGeom>
            <a:solidFill>
              <a:srgbClr val="F8DEE0"/>
            </a:solidFill>
            <a:ln>
              <a:noFill/>
            </a:ln>
          </p:spPr>
        </p:sp>
        <p:sp>
          <p:nvSpPr>
            <p:cNvPr id="7687" name="Heatmap cell r24 c214"/>
            <p:cNvSpPr/>
            <p:nvPr/>
          </p:nvSpPr>
          <p:spPr>
            <a:xfrm>
              <a:off x="3882461" y="636345"/>
              <a:ext cx="19034" cy="26609"/>
            </a:xfrm>
            <a:prstGeom prst="rect">
              <a:avLst/>
            </a:prstGeom>
            <a:solidFill>
              <a:srgbClr val="EBA3AA"/>
            </a:solidFill>
            <a:ln>
              <a:noFill/>
            </a:ln>
          </p:spPr>
        </p:sp>
        <p:sp>
          <p:nvSpPr>
            <p:cNvPr id="7688" name="Heatmap cell r24 c215"/>
            <p:cNvSpPr/>
            <p:nvPr/>
          </p:nvSpPr>
          <p:spPr>
            <a:xfrm>
              <a:off x="3901400" y="636345"/>
              <a:ext cx="17140" cy="26609"/>
            </a:xfrm>
            <a:prstGeom prst="rect">
              <a:avLst/>
            </a:prstGeom>
            <a:solidFill>
              <a:srgbClr val="F5D1D4"/>
            </a:solidFill>
            <a:ln>
              <a:noFill/>
            </a:ln>
          </p:spPr>
        </p:sp>
        <p:sp>
          <p:nvSpPr>
            <p:cNvPr id="7689" name="Heatmap cell r24 c216"/>
            <p:cNvSpPr/>
            <p:nvPr/>
          </p:nvSpPr>
          <p:spPr>
            <a:xfrm>
              <a:off x="3918445" y="636345"/>
              <a:ext cx="19034" cy="26609"/>
            </a:xfrm>
            <a:prstGeom prst="rect">
              <a:avLst/>
            </a:prstGeom>
            <a:solidFill>
              <a:srgbClr val="96AFC7"/>
            </a:solidFill>
            <a:ln>
              <a:noFill/>
            </a:ln>
          </p:spPr>
        </p:sp>
        <p:sp>
          <p:nvSpPr>
            <p:cNvPr id="7690" name="Heatmap cell r24 c217"/>
            <p:cNvSpPr/>
            <p:nvPr/>
          </p:nvSpPr>
          <p:spPr>
            <a:xfrm>
              <a:off x="3937384" y="636345"/>
              <a:ext cx="17140" cy="26609"/>
            </a:xfrm>
            <a:prstGeom prst="rect">
              <a:avLst/>
            </a:prstGeom>
            <a:solidFill>
              <a:srgbClr val="F8DEE0"/>
            </a:solidFill>
            <a:ln>
              <a:noFill/>
            </a:ln>
          </p:spPr>
        </p:sp>
        <p:sp>
          <p:nvSpPr>
            <p:cNvPr id="7691" name="Heatmap cell r24 c218"/>
            <p:cNvSpPr/>
            <p:nvPr/>
          </p:nvSpPr>
          <p:spPr>
            <a:xfrm>
              <a:off x="3954429" y="636345"/>
              <a:ext cx="19034" cy="26609"/>
            </a:xfrm>
            <a:prstGeom prst="rect">
              <a:avLst/>
            </a:prstGeom>
            <a:solidFill>
              <a:srgbClr val="ACC1D3"/>
            </a:solidFill>
            <a:ln>
              <a:noFill/>
            </a:ln>
          </p:spPr>
        </p:sp>
        <p:sp>
          <p:nvSpPr>
            <p:cNvPr id="7692" name="Heatmap cell r24 c220"/>
            <p:cNvSpPr/>
            <p:nvPr/>
          </p:nvSpPr>
          <p:spPr>
            <a:xfrm>
              <a:off x="3990412" y="636345"/>
              <a:ext cx="19034" cy="26609"/>
            </a:xfrm>
            <a:prstGeom prst="rect">
              <a:avLst/>
            </a:prstGeom>
            <a:solidFill>
              <a:srgbClr val="ACC1D3"/>
            </a:solidFill>
            <a:ln>
              <a:noFill/>
            </a:ln>
          </p:spPr>
        </p:sp>
        <p:sp>
          <p:nvSpPr>
            <p:cNvPr id="7693" name="Heatmap cell r24 c221"/>
            <p:cNvSpPr/>
            <p:nvPr/>
          </p:nvSpPr>
          <p:spPr>
            <a:xfrm>
              <a:off x="4009351" y="636345"/>
              <a:ext cx="19034" cy="26609"/>
            </a:xfrm>
            <a:prstGeom prst="rect">
              <a:avLst/>
            </a:prstGeom>
            <a:solidFill>
              <a:srgbClr val="AFC3D5"/>
            </a:solidFill>
            <a:ln>
              <a:noFill/>
            </a:ln>
          </p:spPr>
        </p:sp>
        <p:sp>
          <p:nvSpPr>
            <p:cNvPr id="7694" name="Heatmap cell r24 c222"/>
            <p:cNvSpPr/>
            <p:nvPr/>
          </p:nvSpPr>
          <p:spPr>
            <a:xfrm>
              <a:off x="4028290" y="636345"/>
              <a:ext cx="17140" cy="26609"/>
            </a:xfrm>
            <a:prstGeom prst="rect">
              <a:avLst/>
            </a:prstGeom>
            <a:solidFill>
              <a:srgbClr val="BDCEDD"/>
            </a:solidFill>
            <a:ln>
              <a:noFill/>
            </a:ln>
          </p:spPr>
        </p:sp>
        <p:sp>
          <p:nvSpPr>
            <p:cNvPr id="7695" name="Heatmap cell r24 c223"/>
            <p:cNvSpPr/>
            <p:nvPr/>
          </p:nvSpPr>
          <p:spPr>
            <a:xfrm>
              <a:off x="4045335" y="636345"/>
              <a:ext cx="19034" cy="26609"/>
            </a:xfrm>
            <a:prstGeom prst="rect">
              <a:avLst/>
            </a:prstGeom>
            <a:solidFill>
              <a:srgbClr val="D2DDE7"/>
            </a:solidFill>
            <a:ln>
              <a:noFill/>
            </a:ln>
          </p:spPr>
        </p:sp>
        <p:sp>
          <p:nvSpPr>
            <p:cNvPr id="7696" name="Heatmap cell r25 c1"/>
            <p:cNvSpPr/>
            <p:nvPr/>
          </p:nvSpPr>
          <p:spPr>
            <a:xfrm>
              <a:off x="13257" y="662859"/>
              <a:ext cx="45548" cy="26609"/>
            </a:xfrm>
            <a:prstGeom prst="rect">
              <a:avLst/>
            </a:prstGeom>
            <a:solidFill>
              <a:srgbClr val="155B9C"/>
            </a:solidFill>
            <a:ln>
              <a:noFill/>
            </a:ln>
          </p:spPr>
        </p:sp>
        <p:sp>
          <p:nvSpPr>
            <p:cNvPr id="7697" name="Heatmap cell r25 c3"/>
            <p:cNvSpPr/>
            <p:nvPr/>
          </p:nvSpPr>
          <p:spPr>
            <a:xfrm>
              <a:off x="71968" y="662859"/>
              <a:ext cx="17140" cy="26609"/>
            </a:xfrm>
            <a:prstGeom prst="rect">
              <a:avLst/>
            </a:prstGeom>
            <a:solidFill>
              <a:srgbClr val="EB9EA4"/>
            </a:solidFill>
            <a:ln>
              <a:noFill/>
            </a:ln>
          </p:spPr>
        </p:sp>
        <p:sp>
          <p:nvSpPr>
            <p:cNvPr id="7698" name="Heatmap cell r25 c4"/>
            <p:cNvSpPr/>
            <p:nvPr/>
          </p:nvSpPr>
          <p:spPr>
            <a:xfrm>
              <a:off x="89013" y="662859"/>
              <a:ext cx="19034" cy="26609"/>
            </a:xfrm>
            <a:prstGeom prst="rect">
              <a:avLst/>
            </a:prstGeom>
            <a:solidFill>
              <a:srgbClr val="F4CDD0"/>
            </a:solidFill>
            <a:ln>
              <a:noFill/>
            </a:ln>
          </p:spPr>
        </p:sp>
        <p:sp>
          <p:nvSpPr>
            <p:cNvPr id="7699" name="Heatmap cell r25 c5"/>
            <p:cNvSpPr/>
            <p:nvPr/>
          </p:nvSpPr>
          <p:spPr>
            <a:xfrm>
              <a:off x="107951" y="662859"/>
              <a:ext cx="17140" cy="26609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7700" name="Heatmap cell r25 c6"/>
            <p:cNvSpPr/>
            <p:nvPr/>
          </p:nvSpPr>
          <p:spPr>
            <a:xfrm>
              <a:off x="124996" y="662859"/>
              <a:ext cx="19034" cy="26609"/>
            </a:xfrm>
            <a:prstGeom prst="rect">
              <a:avLst/>
            </a:prstGeom>
            <a:solidFill>
              <a:srgbClr val="CFDAE4"/>
            </a:solidFill>
            <a:ln>
              <a:noFill/>
            </a:ln>
          </p:spPr>
        </p:sp>
        <p:sp>
          <p:nvSpPr>
            <p:cNvPr id="7701" name="Heatmap cell r25 c7"/>
            <p:cNvSpPr/>
            <p:nvPr/>
          </p:nvSpPr>
          <p:spPr>
            <a:xfrm>
              <a:off x="143935" y="662859"/>
              <a:ext cx="17140" cy="26609"/>
            </a:xfrm>
            <a:prstGeom prst="rect">
              <a:avLst/>
            </a:prstGeom>
            <a:solidFill>
              <a:srgbClr val="FBF3F4"/>
            </a:solidFill>
            <a:ln>
              <a:noFill/>
            </a:ln>
          </p:spPr>
        </p:sp>
        <p:sp>
          <p:nvSpPr>
            <p:cNvPr id="7702" name="Heatmap cell r25 c8"/>
            <p:cNvSpPr/>
            <p:nvPr/>
          </p:nvSpPr>
          <p:spPr>
            <a:xfrm>
              <a:off x="160980" y="662859"/>
              <a:ext cx="19034" cy="26609"/>
            </a:xfrm>
            <a:prstGeom prst="rect">
              <a:avLst/>
            </a:prstGeom>
            <a:solidFill>
              <a:srgbClr val="F0BBC2"/>
            </a:solidFill>
            <a:ln>
              <a:noFill/>
            </a:ln>
          </p:spPr>
        </p:sp>
        <p:sp>
          <p:nvSpPr>
            <p:cNvPr id="7703" name="Heatmap cell r25 c9"/>
            <p:cNvSpPr/>
            <p:nvPr/>
          </p:nvSpPr>
          <p:spPr>
            <a:xfrm>
              <a:off x="179919" y="662859"/>
              <a:ext cx="19034" cy="26609"/>
            </a:xfrm>
            <a:prstGeom prst="rect">
              <a:avLst/>
            </a:prstGeom>
            <a:solidFill>
              <a:srgbClr val="EBA4AC"/>
            </a:solidFill>
            <a:ln>
              <a:noFill/>
            </a:ln>
          </p:spPr>
        </p:sp>
        <p:sp>
          <p:nvSpPr>
            <p:cNvPr id="7704" name="Heatmap cell r25 c10"/>
            <p:cNvSpPr/>
            <p:nvPr/>
          </p:nvSpPr>
          <p:spPr>
            <a:xfrm>
              <a:off x="198858" y="662859"/>
              <a:ext cx="17140" cy="26609"/>
            </a:xfrm>
            <a:prstGeom prst="rect">
              <a:avLst/>
            </a:prstGeom>
            <a:solidFill>
              <a:srgbClr val="E68791"/>
            </a:solidFill>
            <a:ln>
              <a:noFill/>
            </a:ln>
          </p:spPr>
        </p:sp>
        <p:sp>
          <p:nvSpPr>
            <p:cNvPr id="7705" name="Heatmap cell r25 c11"/>
            <p:cNvSpPr/>
            <p:nvPr/>
          </p:nvSpPr>
          <p:spPr>
            <a:xfrm>
              <a:off x="215903" y="662859"/>
              <a:ext cx="19034" cy="26609"/>
            </a:xfrm>
            <a:prstGeom prst="rect">
              <a:avLst/>
            </a:prstGeom>
            <a:solidFill>
              <a:srgbClr val="F6F8F9"/>
            </a:solidFill>
            <a:ln>
              <a:noFill/>
            </a:ln>
          </p:spPr>
        </p:sp>
        <p:sp>
          <p:nvSpPr>
            <p:cNvPr id="7706" name="Heatmap cell r25 c12"/>
            <p:cNvSpPr/>
            <p:nvPr/>
          </p:nvSpPr>
          <p:spPr>
            <a:xfrm>
              <a:off x="234842" y="662859"/>
              <a:ext cx="17140" cy="26609"/>
            </a:xfrm>
            <a:prstGeom prst="rect">
              <a:avLst/>
            </a:prstGeom>
            <a:solidFill>
              <a:srgbClr val="E89097"/>
            </a:solidFill>
            <a:ln>
              <a:noFill/>
            </a:ln>
          </p:spPr>
        </p:sp>
        <p:sp>
          <p:nvSpPr>
            <p:cNvPr id="7707" name="Heatmap cell r25 c13"/>
            <p:cNvSpPr/>
            <p:nvPr/>
          </p:nvSpPr>
          <p:spPr>
            <a:xfrm>
              <a:off x="251887" y="662859"/>
              <a:ext cx="19034" cy="26609"/>
            </a:xfrm>
            <a:prstGeom prst="rect">
              <a:avLst/>
            </a:prstGeom>
            <a:solidFill>
              <a:srgbClr val="F8DEE0"/>
            </a:solidFill>
            <a:ln>
              <a:noFill/>
            </a:ln>
          </p:spPr>
        </p:sp>
        <p:sp>
          <p:nvSpPr>
            <p:cNvPr id="7708" name="Heatmap cell r25 c15"/>
            <p:cNvSpPr/>
            <p:nvPr/>
          </p:nvSpPr>
          <p:spPr>
            <a:xfrm>
              <a:off x="287870" y="662859"/>
              <a:ext cx="19034" cy="26609"/>
            </a:xfrm>
            <a:prstGeom prst="rect">
              <a:avLst/>
            </a:prstGeom>
            <a:solidFill>
              <a:srgbClr val="F8E1E3"/>
            </a:solidFill>
            <a:ln>
              <a:noFill/>
            </a:ln>
          </p:spPr>
        </p:sp>
        <p:sp>
          <p:nvSpPr>
            <p:cNvPr id="7709" name="Heatmap cell r25 c16"/>
            <p:cNvSpPr/>
            <p:nvPr/>
          </p:nvSpPr>
          <p:spPr>
            <a:xfrm>
              <a:off x="306809" y="662859"/>
              <a:ext cx="17140" cy="26609"/>
            </a:xfrm>
            <a:prstGeom prst="rect">
              <a:avLst/>
            </a:prstGeom>
            <a:solidFill>
              <a:srgbClr val="EFB8BD"/>
            </a:solidFill>
            <a:ln>
              <a:noFill/>
            </a:ln>
          </p:spPr>
        </p:sp>
        <p:sp>
          <p:nvSpPr>
            <p:cNvPr id="7710" name="Heatmap cell r25 c17"/>
            <p:cNvSpPr/>
            <p:nvPr/>
          </p:nvSpPr>
          <p:spPr>
            <a:xfrm>
              <a:off x="323854" y="662859"/>
              <a:ext cx="19034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7711" name="Heatmap cell r25 c18"/>
            <p:cNvSpPr/>
            <p:nvPr/>
          </p:nvSpPr>
          <p:spPr>
            <a:xfrm>
              <a:off x="342793" y="662859"/>
              <a:ext cx="17140" cy="26609"/>
            </a:xfrm>
            <a:prstGeom prst="rect">
              <a:avLst/>
            </a:prstGeom>
            <a:solidFill>
              <a:srgbClr val="C2D0DE"/>
            </a:solidFill>
            <a:ln>
              <a:noFill/>
            </a:ln>
          </p:spPr>
        </p:sp>
        <p:sp>
          <p:nvSpPr>
            <p:cNvPr id="7712" name="Heatmap cell r25 c19"/>
            <p:cNvSpPr/>
            <p:nvPr/>
          </p:nvSpPr>
          <p:spPr>
            <a:xfrm>
              <a:off x="359838" y="662859"/>
              <a:ext cx="19034" cy="26609"/>
            </a:xfrm>
            <a:prstGeom prst="rect">
              <a:avLst/>
            </a:prstGeom>
            <a:solidFill>
              <a:srgbClr val="F6D4D7"/>
            </a:solidFill>
            <a:ln>
              <a:noFill/>
            </a:ln>
          </p:spPr>
        </p:sp>
        <p:sp>
          <p:nvSpPr>
            <p:cNvPr id="7713" name="Heatmap cell r25 c20"/>
            <p:cNvSpPr/>
            <p:nvPr/>
          </p:nvSpPr>
          <p:spPr>
            <a:xfrm>
              <a:off x="378777" y="662859"/>
              <a:ext cx="17140" cy="26609"/>
            </a:xfrm>
            <a:prstGeom prst="rect">
              <a:avLst/>
            </a:prstGeom>
            <a:solidFill>
              <a:srgbClr val="ECA7AD"/>
            </a:solidFill>
            <a:ln>
              <a:noFill/>
            </a:ln>
          </p:spPr>
        </p:sp>
        <p:sp>
          <p:nvSpPr>
            <p:cNvPr id="7714" name="Heatmap cell r25 c21"/>
            <p:cNvSpPr/>
            <p:nvPr/>
          </p:nvSpPr>
          <p:spPr>
            <a:xfrm>
              <a:off x="395822" y="662859"/>
              <a:ext cx="19034" cy="26609"/>
            </a:xfrm>
            <a:prstGeom prst="rect">
              <a:avLst/>
            </a:prstGeom>
            <a:solidFill>
              <a:srgbClr val="F3C7CC"/>
            </a:solidFill>
            <a:ln>
              <a:noFill/>
            </a:ln>
          </p:spPr>
        </p:sp>
        <p:sp>
          <p:nvSpPr>
            <p:cNvPr id="7715" name="Heatmap cell r25 c22"/>
            <p:cNvSpPr/>
            <p:nvPr/>
          </p:nvSpPr>
          <p:spPr>
            <a:xfrm>
              <a:off x="414760" y="662859"/>
              <a:ext cx="19034" cy="26609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</p:sp>
        <p:sp>
          <p:nvSpPr>
            <p:cNvPr id="7716" name="Heatmap cell r25 c23"/>
            <p:cNvSpPr/>
            <p:nvPr/>
          </p:nvSpPr>
          <p:spPr>
            <a:xfrm>
              <a:off x="433699" y="662859"/>
              <a:ext cx="17140" cy="26609"/>
            </a:xfrm>
            <a:prstGeom prst="rect">
              <a:avLst/>
            </a:prstGeom>
            <a:solidFill>
              <a:srgbClr val="F4CDD0"/>
            </a:solidFill>
            <a:ln>
              <a:noFill/>
            </a:ln>
          </p:spPr>
        </p:sp>
        <p:sp>
          <p:nvSpPr>
            <p:cNvPr id="7717" name="Heatmap cell r25 c24"/>
            <p:cNvSpPr/>
            <p:nvPr/>
          </p:nvSpPr>
          <p:spPr>
            <a:xfrm>
              <a:off x="450744" y="662859"/>
              <a:ext cx="19034" cy="26609"/>
            </a:xfrm>
            <a:prstGeom prst="rect">
              <a:avLst/>
            </a:prstGeom>
            <a:solidFill>
              <a:srgbClr val="F4CDD0"/>
            </a:solidFill>
            <a:ln>
              <a:noFill/>
            </a:ln>
          </p:spPr>
        </p:sp>
        <p:sp>
          <p:nvSpPr>
            <p:cNvPr id="7718" name="Heatmap cell r25 c25"/>
            <p:cNvSpPr/>
            <p:nvPr/>
          </p:nvSpPr>
          <p:spPr>
            <a:xfrm>
              <a:off x="469683" y="662859"/>
              <a:ext cx="17140" cy="26609"/>
            </a:xfrm>
            <a:prstGeom prst="rect">
              <a:avLst/>
            </a:prstGeom>
            <a:solidFill>
              <a:srgbClr val="E4EBEF"/>
            </a:solidFill>
            <a:ln>
              <a:noFill/>
            </a:ln>
          </p:spPr>
        </p:sp>
        <p:sp>
          <p:nvSpPr>
            <p:cNvPr id="7719" name="Heatmap cell r25 c26"/>
            <p:cNvSpPr/>
            <p:nvPr/>
          </p:nvSpPr>
          <p:spPr>
            <a:xfrm>
              <a:off x="486728" y="662859"/>
              <a:ext cx="19034" cy="26609"/>
            </a:xfrm>
            <a:prstGeom prst="rect">
              <a:avLst/>
            </a:prstGeom>
            <a:solidFill>
              <a:srgbClr val="E4828A"/>
            </a:solidFill>
            <a:ln>
              <a:noFill/>
            </a:ln>
          </p:spPr>
        </p:sp>
        <p:sp>
          <p:nvSpPr>
            <p:cNvPr id="7720" name="Heatmap cell r25 c27"/>
            <p:cNvSpPr/>
            <p:nvPr/>
          </p:nvSpPr>
          <p:spPr>
            <a:xfrm>
              <a:off x="505667" y="662859"/>
              <a:ext cx="17140" cy="26609"/>
            </a:xfrm>
            <a:prstGeom prst="rect">
              <a:avLst/>
            </a:prstGeom>
            <a:solidFill>
              <a:srgbClr val="F3C9CE"/>
            </a:solidFill>
            <a:ln>
              <a:noFill/>
            </a:ln>
          </p:spPr>
        </p:sp>
        <p:sp>
          <p:nvSpPr>
            <p:cNvPr id="7721" name="Heatmap cell r25 c28"/>
            <p:cNvSpPr/>
            <p:nvPr/>
          </p:nvSpPr>
          <p:spPr>
            <a:xfrm>
              <a:off x="522712" y="662859"/>
              <a:ext cx="19034" cy="26609"/>
            </a:xfrm>
            <a:prstGeom prst="rect">
              <a:avLst/>
            </a:prstGeom>
            <a:solidFill>
              <a:srgbClr val="F0BBC2"/>
            </a:solidFill>
            <a:ln>
              <a:noFill/>
            </a:ln>
          </p:spPr>
        </p:sp>
        <p:sp>
          <p:nvSpPr>
            <p:cNvPr id="7722" name="Heatmap cell r25 c29"/>
            <p:cNvSpPr/>
            <p:nvPr/>
          </p:nvSpPr>
          <p:spPr>
            <a:xfrm>
              <a:off x="541651" y="662859"/>
              <a:ext cx="17140" cy="26609"/>
            </a:xfrm>
            <a:prstGeom prst="rect">
              <a:avLst/>
            </a:prstGeom>
            <a:solidFill>
              <a:srgbClr val="DFE6ED"/>
            </a:solidFill>
            <a:ln>
              <a:noFill/>
            </a:ln>
          </p:spPr>
        </p:sp>
        <p:sp>
          <p:nvSpPr>
            <p:cNvPr id="7723" name="Heatmap cell r25 c30"/>
            <p:cNvSpPr/>
            <p:nvPr/>
          </p:nvSpPr>
          <p:spPr>
            <a:xfrm>
              <a:off x="558696" y="662859"/>
              <a:ext cx="19034" cy="26609"/>
            </a:xfrm>
            <a:prstGeom prst="rect">
              <a:avLst/>
            </a:prstGeom>
            <a:solidFill>
              <a:srgbClr val="F1BEC3"/>
            </a:solidFill>
            <a:ln>
              <a:noFill/>
            </a:ln>
          </p:spPr>
        </p:sp>
        <p:sp>
          <p:nvSpPr>
            <p:cNvPr id="7724" name="Heatmap cell r25 c31"/>
            <p:cNvSpPr/>
            <p:nvPr/>
          </p:nvSpPr>
          <p:spPr>
            <a:xfrm>
              <a:off x="577634" y="662859"/>
              <a:ext cx="17140" cy="26609"/>
            </a:xfrm>
            <a:prstGeom prst="rect">
              <a:avLst/>
            </a:prstGeom>
            <a:solidFill>
              <a:srgbClr val="EEB1B8"/>
            </a:solidFill>
            <a:ln>
              <a:noFill/>
            </a:ln>
          </p:spPr>
        </p:sp>
        <p:sp>
          <p:nvSpPr>
            <p:cNvPr id="7725" name="Heatmap cell r25 c32"/>
            <p:cNvSpPr/>
            <p:nvPr/>
          </p:nvSpPr>
          <p:spPr>
            <a:xfrm>
              <a:off x="594679" y="662859"/>
              <a:ext cx="19034" cy="26609"/>
            </a:xfrm>
            <a:prstGeom prst="rect">
              <a:avLst/>
            </a:prstGeom>
            <a:solidFill>
              <a:srgbClr val="E9959E"/>
            </a:solidFill>
            <a:ln>
              <a:noFill/>
            </a:ln>
          </p:spPr>
        </p:sp>
        <p:sp>
          <p:nvSpPr>
            <p:cNvPr id="7726" name="Heatmap cell r25 c33"/>
            <p:cNvSpPr/>
            <p:nvPr/>
          </p:nvSpPr>
          <p:spPr>
            <a:xfrm>
              <a:off x="613618" y="662859"/>
              <a:ext cx="17140" cy="26609"/>
            </a:xfrm>
            <a:prstGeom prst="rect">
              <a:avLst/>
            </a:prstGeom>
            <a:solidFill>
              <a:srgbClr val="F3C7CC"/>
            </a:solidFill>
            <a:ln>
              <a:noFill/>
            </a:ln>
          </p:spPr>
        </p:sp>
        <p:sp>
          <p:nvSpPr>
            <p:cNvPr id="7727" name="Heatmap cell r25 c34"/>
            <p:cNvSpPr/>
            <p:nvPr/>
          </p:nvSpPr>
          <p:spPr>
            <a:xfrm>
              <a:off x="630663" y="662859"/>
              <a:ext cx="19034" cy="26609"/>
            </a:xfrm>
            <a:prstGeom prst="rect">
              <a:avLst/>
            </a:prstGeom>
            <a:solidFill>
              <a:srgbClr val="ECA7AD"/>
            </a:solidFill>
            <a:ln>
              <a:noFill/>
            </a:ln>
          </p:spPr>
        </p:sp>
        <p:sp>
          <p:nvSpPr>
            <p:cNvPr id="7728" name="Heatmap cell r25 c35"/>
            <p:cNvSpPr/>
            <p:nvPr/>
          </p:nvSpPr>
          <p:spPr>
            <a:xfrm>
              <a:off x="649602" y="662859"/>
              <a:ext cx="19034" cy="26609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7729" name="Heatmap cell r25 c36"/>
            <p:cNvSpPr/>
            <p:nvPr/>
          </p:nvSpPr>
          <p:spPr>
            <a:xfrm>
              <a:off x="668541" y="662859"/>
              <a:ext cx="17140" cy="26609"/>
            </a:xfrm>
            <a:prstGeom prst="rect">
              <a:avLst/>
            </a:prstGeom>
            <a:solidFill>
              <a:srgbClr val="F9E8E9"/>
            </a:solidFill>
            <a:ln>
              <a:noFill/>
            </a:ln>
          </p:spPr>
        </p:sp>
        <p:sp>
          <p:nvSpPr>
            <p:cNvPr id="7730" name="Heatmap cell r25 c37"/>
            <p:cNvSpPr/>
            <p:nvPr/>
          </p:nvSpPr>
          <p:spPr>
            <a:xfrm>
              <a:off x="685586" y="662859"/>
              <a:ext cx="19034" cy="26609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7731" name="Heatmap cell r25 c38"/>
            <p:cNvSpPr/>
            <p:nvPr/>
          </p:nvSpPr>
          <p:spPr>
            <a:xfrm>
              <a:off x="704525" y="662859"/>
              <a:ext cx="17140" cy="26609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7732" name="Heatmap cell r25 c39"/>
            <p:cNvSpPr/>
            <p:nvPr/>
          </p:nvSpPr>
          <p:spPr>
            <a:xfrm>
              <a:off x="721570" y="662859"/>
              <a:ext cx="19034" cy="26609"/>
            </a:xfrm>
            <a:prstGeom prst="rect">
              <a:avLst/>
            </a:prstGeom>
            <a:solidFill>
              <a:srgbClr val="D2DDE7"/>
            </a:solidFill>
            <a:ln>
              <a:noFill/>
            </a:ln>
          </p:spPr>
        </p:sp>
        <p:sp>
          <p:nvSpPr>
            <p:cNvPr id="7733" name="Heatmap cell r25 c40"/>
            <p:cNvSpPr/>
            <p:nvPr/>
          </p:nvSpPr>
          <p:spPr>
            <a:xfrm>
              <a:off x="740508" y="662859"/>
              <a:ext cx="17140" cy="26609"/>
            </a:xfrm>
            <a:prstGeom prst="rect">
              <a:avLst/>
            </a:prstGeom>
            <a:solidFill>
              <a:srgbClr val="F0BDC2"/>
            </a:solidFill>
            <a:ln>
              <a:noFill/>
            </a:ln>
          </p:spPr>
        </p:sp>
        <p:sp>
          <p:nvSpPr>
            <p:cNvPr id="7734" name="Heatmap cell r25 c41"/>
            <p:cNvSpPr/>
            <p:nvPr/>
          </p:nvSpPr>
          <p:spPr>
            <a:xfrm>
              <a:off x="757553" y="662859"/>
              <a:ext cx="19034" cy="26609"/>
            </a:xfrm>
            <a:prstGeom prst="rect">
              <a:avLst/>
            </a:prstGeom>
            <a:solidFill>
              <a:srgbClr val="E4EBEF"/>
            </a:solidFill>
            <a:ln>
              <a:noFill/>
            </a:ln>
          </p:spPr>
        </p:sp>
        <p:sp>
          <p:nvSpPr>
            <p:cNvPr id="7735" name="Heatmap cell r25 c42"/>
            <p:cNvSpPr/>
            <p:nvPr/>
          </p:nvSpPr>
          <p:spPr>
            <a:xfrm>
              <a:off x="776492" y="662859"/>
              <a:ext cx="17140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7736" name="Heatmap cell r25 c43"/>
            <p:cNvSpPr/>
            <p:nvPr/>
          </p:nvSpPr>
          <p:spPr>
            <a:xfrm>
              <a:off x="793537" y="662859"/>
              <a:ext cx="19034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7737" name="Heatmap cell r25 c44"/>
            <p:cNvSpPr/>
            <p:nvPr/>
          </p:nvSpPr>
          <p:spPr>
            <a:xfrm>
              <a:off x="812476" y="662859"/>
              <a:ext cx="17140" cy="26609"/>
            </a:xfrm>
            <a:prstGeom prst="rect">
              <a:avLst/>
            </a:prstGeom>
            <a:solidFill>
              <a:srgbClr val="FCF8F9"/>
            </a:solidFill>
            <a:ln>
              <a:noFill/>
            </a:ln>
          </p:spPr>
        </p:sp>
        <p:sp>
          <p:nvSpPr>
            <p:cNvPr id="7738" name="Heatmap cell r25 c45"/>
            <p:cNvSpPr/>
            <p:nvPr/>
          </p:nvSpPr>
          <p:spPr>
            <a:xfrm>
              <a:off x="829521" y="662859"/>
              <a:ext cx="19034" cy="26609"/>
            </a:xfrm>
            <a:prstGeom prst="rect">
              <a:avLst/>
            </a:prstGeom>
            <a:solidFill>
              <a:srgbClr val="F5D1D4"/>
            </a:solidFill>
            <a:ln>
              <a:noFill/>
            </a:ln>
          </p:spPr>
        </p:sp>
        <p:sp>
          <p:nvSpPr>
            <p:cNvPr id="7739" name="Heatmap cell r25 c46"/>
            <p:cNvSpPr/>
            <p:nvPr/>
          </p:nvSpPr>
          <p:spPr>
            <a:xfrm>
              <a:off x="848460" y="662859"/>
              <a:ext cx="17140" cy="26609"/>
            </a:xfrm>
            <a:prstGeom prst="rect">
              <a:avLst/>
            </a:prstGeom>
            <a:solidFill>
              <a:srgbClr val="E78993"/>
            </a:solidFill>
            <a:ln>
              <a:noFill/>
            </a:ln>
          </p:spPr>
        </p:sp>
        <p:sp>
          <p:nvSpPr>
            <p:cNvPr id="7740" name="Heatmap cell r25 c47"/>
            <p:cNvSpPr/>
            <p:nvPr/>
          </p:nvSpPr>
          <p:spPr>
            <a:xfrm>
              <a:off x="865505" y="662859"/>
              <a:ext cx="19034" cy="26609"/>
            </a:xfrm>
            <a:prstGeom prst="rect">
              <a:avLst/>
            </a:prstGeom>
            <a:solidFill>
              <a:srgbClr val="F3C5C8"/>
            </a:solidFill>
            <a:ln>
              <a:noFill/>
            </a:ln>
          </p:spPr>
        </p:sp>
        <p:sp>
          <p:nvSpPr>
            <p:cNvPr id="7741" name="Heatmap cell r25 c48"/>
            <p:cNvSpPr/>
            <p:nvPr/>
          </p:nvSpPr>
          <p:spPr>
            <a:xfrm>
              <a:off x="884444" y="662859"/>
              <a:ext cx="19034" cy="26609"/>
            </a:xfrm>
            <a:prstGeom prst="rect">
              <a:avLst/>
            </a:prstGeom>
            <a:solidFill>
              <a:srgbClr val="EBA1A8"/>
            </a:solidFill>
            <a:ln>
              <a:noFill/>
            </a:ln>
          </p:spPr>
        </p:sp>
        <p:sp>
          <p:nvSpPr>
            <p:cNvPr id="7742" name="Heatmap cell r25 c49"/>
            <p:cNvSpPr/>
            <p:nvPr/>
          </p:nvSpPr>
          <p:spPr>
            <a:xfrm>
              <a:off x="903382" y="662859"/>
              <a:ext cx="17140" cy="26609"/>
            </a:xfrm>
            <a:prstGeom prst="rect">
              <a:avLst/>
            </a:prstGeom>
            <a:solidFill>
              <a:srgbClr val="E88F96"/>
            </a:solidFill>
            <a:ln>
              <a:noFill/>
            </a:ln>
          </p:spPr>
        </p:sp>
        <p:sp>
          <p:nvSpPr>
            <p:cNvPr id="7743" name="Heatmap cell r25 c50"/>
            <p:cNvSpPr/>
            <p:nvPr/>
          </p:nvSpPr>
          <p:spPr>
            <a:xfrm>
              <a:off x="920427" y="662859"/>
              <a:ext cx="19034" cy="26609"/>
            </a:xfrm>
            <a:prstGeom prst="rect">
              <a:avLst/>
            </a:prstGeom>
            <a:solidFill>
              <a:srgbClr val="E6EBF1"/>
            </a:solidFill>
            <a:ln>
              <a:noFill/>
            </a:ln>
          </p:spPr>
        </p:sp>
        <p:sp>
          <p:nvSpPr>
            <p:cNvPr id="7744" name="Heatmap cell r25 c51"/>
            <p:cNvSpPr/>
            <p:nvPr/>
          </p:nvSpPr>
          <p:spPr>
            <a:xfrm>
              <a:off x="939366" y="662859"/>
              <a:ext cx="17140" cy="26609"/>
            </a:xfrm>
            <a:prstGeom prst="rect">
              <a:avLst/>
            </a:prstGeom>
            <a:solidFill>
              <a:srgbClr val="F0F4F7"/>
            </a:solidFill>
            <a:ln>
              <a:noFill/>
            </a:ln>
          </p:spPr>
        </p:sp>
        <p:sp>
          <p:nvSpPr>
            <p:cNvPr id="7745" name="Heatmap cell r25 c52"/>
            <p:cNvSpPr/>
            <p:nvPr/>
          </p:nvSpPr>
          <p:spPr>
            <a:xfrm>
              <a:off x="956411" y="662859"/>
              <a:ext cx="19034" cy="26609"/>
            </a:xfrm>
            <a:prstGeom prst="rect">
              <a:avLst/>
            </a:prstGeom>
            <a:solidFill>
              <a:srgbClr val="BDCEDD"/>
            </a:solidFill>
            <a:ln>
              <a:noFill/>
            </a:ln>
          </p:spPr>
        </p:sp>
        <p:sp>
          <p:nvSpPr>
            <p:cNvPr id="7746" name="Heatmap cell r25 c53"/>
            <p:cNvSpPr/>
            <p:nvPr/>
          </p:nvSpPr>
          <p:spPr>
            <a:xfrm>
              <a:off x="975350" y="662859"/>
              <a:ext cx="17140" cy="26609"/>
            </a:xfrm>
            <a:prstGeom prst="rect">
              <a:avLst/>
            </a:prstGeom>
            <a:solidFill>
              <a:srgbClr val="DDE4EC"/>
            </a:solidFill>
            <a:ln>
              <a:noFill/>
            </a:ln>
          </p:spPr>
        </p:sp>
        <p:sp>
          <p:nvSpPr>
            <p:cNvPr id="7747" name="Heatmap cell r25 c54"/>
            <p:cNvSpPr/>
            <p:nvPr/>
          </p:nvSpPr>
          <p:spPr>
            <a:xfrm>
              <a:off x="992395" y="662859"/>
              <a:ext cx="19034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7748" name="Heatmap cell r25 c55"/>
            <p:cNvSpPr/>
            <p:nvPr/>
          </p:nvSpPr>
          <p:spPr>
            <a:xfrm>
              <a:off x="1011334" y="662859"/>
              <a:ext cx="17140" cy="26609"/>
            </a:xfrm>
            <a:prstGeom prst="rect">
              <a:avLst/>
            </a:prstGeom>
            <a:solidFill>
              <a:srgbClr val="F1C1C5"/>
            </a:solidFill>
            <a:ln>
              <a:noFill/>
            </a:ln>
          </p:spPr>
        </p:sp>
        <p:sp>
          <p:nvSpPr>
            <p:cNvPr id="7749" name="Heatmap cell r25 c56"/>
            <p:cNvSpPr/>
            <p:nvPr/>
          </p:nvSpPr>
          <p:spPr>
            <a:xfrm>
              <a:off x="1028379" y="662859"/>
              <a:ext cx="19034" cy="26609"/>
            </a:xfrm>
            <a:prstGeom prst="rect">
              <a:avLst/>
            </a:prstGeom>
            <a:solidFill>
              <a:srgbClr val="F4CDD0"/>
            </a:solidFill>
            <a:ln>
              <a:noFill/>
            </a:ln>
          </p:spPr>
        </p:sp>
        <p:sp>
          <p:nvSpPr>
            <p:cNvPr id="7750" name="Heatmap cell r25 c57"/>
            <p:cNvSpPr/>
            <p:nvPr/>
          </p:nvSpPr>
          <p:spPr>
            <a:xfrm>
              <a:off x="1047318" y="662859"/>
              <a:ext cx="17140" cy="26609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7751" name="Heatmap cell r25 c58"/>
            <p:cNvSpPr/>
            <p:nvPr/>
          </p:nvSpPr>
          <p:spPr>
            <a:xfrm>
              <a:off x="1064363" y="662859"/>
              <a:ext cx="19034" cy="26609"/>
            </a:xfrm>
            <a:prstGeom prst="rect">
              <a:avLst/>
            </a:prstGeom>
            <a:solidFill>
              <a:srgbClr val="D6E0EA"/>
            </a:solidFill>
            <a:ln>
              <a:noFill/>
            </a:ln>
          </p:spPr>
        </p:sp>
        <p:sp>
          <p:nvSpPr>
            <p:cNvPr id="7752" name="Heatmap cell r25 c59"/>
            <p:cNvSpPr/>
            <p:nvPr/>
          </p:nvSpPr>
          <p:spPr>
            <a:xfrm>
              <a:off x="1083301" y="662859"/>
              <a:ext cx="17140" cy="26609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</p:sp>
        <p:sp>
          <p:nvSpPr>
            <p:cNvPr id="7753" name="Heatmap cell r25 c60"/>
            <p:cNvSpPr/>
            <p:nvPr/>
          </p:nvSpPr>
          <p:spPr>
            <a:xfrm>
              <a:off x="1100346" y="662859"/>
              <a:ext cx="19034" cy="26609"/>
            </a:xfrm>
            <a:prstGeom prst="rect">
              <a:avLst/>
            </a:prstGeom>
            <a:solidFill>
              <a:srgbClr val="D5DFE9"/>
            </a:solidFill>
            <a:ln>
              <a:noFill/>
            </a:ln>
          </p:spPr>
        </p:sp>
        <p:sp>
          <p:nvSpPr>
            <p:cNvPr id="7754" name="Heatmap cell r25 c61"/>
            <p:cNvSpPr/>
            <p:nvPr/>
          </p:nvSpPr>
          <p:spPr>
            <a:xfrm>
              <a:off x="1119285" y="662859"/>
              <a:ext cx="19034" cy="26609"/>
            </a:xfrm>
            <a:prstGeom prst="rect">
              <a:avLst/>
            </a:prstGeom>
            <a:solidFill>
              <a:srgbClr val="C6D4E1"/>
            </a:solidFill>
            <a:ln>
              <a:noFill/>
            </a:ln>
          </p:spPr>
        </p:sp>
        <p:sp>
          <p:nvSpPr>
            <p:cNvPr id="7755" name="Heatmap cell r25 c62"/>
            <p:cNvSpPr/>
            <p:nvPr/>
          </p:nvSpPr>
          <p:spPr>
            <a:xfrm>
              <a:off x="1138224" y="662859"/>
              <a:ext cx="17140" cy="26609"/>
            </a:xfrm>
            <a:prstGeom prst="rect">
              <a:avLst/>
            </a:prstGeom>
            <a:solidFill>
              <a:srgbClr val="F5CED2"/>
            </a:solidFill>
            <a:ln>
              <a:noFill/>
            </a:ln>
          </p:spPr>
        </p:sp>
        <p:sp>
          <p:nvSpPr>
            <p:cNvPr id="7756" name="Heatmap cell r25 c63"/>
            <p:cNvSpPr/>
            <p:nvPr/>
          </p:nvSpPr>
          <p:spPr>
            <a:xfrm>
              <a:off x="1155269" y="662859"/>
              <a:ext cx="19034" cy="26609"/>
            </a:xfrm>
            <a:prstGeom prst="rect">
              <a:avLst/>
            </a:prstGeom>
            <a:solidFill>
              <a:srgbClr val="E06E79"/>
            </a:solidFill>
            <a:ln>
              <a:noFill/>
            </a:ln>
          </p:spPr>
        </p:sp>
        <p:sp>
          <p:nvSpPr>
            <p:cNvPr id="7757" name="Heatmap cell r25 c64"/>
            <p:cNvSpPr/>
            <p:nvPr/>
          </p:nvSpPr>
          <p:spPr>
            <a:xfrm>
              <a:off x="1174208" y="662859"/>
              <a:ext cx="17140" cy="26609"/>
            </a:xfrm>
            <a:prstGeom prst="rect">
              <a:avLst/>
            </a:prstGeom>
            <a:solidFill>
              <a:srgbClr val="EDADB4"/>
            </a:solidFill>
            <a:ln>
              <a:noFill/>
            </a:ln>
          </p:spPr>
        </p:sp>
        <p:sp>
          <p:nvSpPr>
            <p:cNvPr id="7758" name="Heatmap cell r25 c65"/>
            <p:cNvSpPr/>
            <p:nvPr/>
          </p:nvSpPr>
          <p:spPr>
            <a:xfrm>
              <a:off x="1191253" y="662859"/>
              <a:ext cx="19034" cy="26609"/>
            </a:xfrm>
            <a:prstGeom prst="rect">
              <a:avLst/>
            </a:prstGeom>
            <a:solidFill>
              <a:srgbClr val="F5CED2"/>
            </a:solidFill>
            <a:ln>
              <a:noFill/>
            </a:ln>
          </p:spPr>
        </p:sp>
        <p:sp>
          <p:nvSpPr>
            <p:cNvPr id="7759" name="Heatmap cell r25 c66"/>
            <p:cNvSpPr/>
            <p:nvPr/>
          </p:nvSpPr>
          <p:spPr>
            <a:xfrm>
              <a:off x="1210192" y="662859"/>
              <a:ext cx="17140" cy="26609"/>
            </a:xfrm>
            <a:prstGeom prst="rect">
              <a:avLst/>
            </a:prstGeom>
            <a:solidFill>
              <a:srgbClr val="FBF1F3"/>
            </a:solidFill>
            <a:ln>
              <a:noFill/>
            </a:ln>
          </p:spPr>
        </p:sp>
        <p:sp>
          <p:nvSpPr>
            <p:cNvPr id="7760" name="Heatmap cell r25 c67"/>
            <p:cNvSpPr/>
            <p:nvPr/>
          </p:nvSpPr>
          <p:spPr>
            <a:xfrm>
              <a:off x="1227236" y="662859"/>
              <a:ext cx="19034" cy="26609"/>
            </a:xfrm>
            <a:prstGeom prst="rect">
              <a:avLst/>
            </a:prstGeom>
            <a:solidFill>
              <a:srgbClr val="EDADB4"/>
            </a:solidFill>
            <a:ln>
              <a:noFill/>
            </a:ln>
          </p:spPr>
        </p:sp>
        <p:sp>
          <p:nvSpPr>
            <p:cNvPr id="7761" name="Heatmap cell r25 c68"/>
            <p:cNvSpPr/>
            <p:nvPr/>
          </p:nvSpPr>
          <p:spPr>
            <a:xfrm>
              <a:off x="1246175" y="662859"/>
              <a:ext cx="17140" cy="26609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</p:sp>
        <p:sp>
          <p:nvSpPr>
            <p:cNvPr id="7762" name="Heatmap cell r25 c69"/>
            <p:cNvSpPr/>
            <p:nvPr/>
          </p:nvSpPr>
          <p:spPr>
            <a:xfrm>
              <a:off x="1263220" y="662859"/>
              <a:ext cx="19034" cy="26609"/>
            </a:xfrm>
            <a:prstGeom prst="rect">
              <a:avLst/>
            </a:prstGeom>
            <a:solidFill>
              <a:srgbClr val="EFF3F7"/>
            </a:solidFill>
            <a:ln>
              <a:noFill/>
            </a:ln>
          </p:spPr>
        </p:sp>
        <p:sp>
          <p:nvSpPr>
            <p:cNvPr id="7763" name="Heatmap cell r25 c70"/>
            <p:cNvSpPr/>
            <p:nvPr/>
          </p:nvSpPr>
          <p:spPr>
            <a:xfrm>
              <a:off x="1282159" y="662859"/>
              <a:ext cx="17140" cy="26609"/>
            </a:xfrm>
            <a:prstGeom prst="rect">
              <a:avLst/>
            </a:prstGeom>
            <a:solidFill>
              <a:srgbClr val="E7EBF1"/>
            </a:solidFill>
            <a:ln>
              <a:noFill/>
            </a:ln>
          </p:spPr>
        </p:sp>
        <p:sp>
          <p:nvSpPr>
            <p:cNvPr id="7764" name="Heatmap cell r25 c71"/>
            <p:cNvSpPr/>
            <p:nvPr/>
          </p:nvSpPr>
          <p:spPr>
            <a:xfrm>
              <a:off x="1299204" y="662859"/>
              <a:ext cx="19034" cy="26609"/>
            </a:xfrm>
            <a:prstGeom prst="rect">
              <a:avLst/>
            </a:prstGeom>
            <a:solidFill>
              <a:srgbClr val="DBE3EB"/>
            </a:solidFill>
            <a:ln>
              <a:noFill/>
            </a:ln>
          </p:spPr>
        </p:sp>
        <p:sp>
          <p:nvSpPr>
            <p:cNvPr id="7765" name="Heatmap cell r25 c72"/>
            <p:cNvSpPr/>
            <p:nvPr/>
          </p:nvSpPr>
          <p:spPr>
            <a:xfrm>
              <a:off x="1318143" y="662859"/>
              <a:ext cx="17140" cy="26609"/>
            </a:xfrm>
            <a:prstGeom prst="rect">
              <a:avLst/>
            </a:prstGeom>
            <a:solidFill>
              <a:srgbClr val="ECAAAF"/>
            </a:solidFill>
            <a:ln>
              <a:noFill/>
            </a:ln>
          </p:spPr>
        </p:sp>
        <p:sp>
          <p:nvSpPr>
            <p:cNvPr id="7766" name="Heatmap cell r25 c73"/>
            <p:cNvSpPr/>
            <p:nvPr/>
          </p:nvSpPr>
          <p:spPr>
            <a:xfrm>
              <a:off x="1335188" y="662859"/>
              <a:ext cx="19034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7767" name="Heatmap cell r25 c74"/>
            <p:cNvSpPr/>
            <p:nvPr/>
          </p:nvSpPr>
          <p:spPr>
            <a:xfrm>
              <a:off x="1354127" y="662859"/>
              <a:ext cx="17140" cy="26609"/>
            </a:xfrm>
            <a:prstGeom prst="rect">
              <a:avLst/>
            </a:prstGeom>
            <a:solidFill>
              <a:srgbClr val="FAEEEF"/>
            </a:solidFill>
            <a:ln>
              <a:noFill/>
            </a:ln>
          </p:spPr>
        </p:sp>
        <p:sp>
          <p:nvSpPr>
            <p:cNvPr id="7768" name="Heatmap cell r25 c76"/>
            <p:cNvSpPr/>
            <p:nvPr/>
          </p:nvSpPr>
          <p:spPr>
            <a:xfrm>
              <a:off x="1390110" y="662859"/>
              <a:ext cx="19034" cy="26609"/>
            </a:xfrm>
            <a:prstGeom prst="rect">
              <a:avLst/>
            </a:prstGeom>
            <a:solidFill>
              <a:srgbClr val="EEF3F6"/>
            </a:solidFill>
            <a:ln>
              <a:noFill/>
            </a:ln>
          </p:spPr>
        </p:sp>
        <p:sp>
          <p:nvSpPr>
            <p:cNvPr id="7769" name="Heatmap cell r25 c77"/>
            <p:cNvSpPr/>
            <p:nvPr/>
          </p:nvSpPr>
          <p:spPr>
            <a:xfrm>
              <a:off x="1409049" y="662859"/>
              <a:ext cx="17140" cy="26609"/>
            </a:xfrm>
            <a:prstGeom prst="rect">
              <a:avLst/>
            </a:prstGeom>
            <a:solidFill>
              <a:srgbClr val="E9EDF3"/>
            </a:solidFill>
            <a:ln>
              <a:noFill/>
            </a:ln>
          </p:spPr>
        </p:sp>
        <p:sp>
          <p:nvSpPr>
            <p:cNvPr id="7770" name="Heatmap cell r25 c78"/>
            <p:cNvSpPr/>
            <p:nvPr/>
          </p:nvSpPr>
          <p:spPr>
            <a:xfrm>
              <a:off x="1426094" y="662859"/>
              <a:ext cx="19034" cy="26609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7771" name="Heatmap cell r25 c79"/>
            <p:cNvSpPr/>
            <p:nvPr/>
          </p:nvSpPr>
          <p:spPr>
            <a:xfrm>
              <a:off x="1445033" y="662859"/>
              <a:ext cx="17140" cy="26609"/>
            </a:xfrm>
            <a:prstGeom prst="rect">
              <a:avLst/>
            </a:prstGeom>
            <a:solidFill>
              <a:srgbClr val="FCF7F7"/>
            </a:solidFill>
            <a:ln>
              <a:noFill/>
            </a:ln>
          </p:spPr>
        </p:sp>
        <p:sp>
          <p:nvSpPr>
            <p:cNvPr id="7772" name="Heatmap cell r25 c80"/>
            <p:cNvSpPr/>
            <p:nvPr/>
          </p:nvSpPr>
          <p:spPr>
            <a:xfrm>
              <a:off x="1462078" y="662859"/>
              <a:ext cx="19034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7773" name="Heatmap cell r25 c81"/>
            <p:cNvSpPr/>
            <p:nvPr/>
          </p:nvSpPr>
          <p:spPr>
            <a:xfrm>
              <a:off x="1481017" y="662859"/>
              <a:ext cx="17140" cy="26609"/>
            </a:xfrm>
            <a:prstGeom prst="rect">
              <a:avLst/>
            </a:prstGeom>
            <a:solidFill>
              <a:srgbClr val="F7DADC"/>
            </a:solidFill>
            <a:ln>
              <a:noFill/>
            </a:ln>
          </p:spPr>
        </p:sp>
        <p:sp>
          <p:nvSpPr>
            <p:cNvPr id="7774" name="Heatmap cell r25 c82"/>
            <p:cNvSpPr/>
            <p:nvPr/>
          </p:nvSpPr>
          <p:spPr>
            <a:xfrm>
              <a:off x="1498062" y="662859"/>
              <a:ext cx="19034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7775" name="Heatmap cell r25 c83"/>
            <p:cNvSpPr/>
            <p:nvPr/>
          </p:nvSpPr>
          <p:spPr>
            <a:xfrm>
              <a:off x="1517001" y="662859"/>
              <a:ext cx="17140" cy="26609"/>
            </a:xfrm>
            <a:prstGeom prst="rect">
              <a:avLst/>
            </a:prstGeom>
            <a:solidFill>
              <a:srgbClr val="D6E0EA"/>
            </a:solidFill>
            <a:ln>
              <a:noFill/>
            </a:ln>
          </p:spPr>
        </p:sp>
        <p:sp>
          <p:nvSpPr>
            <p:cNvPr id="7776" name="Heatmap cell r25 c85"/>
            <p:cNvSpPr/>
            <p:nvPr/>
          </p:nvSpPr>
          <p:spPr>
            <a:xfrm>
              <a:off x="1552984" y="662859"/>
              <a:ext cx="17140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7777" name="Heatmap cell r25 c86"/>
            <p:cNvSpPr/>
            <p:nvPr/>
          </p:nvSpPr>
          <p:spPr>
            <a:xfrm>
              <a:off x="1570029" y="662859"/>
              <a:ext cx="19034" cy="26609"/>
            </a:xfrm>
            <a:prstGeom prst="rect">
              <a:avLst/>
            </a:prstGeom>
            <a:solidFill>
              <a:srgbClr val="E06E79"/>
            </a:solidFill>
            <a:ln>
              <a:noFill/>
            </a:ln>
          </p:spPr>
        </p:sp>
        <p:sp>
          <p:nvSpPr>
            <p:cNvPr id="7778" name="Heatmap cell r25 c87"/>
            <p:cNvSpPr/>
            <p:nvPr/>
          </p:nvSpPr>
          <p:spPr>
            <a:xfrm>
              <a:off x="1588968" y="662859"/>
              <a:ext cx="17140" cy="26609"/>
            </a:xfrm>
            <a:prstGeom prst="rect">
              <a:avLst/>
            </a:prstGeom>
            <a:solidFill>
              <a:srgbClr val="E37E87"/>
            </a:solidFill>
            <a:ln>
              <a:noFill/>
            </a:ln>
          </p:spPr>
        </p:sp>
        <p:sp>
          <p:nvSpPr>
            <p:cNvPr id="7779" name="Heatmap cell r25 c88"/>
            <p:cNvSpPr/>
            <p:nvPr/>
          </p:nvSpPr>
          <p:spPr>
            <a:xfrm>
              <a:off x="1606013" y="662859"/>
              <a:ext cx="19034" cy="26609"/>
            </a:xfrm>
            <a:prstGeom prst="rect">
              <a:avLst/>
            </a:prstGeom>
            <a:solidFill>
              <a:srgbClr val="EDAEB5"/>
            </a:solidFill>
            <a:ln>
              <a:noFill/>
            </a:ln>
          </p:spPr>
        </p:sp>
        <p:sp>
          <p:nvSpPr>
            <p:cNvPr id="7780" name="Heatmap cell r25 c89"/>
            <p:cNvSpPr/>
            <p:nvPr/>
          </p:nvSpPr>
          <p:spPr>
            <a:xfrm>
              <a:off x="1624952" y="662859"/>
              <a:ext cx="19034" cy="26609"/>
            </a:xfrm>
            <a:prstGeom prst="rect">
              <a:avLst/>
            </a:prstGeom>
            <a:solidFill>
              <a:srgbClr val="ECABB0"/>
            </a:solidFill>
            <a:ln>
              <a:noFill/>
            </a:ln>
          </p:spPr>
        </p:sp>
        <p:sp>
          <p:nvSpPr>
            <p:cNvPr id="7781" name="Heatmap cell r25 c90"/>
            <p:cNvSpPr/>
            <p:nvPr/>
          </p:nvSpPr>
          <p:spPr>
            <a:xfrm>
              <a:off x="1643891" y="662859"/>
              <a:ext cx="17140" cy="26609"/>
            </a:xfrm>
            <a:prstGeom prst="rect">
              <a:avLst/>
            </a:prstGeom>
            <a:solidFill>
              <a:srgbClr val="E37D87"/>
            </a:solidFill>
            <a:ln>
              <a:noFill/>
            </a:ln>
          </p:spPr>
        </p:sp>
        <p:sp>
          <p:nvSpPr>
            <p:cNvPr id="7782" name="Heatmap cell r25 c91"/>
            <p:cNvSpPr/>
            <p:nvPr/>
          </p:nvSpPr>
          <p:spPr>
            <a:xfrm>
              <a:off x="1660936" y="662859"/>
              <a:ext cx="19034" cy="26609"/>
            </a:xfrm>
            <a:prstGeom prst="rect">
              <a:avLst/>
            </a:prstGeom>
            <a:solidFill>
              <a:srgbClr val="E9959D"/>
            </a:solidFill>
            <a:ln>
              <a:noFill/>
            </a:ln>
          </p:spPr>
        </p:sp>
        <p:sp>
          <p:nvSpPr>
            <p:cNvPr id="7783" name="Heatmap cell r25 c92"/>
            <p:cNvSpPr/>
            <p:nvPr/>
          </p:nvSpPr>
          <p:spPr>
            <a:xfrm>
              <a:off x="1679875" y="662859"/>
              <a:ext cx="17140" cy="26609"/>
            </a:xfrm>
            <a:prstGeom prst="rect">
              <a:avLst/>
            </a:prstGeom>
            <a:solidFill>
              <a:srgbClr val="F1C2C6"/>
            </a:solidFill>
            <a:ln>
              <a:noFill/>
            </a:ln>
          </p:spPr>
        </p:sp>
        <p:sp>
          <p:nvSpPr>
            <p:cNvPr id="7784" name="Heatmap cell r25 c93"/>
            <p:cNvSpPr/>
            <p:nvPr/>
          </p:nvSpPr>
          <p:spPr>
            <a:xfrm>
              <a:off x="1696920" y="662859"/>
              <a:ext cx="19034" cy="26609"/>
            </a:xfrm>
            <a:prstGeom prst="rect">
              <a:avLst/>
            </a:prstGeom>
            <a:solidFill>
              <a:srgbClr val="E8ECF3"/>
            </a:solidFill>
            <a:ln>
              <a:noFill/>
            </a:ln>
          </p:spPr>
        </p:sp>
        <p:sp>
          <p:nvSpPr>
            <p:cNvPr id="7785" name="Heatmap cell r25 c94"/>
            <p:cNvSpPr/>
            <p:nvPr/>
          </p:nvSpPr>
          <p:spPr>
            <a:xfrm>
              <a:off x="1715858" y="662859"/>
              <a:ext cx="17140" cy="26609"/>
            </a:xfrm>
            <a:prstGeom prst="rect">
              <a:avLst/>
            </a:prstGeom>
            <a:solidFill>
              <a:srgbClr val="F5CED2"/>
            </a:solidFill>
            <a:ln>
              <a:noFill/>
            </a:ln>
          </p:spPr>
        </p:sp>
        <p:sp>
          <p:nvSpPr>
            <p:cNvPr id="7786" name="Heatmap cell r25 c95"/>
            <p:cNvSpPr/>
            <p:nvPr/>
          </p:nvSpPr>
          <p:spPr>
            <a:xfrm>
              <a:off x="1732903" y="662859"/>
              <a:ext cx="19034" cy="26609"/>
            </a:xfrm>
            <a:prstGeom prst="rect">
              <a:avLst/>
            </a:prstGeom>
            <a:solidFill>
              <a:srgbClr val="E37B85"/>
            </a:solidFill>
            <a:ln>
              <a:noFill/>
            </a:ln>
          </p:spPr>
        </p:sp>
        <p:sp>
          <p:nvSpPr>
            <p:cNvPr id="7787" name="Heatmap cell r25 c96"/>
            <p:cNvSpPr/>
            <p:nvPr/>
          </p:nvSpPr>
          <p:spPr>
            <a:xfrm>
              <a:off x="1751842" y="662859"/>
              <a:ext cx="17140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7788" name="Heatmap cell r25 c97"/>
            <p:cNvSpPr/>
            <p:nvPr/>
          </p:nvSpPr>
          <p:spPr>
            <a:xfrm>
              <a:off x="1768887" y="662859"/>
              <a:ext cx="19034" cy="26609"/>
            </a:xfrm>
            <a:prstGeom prst="rect">
              <a:avLst/>
            </a:prstGeom>
            <a:solidFill>
              <a:srgbClr val="D1DCE7"/>
            </a:solidFill>
            <a:ln>
              <a:noFill/>
            </a:ln>
          </p:spPr>
        </p:sp>
        <p:sp>
          <p:nvSpPr>
            <p:cNvPr id="7789" name="Heatmap cell r25 c98"/>
            <p:cNvSpPr/>
            <p:nvPr/>
          </p:nvSpPr>
          <p:spPr>
            <a:xfrm>
              <a:off x="1787826" y="662859"/>
              <a:ext cx="17140" cy="26609"/>
            </a:xfrm>
            <a:prstGeom prst="rect">
              <a:avLst/>
            </a:prstGeom>
            <a:solidFill>
              <a:srgbClr val="F3C5CA"/>
            </a:solidFill>
            <a:ln>
              <a:noFill/>
            </a:ln>
          </p:spPr>
        </p:sp>
        <p:sp>
          <p:nvSpPr>
            <p:cNvPr id="7790" name="Heatmap cell r25 c99"/>
            <p:cNvSpPr/>
            <p:nvPr/>
          </p:nvSpPr>
          <p:spPr>
            <a:xfrm>
              <a:off x="1804871" y="662859"/>
              <a:ext cx="19034" cy="26609"/>
            </a:xfrm>
            <a:prstGeom prst="rect">
              <a:avLst/>
            </a:prstGeom>
            <a:solidFill>
              <a:srgbClr val="EFB9BE"/>
            </a:solidFill>
            <a:ln>
              <a:noFill/>
            </a:ln>
          </p:spPr>
        </p:sp>
        <p:sp>
          <p:nvSpPr>
            <p:cNvPr id="7791" name="Heatmap cell r25 c100"/>
            <p:cNvSpPr/>
            <p:nvPr/>
          </p:nvSpPr>
          <p:spPr>
            <a:xfrm>
              <a:off x="1823810" y="662859"/>
              <a:ext cx="17140" cy="26609"/>
            </a:xfrm>
            <a:prstGeom prst="rect">
              <a:avLst/>
            </a:prstGeom>
            <a:solidFill>
              <a:srgbClr val="F8DDDF"/>
            </a:solidFill>
            <a:ln>
              <a:noFill/>
            </a:ln>
          </p:spPr>
        </p:sp>
        <p:sp>
          <p:nvSpPr>
            <p:cNvPr id="7792" name="Heatmap cell r25 c101"/>
            <p:cNvSpPr/>
            <p:nvPr/>
          </p:nvSpPr>
          <p:spPr>
            <a:xfrm>
              <a:off x="1840855" y="662859"/>
              <a:ext cx="19034" cy="26609"/>
            </a:xfrm>
            <a:prstGeom prst="rect">
              <a:avLst/>
            </a:prstGeom>
            <a:solidFill>
              <a:srgbClr val="EA9DA3"/>
            </a:solidFill>
            <a:ln>
              <a:noFill/>
            </a:ln>
          </p:spPr>
        </p:sp>
        <p:sp>
          <p:nvSpPr>
            <p:cNvPr id="7793" name="Heatmap cell r25 c102"/>
            <p:cNvSpPr/>
            <p:nvPr/>
          </p:nvSpPr>
          <p:spPr>
            <a:xfrm>
              <a:off x="1859794" y="662859"/>
              <a:ext cx="19034" cy="26609"/>
            </a:xfrm>
            <a:prstGeom prst="rect">
              <a:avLst/>
            </a:prstGeom>
            <a:solidFill>
              <a:srgbClr val="C2D0DE"/>
            </a:solidFill>
            <a:ln>
              <a:noFill/>
            </a:ln>
          </p:spPr>
        </p:sp>
        <p:sp>
          <p:nvSpPr>
            <p:cNvPr id="7794" name="Heatmap cell r25 c103"/>
            <p:cNvSpPr/>
            <p:nvPr/>
          </p:nvSpPr>
          <p:spPr>
            <a:xfrm>
              <a:off x="1878732" y="662859"/>
              <a:ext cx="17140" cy="26609"/>
            </a:xfrm>
            <a:prstGeom prst="rect">
              <a:avLst/>
            </a:prstGeom>
            <a:solidFill>
              <a:srgbClr val="F3C5CA"/>
            </a:solidFill>
            <a:ln>
              <a:noFill/>
            </a:ln>
          </p:spPr>
        </p:sp>
        <p:sp>
          <p:nvSpPr>
            <p:cNvPr id="7795" name="Heatmap cell r25 c104"/>
            <p:cNvSpPr/>
            <p:nvPr/>
          </p:nvSpPr>
          <p:spPr>
            <a:xfrm>
              <a:off x="1895777" y="662859"/>
              <a:ext cx="19034" cy="26609"/>
            </a:xfrm>
            <a:prstGeom prst="rect">
              <a:avLst/>
            </a:prstGeom>
            <a:solidFill>
              <a:srgbClr val="F7DCDF"/>
            </a:solidFill>
            <a:ln>
              <a:noFill/>
            </a:ln>
          </p:spPr>
        </p:sp>
        <p:sp>
          <p:nvSpPr>
            <p:cNvPr id="7796" name="Heatmap cell r25 c105"/>
            <p:cNvSpPr/>
            <p:nvPr/>
          </p:nvSpPr>
          <p:spPr>
            <a:xfrm>
              <a:off x="1914716" y="662859"/>
              <a:ext cx="17140" cy="26609"/>
            </a:xfrm>
            <a:prstGeom prst="rect">
              <a:avLst/>
            </a:prstGeom>
            <a:solidFill>
              <a:srgbClr val="EFB6BA"/>
            </a:solidFill>
            <a:ln>
              <a:noFill/>
            </a:ln>
          </p:spPr>
        </p:sp>
        <p:sp>
          <p:nvSpPr>
            <p:cNvPr id="7797" name="Heatmap cell r25 c106"/>
            <p:cNvSpPr/>
            <p:nvPr/>
          </p:nvSpPr>
          <p:spPr>
            <a:xfrm>
              <a:off x="1931761" y="662859"/>
              <a:ext cx="19034" cy="26609"/>
            </a:xfrm>
            <a:prstGeom prst="rect">
              <a:avLst/>
            </a:prstGeom>
            <a:solidFill>
              <a:srgbClr val="EBF0F6"/>
            </a:solidFill>
            <a:ln>
              <a:noFill/>
            </a:ln>
          </p:spPr>
        </p:sp>
        <p:sp>
          <p:nvSpPr>
            <p:cNvPr id="7798" name="Heatmap cell r25 c107"/>
            <p:cNvSpPr/>
            <p:nvPr/>
          </p:nvSpPr>
          <p:spPr>
            <a:xfrm>
              <a:off x="1950700" y="662859"/>
              <a:ext cx="17140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7799" name="Heatmap cell r25 c108"/>
            <p:cNvSpPr/>
            <p:nvPr/>
          </p:nvSpPr>
          <p:spPr>
            <a:xfrm>
              <a:off x="1967745" y="662859"/>
              <a:ext cx="19034" cy="26609"/>
            </a:xfrm>
            <a:prstGeom prst="rect">
              <a:avLst/>
            </a:prstGeom>
            <a:solidFill>
              <a:srgbClr val="E6EBF1"/>
            </a:solidFill>
            <a:ln>
              <a:noFill/>
            </a:ln>
          </p:spPr>
        </p:sp>
        <p:sp>
          <p:nvSpPr>
            <p:cNvPr id="7800" name="Heatmap cell r25 c109"/>
            <p:cNvSpPr/>
            <p:nvPr/>
          </p:nvSpPr>
          <p:spPr>
            <a:xfrm>
              <a:off x="1986684" y="662859"/>
              <a:ext cx="17140" cy="26609"/>
            </a:xfrm>
            <a:prstGeom prst="rect">
              <a:avLst/>
            </a:prstGeom>
            <a:solidFill>
              <a:srgbClr val="F7D3D6"/>
            </a:solidFill>
            <a:ln>
              <a:noFill/>
            </a:ln>
          </p:spPr>
        </p:sp>
        <p:sp>
          <p:nvSpPr>
            <p:cNvPr id="7801" name="Heatmap cell r25 c110"/>
            <p:cNvSpPr/>
            <p:nvPr/>
          </p:nvSpPr>
          <p:spPr>
            <a:xfrm>
              <a:off x="2003729" y="662859"/>
              <a:ext cx="19034" cy="26609"/>
            </a:xfrm>
            <a:prstGeom prst="rect">
              <a:avLst/>
            </a:prstGeom>
            <a:solidFill>
              <a:srgbClr val="A7BBD1"/>
            </a:solidFill>
            <a:ln>
              <a:noFill/>
            </a:ln>
          </p:spPr>
        </p:sp>
        <p:sp>
          <p:nvSpPr>
            <p:cNvPr id="7802" name="Heatmap cell r25 c111"/>
            <p:cNvSpPr/>
            <p:nvPr/>
          </p:nvSpPr>
          <p:spPr>
            <a:xfrm>
              <a:off x="2022668" y="662859"/>
              <a:ext cx="17140" cy="26609"/>
            </a:xfrm>
            <a:prstGeom prst="rect">
              <a:avLst/>
            </a:prstGeom>
            <a:solidFill>
              <a:srgbClr val="F9E7E8"/>
            </a:solidFill>
            <a:ln>
              <a:noFill/>
            </a:ln>
          </p:spPr>
        </p:sp>
        <p:sp>
          <p:nvSpPr>
            <p:cNvPr id="7803" name="Heatmap cell r25 c112"/>
            <p:cNvSpPr/>
            <p:nvPr/>
          </p:nvSpPr>
          <p:spPr>
            <a:xfrm>
              <a:off x="2039712" y="662859"/>
              <a:ext cx="19034" cy="26609"/>
            </a:xfrm>
            <a:prstGeom prst="rect">
              <a:avLst/>
            </a:prstGeom>
            <a:solidFill>
              <a:srgbClr val="F8E6E8"/>
            </a:solidFill>
            <a:ln>
              <a:noFill/>
            </a:ln>
          </p:spPr>
        </p:sp>
        <p:sp>
          <p:nvSpPr>
            <p:cNvPr id="7804" name="Heatmap cell r25 c113"/>
            <p:cNvSpPr/>
            <p:nvPr/>
          </p:nvSpPr>
          <p:spPr>
            <a:xfrm>
              <a:off x="2058651" y="662859"/>
              <a:ext cx="17140" cy="26609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7805" name="Heatmap cell r25 c114"/>
            <p:cNvSpPr/>
            <p:nvPr/>
          </p:nvSpPr>
          <p:spPr>
            <a:xfrm>
              <a:off x="2075696" y="662859"/>
              <a:ext cx="19034" cy="26609"/>
            </a:xfrm>
            <a:prstGeom prst="rect">
              <a:avLst/>
            </a:prstGeom>
            <a:solidFill>
              <a:srgbClr val="E9EEF4"/>
            </a:solidFill>
            <a:ln>
              <a:noFill/>
            </a:ln>
          </p:spPr>
        </p:sp>
        <p:sp>
          <p:nvSpPr>
            <p:cNvPr id="7806" name="Heatmap cell r25 c115"/>
            <p:cNvSpPr/>
            <p:nvPr/>
          </p:nvSpPr>
          <p:spPr>
            <a:xfrm>
              <a:off x="2094635" y="662859"/>
              <a:ext cx="19034" cy="26609"/>
            </a:xfrm>
            <a:prstGeom prst="rect">
              <a:avLst/>
            </a:prstGeom>
            <a:solidFill>
              <a:srgbClr val="F5D0D3"/>
            </a:solidFill>
            <a:ln>
              <a:noFill/>
            </a:ln>
          </p:spPr>
        </p:sp>
        <p:sp>
          <p:nvSpPr>
            <p:cNvPr id="7807" name="Heatmap cell r25 c116"/>
            <p:cNvSpPr/>
            <p:nvPr/>
          </p:nvSpPr>
          <p:spPr>
            <a:xfrm>
              <a:off x="2113574" y="662859"/>
              <a:ext cx="17140" cy="26609"/>
            </a:xfrm>
            <a:prstGeom prst="rect">
              <a:avLst/>
            </a:prstGeom>
            <a:solidFill>
              <a:srgbClr val="BFCFDF"/>
            </a:solidFill>
            <a:ln>
              <a:noFill/>
            </a:ln>
          </p:spPr>
        </p:sp>
        <p:sp>
          <p:nvSpPr>
            <p:cNvPr id="7808" name="Heatmap cell r25 c117"/>
            <p:cNvSpPr/>
            <p:nvPr/>
          </p:nvSpPr>
          <p:spPr>
            <a:xfrm>
              <a:off x="2130619" y="662859"/>
              <a:ext cx="19034" cy="26609"/>
            </a:xfrm>
            <a:prstGeom prst="rect">
              <a:avLst/>
            </a:prstGeom>
            <a:solidFill>
              <a:srgbClr val="EDB0B6"/>
            </a:solidFill>
            <a:ln>
              <a:noFill/>
            </a:ln>
          </p:spPr>
        </p:sp>
        <p:sp>
          <p:nvSpPr>
            <p:cNvPr id="7809" name="Heatmap cell r25 c118"/>
            <p:cNvSpPr/>
            <p:nvPr/>
          </p:nvSpPr>
          <p:spPr>
            <a:xfrm>
              <a:off x="2149558" y="662859"/>
              <a:ext cx="17140" cy="26609"/>
            </a:xfrm>
            <a:prstGeom prst="rect">
              <a:avLst/>
            </a:prstGeom>
            <a:solidFill>
              <a:srgbClr val="D5DFE9"/>
            </a:solidFill>
            <a:ln>
              <a:noFill/>
            </a:ln>
          </p:spPr>
        </p:sp>
        <p:sp>
          <p:nvSpPr>
            <p:cNvPr id="7810" name="Heatmap cell r25 c119"/>
            <p:cNvSpPr/>
            <p:nvPr/>
          </p:nvSpPr>
          <p:spPr>
            <a:xfrm>
              <a:off x="2166603" y="662859"/>
              <a:ext cx="19034" cy="26609"/>
            </a:xfrm>
            <a:prstGeom prst="rect">
              <a:avLst/>
            </a:prstGeom>
            <a:solidFill>
              <a:srgbClr val="F4CACD"/>
            </a:solidFill>
            <a:ln>
              <a:noFill/>
            </a:ln>
          </p:spPr>
        </p:sp>
        <p:sp>
          <p:nvSpPr>
            <p:cNvPr id="7811" name="Heatmap cell r25 c120"/>
            <p:cNvSpPr/>
            <p:nvPr/>
          </p:nvSpPr>
          <p:spPr>
            <a:xfrm>
              <a:off x="2185542" y="662859"/>
              <a:ext cx="17140" cy="26609"/>
            </a:xfrm>
            <a:prstGeom prst="rect">
              <a:avLst/>
            </a:prstGeom>
            <a:solidFill>
              <a:srgbClr val="ECA0A8"/>
            </a:solidFill>
            <a:ln>
              <a:noFill/>
            </a:ln>
          </p:spPr>
        </p:sp>
        <p:sp>
          <p:nvSpPr>
            <p:cNvPr id="7812" name="Heatmap cell r25 c121"/>
            <p:cNvSpPr/>
            <p:nvPr/>
          </p:nvSpPr>
          <p:spPr>
            <a:xfrm>
              <a:off x="2202586" y="662859"/>
              <a:ext cx="19034" cy="26609"/>
            </a:xfrm>
            <a:prstGeom prst="rect">
              <a:avLst/>
            </a:prstGeom>
            <a:solidFill>
              <a:srgbClr val="DC5662"/>
            </a:solidFill>
            <a:ln>
              <a:noFill/>
            </a:ln>
          </p:spPr>
        </p:sp>
        <p:sp>
          <p:nvSpPr>
            <p:cNvPr id="7813" name="Heatmap cell r25 c122"/>
            <p:cNvSpPr/>
            <p:nvPr/>
          </p:nvSpPr>
          <p:spPr>
            <a:xfrm>
              <a:off x="2221525" y="662859"/>
              <a:ext cx="17140" cy="26609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7814" name="Heatmap cell r25 c123"/>
            <p:cNvSpPr/>
            <p:nvPr/>
          </p:nvSpPr>
          <p:spPr>
            <a:xfrm>
              <a:off x="2238570" y="662859"/>
              <a:ext cx="19034" cy="26609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7815" name="Heatmap cell r25 c124"/>
            <p:cNvSpPr/>
            <p:nvPr/>
          </p:nvSpPr>
          <p:spPr>
            <a:xfrm>
              <a:off x="2257509" y="662859"/>
              <a:ext cx="17140" cy="26609"/>
            </a:xfrm>
            <a:prstGeom prst="rect">
              <a:avLst/>
            </a:prstGeom>
            <a:solidFill>
              <a:srgbClr val="8DA8C3"/>
            </a:solidFill>
            <a:ln>
              <a:noFill/>
            </a:ln>
          </p:spPr>
        </p:sp>
        <p:sp>
          <p:nvSpPr>
            <p:cNvPr id="7816" name="Heatmap cell r25 c125"/>
            <p:cNvSpPr/>
            <p:nvPr/>
          </p:nvSpPr>
          <p:spPr>
            <a:xfrm>
              <a:off x="2274554" y="662859"/>
              <a:ext cx="19034" cy="26609"/>
            </a:xfrm>
            <a:prstGeom prst="rect">
              <a:avLst/>
            </a:prstGeom>
            <a:solidFill>
              <a:srgbClr val="DF6670"/>
            </a:solidFill>
            <a:ln>
              <a:noFill/>
            </a:ln>
          </p:spPr>
        </p:sp>
        <p:sp>
          <p:nvSpPr>
            <p:cNvPr id="7817" name="Heatmap cell r25 c126"/>
            <p:cNvSpPr/>
            <p:nvPr/>
          </p:nvSpPr>
          <p:spPr>
            <a:xfrm>
              <a:off x="2293493" y="662859"/>
              <a:ext cx="17140" cy="26609"/>
            </a:xfrm>
            <a:prstGeom prst="rect">
              <a:avLst/>
            </a:prstGeom>
            <a:solidFill>
              <a:srgbClr val="F4CACD"/>
            </a:solidFill>
            <a:ln>
              <a:noFill/>
            </a:ln>
          </p:spPr>
        </p:sp>
        <p:sp>
          <p:nvSpPr>
            <p:cNvPr id="7818" name="Heatmap cell r25 c127"/>
            <p:cNvSpPr/>
            <p:nvPr/>
          </p:nvSpPr>
          <p:spPr>
            <a:xfrm>
              <a:off x="2310538" y="662859"/>
              <a:ext cx="19034" cy="26609"/>
            </a:xfrm>
            <a:prstGeom prst="rect">
              <a:avLst/>
            </a:prstGeom>
            <a:solidFill>
              <a:srgbClr val="E38088"/>
            </a:solidFill>
            <a:ln>
              <a:noFill/>
            </a:ln>
          </p:spPr>
        </p:sp>
        <p:sp>
          <p:nvSpPr>
            <p:cNvPr id="7819" name="Heatmap cell r25 c128"/>
            <p:cNvSpPr/>
            <p:nvPr/>
          </p:nvSpPr>
          <p:spPr>
            <a:xfrm>
              <a:off x="2329477" y="662859"/>
              <a:ext cx="19034" cy="26609"/>
            </a:xfrm>
            <a:prstGeom prst="rect">
              <a:avLst/>
            </a:prstGeom>
            <a:solidFill>
              <a:srgbClr val="D5DFEA"/>
            </a:solidFill>
            <a:ln>
              <a:noFill/>
            </a:ln>
          </p:spPr>
        </p:sp>
        <p:sp>
          <p:nvSpPr>
            <p:cNvPr id="7820" name="Heatmap cell r25 c129"/>
            <p:cNvSpPr/>
            <p:nvPr/>
          </p:nvSpPr>
          <p:spPr>
            <a:xfrm>
              <a:off x="2348416" y="662859"/>
              <a:ext cx="17140" cy="26609"/>
            </a:xfrm>
            <a:prstGeom prst="rect">
              <a:avLst/>
            </a:prstGeom>
            <a:solidFill>
              <a:srgbClr val="EFB4B9"/>
            </a:solidFill>
            <a:ln>
              <a:noFill/>
            </a:ln>
          </p:spPr>
        </p:sp>
        <p:sp>
          <p:nvSpPr>
            <p:cNvPr id="7821" name="Heatmap cell r25 c130"/>
            <p:cNvSpPr/>
            <p:nvPr/>
          </p:nvSpPr>
          <p:spPr>
            <a:xfrm>
              <a:off x="2365460" y="662859"/>
              <a:ext cx="19034" cy="26609"/>
            </a:xfrm>
            <a:prstGeom prst="rect">
              <a:avLst/>
            </a:prstGeom>
            <a:solidFill>
              <a:srgbClr val="F0F5F8"/>
            </a:solidFill>
            <a:ln>
              <a:noFill/>
            </a:ln>
          </p:spPr>
        </p:sp>
        <p:sp>
          <p:nvSpPr>
            <p:cNvPr id="7822" name="Heatmap cell r25 c131"/>
            <p:cNvSpPr/>
            <p:nvPr/>
          </p:nvSpPr>
          <p:spPr>
            <a:xfrm>
              <a:off x="2384399" y="662859"/>
              <a:ext cx="17140" cy="26609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7823" name="Heatmap cell r25 c132"/>
            <p:cNvSpPr/>
            <p:nvPr/>
          </p:nvSpPr>
          <p:spPr>
            <a:xfrm>
              <a:off x="2401444" y="662859"/>
              <a:ext cx="19034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7824" name="Heatmap cell r25 c133"/>
            <p:cNvSpPr/>
            <p:nvPr/>
          </p:nvSpPr>
          <p:spPr>
            <a:xfrm>
              <a:off x="2420383" y="662859"/>
              <a:ext cx="17140" cy="26609"/>
            </a:xfrm>
            <a:prstGeom prst="rect">
              <a:avLst/>
            </a:prstGeom>
            <a:solidFill>
              <a:srgbClr val="E5838B"/>
            </a:solidFill>
            <a:ln>
              <a:noFill/>
            </a:ln>
          </p:spPr>
        </p:sp>
        <p:sp>
          <p:nvSpPr>
            <p:cNvPr id="7825" name="Heatmap cell r25 c135"/>
            <p:cNvSpPr/>
            <p:nvPr/>
          </p:nvSpPr>
          <p:spPr>
            <a:xfrm>
              <a:off x="2456367" y="662859"/>
              <a:ext cx="17140" cy="26609"/>
            </a:xfrm>
            <a:prstGeom prst="rect">
              <a:avLst/>
            </a:prstGeom>
            <a:solidFill>
              <a:srgbClr val="F0BBC2"/>
            </a:solidFill>
            <a:ln>
              <a:noFill/>
            </a:ln>
          </p:spPr>
        </p:sp>
        <p:sp>
          <p:nvSpPr>
            <p:cNvPr id="7826" name="Heatmap cell r25 c136"/>
            <p:cNvSpPr/>
            <p:nvPr/>
          </p:nvSpPr>
          <p:spPr>
            <a:xfrm>
              <a:off x="2473412" y="662859"/>
              <a:ext cx="19034" cy="26609"/>
            </a:xfrm>
            <a:prstGeom prst="rect">
              <a:avLst/>
            </a:prstGeom>
            <a:solidFill>
              <a:srgbClr val="EFB6BA"/>
            </a:solidFill>
            <a:ln>
              <a:noFill/>
            </a:ln>
          </p:spPr>
        </p:sp>
        <p:sp>
          <p:nvSpPr>
            <p:cNvPr id="7827" name="Heatmap cell r25 c137"/>
            <p:cNvSpPr/>
            <p:nvPr/>
          </p:nvSpPr>
          <p:spPr>
            <a:xfrm>
              <a:off x="2492351" y="662859"/>
              <a:ext cx="17140" cy="26609"/>
            </a:xfrm>
            <a:prstGeom prst="rect">
              <a:avLst/>
            </a:prstGeom>
            <a:solidFill>
              <a:srgbClr val="F6D6DA"/>
            </a:solidFill>
            <a:ln>
              <a:noFill/>
            </a:ln>
          </p:spPr>
        </p:sp>
        <p:sp>
          <p:nvSpPr>
            <p:cNvPr id="7828" name="Heatmap cell r25 c138"/>
            <p:cNvSpPr/>
            <p:nvPr/>
          </p:nvSpPr>
          <p:spPr>
            <a:xfrm>
              <a:off x="2509396" y="662859"/>
              <a:ext cx="19034" cy="26609"/>
            </a:xfrm>
            <a:prstGeom prst="rect">
              <a:avLst/>
            </a:prstGeom>
            <a:solidFill>
              <a:srgbClr val="D4DFE9"/>
            </a:solidFill>
            <a:ln>
              <a:noFill/>
            </a:ln>
          </p:spPr>
        </p:sp>
        <p:sp>
          <p:nvSpPr>
            <p:cNvPr id="7829" name="Heatmap cell r25 c139"/>
            <p:cNvSpPr/>
            <p:nvPr/>
          </p:nvSpPr>
          <p:spPr>
            <a:xfrm>
              <a:off x="2528334" y="662859"/>
              <a:ext cx="17140" cy="26609"/>
            </a:xfrm>
            <a:prstGeom prst="rect">
              <a:avLst/>
            </a:prstGeom>
            <a:solidFill>
              <a:srgbClr val="F3C9CE"/>
            </a:solidFill>
            <a:ln>
              <a:noFill/>
            </a:ln>
          </p:spPr>
        </p:sp>
        <p:sp>
          <p:nvSpPr>
            <p:cNvPr id="7830" name="Heatmap cell r25 c140"/>
            <p:cNvSpPr/>
            <p:nvPr/>
          </p:nvSpPr>
          <p:spPr>
            <a:xfrm>
              <a:off x="2545379" y="662859"/>
              <a:ext cx="19034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7831" name="Heatmap cell r25 c141"/>
            <p:cNvSpPr/>
            <p:nvPr/>
          </p:nvSpPr>
          <p:spPr>
            <a:xfrm>
              <a:off x="2564318" y="662859"/>
              <a:ext cx="19034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7832" name="Heatmap cell r25 c142"/>
            <p:cNvSpPr/>
            <p:nvPr/>
          </p:nvSpPr>
          <p:spPr>
            <a:xfrm>
              <a:off x="2583257" y="662859"/>
              <a:ext cx="17140" cy="26609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7833" name="Heatmap cell r25 c143"/>
            <p:cNvSpPr/>
            <p:nvPr/>
          </p:nvSpPr>
          <p:spPr>
            <a:xfrm>
              <a:off x="2600302" y="662859"/>
              <a:ext cx="19034" cy="26609"/>
            </a:xfrm>
            <a:prstGeom prst="rect">
              <a:avLst/>
            </a:prstGeom>
            <a:solidFill>
              <a:srgbClr val="F1C3C8"/>
            </a:solidFill>
            <a:ln>
              <a:noFill/>
            </a:ln>
          </p:spPr>
        </p:sp>
        <p:sp>
          <p:nvSpPr>
            <p:cNvPr id="7834" name="Heatmap cell r25 c144"/>
            <p:cNvSpPr/>
            <p:nvPr/>
          </p:nvSpPr>
          <p:spPr>
            <a:xfrm>
              <a:off x="2619241" y="662859"/>
              <a:ext cx="17140" cy="26609"/>
            </a:xfrm>
            <a:prstGeom prst="rect">
              <a:avLst/>
            </a:prstGeom>
            <a:solidFill>
              <a:srgbClr val="E78D93"/>
            </a:solidFill>
            <a:ln>
              <a:noFill/>
            </a:ln>
          </p:spPr>
        </p:sp>
        <p:sp>
          <p:nvSpPr>
            <p:cNvPr id="7835" name="Heatmap cell r25 c145"/>
            <p:cNvSpPr/>
            <p:nvPr/>
          </p:nvSpPr>
          <p:spPr>
            <a:xfrm>
              <a:off x="2636286" y="662859"/>
              <a:ext cx="19034" cy="26609"/>
            </a:xfrm>
            <a:prstGeom prst="rect">
              <a:avLst/>
            </a:prstGeom>
            <a:solidFill>
              <a:srgbClr val="F8E6E8"/>
            </a:solidFill>
            <a:ln>
              <a:noFill/>
            </a:ln>
          </p:spPr>
        </p:sp>
        <p:sp>
          <p:nvSpPr>
            <p:cNvPr id="7836" name="Heatmap cell r25 c146"/>
            <p:cNvSpPr/>
            <p:nvPr/>
          </p:nvSpPr>
          <p:spPr>
            <a:xfrm>
              <a:off x="2655225" y="662859"/>
              <a:ext cx="17140" cy="26609"/>
            </a:xfrm>
            <a:prstGeom prst="rect">
              <a:avLst/>
            </a:prstGeom>
            <a:solidFill>
              <a:srgbClr val="F8E3E6"/>
            </a:solidFill>
            <a:ln>
              <a:noFill/>
            </a:ln>
          </p:spPr>
        </p:sp>
        <p:sp>
          <p:nvSpPr>
            <p:cNvPr id="7837" name="Heatmap cell r25 c147"/>
            <p:cNvSpPr/>
            <p:nvPr/>
          </p:nvSpPr>
          <p:spPr>
            <a:xfrm>
              <a:off x="2672270" y="662859"/>
              <a:ext cx="19034" cy="26609"/>
            </a:xfrm>
            <a:prstGeom prst="rect">
              <a:avLst/>
            </a:prstGeom>
            <a:solidFill>
              <a:srgbClr val="E7EBF1"/>
            </a:solidFill>
            <a:ln>
              <a:noFill/>
            </a:ln>
          </p:spPr>
        </p:sp>
        <p:sp>
          <p:nvSpPr>
            <p:cNvPr id="7838" name="Heatmap cell r25 c148"/>
            <p:cNvSpPr/>
            <p:nvPr/>
          </p:nvSpPr>
          <p:spPr>
            <a:xfrm>
              <a:off x="2691208" y="662859"/>
              <a:ext cx="17140" cy="26609"/>
            </a:xfrm>
            <a:prstGeom prst="rect">
              <a:avLst/>
            </a:prstGeom>
            <a:solidFill>
              <a:srgbClr val="EFB4B9"/>
            </a:solidFill>
            <a:ln>
              <a:noFill/>
            </a:ln>
          </p:spPr>
        </p:sp>
        <p:sp>
          <p:nvSpPr>
            <p:cNvPr id="7839" name="Heatmap cell r25 c149"/>
            <p:cNvSpPr/>
            <p:nvPr/>
          </p:nvSpPr>
          <p:spPr>
            <a:xfrm>
              <a:off x="2708253" y="662859"/>
              <a:ext cx="19034" cy="26609"/>
            </a:xfrm>
            <a:prstGeom prst="rect">
              <a:avLst/>
            </a:prstGeom>
            <a:solidFill>
              <a:srgbClr val="D5DFEA"/>
            </a:solidFill>
            <a:ln>
              <a:noFill/>
            </a:ln>
          </p:spPr>
        </p:sp>
        <p:sp>
          <p:nvSpPr>
            <p:cNvPr id="7840" name="Heatmap cell r25 c150"/>
            <p:cNvSpPr/>
            <p:nvPr/>
          </p:nvSpPr>
          <p:spPr>
            <a:xfrm>
              <a:off x="2727192" y="662859"/>
              <a:ext cx="17140" cy="26609"/>
            </a:xfrm>
            <a:prstGeom prst="rect">
              <a:avLst/>
            </a:prstGeom>
            <a:solidFill>
              <a:srgbClr val="E89097"/>
            </a:solidFill>
            <a:ln>
              <a:noFill/>
            </a:ln>
          </p:spPr>
        </p:sp>
        <p:sp>
          <p:nvSpPr>
            <p:cNvPr id="7841" name="Heatmap cell r25 c151"/>
            <p:cNvSpPr/>
            <p:nvPr/>
          </p:nvSpPr>
          <p:spPr>
            <a:xfrm>
              <a:off x="2744237" y="662859"/>
              <a:ext cx="19034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7842" name="Heatmap cell r25 c152"/>
            <p:cNvSpPr/>
            <p:nvPr/>
          </p:nvSpPr>
          <p:spPr>
            <a:xfrm>
              <a:off x="2763176" y="662859"/>
              <a:ext cx="17140" cy="26609"/>
            </a:xfrm>
            <a:prstGeom prst="rect">
              <a:avLst/>
            </a:prstGeom>
            <a:solidFill>
              <a:srgbClr val="EEB1B7"/>
            </a:solidFill>
            <a:ln>
              <a:noFill/>
            </a:ln>
          </p:spPr>
        </p:sp>
        <p:sp>
          <p:nvSpPr>
            <p:cNvPr id="7843" name="Heatmap cell r25 c153"/>
            <p:cNvSpPr/>
            <p:nvPr/>
          </p:nvSpPr>
          <p:spPr>
            <a:xfrm>
              <a:off x="2780221" y="662859"/>
              <a:ext cx="19034" cy="26609"/>
            </a:xfrm>
            <a:prstGeom prst="rect">
              <a:avLst/>
            </a:prstGeom>
            <a:solidFill>
              <a:srgbClr val="F9E8E9"/>
            </a:solidFill>
            <a:ln>
              <a:noFill/>
            </a:ln>
          </p:spPr>
        </p:sp>
        <p:sp>
          <p:nvSpPr>
            <p:cNvPr id="7844" name="Heatmap cell r25 c154"/>
            <p:cNvSpPr/>
            <p:nvPr/>
          </p:nvSpPr>
          <p:spPr>
            <a:xfrm>
              <a:off x="2799160" y="662859"/>
              <a:ext cx="17140" cy="26609"/>
            </a:xfrm>
            <a:prstGeom prst="rect">
              <a:avLst/>
            </a:prstGeom>
            <a:solidFill>
              <a:srgbClr val="DFE7ED"/>
            </a:solidFill>
            <a:ln>
              <a:noFill/>
            </a:ln>
          </p:spPr>
        </p:sp>
        <p:sp>
          <p:nvSpPr>
            <p:cNvPr id="7845" name="Heatmap cell r25 c155"/>
            <p:cNvSpPr/>
            <p:nvPr/>
          </p:nvSpPr>
          <p:spPr>
            <a:xfrm>
              <a:off x="2816205" y="662859"/>
              <a:ext cx="19034" cy="26609"/>
            </a:xfrm>
            <a:prstGeom prst="rect">
              <a:avLst/>
            </a:prstGeom>
            <a:solidFill>
              <a:srgbClr val="ECA7AD"/>
            </a:solidFill>
            <a:ln>
              <a:noFill/>
            </a:ln>
          </p:spPr>
        </p:sp>
        <p:sp>
          <p:nvSpPr>
            <p:cNvPr id="7846" name="Heatmap cell r25 c156"/>
            <p:cNvSpPr/>
            <p:nvPr/>
          </p:nvSpPr>
          <p:spPr>
            <a:xfrm>
              <a:off x="2835144" y="662859"/>
              <a:ext cx="19034" cy="26609"/>
            </a:xfrm>
            <a:prstGeom prst="rect">
              <a:avLst/>
            </a:prstGeom>
            <a:solidFill>
              <a:srgbClr val="EFB5BA"/>
            </a:solidFill>
            <a:ln>
              <a:noFill/>
            </a:ln>
          </p:spPr>
        </p:sp>
        <p:sp>
          <p:nvSpPr>
            <p:cNvPr id="7847" name="Heatmap cell r25 c157"/>
            <p:cNvSpPr/>
            <p:nvPr/>
          </p:nvSpPr>
          <p:spPr>
            <a:xfrm>
              <a:off x="2854082" y="662859"/>
              <a:ext cx="17140" cy="26609"/>
            </a:xfrm>
            <a:prstGeom prst="rect">
              <a:avLst/>
            </a:prstGeom>
            <a:solidFill>
              <a:srgbClr val="BDCEDD"/>
            </a:solidFill>
            <a:ln>
              <a:noFill/>
            </a:ln>
          </p:spPr>
        </p:sp>
        <p:sp>
          <p:nvSpPr>
            <p:cNvPr id="7848" name="Heatmap cell r25 c158"/>
            <p:cNvSpPr/>
            <p:nvPr/>
          </p:nvSpPr>
          <p:spPr>
            <a:xfrm>
              <a:off x="2871127" y="662859"/>
              <a:ext cx="19034" cy="26609"/>
            </a:xfrm>
            <a:prstGeom prst="rect">
              <a:avLst/>
            </a:prstGeom>
            <a:solidFill>
              <a:srgbClr val="F7DCDF"/>
            </a:solidFill>
            <a:ln>
              <a:noFill/>
            </a:ln>
          </p:spPr>
        </p:sp>
        <p:sp>
          <p:nvSpPr>
            <p:cNvPr id="7849" name="Heatmap cell r25 c159"/>
            <p:cNvSpPr/>
            <p:nvPr/>
          </p:nvSpPr>
          <p:spPr>
            <a:xfrm>
              <a:off x="2890066" y="662859"/>
              <a:ext cx="17140" cy="26609"/>
            </a:xfrm>
            <a:prstGeom prst="rect">
              <a:avLst/>
            </a:prstGeom>
            <a:solidFill>
              <a:srgbClr val="C4D2DF"/>
            </a:solidFill>
            <a:ln>
              <a:noFill/>
            </a:ln>
          </p:spPr>
        </p:sp>
        <p:sp>
          <p:nvSpPr>
            <p:cNvPr id="7850" name="Heatmap cell r25 c160"/>
            <p:cNvSpPr/>
            <p:nvPr/>
          </p:nvSpPr>
          <p:spPr>
            <a:xfrm>
              <a:off x="2907111" y="662859"/>
              <a:ext cx="19034" cy="26609"/>
            </a:xfrm>
            <a:prstGeom prst="rect">
              <a:avLst/>
            </a:prstGeom>
            <a:solidFill>
              <a:srgbClr val="D5DFEA"/>
            </a:solidFill>
            <a:ln>
              <a:noFill/>
            </a:ln>
          </p:spPr>
        </p:sp>
        <p:sp>
          <p:nvSpPr>
            <p:cNvPr id="7851" name="Heatmap cell r25 c161"/>
            <p:cNvSpPr/>
            <p:nvPr/>
          </p:nvSpPr>
          <p:spPr>
            <a:xfrm>
              <a:off x="2926050" y="662859"/>
              <a:ext cx="17140" cy="26609"/>
            </a:xfrm>
            <a:prstGeom prst="rect">
              <a:avLst/>
            </a:prstGeom>
            <a:solidFill>
              <a:srgbClr val="DFE6ED"/>
            </a:solidFill>
            <a:ln>
              <a:noFill/>
            </a:ln>
          </p:spPr>
        </p:sp>
        <p:sp>
          <p:nvSpPr>
            <p:cNvPr id="7852" name="Heatmap cell r25 c162"/>
            <p:cNvSpPr/>
            <p:nvPr/>
          </p:nvSpPr>
          <p:spPr>
            <a:xfrm>
              <a:off x="2943095" y="662859"/>
              <a:ext cx="19034" cy="26609"/>
            </a:xfrm>
            <a:prstGeom prst="rect">
              <a:avLst/>
            </a:prstGeom>
            <a:solidFill>
              <a:srgbClr val="D1DCE7"/>
            </a:solidFill>
            <a:ln>
              <a:noFill/>
            </a:ln>
          </p:spPr>
        </p:sp>
        <p:sp>
          <p:nvSpPr>
            <p:cNvPr id="7853" name="Heatmap cell r25 c163"/>
            <p:cNvSpPr/>
            <p:nvPr/>
          </p:nvSpPr>
          <p:spPr>
            <a:xfrm>
              <a:off x="2962034" y="662859"/>
              <a:ext cx="17140" cy="26609"/>
            </a:xfrm>
            <a:prstGeom prst="rect">
              <a:avLst/>
            </a:prstGeom>
            <a:solidFill>
              <a:srgbClr val="DFE6ED"/>
            </a:solidFill>
            <a:ln>
              <a:noFill/>
            </a:ln>
          </p:spPr>
        </p:sp>
        <p:sp>
          <p:nvSpPr>
            <p:cNvPr id="7854" name="Heatmap cell r25 c164"/>
            <p:cNvSpPr/>
            <p:nvPr/>
          </p:nvSpPr>
          <p:spPr>
            <a:xfrm>
              <a:off x="2979079" y="662859"/>
              <a:ext cx="19034" cy="26609"/>
            </a:xfrm>
            <a:prstGeom prst="rect">
              <a:avLst/>
            </a:prstGeom>
            <a:solidFill>
              <a:srgbClr val="DCE3EB"/>
            </a:solidFill>
            <a:ln>
              <a:noFill/>
            </a:ln>
          </p:spPr>
        </p:sp>
        <p:sp>
          <p:nvSpPr>
            <p:cNvPr id="7855" name="Heatmap cell r25 c165"/>
            <p:cNvSpPr/>
            <p:nvPr/>
          </p:nvSpPr>
          <p:spPr>
            <a:xfrm>
              <a:off x="2998018" y="662859"/>
              <a:ext cx="17140" cy="26609"/>
            </a:xfrm>
            <a:prstGeom prst="rect">
              <a:avLst/>
            </a:prstGeom>
            <a:solidFill>
              <a:srgbClr val="CFDBE6"/>
            </a:solidFill>
            <a:ln>
              <a:noFill/>
            </a:ln>
          </p:spPr>
        </p:sp>
        <p:sp>
          <p:nvSpPr>
            <p:cNvPr id="7856" name="Heatmap cell r25 c166"/>
            <p:cNvSpPr/>
            <p:nvPr/>
          </p:nvSpPr>
          <p:spPr>
            <a:xfrm>
              <a:off x="3015062" y="662859"/>
              <a:ext cx="19034" cy="26609"/>
            </a:xfrm>
            <a:prstGeom prst="rect">
              <a:avLst/>
            </a:prstGeom>
            <a:solidFill>
              <a:srgbClr val="E1E9EF"/>
            </a:solidFill>
            <a:ln>
              <a:noFill/>
            </a:ln>
          </p:spPr>
        </p:sp>
        <p:sp>
          <p:nvSpPr>
            <p:cNvPr id="7857" name="Heatmap cell r25 c167"/>
            <p:cNvSpPr/>
            <p:nvPr/>
          </p:nvSpPr>
          <p:spPr>
            <a:xfrm>
              <a:off x="3034001" y="662859"/>
              <a:ext cx="17140" cy="26609"/>
            </a:xfrm>
            <a:prstGeom prst="rect">
              <a:avLst/>
            </a:prstGeom>
            <a:solidFill>
              <a:srgbClr val="FBF1F3"/>
            </a:solidFill>
            <a:ln>
              <a:noFill/>
            </a:ln>
          </p:spPr>
        </p:sp>
        <p:sp>
          <p:nvSpPr>
            <p:cNvPr id="7858" name="Heatmap cell r25 c168"/>
            <p:cNvSpPr/>
            <p:nvPr/>
          </p:nvSpPr>
          <p:spPr>
            <a:xfrm>
              <a:off x="3051046" y="662859"/>
              <a:ext cx="19034" cy="26609"/>
            </a:xfrm>
            <a:prstGeom prst="rect">
              <a:avLst/>
            </a:prstGeom>
            <a:solidFill>
              <a:srgbClr val="FCF6F6"/>
            </a:solidFill>
            <a:ln>
              <a:noFill/>
            </a:ln>
          </p:spPr>
        </p:sp>
        <p:sp>
          <p:nvSpPr>
            <p:cNvPr id="7859" name="Heatmap cell r25 c170"/>
            <p:cNvSpPr/>
            <p:nvPr/>
          </p:nvSpPr>
          <p:spPr>
            <a:xfrm>
              <a:off x="3088924" y="662859"/>
              <a:ext cx="17140" cy="26609"/>
            </a:xfrm>
            <a:prstGeom prst="rect">
              <a:avLst/>
            </a:prstGeom>
            <a:solidFill>
              <a:srgbClr val="DDE4EC"/>
            </a:solidFill>
            <a:ln>
              <a:noFill/>
            </a:ln>
          </p:spPr>
        </p:sp>
        <p:sp>
          <p:nvSpPr>
            <p:cNvPr id="7860" name="Heatmap cell r25 c171"/>
            <p:cNvSpPr/>
            <p:nvPr/>
          </p:nvSpPr>
          <p:spPr>
            <a:xfrm>
              <a:off x="3105969" y="662859"/>
              <a:ext cx="19034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7861" name="Heatmap cell r25 c172"/>
            <p:cNvSpPr/>
            <p:nvPr/>
          </p:nvSpPr>
          <p:spPr>
            <a:xfrm>
              <a:off x="3124908" y="662859"/>
              <a:ext cx="17140" cy="26609"/>
            </a:xfrm>
            <a:prstGeom prst="rect">
              <a:avLst/>
            </a:prstGeom>
            <a:solidFill>
              <a:srgbClr val="FBF3F4"/>
            </a:solidFill>
            <a:ln>
              <a:noFill/>
            </a:ln>
          </p:spPr>
        </p:sp>
        <p:sp>
          <p:nvSpPr>
            <p:cNvPr id="7862" name="Heatmap cell r25 c173"/>
            <p:cNvSpPr/>
            <p:nvPr/>
          </p:nvSpPr>
          <p:spPr>
            <a:xfrm>
              <a:off x="3141953" y="662859"/>
              <a:ext cx="19034" cy="26609"/>
            </a:xfrm>
            <a:prstGeom prst="rect">
              <a:avLst/>
            </a:prstGeom>
            <a:solidFill>
              <a:srgbClr val="C5D2DF"/>
            </a:solidFill>
            <a:ln>
              <a:noFill/>
            </a:ln>
          </p:spPr>
        </p:sp>
        <p:sp>
          <p:nvSpPr>
            <p:cNvPr id="7863" name="Heatmap cell r25 c174"/>
            <p:cNvSpPr/>
            <p:nvPr/>
          </p:nvSpPr>
          <p:spPr>
            <a:xfrm>
              <a:off x="3160892" y="662859"/>
              <a:ext cx="17140" cy="26609"/>
            </a:xfrm>
            <a:prstGeom prst="rect">
              <a:avLst/>
            </a:prstGeom>
            <a:solidFill>
              <a:srgbClr val="F5F7F9"/>
            </a:solidFill>
            <a:ln>
              <a:noFill/>
            </a:ln>
          </p:spPr>
        </p:sp>
        <p:sp>
          <p:nvSpPr>
            <p:cNvPr id="7864" name="Heatmap cell r25 c175"/>
            <p:cNvSpPr/>
            <p:nvPr/>
          </p:nvSpPr>
          <p:spPr>
            <a:xfrm>
              <a:off x="3177936" y="662859"/>
              <a:ext cx="19034" cy="26609"/>
            </a:xfrm>
            <a:prstGeom prst="rect">
              <a:avLst/>
            </a:prstGeom>
            <a:solidFill>
              <a:srgbClr val="E9EDF3"/>
            </a:solidFill>
            <a:ln>
              <a:noFill/>
            </a:ln>
          </p:spPr>
        </p:sp>
        <p:sp>
          <p:nvSpPr>
            <p:cNvPr id="7865" name="Heatmap cell r25 c176"/>
            <p:cNvSpPr/>
            <p:nvPr/>
          </p:nvSpPr>
          <p:spPr>
            <a:xfrm>
              <a:off x="3196875" y="662859"/>
              <a:ext cx="17140" cy="26609"/>
            </a:xfrm>
            <a:prstGeom prst="rect">
              <a:avLst/>
            </a:prstGeom>
            <a:solidFill>
              <a:srgbClr val="A2B8CF"/>
            </a:solidFill>
            <a:ln>
              <a:noFill/>
            </a:ln>
          </p:spPr>
        </p:sp>
        <p:sp>
          <p:nvSpPr>
            <p:cNvPr id="7866" name="Heatmap cell r25 c177"/>
            <p:cNvSpPr/>
            <p:nvPr/>
          </p:nvSpPr>
          <p:spPr>
            <a:xfrm>
              <a:off x="3213920" y="662859"/>
              <a:ext cx="19034" cy="26609"/>
            </a:xfrm>
            <a:prstGeom prst="rect">
              <a:avLst/>
            </a:prstGeom>
            <a:solidFill>
              <a:srgbClr val="D5DFE9"/>
            </a:solidFill>
            <a:ln>
              <a:noFill/>
            </a:ln>
          </p:spPr>
        </p:sp>
        <p:sp>
          <p:nvSpPr>
            <p:cNvPr id="7867" name="Heatmap cell r25 c178"/>
            <p:cNvSpPr/>
            <p:nvPr/>
          </p:nvSpPr>
          <p:spPr>
            <a:xfrm>
              <a:off x="3232859" y="662859"/>
              <a:ext cx="17140" cy="26609"/>
            </a:xfrm>
            <a:prstGeom prst="rect">
              <a:avLst/>
            </a:prstGeom>
            <a:solidFill>
              <a:srgbClr val="D5DFEA"/>
            </a:solidFill>
            <a:ln>
              <a:noFill/>
            </a:ln>
          </p:spPr>
        </p:sp>
        <p:sp>
          <p:nvSpPr>
            <p:cNvPr id="7868" name="Heatmap cell r25 c179"/>
            <p:cNvSpPr/>
            <p:nvPr/>
          </p:nvSpPr>
          <p:spPr>
            <a:xfrm>
              <a:off x="3249904" y="662859"/>
              <a:ext cx="19034" cy="26609"/>
            </a:xfrm>
            <a:prstGeom prst="rect">
              <a:avLst/>
            </a:prstGeom>
            <a:solidFill>
              <a:srgbClr val="F0F4F7"/>
            </a:solidFill>
            <a:ln>
              <a:noFill/>
            </a:ln>
          </p:spPr>
        </p:sp>
        <p:sp>
          <p:nvSpPr>
            <p:cNvPr id="7869" name="Heatmap cell r25 c180"/>
            <p:cNvSpPr/>
            <p:nvPr/>
          </p:nvSpPr>
          <p:spPr>
            <a:xfrm>
              <a:off x="3268843" y="662859"/>
              <a:ext cx="17140" cy="26609"/>
            </a:xfrm>
            <a:prstGeom prst="rect">
              <a:avLst/>
            </a:prstGeom>
            <a:solidFill>
              <a:srgbClr val="E3EAF0"/>
            </a:solidFill>
            <a:ln>
              <a:noFill/>
            </a:ln>
          </p:spPr>
        </p:sp>
        <p:sp>
          <p:nvSpPr>
            <p:cNvPr id="7870" name="Heatmap cell r25 c181"/>
            <p:cNvSpPr/>
            <p:nvPr/>
          </p:nvSpPr>
          <p:spPr>
            <a:xfrm>
              <a:off x="3285888" y="662859"/>
              <a:ext cx="19034" cy="26609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7871" name="Heatmap cell r25 c182"/>
            <p:cNvSpPr/>
            <p:nvPr/>
          </p:nvSpPr>
          <p:spPr>
            <a:xfrm>
              <a:off x="3304827" y="662859"/>
              <a:ext cx="19034" cy="26609"/>
            </a:xfrm>
            <a:prstGeom prst="rect">
              <a:avLst/>
            </a:prstGeom>
            <a:solidFill>
              <a:srgbClr val="FBF3F4"/>
            </a:solidFill>
            <a:ln>
              <a:noFill/>
            </a:ln>
          </p:spPr>
        </p:sp>
        <p:sp>
          <p:nvSpPr>
            <p:cNvPr id="7872" name="Heatmap cell r25 c183"/>
            <p:cNvSpPr/>
            <p:nvPr/>
          </p:nvSpPr>
          <p:spPr>
            <a:xfrm>
              <a:off x="3323765" y="662859"/>
              <a:ext cx="17140" cy="26609"/>
            </a:xfrm>
            <a:prstGeom prst="rect">
              <a:avLst/>
            </a:prstGeom>
            <a:solidFill>
              <a:srgbClr val="F9E8E9"/>
            </a:solidFill>
            <a:ln>
              <a:noFill/>
            </a:ln>
          </p:spPr>
        </p:sp>
        <p:sp>
          <p:nvSpPr>
            <p:cNvPr id="7873" name="Heatmap cell r25 c184"/>
            <p:cNvSpPr/>
            <p:nvPr/>
          </p:nvSpPr>
          <p:spPr>
            <a:xfrm>
              <a:off x="3340810" y="662859"/>
              <a:ext cx="19034" cy="26609"/>
            </a:xfrm>
            <a:prstGeom prst="rect">
              <a:avLst/>
            </a:prstGeom>
            <a:solidFill>
              <a:srgbClr val="C5D2E0"/>
            </a:solidFill>
            <a:ln>
              <a:noFill/>
            </a:ln>
          </p:spPr>
        </p:sp>
        <p:sp>
          <p:nvSpPr>
            <p:cNvPr id="7874" name="Heatmap cell r25 c185"/>
            <p:cNvSpPr/>
            <p:nvPr/>
          </p:nvSpPr>
          <p:spPr>
            <a:xfrm>
              <a:off x="3359749" y="662859"/>
              <a:ext cx="17140" cy="26609"/>
            </a:xfrm>
            <a:prstGeom prst="rect">
              <a:avLst/>
            </a:prstGeom>
            <a:solidFill>
              <a:srgbClr val="A8BCD1"/>
            </a:solidFill>
            <a:ln>
              <a:noFill/>
            </a:ln>
          </p:spPr>
        </p:sp>
        <p:sp>
          <p:nvSpPr>
            <p:cNvPr id="7875" name="Heatmap cell r25 c186"/>
            <p:cNvSpPr/>
            <p:nvPr/>
          </p:nvSpPr>
          <p:spPr>
            <a:xfrm>
              <a:off x="3376794" y="662859"/>
              <a:ext cx="19034" cy="26609"/>
            </a:xfrm>
            <a:prstGeom prst="rect">
              <a:avLst/>
            </a:prstGeom>
            <a:solidFill>
              <a:srgbClr val="C5D3E0"/>
            </a:solidFill>
            <a:ln>
              <a:noFill/>
            </a:ln>
          </p:spPr>
        </p:sp>
        <p:sp>
          <p:nvSpPr>
            <p:cNvPr id="7876" name="Heatmap cell r25 c188"/>
            <p:cNvSpPr/>
            <p:nvPr/>
          </p:nvSpPr>
          <p:spPr>
            <a:xfrm>
              <a:off x="3412778" y="662859"/>
              <a:ext cx="19034" cy="26609"/>
            </a:xfrm>
            <a:prstGeom prst="rect">
              <a:avLst/>
            </a:prstGeom>
            <a:solidFill>
              <a:srgbClr val="F3C5C8"/>
            </a:solidFill>
            <a:ln>
              <a:noFill/>
            </a:ln>
          </p:spPr>
        </p:sp>
        <p:sp>
          <p:nvSpPr>
            <p:cNvPr id="7877" name="Heatmap cell r25 c189"/>
            <p:cNvSpPr/>
            <p:nvPr/>
          </p:nvSpPr>
          <p:spPr>
            <a:xfrm>
              <a:off x="3431717" y="662859"/>
              <a:ext cx="17140" cy="26609"/>
            </a:xfrm>
            <a:prstGeom prst="rect">
              <a:avLst/>
            </a:prstGeom>
            <a:solidFill>
              <a:srgbClr val="F1C0C6"/>
            </a:solidFill>
            <a:ln>
              <a:noFill/>
            </a:ln>
          </p:spPr>
        </p:sp>
        <p:sp>
          <p:nvSpPr>
            <p:cNvPr id="7878" name="Heatmap cell r25 c190"/>
            <p:cNvSpPr/>
            <p:nvPr/>
          </p:nvSpPr>
          <p:spPr>
            <a:xfrm>
              <a:off x="3448762" y="662859"/>
              <a:ext cx="19034" cy="26609"/>
            </a:xfrm>
            <a:prstGeom prst="rect">
              <a:avLst/>
            </a:prstGeom>
            <a:solidFill>
              <a:srgbClr val="F8E3E6"/>
            </a:solidFill>
            <a:ln>
              <a:noFill/>
            </a:ln>
          </p:spPr>
        </p:sp>
        <p:sp>
          <p:nvSpPr>
            <p:cNvPr id="7879" name="Heatmap cell r25 c191"/>
            <p:cNvSpPr/>
            <p:nvPr/>
          </p:nvSpPr>
          <p:spPr>
            <a:xfrm>
              <a:off x="3467701" y="662859"/>
              <a:ext cx="17140" cy="26609"/>
            </a:xfrm>
            <a:prstGeom prst="rect">
              <a:avLst/>
            </a:prstGeom>
            <a:solidFill>
              <a:srgbClr val="F1C0C6"/>
            </a:solidFill>
            <a:ln>
              <a:noFill/>
            </a:ln>
          </p:spPr>
        </p:sp>
        <p:sp>
          <p:nvSpPr>
            <p:cNvPr id="7880" name="Heatmap cell r25 c192"/>
            <p:cNvSpPr/>
            <p:nvPr/>
          </p:nvSpPr>
          <p:spPr>
            <a:xfrm>
              <a:off x="3484746" y="662859"/>
              <a:ext cx="19034" cy="26609"/>
            </a:xfrm>
            <a:prstGeom prst="rect">
              <a:avLst/>
            </a:prstGeom>
            <a:solidFill>
              <a:srgbClr val="DAE2EB"/>
            </a:solidFill>
            <a:ln>
              <a:noFill/>
            </a:ln>
          </p:spPr>
        </p:sp>
        <p:sp>
          <p:nvSpPr>
            <p:cNvPr id="7881" name="Heatmap cell r25 c193"/>
            <p:cNvSpPr/>
            <p:nvPr/>
          </p:nvSpPr>
          <p:spPr>
            <a:xfrm>
              <a:off x="3503684" y="662859"/>
              <a:ext cx="17140" cy="26609"/>
            </a:xfrm>
            <a:prstGeom prst="rect">
              <a:avLst/>
            </a:prstGeom>
            <a:solidFill>
              <a:srgbClr val="E8ECF3"/>
            </a:solidFill>
            <a:ln>
              <a:noFill/>
            </a:ln>
          </p:spPr>
        </p:sp>
        <p:sp>
          <p:nvSpPr>
            <p:cNvPr id="7882" name="Heatmap cell r25 c194"/>
            <p:cNvSpPr/>
            <p:nvPr/>
          </p:nvSpPr>
          <p:spPr>
            <a:xfrm>
              <a:off x="3520729" y="662859"/>
              <a:ext cx="19034" cy="26609"/>
            </a:xfrm>
            <a:prstGeom prst="rect">
              <a:avLst/>
            </a:prstGeom>
            <a:solidFill>
              <a:srgbClr val="F1C0C4"/>
            </a:solidFill>
            <a:ln>
              <a:noFill/>
            </a:ln>
          </p:spPr>
        </p:sp>
        <p:sp>
          <p:nvSpPr>
            <p:cNvPr id="7883" name="Heatmap cell r25 c195"/>
            <p:cNvSpPr/>
            <p:nvPr/>
          </p:nvSpPr>
          <p:spPr>
            <a:xfrm>
              <a:off x="3539668" y="662859"/>
              <a:ext cx="19034" cy="26609"/>
            </a:xfrm>
            <a:prstGeom prst="rect">
              <a:avLst/>
            </a:prstGeom>
            <a:solidFill>
              <a:srgbClr val="F1BEC3"/>
            </a:solidFill>
            <a:ln>
              <a:noFill/>
            </a:ln>
          </p:spPr>
        </p:sp>
        <p:sp>
          <p:nvSpPr>
            <p:cNvPr id="7884" name="Heatmap cell r25 c196"/>
            <p:cNvSpPr/>
            <p:nvPr/>
          </p:nvSpPr>
          <p:spPr>
            <a:xfrm>
              <a:off x="3558607" y="662859"/>
              <a:ext cx="17140" cy="26609"/>
            </a:xfrm>
            <a:prstGeom prst="rect">
              <a:avLst/>
            </a:prstGeom>
            <a:solidFill>
              <a:srgbClr val="6287AC"/>
            </a:solidFill>
            <a:ln>
              <a:noFill/>
            </a:ln>
          </p:spPr>
        </p:sp>
        <p:sp>
          <p:nvSpPr>
            <p:cNvPr id="7885" name="Heatmap cell r25 c197"/>
            <p:cNvSpPr/>
            <p:nvPr/>
          </p:nvSpPr>
          <p:spPr>
            <a:xfrm>
              <a:off x="3575652" y="662859"/>
              <a:ext cx="19034" cy="26609"/>
            </a:xfrm>
            <a:prstGeom prst="rect">
              <a:avLst/>
            </a:prstGeom>
            <a:solidFill>
              <a:srgbClr val="EBF0F6"/>
            </a:solidFill>
            <a:ln>
              <a:noFill/>
            </a:ln>
          </p:spPr>
        </p:sp>
        <p:sp>
          <p:nvSpPr>
            <p:cNvPr id="7886" name="Heatmap cell r25 c198"/>
            <p:cNvSpPr/>
            <p:nvPr/>
          </p:nvSpPr>
          <p:spPr>
            <a:xfrm>
              <a:off x="3594591" y="662859"/>
              <a:ext cx="17140" cy="26609"/>
            </a:xfrm>
            <a:prstGeom prst="rect">
              <a:avLst/>
            </a:prstGeom>
            <a:solidFill>
              <a:srgbClr val="EDF1F7"/>
            </a:solidFill>
            <a:ln>
              <a:noFill/>
            </a:ln>
          </p:spPr>
        </p:sp>
        <p:sp>
          <p:nvSpPr>
            <p:cNvPr id="7887" name="Heatmap cell r25 c199"/>
            <p:cNvSpPr/>
            <p:nvPr/>
          </p:nvSpPr>
          <p:spPr>
            <a:xfrm>
              <a:off x="3611636" y="662859"/>
              <a:ext cx="19034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7888" name="Heatmap cell r25 c200"/>
            <p:cNvSpPr/>
            <p:nvPr/>
          </p:nvSpPr>
          <p:spPr>
            <a:xfrm>
              <a:off x="3630575" y="662859"/>
              <a:ext cx="17140" cy="26609"/>
            </a:xfrm>
            <a:prstGeom prst="rect">
              <a:avLst/>
            </a:prstGeom>
            <a:solidFill>
              <a:srgbClr val="DDE4EC"/>
            </a:solidFill>
            <a:ln>
              <a:noFill/>
            </a:ln>
          </p:spPr>
        </p:sp>
        <p:sp>
          <p:nvSpPr>
            <p:cNvPr id="7889" name="Heatmap cell r25 c201"/>
            <p:cNvSpPr/>
            <p:nvPr/>
          </p:nvSpPr>
          <p:spPr>
            <a:xfrm>
              <a:off x="3647620" y="662859"/>
              <a:ext cx="19034" cy="26609"/>
            </a:xfrm>
            <a:prstGeom prst="rect">
              <a:avLst/>
            </a:prstGeom>
            <a:solidFill>
              <a:srgbClr val="FBF1F3"/>
            </a:solidFill>
            <a:ln>
              <a:noFill/>
            </a:ln>
          </p:spPr>
        </p:sp>
        <p:sp>
          <p:nvSpPr>
            <p:cNvPr id="7890" name="Heatmap cell r25 c202"/>
            <p:cNvSpPr/>
            <p:nvPr/>
          </p:nvSpPr>
          <p:spPr>
            <a:xfrm>
              <a:off x="3666558" y="662859"/>
              <a:ext cx="17140" cy="26609"/>
            </a:xfrm>
            <a:prstGeom prst="rect">
              <a:avLst/>
            </a:prstGeom>
            <a:solidFill>
              <a:srgbClr val="F1C4C7"/>
            </a:solidFill>
            <a:ln>
              <a:noFill/>
            </a:ln>
          </p:spPr>
        </p:sp>
        <p:sp>
          <p:nvSpPr>
            <p:cNvPr id="7891" name="Heatmap cell r25 c203"/>
            <p:cNvSpPr/>
            <p:nvPr/>
          </p:nvSpPr>
          <p:spPr>
            <a:xfrm>
              <a:off x="3683603" y="662859"/>
              <a:ext cx="19034" cy="26609"/>
            </a:xfrm>
            <a:prstGeom prst="rect">
              <a:avLst/>
            </a:prstGeom>
            <a:solidFill>
              <a:srgbClr val="E7EBF1"/>
            </a:solidFill>
            <a:ln>
              <a:noFill/>
            </a:ln>
          </p:spPr>
        </p:sp>
        <p:sp>
          <p:nvSpPr>
            <p:cNvPr id="7892" name="Heatmap cell r25 c204"/>
            <p:cNvSpPr/>
            <p:nvPr/>
          </p:nvSpPr>
          <p:spPr>
            <a:xfrm>
              <a:off x="3702542" y="662859"/>
              <a:ext cx="17140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7893" name="Heatmap cell r25 c205"/>
            <p:cNvSpPr/>
            <p:nvPr/>
          </p:nvSpPr>
          <p:spPr>
            <a:xfrm>
              <a:off x="3719587" y="662859"/>
              <a:ext cx="19034" cy="26609"/>
            </a:xfrm>
            <a:prstGeom prst="rect">
              <a:avLst/>
            </a:prstGeom>
            <a:solidFill>
              <a:srgbClr val="EBA3AB"/>
            </a:solidFill>
            <a:ln>
              <a:noFill/>
            </a:ln>
          </p:spPr>
        </p:sp>
        <p:sp>
          <p:nvSpPr>
            <p:cNvPr id="7894" name="Heatmap cell r25 c206"/>
            <p:cNvSpPr/>
            <p:nvPr/>
          </p:nvSpPr>
          <p:spPr>
            <a:xfrm>
              <a:off x="3738526" y="662859"/>
              <a:ext cx="17140" cy="26609"/>
            </a:xfrm>
            <a:prstGeom prst="rect">
              <a:avLst/>
            </a:prstGeom>
            <a:solidFill>
              <a:srgbClr val="DFE7ED"/>
            </a:solidFill>
            <a:ln>
              <a:noFill/>
            </a:ln>
          </p:spPr>
        </p:sp>
        <p:sp>
          <p:nvSpPr>
            <p:cNvPr id="7895" name="Heatmap cell r25 c207"/>
            <p:cNvSpPr/>
            <p:nvPr/>
          </p:nvSpPr>
          <p:spPr>
            <a:xfrm>
              <a:off x="3755571" y="662859"/>
              <a:ext cx="19034" cy="26609"/>
            </a:xfrm>
            <a:prstGeom prst="rect">
              <a:avLst/>
            </a:prstGeom>
            <a:solidFill>
              <a:srgbClr val="F5CED2"/>
            </a:solidFill>
            <a:ln>
              <a:noFill/>
            </a:ln>
          </p:spPr>
        </p:sp>
        <p:sp>
          <p:nvSpPr>
            <p:cNvPr id="7896" name="Heatmap cell r25 c208"/>
            <p:cNvSpPr/>
            <p:nvPr/>
          </p:nvSpPr>
          <p:spPr>
            <a:xfrm>
              <a:off x="3774510" y="662859"/>
              <a:ext cx="19034" cy="26609"/>
            </a:xfrm>
            <a:prstGeom prst="rect">
              <a:avLst/>
            </a:prstGeom>
            <a:solidFill>
              <a:srgbClr val="D5DFE9"/>
            </a:solidFill>
            <a:ln>
              <a:noFill/>
            </a:ln>
          </p:spPr>
        </p:sp>
        <p:sp>
          <p:nvSpPr>
            <p:cNvPr id="7897" name="Heatmap cell r25 c209"/>
            <p:cNvSpPr/>
            <p:nvPr/>
          </p:nvSpPr>
          <p:spPr>
            <a:xfrm>
              <a:off x="3793449" y="662859"/>
              <a:ext cx="17140" cy="26609"/>
            </a:xfrm>
            <a:prstGeom prst="rect">
              <a:avLst/>
            </a:prstGeom>
            <a:solidFill>
              <a:srgbClr val="EA99A0"/>
            </a:solidFill>
            <a:ln>
              <a:noFill/>
            </a:ln>
          </p:spPr>
        </p:sp>
        <p:sp>
          <p:nvSpPr>
            <p:cNvPr id="7898" name="Heatmap cell r25 c210"/>
            <p:cNvSpPr/>
            <p:nvPr/>
          </p:nvSpPr>
          <p:spPr>
            <a:xfrm>
              <a:off x="3810494" y="662859"/>
              <a:ext cx="19034" cy="26609"/>
            </a:xfrm>
            <a:prstGeom prst="rect">
              <a:avLst/>
            </a:prstGeom>
            <a:solidFill>
              <a:srgbClr val="EBA1A8"/>
            </a:solidFill>
            <a:ln>
              <a:noFill/>
            </a:ln>
          </p:spPr>
        </p:sp>
        <p:sp>
          <p:nvSpPr>
            <p:cNvPr id="7899" name="Heatmap cell r25 c211"/>
            <p:cNvSpPr/>
            <p:nvPr/>
          </p:nvSpPr>
          <p:spPr>
            <a:xfrm>
              <a:off x="3829432" y="662859"/>
              <a:ext cx="17140" cy="26609"/>
            </a:xfrm>
            <a:prstGeom prst="rect">
              <a:avLst/>
            </a:prstGeom>
            <a:solidFill>
              <a:srgbClr val="EA99A0"/>
            </a:solidFill>
            <a:ln>
              <a:noFill/>
            </a:ln>
          </p:spPr>
        </p:sp>
        <p:sp>
          <p:nvSpPr>
            <p:cNvPr id="7900" name="Heatmap cell r25 c212"/>
            <p:cNvSpPr/>
            <p:nvPr/>
          </p:nvSpPr>
          <p:spPr>
            <a:xfrm>
              <a:off x="3846477" y="662859"/>
              <a:ext cx="19034" cy="26609"/>
            </a:xfrm>
            <a:prstGeom prst="rect">
              <a:avLst/>
            </a:prstGeom>
            <a:solidFill>
              <a:srgbClr val="D9E1EB"/>
            </a:solidFill>
            <a:ln>
              <a:noFill/>
            </a:ln>
          </p:spPr>
        </p:sp>
        <p:sp>
          <p:nvSpPr>
            <p:cNvPr id="7901" name="Heatmap cell r25 c213"/>
            <p:cNvSpPr/>
            <p:nvPr/>
          </p:nvSpPr>
          <p:spPr>
            <a:xfrm>
              <a:off x="3865416" y="662859"/>
              <a:ext cx="17140" cy="26609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7902" name="Heatmap cell r25 c214"/>
            <p:cNvSpPr/>
            <p:nvPr/>
          </p:nvSpPr>
          <p:spPr>
            <a:xfrm>
              <a:off x="3882461" y="662859"/>
              <a:ext cx="19034" cy="26609"/>
            </a:xfrm>
            <a:prstGeom prst="rect">
              <a:avLst/>
            </a:prstGeom>
            <a:solidFill>
              <a:srgbClr val="ECACB1"/>
            </a:solidFill>
            <a:ln>
              <a:noFill/>
            </a:ln>
          </p:spPr>
        </p:sp>
        <p:sp>
          <p:nvSpPr>
            <p:cNvPr id="7903" name="Heatmap cell r25 c215"/>
            <p:cNvSpPr/>
            <p:nvPr/>
          </p:nvSpPr>
          <p:spPr>
            <a:xfrm>
              <a:off x="3901400" y="662859"/>
              <a:ext cx="17140" cy="26609"/>
            </a:xfrm>
            <a:prstGeom prst="rect">
              <a:avLst/>
            </a:prstGeom>
            <a:solidFill>
              <a:srgbClr val="E4EBEF"/>
            </a:solidFill>
            <a:ln>
              <a:noFill/>
            </a:ln>
          </p:spPr>
        </p:sp>
        <p:sp>
          <p:nvSpPr>
            <p:cNvPr id="7904" name="Heatmap cell r25 c216"/>
            <p:cNvSpPr/>
            <p:nvPr/>
          </p:nvSpPr>
          <p:spPr>
            <a:xfrm>
              <a:off x="3918445" y="662859"/>
              <a:ext cx="19034" cy="26609"/>
            </a:xfrm>
            <a:prstGeom prst="rect">
              <a:avLst/>
            </a:prstGeom>
            <a:solidFill>
              <a:srgbClr val="F6F8F9"/>
            </a:solidFill>
            <a:ln>
              <a:noFill/>
            </a:ln>
          </p:spPr>
        </p:sp>
        <p:sp>
          <p:nvSpPr>
            <p:cNvPr id="7905" name="Heatmap cell r25 c218"/>
            <p:cNvSpPr/>
            <p:nvPr/>
          </p:nvSpPr>
          <p:spPr>
            <a:xfrm>
              <a:off x="3954429" y="662859"/>
              <a:ext cx="19034" cy="26609"/>
            </a:xfrm>
            <a:prstGeom prst="rect">
              <a:avLst/>
            </a:prstGeom>
            <a:solidFill>
              <a:srgbClr val="F1C0C4"/>
            </a:solidFill>
            <a:ln>
              <a:noFill/>
            </a:ln>
          </p:spPr>
        </p:sp>
        <p:sp>
          <p:nvSpPr>
            <p:cNvPr id="7906" name="Heatmap cell r25 c219"/>
            <p:cNvSpPr/>
            <p:nvPr/>
          </p:nvSpPr>
          <p:spPr>
            <a:xfrm>
              <a:off x="3973368" y="662859"/>
              <a:ext cx="17140" cy="26609"/>
            </a:xfrm>
            <a:prstGeom prst="rect">
              <a:avLst/>
            </a:prstGeom>
            <a:solidFill>
              <a:srgbClr val="D6E0EA"/>
            </a:solidFill>
            <a:ln>
              <a:noFill/>
            </a:ln>
          </p:spPr>
        </p:sp>
        <p:sp>
          <p:nvSpPr>
            <p:cNvPr id="7907" name="Heatmap cell r25 c220"/>
            <p:cNvSpPr/>
            <p:nvPr/>
          </p:nvSpPr>
          <p:spPr>
            <a:xfrm>
              <a:off x="3990412" y="662859"/>
              <a:ext cx="19034" cy="26609"/>
            </a:xfrm>
            <a:prstGeom prst="rect">
              <a:avLst/>
            </a:prstGeom>
            <a:solidFill>
              <a:srgbClr val="F8E9EA"/>
            </a:solidFill>
            <a:ln>
              <a:noFill/>
            </a:ln>
          </p:spPr>
        </p:sp>
        <p:sp>
          <p:nvSpPr>
            <p:cNvPr id="7908" name="Heatmap cell r25 c221"/>
            <p:cNvSpPr/>
            <p:nvPr/>
          </p:nvSpPr>
          <p:spPr>
            <a:xfrm>
              <a:off x="4009351" y="662859"/>
              <a:ext cx="19034" cy="26609"/>
            </a:xfrm>
            <a:prstGeom prst="rect">
              <a:avLst/>
            </a:prstGeom>
            <a:solidFill>
              <a:srgbClr val="F0BDC2"/>
            </a:solidFill>
            <a:ln>
              <a:noFill/>
            </a:ln>
          </p:spPr>
        </p:sp>
        <p:sp>
          <p:nvSpPr>
            <p:cNvPr id="7909" name="Heatmap cell r25 c222"/>
            <p:cNvSpPr/>
            <p:nvPr/>
          </p:nvSpPr>
          <p:spPr>
            <a:xfrm>
              <a:off x="4028290" y="662859"/>
              <a:ext cx="17140" cy="26609"/>
            </a:xfrm>
            <a:prstGeom prst="rect">
              <a:avLst/>
            </a:prstGeom>
            <a:solidFill>
              <a:srgbClr val="FBF1F3"/>
            </a:solidFill>
            <a:ln>
              <a:noFill/>
            </a:ln>
          </p:spPr>
        </p:sp>
        <p:sp>
          <p:nvSpPr>
            <p:cNvPr id="7910" name="Heatmap cell r25 c223"/>
            <p:cNvSpPr/>
            <p:nvPr/>
          </p:nvSpPr>
          <p:spPr>
            <a:xfrm>
              <a:off x="4045335" y="662859"/>
              <a:ext cx="19034" cy="26609"/>
            </a:xfrm>
            <a:prstGeom prst="rect">
              <a:avLst/>
            </a:prstGeom>
            <a:solidFill>
              <a:srgbClr val="E8ECF3"/>
            </a:solidFill>
            <a:ln>
              <a:noFill/>
            </a:ln>
          </p:spPr>
        </p:sp>
        <p:sp>
          <p:nvSpPr>
            <p:cNvPr id="7911" name="Heatmap cell r26 c1"/>
            <p:cNvSpPr/>
            <p:nvPr/>
          </p:nvSpPr>
          <p:spPr>
            <a:xfrm>
              <a:off x="13257" y="689374"/>
              <a:ext cx="45548" cy="28503"/>
            </a:xfrm>
            <a:prstGeom prst="rect">
              <a:avLst/>
            </a:prstGeom>
            <a:solidFill>
              <a:srgbClr val="155B9C"/>
            </a:solidFill>
            <a:ln>
              <a:noFill/>
            </a:ln>
          </p:spPr>
        </p:sp>
        <p:sp>
          <p:nvSpPr>
            <p:cNvPr id="7912" name="Heatmap cell r26 c3"/>
            <p:cNvSpPr/>
            <p:nvPr/>
          </p:nvSpPr>
          <p:spPr>
            <a:xfrm>
              <a:off x="71968" y="689374"/>
              <a:ext cx="17140" cy="28503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7913" name="Heatmap cell r26 c4"/>
            <p:cNvSpPr/>
            <p:nvPr/>
          </p:nvSpPr>
          <p:spPr>
            <a:xfrm>
              <a:off x="89013" y="689374"/>
              <a:ext cx="19034" cy="28503"/>
            </a:xfrm>
            <a:prstGeom prst="rect">
              <a:avLst/>
            </a:prstGeom>
            <a:solidFill>
              <a:srgbClr val="EDB0B6"/>
            </a:solidFill>
            <a:ln>
              <a:noFill/>
            </a:ln>
          </p:spPr>
        </p:sp>
        <p:sp>
          <p:nvSpPr>
            <p:cNvPr id="7914" name="Heatmap cell r26 c5"/>
            <p:cNvSpPr/>
            <p:nvPr/>
          </p:nvSpPr>
          <p:spPr>
            <a:xfrm>
              <a:off x="107951" y="689374"/>
              <a:ext cx="17140" cy="28503"/>
            </a:xfrm>
            <a:prstGeom prst="rect">
              <a:avLst/>
            </a:prstGeom>
            <a:solidFill>
              <a:srgbClr val="E5858F"/>
            </a:solidFill>
            <a:ln>
              <a:noFill/>
            </a:ln>
          </p:spPr>
        </p:sp>
        <p:sp>
          <p:nvSpPr>
            <p:cNvPr id="7915" name="Heatmap cell r26 c6"/>
            <p:cNvSpPr/>
            <p:nvPr/>
          </p:nvSpPr>
          <p:spPr>
            <a:xfrm>
              <a:off x="124996" y="689374"/>
              <a:ext cx="19034" cy="28503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7916" name="Heatmap cell r26 c7"/>
            <p:cNvSpPr/>
            <p:nvPr/>
          </p:nvSpPr>
          <p:spPr>
            <a:xfrm>
              <a:off x="143935" y="689374"/>
              <a:ext cx="17140" cy="28503"/>
            </a:xfrm>
            <a:prstGeom prst="rect">
              <a:avLst/>
            </a:prstGeom>
            <a:solidFill>
              <a:srgbClr val="F4CCD1"/>
            </a:solidFill>
            <a:ln>
              <a:noFill/>
            </a:ln>
          </p:spPr>
        </p:sp>
        <p:sp>
          <p:nvSpPr>
            <p:cNvPr id="7917" name="Heatmap cell r26 c8"/>
            <p:cNvSpPr/>
            <p:nvPr/>
          </p:nvSpPr>
          <p:spPr>
            <a:xfrm>
              <a:off x="160980" y="689374"/>
              <a:ext cx="19034" cy="28503"/>
            </a:xfrm>
            <a:prstGeom prst="rect">
              <a:avLst/>
            </a:prstGeom>
            <a:solidFill>
              <a:srgbClr val="EDAFB5"/>
            </a:solidFill>
            <a:ln>
              <a:noFill/>
            </a:ln>
          </p:spPr>
        </p:sp>
        <p:sp>
          <p:nvSpPr>
            <p:cNvPr id="7918" name="Heatmap cell r26 c9"/>
            <p:cNvSpPr/>
            <p:nvPr/>
          </p:nvSpPr>
          <p:spPr>
            <a:xfrm>
              <a:off x="179919" y="689374"/>
              <a:ext cx="19034" cy="28503"/>
            </a:xfrm>
            <a:prstGeom prst="rect">
              <a:avLst/>
            </a:prstGeom>
            <a:solidFill>
              <a:srgbClr val="DF646E"/>
            </a:solidFill>
            <a:ln>
              <a:noFill/>
            </a:ln>
          </p:spPr>
        </p:sp>
        <p:sp>
          <p:nvSpPr>
            <p:cNvPr id="7919" name="Heatmap cell r26 c10"/>
            <p:cNvSpPr/>
            <p:nvPr/>
          </p:nvSpPr>
          <p:spPr>
            <a:xfrm>
              <a:off x="198858" y="689374"/>
              <a:ext cx="17140" cy="28503"/>
            </a:xfrm>
            <a:prstGeom prst="rect">
              <a:avLst/>
            </a:prstGeom>
            <a:solidFill>
              <a:srgbClr val="EBEFF5"/>
            </a:solidFill>
            <a:ln>
              <a:noFill/>
            </a:ln>
          </p:spPr>
        </p:sp>
        <p:sp>
          <p:nvSpPr>
            <p:cNvPr id="7920" name="Heatmap cell r26 c11"/>
            <p:cNvSpPr/>
            <p:nvPr/>
          </p:nvSpPr>
          <p:spPr>
            <a:xfrm>
              <a:off x="215903" y="689374"/>
              <a:ext cx="19034" cy="28503"/>
            </a:xfrm>
            <a:prstGeom prst="rect">
              <a:avLst/>
            </a:prstGeom>
            <a:solidFill>
              <a:srgbClr val="E9EEF4"/>
            </a:solidFill>
            <a:ln>
              <a:noFill/>
            </a:ln>
          </p:spPr>
        </p:sp>
        <p:sp>
          <p:nvSpPr>
            <p:cNvPr id="7921" name="Heatmap cell r26 c12"/>
            <p:cNvSpPr/>
            <p:nvPr/>
          </p:nvSpPr>
          <p:spPr>
            <a:xfrm>
              <a:off x="234842" y="689374"/>
              <a:ext cx="17140" cy="28503"/>
            </a:xfrm>
            <a:prstGeom prst="rect">
              <a:avLst/>
            </a:prstGeom>
            <a:solidFill>
              <a:srgbClr val="E27884"/>
            </a:solidFill>
            <a:ln>
              <a:noFill/>
            </a:ln>
          </p:spPr>
        </p:sp>
        <p:sp>
          <p:nvSpPr>
            <p:cNvPr id="7922" name="Heatmap cell r26 c13"/>
            <p:cNvSpPr/>
            <p:nvPr/>
          </p:nvSpPr>
          <p:spPr>
            <a:xfrm>
              <a:off x="251887" y="689374"/>
              <a:ext cx="19034" cy="28503"/>
            </a:xfrm>
            <a:prstGeom prst="rect">
              <a:avLst/>
            </a:prstGeom>
            <a:solidFill>
              <a:srgbClr val="EFB6BA"/>
            </a:solidFill>
            <a:ln>
              <a:noFill/>
            </a:ln>
          </p:spPr>
        </p:sp>
        <p:sp>
          <p:nvSpPr>
            <p:cNvPr id="7923" name="Heatmap cell r26 c14"/>
            <p:cNvSpPr/>
            <p:nvPr/>
          </p:nvSpPr>
          <p:spPr>
            <a:xfrm>
              <a:off x="270825" y="689374"/>
              <a:ext cx="17140" cy="28503"/>
            </a:xfrm>
            <a:prstGeom prst="rect">
              <a:avLst/>
            </a:prstGeom>
            <a:solidFill>
              <a:srgbClr val="F1C1C5"/>
            </a:solidFill>
            <a:ln>
              <a:noFill/>
            </a:ln>
          </p:spPr>
        </p:sp>
        <p:sp>
          <p:nvSpPr>
            <p:cNvPr id="7924" name="Heatmap cell r26 c15"/>
            <p:cNvSpPr/>
            <p:nvPr/>
          </p:nvSpPr>
          <p:spPr>
            <a:xfrm>
              <a:off x="287870" y="689374"/>
              <a:ext cx="19034" cy="28503"/>
            </a:xfrm>
            <a:prstGeom prst="rect">
              <a:avLst/>
            </a:prstGeom>
            <a:solidFill>
              <a:srgbClr val="F1C4C7"/>
            </a:solidFill>
            <a:ln>
              <a:noFill/>
            </a:ln>
          </p:spPr>
        </p:sp>
        <p:sp>
          <p:nvSpPr>
            <p:cNvPr id="7925" name="Heatmap cell r26 c16"/>
            <p:cNvSpPr/>
            <p:nvPr/>
          </p:nvSpPr>
          <p:spPr>
            <a:xfrm>
              <a:off x="306809" y="689374"/>
              <a:ext cx="17140" cy="28503"/>
            </a:xfrm>
            <a:prstGeom prst="rect">
              <a:avLst/>
            </a:prstGeom>
            <a:solidFill>
              <a:srgbClr val="EDB0B6"/>
            </a:solidFill>
            <a:ln>
              <a:noFill/>
            </a:ln>
          </p:spPr>
        </p:sp>
        <p:sp>
          <p:nvSpPr>
            <p:cNvPr id="7926" name="Heatmap cell r26 c18"/>
            <p:cNvSpPr/>
            <p:nvPr/>
          </p:nvSpPr>
          <p:spPr>
            <a:xfrm>
              <a:off x="342793" y="689374"/>
              <a:ext cx="17140" cy="28503"/>
            </a:xfrm>
            <a:prstGeom prst="rect">
              <a:avLst/>
            </a:prstGeom>
            <a:solidFill>
              <a:srgbClr val="EBA1A8"/>
            </a:solidFill>
            <a:ln>
              <a:noFill/>
            </a:ln>
          </p:spPr>
        </p:sp>
        <p:sp>
          <p:nvSpPr>
            <p:cNvPr id="7927" name="Heatmap cell r26 c19"/>
            <p:cNvSpPr/>
            <p:nvPr/>
          </p:nvSpPr>
          <p:spPr>
            <a:xfrm>
              <a:off x="359838" y="689374"/>
              <a:ext cx="19034" cy="28503"/>
            </a:xfrm>
            <a:prstGeom prst="rect">
              <a:avLst/>
            </a:prstGeom>
            <a:solidFill>
              <a:srgbClr val="F3C9CE"/>
            </a:solidFill>
            <a:ln>
              <a:noFill/>
            </a:ln>
          </p:spPr>
        </p:sp>
        <p:sp>
          <p:nvSpPr>
            <p:cNvPr id="7928" name="Heatmap cell r26 c20"/>
            <p:cNvSpPr/>
            <p:nvPr/>
          </p:nvSpPr>
          <p:spPr>
            <a:xfrm>
              <a:off x="378777" y="689374"/>
              <a:ext cx="17140" cy="28503"/>
            </a:xfrm>
            <a:prstGeom prst="rect">
              <a:avLst/>
            </a:prstGeom>
            <a:solidFill>
              <a:srgbClr val="F8E4E7"/>
            </a:solidFill>
            <a:ln>
              <a:noFill/>
            </a:ln>
          </p:spPr>
        </p:sp>
        <p:sp>
          <p:nvSpPr>
            <p:cNvPr id="7929" name="Heatmap cell r26 c21"/>
            <p:cNvSpPr/>
            <p:nvPr/>
          </p:nvSpPr>
          <p:spPr>
            <a:xfrm>
              <a:off x="395822" y="689374"/>
              <a:ext cx="19034" cy="28503"/>
            </a:xfrm>
            <a:prstGeom prst="rect">
              <a:avLst/>
            </a:prstGeom>
            <a:solidFill>
              <a:srgbClr val="EFB8BD"/>
            </a:solidFill>
            <a:ln>
              <a:noFill/>
            </a:ln>
          </p:spPr>
        </p:sp>
        <p:sp>
          <p:nvSpPr>
            <p:cNvPr id="7930" name="Heatmap cell r26 c22"/>
            <p:cNvSpPr/>
            <p:nvPr/>
          </p:nvSpPr>
          <p:spPr>
            <a:xfrm>
              <a:off x="414760" y="689374"/>
              <a:ext cx="19034" cy="28503"/>
            </a:xfrm>
            <a:prstGeom prst="rect">
              <a:avLst/>
            </a:prstGeom>
            <a:solidFill>
              <a:srgbClr val="EBA2A9"/>
            </a:solidFill>
            <a:ln>
              <a:noFill/>
            </a:ln>
          </p:spPr>
        </p:sp>
        <p:sp>
          <p:nvSpPr>
            <p:cNvPr id="7931" name="Heatmap cell r26 c23"/>
            <p:cNvSpPr/>
            <p:nvPr/>
          </p:nvSpPr>
          <p:spPr>
            <a:xfrm>
              <a:off x="433699" y="689374"/>
              <a:ext cx="17140" cy="28503"/>
            </a:xfrm>
            <a:prstGeom prst="rect">
              <a:avLst/>
            </a:prstGeom>
            <a:solidFill>
              <a:srgbClr val="F2C8CD"/>
            </a:solidFill>
            <a:ln>
              <a:noFill/>
            </a:ln>
          </p:spPr>
        </p:sp>
        <p:sp>
          <p:nvSpPr>
            <p:cNvPr id="7932" name="Heatmap cell r26 c24"/>
            <p:cNvSpPr/>
            <p:nvPr/>
          </p:nvSpPr>
          <p:spPr>
            <a:xfrm>
              <a:off x="450744" y="689374"/>
              <a:ext cx="19034" cy="28503"/>
            </a:xfrm>
            <a:prstGeom prst="rect">
              <a:avLst/>
            </a:prstGeom>
            <a:solidFill>
              <a:srgbClr val="EFB8BC"/>
            </a:solidFill>
            <a:ln>
              <a:noFill/>
            </a:ln>
          </p:spPr>
        </p:sp>
        <p:sp>
          <p:nvSpPr>
            <p:cNvPr id="7933" name="Heatmap cell r26 c25"/>
            <p:cNvSpPr/>
            <p:nvPr/>
          </p:nvSpPr>
          <p:spPr>
            <a:xfrm>
              <a:off x="469683" y="689374"/>
              <a:ext cx="17140" cy="28503"/>
            </a:xfrm>
            <a:prstGeom prst="rect">
              <a:avLst/>
            </a:prstGeom>
            <a:solidFill>
              <a:srgbClr val="EFB8BC"/>
            </a:solidFill>
            <a:ln>
              <a:noFill/>
            </a:ln>
          </p:spPr>
        </p:sp>
        <p:sp>
          <p:nvSpPr>
            <p:cNvPr id="7934" name="Heatmap cell r26 c26"/>
            <p:cNvSpPr/>
            <p:nvPr/>
          </p:nvSpPr>
          <p:spPr>
            <a:xfrm>
              <a:off x="486728" y="689374"/>
              <a:ext cx="19034" cy="28503"/>
            </a:xfrm>
            <a:prstGeom prst="rect">
              <a:avLst/>
            </a:prstGeom>
            <a:solidFill>
              <a:srgbClr val="DCE3EB"/>
            </a:solidFill>
            <a:ln>
              <a:noFill/>
            </a:ln>
          </p:spPr>
        </p:sp>
        <p:sp>
          <p:nvSpPr>
            <p:cNvPr id="7935" name="Heatmap cell r26 c28"/>
            <p:cNvSpPr/>
            <p:nvPr/>
          </p:nvSpPr>
          <p:spPr>
            <a:xfrm>
              <a:off x="522712" y="689374"/>
              <a:ext cx="19034" cy="28503"/>
            </a:xfrm>
            <a:prstGeom prst="rect">
              <a:avLst/>
            </a:prstGeom>
            <a:solidFill>
              <a:srgbClr val="EFB7BB"/>
            </a:solidFill>
            <a:ln>
              <a:noFill/>
            </a:ln>
          </p:spPr>
        </p:sp>
        <p:sp>
          <p:nvSpPr>
            <p:cNvPr id="7936" name="Heatmap cell r26 c29"/>
            <p:cNvSpPr/>
            <p:nvPr/>
          </p:nvSpPr>
          <p:spPr>
            <a:xfrm>
              <a:off x="541651" y="689374"/>
              <a:ext cx="17140" cy="28503"/>
            </a:xfrm>
            <a:prstGeom prst="rect">
              <a:avLst/>
            </a:prstGeom>
            <a:solidFill>
              <a:srgbClr val="BDCEDD"/>
            </a:solidFill>
            <a:ln>
              <a:noFill/>
            </a:ln>
          </p:spPr>
        </p:sp>
        <p:sp>
          <p:nvSpPr>
            <p:cNvPr id="7937" name="Heatmap cell r26 c30"/>
            <p:cNvSpPr/>
            <p:nvPr/>
          </p:nvSpPr>
          <p:spPr>
            <a:xfrm>
              <a:off x="558696" y="689374"/>
              <a:ext cx="19034" cy="28503"/>
            </a:xfrm>
            <a:prstGeom prst="rect">
              <a:avLst/>
            </a:prstGeom>
            <a:solidFill>
              <a:srgbClr val="AA131E"/>
            </a:solidFill>
            <a:ln>
              <a:noFill/>
            </a:ln>
          </p:spPr>
        </p:sp>
        <p:sp>
          <p:nvSpPr>
            <p:cNvPr id="7938" name="Heatmap cell r26 c31"/>
            <p:cNvSpPr/>
            <p:nvPr/>
          </p:nvSpPr>
          <p:spPr>
            <a:xfrm>
              <a:off x="577634" y="689374"/>
              <a:ext cx="17140" cy="28503"/>
            </a:xfrm>
            <a:prstGeom prst="rect">
              <a:avLst/>
            </a:prstGeom>
            <a:solidFill>
              <a:srgbClr val="EFB8BC"/>
            </a:solidFill>
            <a:ln>
              <a:noFill/>
            </a:ln>
          </p:spPr>
        </p:sp>
        <p:sp>
          <p:nvSpPr>
            <p:cNvPr id="7939" name="Heatmap cell r26 c32"/>
            <p:cNvSpPr/>
            <p:nvPr/>
          </p:nvSpPr>
          <p:spPr>
            <a:xfrm>
              <a:off x="594679" y="689374"/>
              <a:ext cx="19034" cy="28503"/>
            </a:xfrm>
            <a:prstGeom prst="rect">
              <a:avLst/>
            </a:prstGeom>
            <a:solidFill>
              <a:srgbClr val="FAEEEF"/>
            </a:solidFill>
            <a:ln>
              <a:noFill/>
            </a:ln>
          </p:spPr>
        </p:sp>
        <p:sp>
          <p:nvSpPr>
            <p:cNvPr id="7940" name="Heatmap cell r26 c33"/>
            <p:cNvSpPr/>
            <p:nvPr/>
          </p:nvSpPr>
          <p:spPr>
            <a:xfrm>
              <a:off x="613618" y="689374"/>
              <a:ext cx="17140" cy="28503"/>
            </a:xfrm>
            <a:prstGeom prst="rect">
              <a:avLst/>
            </a:prstGeom>
            <a:solidFill>
              <a:srgbClr val="F6D6DA"/>
            </a:solidFill>
            <a:ln>
              <a:noFill/>
            </a:ln>
          </p:spPr>
        </p:sp>
        <p:sp>
          <p:nvSpPr>
            <p:cNvPr id="7941" name="Heatmap cell r26 c34"/>
            <p:cNvSpPr/>
            <p:nvPr/>
          </p:nvSpPr>
          <p:spPr>
            <a:xfrm>
              <a:off x="630663" y="689374"/>
              <a:ext cx="19034" cy="28503"/>
            </a:xfrm>
            <a:prstGeom prst="rect">
              <a:avLst/>
            </a:prstGeom>
            <a:solidFill>
              <a:srgbClr val="D6E0EA"/>
            </a:solidFill>
            <a:ln>
              <a:noFill/>
            </a:ln>
          </p:spPr>
        </p:sp>
        <p:sp>
          <p:nvSpPr>
            <p:cNvPr id="7942" name="Heatmap cell r26 c35"/>
            <p:cNvSpPr/>
            <p:nvPr/>
          </p:nvSpPr>
          <p:spPr>
            <a:xfrm>
              <a:off x="649602" y="689374"/>
              <a:ext cx="19034" cy="28503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7943" name="Heatmap cell r26 c36"/>
            <p:cNvSpPr/>
            <p:nvPr/>
          </p:nvSpPr>
          <p:spPr>
            <a:xfrm>
              <a:off x="668541" y="689374"/>
              <a:ext cx="17140" cy="28503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7944" name="Heatmap cell r26 c37"/>
            <p:cNvSpPr/>
            <p:nvPr/>
          </p:nvSpPr>
          <p:spPr>
            <a:xfrm>
              <a:off x="685586" y="689374"/>
              <a:ext cx="19034" cy="28503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7945" name="Heatmap cell r26 c38"/>
            <p:cNvSpPr/>
            <p:nvPr/>
          </p:nvSpPr>
          <p:spPr>
            <a:xfrm>
              <a:off x="704525" y="689374"/>
              <a:ext cx="17140" cy="28503"/>
            </a:xfrm>
            <a:prstGeom prst="rect">
              <a:avLst/>
            </a:prstGeom>
            <a:solidFill>
              <a:srgbClr val="F8E9EA"/>
            </a:solidFill>
            <a:ln>
              <a:noFill/>
            </a:ln>
          </p:spPr>
        </p:sp>
        <p:sp>
          <p:nvSpPr>
            <p:cNvPr id="7946" name="Heatmap cell r26 c39"/>
            <p:cNvSpPr/>
            <p:nvPr/>
          </p:nvSpPr>
          <p:spPr>
            <a:xfrm>
              <a:off x="721570" y="689374"/>
              <a:ext cx="19034" cy="28503"/>
            </a:xfrm>
            <a:prstGeom prst="rect">
              <a:avLst/>
            </a:prstGeom>
            <a:solidFill>
              <a:srgbClr val="A2B8CF"/>
            </a:solidFill>
            <a:ln>
              <a:noFill/>
            </a:ln>
          </p:spPr>
        </p:sp>
        <p:sp>
          <p:nvSpPr>
            <p:cNvPr id="7947" name="Heatmap cell r26 c40"/>
            <p:cNvSpPr/>
            <p:nvPr/>
          </p:nvSpPr>
          <p:spPr>
            <a:xfrm>
              <a:off x="740508" y="689374"/>
              <a:ext cx="17140" cy="28503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7948" name="Heatmap cell r26 c41"/>
            <p:cNvSpPr/>
            <p:nvPr/>
          </p:nvSpPr>
          <p:spPr>
            <a:xfrm>
              <a:off x="757553" y="689374"/>
              <a:ext cx="19034" cy="28503"/>
            </a:xfrm>
            <a:prstGeom prst="rect">
              <a:avLst/>
            </a:prstGeom>
            <a:solidFill>
              <a:srgbClr val="F4CACD"/>
            </a:solidFill>
            <a:ln>
              <a:noFill/>
            </a:ln>
          </p:spPr>
        </p:sp>
        <p:sp>
          <p:nvSpPr>
            <p:cNvPr id="7949" name="Heatmap cell r26 c42"/>
            <p:cNvSpPr/>
            <p:nvPr/>
          </p:nvSpPr>
          <p:spPr>
            <a:xfrm>
              <a:off x="776492" y="689374"/>
              <a:ext cx="17140" cy="28503"/>
            </a:xfrm>
            <a:prstGeom prst="rect">
              <a:avLst/>
            </a:prstGeom>
            <a:solidFill>
              <a:srgbClr val="EA9CA2"/>
            </a:solidFill>
            <a:ln>
              <a:noFill/>
            </a:ln>
          </p:spPr>
        </p:sp>
        <p:sp>
          <p:nvSpPr>
            <p:cNvPr id="7950" name="Heatmap cell r26 c43"/>
            <p:cNvSpPr/>
            <p:nvPr/>
          </p:nvSpPr>
          <p:spPr>
            <a:xfrm>
              <a:off x="793537" y="689374"/>
              <a:ext cx="19034" cy="28503"/>
            </a:xfrm>
            <a:prstGeom prst="rect">
              <a:avLst/>
            </a:prstGeom>
            <a:solidFill>
              <a:srgbClr val="EDADB4"/>
            </a:solidFill>
            <a:ln>
              <a:noFill/>
            </a:ln>
          </p:spPr>
        </p:sp>
        <p:sp>
          <p:nvSpPr>
            <p:cNvPr id="7951" name="Heatmap cell r26 c44"/>
            <p:cNvSpPr/>
            <p:nvPr/>
          </p:nvSpPr>
          <p:spPr>
            <a:xfrm>
              <a:off x="812476" y="689374"/>
              <a:ext cx="17140" cy="28503"/>
            </a:xfrm>
            <a:prstGeom prst="rect">
              <a:avLst/>
            </a:prstGeom>
            <a:solidFill>
              <a:srgbClr val="ECA7AD"/>
            </a:solidFill>
            <a:ln>
              <a:noFill/>
            </a:ln>
          </p:spPr>
        </p:sp>
        <p:sp>
          <p:nvSpPr>
            <p:cNvPr id="7952" name="Heatmap cell r26 c45"/>
            <p:cNvSpPr/>
            <p:nvPr/>
          </p:nvSpPr>
          <p:spPr>
            <a:xfrm>
              <a:off x="829521" y="689374"/>
              <a:ext cx="19034" cy="28503"/>
            </a:xfrm>
            <a:prstGeom prst="rect">
              <a:avLst/>
            </a:prstGeom>
            <a:solidFill>
              <a:srgbClr val="F8DEE0"/>
            </a:solidFill>
            <a:ln>
              <a:noFill/>
            </a:ln>
          </p:spPr>
        </p:sp>
        <p:sp>
          <p:nvSpPr>
            <p:cNvPr id="7953" name="Heatmap cell r26 c46"/>
            <p:cNvSpPr/>
            <p:nvPr/>
          </p:nvSpPr>
          <p:spPr>
            <a:xfrm>
              <a:off x="848460" y="689374"/>
              <a:ext cx="17140" cy="28503"/>
            </a:xfrm>
            <a:prstGeom prst="rect">
              <a:avLst/>
            </a:prstGeom>
            <a:solidFill>
              <a:srgbClr val="F2C8CD"/>
            </a:solidFill>
            <a:ln>
              <a:noFill/>
            </a:ln>
          </p:spPr>
        </p:sp>
        <p:sp>
          <p:nvSpPr>
            <p:cNvPr id="7954" name="Heatmap cell r26 c49"/>
            <p:cNvSpPr/>
            <p:nvPr/>
          </p:nvSpPr>
          <p:spPr>
            <a:xfrm>
              <a:off x="903382" y="689374"/>
              <a:ext cx="17140" cy="28503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7955" name="Heatmap cell r26 c50"/>
            <p:cNvSpPr/>
            <p:nvPr/>
          </p:nvSpPr>
          <p:spPr>
            <a:xfrm>
              <a:off x="920427" y="689374"/>
              <a:ext cx="19034" cy="28503"/>
            </a:xfrm>
            <a:prstGeom prst="rect">
              <a:avLst/>
            </a:prstGeom>
            <a:solidFill>
              <a:srgbClr val="ECA7AD"/>
            </a:solidFill>
            <a:ln>
              <a:noFill/>
            </a:ln>
          </p:spPr>
        </p:sp>
        <p:sp>
          <p:nvSpPr>
            <p:cNvPr id="7956" name="Heatmap cell r26 c51"/>
            <p:cNvSpPr/>
            <p:nvPr/>
          </p:nvSpPr>
          <p:spPr>
            <a:xfrm>
              <a:off x="939366" y="689374"/>
              <a:ext cx="17140" cy="28503"/>
            </a:xfrm>
            <a:prstGeom prst="rect">
              <a:avLst/>
            </a:prstGeom>
            <a:solidFill>
              <a:srgbClr val="D5DFE9"/>
            </a:solidFill>
            <a:ln>
              <a:noFill/>
            </a:ln>
          </p:spPr>
        </p:sp>
        <p:sp>
          <p:nvSpPr>
            <p:cNvPr id="7957" name="Heatmap cell r26 c52"/>
            <p:cNvSpPr/>
            <p:nvPr/>
          </p:nvSpPr>
          <p:spPr>
            <a:xfrm>
              <a:off x="956411" y="689374"/>
              <a:ext cx="19034" cy="28503"/>
            </a:xfrm>
            <a:prstGeom prst="rect">
              <a:avLst/>
            </a:prstGeom>
            <a:solidFill>
              <a:srgbClr val="D4DFE9"/>
            </a:solidFill>
            <a:ln>
              <a:noFill/>
            </a:ln>
          </p:spPr>
        </p:sp>
        <p:sp>
          <p:nvSpPr>
            <p:cNvPr id="7958" name="Heatmap cell r26 c53"/>
            <p:cNvSpPr/>
            <p:nvPr/>
          </p:nvSpPr>
          <p:spPr>
            <a:xfrm>
              <a:off x="975350" y="689374"/>
              <a:ext cx="17140" cy="28503"/>
            </a:xfrm>
            <a:prstGeom prst="rect">
              <a:avLst/>
            </a:prstGeom>
            <a:solidFill>
              <a:srgbClr val="F5CED2"/>
            </a:solidFill>
            <a:ln>
              <a:noFill/>
            </a:ln>
          </p:spPr>
        </p:sp>
        <p:sp>
          <p:nvSpPr>
            <p:cNvPr id="7959" name="Heatmap cell r26 c54"/>
            <p:cNvSpPr/>
            <p:nvPr/>
          </p:nvSpPr>
          <p:spPr>
            <a:xfrm>
              <a:off x="992395" y="689374"/>
              <a:ext cx="19034" cy="28503"/>
            </a:xfrm>
            <a:prstGeom prst="rect">
              <a:avLst/>
            </a:prstGeom>
            <a:solidFill>
              <a:srgbClr val="EAEEF4"/>
            </a:solidFill>
            <a:ln>
              <a:noFill/>
            </a:ln>
          </p:spPr>
        </p:sp>
        <p:sp>
          <p:nvSpPr>
            <p:cNvPr id="7960" name="Heatmap cell r26 c55"/>
            <p:cNvSpPr/>
            <p:nvPr/>
          </p:nvSpPr>
          <p:spPr>
            <a:xfrm>
              <a:off x="1011334" y="689374"/>
              <a:ext cx="17140" cy="28503"/>
            </a:xfrm>
            <a:prstGeom prst="rect">
              <a:avLst/>
            </a:prstGeom>
            <a:solidFill>
              <a:srgbClr val="FBF0F1"/>
            </a:solidFill>
            <a:ln>
              <a:noFill/>
            </a:ln>
          </p:spPr>
        </p:sp>
        <p:sp>
          <p:nvSpPr>
            <p:cNvPr id="7961" name="Heatmap cell r26 c56"/>
            <p:cNvSpPr/>
            <p:nvPr/>
          </p:nvSpPr>
          <p:spPr>
            <a:xfrm>
              <a:off x="1028379" y="689374"/>
              <a:ext cx="19034" cy="28503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7962" name="Heatmap cell r26 c57"/>
            <p:cNvSpPr/>
            <p:nvPr/>
          </p:nvSpPr>
          <p:spPr>
            <a:xfrm>
              <a:off x="1047318" y="689374"/>
              <a:ext cx="17140" cy="28503"/>
            </a:xfrm>
            <a:prstGeom prst="rect">
              <a:avLst/>
            </a:prstGeom>
            <a:solidFill>
              <a:srgbClr val="DFE7ED"/>
            </a:solidFill>
            <a:ln>
              <a:noFill/>
            </a:ln>
          </p:spPr>
        </p:sp>
        <p:sp>
          <p:nvSpPr>
            <p:cNvPr id="7963" name="Heatmap cell r26 c58"/>
            <p:cNvSpPr/>
            <p:nvPr/>
          </p:nvSpPr>
          <p:spPr>
            <a:xfrm>
              <a:off x="1064363" y="689374"/>
              <a:ext cx="19034" cy="28503"/>
            </a:xfrm>
            <a:prstGeom prst="rect">
              <a:avLst/>
            </a:prstGeom>
            <a:solidFill>
              <a:srgbClr val="F4CCD1"/>
            </a:solidFill>
            <a:ln>
              <a:noFill/>
            </a:ln>
          </p:spPr>
        </p:sp>
        <p:sp>
          <p:nvSpPr>
            <p:cNvPr id="7964" name="Heatmap cell r26 c59"/>
            <p:cNvSpPr/>
            <p:nvPr/>
          </p:nvSpPr>
          <p:spPr>
            <a:xfrm>
              <a:off x="1083301" y="689374"/>
              <a:ext cx="17140" cy="28503"/>
            </a:xfrm>
            <a:prstGeom prst="rect">
              <a:avLst/>
            </a:prstGeom>
            <a:solidFill>
              <a:srgbClr val="E27985"/>
            </a:solidFill>
            <a:ln>
              <a:noFill/>
            </a:ln>
          </p:spPr>
        </p:sp>
        <p:sp>
          <p:nvSpPr>
            <p:cNvPr id="7965" name="Heatmap cell r26 c60"/>
            <p:cNvSpPr/>
            <p:nvPr/>
          </p:nvSpPr>
          <p:spPr>
            <a:xfrm>
              <a:off x="1100346" y="689374"/>
              <a:ext cx="19034" cy="28503"/>
            </a:xfrm>
            <a:prstGeom prst="rect">
              <a:avLst/>
            </a:prstGeom>
            <a:solidFill>
              <a:srgbClr val="EDAFB5"/>
            </a:solidFill>
            <a:ln>
              <a:noFill/>
            </a:ln>
          </p:spPr>
        </p:sp>
        <p:sp>
          <p:nvSpPr>
            <p:cNvPr id="7966" name="Heatmap cell r26 c61"/>
            <p:cNvSpPr/>
            <p:nvPr/>
          </p:nvSpPr>
          <p:spPr>
            <a:xfrm>
              <a:off x="1119285" y="689374"/>
              <a:ext cx="19034" cy="28503"/>
            </a:xfrm>
            <a:prstGeom prst="rect">
              <a:avLst/>
            </a:prstGeom>
            <a:solidFill>
              <a:srgbClr val="FBF0F1"/>
            </a:solidFill>
            <a:ln>
              <a:noFill/>
            </a:ln>
          </p:spPr>
        </p:sp>
        <p:sp>
          <p:nvSpPr>
            <p:cNvPr id="7967" name="Heatmap cell r26 c62"/>
            <p:cNvSpPr/>
            <p:nvPr/>
          </p:nvSpPr>
          <p:spPr>
            <a:xfrm>
              <a:off x="1138224" y="689374"/>
              <a:ext cx="17140" cy="28503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7968" name="Heatmap cell r26 c63"/>
            <p:cNvSpPr/>
            <p:nvPr/>
          </p:nvSpPr>
          <p:spPr>
            <a:xfrm>
              <a:off x="1155269" y="689374"/>
              <a:ext cx="19034" cy="28503"/>
            </a:xfrm>
            <a:prstGeom prst="rect">
              <a:avLst/>
            </a:prstGeom>
            <a:solidFill>
              <a:srgbClr val="F1C1C5"/>
            </a:solidFill>
            <a:ln>
              <a:noFill/>
            </a:ln>
          </p:spPr>
        </p:sp>
        <p:sp>
          <p:nvSpPr>
            <p:cNvPr id="7969" name="Heatmap cell r26 c64"/>
            <p:cNvSpPr/>
            <p:nvPr/>
          </p:nvSpPr>
          <p:spPr>
            <a:xfrm>
              <a:off x="1174208" y="689374"/>
              <a:ext cx="17140" cy="28503"/>
            </a:xfrm>
            <a:prstGeom prst="rect">
              <a:avLst/>
            </a:prstGeom>
            <a:solidFill>
              <a:srgbClr val="DF6B77"/>
            </a:solidFill>
            <a:ln>
              <a:noFill/>
            </a:ln>
          </p:spPr>
        </p:sp>
        <p:sp>
          <p:nvSpPr>
            <p:cNvPr id="7970" name="Heatmap cell r26 c65"/>
            <p:cNvSpPr/>
            <p:nvPr/>
          </p:nvSpPr>
          <p:spPr>
            <a:xfrm>
              <a:off x="1191253" y="689374"/>
              <a:ext cx="19034" cy="28503"/>
            </a:xfrm>
            <a:prstGeom prst="rect">
              <a:avLst/>
            </a:prstGeom>
            <a:solidFill>
              <a:srgbClr val="F1BEC3"/>
            </a:solidFill>
            <a:ln>
              <a:noFill/>
            </a:ln>
          </p:spPr>
        </p:sp>
        <p:sp>
          <p:nvSpPr>
            <p:cNvPr id="7971" name="Heatmap cell r26 c66"/>
            <p:cNvSpPr/>
            <p:nvPr/>
          </p:nvSpPr>
          <p:spPr>
            <a:xfrm>
              <a:off x="1210192" y="689374"/>
              <a:ext cx="17140" cy="28503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7972" name="Heatmap cell r26 c67"/>
            <p:cNvSpPr/>
            <p:nvPr/>
          </p:nvSpPr>
          <p:spPr>
            <a:xfrm>
              <a:off x="1227236" y="689374"/>
              <a:ext cx="19034" cy="28503"/>
            </a:xfrm>
            <a:prstGeom prst="rect">
              <a:avLst/>
            </a:prstGeom>
            <a:solidFill>
              <a:srgbClr val="D43543"/>
            </a:solidFill>
            <a:ln>
              <a:noFill/>
            </a:ln>
          </p:spPr>
        </p:sp>
        <p:sp>
          <p:nvSpPr>
            <p:cNvPr id="7973" name="Heatmap cell r26 c68"/>
            <p:cNvSpPr/>
            <p:nvPr/>
          </p:nvSpPr>
          <p:spPr>
            <a:xfrm>
              <a:off x="1246175" y="689374"/>
              <a:ext cx="17140" cy="28503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7974" name="Heatmap cell r26 c69"/>
            <p:cNvSpPr/>
            <p:nvPr/>
          </p:nvSpPr>
          <p:spPr>
            <a:xfrm>
              <a:off x="1263220" y="689374"/>
              <a:ext cx="19034" cy="28503"/>
            </a:xfrm>
            <a:prstGeom prst="rect">
              <a:avLst/>
            </a:prstGeom>
            <a:solidFill>
              <a:srgbClr val="FBF0F1"/>
            </a:solidFill>
            <a:ln>
              <a:noFill/>
            </a:ln>
          </p:spPr>
        </p:sp>
        <p:sp>
          <p:nvSpPr>
            <p:cNvPr id="7975" name="Heatmap cell r26 c70"/>
            <p:cNvSpPr/>
            <p:nvPr/>
          </p:nvSpPr>
          <p:spPr>
            <a:xfrm>
              <a:off x="1282159" y="689374"/>
              <a:ext cx="17140" cy="28503"/>
            </a:xfrm>
            <a:prstGeom prst="rect">
              <a:avLst/>
            </a:prstGeom>
            <a:solidFill>
              <a:srgbClr val="E2EAEF"/>
            </a:solidFill>
            <a:ln>
              <a:noFill/>
            </a:ln>
          </p:spPr>
        </p:sp>
        <p:sp>
          <p:nvSpPr>
            <p:cNvPr id="7976" name="Heatmap cell r26 c71"/>
            <p:cNvSpPr/>
            <p:nvPr/>
          </p:nvSpPr>
          <p:spPr>
            <a:xfrm>
              <a:off x="1299204" y="689374"/>
              <a:ext cx="19034" cy="28503"/>
            </a:xfrm>
            <a:prstGeom prst="rect">
              <a:avLst/>
            </a:prstGeom>
            <a:solidFill>
              <a:srgbClr val="87A3C0"/>
            </a:solidFill>
            <a:ln>
              <a:noFill/>
            </a:ln>
          </p:spPr>
        </p:sp>
        <p:sp>
          <p:nvSpPr>
            <p:cNvPr id="7977" name="Heatmap cell r26 c72"/>
            <p:cNvSpPr/>
            <p:nvPr/>
          </p:nvSpPr>
          <p:spPr>
            <a:xfrm>
              <a:off x="1318143" y="689374"/>
              <a:ext cx="17140" cy="28503"/>
            </a:xfrm>
            <a:prstGeom prst="rect">
              <a:avLst/>
            </a:prstGeom>
            <a:solidFill>
              <a:srgbClr val="F0BBC2"/>
            </a:solidFill>
            <a:ln>
              <a:noFill/>
            </a:ln>
          </p:spPr>
        </p:sp>
        <p:sp>
          <p:nvSpPr>
            <p:cNvPr id="7978" name="Heatmap cell r26 c73"/>
            <p:cNvSpPr/>
            <p:nvPr/>
          </p:nvSpPr>
          <p:spPr>
            <a:xfrm>
              <a:off x="1335188" y="689374"/>
              <a:ext cx="19034" cy="28503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7979" name="Heatmap cell r26 c74"/>
            <p:cNvSpPr/>
            <p:nvPr/>
          </p:nvSpPr>
          <p:spPr>
            <a:xfrm>
              <a:off x="1354127" y="689374"/>
              <a:ext cx="17140" cy="28503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7980" name="Heatmap cell r26 c75"/>
            <p:cNvSpPr/>
            <p:nvPr/>
          </p:nvSpPr>
          <p:spPr>
            <a:xfrm>
              <a:off x="1371172" y="689374"/>
              <a:ext cx="19034" cy="28503"/>
            </a:xfrm>
            <a:prstGeom prst="rect">
              <a:avLst/>
            </a:prstGeom>
            <a:solidFill>
              <a:srgbClr val="FAEBED"/>
            </a:solidFill>
            <a:ln>
              <a:noFill/>
            </a:ln>
          </p:spPr>
        </p:sp>
        <p:sp>
          <p:nvSpPr>
            <p:cNvPr id="7981" name="Heatmap cell r26 c76"/>
            <p:cNvSpPr/>
            <p:nvPr/>
          </p:nvSpPr>
          <p:spPr>
            <a:xfrm>
              <a:off x="1390110" y="689374"/>
              <a:ext cx="19034" cy="28503"/>
            </a:xfrm>
            <a:prstGeom prst="rect">
              <a:avLst/>
            </a:prstGeom>
            <a:solidFill>
              <a:srgbClr val="F6D4D7"/>
            </a:solidFill>
            <a:ln>
              <a:noFill/>
            </a:ln>
          </p:spPr>
        </p:sp>
        <p:sp>
          <p:nvSpPr>
            <p:cNvPr id="7982" name="Heatmap cell r26 c77"/>
            <p:cNvSpPr/>
            <p:nvPr/>
          </p:nvSpPr>
          <p:spPr>
            <a:xfrm>
              <a:off x="1409049" y="689374"/>
              <a:ext cx="17140" cy="28503"/>
            </a:xfrm>
            <a:prstGeom prst="rect">
              <a:avLst/>
            </a:prstGeom>
            <a:solidFill>
              <a:srgbClr val="EBA3AB"/>
            </a:solidFill>
            <a:ln>
              <a:noFill/>
            </a:ln>
          </p:spPr>
        </p:sp>
        <p:sp>
          <p:nvSpPr>
            <p:cNvPr id="7983" name="Heatmap cell r26 c78"/>
            <p:cNvSpPr/>
            <p:nvPr/>
          </p:nvSpPr>
          <p:spPr>
            <a:xfrm>
              <a:off x="1426094" y="689374"/>
              <a:ext cx="19034" cy="28503"/>
            </a:xfrm>
            <a:prstGeom prst="rect">
              <a:avLst/>
            </a:prstGeom>
            <a:solidFill>
              <a:srgbClr val="F1F5F8"/>
            </a:solidFill>
            <a:ln>
              <a:noFill/>
            </a:ln>
          </p:spPr>
        </p:sp>
        <p:sp>
          <p:nvSpPr>
            <p:cNvPr id="7984" name="Heatmap cell r26 c79"/>
            <p:cNvSpPr/>
            <p:nvPr/>
          </p:nvSpPr>
          <p:spPr>
            <a:xfrm>
              <a:off x="1445033" y="689374"/>
              <a:ext cx="17140" cy="28503"/>
            </a:xfrm>
            <a:prstGeom prst="rect">
              <a:avLst/>
            </a:prstGeom>
            <a:solidFill>
              <a:srgbClr val="FBF3F4"/>
            </a:solidFill>
            <a:ln>
              <a:noFill/>
            </a:ln>
          </p:spPr>
        </p:sp>
        <p:sp>
          <p:nvSpPr>
            <p:cNvPr id="7985" name="Heatmap cell r26 c80"/>
            <p:cNvSpPr/>
            <p:nvPr/>
          </p:nvSpPr>
          <p:spPr>
            <a:xfrm>
              <a:off x="1462078" y="689374"/>
              <a:ext cx="19034" cy="28503"/>
            </a:xfrm>
            <a:prstGeom prst="rect">
              <a:avLst/>
            </a:prstGeom>
            <a:solidFill>
              <a:srgbClr val="E1E9EF"/>
            </a:solidFill>
            <a:ln>
              <a:noFill/>
            </a:ln>
          </p:spPr>
        </p:sp>
        <p:sp>
          <p:nvSpPr>
            <p:cNvPr id="7986" name="Heatmap cell r26 c82"/>
            <p:cNvSpPr/>
            <p:nvPr/>
          </p:nvSpPr>
          <p:spPr>
            <a:xfrm>
              <a:off x="1498062" y="689374"/>
              <a:ext cx="19034" cy="28503"/>
            </a:xfrm>
            <a:prstGeom prst="rect">
              <a:avLst/>
            </a:prstGeom>
            <a:solidFill>
              <a:srgbClr val="FAECEC"/>
            </a:solidFill>
            <a:ln>
              <a:noFill/>
            </a:ln>
          </p:spPr>
        </p:sp>
        <p:sp>
          <p:nvSpPr>
            <p:cNvPr id="7987" name="Heatmap cell r26 c83"/>
            <p:cNvSpPr/>
            <p:nvPr/>
          </p:nvSpPr>
          <p:spPr>
            <a:xfrm>
              <a:off x="1517001" y="689374"/>
              <a:ext cx="17140" cy="28503"/>
            </a:xfrm>
            <a:prstGeom prst="rect">
              <a:avLst/>
            </a:prstGeom>
            <a:solidFill>
              <a:srgbClr val="F1BEC3"/>
            </a:solidFill>
            <a:ln>
              <a:noFill/>
            </a:ln>
          </p:spPr>
        </p:sp>
        <p:sp>
          <p:nvSpPr>
            <p:cNvPr id="7988" name="Heatmap cell r26 c84"/>
            <p:cNvSpPr/>
            <p:nvPr/>
          </p:nvSpPr>
          <p:spPr>
            <a:xfrm>
              <a:off x="1534046" y="689374"/>
              <a:ext cx="19034" cy="28503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7989" name="Heatmap cell r26 c85"/>
            <p:cNvSpPr/>
            <p:nvPr/>
          </p:nvSpPr>
          <p:spPr>
            <a:xfrm>
              <a:off x="1552984" y="689374"/>
              <a:ext cx="17140" cy="28503"/>
            </a:xfrm>
            <a:prstGeom prst="rect">
              <a:avLst/>
            </a:prstGeom>
            <a:solidFill>
              <a:srgbClr val="F7E2E4"/>
            </a:solidFill>
            <a:ln>
              <a:noFill/>
            </a:ln>
          </p:spPr>
        </p:sp>
        <p:sp>
          <p:nvSpPr>
            <p:cNvPr id="7990" name="Heatmap cell r26 c86"/>
            <p:cNvSpPr/>
            <p:nvPr/>
          </p:nvSpPr>
          <p:spPr>
            <a:xfrm>
              <a:off x="1570029" y="689374"/>
              <a:ext cx="19034" cy="28503"/>
            </a:xfrm>
            <a:prstGeom prst="rect">
              <a:avLst/>
            </a:prstGeom>
            <a:solidFill>
              <a:srgbClr val="F8DEE0"/>
            </a:solidFill>
            <a:ln>
              <a:noFill/>
            </a:ln>
          </p:spPr>
        </p:sp>
        <p:sp>
          <p:nvSpPr>
            <p:cNvPr id="7991" name="Heatmap cell r26 c88"/>
            <p:cNvSpPr/>
            <p:nvPr/>
          </p:nvSpPr>
          <p:spPr>
            <a:xfrm>
              <a:off x="1606013" y="689374"/>
              <a:ext cx="19034" cy="28503"/>
            </a:xfrm>
            <a:prstGeom prst="rect">
              <a:avLst/>
            </a:prstGeom>
            <a:solidFill>
              <a:srgbClr val="E1717B"/>
            </a:solidFill>
            <a:ln>
              <a:noFill/>
            </a:ln>
          </p:spPr>
        </p:sp>
        <p:sp>
          <p:nvSpPr>
            <p:cNvPr id="7992" name="Heatmap cell r26 c89"/>
            <p:cNvSpPr/>
            <p:nvPr/>
          </p:nvSpPr>
          <p:spPr>
            <a:xfrm>
              <a:off x="1624952" y="689374"/>
              <a:ext cx="19034" cy="28503"/>
            </a:xfrm>
            <a:prstGeom prst="rect">
              <a:avLst/>
            </a:prstGeom>
            <a:solidFill>
              <a:srgbClr val="EBA2A9"/>
            </a:solidFill>
            <a:ln>
              <a:noFill/>
            </a:ln>
          </p:spPr>
        </p:sp>
        <p:sp>
          <p:nvSpPr>
            <p:cNvPr id="7993" name="Heatmap cell r26 c90"/>
            <p:cNvSpPr/>
            <p:nvPr/>
          </p:nvSpPr>
          <p:spPr>
            <a:xfrm>
              <a:off x="1643891" y="689374"/>
              <a:ext cx="17140" cy="28503"/>
            </a:xfrm>
            <a:prstGeom prst="rect">
              <a:avLst/>
            </a:prstGeom>
            <a:solidFill>
              <a:srgbClr val="DAE2EB"/>
            </a:solidFill>
            <a:ln>
              <a:noFill/>
            </a:ln>
          </p:spPr>
        </p:sp>
        <p:sp>
          <p:nvSpPr>
            <p:cNvPr id="7994" name="Heatmap cell r26 c91"/>
            <p:cNvSpPr/>
            <p:nvPr/>
          </p:nvSpPr>
          <p:spPr>
            <a:xfrm>
              <a:off x="1660936" y="689374"/>
              <a:ext cx="19034" cy="28503"/>
            </a:xfrm>
            <a:prstGeom prst="rect">
              <a:avLst/>
            </a:prstGeom>
            <a:solidFill>
              <a:srgbClr val="B9C9DB"/>
            </a:solidFill>
            <a:ln>
              <a:noFill/>
            </a:ln>
          </p:spPr>
        </p:sp>
        <p:sp>
          <p:nvSpPr>
            <p:cNvPr id="7995" name="Heatmap cell r26 c92"/>
            <p:cNvSpPr/>
            <p:nvPr/>
          </p:nvSpPr>
          <p:spPr>
            <a:xfrm>
              <a:off x="1679875" y="689374"/>
              <a:ext cx="17140" cy="28503"/>
            </a:xfrm>
            <a:prstGeom prst="rect">
              <a:avLst/>
            </a:prstGeom>
            <a:solidFill>
              <a:srgbClr val="DF6A75"/>
            </a:solidFill>
            <a:ln>
              <a:noFill/>
            </a:ln>
          </p:spPr>
        </p:sp>
        <p:sp>
          <p:nvSpPr>
            <p:cNvPr id="7996" name="Heatmap cell r26 c93"/>
            <p:cNvSpPr/>
            <p:nvPr/>
          </p:nvSpPr>
          <p:spPr>
            <a:xfrm>
              <a:off x="1696920" y="689374"/>
              <a:ext cx="19034" cy="28503"/>
            </a:xfrm>
            <a:prstGeom prst="rect">
              <a:avLst/>
            </a:prstGeom>
            <a:solidFill>
              <a:srgbClr val="F8E9EA"/>
            </a:solidFill>
            <a:ln>
              <a:noFill/>
            </a:ln>
          </p:spPr>
        </p:sp>
        <p:sp>
          <p:nvSpPr>
            <p:cNvPr id="7997" name="Heatmap cell r26 c94"/>
            <p:cNvSpPr/>
            <p:nvPr/>
          </p:nvSpPr>
          <p:spPr>
            <a:xfrm>
              <a:off x="1715858" y="689374"/>
              <a:ext cx="17140" cy="28503"/>
            </a:xfrm>
            <a:prstGeom prst="rect">
              <a:avLst/>
            </a:prstGeom>
            <a:solidFill>
              <a:srgbClr val="E4EBEF"/>
            </a:solidFill>
            <a:ln>
              <a:noFill/>
            </a:ln>
          </p:spPr>
        </p:sp>
        <p:sp>
          <p:nvSpPr>
            <p:cNvPr id="7998" name="Heatmap cell r26 c95"/>
            <p:cNvSpPr/>
            <p:nvPr/>
          </p:nvSpPr>
          <p:spPr>
            <a:xfrm>
              <a:off x="1732903" y="689374"/>
              <a:ext cx="19034" cy="28503"/>
            </a:xfrm>
            <a:prstGeom prst="rect">
              <a:avLst/>
            </a:prstGeom>
            <a:solidFill>
              <a:srgbClr val="E2EAEF"/>
            </a:solidFill>
            <a:ln>
              <a:noFill/>
            </a:ln>
          </p:spPr>
        </p:sp>
        <p:sp>
          <p:nvSpPr>
            <p:cNvPr id="7999" name="Heatmap cell r26 c96"/>
            <p:cNvSpPr/>
            <p:nvPr/>
          </p:nvSpPr>
          <p:spPr>
            <a:xfrm>
              <a:off x="1751842" y="689374"/>
              <a:ext cx="17140" cy="28503"/>
            </a:xfrm>
            <a:prstGeom prst="rect">
              <a:avLst/>
            </a:prstGeom>
            <a:solidFill>
              <a:srgbClr val="F7D3D6"/>
            </a:solidFill>
            <a:ln>
              <a:noFill/>
            </a:ln>
          </p:spPr>
        </p:sp>
        <p:sp>
          <p:nvSpPr>
            <p:cNvPr id="8000" name="Heatmap cell r26 c97"/>
            <p:cNvSpPr/>
            <p:nvPr/>
          </p:nvSpPr>
          <p:spPr>
            <a:xfrm>
              <a:off x="1768887" y="689374"/>
              <a:ext cx="19034" cy="28503"/>
            </a:xfrm>
            <a:prstGeom prst="rect">
              <a:avLst/>
            </a:prstGeom>
            <a:solidFill>
              <a:srgbClr val="EFB5BA"/>
            </a:solidFill>
            <a:ln>
              <a:noFill/>
            </a:ln>
          </p:spPr>
        </p:sp>
        <p:sp>
          <p:nvSpPr>
            <p:cNvPr id="8001" name="Heatmap cell r26 c98"/>
            <p:cNvSpPr/>
            <p:nvPr/>
          </p:nvSpPr>
          <p:spPr>
            <a:xfrm>
              <a:off x="1787826" y="689374"/>
              <a:ext cx="17140" cy="28503"/>
            </a:xfrm>
            <a:prstGeom prst="rect">
              <a:avLst/>
            </a:prstGeom>
            <a:solidFill>
              <a:srgbClr val="F7D9DB"/>
            </a:solidFill>
            <a:ln>
              <a:noFill/>
            </a:ln>
          </p:spPr>
        </p:sp>
        <p:sp>
          <p:nvSpPr>
            <p:cNvPr id="8002" name="Heatmap cell r26 c99"/>
            <p:cNvSpPr/>
            <p:nvPr/>
          </p:nvSpPr>
          <p:spPr>
            <a:xfrm>
              <a:off x="1804871" y="689374"/>
              <a:ext cx="19034" cy="28503"/>
            </a:xfrm>
            <a:prstGeom prst="rect">
              <a:avLst/>
            </a:prstGeom>
            <a:solidFill>
              <a:srgbClr val="E78992"/>
            </a:solidFill>
            <a:ln>
              <a:noFill/>
            </a:ln>
          </p:spPr>
        </p:sp>
        <p:sp>
          <p:nvSpPr>
            <p:cNvPr id="8003" name="Heatmap cell r26 c100"/>
            <p:cNvSpPr/>
            <p:nvPr/>
          </p:nvSpPr>
          <p:spPr>
            <a:xfrm>
              <a:off x="1823810" y="689374"/>
              <a:ext cx="17140" cy="28503"/>
            </a:xfrm>
            <a:prstGeom prst="rect">
              <a:avLst/>
            </a:prstGeom>
            <a:solidFill>
              <a:srgbClr val="EFB8BD"/>
            </a:solidFill>
            <a:ln>
              <a:noFill/>
            </a:ln>
          </p:spPr>
        </p:sp>
        <p:sp>
          <p:nvSpPr>
            <p:cNvPr id="8004" name="Heatmap cell r26 c101"/>
            <p:cNvSpPr/>
            <p:nvPr/>
          </p:nvSpPr>
          <p:spPr>
            <a:xfrm>
              <a:off x="1840855" y="689374"/>
              <a:ext cx="19034" cy="28503"/>
            </a:xfrm>
            <a:prstGeom prst="rect">
              <a:avLst/>
            </a:prstGeom>
            <a:solidFill>
              <a:srgbClr val="FAEEEF"/>
            </a:solidFill>
            <a:ln>
              <a:noFill/>
            </a:ln>
          </p:spPr>
        </p:sp>
        <p:sp>
          <p:nvSpPr>
            <p:cNvPr id="8005" name="Heatmap cell r26 c102"/>
            <p:cNvSpPr/>
            <p:nvPr/>
          </p:nvSpPr>
          <p:spPr>
            <a:xfrm>
              <a:off x="1859794" y="689374"/>
              <a:ext cx="19034" cy="28503"/>
            </a:xfrm>
            <a:prstGeom prst="rect">
              <a:avLst/>
            </a:prstGeom>
            <a:solidFill>
              <a:srgbClr val="EBA6AC"/>
            </a:solidFill>
            <a:ln>
              <a:noFill/>
            </a:ln>
          </p:spPr>
        </p:sp>
        <p:sp>
          <p:nvSpPr>
            <p:cNvPr id="8006" name="Heatmap cell r26 c103"/>
            <p:cNvSpPr/>
            <p:nvPr/>
          </p:nvSpPr>
          <p:spPr>
            <a:xfrm>
              <a:off x="1878732" y="689374"/>
              <a:ext cx="17140" cy="28503"/>
            </a:xfrm>
            <a:prstGeom prst="rect">
              <a:avLst/>
            </a:prstGeom>
            <a:solidFill>
              <a:srgbClr val="ECA0A8"/>
            </a:solidFill>
            <a:ln>
              <a:noFill/>
            </a:ln>
          </p:spPr>
        </p:sp>
        <p:sp>
          <p:nvSpPr>
            <p:cNvPr id="8007" name="Heatmap cell r26 c104"/>
            <p:cNvSpPr/>
            <p:nvPr/>
          </p:nvSpPr>
          <p:spPr>
            <a:xfrm>
              <a:off x="1895777" y="689374"/>
              <a:ext cx="19034" cy="28503"/>
            </a:xfrm>
            <a:prstGeom prst="rect">
              <a:avLst/>
            </a:prstGeom>
            <a:solidFill>
              <a:srgbClr val="EDB0B6"/>
            </a:solidFill>
            <a:ln>
              <a:noFill/>
            </a:ln>
          </p:spPr>
        </p:sp>
        <p:sp>
          <p:nvSpPr>
            <p:cNvPr id="8008" name="Heatmap cell r26 c105"/>
            <p:cNvSpPr/>
            <p:nvPr/>
          </p:nvSpPr>
          <p:spPr>
            <a:xfrm>
              <a:off x="1914716" y="689374"/>
              <a:ext cx="17140" cy="28503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8009" name="Heatmap cell r26 c106"/>
            <p:cNvSpPr/>
            <p:nvPr/>
          </p:nvSpPr>
          <p:spPr>
            <a:xfrm>
              <a:off x="1931761" y="689374"/>
              <a:ext cx="19034" cy="28503"/>
            </a:xfrm>
            <a:prstGeom prst="rect">
              <a:avLst/>
            </a:prstGeom>
            <a:solidFill>
              <a:srgbClr val="EDF1F7"/>
            </a:solidFill>
            <a:ln>
              <a:noFill/>
            </a:ln>
          </p:spPr>
        </p:sp>
        <p:sp>
          <p:nvSpPr>
            <p:cNvPr id="8010" name="Heatmap cell r26 c107"/>
            <p:cNvSpPr/>
            <p:nvPr/>
          </p:nvSpPr>
          <p:spPr>
            <a:xfrm>
              <a:off x="1950700" y="689374"/>
              <a:ext cx="17140" cy="28503"/>
            </a:xfrm>
            <a:prstGeom prst="rect">
              <a:avLst/>
            </a:prstGeom>
            <a:solidFill>
              <a:srgbClr val="DEE6EC"/>
            </a:solidFill>
            <a:ln>
              <a:noFill/>
            </a:ln>
          </p:spPr>
        </p:sp>
        <p:sp>
          <p:nvSpPr>
            <p:cNvPr id="8011" name="Heatmap cell r26 c109"/>
            <p:cNvSpPr/>
            <p:nvPr/>
          </p:nvSpPr>
          <p:spPr>
            <a:xfrm>
              <a:off x="1986684" y="689374"/>
              <a:ext cx="17140" cy="28503"/>
            </a:xfrm>
            <a:prstGeom prst="rect">
              <a:avLst/>
            </a:prstGeom>
            <a:solidFill>
              <a:srgbClr val="DF6770"/>
            </a:solidFill>
            <a:ln>
              <a:noFill/>
            </a:ln>
          </p:spPr>
        </p:sp>
        <p:sp>
          <p:nvSpPr>
            <p:cNvPr id="8012" name="Heatmap cell r26 c110"/>
            <p:cNvSpPr/>
            <p:nvPr/>
          </p:nvSpPr>
          <p:spPr>
            <a:xfrm>
              <a:off x="2003729" y="689374"/>
              <a:ext cx="19034" cy="28503"/>
            </a:xfrm>
            <a:prstGeom prst="rect">
              <a:avLst/>
            </a:prstGeom>
            <a:solidFill>
              <a:srgbClr val="FAEEEF"/>
            </a:solidFill>
            <a:ln>
              <a:noFill/>
            </a:ln>
          </p:spPr>
        </p:sp>
        <p:sp>
          <p:nvSpPr>
            <p:cNvPr id="8013" name="Heatmap cell r26 c111"/>
            <p:cNvSpPr/>
            <p:nvPr/>
          </p:nvSpPr>
          <p:spPr>
            <a:xfrm>
              <a:off x="2022668" y="689374"/>
              <a:ext cx="17140" cy="28503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8014" name="Heatmap cell r26 c112"/>
            <p:cNvSpPr/>
            <p:nvPr/>
          </p:nvSpPr>
          <p:spPr>
            <a:xfrm>
              <a:off x="2039712" y="689374"/>
              <a:ext cx="19034" cy="28503"/>
            </a:xfrm>
            <a:prstGeom prst="rect">
              <a:avLst/>
            </a:prstGeom>
            <a:solidFill>
              <a:srgbClr val="F0BCC3"/>
            </a:solidFill>
            <a:ln>
              <a:noFill/>
            </a:ln>
          </p:spPr>
        </p:sp>
        <p:sp>
          <p:nvSpPr>
            <p:cNvPr id="8015" name="Heatmap cell r26 c113"/>
            <p:cNvSpPr/>
            <p:nvPr/>
          </p:nvSpPr>
          <p:spPr>
            <a:xfrm>
              <a:off x="2058651" y="689374"/>
              <a:ext cx="17140" cy="28503"/>
            </a:xfrm>
            <a:prstGeom prst="rect">
              <a:avLst/>
            </a:prstGeom>
            <a:solidFill>
              <a:srgbClr val="E9EDF3"/>
            </a:solidFill>
            <a:ln>
              <a:noFill/>
            </a:ln>
          </p:spPr>
        </p:sp>
        <p:sp>
          <p:nvSpPr>
            <p:cNvPr id="8016" name="Heatmap cell r26 c114"/>
            <p:cNvSpPr/>
            <p:nvPr/>
          </p:nvSpPr>
          <p:spPr>
            <a:xfrm>
              <a:off x="2075696" y="689374"/>
              <a:ext cx="19034" cy="28503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8017" name="Heatmap cell r26 c115"/>
            <p:cNvSpPr/>
            <p:nvPr/>
          </p:nvSpPr>
          <p:spPr>
            <a:xfrm>
              <a:off x="2094635" y="689374"/>
              <a:ext cx="19034" cy="28503"/>
            </a:xfrm>
            <a:prstGeom prst="rect">
              <a:avLst/>
            </a:prstGeom>
            <a:solidFill>
              <a:srgbClr val="F4CACD"/>
            </a:solidFill>
            <a:ln>
              <a:noFill/>
            </a:ln>
          </p:spPr>
        </p:sp>
        <p:sp>
          <p:nvSpPr>
            <p:cNvPr id="8018" name="Heatmap cell r26 c116"/>
            <p:cNvSpPr/>
            <p:nvPr/>
          </p:nvSpPr>
          <p:spPr>
            <a:xfrm>
              <a:off x="2113574" y="689374"/>
              <a:ext cx="17140" cy="28503"/>
            </a:xfrm>
            <a:prstGeom prst="rect">
              <a:avLst/>
            </a:prstGeom>
            <a:solidFill>
              <a:srgbClr val="EDF1F7"/>
            </a:solidFill>
            <a:ln>
              <a:noFill/>
            </a:ln>
          </p:spPr>
        </p:sp>
        <p:sp>
          <p:nvSpPr>
            <p:cNvPr id="8019" name="Heatmap cell r26 c117"/>
            <p:cNvSpPr/>
            <p:nvPr/>
          </p:nvSpPr>
          <p:spPr>
            <a:xfrm>
              <a:off x="2130619" y="689374"/>
              <a:ext cx="19034" cy="28503"/>
            </a:xfrm>
            <a:prstGeom prst="rect">
              <a:avLst/>
            </a:prstGeom>
            <a:solidFill>
              <a:srgbClr val="F5CED2"/>
            </a:solidFill>
            <a:ln>
              <a:noFill/>
            </a:ln>
          </p:spPr>
        </p:sp>
        <p:sp>
          <p:nvSpPr>
            <p:cNvPr id="8020" name="Heatmap cell r26 c118"/>
            <p:cNvSpPr/>
            <p:nvPr/>
          </p:nvSpPr>
          <p:spPr>
            <a:xfrm>
              <a:off x="2149558" y="689374"/>
              <a:ext cx="17140" cy="28503"/>
            </a:xfrm>
            <a:prstGeom prst="rect">
              <a:avLst/>
            </a:prstGeom>
            <a:solidFill>
              <a:srgbClr val="F6D4D7"/>
            </a:solidFill>
            <a:ln>
              <a:noFill/>
            </a:ln>
          </p:spPr>
        </p:sp>
        <p:sp>
          <p:nvSpPr>
            <p:cNvPr id="8021" name="Heatmap cell r26 c119"/>
            <p:cNvSpPr/>
            <p:nvPr/>
          </p:nvSpPr>
          <p:spPr>
            <a:xfrm>
              <a:off x="2166603" y="689374"/>
              <a:ext cx="19034" cy="28503"/>
            </a:xfrm>
            <a:prstGeom prst="rect">
              <a:avLst/>
            </a:prstGeom>
            <a:solidFill>
              <a:srgbClr val="E48189"/>
            </a:solidFill>
            <a:ln>
              <a:noFill/>
            </a:ln>
          </p:spPr>
        </p:sp>
        <p:sp>
          <p:nvSpPr>
            <p:cNvPr id="8022" name="Heatmap cell r26 c120"/>
            <p:cNvSpPr/>
            <p:nvPr/>
          </p:nvSpPr>
          <p:spPr>
            <a:xfrm>
              <a:off x="2185542" y="689374"/>
              <a:ext cx="17140" cy="28503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8023" name="Heatmap cell r26 c121"/>
            <p:cNvSpPr/>
            <p:nvPr/>
          </p:nvSpPr>
          <p:spPr>
            <a:xfrm>
              <a:off x="2202586" y="689374"/>
              <a:ext cx="19034" cy="28503"/>
            </a:xfrm>
            <a:prstGeom prst="rect">
              <a:avLst/>
            </a:prstGeom>
            <a:solidFill>
              <a:srgbClr val="E89199"/>
            </a:solidFill>
            <a:ln>
              <a:noFill/>
            </a:ln>
          </p:spPr>
        </p:sp>
        <p:sp>
          <p:nvSpPr>
            <p:cNvPr id="8024" name="Heatmap cell r26 c122"/>
            <p:cNvSpPr/>
            <p:nvPr/>
          </p:nvSpPr>
          <p:spPr>
            <a:xfrm>
              <a:off x="2221525" y="689374"/>
              <a:ext cx="17140" cy="28503"/>
            </a:xfrm>
            <a:prstGeom prst="rect">
              <a:avLst/>
            </a:prstGeom>
            <a:solidFill>
              <a:srgbClr val="EDAEB5"/>
            </a:solidFill>
            <a:ln>
              <a:noFill/>
            </a:ln>
          </p:spPr>
        </p:sp>
        <p:sp>
          <p:nvSpPr>
            <p:cNvPr id="8025" name="Heatmap cell r26 c123"/>
            <p:cNvSpPr/>
            <p:nvPr/>
          </p:nvSpPr>
          <p:spPr>
            <a:xfrm>
              <a:off x="2238570" y="689374"/>
              <a:ext cx="19034" cy="28503"/>
            </a:xfrm>
            <a:prstGeom prst="rect">
              <a:avLst/>
            </a:prstGeom>
            <a:solidFill>
              <a:srgbClr val="EBF0F6"/>
            </a:solidFill>
            <a:ln>
              <a:noFill/>
            </a:ln>
          </p:spPr>
        </p:sp>
        <p:sp>
          <p:nvSpPr>
            <p:cNvPr id="8026" name="Heatmap cell r26 c124"/>
            <p:cNvSpPr/>
            <p:nvPr/>
          </p:nvSpPr>
          <p:spPr>
            <a:xfrm>
              <a:off x="2257509" y="689374"/>
              <a:ext cx="17140" cy="28503"/>
            </a:xfrm>
            <a:prstGeom prst="rect">
              <a:avLst/>
            </a:prstGeom>
            <a:solidFill>
              <a:srgbClr val="F5D1D4"/>
            </a:solidFill>
            <a:ln>
              <a:noFill/>
            </a:ln>
          </p:spPr>
        </p:sp>
        <p:sp>
          <p:nvSpPr>
            <p:cNvPr id="8027" name="Heatmap cell r26 c125"/>
            <p:cNvSpPr/>
            <p:nvPr/>
          </p:nvSpPr>
          <p:spPr>
            <a:xfrm>
              <a:off x="2274554" y="689374"/>
              <a:ext cx="19034" cy="28503"/>
            </a:xfrm>
            <a:prstGeom prst="rect">
              <a:avLst/>
            </a:prstGeom>
            <a:solidFill>
              <a:srgbClr val="F6D5D9"/>
            </a:solidFill>
            <a:ln>
              <a:noFill/>
            </a:ln>
          </p:spPr>
        </p:sp>
        <p:sp>
          <p:nvSpPr>
            <p:cNvPr id="8028" name="Heatmap cell r26 c126"/>
            <p:cNvSpPr/>
            <p:nvPr/>
          </p:nvSpPr>
          <p:spPr>
            <a:xfrm>
              <a:off x="2293493" y="689374"/>
              <a:ext cx="17140" cy="28503"/>
            </a:xfrm>
            <a:prstGeom prst="rect">
              <a:avLst/>
            </a:prstGeom>
            <a:solidFill>
              <a:srgbClr val="BFCFDF"/>
            </a:solidFill>
            <a:ln>
              <a:noFill/>
            </a:ln>
          </p:spPr>
        </p:sp>
        <p:sp>
          <p:nvSpPr>
            <p:cNvPr id="8029" name="Heatmap cell r26 c127"/>
            <p:cNvSpPr/>
            <p:nvPr/>
          </p:nvSpPr>
          <p:spPr>
            <a:xfrm>
              <a:off x="2310538" y="689374"/>
              <a:ext cx="19034" cy="28503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8030" name="Heatmap cell r26 c128"/>
            <p:cNvSpPr/>
            <p:nvPr/>
          </p:nvSpPr>
          <p:spPr>
            <a:xfrm>
              <a:off x="2329477" y="689374"/>
              <a:ext cx="19034" cy="28503"/>
            </a:xfrm>
            <a:prstGeom prst="rect">
              <a:avLst/>
            </a:prstGeom>
            <a:solidFill>
              <a:srgbClr val="85A2BE"/>
            </a:solidFill>
            <a:ln>
              <a:noFill/>
            </a:ln>
          </p:spPr>
        </p:sp>
        <p:sp>
          <p:nvSpPr>
            <p:cNvPr id="8031" name="Heatmap cell r26 c129"/>
            <p:cNvSpPr/>
            <p:nvPr/>
          </p:nvSpPr>
          <p:spPr>
            <a:xfrm>
              <a:off x="2348416" y="689374"/>
              <a:ext cx="17140" cy="28503"/>
            </a:xfrm>
            <a:prstGeom prst="rect">
              <a:avLst/>
            </a:prstGeom>
            <a:solidFill>
              <a:srgbClr val="E0737C"/>
            </a:solidFill>
            <a:ln>
              <a:noFill/>
            </a:ln>
          </p:spPr>
        </p:sp>
        <p:sp>
          <p:nvSpPr>
            <p:cNvPr id="8032" name="Heatmap cell r26 c130"/>
            <p:cNvSpPr/>
            <p:nvPr/>
          </p:nvSpPr>
          <p:spPr>
            <a:xfrm>
              <a:off x="2365460" y="689374"/>
              <a:ext cx="19034" cy="28503"/>
            </a:xfrm>
            <a:prstGeom prst="rect">
              <a:avLst/>
            </a:prstGeom>
            <a:solidFill>
              <a:srgbClr val="EDAFB5"/>
            </a:solidFill>
            <a:ln>
              <a:noFill/>
            </a:ln>
          </p:spPr>
        </p:sp>
        <p:sp>
          <p:nvSpPr>
            <p:cNvPr id="8033" name="Heatmap cell r26 c131"/>
            <p:cNvSpPr/>
            <p:nvPr/>
          </p:nvSpPr>
          <p:spPr>
            <a:xfrm>
              <a:off x="2384399" y="689374"/>
              <a:ext cx="17140" cy="28503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8034" name="Heatmap cell r26 c132"/>
            <p:cNvSpPr/>
            <p:nvPr/>
          </p:nvSpPr>
          <p:spPr>
            <a:xfrm>
              <a:off x="2401444" y="689374"/>
              <a:ext cx="19034" cy="28503"/>
            </a:xfrm>
            <a:prstGeom prst="rect">
              <a:avLst/>
            </a:prstGeom>
            <a:solidFill>
              <a:srgbClr val="F3C6CB"/>
            </a:solidFill>
            <a:ln>
              <a:noFill/>
            </a:ln>
          </p:spPr>
        </p:sp>
        <p:sp>
          <p:nvSpPr>
            <p:cNvPr id="8035" name="Heatmap cell r26 c133"/>
            <p:cNvSpPr/>
            <p:nvPr/>
          </p:nvSpPr>
          <p:spPr>
            <a:xfrm>
              <a:off x="2420383" y="689374"/>
              <a:ext cx="17140" cy="28503"/>
            </a:xfrm>
            <a:prstGeom prst="rect">
              <a:avLst/>
            </a:prstGeom>
            <a:solidFill>
              <a:srgbClr val="FAEEEF"/>
            </a:solidFill>
            <a:ln>
              <a:noFill/>
            </a:ln>
          </p:spPr>
        </p:sp>
        <p:sp>
          <p:nvSpPr>
            <p:cNvPr id="8036" name="Heatmap cell r26 c134"/>
            <p:cNvSpPr/>
            <p:nvPr/>
          </p:nvSpPr>
          <p:spPr>
            <a:xfrm>
              <a:off x="2437428" y="689374"/>
              <a:ext cx="19034" cy="28503"/>
            </a:xfrm>
            <a:prstGeom prst="rect">
              <a:avLst/>
            </a:prstGeom>
            <a:solidFill>
              <a:srgbClr val="E4EBEF"/>
            </a:solidFill>
            <a:ln>
              <a:noFill/>
            </a:ln>
          </p:spPr>
        </p:sp>
        <p:sp>
          <p:nvSpPr>
            <p:cNvPr id="8037" name="Heatmap cell r26 c135"/>
            <p:cNvSpPr/>
            <p:nvPr/>
          </p:nvSpPr>
          <p:spPr>
            <a:xfrm>
              <a:off x="2456367" y="689374"/>
              <a:ext cx="17140" cy="28503"/>
            </a:xfrm>
            <a:prstGeom prst="rect">
              <a:avLst/>
            </a:prstGeom>
            <a:solidFill>
              <a:srgbClr val="DFE7ED"/>
            </a:solidFill>
            <a:ln>
              <a:noFill/>
            </a:ln>
          </p:spPr>
        </p:sp>
        <p:sp>
          <p:nvSpPr>
            <p:cNvPr id="8038" name="Heatmap cell r26 c136"/>
            <p:cNvSpPr/>
            <p:nvPr/>
          </p:nvSpPr>
          <p:spPr>
            <a:xfrm>
              <a:off x="2473412" y="689374"/>
              <a:ext cx="19034" cy="28503"/>
            </a:xfrm>
            <a:prstGeom prst="rect">
              <a:avLst/>
            </a:prstGeom>
            <a:solidFill>
              <a:srgbClr val="D43645"/>
            </a:solidFill>
            <a:ln>
              <a:noFill/>
            </a:ln>
          </p:spPr>
        </p:sp>
        <p:sp>
          <p:nvSpPr>
            <p:cNvPr id="8039" name="Heatmap cell r26 c137"/>
            <p:cNvSpPr/>
            <p:nvPr/>
          </p:nvSpPr>
          <p:spPr>
            <a:xfrm>
              <a:off x="2492351" y="689374"/>
              <a:ext cx="17140" cy="28503"/>
            </a:xfrm>
            <a:prstGeom prst="rect">
              <a:avLst/>
            </a:prstGeom>
            <a:solidFill>
              <a:srgbClr val="FBF3F4"/>
            </a:solidFill>
            <a:ln>
              <a:noFill/>
            </a:ln>
          </p:spPr>
        </p:sp>
        <p:sp>
          <p:nvSpPr>
            <p:cNvPr id="8040" name="Heatmap cell r26 c138"/>
            <p:cNvSpPr/>
            <p:nvPr/>
          </p:nvSpPr>
          <p:spPr>
            <a:xfrm>
              <a:off x="2509396" y="689374"/>
              <a:ext cx="19034" cy="28503"/>
            </a:xfrm>
            <a:prstGeom prst="rect">
              <a:avLst/>
            </a:prstGeom>
            <a:solidFill>
              <a:srgbClr val="F9E8E9"/>
            </a:solidFill>
            <a:ln>
              <a:noFill/>
            </a:ln>
          </p:spPr>
        </p:sp>
        <p:sp>
          <p:nvSpPr>
            <p:cNvPr id="8041" name="Heatmap cell r26 c139"/>
            <p:cNvSpPr/>
            <p:nvPr/>
          </p:nvSpPr>
          <p:spPr>
            <a:xfrm>
              <a:off x="2528334" y="689374"/>
              <a:ext cx="17140" cy="28503"/>
            </a:xfrm>
            <a:prstGeom prst="rect">
              <a:avLst/>
            </a:prstGeom>
            <a:solidFill>
              <a:srgbClr val="F6F8F9"/>
            </a:solidFill>
            <a:ln>
              <a:noFill/>
            </a:ln>
          </p:spPr>
        </p:sp>
        <p:sp>
          <p:nvSpPr>
            <p:cNvPr id="8042" name="Heatmap cell r26 c140"/>
            <p:cNvSpPr/>
            <p:nvPr/>
          </p:nvSpPr>
          <p:spPr>
            <a:xfrm>
              <a:off x="2545379" y="689374"/>
              <a:ext cx="19034" cy="28503"/>
            </a:xfrm>
            <a:prstGeom prst="rect">
              <a:avLst/>
            </a:prstGeom>
            <a:solidFill>
              <a:srgbClr val="F0BDC2"/>
            </a:solidFill>
            <a:ln>
              <a:noFill/>
            </a:ln>
          </p:spPr>
        </p:sp>
        <p:sp>
          <p:nvSpPr>
            <p:cNvPr id="8043" name="Heatmap cell r26 c141"/>
            <p:cNvSpPr/>
            <p:nvPr/>
          </p:nvSpPr>
          <p:spPr>
            <a:xfrm>
              <a:off x="2564318" y="689374"/>
              <a:ext cx="19034" cy="28503"/>
            </a:xfrm>
            <a:prstGeom prst="rect">
              <a:avLst/>
            </a:prstGeom>
            <a:solidFill>
              <a:srgbClr val="F8E1E3"/>
            </a:solidFill>
            <a:ln>
              <a:noFill/>
            </a:ln>
          </p:spPr>
        </p:sp>
        <p:sp>
          <p:nvSpPr>
            <p:cNvPr id="8044" name="Heatmap cell r26 c142"/>
            <p:cNvSpPr/>
            <p:nvPr/>
          </p:nvSpPr>
          <p:spPr>
            <a:xfrm>
              <a:off x="2583257" y="689374"/>
              <a:ext cx="17140" cy="28503"/>
            </a:xfrm>
            <a:prstGeom prst="rect">
              <a:avLst/>
            </a:prstGeom>
            <a:solidFill>
              <a:srgbClr val="F8DEE0"/>
            </a:solidFill>
            <a:ln>
              <a:noFill/>
            </a:ln>
          </p:spPr>
        </p:sp>
        <p:sp>
          <p:nvSpPr>
            <p:cNvPr id="8045" name="Heatmap cell r26 c143"/>
            <p:cNvSpPr/>
            <p:nvPr/>
          </p:nvSpPr>
          <p:spPr>
            <a:xfrm>
              <a:off x="2600302" y="689374"/>
              <a:ext cx="19034" cy="28503"/>
            </a:xfrm>
            <a:prstGeom prst="rect">
              <a:avLst/>
            </a:prstGeom>
            <a:solidFill>
              <a:srgbClr val="E6EBF1"/>
            </a:solidFill>
            <a:ln>
              <a:noFill/>
            </a:ln>
          </p:spPr>
        </p:sp>
        <p:sp>
          <p:nvSpPr>
            <p:cNvPr id="8046" name="Heatmap cell r26 c144"/>
            <p:cNvSpPr/>
            <p:nvPr/>
          </p:nvSpPr>
          <p:spPr>
            <a:xfrm>
              <a:off x="2619241" y="689374"/>
              <a:ext cx="17140" cy="28503"/>
            </a:xfrm>
            <a:prstGeom prst="rect">
              <a:avLst/>
            </a:prstGeom>
            <a:solidFill>
              <a:srgbClr val="E7929B"/>
            </a:solidFill>
            <a:ln>
              <a:noFill/>
            </a:ln>
          </p:spPr>
        </p:sp>
        <p:sp>
          <p:nvSpPr>
            <p:cNvPr id="8047" name="Heatmap cell r26 c145"/>
            <p:cNvSpPr/>
            <p:nvPr/>
          </p:nvSpPr>
          <p:spPr>
            <a:xfrm>
              <a:off x="2636286" y="689374"/>
              <a:ext cx="19034" cy="28503"/>
            </a:xfrm>
            <a:prstGeom prst="rect">
              <a:avLst/>
            </a:prstGeom>
            <a:solidFill>
              <a:srgbClr val="F8E9EA"/>
            </a:solidFill>
            <a:ln>
              <a:noFill/>
            </a:ln>
          </p:spPr>
        </p:sp>
        <p:sp>
          <p:nvSpPr>
            <p:cNvPr id="8048" name="Heatmap cell r26 c146"/>
            <p:cNvSpPr/>
            <p:nvPr/>
          </p:nvSpPr>
          <p:spPr>
            <a:xfrm>
              <a:off x="2655225" y="689374"/>
              <a:ext cx="17140" cy="28503"/>
            </a:xfrm>
            <a:prstGeom prst="rect">
              <a:avLst/>
            </a:prstGeom>
            <a:solidFill>
              <a:srgbClr val="E7EBF1"/>
            </a:solidFill>
            <a:ln>
              <a:noFill/>
            </a:ln>
          </p:spPr>
        </p:sp>
        <p:sp>
          <p:nvSpPr>
            <p:cNvPr id="8049" name="Heatmap cell r26 c147"/>
            <p:cNvSpPr/>
            <p:nvPr/>
          </p:nvSpPr>
          <p:spPr>
            <a:xfrm>
              <a:off x="2672270" y="689374"/>
              <a:ext cx="19034" cy="28503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</p:sp>
        <p:sp>
          <p:nvSpPr>
            <p:cNvPr id="8050" name="Heatmap cell r26 c148"/>
            <p:cNvSpPr/>
            <p:nvPr/>
          </p:nvSpPr>
          <p:spPr>
            <a:xfrm>
              <a:off x="2691208" y="689374"/>
              <a:ext cx="17140" cy="28503"/>
            </a:xfrm>
            <a:prstGeom prst="rect">
              <a:avLst/>
            </a:prstGeom>
            <a:solidFill>
              <a:srgbClr val="E1E9EF"/>
            </a:solidFill>
            <a:ln>
              <a:noFill/>
            </a:ln>
          </p:spPr>
        </p:sp>
        <p:sp>
          <p:nvSpPr>
            <p:cNvPr id="8051" name="Heatmap cell r26 c149"/>
            <p:cNvSpPr/>
            <p:nvPr/>
          </p:nvSpPr>
          <p:spPr>
            <a:xfrm>
              <a:off x="2708253" y="689374"/>
              <a:ext cx="19034" cy="28503"/>
            </a:xfrm>
            <a:prstGeom prst="rect">
              <a:avLst/>
            </a:prstGeom>
            <a:solidFill>
              <a:srgbClr val="FCF6F6"/>
            </a:solidFill>
            <a:ln>
              <a:noFill/>
            </a:ln>
          </p:spPr>
        </p:sp>
        <p:sp>
          <p:nvSpPr>
            <p:cNvPr id="8052" name="Heatmap cell r26 c150"/>
            <p:cNvSpPr/>
            <p:nvPr/>
          </p:nvSpPr>
          <p:spPr>
            <a:xfrm>
              <a:off x="2727192" y="689374"/>
              <a:ext cx="17140" cy="28503"/>
            </a:xfrm>
            <a:prstGeom prst="rect">
              <a:avLst/>
            </a:prstGeom>
            <a:solidFill>
              <a:srgbClr val="E78993"/>
            </a:solidFill>
            <a:ln>
              <a:noFill/>
            </a:ln>
          </p:spPr>
        </p:sp>
        <p:sp>
          <p:nvSpPr>
            <p:cNvPr id="8053" name="Heatmap cell r26 c151"/>
            <p:cNvSpPr/>
            <p:nvPr/>
          </p:nvSpPr>
          <p:spPr>
            <a:xfrm>
              <a:off x="2744237" y="689374"/>
              <a:ext cx="19034" cy="28503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8054" name="Heatmap cell r26 c153"/>
            <p:cNvSpPr/>
            <p:nvPr/>
          </p:nvSpPr>
          <p:spPr>
            <a:xfrm>
              <a:off x="2780221" y="689374"/>
              <a:ext cx="19034" cy="28503"/>
            </a:xfrm>
            <a:prstGeom prst="rect">
              <a:avLst/>
            </a:prstGeom>
            <a:solidFill>
              <a:srgbClr val="DEE6EC"/>
            </a:solidFill>
            <a:ln>
              <a:noFill/>
            </a:ln>
          </p:spPr>
        </p:sp>
        <p:sp>
          <p:nvSpPr>
            <p:cNvPr id="8055" name="Heatmap cell r26 c154"/>
            <p:cNvSpPr/>
            <p:nvPr/>
          </p:nvSpPr>
          <p:spPr>
            <a:xfrm>
              <a:off x="2799160" y="689374"/>
              <a:ext cx="17140" cy="28503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8056" name="Heatmap cell r26 c155"/>
            <p:cNvSpPr/>
            <p:nvPr/>
          </p:nvSpPr>
          <p:spPr>
            <a:xfrm>
              <a:off x="2816205" y="689374"/>
              <a:ext cx="19034" cy="28503"/>
            </a:xfrm>
            <a:prstGeom prst="rect">
              <a:avLst/>
            </a:prstGeom>
            <a:solidFill>
              <a:srgbClr val="85A1BE"/>
            </a:solidFill>
            <a:ln>
              <a:noFill/>
            </a:ln>
          </p:spPr>
        </p:sp>
        <p:sp>
          <p:nvSpPr>
            <p:cNvPr id="8057" name="Heatmap cell r26 c156"/>
            <p:cNvSpPr/>
            <p:nvPr/>
          </p:nvSpPr>
          <p:spPr>
            <a:xfrm>
              <a:off x="2835144" y="689374"/>
              <a:ext cx="19034" cy="28503"/>
            </a:xfrm>
            <a:prstGeom prst="rect">
              <a:avLst/>
            </a:prstGeom>
            <a:solidFill>
              <a:srgbClr val="85A1BE"/>
            </a:solidFill>
            <a:ln>
              <a:noFill/>
            </a:ln>
          </p:spPr>
        </p:sp>
        <p:sp>
          <p:nvSpPr>
            <p:cNvPr id="8058" name="Heatmap cell r26 c157"/>
            <p:cNvSpPr/>
            <p:nvPr/>
          </p:nvSpPr>
          <p:spPr>
            <a:xfrm>
              <a:off x="2854082" y="689374"/>
              <a:ext cx="17140" cy="28503"/>
            </a:xfrm>
            <a:prstGeom prst="rect">
              <a:avLst/>
            </a:prstGeom>
            <a:solidFill>
              <a:srgbClr val="90ABC5"/>
            </a:solidFill>
            <a:ln>
              <a:noFill/>
            </a:ln>
          </p:spPr>
        </p:sp>
        <p:sp>
          <p:nvSpPr>
            <p:cNvPr id="8059" name="Heatmap cell r26 c158"/>
            <p:cNvSpPr/>
            <p:nvPr/>
          </p:nvSpPr>
          <p:spPr>
            <a:xfrm>
              <a:off x="2871127" y="689374"/>
              <a:ext cx="19034" cy="28503"/>
            </a:xfrm>
            <a:prstGeom prst="rect">
              <a:avLst/>
            </a:prstGeom>
            <a:solidFill>
              <a:srgbClr val="EFB7BB"/>
            </a:solidFill>
            <a:ln>
              <a:noFill/>
            </a:ln>
          </p:spPr>
        </p:sp>
        <p:sp>
          <p:nvSpPr>
            <p:cNvPr id="8060" name="Heatmap cell r26 c159"/>
            <p:cNvSpPr/>
            <p:nvPr/>
          </p:nvSpPr>
          <p:spPr>
            <a:xfrm>
              <a:off x="2890066" y="689374"/>
              <a:ext cx="17140" cy="28503"/>
            </a:xfrm>
            <a:prstGeom prst="rect">
              <a:avLst/>
            </a:prstGeom>
            <a:solidFill>
              <a:srgbClr val="F7D3D6"/>
            </a:solidFill>
            <a:ln>
              <a:noFill/>
            </a:ln>
          </p:spPr>
        </p:sp>
        <p:sp>
          <p:nvSpPr>
            <p:cNvPr id="8061" name="Heatmap cell r26 c160"/>
            <p:cNvSpPr/>
            <p:nvPr/>
          </p:nvSpPr>
          <p:spPr>
            <a:xfrm>
              <a:off x="2907111" y="689374"/>
              <a:ext cx="19034" cy="28503"/>
            </a:xfrm>
            <a:prstGeom prst="rect">
              <a:avLst/>
            </a:prstGeom>
            <a:solidFill>
              <a:srgbClr val="99121D"/>
            </a:solidFill>
            <a:ln>
              <a:noFill/>
            </a:ln>
          </p:spPr>
        </p:sp>
        <p:sp>
          <p:nvSpPr>
            <p:cNvPr id="8062" name="Heatmap cell r26 c161"/>
            <p:cNvSpPr/>
            <p:nvPr/>
          </p:nvSpPr>
          <p:spPr>
            <a:xfrm>
              <a:off x="2926050" y="689374"/>
              <a:ext cx="17140" cy="28503"/>
            </a:xfrm>
            <a:prstGeom prst="rect">
              <a:avLst/>
            </a:prstGeom>
            <a:solidFill>
              <a:srgbClr val="B4C5D6"/>
            </a:solidFill>
            <a:ln>
              <a:noFill/>
            </a:ln>
          </p:spPr>
        </p:sp>
        <p:sp>
          <p:nvSpPr>
            <p:cNvPr id="8063" name="Heatmap cell r26 c162"/>
            <p:cNvSpPr/>
            <p:nvPr/>
          </p:nvSpPr>
          <p:spPr>
            <a:xfrm>
              <a:off x="2943095" y="689374"/>
              <a:ext cx="19034" cy="28503"/>
            </a:xfrm>
            <a:prstGeom prst="rect">
              <a:avLst/>
            </a:prstGeom>
            <a:solidFill>
              <a:srgbClr val="C2D0DE"/>
            </a:solidFill>
            <a:ln>
              <a:noFill/>
            </a:ln>
          </p:spPr>
        </p:sp>
        <p:sp>
          <p:nvSpPr>
            <p:cNvPr id="8064" name="Heatmap cell r26 c163"/>
            <p:cNvSpPr/>
            <p:nvPr/>
          </p:nvSpPr>
          <p:spPr>
            <a:xfrm>
              <a:off x="2962034" y="689374"/>
              <a:ext cx="17140" cy="28503"/>
            </a:xfrm>
            <a:prstGeom prst="rect">
              <a:avLst/>
            </a:prstGeom>
            <a:solidFill>
              <a:srgbClr val="D2DDE8"/>
            </a:solidFill>
            <a:ln>
              <a:noFill/>
            </a:ln>
          </p:spPr>
        </p:sp>
        <p:sp>
          <p:nvSpPr>
            <p:cNvPr id="8065" name="Heatmap cell r26 c164"/>
            <p:cNvSpPr/>
            <p:nvPr/>
          </p:nvSpPr>
          <p:spPr>
            <a:xfrm>
              <a:off x="2979079" y="689374"/>
              <a:ext cx="19034" cy="28503"/>
            </a:xfrm>
            <a:prstGeom prst="rect">
              <a:avLst/>
            </a:prstGeom>
            <a:solidFill>
              <a:srgbClr val="CDD9E3"/>
            </a:solidFill>
            <a:ln>
              <a:noFill/>
            </a:ln>
          </p:spPr>
        </p:sp>
        <p:sp>
          <p:nvSpPr>
            <p:cNvPr id="8066" name="Heatmap cell r26 c165"/>
            <p:cNvSpPr/>
            <p:nvPr/>
          </p:nvSpPr>
          <p:spPr>
            <a:xfrm>
              <a:off x="2998018" y="689374"/>
              <a:ext cx="17140" cy="28503"/>
            </a:xfrm>
            <a:prstGeom prst="rect">
              <a:avLst/>
            </a:prstGeom>
            <a:solidFill>
              <a:srgbClr val="CAD6E3"/>
            </a:solidFill>
            <a:ln>
              <a:noFill/>
            </a:ln>
          </p:spPr>
        </p:sp>
        <p:sp>
          <p:nvSpPr>
            <p:cNvPr id="8067" name="Heatmap cell r26 c166"/>
            <p:cNvSpPr/>
            <p:nvPr/>
          </p:nvSpPr>
          <p:spPr>
            <a:xfrm>
              <a:off x="3015062" y="689374"/>
              <a:ext cx="19034" cy="28503"/>
            </a:xfrm>
            <a:prstGeom prst="rect">
              <a:avLst/>
            </a:prstGeom>
            <a:solidFill>
              <a:srgbClr val="D1DCE7"/>
            </a:solidFill>
            <a:ln>
              <a:noFill/>
            </a:ln>
          </p:spPr>
        </p:sp>
        <p:sp>
          <p:nvSpPr>
            <p:cNvPr id="8068" name="Heatmap cell r26 c167"/>
            <p:cNvSpPr/>
            <p:nvPr/>
          </p:nvSpPr>
          <p:spPr>
            <a:xfrm>
              <a:off x="3034001" y="689374"/>
              <a:ext cx="17140" cy="28503"/>
            </a:xfrm>
            <a:prstGeom prst="rect">
              <a:avLst/>
            </a:prstGeom>
            <a:solidFill>
              <a:srgbClr val="C5D2E0"/>
            </a:solidFill>
            <a:ln>
              <a:noFill/>
            </a:ln>
          </p:spPr>
        </p:sp>
        <p:sp>
          <p:nvSpPr>
            <p:cNvPr id="8069" name="Heatmap cell r26 c168"/>
            <p:cNvSpPr/>
            <p:nvPr/>
          </p:nvSpPr>
          <p:spPr>
            <a:xfrm>
              <a:off x="3051046" y="689374"/>
              <a:ext cx="19034" cy="28503"/>
            </a:xfrm>
            <a:prstGeom prst="rect">
              <a:avLst/>
            </a:prstGeom>
            <a:solidFill>
              <a:srgbClr val="CFDAE4"/>
            </a:solidFill>
            <a:ln>
              <a:noFill/>
            </a:ln>
          </p:spPr>
        </p:sp>
        <p:sp>
          <p:nvSpPr>
            <p:cNvPr id="8070" name="Heatmap cell r26 c169"/>
            <p:cNvSpPr/>
            <p:nvPr/>
          </p:nvSpPr>
          <p:spPr>
            <a:xfrm>
              <a:off x="3069985" y="689374"/>
              <a:ext cx="19034" cy="28503"/>
            </a:xfrm>
            <a:prstGeom prst="rect">
              <a:avLst/>
            </a:prstGeom>
            <a:solidFill>
              <a:srgbClr val="90ABC5"/>
            </a:solidFill>
            <a:ln>
              <a:noFill/>
            </a:ln>
          </p:spPr>
        </p:sp>
        <p:sp>
          <p:nvSpPr>
            <p:cNvPr id="8071" name="Heatmap cell r26 c170"/>
            <p:cNvSpPr/>
            <p:nvPr/>
          </p:nvSpPr>
          <p:spPr>
            <a:xfrm>
              <a:off x="3088924" y="689374"/>
              <a:ext cx="17140" cy="28503"/>
            </a:xfrm>
            <a:prstGeom prst="rect">
              <a:avLst/>
            </a:prstGeom>
            <a:solidFill>
              <a:srgbClr val="D3DEE8"/>
            </a:solidFill>
            <a:ln>
              <a:noFill/>
            </a:ln>
          </p:spPr>
        </p:sp>
        <p:sp>
          <p:nvSpPr>
            <p:cNvPr id="8072" name="Heatmap cell r26 c171"/>
            <p:cNvSpPr/>
            <p:nvPr/>
          </p:nvSpPr>
          <p:spPr>
            <a:xfrm>
              <a:off x="3105969" y="689374"/>
              <a:ext cx="19034" cy="28503"/>
            </a:xfrm>
            <a:prstGeom prst="rect">
              <a:avLst/>
            </a:prstGeom>
            <a:solidFill>
              <a:srgbClr val="E7EBF1"/>
            </a:solidFill>
            <a:ln>
              <a:noFill/>
            </a:ln>
          </p:spPr>
        </p:sp>
        <p:sp>
          <p:nvSpPr>
            <p:cNvPr id="8073" name="Heatmap cell r26 c172"/>
            <p:cNvSpPr/>
            <p:nvPr/>
          </p:nvSpPr>
          <p:spPr>
            <a:xfrm>
              <a:off x="3124908" y="689374"/>
              <a:ext cx="17140" cy="28503"/>
            </a:xfrm>
            <a:prstGeom prst="rect">
              <a:avLst/>
            </a:prstGeom>
            <a:solidFill>
              <a:srgbClr val="C6D4E1"/>
            </a:solidFill>
            <a:ln>
              <a:noFill/>
            </a:ln>
          </p:spPr>
        </p:sp>
        <p:sp>
          <p:nvSpPr>
            <p:cNvPr id="8074" name="Heatmap cell r26 c173"/>
            <p:cNvSpPr/>
            <p:nvPr/>
          </p:nvSpPr>
          <p:spPr>
            <a:xfrm>
              <a:off x="3141953" y="689374"/>
              <a:ext cx="19034" cy="28503"/>
            </a:xfrm>
            <a:prstGeom prst="rect">
              <a:avLst/>
            </a:prstGeom>
            <a:solidFill>
              <a:srgbClr val="B8C8DA"/>
            </a:solidFill>
            <a:ln>
              <a:noFill/>
            </a:ln>
          </p:spPr>
        </p:sp>
        <p:sp>
          <p:nvSpPr>
            <p:cNvPr id="8075" name="Heatmap cell r26 c174"/>
            <p:cNvSpPr/>
            <p:nvPr/>
          </p:nvSpPr>
          <p:spPr>
            <a:xfrm>
              <a:off x="3160892" y="689374"/>
              <a:ext cx="17140" cy="28503"/>
            </a:xfrm>
            <a:prstGeom prst="rect">
              <a:avLst/>
            </a:prstGeom>
            <a:solidFill>
              <a:srgbClr val="A2B8CE"/>
            </a:solidFill>
            <a:ln>
              <a:noFill/>
            </a:ln>
          </p:spPr>
        </p:sp>
        <p:sp>
          <p:nvSpPr>
            <p:cNvPr id="8076" name="Heatmap cell r26 c175"/>
            <p:cNvSpPr/>
            <p:nvPr/>
          </p:nvSpPr>
          <p:spPr>
            <a:xfrm>
              <a:off x="3177936" y="689374"/>
              <a:ext cx="19034" cy="28503"/>
            </a:xfrm>
            <a:prstGeom prst="rect">
              <a:avLst/>
            </a:prstGeom>
            <a:solidFill>
              <a:srgbClr val="DEE6EC"/>
            </a:solidFill>
            <a:ln>
              <a:noFill/>
            </a:ln>
          </p:spPr>
        </p:sp>
        <p:sp>
          <p:nvSpPr>
            <p:cNvPr id="8077" name="Heatmap cell r26 c176"/>
            <p:cNvSpPr/>
            <p:nvPr/>
          </p:nvSpPr>
          <p:spPr>
            <a:xfrm>
              <a:off x="3196875" y="689374"/>
              <a:ext cx="17140" cy="28503"/>
            </a:xfrm>
            <a:prstGeom prst="rect">
              <a:avLst/>
            </a:prstGeom>
            <a:solidFill>
              <a:srgbClr val="5B82A9"/>
            </a:solidFill>
            <a:ln>
              <a:noFill/>
            </a:ln>
          </p:spPr>
        </p:sp>
        <p:sp>
          <p:nvSpPr>
            <p:cNvPr id="8078" name="Heatmap cell r26 c177"/>
            <p:cNvSpPr/>
            <p:nvPr/>
          </p:nvSpPr>
          <p:spPr>
            <a:xfrm>
              <a:off x="3213920" y="689374"/>
              <a:ext cx="19034" cy="28503"/>
            </a:xfrm>
            <a:prstGeom prst="rect">
              <a:avLst/>
            </a:prstGeom>
            <a:solidFill>
              <a:srgbClr val="EDF1F7"/>
            </a:solidFill>
            <a:ln>
              <a:noFill/>
            </a:ln>
          </p:spPr>
        </p:sp>
        <p:sp>
          <p:nvSpPr>
            <p:cNvPr id="8079" name="Heatmap cell r26 c178"/>
            <p:cNvSpPr/>
            <p:nvPr/>
          </p:nvSpPr>
          <p:spPr>
            <a:xfrm>
              <a:off x="3232859" y="689374"/>
              <a:ext cx="17140" cy="28503"/>
            </a:xfrm>
            <a:prstGeom prst="rect">
              <a:avLst/>
            </a:prstGeom>
            <a:solidFill>
              <a:srgbClr val="CFDAE4"/>
            </a:solidFill>
            <a:ln>
              <a:noFill/>
            </a:ln>
          </p:spPr>
        </p:sp>
        <p:sp>
          <p:nvSpPr>
            <p:cNvPr id="8080" name="Heatmap cell r26 c179"/>
            <p:cNvSpPr/>
            <p:nvPr/>
          </p:nvSpPr>
          <p:spPr>
            <a:xfrm>
              <a:off x="3249904" y="689374"/>
              <a:ext cx="19034" cy="28503"/>
            </a:xfrm>
            <a:prstGeom prst="rect">
              <a:avLst/>
            </a:prstGeom>
            <a:solidFill>
              <a:srgbClr val="9CB4CA"/>
            </a:solidFill>
            <a:ln>
              <a:noFill/>
            </a:ln>
          </p:spPr>
        </p:sp>
        <p:sp>
          <p:nvSpPr>
            <p:cNvPr id="8081" name="Heatmap cell r26 c180"/>
            <p:cNvSpPr/>
            <p:nvPr/>
          </p:nvSpPr>
          <p:spPr>
            <a:xfrm>
              <a:off x="3268843" y="689374"/>
              <a:ext cx="17140" cy="28503"/>
            </a:xfrm>
            <a:prstGeom prst="rect">
              <a:avLst/>
            </a:prstGeom>
            <a:solidFill>
              <a:srgbClr val="D2DDE8"/>
            </a:solidFill>
            <a:ln>
              <a:noFill/>
            </a:ln>
          </p:spPr>
        </p:sp>
        <p:sp>
          <p:nvSpPr>
            <p:cNvPr id="8082" name="Heatmap cell r26 c181"/>
            <p:cNvSpPr/>
            <p:nvPr/>
          </p:nvSpPr>
          <p:spPr>
            <a:xfrm>
              <a:off x="3285888" y="689374"/>
              <a:ext cx="19034" cy="28503"/>
            </a:xfrm>
            <a:prstGeom prst="rect">
              <a:avLst/>
            </a:prstGeom>
            <a:solidFill>
              <a:srgbClr val="9AB3C9"/>
            </a:solidFill>
            <a:ln>
              <a:noFill/>
            </a:ln>
          </p:spPr>
        </p:sp>
        <p:sp>
          <p:nvSpPr>
            <p:cNvPr id="8083" name="Heatmap cell r26 c182"/>
            <p:cNvSpPr/>
            <p:nvPr/>
          </p:nvSpPr>
          <p:spPr>
            <a:xfrm>
              <a:off x="3304827" y="689374"/>
              <a:ext cx="19034" cy="28503"/>
            </a:xfrm>
            <a:prstGeom prst="rect">
              <a:avLst/>
            </a:prstGeom>
            <a:solidFill>
              <a:srgbClr val="9EB5CC"/>
            </a:solidFill>
            <a:ln>
              <a:noFill/>
            </a:ln>
          </p:spPr>
        </p:sp>
        <p:sp>
          <p:nvSpPr>
            <p:cNvPr id="8084" name="Heatmap cell r26 c183"/>
            <p:cNvSpPr/>
            <p:nvPr/>
          </p:nvSpPr>
          <p:spPr>
            <a:xfrm>
              <a:off x="3323765" y="689374"/>
              <a:ext cx="17140" cy="28503"/>
            </a:xfrm>
            <a:prstGeom prst="rect">
              <a:avLst/>
            </a:prstGeom>
            <a:solidFill>
              <a:srgbClr val="7595B7"/>
            </a:solidFill>
            <a:ln>
              <a:noFill/>
            </a:ln>
          </p:spPr>
        </p:sp>
        <p:sp>
          <p:nvSpPr>
            <p:cNvPr id="8085" name="Heatmap cell r26 c184"/>
            <p:cNvSpPr/>
            <p:nvPr/>
          </p:nvSpPr>
          <p:spPr>
            <a:xfrm>
              <a:off x="3340810" y="689374"/>
              <a:ext cx="19034" cy="28503"/>
            </a:xfrm>
            <a:prstGeom prst="rect">
              <a:avLst/>
            </a:prstGeom>
            <a:solidFill>
              <a:srgbClr val="B6C7D9"/>
            </a:solidFill>
            <a:ln>
              <a:noFill/>
            </a:ln>
          </p:spPr>
        </p:sp>
        <p:sp>
          <p:nvSpPr>
            <p:cNvPr id="8086" name="Heatmap cell r26 c185"/>
            <p:cNvSpPr/>
            <p:nvPr/>
          </p:nvSpPr>
          <p:spPr>
            <a:xfrm>
              <a:off x="3359749" y="689374"/>
              <a:ext cx="17140" cy="28503"/>
            </a:xfrm>
            <a:prstGeom prst="rect">
              <a:avLst/>
            </a:prstGeom>
            <a:solidFill>
              <a:srgbClr val="CAD6E3"/>
            </a:solidFill>
            <a:ln>
              <a:noFill/>
            </a:ln>
          </p:spPr>
        </p:sp>
        <p:sp>
          <p:nvSpPr>
            <p:cNvPr id="8087" name="Heatmap cell r26 c186"/>
            <p:cNvSpPr/>
            <p:nvPr/>
          </p:nvSpPr>
          <p:spPr>
            <a:xfrm>
              <a:off x="3376794" y="689374"/>
              <a:ext cx="19034" cy="28503"/>
            </a:xfrm>
            <a:prstGeom prst="rect">
              <a:avLst/>
            </a:prstGeom>
            <a:solidFill>
              <a:srgbClr val="9FB6CD"/>
            </a:solidFill>
            <a:ln>
              <a:noFill/>
            </a:ln>
          </p:spPr>
        </p:sp>
        <p:sp>
          <p:nvSpPr>
            <p:cNvPr id="8088" name="Heatmap cell r26 c187"/>
            <p:cNvSpPr/>
            <p:nvPr/>
          </p:nvSpPr>
          <p:spPr>
            <a:xfrm>
              <a:off x="3395733" y="689374"/>
              <a:ext cx="17140" cy="28503"/>
            </a:xfrm>
            <a:prstGeom prst="rect">
              <a:avLst/>
            </a:prstGeom>
            <a:solidFill>
              <a:srgbClr val="ACC1D3"/>
            </a:solidFill>
            <a:ln>
              <a:noFill/>
            </a:ln>
          </p:spPr>
        </p:sp>
        <p:sp>
          <p:nvSpPr>
            <p:cNvPr id="8089" name="Heatmap cell r26 c188"/>
            <p:cNvSpPr/>
            <p:nvPr/>
          </p:nvSpPr>
          <p:spPr>
            <a:xfrm>
              <a:off x="3412778" y="689374"/>
              <a:ext cx="19034" cy="28503"/>
            </a:xfrm>
            <a:prstGeom prst="rect">
              <a:avLst/>
            </a:prstGeom>
            <a:solidFill>
              <a:srgbClr val="D4DFE9"/>
            </a:solidFill>
            <a:ln>
              <a:noFill/>
            </a:ln>
          </p:spPr>
        </p:sp>
        <p:sp>
          <p:nvSpPr>
            <p:cNvPr id="8090" name="Heatmap cell r26 c189"/>
            <p:cNvSpPr/>
            <p:nvPr/>
          </p:nvSpPr>
          <p:spPr>
            <a:xfrm>
              <a:off x="3431717" y="689374"/>
              <a:ext cx="17140" cy="28503"/>
            </a:xfrm>
            <a:prstGeom prst="rect">
              <a:avLst/>
            </a:prstGeom>
            <a:solidFill>
              <a:srgbClr val="D2DDE8"/>
            </a:solidFill>
            <a:ln>
              <a:noFill/>
            </a:ln>
          </p:spPr>
        </p:sp>
        <p:sp>
          <p:nvSpPr>
            <p:cNvPr id="8091" name="Heatmap cell r26 c190"/>
            <p:cNvSpPr/>
            <p:nvPr/>
          </p:nvSpPr>
          <p:spPr>
            <a:xfrm>
              <a:off x="3448762" y="689374"/>
              <a:ext cx="19034" cy="28503"/>
            </a:xfrm>
            <a:prstGeom prst="rect">
              <a:avLst/>
            </a:prstGeom>
            <a:solidFill>
              <a:srgbClr val="ECF0F6"/>
            </a:solidFill>
            <a:ln>
              <a:noFill/>
            </a:ln>
          </p:spPr>
        </p:sp>
        <p:sp>
          <p:nvSpPr>
            <p:cNvPr id="8092" name="Heatmap cell r26 c191"/>
            <p:cNvSpPr/>
            <p:nvPr/>
          </p:nvSpPr>
          <p:spPr>
            <a:xfrm>
              <a:off x="3467701" y="689374"/>
              <a:ext cx="17140" cy="28503"/>
            </a:xfrm>
            <a:prstGeom prst="rect">
              <a:avLst/>
            </a:prstGeom>
            <a:solidFill>
              <a:srgbClr val="E2EAEF"/>
            </a:solidFill>
            <a:ln>
              <a:noFill/>
            </a:ln>
          </p:spPr>
        </p:sp>
        <p:sp>
          <p:nvSpPr>
            <p:cNvPr id="8093" name="Heatmap cell r26 c192"/>
            <p:cNvSpPr/>
            <p:nvPr/>
          </p:nvSpPr>
          <p:spPr>
            <a:xfrm>
              <a:off x="3484746" y="689374"/>
              <a:ext cx="19034" cy="28503"/>
            </a:xfrm>
            <a:prstGeom prst="rect">
              <a:avLst/>
            </a:prstGeom>
            <a:solidFill>
              <a:srgbClr val="F8E4E7"/>
            </a:solidFill>
            <a:ln>
              <a:noFill/>
            </a:ln>
          </p:spPr>
        </p:sp>
        <p:sp>
          <p:nvSpPr>
            <p:cNvPr id="8094" name="Heatmap cell r26 c193"/>
            <p:cNvSpPr/>
            <p:nvPr/>
          </p:nvSpPr>
          <p:spPr>
            <a:xfrm>
              <a:off x="3503684" y="689374"/>
              <a:ext cx="17140" cy="28503"/>
            </a:xfrm>
            <a:prstGeom prst="rect">
              <a:avLst/>
            </a:prstGeom>
            <a:solidFill>
              <a:srgbClr val="9EB5CC"/>
            </a:solidFill>
            <a:ln>
              <a:noFill/>
            </a:ln>
          </p:spPr>
        </p:sp>
        <p:sp>
          <p:nvSpPr>
            <p:cNvPr id="8095" name="Heatmap cell r26 c194"/>
            <p:cNvSpPr/>
            <p:nvPr/>
          </p:nvSpPr>
          <p:spPr>
            <a:xfrm>
              <a:off x="3520729" y="689374"/>
              <a:ext cx="19034" cy="28503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8096" name="Heatmap cell r26 c195"/>
            <p:cNvSpPr/>
            <p:nvPr/>
          </p:nvSpPr>
          <p:spPr>
            <a:xfrm>
              <a:off x="3539668" y="689374"/>
              <a:ext cx="19034" cy="28503"/>
            </a:xfrm>
            <a:prstGeom prst="rect">
              <a:avLst/>
            </a:prstGeom>
            <a:solidFill>
              <a:srgbClr val="C8D5E2"/>
            </a:solidFill>
            <a:ln>
              <a:noFill/>
            </a:ln>
          </p:spPr>
        </p:sp>
        <p:sp>
          <p:nvSpPr>
            <p:cNvPr id="8097" name="Heatmap cell r26 c196"/>
            <p:cNvSpPr/>
            <p:nvPr/>
          </p:nvSpPr>
          <p:spPr>
            <a:xfrm>
              <a:off x="3558607" y="689374"/>
              <a:ext cx="17140" cy="28503"/>
            </a:xfrm>
            <a:prstGeom prst="rect">
              <a:avLst/>
            </a:prstGeom>
            <a:solidFill>
              <a:srgbClr val="E3EAF0"/>
            </a:solidFill>
            <a:ln>
              <a:noFill/>
            </a:ln>
          </p:spPr>
        </p:sp>
        <p:sp>
          <p:nvSpPr>
            <p:cNvPr id="8098" name="Heatmap cell r26 c197"/>
            <p:cNvSpPr/>
            <p:nvPr/>
          </p:nvSpPr>
          <p:spPr>
            <a:xfrm>
              <a:off x="3575652" y="689374"/>
              <a:ext cx="19034" cy="28503"/>
            </a:xfrm>
            <a:prstGeom prst="rect">
              <a:avLst/>
            </a:prstGeom>
            <a:solidFill>
              <a:srgbClr val="DBE3EB"/>
            </a:solidFill>
            <a:ln>
              <a:noFill/>
            </a:ln>
          </p:spPr>
        </p:sp>
        <p:sp>
          <p:nvSpPr>
            <p:cNvPr id="8099" name="Heatmap cell r26 c198"/>
            <p:cNvSpPr/>
            <p:nvPr/>
          </p:nvSpPr>
          <p:spPr>
            <a:xfrm>
              <a:off x="3594591" y="689374"/>
              <a:ext cx="17140" cy="28503"/>
            </a:xfrm>
            <a:prstGeom prst="rect">
              <a:avLst/>
            </a:prstGeom>
            <a:solidFill>
              <a:srgbClr val="DAE2EB"/>
            </a:solidFill>
            <a:ln>
              <a:noFill/>
            </a:ln>
          </p:spPr>
        </p:sp>
        <p:sp>
          <p:nvSpPr>
            <p:cNvPr id="8100" name="Heatmap cell r26 c199"/>
            <p:cNvSpPr/>
            <p:nvPr/>
          </p:nvSpPr>
          <p:spPr>
            <a:xfrm>
              <a:off x="3611636" y="689374"/>
              <a:ext cx="19034" cy="28503"/>
            </a:xfrm>
            <a:prstGeom prst="rect">
              <a:avLst/>
            </a:prstGeom>
            <a:solidFill>
              <a:srgbClr val="A7BBD1"/>
            </a:solidFill>
            <a:ln>
              <a:noFill/>
            </a:ln>
          </p:spPr>
        </p:sp>
        <p:sp>
          <p:nvSpPr>
            <p:cNvPr id="8101" name="Heatmap cell r26 c200"/>
            <p:cNvSpPr/>
            <p:nvPr/>
          </p:nvSpPr>
          <p:spPr>
            <a:xfrm>
              <a:off x="3630575" y="689374"/>
              <a:ext cx="17140" cy="28503"/>
            </a:xfrm>
            <a:prstGeom prst="rect">
              <a:avLst/>
            </a:prstGeom>
            <a:solidFill>
              <a:srgbClr val="E8ECF3"/>
            </a:solidFill>
            <a:ln>
              <a:noFill/>
            </a:ln>
          </p:spPr>
        </p:sp>
        <p:sp>
          <p:nvSpPr>
            <p:cNvPr id="8102" name="Heatmap cell r26 c201"/>
            <p:cNvSpPr/>
            <p:nvPr/>
          </p:nvSpPr>
          <p:spPr>
            <a:xfrm>
              <a:off x="3647620" y="689374"/>
              <a:ext cx="19034" cy="28503"/>
            </a:xfrm>
            <a:prstGeom prst="rect">
              <a:avLst/>
            </a:prstGeom>
            <a:solidFill>
              <a:srgbClr val="D2DDE8"/>
            </a:solidFill>
            <a:ln>
              <a:noFill/>
            </a:ln>
          </p:spPr>
        </p:sp>
        <p:sp>
          <p:nvSpPr>
            <p:cNvPr id="8103" name="Heatmap cell r26 c202"/>
            <p:cNvSpPr/>
            <p:nvPr/>
          </p:nvSpPr>
          <p:spPr>
            <a:xfrm>
              <a:off x="3666558" y="689374"/>
              <a:ext cx="17140" cy="28503"/>
            </a:xfrm>
            <a:prstGeom prst="rect">
              <a:avLst/>
            </a:prstGeom>
            <a:solidFill>
              <a:srgbClr val="DCE3EB"/>
            </a:solidFill>
            <a:ln>
              <a:noFill/>
            </a:ln>
          </p:spPr>
        </p:sp>
        <p:sp>
          <p:nvSpPr>
            <p:cNvPr id="8104" name="Heatmap cell r26 c203"/>
            <p:cNvSpPr/>
            <p:nvPr/>
          </p:nvSpPr>
          <p:spPr>
            <a:xfrm>
              <a:off x="3683603" y="689374"/>
              <a:ext cx="19034" cy="28503"/>
            </a:xfrm>
            <a:prstGeom prst="rect">
              <a:avLst/>
            </a:prstGeom>
            <a:solidFill>
              <a:srgbClr val="E9EDF3"/>
            </a:solidFill>
            <a:ln>
              <a:noFill/>
            </a:ln>
          </p:spPr>
        </p:sp>
        <p:sp>
          <p:nvSpPr>
            <p:cNvPr id="8105" name="Heatmap cell r26 c204"/>
            <p:cNvSpPr/>
            <p:nvPr/>
          </p:nvSpPr>
          <p:spPr>
            <a:xfrm>
              <a:off x="3702542" y="689374"/>
              <a:ext cx="17140" cy="28503"/>
            </a:xfrm>
            <a:prstGeom prst="rect">
              <a:avLst/>
            </a:prstGeom>
            <a:solidFill>
              <a:srgbClr val="F8F8FA"/>
            </a:solidFill>
            <a:ln>
              <a:noFill/>
            </a:ln>
          </p:spPr>
        </p:sp>
        <p:sp>
          <p:nvSpPr>
            <p:cNvPr id="8106" name="Heatmap cell r26 c205"/>
            <p:cNvSpPr/>
            <p:nvPr/>
          </p:nvSpPr>
          <p:spPr>
            <a:xfrm>
              <a:off x="3719587" y="689374"/>
              <a:ext cx="19034" cy="28503"/>
            </a:xfrm>
            <a:prstGeom prst="rect">
              <a:avLst/>
            </a:prstGeom>
            <a:solidFill>
              <a:srgbClr val="DDE4EC"/>
            </a:solidFill>
            <a:ln>
              <a:noFill/>
            </a:ln>
          </p:spPr>
        </p:sp>
        <p:sp>
          <p:nvSpPr>
            <p:cNvPr id="8107" name="Heatmap cell r26 c206"/>
            <p:cNvSpPr/>
            <p:nvPr/>
          </p:nvSpPr>
          <p:spPr>
            <a:xfrm>
              <a:off x="3738526" y="689374"/>
              <a:ext cx="17140" cy="28503"/>
            </a:xfrm>
            <a:prstGeom prst="rect">
              <a:avLst/>
            </a:prstGeom>
            <a:solidFill>
              <a:srgbClr val="87A3C0"/>
            </a:solidFill>
            <a:ln>
              <a:noFill/>
            </a:ln>
          </p:spPr>
        </p:sp>
        <p:sp>
          <p:nvSpPr>
            <p:cNvPr id="8108" name="Heatmap cell r26 c207"/>
            <p:cNvSpPr/>
            <p:nvPr/>
          </p:nvSpPr>
          <p:spPr>
            <a:xfrm>
              <a:off x="3755571" y="689374"/>
              <a:ext cx="19034" cy="28503"/>
            </a:xfrm>
            <a:prstGeom prst="rect">
              <a:avLst/>
            </a:prstGeom>
            <a:solidFill>
              <a:srgbClr val="F1F5F8"/>
            </a:solidFill>
            <a:ln>
              <a:noFill/>
            </a:ln>
          </p:spPr>
        </p:sp>
        <p:sp>
          <p:nvSpPr>
            <p:cNvPr id="8109" name="Heatmap cell r26 c208"/>
            <p:cNvSpPr/>
            <p:nvPr/>
          </p:nvSpPr>
          <p:spPr>
            <a:xfrm>
              <a:off x="3774510" y="689374"/>
              <a:ext cx="19034" cy="28503"/>
            </a:xfrm>
            <a:prstGeom prst="rect">
              <a:avLst/>
            </a:prstGeom>
            <a:solidFill>
              <a:srgbClr val="F6D6DA"/>
            </a:solidFill>
            <a:ln>
              <a:noFill/>
            </a:ln>
          </p:spPr>
        </p:sp>
        <p:sp>
          <p:nvSpPr>
            <p:cNvPr id="8110" name="Heatmap cell r26 c209"/>
            <p:cNvSpPr/>
            <p:nvPr/>
          </p:nvSpPr>
          <p:spPr>
            <a:xfrm>
              <a:off x="3793449" y="689374"/>
              <a:ext cx="17140" cy="28503"/>
            </a:xfrm>
            <a:prstGeom prst="rect">
              <a:avLst/>
            </a:prstGeom>
            <a:solidFill>
              <a:srgbClr val="DAE2EB"/>
            </a:solidFill>
            <a:ln>
              <a:noFill/>
            </a:ln>
          </p:spPr>
        </p:sp>
        <p:sp>
          <p:nvSpPr>
            <p:cNvPr id="8111" name="Heatmap cell r26 c211"/>
            <p:cNvSpPr/>
            <p:nvPr/>
          </p:nvSpPr>
          <p:spPr>
            <a:xfrm>
              <a:off x="3829432" y="689374"/>
              <a:ext cx="17140" cy="28503"/>
            </a:xfrm>
            <a:prstGeom prst="rect">
              <a:avLst/>
            </a:prstGeom>
            <a:solidFill>
              <a:srgbClr val="F0F5F8"/>
            </a:solidFill>
            <a:ln>
              <a:noFill/>
            </a:ln>
          </p:spPr>
        </p:sp>
        <p:sp>
          <p:nvSpPr>
            <p:cNvPr id="8112" name="Heatmap cell r26 c212"/>
            <p:cNvSpPr/>
            <p:nvPr/>
          </p:nvSpPr>
          <p:spPr>
            <a:xfrm>
              <a:off x="3846477" y="689374"/>
              <a:ext cx="19034" cy="28503"/>
            </a:xfrm>
            <a:prstGeom prst="rect">
              <a:avLst/>
            </a:prstGeom>
            <a:solidFill>
              <a:srgbClr val="E8ECF3"/>
            </a:solidFill>
            <a:ln>
              <a:noFill/>
            </a:ln>
          </p:spPr>
        </p:sp>
        <p:sp>
          <p:nvSpPr>
            <p:cNvPr id="8113" name="Heatmap cell r26 c213"/>
            <p:cNvSpPr/>
            <p:nvPr/>
          </p:nvSpPr>
          <p:spPr>
            <a:xfrm>
              <a:off x="3865416" y="689374"/>
              <a:ext cx="17140" cy="28503"/>
            </a:xfrm>
            <a:prstGeom prst="rect">
              <a:avLst/>
            </a:prstGeom>
            <a:solidFill>
              <a:srgbClr val="E9EDF3"/>
            </a:solidFill>
            <a:ln>
              <a:noFill/>
            </a:ln>
          </p:spPr>
        </p:sp>
        <p:sp>
          <p:nvSpPr>
            <p:cNvPr id="8114" name="Heatmap cell r26 c214"/>
            <p:cNvSpPr/>
            <p:nvPr/>
          </p:nvSpPr>
          <p:spPr>
            <a:xfrm>
              <a:off x="3882461" y="689374"/>
              <a:ext cx="19034" cy="28503"/>
            </a:xfrm>
            <a:prstGeom prst="rect">
              <a:avLst/>
            </a:prstGeom>
            <a:solidFill>
              <a:srgbClr val="90ABC5"/>
            </a:solidFill>
            <a:ln>
              <a:noFill/>
            </a:ln>
          </p:spPr>
        </p:sp>
        <p:sp>
          <p:nvSpPr>
            <p:cNvPr id="8115" name="Heatmap cell r26 c215"/>
            <p:cNvSpPr/>
            <p:nvPr/>
          </p:nvSpPr>
          <p:spPr>
            <a:xfrm>
              <a:off x="3901400" y="689374"/>
              <a:ext cx="17140" cy="28503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8116" name="Heatmap cell r26 c216"/>
            <p:cNvSpPr/>
            <p:nvPr/>
          </p:nvSpPr>
          <p:spPr>
            <a:xfrm>
              <a:off x="3918445" y="689374"/>
              <a:ext cx="19034" cy="28503"/>
            </a:xfrm>
            <a:prstGeom prst="rect">
              <a:avLst/>
            </a:prstGeom>
            <a:solidFill>
              <a:srgbClr val="F0F5F8"/>
            </a:solidFill>
            <a:ln>
              <a:noFill/>
            </a:ln>
          </p:spPr>
        </p:sp>
        <p:sp>
          <p:nvSpPr>
            <p:cNvPr id="8117" name="Heatmap cell r26 c217"/>
            <p:cNvSpPr/>
            <p:nvPr/>
          </p:nvSpPr>
          <p:spPr>
            <a:xfrm>
              <a:off x="3937384" y="689374"/>
              <a:ext cx="17140" cy="28503"/>
            </a:xfrm>
            <a:prstGeom prst="rect">
              <a:avLst/>
            </a:prstGeom>
            <a:solidFill>
              <a:srgbClr val="DDE4EC"/>
            </a:solidFill>
            <a:ln>
              <a:noFill/>
            </a:ln>
          </p:spPr>
        </p:sp>
        <p:sp>
          <p:nvSpPr>
            <p:cNvPr id="8118" name="Heatmap cell r26 c218"/>
            <p:cNvSpPr/>
            <p:nvPr/>
          </p:nvSpPr>
          <p:spPr>
            <a:xfrm>
              <a:off x="3954429" y="689374"/>
              <a:ext cx="19034" cy="28503"/>
            </a:xfrm>
            <a:prstGeom prst="rect">
              <a:avLst/>
            </a:prstGeom>
            <a:solidFill>
              <a:srgbClr val="F7E2E4"/>
            </a:solidFill>
            <a:ln>
              <a:noFill/>
            </a:ln>
          </p:spPr>
        </p:sp>
        <p:sp>
          <p:nvSpPr>
            <p:cNvPr id="8119" name="Heatmap cell r26 c219"/>
            <p:cNvSpPr/>
            <p:nvPr/>
          </p:nvSpPr>
          <p:spPr>
            <a:xfrm>
              <a:off x="3973368" y="689374"/>
              <a:ext cx="17140" cy="28503"/>
            </a:xfrm>
            <a:prstGeom prst="rect">
              <a:avLst/>
            </a:prstGeom>
            <a:solidFill>
              <a:srgbClr val="EBF0F6"/>
            </a:solidFill>
            <a:ln>
              <a:noFill/>
            </a:ln>
          </p:spPr>
        </p:sp>
        <p:sp>
          <p:nvSpPr>
            <p:cNvPr id="8120" name="Heatmap cell r26 c220"/>
            <p:cNvSpPr/>
            <p:nvPr/>
          </p:nvSpPr>
          <p:spPr>
            <a:xfrm>
              <a:off x="3990412" y="689374"/>
              <a:ext cx="19034" cy="28503"/>
            </a:xfrm>
            <a:prstGeom prst="rect">
              <a:avLst/>
            </a:prstGeom>
            <a:solidFill>
              <a:srgbClr val="DCE3EB"/>
            </a:solidFill>
            <a:ln>
              <a:noFill/>
            </a:ln>
          </p:spPr>
        </p:sp>
        <p:sp>
          <p:nvSpPr>
            <p:cNvPr id="8121" name="Heatmap cell r26 c221"/>
            <p:cNvSpPr/>
            <p:nvPr/>
          </p:nvSpPr>
          <p:spPr>
            <a:xfrm>
              <a:off x="4009351" y="689374"/>
              <a:ext cx="19034" cy="28503"/>
            </a:xfrm>
            <a:prstGeom prst="rect">
              <a:avLst/>
            </a:prstGeom>
            <a:solidFill>
              <a:srgbClr val="F8E3E6"/>
            </a:solidFill>
            <a:ln>
              <a:noFill/>
            </a:ln>
          </p:spPr>
        </p:sp>
        <p:sp>
          <p:nvSpPr>
            <p:cNvPr id="8122" name="Heatmap cell r26 c222"/>
            <p:cNvSpPr/>
            <p:nvPr/>
          </p:nvSpPr>
          <p:spPr>
            <a:xfrm>
              <a:off x="4028290" y="689374"/>
              <a:ext cx="17140" cy="28503"/>
            </a:xfrm>
            <a:prstGeom prst="rect">
              <a:avLst/>
            </a:prstGeom>
            <a:solidFill>
              <a:srgbClr val="F8DEE0"/>
            </a:solidFill>
            <a:ln>
              <a:noFill/>
            </a:ln>
          </p:spPr>
        </p:sp>
        <p:sp>
          <p:nvSpPr>
            <p:cNvPr id="8123" name="Heatmap cell r26 c223"/>
            <p:cNvSpPr/>
            <p:nvPr/>
          </p:nvSpPr>
          <p:spPr>
            <a:xfrm>
              <a:off x="4045335" y="689374"/>
              <a:ext cx="19034" cy="28503"/>
            </a:xfrm>
            <a:prstGeom prst="rect">
              <a:avLst/>
            </a:prstGeom>
            <a:solidFill>
              <a:srgbClr val="FAEBED"/>
            </a:solidFill>
            <a:ln>
              <a:noFill/>
            </a:ln>
          </p:spPr>
        </p:sp>
        <p:sp>
          <p:nvSpPr>
            <p:cNvPr id="8124" name="Heatmap cell r27 c1"/>
            <p:cNvSpPr/>
            <p:nvPr/>
          </p:nvSpPr>
          <p:spPr>
            <a:xfrm>
              <a:off x="13257" y="717782"/>
              <a:ext cx="45548" cy="26609"/>
            </a:xfrm>
            <a:prstGeom prst="rect">
              <a:avLst/>
            </a:prstGeom>
            <a:solidFill>
              <a:srgbClr val="155B9C"/>
            </a:solidFill>
            <a:ln>
              <a:noFill/>
            </a:ln>
          </p:spPr>
        </p:sp>
        <p:sp>
          <p:nvSpPr>
            <p:cNvPr id="8125" name="Heatmap cell r27 c4"/>
            <p:cNvSpPr/>
            <p:nvPr/>
          </p:nvSpPr>
          <p:spPr>
            <a:xfrm>
              <a:off x="89013" y="717782"/>
              <a:ext cx="19034" cy="26609"/>
            </a:xfrm>
            <a:prstGeom prst="rect">
              <a:avLst/>
            </a:prstGeom>
            <a:solidFill>
              <a:srgbClr val="EBA2A9"/>
            </a:solidFill>
            <a:ln>
              <a:noFill/>
            </a:ln>
          </p:spPr>
        </p:sp>
        <p:sp>
          <p:nvSpPr>
            <p:cNvPr id="8126" name="Heatmap cell r27 c5"/>
            <p:cNvSpPr/>
            <p:nvPr/>
          </p:nvSpPr>
          <p:spPr>
            <a:xfrm>
              <a:off x="107951" y="717782"/>
              <a:ext cx="17140" cy="26609"/>
            </a:xfrm>
            <a:prstGeom prst="rect">
              <a:avLst/>
            </a:prstGeom>
            <a:solidFill>
              <a:srgbClr val="F6D6DA"/>
            </a:solidFill>
            <a:ln>
              <a:noFill/>
            </a:ln>
          </p:spPr>
        </p:sp>
        <p:sp>
          <p:nvSpPr>
            <p:cNvPr id="8127" name="Heatmap cell r27 c6"/>
            <p:cNvSpPr/>
            <p:nvPr/>
          </p:nvSpPr>
          <p:spPr>
            <a:xfrm>
              <a:off x="124996" y="717782"/>
              <a:ext cx="19034" cy="26609"/>
            </a:xfrm>
            <a:prstGeom prst="rect">
              <a:avLst/>
            </a:prstGeom>
            <a:solidFill>
              <a:srgbClr val="FCF7F7"/>
            </a:solidFill>
            <a:ln>
              <a:noFill/>
            </a:ln>
          </p:spPr>
        </p:sp>
        <p:sp>
          <p:nvSpPr>
            <p:cNvPr id="8128" name="Heatmap cell r27 c7"/>
            <p:cNvSpPr/>
            <p:nvPr/>
          </p:nvSpPr>
          <p:spPr>
            <a:xfrm>
              <a:off x="143935" y="717782"/>
              <a:ext cx="17140" cy="26609"/>
            </a:xfrm>
            <a:prstGeom prst="rect">
              <a:avLst/>
            </a:prstGeom>
            <a:solidFill>
              <a:srgbClr val="F6D5D9"/>
            </a:solidFill>
            <a:ln>
              <a:noFill/>
            </a:ln>
          </p:spPr>
        </p:sp>
        <p:sp>
          <p:nvSpPr>
            <p:cNvPr id="8129" name="Heatmap cell r27 c9"/>
            <p:cNvSpPr/>
            <p:nvPr/>
          </p:nvSpPr>
          <p:spPr>
            <a:xfrm>
              <a:off x="179919" y="717782"/>
              <a:ext cx="19034" cy="26609"/>
            </a:xfrm>
            <a:prstGeom prst="rect">
              <a:avLst/>
            </a:prstGeom>
            <a:solidFill>
              <a:srgbClr val="DBE3EB"/>
            </a:solidFill>
            <a:ln>
              <a:noFill/>
            </a:ln>
          </p:spPr>
        </p:sp>
        <p:sp>
          <p:nvSpPr>
            <p:cNvPr id="8130" name="Heatmap cell r27 c10"/>
            <p:cNvSpPr/>
            <p:nvPr/>
          </p:nvSpPr>
          <p:spPr>
            <a:xfrm>
              <a:off x="198858" y="717782"/>
              <a:ext cx="17140" cy="26609"/>
            </a:xfrm>
            <a:prstGeom prst="rect">
              <a:avLst/>
            </a:prstGeom>
            <a:solidFill>
              <a:srgbClr val="FBF5F5"/>
            </a:solidFill>
            <a:ln>
              <a:noFill/>
            </a:ln>
          </p:spPr>
        </p:sp>
        <p:sp>
          <p:nvSpPr>
            <p:cNvPr id="8131" name="Heatmap cell r27 c11"/>
            <p:cNvSpPr/>
            <p:nvPr/>
          </p:nvSpPr>
          <p:spPr>
            <a:xfrm>
              <a:off x="215903" y="717782"/>
              <a:ext cx="19034" cy="26609"/>
            </a:xfrm>
            <a:prstGeom prst="rect">
              <a:avLst/>
            </a:prstGeom>
            <a:solidFill>
              <a:srgbClr val="E88F96"/>
            </a:solidFill>
            <a:ln>
              <a:noFill/>
            </a:ln>
          </p:spPr>
        </p:sp>
        <p:sp>
          <p:nvSpPr>
            <p:cNvPr id="8132" name="Heatmap cell r27 c12"/>
            <p:cNvSpPr/>
            <p:nvPr/>
          </p:nvSpPr>
          <p:spPr>
            <a:xfrm>
              <a:off x="234842" y="717782"/>
              <a:ext cx="17140" cy="26609"/>
            </a:xfrm>
            <a:prstGeom prst="rect">
              <a:avLst/>
            </a:prstGeom>
            <a:solidFill>
              <a:srgbClr val="EFB5BA"/>
            </a:solidFill>
            <a:ln>
              <a:noFill/>
            </a:ln>
          </p:spPr>
        </p:sp>
        <p:sp>
          <p:nvSpPr>
            <p:cNvPr id="8133" name="Heatmap cell r27 c13"/>
            <p:cNvSpPr/>
            <p:nvPr/>
          </p:nvSpPr>
          <p:spPr>
            <a:xfrm>
              <a:off x="251887" y="717782"/>
              <a:ext cx="19034" cy="26609"/>
            </a:xfrm>
            <a:prstGeom prst="rect">
              <a:avLst/>
            </a:prstGeom>
            <a:solidFill>
              <a:srgbClr val="F4CED1"/>
            </a:solidFill>
            <a:ln>
              <a:noFill/>
            </a:ln>
          </p:spPr>
        </p:sp>
        <p:sp>
          <p:nvSpPr>
            <p:cNvPr id="8134" name="Heatmap cell r27 c14"/>
            <p:cNvSpPr/>
            <p:nvPr/>
          </p:nvSpPr>
          <p:spPr>
            <a:xfrm>
              <a:off x="270825" y="717782"/>
              <a:ext cx="17140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8135" name="Heatmap cell r27 c15"/>
            <p:cNvSpPr/>
            <p:nvPr/>
          </p:nvSpPr>
          <p:spPr>
            <a:xfrm>
              <a:off x="287870" y="717782"/>
              <a:ext cx="19034" cy="26609"/>
            </a:xfrm>
            <a:prstGeom prst="rect">
              <a:avLst/>
            </a:prstGeom>
            <a:solidFill>
              <a:srgbClr val="F6F8F9"/>
            </a:solidFill>
            <a:ln>
              <a:noFill/>
            </a:ln>
          </p:spPr>
        </p:sp>
        <p:sp>
          <p:nvSpPr>
            <p:cNvPr id="8136" name="Heatmap cell r27 c16"/>
            <p:cNvSpPr/>
            <p:nvPr/>
          </p:nvSpPr>
          <p:spPr>
            <a:xfrm>
              <a:off x="306809" y="717782"/>
              <a:ext cx="17140" cy="26609"/>
            </a:xfrm>
            <a:prstGeom prst="rect">
              <a:avLst/>
            </a:prstGeom>
            <a:solidFill>
              <a:srgbClr val="F5F7F9"/>
            </a:solidFill>
            <a:ln>
              <a:noFill/>
            </a:ln>
          </p:spPr>
        </p:sp>
        <p:sp>
          <p:nvSpPr>
            <p:cNvPr id="8137" name="Heatmap cell r27 c17"/>
            <p:cNvSpPr/>
            <p:nvPr/>
          </p:nvSpPr>
          <p:spPr>
            <a:xfrm>
              <a:off x="323854" y="717782"/>
              <a:ext cx="19034" cy="26609"/>
            </a:xfrm>
            <a:prstGeom prst="rect">
              <a:avLst/>
            </a:prstGeom>
            <a:solidFill>
              <a:srgbClr val="F2C8CD"/>
            </a:solidFill>
            <a:ln>
              <a:noFill/>
            </a:ln>
          </p:spPr>
        </p:sp>
        <p:sp>
          <p:nvSpPr>
            <p:cNvPr id="8138" name="Heatmap cell r27 c18"/>
            <p:cNvSpPr/>
            <p:nvPr/>
          </p:nvSpPr>
          <p:spPr>
            <a:xfrm>
              <a:off x="342793" y="717782"/>
              <a:ext cx="17140" cy="26609"/>
            </a:xfrm>
            <a:prstGeom prst="rect">
              <a:avLst/>
            </a:prstGeom>
            <a:solidFill>
              <a:srgbClr val="FAEBED"/>
            </a:solidFill>
            <a:ln>
              <a:noFill/>
            </a:ln>
          </p:spPr>
        </p:sp>
        <p:sp>
          <p:nvSpPr>
            <p:cNvPr id="8139" name="Heatmap cell r27 c19"/>
            <p:cNvSpPr/>
            <p:nvPr/>
          </p:nvSpPr>
          <p:spPr>
            <a:xfrm>
              <a:off x="359838" y="717782"/>
              <a:ext cx="19034" cy="26609"/>
            </a:xfrm>
            <a:prstGeom prst="rect">
              <a:avLst/>
            </a:prstGeom>
            <a:solidFill>
              <a:srgbClr val="F4CACD"/>
            </a:solidFill>
            <a:ln>
              <a:noFill/>
            </a:ln>
          </p:spPr>
        </p:sp>
        <p:sp>
          <p:nvSpPr>
            <p:cNvPr id="8140" name="Heatmap cell r27 c20"/>
            <p:cNvSpPr/>
            <p:nvPr/>
          </p:nvSpPr>
          <p:spPr>
            <a:xfrm>
              <a:off x="378777" y="717782"/>
              <a:ext cx="17140" cy="26609"/>
            </a:xfrm>
            <a:prstGeom prst="rect">
              <a:avLst/>
            </a:prstGeom>
            <a:solidFill>
              <a:srgbClr val="F8E6E8"/>
            </a:solidFill>
            <a:ln>
              <a:noFill/>
            </a:ln>
          </p:spPr>
        </p:sp>
        <p:sp>
          <p:nvSpPr>
            <p:cNvPr id="8141" name="Heatmap cell r27 c22"/>
            <p:cNvSpPr/>
            <p:nvPr/>
          </p:nvSpPr>
          <p:spPr>
            <a:xfrm>
              <a:off x="414760" y="717782"/>
              <a:ext cx="19034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8142" name="Heatmap cell r27 c24"/>
            <p:cNvSpPr/>
            <p:nvPr/>
          </p:nvSpPr>
          <p:spPr>
            <a:xfrm>
              <a:off x="450744" y="717782"/>
              <a:ext cx="19034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8143" name="Heatmap cell r27 c25"/>
            <p:cNvSpPr/>
            <p:nvPr/>
          </p:nvSpPr>
          <p:spPr>
            <a:xfrm>
              <a:off x="469683" y="717782"/>
              <a:ext cx="17140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8144" name="Heatmap cell r27 c26"/>
            <p:cNvSpPr/>
            <p:nvPr/>
          </p:nvSpPr>
          <p:spPr>
            <a:xfrm>
              <a:off x="486728" y="717782"/>
              <a:ext cx="19034" cy="26609"/>
            </a:xfrm>
            <a:prstGeom prst="rect">
              <a:avLst/>
            </a:prstGeom>
            <a:solidFill>
              <a:srgbClr val="E1E9EF"/>
            </a:solidFill>
            <a:ln>
              <a:noFill/>
            </a:ln>
          </p:spPr>
        </p:sp>
        <p:sp>
          <p:nvSpPr>
            <p:cNvPr id="8145" name="Heatmap cell r27 c27"/>
            <p:cNvSpPr/>
            <p:nvPr/>
          </p:nvSpPr>
          <p:spPr>
            <a:xfrm>
              <a:off x="505667" y="717782"/>
              <a:ext cx="17140" cy="26609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8146" name="Heatmap cell r27 c29"/>
            <p:cNvSpPr/>
            <p:nvPr/>
          </p:nvSpPr>
          <p:spPr>
            <a:xfrm>
              <a:off x="541651" y="717782"/>
              <a:ext cx="17140" cy="26609"/>
            </a:xfrm>
            <a:prstGeom prst="rect">
              <a:avLst/>
            </a:prstGeom>
            <a:solidFill>
              <a:srgbClr val="EA9CA2"/>
            </a:solidFill>
            <a:ln>
              <a:noFill/>
            </a:ln>
          </p:spPr>
        </p:sp>
        <p:sp>
          <p:nvSpPr>
            <p:cNvPr id="8147" name="Heatmap cell r27 c31"/>
            <p:cNvSpPr/>
            <p:nvPr/>
          </p:nvSpPr>
          <p:spPr>
            <a:xfrm>
              <a:off x="577634" y="717782"/>
              <a:ext cx="17140" cy="26609"/>
            </a:xfrm>
            <a:prstGeom prst="rect">
              <a:avLst/>
            </a:prstGeom>
            <a:solidFill>
              <a:srgbClr val="FAEEEF"/>
            </a:solidFill>
            <a:ln>
              <a:noFill/>
            </a:ln>
          </p:spPr>
        </p:sp>
        <p:sp>
          <p:nvSpPr>
            <p:cNvPr id="8148" name="Heatmap cell r27 c32"/>
            <p:cNvSpPr/>
            <p:nvPr/>
          </p:nvSpPr>
          <p:spPr>
            <a:xfrm>
              <a:off x="594679" y="717782"/>
              <a:ext cx="19034" cy="26609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</p:sp>
        <p:sp>
          <p:nvSpPr>
            <p:cNvPr id="8149" name="Heatmap cell r27 c33"/>
            <p:cNvSpPr/>
            <p:nvPr/>
          </p:nvSpPr>
          <p:spPr>
            <a:xfrm>
              <a:off x="613618" y="717782"/>
              <a:ext cx="17140" cy="26609"/>
            </a:xfrm>
            <a:prstGeom prst="rect">
              <a:avLst/>
            </a:prstGeom>
            <a:solidFill>
              <a:srgbClr val="FCF8F9"/>
            </a:solidFill>
            <a:ln>
              <a:noFill/>
            </a:ln>
          </p:spPr>
        </p:sp>
        <p:sp>
          <p:nvSpPr>
            <p:cNvPr id="8150" name="Heatmap cell r27 c34"/>
            <p:cNvSpPr/>
            <p:nvPr/>
          </p:nvSpPr>
          <p:spPr>
            <a:xfrm>
              <a:off x="630663" y="717782"/>
              <a:ext cx="19034" cy="26609"/>
            </a:xfrm>
            <a:prstGeom prst="rect">
              <a:avLst/>
            </a:prstGeom>
            <a:solidFill>
              <a:srgbClr val="FBF0F1"/>
            </a:solidFill>
            <a:ln>
              <a:noFill/>
            </a:ln>
          </p:spPr>
        </p:sp>
        <p:sp>
          <p:nvSpPr>
            <p:cNvPr id="8151" name="Heatmap cell r27 c35"/>
            <p:cNvSpPr/>
            <p:nvPr/>
          </p:nvSpPr>
          <p:spPr>
            <a:xfrm>
              <a:off x="649602" y="717782"/>
              <a:ext cx="19034" cy="26609"/>
            </a:xfrm>
            <a:prstGeom prst="rect">
              <a:avLst/>
            </a:prstGeom>
            <a:solidFill>
              <a:srgbClr val="F3C5CA"/>
            </a:solidFill>
            <a:ln>
              <a:noFill/>
            </a:ln>
          </p:spPr>
        </p:sp>
        <p:sp>
          <p:nvSpPr>
            <p:cNvPr id="8152" name="Heatmap cell r27 c36"/>
            <p:cNvSpPr/>
            <p:nvPr/>
          </p:nvSpPr>
          <p:spPr>
            <a:xfrm>
              <a:off x="668541" y="717782"/>
              <a:ext cx="17140" cy="26609"/>
            </a:xfrm>
            <a:prstGeom prst="rect">
              <a:avLst/>
            </a:prstGeom>
            <a:solidFill>
              <a:srgbClr val="F1C0C6"/>
            </a:solidFill>
            <a:ln>
              <a:noFill/>
            </a:ln>
          </p:spPr>
        </p:sp>
        <p:sp>
          <p:nvSpPr>
            <p:cNvPr id="8153" name="Heatmap cell r27 c37"/>
            <p:cNvSpPr/>
            <p:nvPr/>
          </p:nvSpPr>
          <p:spPr>
            <a:xfrm>
              <a:off x="685586" y="717782"/>
              <a:ext cx="19034" cy="26609"/>
            </a:xfrm>
            <a:prstGeom prst="rect">
              <a:avLst/>
            </a:prstGeom>
            <a:solidFill>
              <a:srgbClr val="DF6974"/>
            </a:solidFill>
            <a:ln>
              <a:noFill/>
            </a:ln>
          </p:spPr>
        </p:sp>
        <p:sp>
          <p:nvSpPr>
            <p:cNvPr id="8154" name="Heatmap cell r27 c38"/>
            <p:cNvSpPr/>
            <p:nvPr/>
          </p:nvSpPr>
          <p:spPr>
            <a:xfrm>
              <a:off x="704525" y="717782"/>
              <a:ext cx="17140" cy="26609"/>
            </a:xfrm>
            <a:prstGeom prst="rect">
              <a:avLst/>
            </a:prstGeom>
            <a:solidFill>
              <a:srgbClr val="FBF5F5"/>
            </a:solidFill>
            <a:ln>
              <a:noFill/>
            </a:ln>
          </p:spPr>
        </p:sp>
        <p:sp>
          <p:nvSpPr>
            <p:cNvPr id="8155" name="Heatmap cell r27 c39"/>
            <p:cNvSpPr/>
            <p:nvPr/>
          </p:nvSpPr>
          <p:spPr>
            <a:xfrm>
              <a:off x="721570" y="717782"/>
              <a:ext cx="19034" cy="26609"/>
            </a:xfrm>
            <a:prstGeom prst="rect">
              <a:avLst/>
            </a:prstGeom>
            <a:solidFill>
              <a:srgbClr val="F4CDD0"/>
            </a:solidFill>
            <a:ln>
              <a:noFill/>
            </a:ln>
          </p:spPr>
        </p:sp>
        <p:sp>
          <p:nvSpPr>
            <p:cNvPr id="8156" name="Heatmap cell r27 c40"/>
            <p:cNvSpPr/>
            <p:nvPr/>
          </p:nvSpPr>
          <p:spPr>
            <a:xfrm>
              <a:off x="740508" y="717782"/>
              <a:ext cx="17140" cy="26609"/>
            </a:xfrm>
            <a:prstGeom prst="rect">
              <a:avLst/>
            </a:prstGeom>
            <a:solidFill>
              <a:srgbClr val="F5D1D4"/>
            </a:solidFill>
            <a:ln>
              <a:noFill/>
            </a:ln>
          </p:spPr>
        </p:sp>
        <p:sp>
          <p:nvSpPr>
            <p:cNvPr id="8157" name="Heatmap cell r27 c41"/>
            <p:cNvSpPr/>
            <p:nvPr/>
          </p:nvSpPr>
          <p:spPr>
            <a:xfrm>
              <a:off x="757553" y="717782"/>
              <a:ext cx="19034" cy="26609"/>
            </a:xfrm>
            <a:prstGeom prst="rect">
              <a:avLst/>
            </a:prstGeom>
            <a:solidFill>
              <a:srgbClr val="EBA3AB"/>
            </a:solidFill>
            <a:ln>
              <a:noFill/>
            </a:ln>
          </p:spPr>
        </p:sp>
        <p:sp>
          <p:nvSpPr>
            <p:cNvPr id="8158" name="Heatmap cell r27 c42"/>
            <p:cNvSpPr/>
            <p:nvPr/>
          </p:nvSpPr>
          <p:spPr>
            <a:xfrm>
              <a:off x="776492" y="717782"/>
              <a:ext cx="17140" cy="26609"/>
            </a:xfrm>
            <a:prstGeom prst="rect">
              <a:avLst/>
            </a:prstGeom>
            <a:solidFill>
              <a:srgbClr val="EFB8BC"/>
            </a:solidFill>
            <a:ln>
              <a:noFill/>
            </a:ln>
          </p:spPr>
        </p:sp>
        <p:sp>
          <p:nvSpPr>
            <p:cNvPr id="8159" name="Heatmap cell r27 c43"/>
            <p:cNvSpPr/>
            <p:nvPr/>
          </p:nvSpPr>
          <p:spPr>
            <a:xfrm>
              <a:off x="793537" y="717782"/>
              <a:ext cx="19034" cy="26609"/>
            </a:xfrm>
            <a:prstGeom prst="rect">
              <a:avLst/>
            </a:prstGeom>
            <a:solidFill>
              <a:srgbClr val="D5DFEA"/>
            </a:solidFill>
            <a:ln>
              <a:noFill/>
            </a:ln>
          </p:spPr>
        </p:sp>
        <p:sp>
          <p:nvSpPr>
            <p:cNvPr id="8160" name="Heatmap cell r27 c44"/>
            <p:cNvSpPr/>
            <p:nvPr/>
          </p:nvSpPr>
          <p:spPr>
            <a:xfrm>
              <a:off x="812476" y="717782"/>
              <a:ext cx="17140" cy="26609"/>
            </a:xfrm>
            <a:prstGeom prst="rect">
              <a:avLst/>
            </a:prstGeom>
            <a:solidFill>
              <a:srgbClr val="A4BAD0"/>
            </a:solidFill>
            <a:ln>
              <a:noFill/>
            </a:ln>
          </p:spPr>
        </p:sp>
        <p:sp>
          <p:nvSpPr>
            <p:cNvPr id="8161" name="Heatmap cell r27 c45"/>
            <p:cNvSpPr/>
            <p:nvPr/>
          </p:nvSpPr>
          <p:spPr>
            <a:xfrm>
              <a:off x="829521" y="717782"/>
              <a:ext cx="19034" cy="26609"/>
            </a:xfrm>
            <a:prstGeom prst="rect">
              <a:avLst/>
            </a:prstGeom>
            <a:solidFill>
              <a:srgbClr val="EA99A0"/>
            </a:solidFill>
            <a:ln>
              <a:noFill/>
            </a:ln>
          </p:spPr>
        </p:sp>
        <p:sp>
          <p:nvSpPr>
            <p:cNvPr id="8162" name="Heatmap cell r27 c46"/>
            <p:cNvSpPr/>
            <p:nvPr/>
          </p:nvSpPr>
          <p:spPr>
            <a:xfrm>
              <a:off x="848460" y="717782"/>
              <a:ext cx="17140" cy="26609"/>
            </a:xfrm>
            <a:prstGeom prst="rect">
              <a:avLst/>
            </a:prstGeom>
            <a:solidFill>
              <a:srgbClr val="EEB1B7"/>
            </a:solidFill>
            <a:ln>
              <a:noFill/>
            </a:ln>
          </p:spPr>
        </p:sp>
        <p:sp>
          <p:nvSpPr>
            <p:cNvPr id="8163" name="Heatmap cell r27 c47"/>
            <p:cNvSpPr/>
            <p:nvPr/>
          </p:nvSpPr>
          <p:spPr>
            <a:xfrm>
              <a:off x="865505" y="717782"/>
              <a:ext cx="19034" cy="26609"/>
            </a:xfrm>
            <a:prstGeom prst="rect">
              <a:avLst/>
            </a:prstGeom>
            <a:solidFill>
              <a:srgbClr val="F3C9CE"/>
            </a:solidFill>
            <a:ln>
              <a:noFill/>
            </a:ln>
          </p:spPr>
        </p:sp>
        <p:sp>
          <p:nvSpPr>
            <p:cNvPr id="8164" name="Heatmap cell r27 c48"/>
            <p:cNvSpPr/>
            <p:nvPr/>
          </p:nvSpPr>
          <p:spPr>
            <a:xfrm>
              <a:off x="884444" y="717782"/>
              <a:ext cx="19034" cy="26609"/>
            </a:xfrm>
            <a:prstGeom prst="rect">
              <a:avLst/>
            </a:prstGeom>
            <a:solidFill>
              <a:srgbClr val="C9D6E2"/>
            </a:solidFill>
            <a:ln>
              <a:noFill/>
            </a:ln>
          </p:spPr>
        </p:sp>
        <p:sp>
          <p:nvSpPr>
            <p:cNvPr id="8165" name="Heatmap cell r27 c49"/>
            <p:cNvSpPr/>
            <p:nvPr/>
          </p:nvSpPr>
          <p:spPr>
            <a:xfrm>
              <a:off x="903382" y="717782"/>
              <a:ext cx="17140" cy="26609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8166" name="Heatmap cell r27 c50"/>
            <p:cNvSpPr/>
            <p:nvPr/>
          </p:nvSpPr>
          <p:spPr>
            <a:xfrm>
              <a:off x="920427" y="717782"/>
              <a:ext cx="19034" cy="26609"/>
            </a:xfrm>
            <a:prstGeom prst="rect">
              <a:avLst/>
            </a:prstGeom>
            <a:solidFill>
              <a:srgbClr val="F8DBDD"/>
            </a:solidFill>
            <a:ln>
              <a:noFill/>
            </a:ln>
          </p:spPr>
        </p:sp>
        <p:sp>
          <p:nvSpPr>
            <p:cNvPr id="8167" name="Heatmap cell r27 c51"/>
            <p:cNvSpPr/>
            <p:nvPr/>
          </p:nvSpPr>
          <p:spPr>
            <a:xfrm>
              <a:off x="939366" y="717782"/>
              <a:ext cx="17140" cy="26609"/>
            </a:xfrm>
            <a:prstGeom prst="rect">
              <a:avLst/>
            </a:prstGeom>
            <a:solidFill>
              <a:srgbClr val="F4CED1"/>
            </a:solidFill>
            <a:ln>
              <a:noFill/>
            </a:ln>
          </p:spPr>
        </p:sp>
        <p:sp>
          <p:nvSpPr>
            <p:cNvPr id="8168" name="Heatmap cell r27 c52"/>
            <p:cNvSpPr/>
            <p:nvPr/>
          </p:nvSpPr>
          <p:spPr>
            <a:xfrm>
              <a:off x="956411" y="717782"/>
              <a:ext cx="19034" cy="26609"/>
            </a:xfrm>
            <a:prstGeom prst="rect">
              <a:avLst/>
            </a:prstGeom>
            <a:solidFill>
              <a:srgbClr val="F8E6E8"/>
            </a:solidFill>
            <a:ln>
              <a:noFill/>
            </a:ln>
          </p:spPr>
        </p:sp>
        <p:sp>
          <p:nvSpPr>
            <p:cNvPr id="8169" name="Heatmap cell r27 c53"/>
            <p:cNvSpPr/>
            <p:nvPr/>
          </p:nvSpPr>
          <p:spPr>
            <a:xfrm>
              <a:off x="975350" y="717782"/>
              <a:ext cx="17140" cy="26609"/>
            </a:xfrm>
            <a:prstGeom prst="rect">
              <a:avLst/>
            </a:prstGeom>
            <a:solidFill>
              <a:srgbClr val="B3C5D6"/>
            </a:solidFill>
            <a:ln>
              <a:noFill/>
            </a:ln>
          </p:spPr>
        </p:sp>
        <p:sp>
          <p:nvSpPr>
            <p:cNvPr id="8170" name="Heatmap cell r27 c54"/>
            <p:cNvSpPr/>
            <p:nvPr/>
          </p:nvSpPr>
          <p:spPr>
            <a:xfrm>
              <a:off x="992395" y="717782"/>
              <a:ext cx="19034" cy="26609"/>
            </a:xfrm>
            <a:prstGeom prst="rect">
              <a:avLst/>
            </a:prstGeom>
            <a:solidFill>
              <a:srgbClr val="DEE6EC"/>
            </a:solidFill>
            <a:ln>
              <a:noFill/>
            </a:ln>
          </p:spPr>
        </p:sp>
        <p:sp>
          <p:nvSpPr>
            <p:cNvPr id="8171" name="Heatmap cell r27 c55"/>
            <p:cNvSpPr/>
            <p:nvPr/>
          </p:nvSpPr>
          <p:spPr>
            <a:xfrm>
              <a:off x="1011334" y="717782"/>
              <a:ext cx="17140" cy="26609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8172" name="Heatmap cell r27 c56"/>
            <p:cNvSpPr/>
            <p:nvPr/>
          </p:nvSpPr>
          <p:spPr>
            <a:xfrm>
              <a:off x="1028379" y="717782"/>
              <a:ext cx="19034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8173" name="Heatmap cell r27 c57"/>
            <p:cNvSpPr/>
            <p:nvPr/>
          </p:nvSpPr>
          <p:spPr>
            <a:xfrm>
              <a:off x="1047318" y="717782"/>
              <a:ext cx="17140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8174" name="Heatmap cell r27 c59"/>
            <p:cNvSpPr/>
            <p:nvPr/>
          </p:nvSpPr>
          <p:spPr>
            <a:xfrm>
              <a:off x="1083301" y="717782"/>
              <a:ext cx="17140" cy="26609"/>
            </a:xfrm>
            <a:prstGeom prst="rect">
              <a:avLst/>
            </a:prstGeom>
            <a:solidFill>
              <a:srgbClr val="EA9CA2"/>
            </a:solidFill>
            <a:ln>
              <a:noFill/>
            </a:ln>
          </p:spPr>
        </p:sp>
        <p:sp>
          <p:nvSpPr>
            <p:cNvPr id="8175" name="Heatmap cell r27 c60"/>
            <p:cNvSpPr/>
            <p:nvPr/>
          </p:nvSpPr>
          <p:spPr>
            <a:xfrm>
              <a:off x="1100346" y="717782"/>
              <a:ext cx="19034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8176" name="Heatmap cell r27 c62"/>
            <p:cNvSpPr/>
            <p:nvPr/>
          </p:nvSpPr>
          <p:spPr>
            <a:xfrm>
              <a:off x="1138224" y="717782"/>
              <a:ext cx="17140" cy="26609"/>
            </a:xfrm>
            <a:prstGeom prst="rect">
              <a:avLst/>
            </a:prstGeom>
            <a:solidFill>
              <a:srgbClr val="F8DEE0"/>
            </a:solidFill>
            <a:ln>
              <a:noFill/>
            </a:ln>
          </p:spPr>
        </p:sp>
        <p:sp>
          <p:nvSpPr>
            <p:cNvPr id="8177" name="Heatmap cell r27 c63"/>
            <p:cNvSpPr/>
            <p:nvPr/>
          </p:nvSpPr>
          <p:spPr>
            <a:xfrm>
              <a:off x="1155269" y="717782"/>
              <a:ext cx="19034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8178" name="Heatmap cell r27 c64"/>
            <p:cNvSpPr/>
            <p:nvPr/>
          </p:nvSpPr>
          <p:spPr>
            <a:xfrm>
              <a:off x="1174208" y="717782"/>
              <a:ext cx="17140" cy="26609"/>
            </a:xfrm>
            <a:prstGeom prst="rect">
              <a:avLst/>
            </a:prstGeom>
            <a:solidFill>
              <a:srgbClr val="E89199"/>
            </a:solidFill>
            <a:ln>
              <a:noFill/>
            </a:ln>
          </p:spPr>
        </p:sp>
        <p:sp>
          <p:nvSpPr>
            <p:cNvPr id="8179" name="Heatmap cell r27 c65"/>
            <p:cNvSpPr/>
            <p:nvPr/>
          </p:nvSpPr>
          <p:spPr>
            <a:xfrm>
              <a:off x="1191253" y="717782"/>
              <a:ext cx="19034" cy="26609"/>
            </a:xfrm>
            <a:prstGeom prst="rect">
              <a:avLst/>
            </a:prstGeom>
            <a:solidFill>
              <a:srgbClr val="FCF7F7"/>
            </a:solidFill>
            <a:ln>
              <a:noFill/>
            </a:ln>
          </p:spPr>
        </p:sp>
        <p:sp>
          <p:nvSpPr>
            <p:cNvPr id="8180" name="Heatmap cell r27 c66"/>
            <p:cNvSpPr/>
            <p:nvPr/>
          </p:nvSpPr>
          <p:spPr>
            <a:xfrm>
              <a:off x="1210192" y="717782"/>
              <a:ext cx="17140" cy="26609"/>
            </a:xfrm>
            <a:prstGeom prst="rect">
              <a:avLst/>
            </a:prstGeom>
            <a:solidFill>
              <a:srgbClr val="E9959D"/>
            </a:solidFill>
            <a:ln>
              <a:noFill/>
            </a:ln>
          </p:spPr>
        </p:sp>
        <p:sp>
          <p:nvSpPr>
            <p:cNvPr id="8181" name="Heatmap cell r27 c67"/>
            <p:cNvSpPr/>
            <p:nvPr/>
          </p:nvSpPr>
          <p:spPr>
            <a:xfrm>
              <a:off x="1227236" y="717782"/>
              <a:ext cx="19034" cy="26609"/>
            </a:xfrm>
            <a:prstGeom prst="rect">
              <a:avLst/>
            </a:prstGeom>
            <a:solidFill>
              <a:srgbClr val="E4848E"/>
            </a:solidFill>
            <a:ln>
              <a:noFill/>
            </a:ln>
          </p:spPr>
        </p:sp>
        <p:sp>
          <p:nvSpPr>
            <p:cNvPr id="8182" name="Heatmap cell r27 c68"/>
            <p:cNvSpPr/>
            <p:nvPr/>
          </p:nvSpPr>
          <p:spPr>
            <a:xfrm>
              <a:off x="1246175" y="717782"/>
              <a:ext cx="17140" cy="26609"/>
            </a:xfrm>
            <a:prstGeom prst="rect">
              <a:avLst/>
            </a:prstGeom>
            <a:solidFill>
              <a:srgbClr val="FCF6F6"/>
            </a:solidFill>
            <a:ln>
              <a:noFill/>
            </a:ln>
          </p:spPr>
        </p:sp>
        <p:sp>
          <p:nvSpPr>
            <p:cNvPr id="8183" name="Heatmap cell r27 c69"/>
            <p:cNvSpPr/>
            <p:nvPr/>
          </p:nvSpPr>
          <p:spPr>
            <a:xfrm>
              <a:off x="1263220" y="717782"/>
              <a:ext cx="19034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8184" name="Heatmap cell r27 c70"/>
            <p:cNvSpPr/>
            <p:nvPr/>
          </p:nvSpPr>
          <p:spPr>
            <a:xfrm>
              <a:off x="1282159" y="717782"/>
              <a:ext cx="17140" cy="26609"/>
            </a:xfrm>
            <a:prstGeom prst="rect">
              <a:avLst/>
            </a:prstGeom>
            <a:solidFill>
              <a:srgbClr val="F4CCD1"/>
            </a:solidFill>
            <a:ln>
              <a:noFill/>
            </a:ln>
          </p:spPr>
        </p:sp>
        <p:sp>
          <p:nvSpPr>
            <p:cNvPr id="8185" name="Heatmap cell r27 c71"/>
            <p:cNvSpPr/>
            <p:nvPr/>
          </p:nvSpPr>
          <p:spPr>
            <a:xfrm>
              <a:off x="1299204" y="717782"/>
              <a:ext cx="19034" cy="26609"/>
            </a:xfrm>
            <a:prstGeom prst="rect">
              <a:avLst/>
            </a:prstGeom>
            <a:solidFill>
              <a:srgbClr val="F2C8CD"/>
            </a:solidFill>
            <a:ln>
              <a:noFill/>
            </a:ln>
          </p:spPr>
        </p:sp>
        <p:sp>
          <p:nvSpPr>
            <p:cNvPr id="8186" name="Heatmap cell r27 c72"/>
            <p:cNvSpPr/>
            <p:nvPr/>
          </p:nvSpPr>
          <p:spPr>
            <a:xfrm>
              <a:off x="1318143" y="717782"/>
              <a:ext cx="17140" cy="26609"/>
            </a:xfrm>
            <a:prstGeom prst="rect">
              <a:avLst/>
            </a:prstGeom>
            <a:solidFill>
              <a:srgbClr val="F1C4C7"/>
            </a:solidFill>
            <a:ln>
              <a:noFill/>
            </a:ln>
          </p:spPr>
        </p:sp>
        <p:sp>
          <p:nvSpPr>
            <p:cNvPr id="8187" name="Heatmap cell r27 c73"/>
            <p:cNvSpPr/>
            <p:nvPr/>
          </p:nvSpPr>
          <p:spPr>
            <a:xfrm>
              <a:off x="1335188" y="717782"/>
              <a:ext cx="19034" cy="26609"/>
            </a:xfrm>
            <a:prstGeom prst="rect">
              <a:avLst/>
            </a:prstGeom>
            <a:solidFill>
              <a:srgbClr val="F1BEC3"/>
            </a:solidFill>
            <a:ln>
              <a:noFill/>
            </a:ln>
          </p:spPr>
        </p:sp>
        <p:sp>
          <p:nvSpPr>
            <p:cNvPr id="8188" name="Heatmap cell r27 c74"/>
            <p:cNvSpPr/>
            <p:nvPr/>
          </p:nvSpPr>
          <p:spPr>
            <a:xfrm>
              <a:off x="1354127" y="717782"/>
              <a:ext cx="17140" cy="26609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8189" name="Heatmap cell r27 c75"/>
            <p:cNvSpPr/>
            <p:nvPr/>
          </p:nvSpPr>
          <p:spPr>
            <a:xfrm>
              <a:off x="1371172" y="717782"/>
              <a:ext cx="19034" cy="26609"/>
            </a:xfrm>
            <a:prstGeom prst="rect">
              <a:avLst/>
            </a:prstGeom>
            <a:solidFill>
              <a:srgbClr val="F9E7E8"/>
            </a:solidFill>
            <a:ln>
              <a:noFill/>
            </a:ln>
          </p:spPr>
        </p:sp>
        <p:sp>
          <p:nvSpPr>
            <p:cNvPr id="8190" name="Heatmap cell r27 c76"/>
            <p:cNvSpPr/>
            <p:nvPr/>
          </p:nvSpPr>
          <p:spPr>
            <a:xfrm>
              <a:off x="1390110" y="717782"/>
              <a:ext cx="19034" cy="26609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8191" name="Heatmap cell r27 c77"/>
            <p:cNvSpPr/>
            <p:nvPr/>
          </p:nvSpPr>
          <p:spPr>
            <a:xfrm>
              <a:off x="1409049" y="717782"/>
              <a:ext cx="17140" cy="26609"/>
            </a:xfrm>
            <a:prstGeom prst="rect">
              <a:avLst/>
            </a:prstGeom>
            <a:solidFill>
              <a:srgbClr val="F8DDDF"/>
            </a:solidFill>
            <a:ln>
              <a:noFill/>
            </a:ln>
          </p:spPr>
        </p:sp>
        <p:sp>
          <p:nvSpPr>
            <p:cNvPr id="8192" name="Heatmap cell r27 c78"/>
            <p:cNvSpPr/>
            <p:nvPr/>
          </p:nvSpPr>
          <p:spPr>
            <a:xfrm>
              <a:off x="1426094" y="717782"/>
              <a:ext cx="19034" cy="26609"/>
            </a:xfrm>
            <a:prstGeom prst="rect">
              <a:avLst/>
            </a:prstGeom>
            <a:solidFill>
              <a:srgbClr val="EBEFF5"/>
            </a:solidFill>
            <a:ln>
              <a:noFill/>
            </a:ln>
          </p:spPr>
        </p:sp>
        <p:sp>
          <p:nvSpPr>
            <p:cNvPr id="8193" name="Heatmap cell r27 c79"/>
            <p:cNvSpPr/>
            <p:nvPr/>
          </p:nvSpPr>
          <p:spPr>
            <a:xfrm>
              <a:off x="1445033" y="717782"/>
              <a:ext cx="17140" cy="26609"/>
            </a:xfrm>
            <a:prstGeom prst="rect">
              <a:avLst/>
            </a:prstGeom>
            <a:solidFill>
              <a:srgbClr val="FCF6F6"/>
            </a:solidFill>
            <a:ln>
              <a:noFill/>
            </a:ln>
          </p:spPr>
        </p:sp>
        <p:sp>
          <p:nvSpPr>
            <p:cNvPr id="8194" name="Heatmap cell r27 c80"/>
            <p:cNvSpPr/>
            <p:nvPr/>
          </p:nvSpPr>
          <p:spPr>
            <a:xfrm>
              <a:off x="1462078" y="717782"/>
              <a:ext cx="19034" cy="26609"/>
            </a:xfrm>
            <a:prstGeom prst="rect">
              <a:avLst/>
            </a:prstGeom>
            <a:solidFill>
              <a:srgbClr val="F8DEE0"/>
            </a:solidFill>
            <a:ln>
              <a:noFill/>
            </a:ln>
          </p:spPr>
        </p:sp>
        <p:sp>
          <p:nvSpPr>
            <p:cNvPr id="8195" name="Heatmap cell r27 c81"/>
            <p:cNvSpPr/>
            <p:nvPr/>
          </p:nvSpPr>
          <p:spPr>
            <a:xfrm>
              <a:off x="1481017" y="717782"/>
              <a:ext cx="17140" cy="26609"/>
            </a:xfrm>
            <a:prstGeom prst="rect">
              <a:avLst/>
            </a:prstGeom>
            <a:solidFill>
              <a:srgbClr val="F7DADC"/>
            </a:solidFill>
            <a:ln>
              <a:noFill/>
            </a:ln>
          </p:spPr>
        </p:sp>
        <p:sp>
          <p:nvSpPr>
            <p:cNvPr id="8196" name="Heatmap cell r27 c83"/>
            <p:cNvSpPr/>
            <p:nvPr/>
          </p:nvSpPr>
          <p:spPr>
            <a:xfrm>
              <a:off x="1517001" y="717782"/>
              <a:ext cx="17140" cy="26609"/>
            </a:xfrm>
            <a:prstGeom prst="rect">
              <a:avLst/>
            </a:prstGeom>
            <a:solidFill>
              <a:srgbClr val="688BAF"/>
            </a:solidFill>
            <a:ln>
              <a:noFill/>
            </a:ln>
          </p:spPr>
        </p:sp>
        <p:sp>
          <p:nvSpPr>
            <p:cNvPr id="8197" name="Heatmap cell r27 c84"/>
            <p:cNvSpPr/>
            <p:nvPr/>
          </p:nvSpPr>
          <p:spPr>
            <a:xfrm>
              <a:off x="1534046" y="717782"/>
              <a:ext cx="19034" cy="26609"/>
            </a:xfrm>
            <a:prstGeom prst="rect">
              <a:avLst/>
            </a:prstGeom>
            <a:solidFill>
              <a:srgbClr val="EEB1B7"/>
            </a:solidFill>
            <a:ln>
              <a:noFill/>
            </a:ln>
          </p:spPr>
        </p:sp>
        <p:sp>
          <p:nvSpPr>
            <p:cNvPr id="8198" name="Heatmap cell r27 c85"/>
            <p:cNvSpPr/>
            <p:nvPr/>
          </p:nvSpPr>
          <p:spPr>
            <a:xfrm>
              <a:off x="1552984" y="717782"/>
              <a:ext cx="17140" cy="26609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8199" name="Heatmap cell r27 c86"/>
            <p:cNvSpPr/>
            <p:nvPr/>
          </p:nvSpPr>
          <p:spPr>
            <a:xfrm>
              <a:off x="1570029" y="717782"/>
              <a:ext cx="19034" cy="26609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8200" name="Heatmap cell r27 c87"/>
            <p:cNvSpPr/>
            <p:nvPr/>
          </p:nvSpPr>
          <p:spPr>
            <a:xfrm>
              <a:off x="1588968" y="717782"/>
              <a:ext cx="17140" cy="26609"/>
            </a:xfrm>
            <a:prstGeom prst="rect">
              <a:avLst/>
            </a:prstGeom>
            <a:solidFill>
              <a:srgbClr val="E2EAEF"/>
            </a:solidFill>
            <a:ln>
              <a:noFill/>
            </a:ln>
          </p:spPr>
        </p:sp>
        <p:sp>
          <p:nvSpPr>
            <p:cNvPr id="8201" name="Heatmap cell r27 c88"/>
            <p:cNvSpPr/>
            <p:nvPr/>
          </p:nvSpPr>
          <p:spPr>
            <a:xfrm>
              <a:off x="1606013" y="717782"/>
              <a:ext cx="19034" cy="26609"/>
            </a:xfrm>
            <a:prstGeom prst="rect">
              <a:avLst/>
            </a:prstGeom>
            <a:solidFill>
              <a:srgbClr val="E88F96"/>
            </a:solidFill>
            <a:ln>
              <a:noFill/>
            </a:ln>
          </p:spPr>
        </p:sp>
        <p:sp>
          <p:nvSpPr>
            <p:cNvPr id="8202" name="Heatmap cell r27 c89"/>
            <p:cNvSpPr/>
            <p:nvPr/>
          </p:nvSpPr>
          <p:spPr>
            <a:xfrm>
              <a:off x="1624952" y="717782"/>
              <a:ext cx="19034" cy="26609"/>
            </a:xfrm>
            <a:prstGeom prst="rect">
              <a:avLst/>
            </a:prstGeom>
            <a:solidFill>
              <a:srgbClr val="C5D2E0"/>
            </a:solidFill>
            <a:ln>
              <a:noFill/>
            </a:ln>
          </p:spPr>
        </p:sp>
        <p:sp>
          <p:nvSpPr>
            <p:cNvPr id="8203" name="Heatmap cell r27 c91"/>
            <p:cNvSpPr/>
            <p:nvPr/>
          </p:nvSpPr>
          <p:spPr>
            <a:xfrm>
              <a:off x="1660936" y="717782"/>
              <a:ext cx="19034" cy="26609"/>
            </a:xfrm>
            <a:prstGeom prst="rect">
              <a:avLst/>
            </a:prstGeom>
            <a:solidFill>
              <a:srgbClr val="B9C9DB"/>
            </a:solidFill>
            <a:ln>
              <a:noFill/>
            </a:ln>
          </p:spPr>
        </p:sp>
        <p:sp>
          <p:nvSpPr>
            <p:cNvPr id="8204" name="Heatmap cell r27 c92"/>
            <p:cNvSpPr/>
            <p:nvPr/>
          </p:nvSpPr>
          <p:spPr>
            <a:xfrm>
              <a:off x="1679875" y="717782"/>
              <a:ext cx="17140" cy="26609"/>
            </a:xfrm>
            <a:prstGeom prst="rect">
              <a:avLst/>
            </a:prstGeom>
            <a:solidFill>
              <a:srgbClr val="E1E9EF"/>
            </a:solidFill>
            <a:ln>
              <a:noFill/>
            </a:ln>
          </p:spPr>
        </p:sp>
        <p:sp>
          <p:nvSpPr>
            <p:cNvPr id="8205" name="Heatmap cell r27 c93"/>
            <p:cNvSpPr/>
            <p:nvPr/>
          </p:nvSpPr>
          <p:spPr>
            <a:xfrm>
              <a:off x="1696920" y="717782"/>
              <a:ext cx="19034" cy="26609"/>
            </a:xfrm>
            <a:prstGeom prst="rect">
              <a:avLst/>
            </a:prstGeom>
            <a:solidFill>
              <a:srgbClr val="FBF1F3"/>
            </a:solidFill>
            <a:ln>
              <a:noFill/>
            </a:ln>
          </p:spPr>
        </p:sp>
        <p:sp>
          <p:nvSpPr>
            <p:cNvPr id="8206" name="Heatmap cell r27 c94"/>
            <p:cNvSpPr/>
            <p:nvPr/>
          </p:nvSpPr>
          <p:spPr>
            <a:xfrm>
              <a:off x="1715858" y="717782"/>
              <a:ext cx="17140" cy="26609"/>
            </a:xfrm>
            <a:prstGeom prst="rect">
              <a:avLst/>
            </a:prstGeom>
            <a:solidFill>
              <a:srgbClr val="6F92B4"/>
            </a:solidFill>
            <a:ln>
              <a:noFill/>
            </a:ln>
          </p:spPr>
        </p:sp>
        <p:sp>
          <p:nvSpPr>
            <p:cNvPr id="8207" name="Heatmap cell r27 c95"/>
            <p:cNvSpPr/>
            <p:nvPr/>
          </p:nvSpPr>
          <p:spPr>
            <a:xfrm>
              <a:off x="1732903" y="717782"/>
              <a:ext cx="19034" cy="26609"/>
            </a:xfrm>
            <a:prstGeom prst="rect">
              <a:avLst/>
            </a:prstGeom>
            <a:solidFill>
              <a:srgbClr val="FAEBED"/>
            </a:solidFill>
            <a:ln>
              <a:noFill/>
            </a:ln>
          </p:spPr>
        </p:sp>
        <p:sp>
          <p:nvSpPr>
            <p:cNvPr id="8208" name="Heatmap cell r27 c96"/>
            <p:cNvSpPr/>
            <p:nvPr/>
          </p:nvSpPr>
          <p:spPr>
            <a:xfrm>
              <a:off x="1751842" y="717782"/>
              <a:ext cx="17140" cy="26609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8209" name="Heatmap cell r27 c97"/>
            <p:cNvSpPr/>
            <p:nvPr/>
          </p:nvSpPr>
          <p:spPr>
            <a:xfrm>
              <a:off x="1768887" y="717782"/>
              <a:ext cx="19034" cy="26609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8210" name="Heatmap cell r27 c98"/>
            <p:cNvSpPr/>
            <p:nvPr/>
          </p:nvSpPr>
          <p:spPr>
            <a:xfrm>
              <a:off x="1787826" y="717782"/>
              <a:ext cx="17140" cy="26609"/>
            </a:xfrm>
            <a:prstGeom prst="rect">
              <a:avLst/>
            </a:prstGeom>
            <a:solidFill>
              <a:srgbClr val="EEF3F6"/>
            </a:solidFill>
            <a:ln>
              <a:noFill/>
            </a:ln>
          </p:spPr>
        </p:sp>
        <p:sp>
          <p:nvSpPr>
            <p:cNvPr id="8211" name="Heatmap cell r27 c99"/>
            <p:cNvSpPr/>
            <p:nvPr/>
          </p:nvSpPr>
          <p:spPr>
            <a:xfrm>
              <a:off x="1804871" y="717782"/>
              <a:ext cx="19034" cy="26609"/>
            </a:xfrm>
            <a:prstGeom prst="rect">
              <a:avLst/>
            </a:prstGeom>
            <a:solidFill>
              <a:srgbClr val="EBA1A8"/>
            </a:solidFill>
            <a:ln>
              <a:noFill/>
            </a:ln>
          </p:spPr>
        </p:sp>
        <p:sp>
          <p:nvSpPr>
            <p:cNvPr id="8212" name="Heatmap cell r27 c100"/>
            <p:cNvSpPr/>
            <p:nvPr/>
          </p:nvSpPr>
          <p:spPr>
            <a:xfrm>
              <a:off x="1823810" y="717782"/>
              <a:ext cx="17140" cy="26609"/>
            </a:xfrm>
            <a:prstGeom prst="rect">
              <a:avLst/>
            </a:prstGeom>
            <a:solidFill>
              <a:srgbClr val="E7EBF1"/>
            </a:solidFill>
            <a:ln>
              <a:noFill/>
            </a:ln>
          </p:spPr>
        </p:sp>
        <p:sp>
          <p:nvSpPr>
            <p:cNvPr id="8213" name="Heatmap cell r27 c101"/>
            <p:cNvSpPr/>
            <p:nvPr/>
          </p:nvSpPr>
          <p:spPr>
            <a:xfrm>
              <a:off x="1840855" y="717782"/>
              <a:ext cx="19034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8214" name="Heatmap cell r27 c102"/>
            <p:cNvSpPr/>
            <p:nvPr/>
          </p:nvSpPr>
          <p:spPr>
            <a:xfrm>
              <a:off x="1859794" y="717782"/>
              <a:ext cx="19034" cy="26609"/>
            </a:xfrm>
            <a:prstGeom prst="rect">
              <a:avLst/>
            </a:prstGeom>
            <a:solidFill>
              <a:srgbClr val="EBA2A9"/>
            </a:solidFill>
            <a:ln>
              <a:noFill/>
            </a:ln>
          </p:spPr>
        </p:sp>
        <p:sp>
          <p:nvSpPr>
            <p:cNvPr id="8215" name="Heatmap cell r27 c103"/>
            <p:cNvSpPr/>
            <p:nvPr/>
          </p:nvSpPr>
          <p:spPr>
            <a:xfrm>
              <a:off x="1878732" y="717782"/>
              <a:ext cx="17140" cy="26609"/>
            </a:xfrm>
            <a:prstGeom prst="rect">
              <a:avLst/>
            </a:prstGeom>
            <a:solidFill>
              <a:srgbClr val="FBF1F3"/>
            </a:solidFill>
            <a:ln>
              <a:noFill/>
            </a:ln>
          </p:spPr>
        </p:sp>
        <p:sp>
          <p:nvSpPr>
            <p:cNvPr id="8216" name="Heatmap cell r27 c104"/>
            <p:cNvSpPr/>
            <p:nvPr/>
          </p:nvSpPr>
          <p:spPr>
            <a:xfrm>
              <a:off x="1895777" y="717782"/>
              <a:ext cx="19034" cy="26609"/>
            </a:xfrm>
            <a:prstGeom prst="rect">
              <a:avLst/>
            </a:prstGeom>
            <a:solidFill>
              <a:srgbClr val="FCF8F9"/>
            </a:solidFill>
            <a:ln>
              <a:noFill/>
            </a:ln>
          </p:spPr>
        </p:sp>
        <p:sp>
          <p:nvSpPr>
            <p:cNvPr id="8217" name="Heatmap cell r27 c105"/>
            <p:cNvSpPr/>
            <p:nvPr/>
          </p:nvSpPr>
          <p:spPr>
            <a:xfrm>
              <a:off x="1914716" y="717782"/>
              <a:ext cx="17140" cy="26609"/>
            </a:xfrm>
            <a:prstGeom prst="rect">
              <a:avLst/>
            </a:prstGeom>
            <a:solidFill>
              <a:srgbClr val="B1C4D5"/>
            </a:solidFill>
            <a:ln>
              <a:noFill/>
            </a:ln>
          </p:spPr>
        </p:sp>
        <p:sp>
          <p:nvSpPr>
            <p:cNvPr id="8218" name="Heatmap cell r27 c106"/>
            <p:cNvSpPr/>
            <p:nvPr/>
          </p:nvSpPr>
          <p:spPr>
            <a:xfrm>
              <a:off x="1931761" y="717782"/>
              <a:ext cx="19034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8219" name="Heatmap cell r27 c107"/>
            <p:cNvSpPr/>
            <p:nvPr/>
          </p:nvSpPr>
          <p:spPr>
            <a:xfrm>
              <a:off x="1950700" y="717782"/>
              <a:ext cx="17140" cy="26609"/>
            </a:xfrm>
            <a:prstGeom prst="rect">
              <a:avLst/>
            </a:prstGeom>
            <a:solidFill>
              <a:srgbClr val="F8E4E7"/>
            </a:solidFill>
            <a:ln>
              <a:noFill/>
            </a:ln>
          </p:spPr>
        </p:sp>
        <p:sp>
          <p:nvSpPr>
            <p:cNvPr id="8220" name="Heatmap cell r27 c108"/>
            <p:cNvSpPr/>
            <p:nvPr/>
          </p:nvSpPr>
          <p:spPr>
            <a:xfrm>
              <a:off x="1967745" y="717782"/>
              <a:ext cx="19034" cy="26609"/>
            </a:xfrm>
            <a:prstGeom prst="rect">
              <a:avLst/>
            </a:prstGeom>
            <a:solidFill>
              <a:srgbClr val="F8DBDD"/>
            </a:solidFill>
            <a:ln>
              <a:noFill/>
            </a:ln>
          </p:spPr>
        </p:sp>
        <p:sp>
          <p:nvSpPr>
            <p:cNvPr id="8221" name="Heatmap cell r27 c109"/>
            <p:cNvSpPr/>
            <p:nvPr/>
          </p:nvSpPr>
          <p:spPr>
            <a:xfrm>
              <a:off x="1986684" y="717782"/>
              <a:ext cx="17140" cy="26609"/>
            </a:xfrm>
            <a:prstGeom prst="rect">
              <a:avLst/>
            </a:prstGeom>
            <a:solidFill>
              <a:srgbClr val="F5CFD2"/>
            </a:solidFill>
            <a:ln>
              <a:noFill/>
            </a:ln>
          </p:spPr>
        </p:sp>
        <p:sp>
          <p:nvSpPr>
            <p:cNvPr id="8222" name="Heatmap cell r27 c110"/>
            <p:cNvSpPr/>
            <p:nvPr/>
          </p:nvSpPr>
          <p:spPr>
            <a:xfrm>
              <a:off x="2003729" y="717782"/>
              <a:ext cx="19034" cy="26609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8223" name="Heatmap cell r27 c111"/>
            <p:cNvSpPr/>
            <p:nvPr/>
          </p:nvSpPr>
          <p:spPr>
            <a:xfrm>
              <a:off x="2022668" y="717782"/>
              <a:ext cx="17140" cy="26609"/>
            </a:xfrm>
            <a:prstGeom prst="rect">
              <a:avLst/>
            </a:prstGeom>
            <a:solidFill>
              <a:srgbClr val="F6F8F9"/>
            </a:solidFill>
            <a:ln>
              <a:noFill/>
            </a:ln>
          </p:spPr>
        </p:sp>
        <p:sp>
          <p:nvSpPr>
            <p:cNvPr id="8224" name="Heatmap cell r27 c112"/>
            <p:cNvSpPr/>
            <p:nvPr/>
          </p:nvSpPr>
          <p:spPr>
            <a:xfrm>
              <a:off x="2039712" y="717782"/>
              <a:ext cx="19034" cy="26609"/>
            </a:xfrm>
            <a:prstGeom prst="rect">
              <a:avLst/>
            </a:prstGeom>
            <a:solidFill>
              <a:srgbClr val="ECACB1"/>
            </a:solidFill>
            <a:ln>
              <a:noFill/>
            </a:ln>
          </p:spPr>
        </p:sp>
        <p:sp>
          <p:nvSpPr>
            <p:cNvPr id="8225" name="Heatmap cell r27 c113"/>
            <p:cNvSpPr/>
            <p:nvPr/>
          </p:nvSpPr>
          <p:spPr>
            <a:xfrm>
              <a:off x="2058651" y="717782"/>
              <a:ext cx="17140" cy="26609"/>
            </a:xfrm>
            <a:prstGeom prst="rect">
              <a:avLst/>
            </a:prstGeom>
            <a:solidFill>
              <a:srgbClr val="F7D7DB"/>
            </a:solidFill>
            <a:ln>
              <a:noFill/>
            </a:ln>
          </p:spPr>
        </p:sp>
        <p:sp>
          <p:nvSpPr>
            <p:cNvPr id="8226" name="Heatmap cell r27 c114"/>
            <p:cNvSpPr/>
            <p:nvPr/>
          </p:nvSpPr>
          <p:spPr>
            <a:xfrm>
              <a:off x="2075696" y="717782"/>
              <a:ext cx="19034" cy="26609"/>
            </a:xfrm>
            <a:prstGeom prst="rect">
              <a:avLst/>
            </a:prstGeom>
            <a:solidFill>
              <a:srgbClr val="ECF0F6"/>
            </a:solidFill>
            <a:ln>
              <a:noFill/>
            </a:ln>
          </p:spPr>
        </p:sp>
        <p:sp>
          <p:nvSpPr>
            <p:cNvPr id="8227" name="Heatmap cell r27 c115"/>
            <p:cNvSpPr/>
            <p:nvPr/>
          </p:nvSpPr>
          <p:spPr>
            <a:xfrm>
              <a:off x="2094635" y="717782"/>
              <a:ext cx="19034" cy="26609"/>
            </a:xfrm>
            <a:prstGeom prst="rect">
              <a:avLst/>
            </a:prstGeom>
            <a:solidFill>
              <a:srgbClr val="F1C0C6"/>
            </a:solidFill>
            <a:ln>
              <a:noFill/>
            </a:ln>
          </p:spPr>
        </p:sp>
        <p:sp>
          <p:nvSpPr>
            <p:cNvPr id="8228" name="Heatmap cell r27 c116"/>
            <p:cNvSpPr/>
            <p:nvPr/>
          </p:nvSpPr>
          <p:spPr>
            <a:xfrm>
              <a:off x="2113574" y="717782"/>
              <a:ext cx="17140" cy="26609"/>
            </a:xfrm>
            <a:prstGeom prst="rect">
              <a:avLst/>
            </a:prstGeom>
            <a:solidFill>
              <a:srgbClr val="E37E87"/>
            </a:solidFill>
            <a:ln>
              <a:noFill/>
            </a:ln>
          </p:spPr>
        </p:sp>
        <p:sp>
          <p:nvSpPr>
            <p:cNvPr id="8229" name="Heatmap cell r27 c117"/>
            <p:cNvSpPr/>
            <p:nvPr/>
          </p:nvSpPr>
          <p:spPr>
            <a:xfrm>
              <a:off x="2130619" y="717782"/>
              <a:ext cx="19034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8230" name="Heatmap cell r27 c118"/>
            <p:cNvSpPr/>
            <p:nvPr/>
          </p:nvSpPr>
          <p:spPr>
            <a:xfrm>
              <a:off x="2149558" y="717782"/>
              <a:ext cx="17140" cy="26609"/>
            </a:xfrm>
            <a:prstGeom prst="rect">
              <a:avLst/>
            </a:prstGeom>
            <a:solidFill>
              <a:srgbClr val="F0BCC3"/>
            </a:solidFill>
            <a:ln>
              <a:noFill/>
            </a:ln>
          </p:spPr>
        </p:sp>
        <p:sp>
          <p:nvSpPr>
            <p:cNvPr id="8231" name="Heatmap cell r27 c119"/>
            <p:cNvSpPr/>
            <p:nvPr/>
          </p:nvSpPr>
          <p:spPr>
            <a:xfrm>
              <a:off x="2166603" y="717782"/>
              <a:ext cx="19034" cy="26609"/>
            </a:xfrm>
            <a:prstGeom prst="rect">
              <a:avLst/>
            </a:prstGeom>
            <a:solidFill>
              <a:srgbClr val="FBF1F3"/>
            </a:solidFill>
            <a:ln>
              <a:noFill/>
            </a:ln>
          </p:spPr>
        </p:sp>
        <p:sp>
          <p:nvSpPr>
            <p:cNvPr id="8232" name="Heatmap cell r27 c120"/>
            <p:cNvSpPr/>
            <p:nvPr/>
          </p:nvSpPr>
          <p:spPr>
            <a:xfrm>
              <a:off x="2185542" y="717782"/>
              <a:ext cx="17140" cy="26609"/>
            </a:xfrm>
            <a:prstGeom prst="rect">
              <a:avLst/>
            </a:prstGeom>
            <a:solidFill>
              <a:srgbClr val="EDF1F7"/>
            </a:solidFill>
            <a:ln>
              <a:noFill/>
            </a:ln>
          </p:spPr>
        </p:sp>
        <p:sp>
          <p:nvSpPr>
            <p:cNvPr id="8233" name="Heatmap cell r27 c121"/>
            <p:cNvSpPr/>
            <p:nvPr/>
          </p:nvSpPr>
          <p:spPr>
            <a:xfrm>
              <a:off x="2202586" y="717782"/>
              <a:ext cx="19034" cy="26609"/>
            </a:xfrm>
            <a:prstGeom prst="rect">
              <a:avLst/>
            </a:prstGeom>
            <a:solidFill>
              <a:srgbClr val="D3DEE8"/>
            </a:solidFill>
            <a:ln>
              <a:noFill/>
            </a:ln>
          </p:spPr>
        </p:sp>
        <p:sp>
          <p:nvSpPr>
            <p:cNvPr id="8234" name="Heatmap cell r27 c122"/>
            <p:cNvSpPr/>
            <p:nvPr/>
          </p:nvSpPr>
          <p:spPr>
            <a:xfrm>
              <a:off x="2221525" y="717782"/>
              <a:ext cx="17140" cy="26609"/>
            </a:xfrm>
            <a:prstGeom prst="rect">
              <a:avLst/>
            </a:prstGeom>
            <a:solidFill>
              <a:srgbClr val="E7929A"/>
            </a:solidFill>
            <a:ln>
              <a:noFill/>
            </a:ln>
          </p:spPr>
        </p:sp>
        <p:sp>
          <p:nvSpPr>
            <p:cNvPr id="8235" name="Heatmap cell r27 c123"/>
            <p:cNvSpPr/>
            <p:nvPr/>
          </p:nvSpPr>
          <p:spPr>
            <a:xfrm>
              <a:off x="2238570" y="717782"/>
              <a:ext cx="19034" cy="26609"/>
            </a:xfrm>
            <a:prstGeom prst="rect">
              <a:avLst/>
            </a:prstGeom>
            <a:solidFill>
              <a:srgbClr val="D3DEE8"/>
            </a:solidFill>
            <a:ln>
              <a:noFill/>
            </a:ln>
          </p:spPr>
        </p:sp>
        <p:sp>
          <p:nvSpPr>
            <p:cNvPr id="8236" name="Heatmap cell r27 c124"/>
            <p:cNvSpPr/>
            <p:nvPr/>
          </p:nvSpPr>
          <p:spPr>
            <a:xfrm>
              <a:off x="2257509" y="717782"/>
              <a:ext cx="17140" cy="26609"/>
            </a:xfrm>
            <a:prstGeom prst="rect">
              <a:avLst/>
            </a:prstGeom>
            <a:solidFill>
              <a:srgbClr val="EBF0F6"/>
            </a:solidFill>
            <a:ln>
              <a:noFill/>
            </a:ln>
          </p:spPr>
        </p:sp>
        <p:sp>
          <p:nvSpPr>
            <p:cNvPr id="8237" name="Heatmap cell r27 c125"/>
            <p:cNvSpPr/>
            <p:nvPr/>
          </p:nvSpPr>
          <p:spPr>
            <a:xfrm>
              <a:off x="2274554" y="717782"/>
              <a:ext cx="19034" cy="26609"/>
            </a:xfrm>
            <a:prstGeom prst="rect">
              <a:avLst/>
            </a:prstGeom>
            <a:solidFill>
              <a:srgbClr val="F1C1C5"/>
            </a:solidFill>
            <a:ln>
              <a:noFill/>
            </a:ln>
          </p:spPr>
        </p:sp>
        <p:sp>
          <p:nvSpPr>
            <p:cNvPr id="8238" name="Heatmap cell r27 c126"/>
            <p:cNvSpPr/>
            <p:nvPr/>
          </p:nvSpPr>
          <p:spPr>
            <a:xfrm>
              <a:off x="2293493" y="717782"/>
              <a:ext cx="17140" cy="26609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8239" name="Heatmap cell r27 c127"/>
            <p:cNvSpPr/>
            <p:nvPr/>
          </p:nvSpPr>
          <p:spPr>
            <a:xfrm>
              <a:off x="2310538" y="717782"/>
              <a:ext cx="19034" cy="26609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8240" name="Heatmap cell r27 c128"/>
            <p:cNvSpPr/>
            <p:nvPr/>
          </p:nvSpPr>
          <p:spPr>
            <a:xfrm>
              <a:off x="2329477" y="717782"/>
              <a:ext cx="19034" cy="26609"/>
            </a:xfrm>
            <a:prstGeom prst="rect">
              <a:avLst/>
            </a:prstGeom>
            <a:solidFill>
              <a:srgbClr val="F0BDC2"/>
            </a:solidFill>
            <a:ln>
              <a:noFill/>
            </a:ln>
          </p:spPr>
        </p:sp>
        <p:sp>
          <p:nvSpPr>
            <p:cNvPr id="8241" name="Heatmap cell r27 c129"/>
            <p:cNvSpPr/>
            <p:nvPr/>
          </p:nvSpPr>
          <p:spPr>
            <a:xfrm>
              <a:off x="2348416" y="717782"/>
              <a:ext cx="17140" cy="26609"/>
            </a:xfrm>
            <a:prstGeom prst="rect">
              <a:avLst/>
            </a:prstGeom>
            <a:solidFill>
              <a:srgbClr val="ACC0D3"/>
            </a:solidFill>
            <a:ln>
              <a:noFill/>
            </a:ln>
          </p:spPr>
        </p:sp>
        <p:sp>
          <p:nvSpPr>
            <p:cNvPr id="8242" name="Heatmap cell r27 c130"/>
            <p:cNvSpPr/>
            <p:nvPr/>
          </p:nvSpPr>
          <p:spPr>
            <a:xfrm>
              <a:off x="2365460" y="717782"/>
              <a:ext cx="19034" cy="26609"/>
            </a:xfrm>
            <a:prstGeom prst="rect">
              <a:avLst/>
            </a:prstGeom>
            <a:solidFill>
              <a:srgbClr val="EDAFB5"/>
            </a:solidFill>
            <a:ln>
              <a:noFill/>
            </a:ln>
          </p:spPr>
        </p:sp>
        <p:sp>
          <p:nvSpPr>
            <p:cNvPr id="8243" name="Heatmap cell r27 c131"/>
            <p:cNvSpPr/>
            <p:nvPr/>
          </p:nvSpPr>
          <p:spPr>
            <a:xfrm>
              <a:off x="2384399" y="717782"/>
              <a:ext cx="17140" cy="26609"/>
            </a:xfrm>
            <a:prstGeom prst="rect">
              <a:avLst/>
            </a:prstGeom>
            <a:solidFill>
              <a:srgbClr val="F8E4E7"/>
            </a:solidFill>
            <a:ln>
              <a:noFill/>
            </a:ln>
          </p:spPr>
        </p:sp>
        <p:sp>
          <p:nvSpPr>
            <p:cNvPr id="8244" name="Heatmap cell r27 c132"/>
            <p:cNvSpPr/>
            <p:nvPr/>
          </p:nvSpPr>
          <p:spPr>
            <a:xfrm>
              <a:off x="2401444" y="717782"/>
              <a:ext cx="19034" cy="26609"/>
            </a:xfrm>
            <a:prstGeom prst="rect">
              <a:avLst/>
            </a:prstGeom>
            <a:solidFill>
              <a:srgbClr val="EBA3AB"/>
            </a:solidFill>
            <a:ln>
              <a:noFill/>
            </a:ln>
          </p:spPr>
        </p:sp>
        <p:sp>
          <p:nvSpPr>
            <p:cNvPr id="8245" name="Heatmap cell r27 c133"/>
            <p:cNvSpPr/>
            <p:nvPr/>
          </p:nvSpPr>
          <p:spPr>
            <a:xfrm>
              <a:off x="2420383" y="717782"/>
              <a:ext cx="17140" cy="26609"/>
            </a:xfrm>
            <a:prstGeom prst="rect">
              <a:avLst/>
            </a:prstGeom>
            <a:solidFill>
              <a:srgbClr val="F6D5D9"/>
            </a:solidFill>
            <a:ln>
              <a:noFill/>
            </a:ln>
          </p:spPr>
        </p:sp>
        <p:sp>
          <p:nvSpPr>
            <p:cNvPr id="8246" name="Heatmap cell r27 c134"/>
            <p:cNvSpPr/>
            <p:nvPr/>
          </p:nvSpPr>
          <p:spPr>
            <a:xfrm>
              <a:off x="2437428" y="717782"/>
              <a:ext cx="19034" cy="26609"/>
            </a:xfrm>
            <a:prstGeom prst="rect">
              <a:avLst/>
            </a:prstGeom>
            <a:solidFill>
              <a:srgbClr val="D5DFE9"/>
            </a:solidFill>
            <a:ln>
              <a:noFill/>
            </a:ln>
          </p:spPr>
        </p:sp>
        <p:sp>
          <p:nvSpPr>
            <p:cNvPr id="8247" name="Heatmap cell r27 c135"/>
            <p:cNvSpPr/>
            <p:nvPr/>
          </p:nvSpPr>
          <p:spPr>
            <a:xfrm>
              <a:off x="2456367" y="717782"/>
              <a:ext cx="17140" cy="26609"/>
            </a:xfrm>
            <a:prstGeom prst="rect">
              <a:avLst/>
            </a:prstGeom>
            <a:solidFill>
              <a:srgbClr val="F1C3C8"/>
            </a:solidFill>
            <a:ln>
              <a:noFill/>
            </a:ln>
          </p:spPr>
        </p:sp>
        <p:sp>
          <p:nvSpPr>
            <p:cNvPr id="8248" name="Heatmap cell r27 c136"/>
            <p:cNvSpPr/>
            <p:nvPr/>
          </p:nvSpPr>
          <p:spPr>
            <a:xfrm>
              <a:off x="2473412" y="717782"/>
              <a:ext cx="19034" cy="26609"/>
            </a:xfrm>
            <a:prstGeom prst="rect">
              <a:avLst/>
            </a:prstGeom>
            <a:solidFill>
              <a:srgbClr val="F3C6CB"/>
            </a:solidFill>
            <a:ln>
              <a:noFill/>
            </a:ln>
          </p:spPr>
        </p:sp>
        <p:sp>
          <p:nvSpPr>
            <p:cNvPr id="8249" name="Heatmap cell r27 c137"/>
            <p:cNvSpPr/>
            <p:nvPr/>
          </p:nvSpPr>
          <p:spPr>
            <a:xfrm>
              <a:off x="2492351" y="717782"/>
              <a:ext cx="17140" cy="26609"/>
            </a:xfrm>
            <a:prstGeom prst="rect">
              <a:avLst/>
            </a:prstGeom>
            <a:solidFill>
              <a:srgbClr val="F8F8FA"/>
            </a:solidFill>
            <a:ln>
              <a:noFill/>
            </a:ln>
          </p:spPr>
        </p:sp>
        <p:sp>
          <p:nvSpPr>
            <p:cNvPr id="8250" name="Heatmap cell r27 c138"/>
            <p:cNvSpPr/>
            <p:nvPr/>
          </p:nvSpPr>
          <p:spPr>
            <a:xfrm>
              <a:off x="2509396" y="717782"/>
              <a:ext cx="19034" cy="26609"/>
            </a:xfrm>
            <a:prstGeom prst="rect">
              <a:avLst/>
            </a:prstGeom>
            <a:solidFill>
              <a:srgbClr val="EEF3F6"/>
            </a:solidFill>
            <a:ln>
              <a:noFill/>
            </a:ln>
          </p:spPr>
        </p:sp>
        <p:sp>
          <p:nvSpPr>
            <p:cNvPr id="8251" name="Heatmap cell r27 c139"/>
            <p:cNvSpPr/>
            <p:nvPr/>
          </p:nvSpPr>
          <p:spPr>
            <a:xfrm>
              <a:off x="2528334" y="717782"/>
              <a:ext cx="17140" cy="26609"/>
            </a:xfrm>
            <a:prstGeom prst="rect">
              <a:avLst/>
            </a:prstGeom>
            <a:solidFill>
              <a:srgbClr val="FAEBED"/>
            </a:solidFill>
            <a:ln>
              <a:noFill/>
            </a:ln>
          </p:spPr>
        </p:sp>
        <p:sp>
          <p:nvSpPr>
            <p:cNvPr id="8252" name="Heatmap cell r27 c140"/>
            <p:cNvSpPr/>
            <p:nvPr/>
          </p:nvSpPr>
          <p:spPr>
            <a:xfrm>
              <a:off x="2545379" y="717782"/>
              <a:ext cx="19034" cy="26609"/>
            </a:xfrm>
            <a:prstGeom prst="rect">
              <a:avLst/>
            </a:prstGeom>
            <a:solidFill>
              <a:srgbClr val="ECACB1"/>
            </a:solidFill>
            <a:ln>
              <a:noFill/>
            </a:ln>
          </p:spPr>
        </p:sp>
        <p:sp>
          <p:nvSpPr>
            <p:cNvPr id="8253" name="Heatmap cell r27 c141"/>
            <p:cNvSpPr/>
            <p:nvPr/>
          </p:nvSpPr>
          <p:spPr>
            <a:xfrm>
              <a:off x="2564318" y="717782"/>
              <a:ext cx="19034" cy="26609"/>
            </a:xfrm>
            <a:prstGeom prst="rect">
              <a:avLst/>
            </a:prstGeom>
            <a:solidFill>
              <a:srgbClr val="F7D7DB"/>
            </a:solidFill>
            <a:ln>
              <a:noFill/>
            </a:ln>
          </p:spPr>
        </p:sp>
        <p:sp>
          <p:nvSpPr>
            <p:cNvPr id="8254" name="Heatmap cell r27 c142"/>
            <p:cNvSpPr/>
            <p:nvPr/>
          </p:nvSpPr>
          <p:spPr>
            <a:xfrm>
              <a:off x="2583257" y="717782"/>
              <a:ext cx="17140" cy="26609"/>
            </a:xfrm>
            <a:prstGeom prst="rect">
              <a:avLst/>
            </a:prstGeom>
            <a:solidFill>
              <a:srgbClr val="F8DBDD"/>
            </a:solidFill>
            <a:ln>
              <a:noFill/>
            </a:ln>
          </p:spPr>
        </p:sp>
        <p:sp>
          <p:nvSpPr>
            <p:cNvPr id="8255" name="Heatmap cell r27 c143"/>
            <p:cNvSpPr/>
            <p:nvPr/>
          </p:nvSpPr>
          <p:spPr>
            <a:xfrm>
              <a:off x="2600302" y="717782"/>
              <a:ext cx="19034" cy="26609"/>
            </a:xfrm>
            <a:prstGeom prst="rect">
              <a:avLst/>
            </a:prstGeom>
            <a:solidFill>
              <a:srgbClr val="EBEFF5"/>
            </a:solidFill>
            <a:ln>
              <a:noFill/>
            </a:ln>
          </p:spPr>
        </p:sp>
        <p:sp>
          <p:nvSpPr>
            <p:cNvPr id="8256" name="Heatmap cell r27 c144"/>
            <p:cNvSpPr/>
            <p:nvPr/>
          </p:nvSpPr>
          <p:spPr>
            <a:xfrm>
              <a:off x="2619241" y="717782"/>
              <a:ext cx="17140" cy="26609"/>
            </a:xfrm>
            <a:prstGeom prst="rect">
              <a:avLst/>
            </a:prstGeom>
            <a:solidFill>
              <a:srgbClr val="EFB4B9"/>
            </a:solidFill>
            <a:ln>
              <a:noFill/>
            </a:ln>
          </p:spPr>
        </p:sp>
        <p:sp>
          <p:nvSpPr>
            <p:cNvPr id="8257" name="Heatmap cell r27 c145"/>
            <p:cNvSpPr/>
            <p:nvPr/>
          </p:nvSpPr>
          <p:spPr>
            <a:xfrm>
              <a:off x="2636286" y="717782"/>
              <a:ext cx="19034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8258" name="Heatmap cell r27 c146"/>
            <p:cNvSpPr/>
            <p:nvPr/>
          </p:nvSpPr>
          <p:spPr>
            <a:xfrm>
              <a:off x="2655225" y="717782"/>
              <a:ext cx="17140" cy="26609"/>
            </a:xfrm>
            <a:prstGeom prst="rect">
              <a:avLst/>
            </a:prstGeom>
            <a:solidFill>
              <a:srgbClr val="F5CFD2"/>
            </a:solidFill>
            <a:ln>
              <a:noFill/>
            </a:ln>
          </p:spPr>
        </p:sp>
        <p:sp>
          <p:nvSpPr>
            <p:cNvPr id="8259" name="Heatmap cell r27 c147"/>
            <p:cNvSpPr/>
            <p:nvPr/>
          </p:nvSpPr>
          <p:spPr>
            <a:xfrm>
              <a:off x="2672270" y="717782"/>
              <a:ext cx="19034" cy="26609"/>
            </a:xfrm>
            <a:prstGeom prst="rect">
              <a:avLst/>
            </a:prstGeom>
            <a:solidFill>
              <a:srgbClr val="E68892"/>
            </a:solidFill>
            <a:ln>
              <a:noFill/>
            </a:ln>
          </p:spPr>
        </p:sp>
        <p:sp>
          <p:nvSpPr>
            <p:cNvPr id="8260" name="Heatmap cell r27 c148"/>
            <p:cNvSpPr/>
            <p:nvPr/>
          </p:nvSpPr>
          <p:spPr>
            <a:xfrm>
              <a:off x="2691208" y="717782"/>
              <a:ext cx="17140" cy="26609"/>
            </a:xfrm>
            <a:prstGeom prst="rect">
              <a:avLst/>
            </a:prstGeom>
            <a:solidFill>
              <a:srgbClr val="F0F4F7"/>
            </a:solidFill>
            <a:ln>
              <a:noFill/>
            </a:ln>
          </p:spPr>
        </p:sp>
        <p:sp>
          <p:nvSpPr>
            <p:cNvPr id="8261" name="Heatmap cell r27 c149"/>
            <p:cNvSpPr/>
            <p:nvPr/>
          </p:nvSpPr>
          <p:spPr>
            <a:xfrm>
              <a:off x="2708253" y="717782"/>
              <a:ext cx="19034" cy="26609"/>
            </a:xfrm>
            <a:prstGeom prst="rect">
              <a:avLst/>
            </a:prstGeom>
            <a:solidFill>
              <a:srgbClr val="F8E1E3"/>
            </a:solidFill>
            <a:ln>
              <a:noFill/>
            </a:ln>
          </p:spPr>
        </p:sp>
        <p:sp>
          <p:nvSpPr>
            <p:cNvPr id="8262" name="Heatmap cell r27 c150"/>
            <p:cNvSpPr/>
            <p:nvPr/>
          </p:nvSpPr>
          <p:spPr>
            <a:xfrm>
              <a:off x="2727192" y="717782"/>
              <a:ext cx="17140" cy="26609"/>
            </a:xfrm>
            <a:prstGeom prst="rect">
              <a:avLst/>
            </a:prstGeom>
            <a:solidFill>
              <a:srgbClr val="F0BBC2"/>
            </a:solidFill>
            <a:ln>
              <a:noFill/>
            </a:ln>
          </p:spPr>
        </p:sp>
        <p:sp>
          <p:nvSpPr>
            <p:cNvPr id="8263" name="Heatmap cell r27 c151"/>
            <p:cNvSpPr/>
            <p:nvPr/>
          </p:nvSpPr>
          <p:spPr>
            <a:xfrm>
              <a:off x="2744237" y="717782"/>
              <a:ext cx="19034" cy="26609"/>
            </a:xfrm>
            <a:prstGeom prst="rect">
              <a:avLst/>
            </a:prstGeom>
            <a:solidFill>
              <a:srgbClr val="DC5764"/>
            </a:solidFill>
            <a:ln>
              <a:noFill/>
            </a:ln>
          </p:spPr>
        </p:sp>
        <p:sp>
          <p:nvSpPr>
            <p:cNvPr id="8264" name="Heatmap cell r27 c152"/>
            <p:cNvSpPr/>
            <p:nvPr/>
          </p:nvSpPr>
          <p:spPr>
            <a:xfrm>
              <a:off x="2763176" y="717782"/>
              <a:ext cx="17140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8265" name="Heatmap cell r27 c153"/>
            <p:cNvSpPr/>
            <p:nvPr/>
          </p:nvSpPr>
          <p:spPr>
            <a:xfrm>
              <a:off x="2780221" y="717782"/>
              <a:ext cx="19034" cy="26609"/>
            </a:xfrm>
            <a:prstGeom prst="rect">
              <a:avLst/>
            </a:prstGeom>
            <a:solidFill>
              <a:srgbClr val="F9E7E8"/>
            </a:solidFill>
            <a:ln>
              <a:noFill/>
            </a:ln>
          </p:spPr>
        </p:sp>
        <p:sp>
          <p:nvSpPr>
            <p:cNvPr id="8266" name="Heatmap cell r27 c154"/>
            <p:cNvSpPr/>
            <p:nvPr/>
          </p:nvSpPr>
          <p:spPr>
            <a:xfrm>
              <a:off x="2799160" y="717782"/>
              <a:ext cx="17140" cy="26609"/>
            </a:xfrm>
            <a:prstGeom prst="rect">
              <a:avLst/>
            </a:prstGeom>
            <a:solidFill>
              <a:srgbClr val="F6D5D9"/>
            </a:solidFill>
            <a:ln>
              <a:noFill/>
            </a:ln>
          </p:spPr>
        </p:sp>
        <p:sp>
          <p:nvSpPr>
            <p:cNvPr id="8267" name="Heatmap cell r27 c155"/>
            <p:cNvSpPr/>
            <p:nvPr/>
          </p:nvSpPr>
          <p:spPr>
            <a:xfrm>
              <a:off x="2816205" y="717782"/>
              <a:ext cx="19034" cy="26609"/>
            </a:xfrm>
            <a:prstGeom prst="rect">
              <a:avLst/>
            </a:prstGeom>
            <a:solidFill>
              <a:srgbClr val="F7DADC"/>
            </a:solidFill>
            <a:ln>
              <a:noFill/>
            </a:ln>
          </p:spPr>
        </p:sp>
        <p:sp>
          <p:nvSpPr>
            <p:cNvPr id="8268" name="Heatmap cell r27 c156"/>
            <p:cNvSpPr/>
            <p:nvPr/>
          </p:nvSpPr>
          <p:spPr>
            <a:xfrm>
              <a:off x="2835144" y="717782"/>
              <a:ext cx="19034" cy="26609"/>
            </a:xfrm>
            <a:prstGeom prst="rect">
              <a:avLst/>
            </a:prstGeom>
            <a:solidFill>
              <a:srgbClr val="E88F96"/>
            </a:solidFill>
            <a:ln>
              <a:noFill/>
            </a:ln>
          </p:spPr>
        </p:sp>
        <p:sp>
          <p:nvSpPr>
            <p:cNvPr id="8269" name="Heatmap cell r27 c157"/>
            <p:cNvSpPr/>
            <p:nvPr/>
          </p:nvSpPr>
          <p:spPr>
            <a:xfrm>
              <a:off x="2854082" y="717782"/>
              <a:ext cx="17140" cy="26609"/>
            </a:xfrm>
            <a:prstGeom prst="rect">
              <a:avLst/>
            </a:prstGeom>
            <a:solidFill>
              <a:srgbClr val="F8E6E8"/>
            </a:solidFill>
            <a:ln>
              <a:noFill/>
            </a:ln>
          </p:spPr>
        </p:sp>
        <p:sp>
          <p:nvSpPr>
            <p:cNvPr id="8270" name="Heatmap cell r27 c159"/>
            <p:cNvSpPr/>
            <p:nvPr/>
          </p:nvSpPr>
          <p:spPr>
            <a:xfrm>
              <a:off x="2890066" y="717782"/>
              <a:ext cx="17140" cy="26609"/>
            </a:xfrm>
            <a:prstGeom prst="rect">
              <a:avLst/>
            </a:prstGeom>
            <a:solidFill>
              <a:srgbClr val="F9E8E9"/>
            </a:solidFill>
            <a:ln>
              <a:noFill/>
            </a:ln>
          </p:spPr>
        </p:sp>
        <p:sp>
          <p:nvSpPr>
            <p:cNvPr id="8271" name="Heatmap cell r27 c160"/>
            <p:cNvSpPr/>
            <p:nvPr/>
          </p:nvSpPr>
          <p:spPr>
            <a:xfrm>
              <a:off x="2907111" y="717782"/>
              <a:ext cx="19034" cy="26609"/>
            </a:xfrm>
            <a:prstGeom prst="rect">
              <a:avLst/>
            </a:prstGeom>
            <a:solidFill>
              <a:srgbClr val="EBF0F6"/>
            </a:solidFill>
            <a:ln>
              <a:noFill/>
            </a:ln>
          </p:spPr>
        </p:sp>
        <p:sp>
          <p:nvSpPr>
            <p:cNvPr id="8272" name="Heatmap cell r27 c161"/>
            <p:cNvSpPr/>
            <p:nvPr/>
          </p:nvSpPr>
          <p:spPr>
            <a:xfrm>
              <a:off x="2926050" y="717782"/>
              <a:ext cx="17140" cy="26609"/>
            </a:xfrm>
            <a:prstGeom prst="rect">
              <a:avLst/>
            </a:prstGeom>
            <a:solidFill>
              <a:srgbClr val="6187AC"/>
            </a:solidFill>
            <a:ln>
              <a:noFill/>
            </a:ln>
          </p:spPr>
        </p:sp>
        <p:sp>
          <p:nvSpPr>
            <p:cNvPr id="8273" name="Heatmap cell r27 c162"/>
            <p:cNvSpPr/>
            <p:nvPr/>
          </p:nvSpPr>
          <p:spPr>
            <a:xfrm>
              <a:off x="2943095" y="717782"/>
              <a:ext cx="19034" cy="26609"/>
            </a:xfrm>
            <a:prstGeom prst="rect">
              <a:avLst/>
            </a:prstGeom>
            <a:solidFill>
              <a:srgbClr val="9FB6CD"/>
            </a:solidFill>
            <a:ln>
              <a:noFill/>
            </a:ln>
          </p:spPr>
        </p:sp>
        <p:sp>
          <p:nvSpPr>
            <p:cNvPr id="8274" name="Heatmap cell r27 c163"/>
            <p:cNvSpPr/>
            <p:nvPr/>
          </p:nvSpPr>
          <p:spPr>
            <a:xfrm>
              <a:off x="2962034" y="717782"/>
              <a:ext cx="17140" cy="26609"/>
            </a:xfrm>
            <a:prstGeom prst="rect">
              <a:avLst/>
            </a:prstGeom>
            <a:solidFill>
              <a:srgbClr val="B3C5D6"/>
            </a:solidFill>
            <a:ln>
              <a:noFill/>
            </a:ln>
          </p:spPr>
        </p:sp>
        <p:sp>
          <p:nvSpPr>
            <p:cNvPr id="8275" name="Heatmap cell r27 c164"/>
            <p:cNvSpPr/>
            <p:nvPr/>
          </p:nvSpPr>
          <p:spPr>
            <a:xfrm>
              <a:off x="2979079" y="717782"/>
              <a:ext cx="19034" cy="26609"/>
            </a:xfrm>
            <a:prstGeom prst="rect">
              <a:avLst/>
            </a:prstGeom>
            <a:solidFill>
              <a:srgbClr val="AFC4D5"/>
            </a:solidFill>
            <a:ln>
              <a:noFill/>
            </a:ln>
          </p:spPr>
        </p:sp>
        <p:sp>
          <p:nvSpPr>
            <p:cNvPr id="8276" name="Heatmap cell r27 c165"/>
            <p:cNvSpPr/>
            <p:nvPr/>
          </p:nvSpPr>
          <p:spPr>
            <a:xfrm>
              <a:off x="2998018" y="717782"/>
              <a:ext cx="17140" cy="26609"/>
            </a:xfrm>
            <a:prstGeom prst="rect">
              <a:avLst/>
            </a:prstGeom>
            <a:solidFill>
              <a:srgbClr val="D3DEE8"/>
            </a:solidFill>
            <a:ln>
              <a:noFill/>
            </a:ln>
          </p:spPr>
        </p:sp>
        <p:sp>
          <p:nvSpPr>
            <p:cNvPr id="8277" name="Heatmap cell r27 c166"/>
            <p:cNvSpPr/>
            <p:nvPr/>
          </p:nvSpPr>
          <p:spPr>
            <a:xfrm>
              <a:off x="3015062" y="717782"/>
              <a:ext cx="19034" cy="26609"/>
            </a:xfrm>
            <a:prstGeom prst="rect">
              <a:avLst/>
            </a:prstGeom>
            <a:solidFill>
              <a:srgbClr val="BCCDDD"/>
            </a:solidFill>
            <a:ln>
              <a:noFill/>
            </a:ln>
          </p:spPr>
        </p:sp>
        <p:sp>
          <p:nvSpPr>
            <p:cNvPr id="8278" name="Heatmap cell r27 c167"/>
            <p:cNvSpPr/>
            <p:nvPr/>
          </p:nvSpPr>
          <p:spPr>
            <a:xfrm>
              <a:off x="3034001" y="717782"/>
              <a:ext cx="17140" cy="26609"/>
            </a:xfrm>
            <a:prstGeom prst="rect">
              <a:avLst/>
            </a:prstGeom>
            <a:solidFill>
              <a:srgbClr val="C5D2DF"/>
            </a:solidFill>
            <a:ln>
              <a:noFill/>
            </a:ln>
          </p:spPr>
        </p:sp>
        <p:sp>
          <p:nvSpPr>
            <p:cNvPr id="8279" name="Heatmap cell r27 c168"/>
            <p:cNvSpPr/>
            <p:nvPr/>
          </p:nvSpPr>
          <p:spPr>
            <a:xfrm>
              <a:off x="3051046" y="717782"/>
              <a:ext cx="19034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8280" name="Heatmap cell r27 c169"/>
            <p:cNvSpPr/>
            <p:nvPr/>
          </p:nvSpPr>
          <p:spPr>
            <a:xfrm>
              <a:off x="3069985" y="717782"/>
              <a:ext cx="19034" cy="26609"/>
            </a:xfrm>
            <a:prstGeom prst="rect">
              <a:avLst/>
            </a:prstGeom>
            <a:solidFill>
              <a:srgbClr val="FCF7F7"/>
            </a:solidFill>
            <a:ln>
              <a:noFill/>
            </a:ln>
          </p:spPr>
        </p:sp>
        <p:sp>
          <p:nvSpPr>
            <p:cNvPr id="8281" name="Heatmap cell r27 c170"/>
            <p:cNvSpPr/>
            <p:nvPr/>
          </p:nvSpPr>
          <p:spPr>
            <a:xfrm>
              <a:off x="3088924" y="717782"/>
              <a:ext cx="17140" cy="26609"/>
            </a:xfrm>
            <a:prstGeom prst="rect">
              <a:avLst/>
            </a:prstGeom>
            <a:solidFill>
              <a:srgbClr val="A7BBD1"/>
            </a:solidFill>
            <a:ln>
              <a:noFill/>
            </a:ln>
          </p:spPr>
        </p:sp>
        <p:sp>
          <p:nvSpPr>
            <p:cNvPr id="8282" name="Heatmap cell r27 c171"/>
            <p:cNvSpPr/>
            <p:nvPr/>
          </p:nvSpPr>
          <p:spPr>
            <a:xfrm>
              <a:off x="3105969" y="717782"/>
              <a:ext cx="19034" cy="26609"/>
            </a:xfrm>
            <a:prstGeom prst="rect">
              <a:avLst/>
            </a:prstGeom>
            <a:solidFill>
              <a:srgbClr val="16407D"/>
            </a:solidFill>
            <a:ln>
              <a:noFill/>
            </a:ln>
          </p:spPr>
        </p:sp>
        <p:sp>
          <p:nvSpPr>
            <p:cNvPr id="8283" name="Heatmap cell r27 c172"/>
            <p:cNvSpPr/>
            <p:nvPr/>
          </p:nvSpPr>
          <p:spPr>
            <a:xfrm>
              <a:off x="3124908" y="717782"/>
              <a:ext cx="17140" cy="26609"/>
            </a:xfrm>
            <a:prstGeom prst="rect">
              <a:avLst/>
            </a:prstGeom>
            <a:solidFill>
              <a:srgbClr val="B1C4D5"/>
            </a:solidFill>
            <a:ln>
              <a:noFill/>
            </a:ln>
          </p:spPr>
        </p:sp>
        <p:sp>
          <p:nvSpPr>
            <p:cNvPr id="8284" name="Heatmap cell r27 c173"/>
            <p:cNvSpPr/>
            <p:nvPr/>
          </p:nvSpPr>
          <p:spPr>
            <a:xfrm>
              <a:off x="3141953" y="717782"/>
              <a:ext cx="19034" cy="26609"/>
            </a:xfrm>
            <a:prstGeom prst="rect">
              <a:avLst/>
            </a:prstGeom>
            <a:solidFill>
              <a:srgbClr val="ACC0D3"/>
            </a:solidFill>
            <a:ln>
              <a:noFill/>
            </a:ln>
          </p:spPr>
        </p:sp>
        <p:sp>
          <p:nvSpPr>
            <p:cNvPr id="8285" name="Heatmap cell r27 c174"/>
            <p:cNvSpPr/>
            <p:nvPr/>
          </p:nvSpPr>
          <p:spPr>
            <a:xfrm>
              <a:off x="3160892" y="717782"/>
              <a:ext cx="17140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8286" name="Heatmap cell r27 c175"/>
            <p:cNvSpPr/>
            <p:nvPr/>
          </p:nvSpPr>
          <p:spPr>
            <a:xfrm>
              <a:off x="3177936" y="717782"/>
              <a:ext cx="19034" cy="26609"/>
            </a:xfrm>
            <a:prstGeom prst="rect">
              <a:avLst/>
            </a:prstGeom>
            <a:solidFill>
              <a:srgbClr val="C2D0DE"/>
            </a:solidFill>
            <a:ln>
              <a:noFill/>
            </a:ln>
          </p:spPr>
        </p:sp>
        <p:sp>
          <p:nvSpPr>
            <p:cNvPr id="8287" name="Heatmap cell r27 c176"/>
            <p:cNvSpPr/>
            <p:nvPr/>
          </p:nvSpPr>
          <p:spPr>
            <a:xfrm>
              <a:off x="3196875" y="717782"/>
              <a:ext cx="17140" cy="26609"/>
            </a:xfrm>
            <a:prstGeom prst="rect">
              <a:avLst/>
            </a:prstGeom>
            <a:solidFill>
              <a:srgbClr val="AABDD2"/>
            </a:solidFill>
            <a:ln>
              <a:noFill/>
            </a:ln>
          </p:spPr>
        </p:sp>
        <p:sp>
          <p:nvSpPr>
            <p:cNvPr id="8288" name="Heatmap cell r27 c177"/>
            <p:cNvSpPr/>
            <p:nvPr/>
          </p:nvSpPr>
          <p:spPr>
            <a:xfrm>
              <a:off x="3213920" y="717782"/>
              <a:ext cx="19034" cy="26609"/>
            </a:xfrm>
            <a:prstGeom prst="rect">
              <a:avLst/>
            </a:prstGeom>
            <a:solidFill>
              <a:srgbClr val="86A3C0"/>
            </a:solidFill>
            <a:ln>
              <a:noFill/>
            </a:ln>
          </p:spPr>
        </p:sp>
        <p:sp>
          <p:nvSpPr>
            <p:cNvPr id="8289" name="Heatmap cell r27 c178"/>
            <p:cNvSpPr/>
            <p:nvPr/>
          </p:nvSpPr>
          <p:spPr>
            <a:xfrm>
              <a:off x="3232859" y="717782"/>
              <a:ext cx="17140" cy="26609"/>
            </a:xfrm>
            <a:prstGeom prst="rect">
              <a:avLst/>
            </a:prstGeom>
            <a:solidFill>
              <a:srgbClr val="BCCDDD"/>
            </a:solidFill>
            <a:ln>
              <a:noFill/>
            </a:ln>
          </p:spPr>
        </p:sp>
        <p:sp>
          <p:nvSpPr>
            <p:cNvPr id="8290" name="Heatmap cell r27 c179"/>
            <p:cNvSpPr/>
            <p:nvPr/>
          </p:nvSpPr>
          <p:spPr>
            <a:xfrm>
              <a:off x="3249904" y="717782"/>
              <a:ext cx="19034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8291" name="Heatmap cell r27 c180"/>
            <p:cNvSpPr/>
            <p:nvPr/>
          </p:nvSpPr>
          <p:spPr>
            <a:xfrm>
              <a:off x="3268843" y="717782"/>
              <a:ext cx="17140" cy="26609"/>
            </a:xfrm>
            <a:prstGeom prst="rect">
              <a:avLst/>
            </a:prstGeom>
            <a:solidFill>
              <a:srgbClr val="EFB9BE"/>
            </a:solidFill>
            <a:ln>
              <a:noFill/>
            </a:ln>
          </p:spPr>
        </p:sp>
        <p:sp>
          <p:nvSpPr>
            <p:cNvPr id="8292" name="Heatmap cell r27 c181"/>
            <p:cNvSpPr/>
            <p:nvPr/>
          </p:nvSpPr>
          <p:spPr>
            <a:xfrm>
              <a:off x="3285888" y="717782"/>
              <a:ext cx="19034" cy="26609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8293" name="Heatmap cell r27 c182"/>
            <p:cNvSpPr/>
            <p:nvPr/>
          </p:nvSpPr>
          <p:spPr>
            <a:xfrm>
              <a:off x="3304827" y="717782"/>
              <a:ext cx="19034" cy="26609"/>
            </a:xfrm>
            <a:prstGeom prst="rect">
              <a:avLst/>
            </a:prstGeom>
            <a:solidFill>
              <a:srgbClr val="A3B9CF"/>
            </a:solidFill>
            <a:ln>
              <a:noFill/>
            </a:ln>
          </p:spPr>
        </p:sp>
        <p:sp>
          <p:nvSpPr>
            <p:cNvPr id="8294" name="Heatmap cell r27 c183"/>
            <p:cNvSpPr/>
            <p:nvPr/>
          </p:nvSpPr>
          <p:spPr>
            <a:xfrm>
              <a:off x="3323765" y="717782"/>
              <a:ext cx="17140" cy="26609"/>
            </a:xfrm>
            <a:prstGeom prst="rect">
              <a:avLst/>
            </a:prstGeom>
            <a:solidFill>
              <a:srgbClr val="F0F5F8"/>
            </a:solidFill>
            <a:ln>
              <a:noFill/>
            </a:ln>
          </p:spPr>
        </p:sp>
        <p:sp>
          <p:nvSpPr>
            <p:cNvPr id="8295" name="Heatmap cell r27 c184"/>
            <p:cNvSpPr/>
            <p:nvPr/>
          </p:nvSpPr>
          <p:spPr>
            <a:xfrm>
              <a:off x="3340810" y="717782"/>
              <a:ext cx="19034" cy="26609"/>
            </a:xfrm>
            <a:prstGeom prst="rect">
              <a:avLst/>
            </a:prstGeom>
            <a:solidFill>
              <a:srgbClr val="BDCEDD"/>
            </a:solidFill>
            <a:ln>
              <a:noFill/>
            </a:ln>
          </p:spPr>
        </p:sp>
        <p:sp>
          <p:nvSpPr>
            <p:cNvPr id="8296" name="Heatmap cell r27 c185"/>
            <p:cNvSpPr/>
            <p:nvPr/>
          </p:nvSpPr>
          <p:spPr>
            <a:xfrm>
              <a:off x="3359749" y="717782"/>
              <a:ext cx="17140" cy="26609"/>
            </a:xfrm>
            <a:prstGeom prst="rect">
              <a:avLst/>
            </a:prstGeom>
            <a:solidFill>
              <a:srgbClr val="B5C5D7"/>
            </a:solidFill>
            <a:ln>
              <a:noFill/>
            </a:ln>
          </p:spPr>
        </p:sp>
        <p:sp>
          <p:nvSpPr>
            <p:cNvPr id="8297" name="Heatmap cell r27 c186"/>
            <p:cNvSpPr/>
            <p:nvPr/>
          </p:nvSpPr>
          <p:spPr>
            <a:xfrm>
              <a:off x="3376794" y="717782"/>
              <a:ext cx="19034" cy="26609"/>
            </a:xfrm>
            <a:prstGeom prst="rect">
              <a:avLst/>
            </a:prstGeom>
            <a:solidFill>
              <a:srgbClr val="CCD7E3"/>
            </a:solidFill>
            <a:ln>
              <a:noFill/>
            </a:ln>
          </p:spPr>
        </p:sp>
        <p:sp>
          <p:nvSpPr>
            <p:cNvPr id="8298" name="Heatmap cell r27 c187"/>
            <p:cNvSpPr/>
            <p:nvPr/>
          </p:nvSpPr>
          <p:spPr>
            <a:xfrm>
              <a:off x="3395733" y="717782"/>
              <a:ext cx="17140" cy="26609"/>
            </a:xfrm>
            <a:prstGeom prst="rect">
              <a:avLst/>
            </a:prstGeom>
            <a:solidFill>
              <a:srgbClr val="FAECEC"/>
            </a:solidFill>
            <a:ln>
              <a:noFill/>
            </a:ln>
          </p:spPr>
        </p:sp>
        <p:sp>
          <p:nvSpPr>
            <p:cNvPr id="8299" name="Heatmap cell r27 c188"/>
            <p:cNvSpPr/>
            <p:nvPr/>
          </p:nvSpPr>
          <p:spPr>
            <a:xfrm>
              <a:off x="3412778" y="717782"/>
              <a:ext cx="19034" cy="26609"/>
            </a:xfrm>
            <a:prstGeom prst="rect">
              <a:avLst/>
            </a:prstGeom>
            <a:solidFill>
              <a:srgbClr val="95AEC7"/>
            </a:solidFill>
            <a:ln>
              <a:noFill/>
            </a:ln>
          </p:spPr>
        </p:sp>
        <p:sp>
          <p:nvSpPr>
            <p:cNvPr id="8300" name="Heatmap cell r27 c189"/>
            <p:cNvSpPr/>
            <p:nvPr/>
          </p:nvSpPr>
          <p:spPr>
            <a:xfrm>
              <a:off x="3431717" y="717782"/>
              <a:ext cx="17140" cy="26609"/>
            </a:xfrm>
            <a:prstGeom prst="rect">
              <a:avLst/>
            </a:prstGeom>
            <a:solidFill>
              <a:srgbClr val="F8E3E6"/>
            </a:solidFill>
            <a:ln>
              <a:noFill/>
            </a:ln>
          </p:spPr>
        </p:sp>
        <p:sp>
          <p:nvSpPr>
            <p:cNvPr id="8301" name="Heatmap cell r27 c190"/>
            <p:cNvSpPr/>
            <p:nvPr/>
          </p:nvSpPr>
          <p:spPr>
            <a:xfrm>
              <a:off x="3448762" y="717782"/>
              <a:ext cx="19034" cy="26609"/>
            </a:xfrm>
            <a:prstGeom prst="rect">
              <a:avLst/>
            </a:prstGeom>
            <a:solidFill>
              <a:srgbClr val="E9EEF4"/>
            </a:solidFill>
            <a:ln>
              <a:noFill/>
            </a:ln>
          </p:spPr>
        </p:sp>
        <p:sp>
          <p:nvSpPr>
            <p:cNvPr id="8302" name="Heatmap cell r27 c191"/>
            <p:cNvSpPr/>
            <p:nvPr/>
          </p:nvSpPr>
          <p:spPr>
            <a:xfrm>
              <a:off x="3467701" y="717782"/>
              <a:ext cx="17140" cy="26609"/>
            </a:xfrm>
            <a:prstGeom prst="rect">
              <a:avLst/>
            </a:prstGeom>
            <a:solidFill>
              <a:srgbClr val="8BA8C3"/>
            </a:solidFill>
            <a:ln>
              <a:noFill/>
            </a:ln>
          </p:spPr>
        </p:sp>
        <p:sp>
          <p:nvSpPr>
            <p:cNvPr id="8303" name="Heatmap cell r27 c192"/>
            <p:cNvSpPr/>
            <p:nvPr/>
          </p:nvSpPr>
          <p:spPr>
            <a:xfrm>
              <a:off x="3484746" y="717782"/>
              <a:ext cx="19034" cy="26609"/>
            </a:xfrm>
            <a:prstGeom prst="rect">
              <a:avLst/>
            </a:prstGeom>
            <a:solidFill>
              <a:srgbClr val="C2D0DE"/>
            </a:solidFill>
            <a:ln>
              <a:noFill/>
            </a:ln>
          </p:spPr>
        </p:sp>
        <p:sp>
          <p:nvSpPr>
            <p:cNvPr id="8304" name="Heatmap cell r27 c193"/>
            <p:cNvSpPr/>
            <p:nvPr/>
          </p:nvSpPr>
          <p:spPr>
            <a:xfrm>
              <a:off x="3503684" y="717782"/>
              <a:ext cx="17140" cy="26609"/>
            </a:xfrm>
            <a:prstGeom prst="rect">
              <a:avLst/>
            </a:prstGeom>
            <a:solidFill>
              <a:srgbClr val="ECA8AE"/>
            </a:solidFill>
            <a:ln>
              <a:noFill/>
            </a:ln>
          </p:spPr>
        </p:sp>
        <p:sp>
          <p:nvSpPr>
            <p:cNvPr id="8305" name="Heatmap cell r27 c194"/>
            <p:cNvSpPr/>
            <p:nvPr/>
          </p:nvSpPr>
          <p:spPr>
            <a:xfrm>
              <a:off x="3520729" y="717782"/>
              <a:ext cx="19034" cy="26609"/>
            </a:xfrm>
            <a:prstGeom prst="rect">
              <a:avLst/>
            </a:prstGeom>
            <a:solidFill>
              <a:srgbClr val="8DA8C3"/>
            </a:solidFill>
            <a:ln>
              <a:noFill/>
            </a:ln>
          </p:spPr>
        </p:sp>
        <p:sp>
          <p:nvSpPr>
            <p:cNvPr id="8306" name="Heatmap cell r27 c195"/>
            <p:cNvSpPr/>
            <p:nvPr/>
          </p:nvSpPr>
          <p:spPr>
            <a:xfrm>
              <a:off x="3539668" y="717782"/>
              <a:ext cx="19034" cy="26609"/>
            </a:xfrm>
            <a:prstGeom prst="rect">
              <a:avLst/>
            </a:prstGeom>
            <a:solidFill>
              <a:srgbClr val="8EA9C3"/>
            </a:solidFill>
            <a:ln>
              <a:noFill/>
            </a:ln>
          </p:spPr>
        </p:sp>
        <p:sp>
          <p:nvSpPr>
            <p:cNvPr id="8307" name="Heatmap cell r27 c196"/>
            <p:cNvSpPr/>
            <p:nvPr/>
          </p:nvSpPr>
          <p:spPr>
            <a:xfrm>
              <a:off x="3558607" y="717782"/>
              <a:ext cx="17140" cy="26609"/>
            </a:xfrm>
            <a:prstGeom prst="rect">
              <a:avLst/>
            </a:prstGeom>
            <a:solidFill>
              <a:srgbClr val="EFB8BD"/>
            </a:solidFill>
            <a:ln>
              <a:noFill/>
            </a:ln>
          </p:spPr>
        </p:sp>
        <p:sp>
          <p:nvSpPr>
            <p:cNvPr id="8308" name="Heatmap cell r27 c197"/>
            <p:cNvSpPr/>
            <p:nvPr/>
          </p:nvSpPr>
          <p:spPr>
            <a:xfrm>
              <a:off x="3575652" y="717782"/>
              <a:ext cx="19034" cy="26609"/>
            </a:xfrm>
            <a:prstGeom prst="rect">
              <a:avLst/>
            </a:prstGeom>
            <a:solidFill>
              <a:srgbClr val="6B8FB1"/>
            </a:solidFill>
            <a:ln>
              <a:noFill/>
            </a:ln>
          </p:spPr>
        </p:sp>
        <p:sp>
          <p:nvSpPr>
            <p:cNvPr id="8309" name="Heatmap cell r27 c198"/>
            <p:cNvSpPr/>
            <p:nvPr/>
          </p:nvSpPr>
          <p:spPr>
            <a:xfrm>
              <a:off x="3594591" y="717782"/>
              <a:ext cx="17140" cy="26609"/>
            </a:xfrm>
            <a:prstGeom prst="rect">
              <a:avLst/>
            </a:prstGeom>
            <a:solidFill>
              <a:srgbClr val="91ACC7"/>
            </a:solidFill>
            <a:ln>
              <a:noFill/>
            </a:ln>
          </p:spPr>
        </p:sp>
        <p:sp>
          <p:nvSpPr>
            <p:cNvPr id="8310" name="Heatmap cell r27 c199"/>
            <p:cNvSpPr/>
            <p:nvPr/>
          </p:nvSpPr>
          <p:spPr>
            <a:xfrm>
              <a:off x="3611636" y="717782"/>
              <a:ext cx="19034" cy="26609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8311" name="Heatmap cell r27 c200"/>
            <p:cNvSpPr/>
            <p:nvPr/>
          </p:nvSpPr>
          <p:spPr>
            <a:xfrm>
              <a:off x="3630575" y="717782"/>
              <a:ext cx="17140" cy="26609"/>
            </a:xfrm>
            <a:prstGeom prst="rect">
              <a:avLst/>
            </a:prstGeom>
            <a:solidFill>
              <a:srgbClr val="EB9FA7"/>
            </a:solidFill>
            <a:ln>
              <a:noFill/>
            </a:ln>
          </p:spPr>
        </p:sp>
        <p:sp>
          <p:nvSpPr>
            <p:cNvPr id="8312" name="Heatmap cell r27 c202"/>
            <p:cNvSpPr/>
            <p:nvPr/>
          </p:nvSpPr>
          <p:spPr>
            <a:xfrm>
              <a:off x="3666558" y="717782"/>
              <a:ext cx="17140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8313" name="Heatmap cell r27 c203"/>
            <p:cNvSpPr/>
            <p:nvPr/>
          </p:nvSpPr>
          <p:spPr>
            <a:xfrm>
              <a:off x="3683603" y="717782"/>
              <a:ext cx="19034" cy="26609"/>
            </a:xfrm>
            <a:prstGeom prst="rect">
              <a:avLst/>
            </a:prstGeom>
            <a:solidFill>
              <a:srgbClr val="B8C9DA"/>
            </a:solidFill>
            <a:ln>
              <a:noFill/>
            </a:ln>
          </p:spPr>
        </p:sp>
        <p:sp>
          <p:nvSpPr>
            <p:cNvPr id="8314" name="Heatmap cell r27 c204"/>
            <p:cNvSpPr/>
            <p:nvPr/>
          </p:nvSpPr>
          <p:spPr>
            <a:xfrm>
              <a:off x="3702542" y="717782"/>
              <a:ext cx="17140" cy="26609"/>
            </a:xfrm>
            <a:prstGeom prst="rect">
              <a:avLst/>
            </a:prstGeom>
            <a:solidFill>
              <a:srgbClr val="49759F"/>
            </a:solidFill>
            <a:ln>
              <a:noFill/>
            </a:ln>
          </p:spPr>
        </p:sp>
        <p:sp>
          <p:nvSpPr>
            <p:cNvPr id="8315" name="Heatmap cell r27 c205"/>
            <p:cNvSpPr/>
            <p:nvPr/>
          </p:nvSpPr>
          <p:spPr>
            <a:xfrm>
              <a:off x="3719587" y="717782"/>
              <a:ext cx="19034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8316" name="Heatmap cell r27 c206"/>
            <p:cNvSpPr/>
            <p:nvPr/>
          </p:nvSpPr>
          <p:spPr>
            <a:xfrm>
              <a:off x="3738526" y="717782"/>
              <a:ext cx="17140" cy="26609"/>
            </a:xfrm>
            <a:prstGeom prst="rect">
              <a:avLst/>
            </a:prstGeom>
            <a:solidFill>
              <a:srgbClr val="A6BAD0"/>
            </a:solidFill>
            <a:ln>
              <a:noFill/>
            </a:ln>
          </p:spPr>
        </p:sp>
        <p:sp>
          <p:nvSpPr>
            <p:cNvPr id="8317" name="Heatmap cell r27 c207"/>
            <p:cNvSpPr/>
            <p:nvPr/>
          </p:nvSpPr>
          <p:spPr>
            <a:xfrm>
              <a:off x="3755571" y="717782"/>
              <a:ext cx="19034" cy="26609"/>
            </a:xfrm>
            <a:prstGeom prst="rect">
              <a:avLst/>
            </a:prstGeom>
            <a:solidFill>
              <a:srgbClr val="D1DCE7"/>
            </a:solidFill>
            <a:ln>
              <a:noFill/>
            </a:ln>
          </p:spPr>
        </p:sp>
        <p:sp>
          <p:nvSpPr>
            <p:cNvPr id="8318" name="Heatmap cell r27 c208"/>
            <p:cNvSpPr/>
            <p:nvPr/>
          </p:nvSpPr>
          <p:spPr>
            <a:xfrm>
              <a:off x="3774510" y="717782"/>
              <a:ext cx="19034" cy="26609"/>
            </a:xfrm>
            <a:prstGeom prst="rect">
              <a:avLst/>
            </a:prstGeom>
            <a:solidFill>
              <a:srgbClr val="BECFDD"/>
            </a:solidFill>
            <a:ln>
              <a:noFill/>
            </a:ln>
          </p:spPr>
        </p:sp>
        <p:sp>
          <p:nvSpPr>
            <p:cNvPr id="8319" name="Heatmap cell r27 c209"/>
            <p:cNvSpPr/>
            <p:nvPr/>
          </p:nvSpPr>
          <p:spPr>
            <a:xfrm>
              <a:off x="3793449" y="717782"/>
              <a:ext cx="17140" cy="26609"/>
            </a:xfrm>
            <a:prstGeom prst="rect">
              <a:avLst/>
            </a:prstGeom>
            <a:solidFill>
              <a:srgbClr val="C5D2DF"/>
            </a:solidFill>
            <a:ln>
              <a:noFill/>
            </a:ln>
          </p:spPr>
        </p:sp>
        <p:sp>
          <p:nvSpPr>
            <p:cNvPr id="8320" name="Heatmap cell r27 c210"/>
            <p:cNvSpPr/>
            <p:nvPr/>
          </p:nvSpPr>
          <p:spPr>
            <a:xfrm>
              <a:off x="3810494" y="717782"/>
              <a:ext cx="19034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8321" name="Heatmap cell r27 c211"/>
            <p:cNvSpPr/>
            <p:nvPr/>
          </p:nvSpPr>
          <p:spPr>
            <a:xfrm>
              <a:off x="3829432" y="717782"/>
              <a:ext cx="17140" cy="26609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</p:sp>
        <p:sp>
          <p:nvSpPr>
            <p:cNvPr id="8322" name="Heatmap cell r27 c212"/>
            <p:cNvSpPr/>
            <p:nvPr/>
          </p:nvSpPr>
          <p:spPr>
            <a:xfrm>
              <a:off x="3846477" y="717782"/>
              <a:ext cx="19034" cy="26609"/>
            </a:xfrm>
            <a:prstGeom prst="rect">
              <a:avLst/>
            </a:prstGeom>
            <a:solidFill>
              <a:srgbClr val="EDB0B6"/>
            </a:solidFill>
            <a:ln>
              <a:noFill/>
            </a:ln>
          </p:spPr>
        </p:sp>
        <p:sp>
          <p:nvSpPr>
            <p:cNvPr id="8323" name="Heatmap cell r27 c213"/>
            <p:cNvSpPr/>
            <p:nvPr/>
          </p:nvSpPr>
          <p:spPr>
            <a:xfrm>
              <a:off x="3865416" y="717782"/>
              <a:ext cx="17140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8324" name="Heatmap cell r27 c214"/>
            <p:cNvSpPr/>
            <p:nvPr/>
          </p:nvSpPr>
          <p:spPr>
            <a:xfrm>
              <a:off x="3882461" y="717782"/>
              <a:ext cx="19034" cy="26609"/>
            </a:xfrm>
            <a:prstGeom prst="rect">
              <a:avLst/>
            </a:prstGeom>
            <a:solidFill>
              <a:srgbClr val="A2B8CE"/>
            </a:solidFill>
            <a:ln>
              <a:noFill/>
            </a:ln>
          </p:spPr>
        </p:sp>
        <p:sp>
          <p:nvSpPr>
            <p:cNvPr id="8325" name="Heatmap cell r27 c215"/>
            <p:cNvSpPr/>
            <p:nvPr/>
          </p:nvSpPr>
          <p:spPr>
            <a:xfrm>
              <a:off x="3901400" y="717782"/>
              <a:ext cx="17140" cy="26609"/>
            </a:xfrm>
            <a:prstGeom prst="rect">
              <a:avLst/>
            </a:prstGeom>
            <a:solidFill>
              <a:srgbClr val="EBA2A9"/>
            </a:solidFill>
            <a:ln>
              <a:noFill/>
            </a:ln>
          </p:spPr>
        </p:sp>
        <p:sp>
          <p:nvSpPr>
            <p:cNvPr id="8326" name="Heatmap cell r27 c216"/>
            <p:cNvSpPr/>
            <p:nvPr/>
          </p:nvSpPr>
          <p:spPr>
            <a:xfrm>
              <a:off x="3918445" y="717782"/>
              <a:ext cx="19034" cy="26609"/>
            </a:xfrm>
            <a:prstGeom prst="rect">
              <a:avLst/>
            </a:prstGeom>
            <a:solidFill>
              <a:srgbClr val="FAECEC"/>
            </a:solidFill>
            <a:ln>
              <a:noFill/>
            </a:ln>
          </p:spPr>
        </p:sp>
        <p:sp>
          <p:nvSpPr>
            <p:cNvPr id="8327" name="Heatmap cell r27 c217"/>
            <p:cNvSpPr/>
            <p:nvPr/>
          </p:nvSpPr>
          <p:spPr>
            <a:xfrm>
              <a:off x="3937384" y="717782"/>
              <a:ext cx="17140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8328" name="Heatmap cell r27 c218"/>
            <p:cNvSpPr/>
            <p:nvPr/>
          </p:nvSpPr>
          <p:spPr>
            <a:xfrm>
              <a:off x="3954429" y="717782"/>
              <a:ext cx="19034" cy="26609"/>
            </a:xfrm>
            <a:prstGeom prst="rect">
              <a:avLst/>
            </a:prstGeom>
            <a:solidFill>
              <a:srgbClr val="EBF0F6"/>
            </a:solidFill>
            <a:ln>
              <a:noFill/>
            </a:ln>
          </p:spPr>
        </p:sp>
        <p:sp>
          <p:nvSpPr>
            <p:cNvPr id="8329" name="Heatmap cell r27 c219"/>
            <p:cNvSpPr/>
            <p:nvPr/>
          </p:nvSpPr>
          <p:spPr>
            <a:xfrm>
              <a:off x="3973368" y="717782"/>
              <a:ext cx="17140" cy="26609"/>
            </a:xfrm>
            <a:prstGeom prst="rect">
              <a:avLst/>
            </a:prstGeom>
            <a:solidFill>
              <a:srgbClr val="EFB6BA"/>
            </a:solidFill>
            <a:ln>
              <a:noFill/>
            </a:ln>
          </p:spPr>
        </p:sp>
        <p:sp>
          <p:nvSpPr>
            <p:cNvPr id="8330" name="Heatmap cell r27 c220"/>
            <p:cNvSpPr/>
            <p:nvPr/>
          </p:nvSpPr>
          <p:spPr>
            <a:xfrm>
              <a:off x="3990412" y="717782"/>
              <a:ext cx="19034" cy="26609"/>
            </a:xfrm>
            <a:prstGeom prst="rect">
              <a:avLst/>
            </a:prstGeom>
            <a:solidFill>
              <a:srgbClr val="F8DDDF"/>
            </a:solidFill>
            <a:ln>
              <a:noFill/>
            </a:ln>
          </p:spPr>
        </p:sp>
        <p:sp>
          <p:nvSpPr>
            <p:cNvPr id="8331" name="Heatmap cell r27 c221"/>
            <p:cNvSpPr/>
            <p:nvPr/>
          </p:nvSpPr>
          <p:spPr>
            <a:xfrm>
              <a:off x="4009351" y="717782"/>
              <a:ext cx="19034" cy="26609"/>
            </a:xfrm>
            <a:prstGeom prst="rect">
              <a:avLst/>
            </a:prstGeom>
            <a:solidFill>
              <a:srgbClr val="E8ECF3"/>
            </a:solidFill>
            <a:ln>
              <a:noFill/>
            </a:ln>
          </p:spPr>
        </p:sp>
        <p:sp>
          <p:nvSpPr>
            <p:cNvPr id="8332" name="Heatmap cell r27 c222"/>
            <p:cNvSpPr/>
            <p:nvPr/>
          </p:nvSpPr>
          <p:spPr>
            <a:xfrm>
              <a:off x="4028290" y="717782"/>
              <a:ext cx="17140" cy="26609"/>
            </a:xfrm>
            <a:prstGeom prst="rect">
              <a:avLst/>
            </a:prstGeom>
            <a:solidFill>
              <a:srgbClr val="F8F8FA"/>
            </a:solidFill>
            <a:ln>
              <a:noFill/>
            </a:ln>
          </p:spPr>
        </p:sp>
        <p:sp>
          <p:nvSpPr>
            <p:cNvPr id="8333" name="Heatmap cell r27 c223"/>
            <p:cNvSpPr/>
            <p:nvPr/>
          </p:nvSpPr>
          <p:spPr>
            <a:xfrm>
              <a:off x="4045335" y="717782"/>
              <a:ext cx="19034" cy="26609"/>
            </a:xfrm>
            <a:prstGeom prst="rect">
              <a:avLst/>
            </a:prstGeom>
            <a:solidFill>
              <a:srgbClr val="F1F5F8"/>
            </a:solidFill>
            <a:ln>
              <a:noFill/>
            </a:ln>
          </p:spPr>
        </p:sp>
        <p:sp>
          <p:nvSpPr>
            <p:cNvPr id="8334" name="Heatmap cell r28 c1"/>
            <p:cNvSpPr/>
            <p:nvPr/>
          </p:nvSpPr>
          <p:spPr>
            <a:xfrm>
              <a:off x="13257" y="744296"/>
              <a:ext cx="45548" cy="26609"/>
            </a:xfrm>
            <a:prstGeom prst="rect">
              <a:avLst/>
            </a:prstGeom>
            <a:solidFill>
              <a:srgbClr val="155B9C"/>
            </a:solidFill>
            <a:ln>
              <a:noFill/>
            </a:ln>
          </p:spPr>
        </p:sp>
        <p:sp>
          <p:nvSpPr>
            <p:cNvPr id="8335" name="Heatmap cell r28 c3"/>
            <p:cNvSpPr/>
            <p:nvPr/>
          </p:nvSpPr>
          <p:spPr>
            <a:xfrm>
              <a:off x="71968" y="744296"/>
              <a:ext cx="17140" cy="26609"/>
            </a:xfrm>
            <a:prstGeom prst="rect">
              <a:avLst/>
            </a:prstGeom>
            <a:solidFill>
              <a:srgbClr val="EFB9BE"/>
            </a:solidFill>
            <a:ln>
              <a:noFill/>
            </a:ln>
          </p:spPr>
        </p:sp>
        <p:sp>
          <p:nvSpPr>
            <p:cNvPr id="8336" name="Heatmap cell r28 c5"/>
            <p:cNvSpPr/>
            <p:nvPr/>
          </p:nvSpPr>
          <p:spPr>
            <a:xfrm>
              <a:off x="107951" y="744296"/>
              <a:ext cx="17140" cy="26609"/>
            </a:xfrm>
            <a:prstGeom prst="rect">
              <a:avLst/>
            </a:prstGeom>
            <a:solidFill>
              <a:srgbClr val="F1C2C6"/>
            </a:solidFill>
            <a:ln>
              <a:noFill/>
            </a:ln>
          </p:spPr>
        </p:sp>
        <p:sp>
          <p:nvSpPr>
            <p:cNvPr id="8337" name="Heatmap cell r28 c6"/>
            <p:cNvSpPr/>
            <p:nvPr/>
          </p:nvSpPr>
          <p:spPr>
            <a:xfrm>
              <a:off x="124996" y="744296"/>
              <a:ext cx="19034" cy="26609"/>
            </a:xfrm>
            <a:prstGeom prst="rect">
              <a:avLst/>
            </a:prstGeom>
            <a:solidFill>
              <a:srgbClr val="EFB7BB"/>
            </a:solidFill>
            <a:ln>
              <a:noFill/>
            </a:ln>
          </p:spPr>
        </p:sp>
        <p:sp>
          <p:nvSpPr>
            <p:cNvPr id="8338" name="Heatmap cell r28 c7"/>
            <p:cNvSpPr/>
            <p:nvPr/>
          </p:nvSpPr>
          <p:spPr>
            <a:xfrm>
              <a:off x="143935" y="744296"/>
              <a:ext cx="17140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8339" name="Heatmap cell r28 c8"/>
            <p:cNvSpPr/>
            <p:nvPr/>
          </p:nvSpPr>
          <p:spPr>
            <a:xfrm>
              <a:off x="160980" y="744296"/>
              <a:ext cx="19034" cy="26609"/>
            </a:xfrm>
            <a:prstGeom prst="rect">
              <a:avLst/>
            </a:prstGeom>
            <a:solidFill>
              <a:srgbClr val="EFB4B9"/>
            </a:solidFill>
            <a:ln>
              <a:noFill/>
            </a:ln>
          </p:spPr>
        </p:sp>
        <p:sp>
          <p:nvSpPr>
            <p:cNvPr id="8340" name="Heatmap cell r28 c9"/>
            <p:cNvSpPr/>
            <p:nvPr/>
          </p:nvSpPr>
          <p:spPr>
            <a:xfrm>
              <a:off x="179919" y="744296"/>
              <a:ext cx="19034" cy="26609"/>
            </a:xfrm>
            <a:prstGeom prst="rect">
              <a:avLst/>
            </a:prstGeom>
            <a:solidFill>
              <a:srgbClr val="EFB8BD"/>
            </a:solidFill>
            <a:ln>
              <a:noFill/>
            </a:ln>
          </p:spPr>
        </p:sp>
        <p:sp>
          <p:nvSpPr>
            <p:cNvPr id="8341" name="Heatmap cell r28 c10"/>
            <p:cNvSpPr/>
            <p:nvPr/>
          </p:nvSpPr>
          <p:spPr>
            <a:xfrm>
              <a:off x="198858" y="744296"/>
              <a:ext cx="17140" cy="26609"/>
            </a:xfrm>
            <a:prstGeom prst="rect">
              <a:avLst/>
            </a:prstGeom>
            <a:solidFill>
              <a:srgbClr val="EDF1F7"/>
            </a:solidFill>
            <a:ln>
              <a:noFill/>
            </a:ln>
          </p:spPr>
        </p:sp>
        <p:sp>
          <p:nvSpPr>
            <p:cNvPr id="8342" name="Heatmap cell r28 c11"/>
            <p:cNvSpPr/>
            <p:nvPr/>
          </p:nvSpPr>
          <p:spPr>
            <a:xfrm>
              <a:off x="215903" y="744296"/>
              <a:ext cx="19034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8343" name="Heatmap cell r28 c12"/>
            <p:cNvSpPr/>
            <p:nvPr/>
          </p:nvSpPr>
          <p:spPr>
            <a:xfrm>
              <a:off x="234842" y="744296"/>
              <a:ext cx="17140" cy="26609"/>
            </a:xfrm>
            <a:prstGeom prst="rect">
              <a:avLst/>
            </a:prstGeom>
            <a:solidFill>
              <a:srgbClr val="C2D0DE"/>
            </a:solidFill>
            <a:ln>
              <a:noFill/>
            </a:ln>
          </p:spPr>
        </p:sp>
        <p:sp>
          <p:nvSpPr>
            <p:cNvPr id="8344" name="Heatmap cell r28 c13"/>
            <p:cNvSpPr/>
            <p:nvPr/>
          </p:nvSpPr>
          <p:spPr>
            <a:xfrm>
              <a:off x="251887" y="744296"/>
              <a:ext cx="19034" cy="26609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8345" name="Heatmap cell r28 c14"/>
            <p:cNvSpPr/>
            <p:nvPr/>
          </p:nvSpPr>
          <p:spPr>
            <a:xfrm>
              <a:off x="270825" y="744296"/>
              <a:ext cx="17140" cy="26609"/>
            </a:xfrm>
            <a:prstGeom prst="rect">
              <a:avLst/>
            </a:prstGeom>
            <a:solidFill>
              <a:srgbClr val="F1C3C8"/>
            </a:solidFill>
            <a:ln>
              <a:noFill/>
            </a:ln>
          </p:spPr>
        </p:sp>
        <p:sp>
          <p:nvSpPr>
            <p:cNvPr id="8346" name="Heatmap cell r28 c15"/>
            <p:cNvSpPr/>
            <p:nvPr/>
          </p:nvSpPr>
          <p:spPr>
            <a:xfrm>
              <a:off x="287870" y="744296"/>
              <a:ext cx="19034" cy="26609"/>
            </a:xfrm>
            <a:prstGeom prst="rect">
              <a:avLst/>
            </a:prstGeom>
            <a:solidFill>
              <a:srgbClr val="EB9FA6"/>
            </a:solidFill>
            <a:ln>
              <a:noFill/>
            </a:ln>
          </p:spPr>
        </p:sp>
        <p:sp>
          <p:nvSpPr>
            <p:cNvPr id="8347" name="Heatmap cell r28 c16"/>
            <p:cNvSpPr/>
            <p:nvPr/>
          </p:nvSpPr>
          <p:spPr>
            <a:xfrm>
              <a:off x="306809" y="744296"/>
              <a:ext cx="17140" cy="26609"/>
            </a:xfrm>
            <a:prstGeom prst="rect">
              <a:avLst/>
            </a:prstGeom>
            <a:solidFill>
              <a:srgbClr val="EB9FA7"/>
            </a:solidFill>
            <a:ln>
              <a:noFill/>
            </a:ln>
          </p:spPr>
        </p:sp>
        <p:sp>
          <p:nvSpPr>
            <p:cNvPr id="8348" name="Heatmap cell r28 c17"/>
            <p:cNvSpPr/>
            <p:nvPr/>
          </p:nvSpPr>
          <p:spPr>
            <a:xfrm>
              <a:off x="323854" y="744296"/>
              <a:ext cx="19034" cy="26609"/>
            </a:xfrm>
            <a:prstGeom prst="rect">
              <a:avLst/>
            </a:prstGeom>
            <a:solidFill>
              <a:srgbClr val="DD5D68"/>
            </a:solidFill>
            <a:ln>
              <a:noFill/>
            </a:ln>
          </p:spPr>
        </p:sp>
        <p:sp>
          <p:nvSpPr>
            <p:cNvPr id="8349" name="Heatmap cell r28 c18"/>
            <p:cNvSpPr/>
            <p:nvPr/>
          </p:nvSpPr>
          <p:spPr>
            <a:xfrm>
              <a:off x="342793" y="744296"/>
              <a:ext cx="17140" cy="26609"/>
            </a:xfrm>
            <a:prstGeom prst="rect">
              <a:avLst/>
            </a:prstGeom>
            <a:solidFill>
              <a:srgbClr val="EB9EA4"/>
            </a:solidFill>
            <a:ln>
              <a:noFill/>
            </a:ln>
          </p:spPr>
        </p:sp>
        <p:sp>
          <p:nvSpPr>
            <p:cNvPr id="8350" name="Heatmap cell r28 c19"/>
            <p:cNvSpPr/>
            <p:nvPr/>
          </p:nvSpPr>
          <p:spPr>
            <a:xfrm>
              <a:off x="359838" y="744296"/>
              <a:ext cx="19034" cy="26609"/>
            </a:xfrm>
            <a:prstGeom prst="rect">
              <a:avLst/>
            </a:prstGeom>
            <a:solidFill>
              <a:srgbClr val="EBA6AC"/>
            </a:solidFill>
            <a:ln>
              <a:noFill/>
            </a:ln>
          </p:spPr>
        </p:sp>
        <p:sp>
          <p:nvSpPr>
            <p:cNvPr id="8351" name="Heatmap cell r28 c20"/>
            <p:cNvSpPr/>
            <p:nvPr/>
          </p:nvSpPr>
          <p:spPr>
            <a:xfrm>
              <a:off x="378777" y="744296"/>
              <a:ext cx="17140" cy="26609"/>
            </a:xfrm>
            <a:prstGeom prst="rect">
              <a:avLst/>
            </a:prstGeom>
            <a:solidFill>
              <a:srgbClr val="A0B7CE"/>
            </a:solidFill>
            <a:ln>
              <a:noFill/>
            </a:ln>
          </p:spPr>
        </p:sp>
        <p:sp>
          <p:nvSpPr>
            <p:cNvPr id="8352" name="Heatmap cell r28 c21"/>
            <p:cNvSpPr/>
            <p:nvPr/>
          </p:nvSpPr>
          <p:spPr>
            <a:xfrm>
              <a:off x="395822" y="744296"/>
              <a:ext cx="19034" cy="26609"/>
            </a:xfrm>
            <a:prstGeom prst="rect">
              <a:avLst/>
            </a:prstGeom>
            <a:solidFill>
              <a:srgbClr val="EDACB3"/>
            </a:solidFill>
            <a:ln>
              <a:noFill/>
            </a:ln>
          </p:spPr>
        </p:sp>
        <p:sp>
          <p:nvSpPr>
            <p:cNvPr id="8353" name="Heatmap cell r28 c22"/>
            <p:cNvSpPr/>
            <p:nvPr/>
          </p:nvSpPr>
          <p:spPr>
            <a:xfrm>
              <a:off x="414760" y="744296"/>
              <a:ext cx="19034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8354" name="Heatmap cell r28 c23"/>
            <p:cNvSpPr/>
            <p:nvPr/>
          </p:nvSpPr>
          <p:spPr>
            <a:xfrm>
              <a:off x="433699" y="744296"/>
              <a:ext cx="17140" cy="26609"/>
            </a:xfrm>
            <a:prstGeom prst="rect">
              <a:avLst/>
            </a:prstGeom>
            <a:solidFill>
              <a:srgbClr val="EFB6BA"/>
            </a:solidFill>
            <a:ln>
              <a:noFill/>
            </a:ln>
          </p:spPr>
        </p:sp>
        <p:sp>
          <p:nvSpPr>
            <p:cNvPr id="8355" name="Heatmap cell r28 c24"/>
            <p:cNvSpPr/>
            <p:nvPr/>
          </p:nvSpPr>
          <p:spPr>
            <a:xfrm>
              <a:off x="450744" y="744296"/>
              <a:ext cx="19034" cy="26609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8356" name="Heatmap cell r28 c25"/>
            <p:cNvSpPr/>
            <p:nvPr/>
          </p:nvSpPr>
          <p:spPr>
            <a:xfrm>
              <a:off x="469683" y="744296"/>
              <a:ext cx="17140" cy="26609"/>
            </a:xfrm>
            <a:prstGeom prst="rect">
              <a:avLst/>
            </a:prstGeom>
            <a:solidFill>
              <a:srgbClr val="F4CCD1"/>
            </a:solidFill>
            <a:ln>
              <a:noFill/>
            </a:ln>
          </p:spPr>
        </p:sp>
        <p:sp>
          <p:nvSpPr>
            <p:cNvPr id="8357" name="Heatmap cell r28 c27"/>
            <p:cNvSpPr/>
            <p:nvPr/>
          </p:nvSpPr>
          <p:spPr>
            <a:xfrm>
              <a:off x="505667" y="744296"/>
              <a:ext cx="17140" cy="26609"/>
            </a:xfrm>
            <a:prstGeom prst="rect">
              <a:avLst/>
            </a:prstGeom>
            <a:solidFill>
              <a:srgbClr val="EDB0B6"/>
            </a:solidFill>
            <a:ln>
              <a:noFill/>
            </a:ln>
          </p:spPr>
        </p:sp>
        <p:sp>
          <p:nvSpPr>
            <p:cNvPr id="8358" name="Heatmap cell r28 c28"/>
            <p:cNvSpPr/>
            <p:nvPr/>
          </p:nvSpPr>
          <p:spPr>
            <a:xfrm>
              <a:off x="522712" y="744296"/>
              <a:ext cx="19034" cy="26609"/>
            </a:xfrm>
            <a:prstGeom prst="rect">
              <a:avLst/>
            </a:prstGeom>
            <a:solidFill>
              <a:srgbClr val="EFB7BB"/>
            </a:solidFill>
            <a:ln>
              <a:noFill/>
            </a:ln>
          </p:spPr>
        </p:sp>
        <p:sp>
          <p:nvSpPr>
            <p:cNvPr id="8359" name="Heatmap cell r28 c29"/>
            <p:cNvSpPr/>
            <p:nvPr/>
          </p:nvSpPr>
          <p:spPr>
            <a:xfrm>
              <a:off x="541651" y="744296"/>
              <a:ext cx="17140" cy="26609"/>
            </a:xfrm>
            <a:prstGeom prst="rect">
              <a:avLst/>
            </a:prstGeom>
            <a:solidFill>
              <a:srgbClr val="CFDBE6"/>
            </a:solidFill>
            <a:ln>
              <a:noFill/>
            </a:ln>
          </p:spPr>
        </p:sp>
        <p:sp>
          <p:nvSpPr>
            <p:cNvPr id="8360" name="Heatmap cell r28 c30"/>
            <p:cNvSpPr/>
            <p:nvPr/>
          </p:nvSpPr>
          <p:spPr>
            <a:xfrm>
              <a:off x="558696" y="744296"/>
              <a:ext cx="19034" cy="26609"/>
            </a:xfrm>
            <a:prstGeom prst="rect">
              <a:avLst/>
            </a:prstGeom>
            <a:solidFill>
              <a:srgbClr val="F7DADC"/>
            </a:solidFill>
            <a:ln>
              <a:noFill/>
            </a:ln>
          </p:spPr>
        </p:sp>
        <p:sp>
          <p:nvSpPr>
            <p:cNvPr id="8361" name="Heatmap cell r28 c31"/>
            <p:cNvSpPr/>
            <p:nvPr/>
          </p:nvSpPr>
          <p:spPr>
            <a:xfrm>
              <a:off x="577634" y="744296"/>
              <a:ext cx="17140" cy="26609"/>
            </a:xfrm>
            <a:prstGeom prst="rect">
              <a:avLst/>
            </a:prstGeom>
            <a:solidFill>
              <a:srgbClr val="F8DDDF"/>
            </a:solidFill>
            <a:ln>
              <a:noFill/>
            </a:ln>
          </p:spPr>
        </p:sp>
        <p:sp>
          <p:nvSpPr>
            <p:cNvPr id="8362" name="Heatmap cell r28 c32"/>
            <p:cNvSpPr/>
            <p:nvPr/>
          </p:nvSpPr>
          <p:spPr>
            <a:xfrm>
              <a:off x="594679" y="744296"/>
              <a:ext cx="19034" cy="26609"/>
            </a:xfrm>
            <a:prstGeom prst="rect">
              <a:avLst/>
            </a:prstGeom>
            <a:solidFill>
              <a:srgbClr val="F8E9EA"/>
            </a:solidFill>
            <a:ln>
              <a:noFill/>
            </a:ln>
          </p:spPr>
        </p:sp>
        <p:sp>
          <p:nvSpPr>
            <p:cNvPr id="8363" name="Heatmap cell r28 c33"/>
            <p:cNvSpPr/>
            <p:nvPr/>
          </p:nvSpPr>
          <p:spPr>
            <a:xfrm>
              <a:off x="613618" y="744296"/>
              <a:ext cx="17140" cy="26609"/>
            </a:xfrm>
            <a:prstGeom prst="rect">
              <a:avLst/>
            </a:prstGeom>
            <a:solidFill>
              <a:srgbClr val="EAEEF4"/>
            </a:solidFill>
            <a:ln>
              <a:noFill/>
            </a:ln>
          </p:spPr>
        </p:sp>
        <p:sp>
          <p:nvSpPr>
            <p:cNvPr id="8364" name="Heatmap cell r28 c34"/>
            <p:cNvSpPr/>
            <p:nvPr/>
          </p:nvSpPr>
          <p:spPr>
            <a:xfrm>
              <a:off x="630663" y="744296"/>
              <a:ext cx="19034" cy="26609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8365" name="Heatmap cell r28 c35"/>
            <p:cNvSpPr/>
            <p:nvPr/>
          </p:nvSpPr>
          <p:spPr>
            <a:xfrm>
              <a:off x="649602" y="744296"/>
              <a:ext cx="19034" cy="26609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8366" name="Heatmap cell r28 c36"/>
            <p:cNvSpPr/>
            <p:nvPr/>
          </p:nvSpPr>
          <p:spPr>
            <a:xfrm>
              <a:off x="668541" y="744296"/>
              <a:ext cx="17140" cy="26609"/>
            </a:xfrm>
            <a:prstGeom prst="rect">
              <a:avLst/>
            </a:prstGeom>
            <a:solidFill>
              <a:srgbClr val="FAECEC"/>
            </a:solidFill>
            <a:ln>
              <a:noFill/>
            </a:ln>
          </p:spPr>
        </p:sp>
        <p:sp>
          <p:nvSpPr>
            <p:cNvPr id="8367" name="Heatmap cell r28 c37"/>
            <p:cNvSpPr/>
            <p:nvPr/>
          </p:nvSpPr>
          <p:spPr>
            <a:xfrm>
              <a:off x="685586" y="744296"/>
              <a:ext cx="19034" cy="26609"/>
            </a:xfrm>
            <a:prstGeom prst="rect">
              <a:avLst/>
            </a:prstGeom>
            <a:solidFill>
              <a:srgbClr val="F8E3E6"/>
            </a:solidFill>
            <a:ln>
              <a:noFill/>
            </a:ln>
          </p:spPr>
        </p:sp>
        <p:sp>
          <p:nvSpPr>
            <p:cNvPr id="8368" name="Heatmap cell r28 c38"/>
            <p:cNvSpPr/>
            <p:nvPr/>
          </p:nvSpPr>
          <p:spPr>
            <a:xfrm>
              <a:off x="704525" y="744296"/>
              <a:ext cx="17140" cy="26609"/>
            </a:xfrm>
            <a:prstGeom prst="rect">
              <a:avLst/>
            </a:prstGeom>
            <a:solidFill>
              <a:srgbClr val="F5F7F9"/>
            </a:solidFill>
            <a:ln>
              <a:noFill/>
            </a:ln>
          </p:spPr>
        </p:sp>
        <p:sp>
          <p:nvSpPr>
            <p:cNvPr id="8369" name="Heatmap cell r28 c39"/>
            <p:cNvSpPr/>
            <p:nvPr/>
          </p:nvSpPr>
          <p:spPr>
            <a:xfrm>
              <a:off x="721570" y="744296"/>
              <a:ext cx="19034" cy="26609"/>
            </a:xfrm>
            <a:prstGeom prst="rect">
              <a:avLst/>
            </a:prstGeom>
            <a:solidFill>
              <a:srgbClr val="BDCEDD"/>
            </a:solidFill>
            <a:ln>
              <a:noFill/>
            </a:ln>
          </p:spPr>
        </p:sp>
        <p:sp>
          <p:nvSpPr>
            <p:cNvPr id="8370" name="Heatmap cell r28 c40"/>
            <p:cNvSpPr/>
            <p:nvPr/>
          </p:nvSpPr>
          <p:spPr>
            <a:xfrm>
              <a:off x="740508" y="744296"/>
              <a:ext cx="17140" cy="26609"/>
            </a:xfrm>
            <a:prstGeom prst="rect">
              <a:avLst/>
            </a:prstGeom>
            <a:solidFill>
              <a:srgbClr val="F1C0C6"/>
            </a:solidFill>
            <a:ln>
              <a:noFill/>
            </a:ln>
          </p:spPr>
        </p:sp>
        <p:sp>
          <p:nvSpPr>
            <p:cNvPr id="8371" name="Heatmap cell r28 c41"/>
            <p:cNvSpPr/>
            <p:nvPr/>
          </p:nvSpPr>
          <p:spPr>
            <a:xfrm>
              <a:off x="757553" y="744296"/>
              <a:ext cx="19034" cy="26609"/>
            </a:xfrm>
            <a:prstGeom prst="rect">
              <a:avLst/>
            </a:prstGeom>
            <a:solidFill>
              <a:srgbClr val="DD5C68"/>
            </a:solidFill>
            <a:ln>
              <a:noFill/>
            </a:ln>
          </p:spPr>
        </p:sp>
        <p:sp>
          <p:nvSpPr>
            <p:cNvPr id="8372" name="Heatmap cell r28 c43"/>
            <p:cNvSpPr/>
            <p:nvPr/>
          </p:nvSpPr>
          <p:spPr>
            <a:xfrm>
              <a:off x="793537" y="744296"/>
              <a:ext cx="19034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8373" name="Heatmap cell r28 c44"/>
            <p:cNvSpPr/>
            <p:nvPr/>
          </p:nvSpPr>
          <p:spPr>
            <a:xfrm>
              <a:off x="812476" y="744296"/>
              <a:ext cx="17140" cy="26609"/>
            </a:xfrm>
            <a:prstGeom prst="rect">
              <a:avLst/>
            </a:prstGeom>
            <a:solidFill>
              <a:srgbClr val="F7D9DB"/>
            </a:solidFill>
            <a:ln>
              <a:noFill/>
            </a:ln>
          </p:spPr>
        </p:sp>
        <p:sp>
          <p:nvSpPr>
            <p:cNvPr id="8374" name="Heatmap cell r28 c45"/>
            <p:cNvSpPr/>
            <p:nvPr/>
          </p:nvSpPr>
          <p:spPr>
            <a:xfrm>
              <a:off x="829521" y="744296"/>
              <a:ext cx="19034" cy="26609"/>
            </a:xfrm>
            <a:prstGeom prst="rect">
              <a:avLst/>
            </a:prstGeom>
            <a:solidFill>
              <a:srgbClr val="F6D5D9"/>
            </a:solidFill>
            <a:ln>
              <a:noFill/>
            </a:ln>
          </p:spPr>
        </p:sp>
        <p:sp>
          <p:nvSpPr>
            <p:cNvPr id="8375" name="Heatmap cell r28 c46"/>
            <p:cNvSpPr/>
            <p:nvPr/>
          </p:nvSpPr>
          <p:spPr>
            <a:xfrm>
              <a:off x="848460" y="744296"/>
              <a:ext cx="17140" cy="26609"/>
            </a:xfrm>
            <a:prstGeom prst="rect">
              <a:avLst/>
            </a:prstGeom>
            <a:solidFill>
              <a:srgbClr val="F4CACD"/>
            </a:solidFill>
            <a:ln>
              <a:noFill/>
            </a:ln>
          </p:spPr>
        </p:sp>
        <p:sp>
          <p:nvSpPr>
            <p:cNvPr id="8376" name="Heatmap cell r28 c47"/>
            <p:cNvSpPr/>
            <p:nvPr/>
          </p:nvSpPr>
          <p:spPr>
            <a:xfrm>
              <a:off x="865505" y="744296"/>
              <a:ext cx="19034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8377" name="Heatmap cell r28 c48"/>
            <p:cNvSpPr/>
            <p:nvPr/>
          </p:nvSpPr>
          <p:spPr>
            <a:xfrm>
              <a:off x="884444" y="744296"/>
              <a:ext cx="19034" cy="26609"/>
            </a:xfrm>
            <a:prstGeom prst="rect">
              <a:avLst/>
            </a:prstGeom>
            <a:solidFill>
              <a:srgbClr val="F3C5C8"/>
            </a:solidFill>
            <a:ln>
              <a:noFill/>
            </a:ln>
          </p:spPr>
        </p:sp>
        <p:sp>
          <p:nvSpPr>
            <p:cNvPr id="8378" name="Heatmap cell r28 c49"/>
            <p:cNvSpPr/>
            <p:nvPr/>
          </p:nvSpPr>
          <p:spPr>
            <a:xfrm>
              <a:off x="903382" y="744296"/>
              <a:ext cx="17140" cy="26609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8379" name="Heatmap cell r28 c51"/>
            <p:cNvSpPr/>
            <p:nvPr/>
          </p:nvSpPr>
          <p:spPr>
            <a:xfrm>
              <a:off x="939366" y="744296"/>
              <a:ext cx="17140" cy="26609"/>
            </a:xfrm>
            <a:prstGeom prst="rect">
              <a:avLst/>
            </a:prstGeom>
            <a:solidFill>
              <a:srgbClr val="F5F7F9"/>
            </a:solidFill>
            <a:ln>
              <a:noFill/>
            </a:ln>
          </p:spPr>
        </p:sp>
        <p:sp>
          <p:nvSpPr>
            <p:cNvPr id="8380" name="Heatmap cell r28 c52"/>
            <p:cNvSpPr/>
            <p:nvPr/>
          </p:nvSpPr>
          <p:spPr>
            <a:xfrm>
              <a:off x="956411" y="744296"/>
              <a:ext cx="19034" cy="26609"/>
            </a:xfrm>
            <a:prstGeom prst="rect">
              <a:avLst/>
            </a:prstGeom>
            <a:solidFill>
              <a:srgbClr val="F5CFD2"/>
            </a:solidFill>
            <a:ln>
              <a:noFill/>
            </a:ln>
          </p:spPr>
        </p:sp>
        <p:sp>
          <p:nvSpPr>
            <p:cNvPr id="8381" name="Heatmap cell r28 c53"/>
            <p:cNvSpPr/>
            <p:nvPr/>
          </p:nvSpPr>
          <p:spPr>
            <a:xfrm>
              <a:off x="975350" y="744296"/>
              <a:ext cx="17140" cy="26609"/>
            </a:xfrm>
            <a:prstGeom prst="rect">
              <a:avLst/>
            </a:prstGeom>
            <a:solidFill>
              <a:srgbClr val="F5D0D3"/>
            </a:solidFill>
            <a:ln>
              <a:noFill/>
            </a:ln>
          </p:spPr>
        </p:sp>
        <p:sp>
          <p:nvSpPr>
            <p:cNvPr id="8382" name="Heatmap cell r28 c54"/>
            <p:cNvSpPr/>
            <p:nvPr/>
          </p:nvSpPr>
          <p:spPr>
            <a:xfrm>
              <a:off x="992395" y="744296"/>
              <a:ext cx="19034" cy="26609"/>
            </a:xfrm>
            <a:prstGeom prst="rect">
              <a:avLst/>
            </a:prstGeom>
            <a:solidFill>
              <a:srgbClr val="EBA9AE"/>
            </a:solidFill>
            <a:ln>
              <a:noFill/>
            </a:ln>
          </p:spPr>
        </p:sp>
        <p:sp>
          <p:nvSpPr>
            <p:cNvPr id="8383" name="Heatmap cell r28 c56"/>
            <p:cNvSpPr/>
            <p:nvPr/>
          </p:nvSpPr>
          <p:spPr>
            <a:xfrm>
              <a:off x="1028379" y="744296"/>
              <a:ext cx="19034" cy="26609"/>
            </a:xfrm>
            <a:prstGeom prst="rect">
              <a:avLst/>
            </a:prstGeom>
            <a:solidFill>
              <a:srgbClr val="DFE7ED"/>
            </a:solidFill>
            <a:ln>
              <a:noFill/>
            </a:ln>
          </p:spPr>
        </p:sp>
        <p:sp>
          <p:nvSpPr>
            <p:cNvPr id="8384" name="Heatmap cell r28 c57"/>
            <p:cNvSpPr/>
            <p:nvPr/>
          </p:nvSpPr>
          <p:spPr>
            <a:xfrm>
              <a:off x="1047318" y="744296"/>
              <a:ext cx="17140" cy="26609"/>
            </a:xfrm>
            <a:prstGeom prst="rect">
              <a:avLst/>
            </a:prstGeom>
            <a:solidFill>
              <a:srgbClr val="D5DFEA"/>
            </a:solidFill>
            <a:ln>
              <a:noFill/>
            </a:ln>
          </p:spPr>
        </p:sp>
        <p:sp>
          <p:nvSpPr>
            <p:cNvPr id="8385" name="Heatmap cell r28 c58"/>
            <p:cNvSpPr/>
            <p:nvPr/>
          </p:nvSpPr>
          <p:spPr>
            <a:xfrm>
              <a:off x="1064363" y="744296"/>
              <a:ext cx="19034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8386" name="Heatmap cell r28 c59"/>
            <p:cNvSpPr/>
            <p:nvPr/>
          </p:nvSpPr>
          <p:spPr>
            <a:xfrm>
              <a:off x="1083301" y="744296"/>
              <a:ext cx="17140" cy="26609"/>
            </a:xfrm>
            <a:prstGeom prst="rect">
              <a:avLst/>
            </a:prstGeom>
            <a:solidFill>
              <a:srgbClr val="CFDBE6"/>
            </a:solidFill>
            <a:ln>
              <a:noFill/>
            </a:ln>
          </p:spPr>
        </p:sp>
        <p:sp>
          <p:nvSpPr>
            <p:cNvPr id="8387" name="Heatmap cell r28 c60"/>
            <p:cNvSpPr/>
            <p:nvPr/>
          </p:nvSpPr>
          <p:spPr>
            <a:xfrm>
              <a:off x="1100346" y="744296"/>
              <a:ext cx="19034" cy="26609"/>
            </a:xfrm>
            <a:prstGeom prst="rect">
              <a:avLst/>
            </a:prstGeom>
            <a:solidFill>
              <a:srgbClr val="EEF3F6"/>
            </a:solidFill>
            <a:ln>
              <a:noFill/>
            </a:ln>
          </p:spPr>
        </p:sp>
        <p:sp>
          <p:nvSpPr>
            <p:cNvPr id="8388" name="Heatmap cell r28 c61"/>
            <p:cNvSpPr/>
            <p:nvPr/>
          </p:nvSpPr>
          <p:spPr>
            <a:xfrm>
              <a:off x="1119285" y="744296"/>
              <a:ext cx="19034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8389" name="Heatmap cell r28 c62"/>
            <p:cNvSpPr/>
            <p:nvPr/>
          </p:nvSpPr>
          <p:spPr>
            <a:xfrm>
              <a:off x="1138224" y="744296"/>
              <a:ext cx="17140" cy="26609"/>
            </a:xfrm>
            <a:prstGeom prst="rect">
              <a:avLst/>
            </a:prstGeom>
            <a:solidFill>
              <a:srgbClr val="F8E3E6"/>
            </a:solidFill>
            <a:ln>
              <a:noFill/>
            </a:ln>
          </p:spPr>
        </p:sp>
        <p:sp>
          <p:nvSpPr>
            <p:cNvPr id="8390" name="Heatmap cell r28 c63"/>
            <p:cNvSpPr/>
            <p:nvPr/>
          </p:nvSpPr>
          <p:spPr>
            <a:xfrm>
              <a:off x="1155269" y="744296"/>
              <a:ext cx="19034" cy="26609"/>
            </a:xfrm>
            <a:prstGeom prst="rect">
              <a:avLst/>
            </a:prstGeom>
            <a:solidFill>
              <a:srgbClr val="FBF3F4"/>
            </a:solidFill>
            <a:ln>
              <a:noFill/>
            </a:ln>
          </p:spPr>
        </p:sp>
        <p:sp>
          <p:nvSpPr>
            <p:cNvPr id="8391" name="Heatmap cell r28 c64"/>
            <p:cNvSpPr/>
            <p:nvPr/>
          </p:nvSpPr>
          <p:spPr>
            <a:xfrm>
              <a:off x="1174208" y="744296"/>
              <a:ext cx="17140" cy="26609"/>
            </a:xfrm>
            <a:prstGeom prst="rect">
              <a:avLst/>
            </a:prstGeom>
            <a:solidFill>
              <a:srgbClr val="D5DFEA"/>
            </a:solidFill>
            <a:ln>
              <a:noFill/>
            </a:ln>
          </p:spPr>
        </p:sp>
        <p:sp>
          <p:nvSpPr>
            <p:cNvPr id="8392" name="Heatmap cell r28 c65"/>
            <p:cNvSpPr/>
            <p:nvPr/>
          </p:nvSpPr>
          <p:spPr>
            <a:xfrm>
              <a:off x="1191253" y="744296"/>
              <a:ext cx="19034" cy="26609"/>
            </a:xfrm>
            <a:prstGeom prst="rect">
              <a:avLst/>
            </a:prstGeom>
            <a:solidFill>
              <a:srgbClr val="EAEEF4"/>
            </a:solidFill>
            <a:ln>
              <a:noFill/>
            </a:ln>
          </p:spPr>
        </p:sp>
        <p:sp>
          <p:nvSpPr>
            <p:cNvPr id="8393" name="Heatmap cell r28 c66"/>
            <p:cNvSpPr/>
            <p:nvPr/>
          </p:nvSpPr>
          <p:spPr>
            <a:xfrm>
              <a:off x="1210192" y="744296"/>
              <a:ext cx="17140" cy="26609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8394" name="Heatmap cell r28 c67"/>
            <p:cNvSpPr/>
            <p:nvPr/>
          </p:nvSpPr>
          <p:spPr>
            <a:xfrm>
              <a:off x="1227236" y="744296"/>
              <a:ext cx="19034" cy="26609"/>
            </a:xfrm>
            <a:prstGeom prst="rect">
              <a:avLst/>
            </a:prstGeom>
            <a:solidFill>
              <a:srgbClr val="D9E1EB"/>
            </a:solidFill>
            <a:ln>
              <a:noFill/>
            </a:ln>
          </p:spPr>
        </p:sp>
        <p:sp>
          <p:nvSpPr>
            <p:cNvPr id="8395" name="Heatmap cell r28 c68"/>
            <p:cNvSpPr/>
            <p:nvPr/>
          </p:nvSpPr>
          <p:spPr>
            <a:xfrm>
              <a:off x="1246175" y="744296"/>
              <a:ext cx="17140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8396" name="Heatmap cell r28 c69"/>
            <p:cNvSpPr/>
            <p:nvPr/>
          </p:nvSpPr>
          <p:spPr>
            <a:xfrm>
              <a:off x="1263220" y="744296"/>
              <a:ext cx="19034" cy="26609"/>
            </a:xfrm>
            <a:prstGeom prst="rect">
              <a:avLst/>
            </a:prstGeom>
            <a:solidFill>
              <a:srgbClr val="F0BAC0"/>
            </a:solidFill>
            <a:ln>
              <a:noFill/>
            </a:ln>
          </p:spPr>
        </p:sp>
        <p:sp>
          <p:nvSpPr>
            <p:cNvPr id="8397" name="Heatmap cell r28 c70"/>
            <p:cNvSpPr/>
            <p:nvPr/>
          </p:nvSpPr>
          <p:spPr>
            <a:xfrm>
              <a:off x="1282159" y="744296"/>
              <a:ext cx="17140" cy="26609"/>
            </a:xfrm>
            <a:prstGeom prst="rect">
              <a:avLst/>
            </a:prstGeom>
            <a:solidFill>
              <a:srgbClr val="D4DFE9"/>
            </a:solidFill>
            <a:ln>
              <a:noFill/>
            </a:ln>
          </p:spPr>
        </p:sp>
        <p:sp>
          <p:nvSpPr>
            <p:cNvPr id="8398" name="Heatmap cell r28 c71"/>
            <p:cNvSpPr/>
            <p:nvPr/>
          </p:nvSpPr>
          <p:spPr>
            <a:xfrm>
              <a:off x="1299204" y="744296"/>
              <a:ext cx="19034" cy="26609"/>
            </a:xfrm>
            <a:prstGeom prst="rect">
              <a:avLst/>
            </a:prstGeom>
            <a:solidFill>
              <a:srgbClr val="D0DBE6"/>
            </a:solidFill>
            <a:ln>
              <a:noFill/>
            </a:ln>
          </p:spPr>
        </p:sp>
        <p:sp>
          <p:nvSpPr>
            <p:cNvPr id="8399" name="Heatmap cell r28 c72"/>
            <p:cNvSpPr/>
            <p:nvPr/>
          </p:nvSpPr>
          <p:spPr>
            <a:xfrm>
              <a:off x="1318143" y="744296"/>
              <a:ext cx="17140" cy="26609"/>
            </a:xfrm>
            <a:prstGeom prst="rect">
              <a:avLst/>
            </a:prstGeom>
            <a:solidFill>
              <a:srgbClr val="EEB1B7"/>
            </a:solidFill>
            <a:ln>
              <a:noFill/>
            </a:ln>
          </p:spPr>
        </p:sp>
        <p:sp>
          <p:nvSpPr>
            <p:cNvPr id="8400" name="Heatmap cell r28 c73"/>
            <p:cNvSpPr/>
            <p:nvPr/>
          </p:nvSpPr>
          <p:spPr>
            <a:xfrm>
              <a:off x="1335188" y="744296"/>
              <a:ext cx="19034" cy="26609"/>
            </a:xfrm>
            <a:prstGeom prst="rect">
              <a:avLst/>
            </a:prstGeom>
            <a:solidFill>
              <a:srgbClr val="E1E9EF"/>
            </a:solidFill>
            <a:ln>
              <a:noFill/>
            </a:ln>
          </p:spPr>
        </p:sp>
        <p:sp>
          <p:nvSpPr>
            <p:cNvPr id="8401" name="Heatmap cell r28 c74"/>
            <p:cNvSpPr/>
            <p:nvPr/>
          </p:nvSpPr>
          <p:spPr>
            <a:xfrm>
              <a:off x="1354127" y="744296"/>
              <a:ext cx="17140" cy="26609"/>
            </a:xfrm>
            <a:prstGeom prst="rect">
              <a:avLst/>
            </a:prstGeom>
            <a:solidFill>
              <a:srgbClr val="F4CACD"/>
            </a:solidFill>
            <a:ln>
              <a:noFill/>
            </a:ln>
          </p:spPr>
        </p:sp>
        <p:sp>
          <p:nvSpPr>
            <p:cNvPr id="8402" name="Heatmap cell r28 c75"/>
            <p:cNvSpPr/>
            <p:nvPr/>
          </p:nvSpPr>
          <p:spPr>
            <a:xfrm>
              <a:off x="1371172" y="744296"/>
              <a:ext cx="19034" cy="26609"/>
            </a:xfrm>
            <a:prstGeom prst="rect">
              <a:avLst/>
            </a:prstGeom>
            <a:solidFill>
              <a:srgbClr val="F4CACD"/>
            </a:solidFill>
            <a:ln>
              <a:noFill/>
            </a:ln>
          </p:spPr>
        </p:sp>
        <p:sp>
          <p:nvSpPr>
            <p:cNvPr id="8403" name="Heatmap cell r28 c76"/>
            <p:cNvSpPr/>
            <p:nvPr/>
          </p:nvSpPr>
          <p:spPr>
            <a:xfrm>
              <a:off x="1390110" y="744296"/>
              <a:ext cx="19034" cy="26609"/>
            </a:xfrm>
            <a:prstGeom prst="rect">
              <a:avLst/>
            </a:prstGeom>
            <a:solidFill>
              <a:srgbClr val="E78992"/>
            </a:solidFill>
            <a:ln>
              <a:noFill/>
            </a:ln>
          </p:spPr>
        </p:sp>
        <p:sp>
          <p:nvSpPr>
            <p:cNvPr id="8404" name="Heatmap cell r28 c77"/>
            <p:cNvSpPr/>
            <p:nvPr/>
          </p:nvSpPr>
          <p:spPr>
            <a:xfrm>
              <a:off x="1409049" y="744296"/>
              <a:ext cx="17140" cy="26609"/>
            </a:xfrm>
            <a:prstGeom prst="rect">
              <a:avLst/>
            </a:prstGeom>
            <a:solidFill>
              <a:srgbClr val="F1F5F8"/>
            </a:solidFill>
            <a:ln>
              <a:noFill/>
            </a:ln>
          </p:spPr>
        </p:sp>
        <p:sp>
          <p:nvSpPr>
            <p:cNvPr id="8405" name="Heatmap cell r28 c78"/>
            <p:cNvSpPr/>
            <p:nvPr/>
          </p:nvSpPr>
          <p:spPr>
            <a:xfrm>
              <a:off x="1426094" y="744296"/>
              <a:ext cx="19034" cy="26609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</p:sp>
        <p:sp>
          <p:nvSpPr>
            <p:cNvPr id="8406" name="Heatmap cell r28 c79"/>
            <p:cNvSpPr/>
            <p:nvPr/>
          </p:nvSpPr>
          <p:spPr>
            <a:xfrm>
              <a:off x="1445033" y="744296"/>
              <a:ext cx="17140" cy="26609"/>
            </a:xfrm>
            <a:prstGeom prst="rect">
              <a:avLst/>
            </a:prstGeom>
            <a:solidFill>
              <a:srgbClr val="DF6B77"/>
            </a:solidFill>
            <a:ln>
              <a:noFill/>
            </a:ln>
          </p:spPr>
        </p:sp>
        <p:sp>
          <p:nvSpPr>
            <p:cNvPr id="8407" name="Heatmap cell r28 c80"/>
            <p:cNvSpPr/>
            <p:nvPr/>
          </p:nvSpPr>
          <p:spPr>
            <a:xfrm>
              <a:off x="1462078" y="744296"/>
              <a:ext cx="19034" cy="26609"/>
            </a:xfrm>
            <a:prstGeom prst="rect">
              <a:avLst/>
            </a:prstGeom>
            <a:solidFill>
              <a:srgbClr val="BCCDDD"/>
            </a:solidFill>
            <a:ln>
              <a:noFill/>
            </a:ln>
          </p:spPr>
        </p:sp>
        <p:sp>
          <p:nvSpPr>
            <p:cNvPr id="8408" name="Heatmap cell r28 c81"/>
            <p:cNvSpPr/>
            <p:nvPr/>
          </p:nvSpPr>
          <p:spPr>
            <a:xfrm>
              <a:off x="1481017" y="744296"/>
              <a:ext cx="17140" cy="26609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8409" name="Heatmap cell r28 c82"/>
            <p:cNvSpPr/>
            <p:nvPr/>
          </p:nvSpPr>
          <p:spPr>
            <a:xfrm>
              <a:off x="1498062" y="744296"/>
              <a:ext cx="19034" cy="26609"/>
            </a:xfrm>
            <a:prstGeom prst="rect">
              <a:avLst/>
            </a:prstGeom>
            <a:solidFill>
              <a:srgbClr val="F7E2E4"/>
            </a:solidFill>
            <a:ln>
              <a:noFill/>
            </a:ln>
          </p:spPr>
        </p:sp>
        <p:sp>
          <p:nvSpPr>
            <p:cNvPr id="8410" name="Heatmap cell r28 c83"/>
            <p:cNvSpPr/>
            <p:nvPr/>
          </p:nvSpPr>
          <p:spPr>
            <a:xfrm>
              <a:off x="1517001" y="744296"/>
              <a:ext cx="17140" cy="26609"/>
            </a:xfrm>
            <a:prstGeom prst="rect">
              <a:avLst/>
            </a:prstGeom>
            <a:solidFill>
              <a:srgbClr val="F1BEC3"/>
            </a:solidFill>
            <a:ln>
              <a:noFill/>
            </a:ln>
          </p:spPr>
        </p:sp>
        <p:sp>
          <p:nvSpPr>
            <p:cNvPr id="8411" name="Heatmap cell r28 c84"/>
            <p:cNvSpPr/>
            <p:nvPr/>
          </p:nvSpPr>
          <p:spPr>
            <a:xfrm>
              <a:off x="1534046" y="744296"/>
              <a:ext cx="19034" cy="26609"/>
            </a:xfrm>
            <a:prstGeom prst="rect">
              <a:avLst/>
            </a:prstGeom>
            <a:solidFill>
              <a:srgbClr val="EFB9BE"/>
            </a:solidFill>
            <a:ln>
              <a:noFill/>
            </a:ln>
          </p:spPr>
        </p:sp>
        <p:sp>
          <p:nvSpPr>
            <p:cNvPr id="8412" name="Heatmap cell r28 c85"/>
            <p:cNvSpPr/>
            <p:nvPr/>
          </p:nvSpPr>
          <p:spPr>
            <a:xfrm>
              <a:off x="1552984" y="744296"/>
              <a:ext cx="17140" cy="26609"/>
            </a:xfrm>
            <a:prstGeom prst="rect">
              <a:avLst/>
            </a:prstGeom>
            <a:solidFill>
              <a:srgbClr val="F6D4D7"/>
            </a:solidFill>
            <a:ln>
              <a:noFill/>
            </a:ln>
          </p:spPr>
        </p:sp>
        <p:sp>
          <p:nvSpPr>
            <p:cNvPr id="8413" name="Heatmap cell r28 c86"/>
            <p:cNvSpPr/>
            <p:nvPr/>
          </p:nvSpPr>
          <p:spPr>
            <a:xfrm>
              <a:off x="1570029" y="744296"/>
              <a:ext cx="19034" cy="26609"/>
            </a:xfrm>
            <a:prstGeom prst="rect">
              <a:avLst/>
            </a:prstGeom>
            <a:solidFill>
              <a:srgbClr val="9BB3CA"/>
            </a:solidFill>
            <a:ln>
              <a:noFill/>
            </a:ln>
          </p:spPr>
        </p:sp>
        <p:sp>
          <p:nvSpPr>
            <p:cNvPr id="8414" name="Heatmap cell r28 c87"/>
            <p:cNvSpPr/>
            <p:nvPr/>
          </p:nvSpPr>
          <p:spPr>
            <a:xfrm>
              <a:off x="1588968" y="744296"/>
              <a:ext cx="17140" cy="26609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8415" name="Heatmap cell r28 c88"/>
            <p:cNvSpPr/>
            <p:nvPr/>
          </p:nvSpPr>
          <p:spPr>
            <a:xfrm>
              <a:off x="1606013" y="744296"/>
              <a:ext cx="19034" cy="26609"/>
            </a:xfrm>
            <a:prstGeom prst="rect">
              <a:avLst/>
            </a:prstGeom>
            <a:solidFill>
              <a:srgbClr val="D5DFE9"/>
            </a:solidFill>
            <a:ln>
              <a:noFill/>
            </a:ln>
          </p:spPr>
        </p:sp>
        <p:sp>
          <p:nvSpPr>
            <p:cNvPr id="8416" name="Heatmap cell r28 c89"/>
            <p:cNvSpPr/>
            <p:nvPr/>
          </p:nvSpPr>
          <p:spPr>
            <a:xfrm>
              <a:off x="1624952" y="744296"/>
              <a:ext cx="19034" cy="26609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8417" name="Heatmap cell r28 c91"/>
            <p:cNvSpPr/>
            <p:nvPr/>
          </p:nvSpPr>
          <p:spPr>
            <a:xfrm>
              <a:off x="1660936" y="744296"/>
              <a:ext cx="19034" cy="26609"/>
            </a:xfrm>
            <a:prstGeom prst="rect">
              <a:avLst/>
            </a:prstGeom>
            <a:solidFill>
              <a:srgbClr val="ECA0A8"/>
            </a:solidFill>
            <a:ln>
              <a:noFill/>
            </a:ln>
          </p:spPr>
        </p:sp>
        <p:sp>
          <p:nvSpPr>
            <p:cNvPr id="8418" name="Heatmap cell r28 c92"/>
            <p:cNvSpPr/>
            <p:nvPr/>
          </p:nvSpPr>
          <p:spPr>
            <a:xfrm>
              <a:off x="1679875" y="744296"/>
              <a:ext cx="17140" cy="26609"/>
            </a:xfrm>
            <a:prstGeom prst="rect">
              <a:avLst/>
            </a:prstGeom>
            <a:solidFill>
              <a:srgbClr val="F1C3C8"/>
            </a:solidFill>
            <a:ln>
              <a:noFill/>
            </a:ln>
          </p:spPr>
        </p:sp>
        <p:sp>
          <p:nvSpPr>
            <p:cNvPr id="8419" name="Heatmap cell r28 c93"/>
            <p:cNvSpPr/>
            <p:nvPr/>
          </p:nvSpPr>
          <p:spPr>
            <a:xfrm>
              <a:off x="1696920" y="744296"/>
              <a:ext cx="19034" cy="26609"/>
            </a:xfrm>
            <a:prstGeom prst="rect">
              <a:avLst/>
            </a:prstGeom>
            <a:solidFill>
              <a:srgbClr val="F8E6E8"/>
            </a:solidFill>
            <a:ln>
              <a:noFill/>
            </a:ln>
          </p:spPr>
        </p:sp>
        <p:sp>
          <p:nvSpPr>
            <p:cNvPr id="8420" name="Heatmap cell r28 c94"/>
            <p:cNvSpPr/>
            <p:nvPr/>
          </p:nvSpPr>
          <p:spPr>
            <a:xfrm>
              <a:off x="1715858" y="744296"/>
              <a:ext cx="17140" cy="26609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8421" name="Heatmap cell r28 c95"/>
            <p:cNvSpPr/>
            <p:nvPr/>
          </p:nvSpPr>
          <p:spPr>
            <a:xfrm>
              <a:off x="1732903" y="744296"/>
              <a:ext cx="19034" cy="26609"/>
            </a:xfrm>
            <a:prstGeom prst="rect">
              <a:avLst/>
            </a:prstGeom>
            <a:solidFill>
              <a:srgbClr val="86A3C0"/>
            </a:solidFill>
            <a:ln>
              <a:noFill/>
            </a:ln>
          </p:spPr>
        </p:sp>
        <p:sp>
          <p:nvSpPr>
            <p:cNvPr id="8422" name="Heatmap cell r28 c96"/>
            <p:cNvSpPr/>
            <p:nvPr/>
          </p:nvSpPr>
          <p:spPr>
            <a:xfrm>
              <a:off x="1751842" y="744296"/>
              <a:ext cx="17140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8423" name="Heatmap cell r28 c97"/>
            <p:cNvSpPr/>
            <p:nvPr/>
          </p:nvSpPr>
          <p:spPr>
            <a:xfrm>
              <a:off x="1768887" y="744296"/>
              <a:ext cx="19034" cy="26609"/>
            </a:xfrm>
            <a:prstGeom prst="rect">
              <a:avLst/>
            </a:prstGeom>
            <a:solidFill>
              <a:srgbClr val="F5D0D3"/>
            </a:solidFill>
            <a:ln>
              <a:noFill/>
            </a:ln>
          </p:spPr>
        </p:sp>
        <p:sp>
          <p:nvSpPr>
            <p:cNvPr id="8424" name="Heatmap cell r28 c98"/>
            <p:cNvSpPr/>
            <p:nvPr/>
          </p:nvSpPr>
          <p:spPr>
            <a:xfrm>
              <a:off x="1787826" y="744296"/>
              <a:ext cx="17140" cy="26609"/>
            </a:xfrm>
            <a:prstGeom prst="rect">
              <a:avLst/>
            </a:prstGeom>
            <a:solidFill>
              <a:srgbClr val="EB9FA6"/>
            </a:solidFill>
            <a:ln>
              <a:noFill/>
            </a:ln>
          </p:spPr>
        </p:sp>
        <p:sp>
          <p:nvSpPr>
            <p:cNvPr id="8425" name="Heatmap cell r28 c99"/>
            <p:cNvSpPr/>
            <p:nvPr/>
          </p:nvSpPr>
          <p:spPr>
            <a:xfrm>
              <a:off x="1804871" y="744296"/>
              <a:ext cx="19034" cy="26609"/>
            </a:xfrm>
            <a:prstGeom prst="rect">
              <a:avLst/>
            </a:prstGeom>
            <a:solidFill>
              <a:srgbClr val="DFE6ED"/>
            </a:solidFill>
            <a:ln>
              <a:noFill/>
            </a:ln>
          </p:spPr>
        </p:sp>
        <p:sp>
          <p:nvSpPr>
            <p:cNvPr id="8426" name="Heatmap cell r28 c100"/>
            <p:cNvSpPr/>
            <p:nvPr/>
          </p:nvSpPr>
          <p:spPr>
            <a:xfrm>
              <a:off x="1823810" y="744296"/>
              <a:ext cx="17140" cy="26609"/>
            </a:xfrm>
            <a:prstGeom prst="rect">
              <a:avLst/>
            </a:prstGeom>
            <a:solidFill>
              <a:srgbClr val="F9E7E8"/>
            </a:solidFill>
            <a:ln>
              <a:noFill/>
            </a:ln>
          </p:spPr>
        </p:sp>
        <p:sp>
          <p:nvSpPr>
            <p:cNvPr id="8427" name="Heatmap cell r28 c101"/>
            <p:cNvSpPr/>
            <p:nvPr/>
          </p:nvSpPr>
          <p:spPr>
            <a:xfrm>
              <a:off x="1840855" y="744296"/>
              <a:ext cx="19034" cy="26609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8428" name="Heatmap cell r28 c102"/>
            <p:cNvSpPr/>
            <p:nvPr/>
          </p:nvSpPr>
          <p:spPr>
            <a:xfrm>
              <a:off x="1859794" y="744296"/>
              <a:ext cx="19034" cy="26609"/>
            </a:xfrm>
            <a:prstGeom prst="rect">
              <a:avLst/>
            </a:prstGeom>
            <a:solidFill>
              <a:srgbClr val="FBF1F3"/>
            </a:solidFill>
            <a:ln>
              <a:noFill/>
            </a:ln>
          </p:spPr>
        </p:sp>
        <p:sp>
          <p:nvSpPr>
            <p:cNvPr id="8429" name="Heatmap cell r28 c103"/>
            <p:cNvSpPr/>
            <p:nvPr/>
          </p:nvSpPr>
          <p:spPr>
            <a:xfrm>
              <a:off x="1878732" y="744296"/>
              <a:ext cx="17140" cy="26609"/>
            </a:xfrm>
            <a:prstGeom prst="rect">
              <a:avLst/>
            </a:prstGeom>
            <a:solidFill>
              <a:srgbClr val="A8BCD1"/>
            </a:solidFill>
            <a:ln>
              <a:noFill/>
            </a:ln>
          </p:spPr>
        </p:sp>
        <p:sp>
          <p:nvSpPr>
            <p:cNvPr id="8430" name="Heatmap cell r28 c104"/>
            <p:cNvSpPr/>
            <p:nvPr/>
          </p:nvSpPr>
          <p:spPr>
            <a:xfrm>
              <a:off x="1895777" y="744296"/>
              <a:ext cx="19034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8431" name="Heatmap cell r28 c105"/>
            <p:cNvSpPr/>
            <p:nvPr/>
          </p:nvSpPr>
          <p:spPr>
            <a:xfrm>
              <a:off x="1914716" y="744296"/>
              <a:ext cx="17140" cy="26609"/>
            </a:xfrm>
            <a:prstGeom prst="rect">
              <a:avLst/>
            </a:prstGeom>
            <a:solidFill>
              <a:srgbClr val="F1C2C6"/>
            </a:solidFill>
            <a:ln>
              <a:noFill/>
            </a:ln>
          </p:spPr>
        </p:sp>
        <p:sp>
          <p:nvSpPr>
            <p:cNvPr id="8432" name="Heatmap cell r28 c106"/>
            <p:cNvSpPr/>
            <p:nvPr/>
          </p:nvSpPr>
          <p:spPr>
            <a:xfrm>
              <a:off x="1931761" y="744296"/>
              <a:ext cx="19034" cy="26609"/>
            </a:xfrm>
            <a:prstGeom prst="rect">
              <a:avLst/>
            </a:prstGeom>
            <a:solidFill>
              <a:srgbClr val="C5D2DF"/>
            </a:solidFill>
            <a:ln>
              <a:noFill/>
            </a:ln>
          </p:spPr>
        </p:sp>
        <p:sp>
          <p:nvSpPr>
            <p:cNvPr id="8433" name="Heatmap cell r28 c107"/>
            <p:cNvSpPr/>
            <p:nvPr/>
          </p:nvSpPr>
          <p:spPr>
            <a:xfrm>
              <a:off x="1950700" y="744296"/>
              <a:ext cx="17140" cy="26609"/>
            </a:xfrm>
            <a:prstGeom prst="rect">
              <a:avLst/>
            </a:prstGeom>
            <a:solidFill>
              <a:srgbClr val="ACC0D3"/>
            </a:solidFill>
            <a:ln>
              <a:noFill/>
            </a:ln>
          </p:spPr>
        </p:sp>
        <p:sp>
          <p:nvSpPr>
            <p:cNvPr id="8434" name="Heatmap cell r28 c108"/>
            <p:cNvSpPr/>
            <p:nvPr/>
          </p:nvSpPr>
          <p:spPr>
            <a:xfrm>
              <a:off x="1967745" y="744296"/>
              <a:ext cx="19034" cy="26609"/>
            </a:xfrm>
            <a:prstGeom prst="rect">
              <a:avLst/>
            </a:prstGeom>
            <a:solidFill>
              <a:srgbClr val="ECAAAF"/>
            </a:solidFill>
            <a:ln>
              <a:noFill/>
            </a:ln>
          </p:spPr>
        </p:sp>
        <p:sp>
          <p:nvSpPr>
            <p:cNvPr id="8435" name="Heatmap cell r28 c109"/>
            <p:cNvSpPr/>
            <p:nvPr/>
          </p:nvSpPr>
          <p:spPr>
            <a:xfrm>
              <a:off x="1986684" y="744296"/>
              <a:ext cx="17140" cy="26609"/>
            </a:xfrm>
            <a:prstGeom prst="rect">
              <a:avLst/>
            </a:prstGeom>
            <a:solidFill>
              <a:srgbClr val="F3C5C8"/>
            </a:solidFill>
            <a:ln>
              <a:noFill/>
            </a:ln>
          </p:spPr>
        </p:sp>
        <p:sp>
          <p:nvSpPr>
            <p:cNvPr id="8436" name="Heatmap cell r28 c110"/>
            <p:cNvSpPr/>
            <p:nvPr/>
          </p:nvSpPr>
          <p:spPr>
            <a:xfrm>
              <a:off x="2003729" y="744296"/>
              <a:ext cx="19034" cy="26609"/>
            </a:xfrm>
            <a:prstGeom prst="rect">
              <a:avLst/>
            </a:prstGeom>
            <a:solidFill>
              <a:srgbClr val="F0BCC3"/>
            </a:solidFill>
            <a:ln>
              <a:noFill/>
            </a:ln>
          </p:spPr>
        </p:sp>
        <p:sp>
          <p:nvSpPr>
            <p:cNvPr id="8437" name="Heatmap cell r28 c111"/>
            <p:cNvSpPr/>
            <p:nvPr/>
          </p:nvSpPr>
          <p:spPr>
            <a:xfrm>
              <a:off x="2022668" y="744296"/>
              <a:ext cx="17140" cy="26609"/>
            </a:xfrm>
            <a:prstGeom prst="rect">
              <a:avLst/>
            </a:prstGeom>
            <a:solidFill>
              <a:srgbClr val="C6D4E1"/>
            </a:solidFill>
            <a:ln>
              <a:noFill/>
            </a:ln>
          </p:spPr>
        </p:sp>
        <p:sp>
          <p:nvSpPr>
            <p:cNvPr id="8438" name="Heatmap cell r28 c112"/>
            <p:cNvSpPr/>
            <p:nvPr/>
          </p:nvSpPr>
          <p:spPr>
            <a:xfrm>
              <a:off x="2039712" y="744296"/>
              <a:ext cx="19034" cy="26609"/>
            </a:xfrm>
            <a:prstGeom prst="rect">
              <a:avLst/>
            </a:prstGeom>
            <a:solidFill>
              <a:srgbClr val="F8E1E3"/>
            </a:solidFill>
            <a:ln>
              <a:noFill/>
            </a:ln>
          </p:spPr>
        </p:sp>
        <p:sp>
          <p:nvSpPr>
            <p:cNvPr id="8439" name="Heatmap cell r28 c113"/>
            <p:cNvSpPr/>
            <p:nvPr/>
          </p:nvSpPr>
          <p:spPr>
            <a:xfrm>
              <a:off x="2058651" y="744296"/>
              <a:ext cx="17140" cy="26609"/>
            </a:xfrm>
            <a:prstGeom prst="rect">
              <a:avLst/>
            </a:prstGeom>
            <a:solidFill>
              <a:srgbClr val="B5C6D7"/>
            </a:solidFill>
            <a:ln>
              <a:noFill/>
            </a:ln>
          </p:spPr>
        </p:sp>
        <p:sp>
          <p:nvSpPr>
            <p:cNvPr id="8440" name="Heatmap cell r28 c114"/>
            <p:cNvSpPr/>
            <p:nvPr/>
          </p:nvSpPr>
          <p:spPr>
            <a:xfrm>
              <a:off x="2075696" y="744296"/>
              <a:ext cx="19034" cy="26609"/>
            </a:xfrm>
            <a:prstGeom prst="rect">
              <a:avLst/>
            </a:prstGeom>
            <a:solidFill>
              <a:srgbClr val="F7E2E4"/>
            </a:solidFill>
            <a:ln>
              <a:noFill/>
            </a:ln>
          </p:spPr>
        </p:sp>
        <p:sp>
          <p:nvSpPr>
            <p:cNvPr id="8441" name="Heatmap cell r28 c115"/>
            <p:cNvSpPr/>
            <p:nvPr/>
          </p:nvSpPr>
          <p:spPr>
            <a:xfrm>
              <a:off x="2094635" y="744296"/>
              <a:ext cx="19034" cy="26609"/>
            </a:xfrm>
            <a:prstGeom prst="rect">
              <a:avLst/>
            </a:prstGeom>
            <a:solidFill>
              <a:srgbClr val="D5DFE9"/>
            </a:solidFill>
            <a:ln>
              <a:noFill/>
            </a:ln>
          </p:spPr>
        </p:sp>
        <p:sp>
          <p:nvSpPr>
            <p:cNvPr id="8442" name="Heatmap cell r28 c116"/>
            <p:cNvSpPr/>
            <p:nvPr/>
          </p:nvSpPr>
          <p:spPr>
            <a:xfrm>
              <a:off x="2113574" y="744296"/>
              <a:ext cx="17140" cy="26609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8443" name="Heatmap cell r28 c117"/>
            <p:cNvSpPr/>
            <p:nvPr/>
          </p:nvSpPr>
          <p:spPr>
            <a:xfrm>
              <a:off x="2130619" y="744296"/>
              <a:ext cx="19034" cy="26609"/>
            </a:xfrm>
            <a:prstGeom prst="rect">
              <a:avLst/>
            </a:prstGeom>
            <a:solidFill>
              <a:srgbClr val="E68892"/>
            </a:solidFill>
            <a:ln>
              <a:noFill/>
            </a:ln>
          </p:spPr>
        </p:sp>
        <p:sp>
          <p:nvSpPr>
            <p:cNvPr id="8444" name="Heatmap cell r28 c118"/>
            <p:cNvSpPr/>
            <p:nvPr/>
          </p:nvSpPr>
          <p:spPr>
            <a:xfrm>
              <a:off x="2149558" y="744296"/>
              <a:ext cx="17140" cy="26609"/>
            </a:xfrm>
            <a:prstGeom prst="rect">
              <a:avLst/>
            </a:prstGeom>
            <a:solidFill>
              <a:srgbClr val="F4CED1"/>
            </a:solidFill>
            <a:ln>
              <a:noFill/>
            </a:ln>
          </p:spPr>
        </p:sp>
        <p:sp>
          <p:nvSpPr>
            <p:cNvPr id="8445" name="Heatmap cell r28 c119"/>
            <p:cNvSpPr/>
            <p:nvPr/>
          </p:nvSpPr>
          <p:spPr>
            <a:xfrm>
              <a:off x="2166603" y="744296"/>
              <a:ext cx="19034" cy="26609"/>
            </a:xfrm>
            <a:prstGeom prst="rect">
              <a:avLst/>
            </a:prstGeom>
            <a:solidFill>
              <a:srgbClr val="F7DCDF"/>
            </a:solidFill>
            <a:ln>
              <a:noFill/>
            </a:ln>
          </p:spPr>
        </p:sp>
        <p:sp>
          <p:nvSpPr>
            <p:cNvPr id="8446" name="Heatmap cell r28 c120"/>
            <p:cNvSpPr/>
            <p:nvPr/>
          </p:nvSpPr>
          <p:spPr>
            <a:xfrm>
              <a:off x="2185542" y="744296"/>
              <a:ext cx="17140" cy="26609"/>
            </a:xfrm>
            <a:prstGeom prst="rect">
              <a:avLst/>
            </a:prstGeom>
            <a:solidFill>
              <a:srgbClr val="DFE7ED"/>
            </a:solidFill>
            <a:ln>
              <a:noFill/>
            </a:ln>
          </p:spPr>
        </p:sp>
        <p:sp>
          <p:nvSpPr>
            <p:cNvPr id="8447" name="Heatmap cell r28 c121"/>
            <p:cNvSpPr/>
            <p:nvPr/>
          </p:nvSpPr>
          <p:spPr>
            <a:xfrm>
              <a:off x="2202586" y="744296"/>
              <a:ext cx="19034" cy="26609"/>
            </a:xfrm>
            <a:prstGeom prst="rect">
              <a:avLst/>
            </a:prstGeom>
            <a:solidFill>
              <a:srgbClr val="F0BBC2"/>
            </a:solidFill>
            <a:ln>
              <a:noFill/>
            </a:ln>
          </p:spPr>
        </p:sp>
        <p:sp>
          <p:nvSpPr>
            <p:cNvPr id="8448" name="Heatmap cell r28 c122"/>
            <p:cNvSpPr/>
            <p:nvPr/>
          </p:nvSpPr>
          <p:spPr>
            <a:xfrm>
              <a:off x="2221525" y="744296"/>
              <a:ext cx="17140" cy="26609"/>
            </a:xfrm>
            <a:prstGeom prst="rect">
              <a:avLst/>
            </a:prstGeom>
            <a:solidFill>
              <a:srgbClr val="F9E7E8"/>
            </a:solidFill>
            <a:ln>
              <a:noFill/>
            </a:ln>
          </p:spPr>
        </p:sp>
        <p:sp>
          <p:nvSpPr>
            <p:cNvPr id="8449" name="Heatmap cell r28 c123"/>
            <p:cNvSpPr/>
            <p:nvPr/>
          </p:nvSpPr>
          <p:spPr>
            <a:xfrm>
              <a:off x="2238570" y="744296"/>
              <a:ext cx="19034" cy="26609"/>
            </a:xfrm>
            <a:prstGeom prst="rect">
              <a:avLst/>
            </a:prstGeom>
            <a:solidFill>
              <a:srgbClr val="EBA3AA"/>
            </a:solidFill>
            <a:ln>
              <a:noFill/>
            </a:ln>
          </p:spPr>
        </p:sp>
        <p:sp>
          <p:nvSpPr>
            <p:cNvPr id="8450" name="Heatmap cell r28 c124"/>
            <p:cNvSpPr/>
            <p:nvPr/>
          </p:nvSpPr>
          <p:spPr>
            <a:xfrm>
              <a:off x="2257509" y="744296"/>
              <a:ext cx="17140" cy="26609"/>
            </a:xfrm>
            <a:prstGeom prst="rect">
              <a:avLst/>
            </a:prstGeom>
            <a:solidFill>
              <a:srgbClr val="F7DADC"/>
            </a:solidFill>
            <a:ln>
              <a:noFill/>
            </a:ln>
          </p:spPr>
        </p:sp>
        <p:sp>
          <p:nvSpPr>
            <p:cNvPr id="8451" name="Heatmap cell r28 c125"/>
            <p:cNvSpPr/>
            <p:nvPr/>
          </p:nvSpPr>
          <p:spPr>
            <a:xfrm>
              <a:off x="2274554" y="744296"/>
              <a:ext cx="19034" cy="26609"/>
            </a:xfrm>
            <a:prstGeom prst="rect">
              <a:avLst/>
            </a:prstGeom>
            <a:solidFill>
              <a:srgbClr val="C4D2DF"/>
            </a:solidFill>
            <a:ln>
              <a:noFill/>
            </a:ln>
          </p:spPr>
        </p:sp>
        <p:sp>
          <p:nvSpPr>
            <p:cNvPr id="8452" name="Heatmap cell r28 c126"/>
            <p:cNvSpPr/>
            <p:nvPr/>
          </p:nvSpPr>
          <p:spPr>
            <a:xfrm>
              <a:off x="2293493" y="744296"/>
              <a:ext cx="17140" cy="26609"/>
            </a:xfrm>
            <a:prstGeom prst="rect">
              <a:avLst/>
            </a:prstGeom>
            <a:solidFill>
              <a:srgbClr val="CDD9E3"/>
            </a:solidFill>
            <a:ln>
              <a:noFill/>
            </a:ln>
          </p:spPr>
        </p:sp>
        <p:sp>
          <p:nvSpPr>
            <p:cNvPr id="8453" name="Heatmap cell r28 c127"/>
            <p:cNvSpPr/>
            <p:nvPr/>
          </p:nvSpPr>
          <p:spPr>
            <a:xfrm>
              <a:off x="2310538" y="744296"/>
              <a:ext cx="19034" cy="26609"/>
            </a:xfrm>
            <a:prstGeom prst="rect">
              <a:avLst/>
            </a:prstGeom>
            <a:solidFill>
              <a:srgbClr val="92ADC6"/>
            </a:solidFill>
            <a:ln>
              <a:noFill/>
            </a:ln>
          </p:spPr>
        </p:sp>
        <p:sp>
          <p:nvSpPr>
            <p:cNvPr id="8454" name="Heatmap cell r28 c128"/>
            <p:cNvSpPr/>
            <p:nvPr/>
          </p:nvSpPr>
          <p:spPr>
            <a:xfrm>
              <a:off x="2329477" y="744296"/>
              <a:ext cx="19034" cy="26609"/>
            </a:xfrm>
            <a:prstGeom prst="rect">
              <a:avLst/>
            </a:prstGeom>
            <a:solidFill>
              <a:srgbClr val="B1C4D5"/>
            </a:solidFill>
            <a:ln>
              <a:noFill/>
            </a:ln>
          </p:spPr>
        </p:sp>
        <p:sp>
          <p:nvSpPr>
            <p:cNvPr id="8455" name="Heatmap cell r28 c129"/>
            <p:cNvSpPr/>
            <p:nvPr/>
          </p:nvSpPr>
          <p:spPr>
            <a:xfrm>
              <a:off x="2348416" y="744296"/>
              <a:ext cx="17140" cy="26609"/>
            </a:xfrm>
            <a:prstGeom prst="rect">
              <a:avLst/>
            </a:prstGeom>
            <a:solidFill>
              <a:srgbClr val="F5CED2"/>
            </a:solidFill>
            <a:ln>
              <a:noFill/>
            </a:ln>
          </p:spPr>
        </p:sp>
        <p:sp>
          <p:nvSpPr>
            <p:cNvPr id="8456" name="Heatmap cell r28 c131"/>
            <p:cNvSpPr/>
            <p:nvPr/>
          </p:nvSpPr>
          <p:spPr>
            <a:xfrm>
              <a:off x="2384399" y="744296"/>
              <a:ext cx="17140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8457" name="Heatmap cell r28 c132"/>
            <p:cNvSpPr/>
            <p:nvPr/>
          </p:nvSpPr>
          <p:spPr>
            <a:xfrm>
              <a:off x="2401444" y="744296"/>
              <a:ext cx="19034" cy="26609"/>
            </a:xfrm>
            <a:prstGeom prst="rect">
              <a:avLst/>
            </a:prstGeom>
            <a:solidFill>
              <a:srgbClr val="F6D5D9"/>
            </a:solidFill>
            <a:ln>
              <a:noFill/>
            </a:ln>
          </p:spPr>
        </p:sp>
        <p:sp>
          <p:nvSpPr>
            <p:cNvPr id="8458" name="Heatmap cell r28 c133"/>
            <p:cNvSpPr/>
            <p:nvPr/>
          </p:nvSpPr>
          <p:spPr>
            <a:xfrm>
              <a:off x="2420383" y="744296"/>
              <a:ext cx="17140" cy="26609"/>
            </a:xfrm>
            <a:prstGeom prst="rect">
              <a:avLst/>
            </a:prstGeom>
            <a:solidFill>
              <a:srgbClr val="ABBED2"/>
            </a:solidFill>
            <a:ln>
              <a:noFill/>
            </a:ln>
          </p:spPr>
        </p:sp>
        <p:sp>
          <p:nvSpPr>
            <p:cNvPr id="8459" name="Heatmap cell r28 c134"/>
            <p:cNvSpPr/>
            <p:nvPr/>
          </p:nvSpPr>
          <p:spPr>
            <a:xfrm>
              <a:off x="2437428" y="744296"/>
              <a:ext cx="19034" cy="26609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8460" name="Heatmap cell r28 c135"/>
            <p:cNvSpPr/>
            <p:nvPr/>
          </p:nvSpPr>
          <p:spPr>
            <a:xfrm>
              <a:off x="2456367" y="744296"/>
              <a:ext cx="17140" cy="26609"/>
            </a:xfrm>
            <a:prstGeom prst="rect">
              <a:avLst/>
            </a:prstGeom>
            <a:solidFill>
              <a:srgbClr val="EEB1B7"/>
            </a:solidFill>
            <a:ln>
              <a:noFill/>
            </a:ln>
          </p:spPr>
        </p:sp>
        <p:sp>
          <p:nvSpPr>
            <p:cNvPr id="8461" name="Heatmap cell r28 c136"/>
            <p:cNvSpPr/>
            <p:nvPr/>
          </p:nvSpPr>
          <p:spPr>
            <a:xfrm>
              <a:off x="2473412" y="744296"/>
              <a:ext cx="19034" cy="26609"/>
            </a:xfrm>
            <a:prstGeom prst="rect">
              <a:avLst/>
            </a:prstGeom>
            <a:solidFill>
              <a:srgbClr val="F3C7CC"/>
            </a:solidFill>
            <a:ln>
              <a:noFill/>
            </a:ln>
          </p:spPr>
        </p:sp>
        <p:sp>
          <p:nvSpPr>
            <p:cNvPr id="8462" name="Heatmap cell r28 c137"/>
            <p:cNvSpPr/>
            <p:nvPr/>
          </p:nvSpPr>
          <p:spPr>
            <a:xfrm>
              <a:off x="2492351" y="744296"/>
              <a:ext cx="17140" cy="26609"/>
            </a:xfrm>
            <a:prstGeom prst="rect">
              <a:avLst/>
            </a:prstGeom>
            <a:solidFill>
              <a:srgbClr val="F4CCD1"/>
            </a:solidFill>
            <a:ln>
              <a:noFill/>
            </a:ln>
          </p:spPr>
        </p:sp>
        <p:sp>
          <p:nvSpPr>
            <p:cNvPr id="8463" name="Heatmap cell r28 c138"/>
            <p:cNvSpPr/>
            <p:nvPr/>
          </p:nvSpPr>
          <p:spPr>
            <a:xfrm>
              <a:off x="2509396" y="744296"/>
              <a:ext cx="19034" cy="26609"/>
            </a:xfrm>
            <a:prstGeom prst="rect">
              <a:avLst/>
            </a:prstGeom>
            <a:solidFill>
              <a:srgbClr val="ECABB0"/>
            </a:solidFill>
            <a:ln>
              <a:noFill/>
            </a:ln>
          </p:spPr>
        </p:sp>
        <p:sp>
          <p:nvSpPr>
            <p:cNvPr id="8464" name="Heatmap cell r28 c139"/>
            <p:cNvSpPr/>
            <p:nvPr/>
          </p:nvSpPr>
          <p:spPr>
            <a:xfrm>
              <a:off x="2528334" y="744296"/>
              <a:ext cx="17140" cy="26609"/>
            </a:xfrm>
            <a:prstGeom prst="rect">
              <a:avLst/>
            </a:prstGeom>
            <a:solidFill>
              <a:srgbClr val="F1F5F8"/>
            </a:solidFill>
            <a:ln>
              <a:noFill/>
            </a:ln>
          </p:spPr>
        </p:sp>
        <p:sp>
          <p:nvSpPr>
            <p:cNvPr id="8465" name="Heatmap cell r28 c140"/>
            <p:cNvSpPr/>
            <p:nvPr/>
          </p:nvSpPr>
          <p:spPr>
            <a:xfrm>
              <a:off x="2545379" y="744296"/>
              <a:ext cx="19034" cy="26609"/>
            </a:xfrm>
            <a:prstGeom prst="rect">
              <a:avLst/>
            </a:prstGeom>
            <a:solidFill>
              <a:srgbClr val="EBEFF5"/>
            </a:solidFill>
            <a:ln>
              <a:noFill/>
            </a:ln>
          </p:spPr>
        </p:sp>
        <p:sp>
          <p:nvSpPr>
            <p:cNvPr id="8466" name="Heatmap cell r28 c141"/>
            <p:cNvSpPr/>
            <p:nvPr/>
          </p:nvSpPr>
          <p:spPr>
            <a:xfrm>
              <a:off x="2564318" y="744296"/>
              <a:ext cx="19034" cy="26609"/>
            </a:xfrm>
            <a:prstGeom prst="rect">
              <a:avLst/>
            </a:prstGeom>
            <a:solidFill>
              <a:srgbClr val="F8DEE0"/>
            </a:solidFill>
            <a:ln>
              <a:noFill/>
            </a:ln>
          </p:spPr>
        </p:sp>
        <p:sp>
          <p:nvSpPr>
            <p:cNvPr id="8467" name="Heatmap cell r28 c142"/>
            <p:cNvSpPr/>
            <p:nvPr/>
          </p:nvSpPr>
          <p:spPr>
            <a:xfrm>
              <a:off x="2583257" y="744296"/>
              <a:ext cx="17140" cy="26609"/>
            </a:xfrm>
            <a:prstGeom prst="rect">
              <a:avLst/>
            </a:prstGeom>
            <a:solidFill>
              <a:srgbClr val="F3C5C8"/>
            </a:solidFill>
            <a:ln>
              <a:noFill/>
            </a:ln>
          </p:spPr>
        </p:sp>
        <p:sp>
          <p:nvSpPr>
            <p:cNvPr id="8468" name="Heatmap cell r28 c143"/>
            <p:cNvSpPr/>
            <p:nvPr/>
          </p:nvSpPr>
          <p:spPr>
            <a:xfrm>
              <a:off x="2600302" y="744296"/>
              <a:ext cx="19034" cy="26609"/>
            </a:xfrm>
            <a:prstGeom prst="rect">
              <a:avLst/>
            </a:prstGeom>
            <a:solidFill>
              <a:srgbClr val="F7D7DB"/>
            </a:solidFill>
            <a:ln>
              <a:noFill/>
            </a:ln>
          </p:spPr>
        </p:sp>
        <p:sp>
          <p:nvSpPr>
            <p:cNvPr id="8469" name="Heatmap cell r28 c144"/>
            <p:cNvSpPr/>
            <p:nvPr/>
          </p:nvSpPr>
          <p:spPr>
            <a:xfrm>
              <a:off x="2619241" y="744296"/>
              <a:ext cx="17140" cy="26609"/>
            </a:xfrm>
            <a:prstGeom prst="rect">
              <a:avLst/>
            </a:prstGeom>
            <a:solidFill>
              <a:srgbClr val="F3C9CE"/>
            </a:solidFill>
            <a:ln>
              <a:noFill/>
            </a:ln>
          </p:spPr>
        </p:sp>
        <p:sp>
          <p:nvSpPr>
            <p:cNvPr id="8470" name="Heatmap cell r28 c145"/>
            <p:cNvSpPr/>
            <p:nvPr/>
          </p:nvSpPr>
          <p:spPr>
            <a:xfrm>
              <a:off x="2636286" y="744296"/>
              <a:ext cx="19034" cy="26609"/>
            </a:xfrm>
            <a:prstGeom prst="rect">
              <a:avLst/>
            </a:prstGeom>
            <a:solidFill>
              <a:srgbClr val="ACC1D3"/>
            </a:solidFill>
            <a:ln>
              <a:noFill/>
            </a:ln>
          </p:spPr>
        </p:sp>
        <p:sp>
          <p:nvSpPr>
            <p:cNvPr id="8471" name="Heatmap cell r28 c146"/>
            <p:cNvSpPr/>
            <p:nvPr/>
          </p:nvSpPr>
          <p:spPr>
            <a:xfrm>
              <a:off x="2655225" y="744296"/>
              <a:ext cx="17140" cy="26609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8472" name="Heatmap cell r28 c147"/>
            <p:cNvSpPr/>
            <p:nvPr/>
          </p:nvSpPr>
          <p:spPr>
            <a:xfrm>
              <a:off x="2672270" y="744296"/>
              <a:ext cx="19034" cy="26609"/>
            </a:xfrm>
            <a:prstGeom prst="rect">
              <a:avLst/>
            </a:prstGeom>
            <a:solidFill>
              <a:srgbClr val="F4CACD"/>
            </a:solidFill>
            <a:ln>
              <a:noFill/>
            </a:ln>
          </p:spPr>
        </p:sp>
        <p:sp>
          <p:nvSpPr>
            <p:cNvPr id="8473" name="Heatmap cell r28 c148"/>
            <p:cNvSpPr/>
            <p:nvPr/>
          </p:nvSpPr>
          <p:spPr>
            <a:xfrm>
              <a:off x="2691208" y="744296"/>
              <a:ext cx="17140" cy="26609"/>
            </a:xfrm>
            <a:prstGeom prst="rect">
              <a:avLst/>
            </a:prstGeom>
            <a:solidFill>
              <a:srgbClr val="85A1BE"/>
            </a:solidFill>
            <a:ln>
              <a:noFill/>
            </a:ln>
          </p:spPr>
        </p:sp>
        <p:sp>
          <p:nvSpPr>
            <p:cNvPr id="8474" name="Heatmap cell r28 c149"/>
            <p:cNvSpPr/>
            <p:nvPr/>
          </p:nvSpPr>
          <p:spPr>
            <a:xfrm>
              <a:off x="2708253" y="744296"/>
              <a:ext cx="19034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8475" name="Heatmap cell r28 c150"/>
            <p:cNvSpPr/>
            <p:nvPr/>
          </p:nvSpPr>
          <p:spPr>
            <a:xfrm>
              <a:off x="2727192" y="744296"/>
              <a:ext cx="17140" cy="26609"/>
            </a:xfrm>
            <a:prstGeom prst="rect">
              <a:avLst/>
            </a:prstGeom>
            <a:solidFill>
              <a:srgbClr val="F1C4C7"/>
            </a:solidFill>
            <a:ln>
              <a:noFill/>
            </a:ln>
          </p:spPr>
        </p:sp>
        <p:sp>
          <p:nvSpPr>
            <p:cNvPr id="8476" name="Heatmap cell r28 c151"/>
            <p:cNvSpPr/>
            <p:nvPr/>
          </p:nvSpPr>
          <p:spPr>
            <a:xfrm>
              <a:off x="2744237" y="744296"/>
              <a:ext cx="19034" cy="26609"/>
            </a:xfrm>
            <a:prstGeom prst="rect">
              <a:avLst/>
            </a:prstGeom>
            <a:solidFill>
              <a:srgbClr val="F5F7F9"/>
            </a:solidFill>
            <a:ln>
              <a:noFill/>
            </a:ln>
          </p:spPr>
        </p:sp>
        <p:sp>
          <p:nvSpPr>
            <p:cNvPr id="8477" name="Heatmap cell r28 c152"/>
            <p:cNvSpPr/>
            <p:nvPr/>
          </p:nvSpPr>
          <p:spPr>
            <a:xfrm>
              <a:off x="2763176" y="744296"/>
              <a:ext cx="17140" cy="26609"/>
            </a:xfrm>
            <a:prstGeom prst="rect">
              <a:avLst/>
            </a:prstGeom>
            <a:solidFill>
              <a:srgbClr val="FCF8F9"/>
            </a:solidFill>
            <a:ln>
              <a:noFill/>
            </a:ln>
          </p:spPr>
        </p:sp>
        <p:sp>
          <p:nvSpPr>
            <p:cNvPr id="8478" name="Heatmap cell r28 c153"/>
            <p:cNvSpPr/>
            <p:nvPr/>
          </p:nvSpPr>
          <p:spPr>
            <a:xfrm>
              <a:off x="2780221" y="744296"/>
              <a:ext cx="19034" cy="26609"/>
            </a:xfrm>
            <a:prstGeom prst="rect">
              <a:avLst/>
            </a:prstGeom>
            <a:solidFill>
              <a:srgbClr val="CFDAE4"/>
            </a:solidFill>
            <a:ln>
              <a:noFill/>
            </a:ln>
          </p:spPr>
        </p:sp>
        <p:sp>
          <p:nvSpPr>
            <p:cNvPr id="8479" name="Heatmap cell r28 c154"/>
            <p:cNvSpPr/>
            <p:nvPr/>
          </p:nvSpPr>
          <p:spPr>
            <a:xfrm>
              <a:off x="2799160" y="744296"/>
              <a:ext cx="17140" cy="26609"/>
            </a:xfrm>
            <a:prstGeom prst="rect">
              <a:avLst/>
            </a:prstGeom>
            <a:solidFill>
              <a:srgbClr val="ECABB0"/>
            </a:solidFill>
            <a:ln>
              <a:noFill/>
            </a:ln>
          </p:spPr>
        </p:sp>
        <p:sp>
          <p:nvSpPr>
            <p:cNvPr id="8480" name="Heatmap cell r28 c155"/>
            <p:cNvSpPr/>
            <p:nvPr/>
          </p:nvSpPr>
          <p:spPr>
            <a:xfrm>
              <a:off x="2816205" y="744296"/>
              <a:ext cx="19034" cy="26609"/>
            </a:xfrm>
            <a:prstGeom prst="rect">
              <a:avLst/>
            </a:prstGeom>
            <a:solidFill>
              <a:srgbClr val="8FAAC5"/>
            </a:solidFill>
            <a:ln>
              <a:noFill/>
            </a:ln>
          </p:spPr>
        </p:sp>
        <p:sp>
          <p:nvSpPr>
            <p:cNvPr id="8481" name="Heatmap cell r28 c156"/>
            <p:cNvSpPr/>
            <p:nvPr/>
          </p:nvSpPr>
          <p:spPr>
            <a:xfrm>
              <a:off x="2835144" y="744296"/>
              <a:ext cx="19034" cy="26609"/>
            </a:xfrm>
            <a:prstGeom prst="rect">
              <a:avLst/>
            </a:prstGeom>
            <a:solidFill>
              <a:srgbClr val="BDCEDD"/>
            </a:solidFill>
            <a:ln>
              <a:noFill/>
            </a:ln>
          </p:spPr>
        </p:sp>
        <p:sp>
          <p:nvSpPr>
            <p:cNvPr id="8482" name="Heatmap cell r28 c157"/>
            <p:cNvSpPr/>
            <p:nvPr/>
          </p:nvSpPr>
          <p:spPr>
            <a:xfrm>
              <a:off x="2854082" y="744296"/>
              <a:ext cx="17140" cy="26609"/>
            </a:xfrm>
            <a:prstGeom prst="rect">
              <a:avLst/>
            </a:prstGeom>
            <a:solidFill>
              <a:srgbClr val="ADC2D4"/>
            </a:solidFill>
            <a:ln>
              <a:noFill/>
            </a:ln>
          </p:spPr>
        </p:sp>
        <p:sp>
          <p:nvSpPr>
            <p:cNvPr id="8483" name="Heatmap cell r28 c158"/>
            <p:cNvSpPr/>
            <p:nvPr/>
          </p:nvSpPr>
          <p:spPr>
            <a:xfrm>
              <a:off x="2871127" y="744296"/>
              <a:ext cx="19034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8484" name="Heatmap cell r28 c159"/>
            <p:cNvSpPr/>
            <p:nvPr/>
          </p:nvSpPr>
          <p:spPr>
            <a:xfrm>
              <a:off x="2890066" y="744296"/>
              <a:ext cx="17140" cy="26609"/>
            </a:xfrm>
            <a:prstGeom prst="rect">
              <a:avLst/>
            </a:prstGeom>
            <a:solidFill>
              <a:srgbClr val="F8E9EA"/>
            </a:solidFill>
            <a:ln>
              <a:noFill/>
            </a:ln>
          </p:spPr>
        </p:sp>
        <p:sp>
          <p:nvSpPr>
            <p:cNvPr id="8485" name="Heatmap cell r28 c160"/>
            <p:cNvSpPr/>
            <p:nvPr/>
          </p:nvSpPr>
          <p:spPr>
            <a:xfrm>
              <a:off x="2907111" y="744296"/>
              <a:ext cx="19034" cy="26609"/>
            </a:xfrm>
            <a:prstGeom prst="rect">
              <a:avLst/>
            </a:prstGeom>
            <a:solidFill>
              <a:srgbClr val="F6D4D7"/>
            </a:solidFill>
            <a:ln>
              <a:noFill/>
            </a:ln>
          </p:spPr>
        </p:sp>
        <p:sp>
          <p:nvSpPr>
            <p:cNvPr id="8486" name="Heatmap cell r28 c161"/>
            <p:cNvSpPr/>
            <p:nvPr/>
          </p:nvSpPr>
          <p:spPr>
            <a:xfrm>
              <a:off x="2926050" y="744296"/>
              <a:ext cx="17140" cy="26609"/>
            </a:xfrm>
            <a:prstGeom prst="rect">
              <a:avLst/>
            </a:prstGeom>
            <a:solidFill>
              <a:srgbClr val="6187AC"/>
            </a:solidFill>
            <a:ln>
              <a:noFill/>
            </a:ln>
          </p:spPr>
        </p:sp>
        <p:sp>
          <p:nvSpPr>
            <p:cNvPr id="8487" name="Heatmap cell r28 c162"/>
            <p:cNvSpPr/>
            <p:nvPr/>
          </p:nvSpPr>
          <p:spPr>
            <a:xfrm>
              <a:off x="2943095" y="744296"/>
              <a:ext cx="19034" cy="26609"/>
            </a:xfrm>
            <a:prstGeom prst="rect">
              <a:avLst/>
            </a:prstGeom>
            <a:solidFill>
              <a:srgbClr val="7D9DBA"/>
            </a:solidFill>
            <a:ln>
              <a:noFill/>
            </a:ln>
          </p:spPr>
        </p:sp>
        <p:sp>
          <p:nvSpPr>
            <p:cNvPr id="8488" name="Heatmap cell r28 c163"/>
            <p:cNvSpPr/>
            <p:nvPr/>
          </p:nvSpPr>
          <p:spPr>
            <a:xfrm>
              <a:off x="2962034" y="744296"/>
              <a:ext cx="17140" cy="26609"/>
            </a:xfrm>
            <a:prstGeom prst="rect">
              <a:avLst/>
            </a:prstGeom>
            <a:solidFill>
              <a:srgbClr val="85A1BE"/>
            </a:solidFill>
            <a:ln>
              <a:noFill/>
            </a:ln>
          </p:spPr>
        </p:sp>
        <p:sp>
          <p:nvSpPr>
            <p:cNvPr id="8489" name="Heatmap cell r28 c164"/>
            <p:cNvSpPr/>
            <p:nvPr/>
          </p:nvSpPr>
          <p:spPr>
            <a:xfrm>
              <a:off x="2979079" y="744296"/>
              <a:ext cx="19034" cy="26609"/>
            </a:xfrm>
            <a:prstGeom prst="rect">
              <a:avLst/>
            </a:prstGeom>
            <a:solidFill>
              <a:srgbClr val="91ACC7"/>
            </a:solidFill>
            <a:ln>
              <a:noFill/>
            </a:ln>
          </p:spPr>
        </p:sp>
        <p:sp>
          <p:nvSpPr>
            <p:cNvPr id="8490" name="Heatmap cell r28 c165"/>
            <p:cNvSpPr/>
            <p:nvPr/>
          </p:nvSpPr>
          <p:spPr>
            <a:xfrm>
              <a:off x="2998018" y="744296"/>
              <a:ext cx="17140" cy="26609"/>
            </a:xfrm>
            <a:prstGeom prst="rect">
              <a:avLst/>
            </a:prstGeom>
            <a:solidFill>
              <a:srgbClr val="1D5086"/>
            </a:solidFill>
            <a:ln>
              <a:noFill/>
            </a:ln>
          </p:spPr>
        </p:sp>
        <p:sp>
          <p:nvSpPr>
            <p:cNvPr id="8491" name="Heatmap cell r28 c166"/>
            <p:cNvSpPr/>
            <p:nvPr/>
          </p:nvSpPr>
          <p:spPr>
            <a:xfrm>
              <a:off x="3015062" y="744296"/>
              <a:ext cx="19034" cy="26609"/>
            </a:xfrm>
            <a:prstGeom prst="rect">
              <a:avLst/>
            </a:prstGeom>
            <a:solidFill>
              <a:srgbClr val="6C90B1"/>
            </a:solidFill>
            <a:ln>
              <a:noFill/>
            </a:ln>
          </p:spPr>
        </p:sp>
        <p:sp>
          <p:nvSpPr>
            <p:cNvPr id="8492" name="Heatmap cell r28 c167"/>
            <p:cNvSpPr/>
            <p:nvPr/>
          </p:nvSpPr>
          <p:spPr>
            <a:xfrm>
              <a:off x="3034001" y="744296"/>
              <a:ext cx="17140" cy="26609"/>
            </a:xfrm>
            <a:prstGeom prst="rect">
              <a:avLst/>
            </a:prstGeom>
            <a:solidFill>
              <a:srgbClr val="B8C8DA"/>
            </a:solidFill>
            <a:ln>
              <a:noFill/>
            </a:ln>
          </p:spPr>
        </p:sp>
        <p:sp>
          <p:nvSpPr>
            <p:cNvPr id="8493" name="Heatmap cell r28 c168"/>
            <p:cNvSpPr/>
            <p:nvPr/>
          </p:nvSpPr>
          <p:spPr>
            <a:xfrm>
              <a:off x="3051046" y="744296"/>
              <a:ext cx="19034" cy="26609"/>
            </a:xfrm>
            <a:prstGeom prst="rect">
              <a:avLst/>
            </a:prstGeom>
            <a:solidFill>
              <a:srgbClr val="ECF0F6"/>
            </a:solidFill>
            <a:ln>
              <a:noFill/>
            </a:ln>
          </p:spPr>
        </p:sp>
        <p:sp>
          <p:nvSpPr>
            <p:cNvPr id="8494" name="Heatmap cell r28 c169"/>
            <p:cNvSpPr/>
            <p:nvPr/>
          </p:nvSpPr>
          <p:spPr>
            <a:xfrm>
              <a:off x="3069985" y="744296"/>
              <a:ext cx="19034" cy="26609"/>
            </a:xfrm>
            <a:prstGeom prst="rect">
              <a:avLst/>
            </a:prstGeom>
            <a:solidFill>
              <a:srgbClr val="396997"/>
            </a:solidFill>
            <a:ln>
              <a:noFill/>
            </a:ln>
          </p:spPr>
        </p:sp>
        <p:sp>
          <p:nvSpPr>
            <p:cNvPr id="8495" name="Heatmap cell r28 c170"/>
            <p:cNvSpPr/>
            <p:nvPr/>
          </p:nvSpPr>
          <p:spPr>
            <a:xfrm>
              <a:off x="3088924" y="744296"/>
              <a:ext cx="17140" cy="26609"/>
            </a:xfrm>
            <a:prstGeom prst="rect">
              <a:avLst/>
            </a:prstGeom>
            <a:solidFill>
              <a:srgbClr val="B5C5D7"/>
            </a:solidFill>
            <a:ln>
              <a:noFill/>
            </a:ln>
          </p:spPr>
        </p:sp>
        <p:sp>
          <p:nvSpPr>
            <p:cNvPr id="8496" name="Heatmap cell r28 c171"/>
            <p:cNvSpPr/>
            <p:nvPr/>
          </p:nvSpPr>
          <p:spPr>
            <a:xfrm>
              <a:off x="3105969" y="744296"/>
              <a:ext cx="19034" cy="26609"/>
            </a:xfrm>
            <a:prstGeom prst="rect">
              <a:avLst/>
            </a:prstGeom>
            <a:solidFill>
              <a:srgbClr val="C3D1DF"/>
            </a:solidFill>
            <a:ln>
              <a:noFill/>
            </a:ln>
          </p:spPr>
        </p:sp>
        <p:sp>
          <p:nvSpPr>
            <p:cNvPr id="8497" name="Heatmap cell r28 c172"/>
            <p:cNvSpPr/>
            <p:nvPr/>
          </p:nvSpPr>
          <p:spPr>
            <a:xfrm>
              <a:off x="3124908" y="744296"/>
              <a:ext cx="17140" cy="26609"/>
            </a:xfrm>
            <a:prstGeom prst="rect">
              <a:avLst/>
            </a:prstGeom>
            <a:solidFill>
              <a:srgbClr val="829FBD"/>
            </a:solidFill>
            <a:ln>
              <a:noFill/>
            </a:ln>
          </p:spPr>
        </p:sp>
        <p:sp>
          <p:nvSpPr>
            <p:cNvPr id="8498" name="Heatmap cell r28 c173"/>
            <p:cNvSpPr/>
            <p:nvPr/>
          </p:nvSpPr>
          <p:spPr>
            <a:xfrm>
              <a:off x="3141953" y="744296"/>
              <a:ext cx="19034" cy="26609"/>
            </a:xfrm>
            <a:prstGeom prst="rect">
              <a:avLst/>
            </a:prstGeom>
            <a:solidFill>
              <a:srgbClr val="7696B7"/>
            </a:solidFill>
            <a:ln>
              <a:noFill/>
            </a:ln>
          </p:spPr>
        </p:sp>
        <p:sp>
          <p:nvSpPr>
            <p:cNvPr id="8499" name="Heatmap cell r28 c174"/>
            <p:cNvSpPr/>
            <p:nvPr/>
          </p:nvSpPr>
          <p:spPr>
            <a:xfrm>
              <a:off x="3160892" y="744296"/>
              <a:ext cx="17140" cy="26609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8500" name="Heatmap cell r28 c175"/>
            <p:cNvSpPr/>
            <p:nvPr/>
          </p:nvSpPr>
          <p:spPr>
            <a:xfrm>
              <a:off x="3177936" y="744296"/>
              <a:ext cx="19034" cy="26609"/>
            </a:xfrm>
            <a:prstGeom prst="rect">
              <a:avLst/>
            </a:prstGeom>
            <a:solidFill>
              <a:srgbClr val="D3DEE8"/>
            </a:solidFill>
            <a:ln>
              <a:noFill/>
            </a:ln>
          </p:spPr>
        </p:sp>
        <p:sp>
          <p:nvSpPr>
            <p:cNvPr id="8501" name="Heatmap cell r28 c176"/>
            <p:cNvSpPr/>
            <p:nvPr/>
          </p:nvSpPr>
          <p:spPr>
            <a:xfrm>
              <a:off x="3196875" y="744296"/>
              <a:ext cx="17140" cy="26609"/>
            </a:xfrm>
            <a:prstGeom prst="rect">
              <a:avLst/>
            </a:prstGeom>
            <a:solidFill>
              <a:srgbClr val="9FB6CD"/>
            </a:solidFill>
            <a:ln>
              <a:noFill/>
            </a:ln>
          </p:spPr>
        </p:sp>
        <p:sp>
          <p:nvSpPr>
            <p:cNvPr id="8502" name="Heatmap cell r28 c177"/>
            <p:cNvSpPr/>
            <p:nvPr/>
          </p:nvSpPr>
          <p:spPr>
            <a:xfrm>
              <a:off x="3213920" y="744296"/>
              <a:ext cx="19034" cy="26609"/>
            </a:xfrm>
            <a:prstGeom prst="rect">
              <a:avLst/>
            </a:prstGeom>
            <a:solidFill>
              <a:srgbClr val="6489AD"/>
            </a:solidFill>
            <a:ln>
              <a:noFill/>
            </a:ln>
          </p:spPr>
        </p:sp>
        <p:sp>
          <p:nvSpPr>
            <p:cNvPr id="8503" name="Heatmap cell r28 c178"/>
            <p:cNvSpPr/>
            <p:nvPr/>
          </p:nvSpPr>
          <p:spPr>
            <a:xfrm>
              <a:off x="3232859" y="744296"/>
              <a:ext cx="17140" cy="26609"/>
            </a:xfrm>
            <a:prstGeom prst="rect">
              <a:avLst/>
            </a:prstGeom>
            <a:solidFill>
              <a:srgbClr val="7A9BB9"/>
            </a:solidFill>
            <a:ln>
              <a:noFill/>
            </a:ln>
          </p:spPr>
        </p:sp>
        <p:sp>
          <p:nvSpPr>
            <p:cNvPr id="8504" name="Heatmap cell r28 c179"/>
            <p:cNvSpPr/>
            <p:nvPr/>
          </p:nvSpPr>
          <p:spPr>
            <a:xfrm>
              <a:off x="3249904" y="744296"/>
              <a:ext cx="19034" cy="26609"/>
            </a:xfrm>
            <a:prstGeom prst="rect">
              <a:avLst/>
            </a:prstGeom>
            <a:solidFill>
              <a:srgbClr val="1F5388"/>
            </a:solidFill>
            <a:ln>
              <a:noFill/>
            </a:ln>
          </p:spPr>
        </p:sp>
        <p:sp>
          <p:nvSpPr>
            <p:cNvPr id="8505" name="Heatmap cell r28 c180"/>
            <p:cNvSpPr/>
            <p:nvPr/>
          </p:nvSpPr>
          <p:spPr>
            <a:xfrm>
              <a:off x="3268843" y="744296"/>
              <a:ext cx="17140" cy="26609"/>
            </a:xfrm>
            <a:prstGeom prst="rect">
              <a:avLst/>
            </a:prstGeom>
            <a:solidFill>
              <a:srgbClr val="A1B8CE"/>
            </a:solidFill>
            <a:ln>
              <a:noFill/>
            </a:ln>
          </p:spPr>
        </p:sp>
        <p:sp>
          <p:nvSpPr>
            <p:cNvPr id="8506" name="Heatmap cell r28 c182"/>
            <p:cNvSpPr/>
            <p:nvPr/>
          </p:nvSpPr>
          <p:spPr>
            <a:xfrm>
              <a:off x="3304827" y="744296"/>
              <a:ext cx="19034" cy="26609"/>
            </a:xfrm>
            <a:prstGeom prst="rect">
              <a:avLst/>
            </a:prstGeom>
            <a:solidFill>
              <a:srgbClr val="4F79A1"/>
            </a:solidFill>
            <a:ln>
              <a:noFill/>
            </a:ln>
          </p:spPr>
        </p:sp>
        <p:sp>
          <p:nvSpPr>
            <p:cNvPr id="8507" name="Heatmap cell r28 c183"/>
            <p:cNvSpPr/>
            <p:nvPr/>
          </p:nvSpPr>
          <p:spPr>
            <a:xfrm>
              <a:off x="3323765" y="744296"/>
              <a:ext cx="17140" cy="26609"/>
            </a:xfrm>
            <a:prstGeom prst="rect">
              <a:avLst/>
            </a:prstGeom>
            <a:solidFill>
              <a:srgbClr val="ADC2D4"/>
            </a:solidFill>
            <a:ln>
              <a:noFill/>
            </a:ln>
          </p:spPr>
        </p:sp>
        <p:sp>
          <p:nvSpPr>
            <p:cNvPr id="8508" name="Heatmap cell r28 c184"/>
            <p:cNvSpPr/>
            <p:nvPr/>
          </p:nvSpPr>
          <p:spPr>
            <a:xfrm>
              <a:off x="3340810" y="744296"/>
              <a:ext cx="19034" cy="26609"/>
            </a:xfrm>
            <a:prstGeom prst="rect">
              <a:avLst/>
            </a:prstGeom>
            <a:solidFill>
              <a:srgbClr val="92ADC6"/>
            </a:solidFill>
            <a:ln>
              <a:noFill/>
            </a:ln>
          </p:spPr>
        </p:sp>
        <p:sp>
          <p:nvSpPr>
            <p:cNvPr id="8509" name="Heatmap cell r28 c185"/>
            <p:cNvSpPr/>
            <p:nvPr/>
          </p:nvSpPr>
          <p:spPr>
            <a:xfrm>
              <a:off x="3359749" y="744296"/>
              <a:ext cx="17140" cy="26609"/>
            </a:xfrm>
            <a:prstGeom prst="rect">
              <a:avLst/>
            </a:prstGeom>
            <a:solidFill>
              <a:srgbClr val="8FAAC5"/>
            </a:solidFill>
            <a:ln>
              <a:noFill/>
            </a:ln>
          </p:spPr>
        </p:sp>
        <p:sp>
          <p:nvSpPr>
            <p:cNvPr id="8510" name="Heatmap cell r28 c186"/>
            <p:cNvSpPr/>
            <p:nvPr/>
          </p:nvSpPr>
          <p:spPr>
            <a:xfrm>
              <a:off x="3376794" y="744296"/>
              <a:ext cx="19034" cy="26609"/>
            </a:xfrm>
            <a:prstGeom prst="rect">
              <a:avLst/>
            </a:prstGeom>
            <a:solidFill>
              <a:srgbClr val="F1C0C6"/>
            </a:solidFill>
            <a:ln>
              <a:noFill/>
            </a:ln>
          </p:spPr>
        </p:sp>
        <p:sp>
          <p:nvSpPr>
            <p:cNvPr id="8511" name="Heatmap cell r28 c187"/>
            <p:cNvSpPr/>
            <p:nvPr/>
          </p:nvSpPr>
          <p:spPr>
            <a:xfrm>
              <a:off x="3395733" y="744296"/>
              <a:ext cx="17140" cy="26609"/>
            </a:xfrm>
            <a:prstGeom prst="rect">
              <a:avLst/>
            </a:prstGeom>
            <a:solidFill>
              <a:srgbClr val="275B8E"/>
            </a:solidFill>
            <a:ln>
              <a:noFill/>
            </a:ln>
          </p:spPr>
        </p:sp>
        <p:sp>
          <p:nvSpPr>
            <p:cNvPr id="8512" name="Heatmap cell r28 c188"/>
            <p:cNvSpPr/>
            <p:nvPr/>
          </p:nvSpPr>
          <p:spPr>
            <a:xfrm>
              <a:off x="3412778" y="744296"/>
              <a:ext cx="19034" cy="26609"/>
            </a:xfrm>
            <a:prstGeom prst="rect">
              <a:avLst/>
            </a:prstGeom>
            <a:solidFill>
              <a:srgbClr val="89A6C2"/>
            </a:solidFill>
            <a:ln>
              <a:noFill/>
            </a:ln>
          </p:spPr>
        </p:sp>
        <p:sp>
          <p:nvSpPr>
            <p:cNvPr id="8513" name="Heatmap cell r28 c189"/>
            <p:cNvSpPr/>
            <p:nvPr/>
          </p:nvSpPr>
          <p:spPr>
            <a:xfrm>
              <a:off x="3431717" y="744296"/>
              <a:ext cx="17140" cy="26609"/>
            </a:xfrm>
            <a:prstGeom prst="rect">
              <a:avLst/>
            </a:prstGeom>
            <a:solidFill>
              <a:srgbClr val="7F9FBC"/>
            </a:solidFill>
            <a:ln>
              <a:noFill/>
            </a:ln>
          </p:spPr>
        </p:sp>
        <p:sp>
          <p:nvSpPr>
            <p:cNvPr id="8514" name="Heatmap cell r28 c190"/>
            <p:cNvSpPr/>
            <p:nvPr/>
          </p:nvSpPr>
          <p:spPr>
            <a:xfrm>
              <a:off x="3448762" y="744296"/>
              <a:ext cx="19034" cy="26609"/>
            </a:xfrm>
            <a:prstGeom prst="rect">
              <a:avLst/>
            </a:prstGeom>
            <a:solidFill>
              <a:srgbClr val="A2B8CE"/>
            </a:solidFill>
            <a:ln>
              <a:noFill/>
            </a:ln>
          </p:spPr>
        </p:sp>
        <p:sp>
          <p:nvSpPr>
            <p:cNvPr id="8515" name="Heatmap cell r28 c191"/>
            <p:cNvSpPr/>
            <p:nvPr/>
          </p:nvSpPr>
          <p:spPr>
            <a:xfrm>
              <a:off x="3467701" y="744296"/>
              <a:ext cx="17140" cy="26609"/>
            </a:xfrm>
            <a:prstGeom prst="rect">
              <a:avLst/>
            </a:prstGeom>
            <a:solidFill>
              <a:srgbClr val="8EA9C3"/>
            </a:solidFill>
            <a:ln>
              <a:noFill/>
            </a:ln>
          </p:spPr>
        </p:sp>
        <p:sp>
          <p:nvSpPr>
            <p:cNvPr id="8516" name="Heatmap cell r28 c192"/>
            <p:cNvSpPr/>
            <p:nvPr/>
          </p:nvSpPr>
          <p:spPr>
            <a:xfrm>
              <a:off x="3484746" y="744296"/>
              <a:ext cx="19034" cy="26609"/>
            </a:xfrm>
            <a:prstGeom prst="rect">
              <a:avLst/>
            </a:prstGeom>
            <a:solidFill>
              <a:srgbClr val="A8BCD1"/>
            </a:solidFill>
            <a:ln>
              <a:noFill/>
            </a:ln>
          </p:spPr>
        </p:sp>
        <p:sp>
          <p:nvSpPr>
            <p:cNvPr id="8517" name="Heatmap cell r28 c193"/>
            <p:cNvSpPr/>
            <p:nvPr/>
          </p:nvSpPr>
          <p:spPr>
            <a:xfrm>
              <a:off x="3503684" y="744296"/>
              <a:ext cx="17140" cy="26609"/>
            </a:xfrm>
            <a:prstGeom prst="rect">
              <a:avLst/>
            </a:prstGeom>
            <a:solidFill>
              <a:srgbClr val="9EB5CC"/>
            </a:solidFill>
            <a:ln>
              <a:noFill/>
            </a:ln>
          </p:spPr>
        </p:sp>
        <p:sp>
          <p:nvSpPr>
            <p:cNvPr id="8518" name="Heatmap cell r28 c194"/>
            <p:cNvSpPr/>
            <p:nvPr/>
          </p:nvSpPr>
          <p:spPr>
            <a:xfrm>
              <a:off x="3520729" y="744296"/>
              <a:ext cx="19034" cy="26609"/>
            </a:xfrm>
            <a:prstGeom prst="rect">
              <a:avLst/>
            </a:prstGeom>
            <a:solidFill>
              <a:srgbClr val="88A6C1"/>
            </a:solidFill>
            <a:ln>
              <a:noFill/>
            </a:ln>
          </p:spPr>
        </p:sp>
        <p:sp>
          <p:nvSpPr>
            <p:cNvPr id="8519" name="Heatmap cell r28 c195"/>
            <p:cNvSpPr/>
            <p:nvPr/>
          </p:nvSpPr>
          <p:spPr>
            <a:xfrm>
              <a:off x="3539668" y="744296"/>
              <a:ext cx="19034" cy="26609"/>
            </a:xfrm>
            <a:prstGeom prst="rect">
              <a:avLst/>
            </a:prstGeom>
            <a:solidFill>
              <a:srgbClr val="87A3C0"/>
            </a:solidFill>
            <a:ln>
              <a:noFill/>
            </a:ln>
          </p:spPr>
        </p:sp>
        <p:sp>
          <p:nvSpPr>
            <p:cNvPr id="8520" name="Heatmap cell r28 c196"/>
            <p:cNvSpPr/>
            <p:nvPr/>
          </p:nvSpPr>
          <p:spPr>
            <a:xfrm>
              <a:off x="3558607" y="744296"/>
              <a:ext cx="17140" cy="26609"/>
            </a:xfrm>
            <a:prstGeom prst="rect">
              <a:avLst/>
            </a:prstGeom>
            <a:solidFill>
              <a:srgbClr val="9FB6CD"/>
            </a:solidFill>
            <a:ln>
              <a:noFill/>
            </a:ln>
          </p:spPr>
        </p:sp>
        <p:sp>
          <p:nvSpPr>
            <p:cNvPr id="8521" name="Heatmap cell r28 c198"/>
            <p:cNvSpPr/>
            <p:nvPr/>
          </p:nvSpPr>
          <p:spPr>
            <a:xfrm>
              <a:off x="3594591" y="744296"/>
              <a:ext cx="17140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8522" name="Heatmap cell r28 c199"/>
            <p:cNvSpPr/>
            <p:nvPr/>
          </p:nvSpPr>
          <p:spPr>
            <a:xfrm>
              <a:off x="3611636" y="744296"/>
              <a:ext cx="19034" cy="26609"/>
            </a:xfrm>
            <a:prstGeom prst="rect">
              <a:avLst/>
            </a:prstGeom>
            <a:solidFill>
              <a:srgbClr val="85A1BE"/>
            </a:solidFill>
            <a:ln>
              <a:noFill/>
            </a:ln>
          </p:spPr>
        </p:sp>
        <p:sp>
          <p:nvSpPr>
            <p:cNvPr id="8523" name="Heatmap cell r28 c200"/>
            <p:cNvSpPr/>
            <p:nvPr/>
          </p:nvSpPr>
          <p:spPr>
            <a:xfrm>
              <a:off x="3630575" y="744296"/>
              <a:ext cx="17140" cy="26609"/>
            </a:xfrm>
            <a:prstGeom prst="rect">
              <a:avLst/>
            </a:prstGeom>
            <a:solidFill>
              <a:srgbClr val="8FAAC5"/>
            </a:solidFill>
            <a:ln>
              <a:noFill/>
            </a:ln>
          </p:spPr>
        </p:sp>
        <p:sp>
          <p:nvSpPr>
            <p:cNvPr id="8524" name="Heatmap cell r28 c201"/>
            <p:cNvSpPr/>
            <p:nvPr/>
          </p:nvSpPr>
          <p:spPr>
            <a:xfrm>
              <a:off x="3647620" y="744296"/>
              <a:ext cx="19034" cy="26609"/>
            </a:xfrm>
            <a:prstGeom prst="rect">
              <a:avLst/>
            </a:prstGeom>
            <a:solidFill>
              <a:srgbClr val="EEB1B7"/>
            </a:solidFill>
            <a:ln>
              <a:noFill/>
            </a:ln>
          </p:spPr>
        </p:sp>
        <p:sp>
          <p:nvSpPr>
            <p:cNvPr id="8525" name="Heatmap cell r28 c202"/>
            <p:cNvSpPr/>
            <p:nvPr/>
          </p:nvSpPr>
          <p:spPr>
            <a:xfrm>
              <a:off x="3666558" y="744296"/>
              <a:ext cx="17140" cy="26609"/>
            </a:xfrm>
            <a:prstGeom prst="rect">
              <a:avLst/>
            </a:prstGeom>
            <a:solidFill>
              <a:srgbClr val="DFE7ED"/>
            </a:solidFill>
            <a:ln>
              <a:noFill/>
            </a:ln>
          </p:spPr>
        </p:sp>
        <p:sp>
          <p:nvSpPr>
            <p:cNvPr id="8526" name="Heatmap cell r28 c203"/>
            <p:cNvSpPr/>
            <p:nvPr/>
          </p:nvSpPr>
          <p:spPr>
            <a:xfrm>
              <a:off x="3683603" y="744296"/>
              <a:ext cx="19034" cy="26609"/>
            </a:xfrm>
            <a:prstGeom prst="rect">
              <a:avLst/>
            </a:prstGeom>
            <a:solidFill>
              <a:srgbClr val="7999B8"/>
            </a:solidFill>
            <a:ln>
              <a:noFill/>
            </a:ln>
          </p:spPr>
        </p:sp>
        <p:sp>
          <p:nvSpPr>
            <p:cNvPr id="8527" name="Heatmap cell r28 c204"/>
            <p:cNvSpPr/>
            <p:nvPr/>
          </p:nvSpPr>
          <p:spPr>
            <a:xfrm>
              <a:off x="3702542" y="744296"/>
              <a:ext cx="17140" cy="26609"/>
            </a:xfrm>
            <a:prstGeom prst="rect">
              <a:avLst/>
            </a:prstGeom>
            <a:solidFill>
              <a:srgbClr val="AFC4D5"/>
            </a:solidFill>
            <a:ln>
              <a:noFill/>
            </a:ln>
          </p:spPr>
        </p:sp>
        <p:sp>
          <p:nvSpPr>
            <p:cNvPr id="8528" name="Heatmap cell r28 c205"/>
            <p:cNvSpPr/>
            <p:nvPr/>
          </p:nvSpPr>
          <p:spPr>
            <a:xfrm>
              <a:off x="3719587" y="744296"/>
              <a:ext cx="19034" cy="26609"/>
            </a:xfrm>
            <a:prstGeom prst="rect">
              <a:avLst/>
            </a:prstGeom>
            <a:solidFill>
              <a:srgbClr val="FAEBED"/>
            </a:solidFill>
            <a:ln>
              <a:noFill/>
            </a:ln>
          </p:spPr>
        </p:sp>
        <p:sp>
          <p:nvSpPr>
            <p:cNvPr id="8529" name="Heatmap cell r28 c206"/>
            <p:cNvSpPr/>
            <p:nvPr/>
          </p:nvSpPr>
          <p:spPr>
            <a:xfrm>
              <a:off x="3738526" y="744296"/>
              <a:ext cx="17140" cy="26609"/>
            </a:xfrm>
            <a:prstGeom prst="rect">
              <a:avLst/>
            </a:prstGeom>
            <a:solidFill>
              <a:srgbClr val="E06C79"/>
            </a:solidFill>
            <a:ln>
              <a:noFill/>
            </a:ln>
          </p:spPr>
        </p:sp>
        <p:sp>
          <p:nvSpPr>
            <p:cNvPr id="8530" name="Heatmap cell r28 c207"/>
            <p:cNvSpPr/>
            <p:nvPr/>
          </p:nvSpPr>
          <p:spPr>
            <a:xfrm>
              <a:off x="3755571" y="744296"/>
              <a:ext cx="19034" cy="26609"/>
            </a:xfrm>
            <a:prstGeom prst="rect">
              <a:avLst/>
            </a:prstGeom>
            <a:solidFill>
              <a:srgbClr val="EDADB4"/>
            </a:solidFill>
            <a:ln>
              <a:noFill/>
            </a:ln>
          </p:spPr>
        </p:sp>
        <p:sp>
          <p:nvSpPr>
            <p:cNvPr id="8531" name="Heatmap cell r28 c208"/>
            <p:cNvSpPr/>
            <p:nvPr/>
          </p:nvSpPr>
          <p:spPr>
            <a:xfrm>
              <a:off x="3774510" y="744296"/>
              <a:ext cx="19034" cy="26609"/>
            </a:xfrm>
            <a:prstGeom prst="rect">
              <a:avLst/>
            </a:prstGeom>
            <a:solidFill>
              <a:srgbClr val="A4BAD0"/>
            </a:solidFill>
            <a:ln>
              <a:noFill/>
            </a:ln>
          </p:spPr>
        </p:sp>
        <p:sp>
          <p:nvSpPr>
            <p:cNvPr id="8532" name="Heatmap cell r28 c209"/>
            <p:cNvSpPr/>
            <p:nvPr/>
          </p:nvSpPr>
          <p:spPr>
            <a:xfrm>
              <a:off x="3793449" y="744296"/>
              <a:ext cx="17140" cy="26609"/>
            </a:xfrm>
            <a:prstGeom prst="rect">
              <a:avLst/>
            </a:prstGeom>
            <a:solidFill>
              <a:srgbClr val="C5D2E0"/>
            </a:solidFill>
            <a:ln>
              <a:noFill/>
            </a:ln>
          </p:spPr>
        </p:sp>
        <p:sp>
          <p:nvSpPr>
            <p:cNvPr id="8533" name="Heatmap cell r28 c210"/>
            <p:cNvSpPr/>
            <p:nvPr/>
          </p:nvSpPr>
          <p:spPr>
            <a:xfrm>
              <a:off x="3810494" y="744296"/>
              <a:ext cx="19034" cy="26609"/>
            </a:xfrm>
            <a:prstGeom prst="rect">
              <a:avLst/>
            </a:prstGeom>
            <a:solidFill>
              <a:srgbClr val="6A8DB0"/>
            </a:solidFill>
            <a:ln>
              <a:noFill/>
            </a:ln>
          </p:spPr>
        </p:sp>
        <p:sp>
          <p:nvSpPr>
            <p:cNvPr id="8534" name="Heatmap cell r28 c211"/>
            <p:cNvSpPr/>
            <p:nvPr/>
          </p:nvSpPr>
          <p:spPr>
            <a:xfrm>
              <a:off x="3829432" y="744296"/>
              <a:ext cx="17140" cy="26609"/>
            </a:xfrm>
            <a:prstGeom prst="rect">
              <a:avLst/>
            </a:prstGeom>
            <a:solidFill>
              <a:srgbClr val="ECF0F6"/>
            </a:solidFill>
            <a:ln>
              <a:noFill/>
            </a:ln>
          </p:spPr>
        </p:sp>
        <p:sp>
          <p:nvSpPr>
            <p:cNvPr id="8535" name="Heatmap cell r28 c212"/>
            <p:cNvSpPr/>
            <p:nvPr/>
          </p:nvSpPr>
          <p:spPr>
            <a:xfrm>
              <a:off x="3846477" y="744296"/>
              <a:ext cx="19034" cy="26609"/>
            </a:xfrm>
            <a:prstGeom prst="rect">
              <a:avLst/>
            </a:prstGeom>
            <a:solidFill>
              <a:srgbClr val="A4BAD0"/>
            </a:solidFill>
            <a:ln>
              <a:noFill/>
            </a:ln>
          </p:spPr>
        </p:sp>
        <p:sp>
          <p:nvSpPr>
            <p:cNvPr id="8536" name="Heatmap cell r28 c213"/>
            <p:cNvSpPr/>
            <p:nvPr/>
          </p:nvSpPr>
          <p:spPr>
            <a:xfrm>
              <a:off x="3865416" y="744296"/>
              <a:ext cx="17140" cy="26609"/>
            </a:xfrm>
            <a:prstGeom prst="rect">
              <a:avLst/>
            </a:prstGeom>
            <a:solidFill>
              <a:srgbClr val="8DA8C3"/>
            </a:solidFill>
            <a:ln>
              <a:noFill/>
            </a:ln>
          </p:spPr>
        </p:sp>
        <p:sp>
          <p:nvSpPr>
            <p:cNvPr id="8537" name="Heatmap cell r28 c214"/>
            <p:cNvSpPr/>
            <p:nvPr/>
          </p:nvSpPr>
          <p:spPr>
            <a:xfrm>
              <a:off x="3882461" y="744296"/>
              <a:ext cx="19034" cy="26609"/>
            </a:xfrm>
            <a:prstGeom prst="rect">
              <a:avLst/>
            </a:prstGeom>
            <a:solidFill>
              <a:srgbClr val="F7E2E4"/>
            </a:solidFill>
            <a:ln>
              <a:noFill/>
            </a:ln>
          </p:spPr>
        </p:sp>
        <p:sp>
          <p:nvSpPr>
            <p:cNvPr id="8538" name="Heatmap cell r28 c215"/>
            <p:cNvSpPr/>
            <p:nvPr/>
          </p:nvSpPr>
          <p:spPr>
            <a:xfrm>
              <a:off x="3901400" y="744296"/>
              <a:ext cx="17140" cy="26609"/>
            </a:xfrm>
            <a:prstGeom prst="rect">
              <a:avLst/>
            </a:prstGeom>
            <a:solidFill>
              <a:srgbClr val="ADC2D4"/>
            </a:solidFill>
            <a:ln>
              <a:noFill/>
            </a:ln>
          </p:spPr>
        </p:sp>
        <p:sp>
          <p:nvSpPr>
            <p:cNvPr id="8539" name="Heatmap cell r28 c216"/>
            <p:cNvSpPr/>
            <p:nvPr/>
          </p:nvSpPr>
          <p:spPr>
            <a:xfrm>
              <a:off x="3918445" y="744296"/>
              <a:ext cx="19034" cy="26609"/>
            </a:xfrm>
            <a:prstGeom prst="rect">
              <a:avLst/>
            </a:prstGeom>
            <a:solidFill>
              <a:srgbClr val="96AFC7"/>
            </a:solidFill>
            <a:ln>
              <a:noFill/>
            </a:ln>
          </p:spPr>
        </p:sp>
        <p:sp>
          <p:nvSpPr>
            <p:cNvPr id="8540" name="Heatmap cell r28 c217"/>
            <p:cNvSpPr/>
            <p:nvPr/>
          </p:nvSpPr>
          <p:spPr>
            <a:xfrm>
              <a:off x="3937384" y="744296"/>
              <a:ext cx="17140" cy="26609"/>
            </a:xfrm>
            <a:prstGeom prst="rect">
              <a:avLst/>
            </a:prstGeom>
            <a:solidFill>
              <a:srgbClr val="B5C5D7"/>
            </a:solidFill>
            <a:ln>
              <a:noFill/>
            </a:ln>
          </p:spPr>
        </p:sp>
        <p:sp>
          <p:nvSpPr>
            <p:cNvPr id="8541" name="Heatmap cell r28 c218"/>
            <p:cNvSpPr/>
            <p:nvPr/>
          </p:nvSpPr>
          <p:spPr>
            <a:xfrm>
              <a:off x="3954429" y="744296"/>
              <a:ext cx="19034" cy="26609"/>
            </a:xfrm>
            <a:prstGeom prst="rect">
              <a:avLst/>
            </a:prstGeom>
            <a:solidFill>
              <a:srgbClr val="85A1BE"/>
            </a:solidFill>
            <a:ln>
              <a:noFill/>
            </a:ln>
          </p:spPr>
        </p:sp>
        <p:sp>
          <p:nvSpPr>
            <p:cNvPr id="8542" name="Heatmap cell r28 c219"/>
            <p:cNvSpPr/>
            <p:nvPr/>
          </p:nvSpPr>
          <p:spPr>
            <a:xfrm>
              <a:off x="3973368" y="744296"/>
              <a:ext cx="17140" cy="26609"/>
            </a:xfrm>
            <a:prstGeom prst="rect">
              <a:avLst/>
            </a:prstGeom>
            <a:solidFill>
              <a:srgbClr val="E4EBEF"/>
            </a:solidFill>
            <a:ln>
              <a:noFill/>
            </a:ln>
          </p:spPr>
        </p:sp>
        <p:sp>
          <p:nvSpPr>
            <p:cNvPr id="8543" name="Heatmap cell r28 c220"/>
            <p:cNvSpPr/>
            <p:nvPr/>
          </p:nvSpPr>
          <p:spPr>
            <a:xfrm>
              <a:off x="3990412" y="744296"/>
              <a:ext cx="19034" cy="26609"/>
            </a:xfrm>
            <a:prstGeom prst="rect">
              <a:avLst/>
            </a:prstGeom>
            <a:solidFill>
              <a:srgbClr val="E4EBEF"/>
            </a:solidFill>
            <a:ln>
              <a:noFill/>
            </a:ln>
          </p:spPr>
        </p:sp>
        <p:sp>
          <p:nvSpPr>
            <p:cNvPr id="8544" name="Heatmap cell r28 c221"/>
            <p:cNvSpPr/>
            <p:nvPr/>
          </p:nvSpPr>
          <p:spPr>
            <a:xfrm>
              <a:off x="4009351" y="744296"/>
              <a:ext cx="19034" cy="26609"/>
            </a:xfrm>
            <a:prstGeom prst="rect">
              <a:avLst/>
            </a:prstGeom>
            <a:solidFill>
              <a:srgbClr val="88A4C1"/>
            </a:solidFill>
            <a:ln>
              <a:noFill/>
            </a:ln>
          </p:spPr>
        </p:sp>
        <p:sp>
          <p:nvSpPr>
            <p:cNvPr id="8545" name="Heatmap cell r28 c222"/>
            <p:cNvSpPr/>
            <p:nvPr/>
          </p:nvSpPr>
          <p:spPr>
            <a:xfrm>
              <a:off x="4028290" y="744296"/>
              <a:ext cx="17140" cy="26609"/>
            </a:xfrm>
            <a:prstGeom prst="rect">
              <a:avLst/>
            </a:prstGeom>
            <a:solidFill>
              <a:srgbClr val="DBE3EB"/>
            </a:solidFill>
            <a:ln>
              <a:noFill/>
            </a:ln>
          </p:spPr>
        </p:sp>
        <p:sp>
          <p:nvSpPr>
            <p:cNvPr id="8546" name="Heatmap cell r28 c223"/>
            <p:cNvSpPr/>
            <p:nvPr/>
          </p:nvSpPr>
          <p:spPr>
            <a:xfrm>
              <a:off x="4045335" y="744296"/>
              <a:ext cx="19034" cy="26609"/>
            </a:xfrm>
            <a:prstGeom prst="rect">
              <a:avLst/>
            </a:prstGeom>
            <a:solidFill>
              <a:srgbClr val="C3D1DF"/>
            </a:solidFill>
            <a:ln>
              <a:noFill/>
            </a:ln>
          </p:spPr>
        </p:sp>
        <p:sp>
          <p:nvSpPr>
            <p:cNvPr id="8547" name="Heatmap cell r29 c1"/>
            <p:cNvSpPr/>
            <p:nvPr/>
          </p:nvSpPr>
          <p:spPr>
            <a:xfrm>
              <a:off x="13257" y="770811"/>
              <a:ext cx="45548" cy="28503"/>
            </a:xfrm>
            <a:prstGeom prst="rect">
              <a:avLst/>
            </a:prstGeom>
            <a:solidFill>
              <a:srgbClr val="155B9C"/>
            </a:solidFill>
            <a:ln>
              <a:noFill/>
            </a:ln>
          </p:spPr>
        </p:sp>
        <p:sp>
          <p:nvSpPr>
            <p:cNvPr id="8548" name="Heatmap cell r29 c3"/>
            <p:cNvSpPr/>
            <p:nvPr/>
          </p:nvSpPr>
          <p:spPr>
            <a:xfrm>
              <a:off x="71968" y="770811"/>
              <a:ext cx="17140" cy="28503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8549" name="Heatmap cell r29 c4"/>
            <p:cNvSpPr/>
            <p:nvPr/>
          </p:nvSpPr>
          <p:spPr>
            <a:xfrm>
              <a:off x="89013" y="770811"/>
              <a:ext cx="19034" cy="28503"/>
            </a:xfrm>
            <a:prstGeom prst="rect">
              <a:avLst/>
            </a:prstGeom>
            <a:solidFill>
              <a:srgbClr val="EBEFF5"/>
            </a:solidFill>
            <a:ln>
              <a:noFill/>
            </a:ln>
          </p:spPr>
        </p:sp>
        <p:sp>
          <p:nvSpPr>
            <p:cNvPr id="8550" name="Heatmap cell r29 c5"/>
            <p:cNvSpPr/>
            <p:nvPr/>
          </p:nvSpPr>
          <p:spPr>
            <a:xfrm>
              <a:off x="107951" y="770811"/>
              <a:ext cx="17140" cy="28503"/>
            </a:xfrm>
            <a:prstGeom prst="rect">
              <a:avLst/>
            </a:prstGeom>
            <a:solidFill>
              <a:srgbClr val="E89199"/>
            </a:solidFill>
            <a:ln>
              <a:noFill/>
            </a:ln>
          </p:spPr>
        </p:sp>
        <p:sp>
          <p:nvSpPr>
            <p:cNvPr id="8551" name="Heatmap cell r29 c6"/>
            <p:cNvSpPr/>
            <p:nvPr/>
          </p:nvSpPr>
          <p:spPr>
            <a:xfrm>
              <a:off x="124996" y="770811"/>
              <a:ext cx="19034" cy="28503"/>
            </a:xfrm>
            <a:prstGeom prst="rect">
              <a:avLst/>
            </a:prstGeom>
            <a:solidFill>
              <a:srgbClr val="E3EAF0"/>
            </a:solidFill>
            <a:ln>
              <a:noFill/>
            </a:ln>
          </p:spPr>
        </p:sp>
        <p:sp>
          <p:nvSpPr>
            <p:cNvPr id="8552" name="Heatmap cell r29 c7"/>
            <p:cNvSpPr/>
            <p:nvPr/>
          </p:nvSpPr>
          <p:spPr>
            <a:xfrm>
              <a:off x="143935" y="770811"/>
              <a:ext cx="17140" cy="28503"/>
            </a:xfrm>
            <a:prstGeom prst="rect">
              <a:avLst/>
            </a:prstGeom>
            <a:solidFill>
              <a:srgbClr val="B1C4D5"/>
            </a:solidFill>
            <a:ln>
              <a:noFill/>
            </a:ln>
          </p:spPr>
        </p:sp>
        <p:sp>
          <p:nvSpPr>
            <p:cNvPr id="8553" name="Heatmap cell r29 c8"/>
            <p:cNvSpPr/>
            <p:nvPr/>
          </p:nvSpPr>
          <p:spPr>
            <a:xfrm>
              <a:off x="160980" y="770811"/>
              <a:ext cx="19034" cy="28503"/>
            </a:xfrm>
            <a:prstGeom prst="rect">
              <a:avLst/>
            </a:prstGeom>
            <a:solidFill>
              <a:srgbClr val="F1C0C6"/>
            </a:solidFill>
            <a:ln>
              <a:noFill/>
            </a:ln>
          </p:spPr>
        </p:sp>
        <p:sp>
          <p:nvSpPr>
            <p:cNvPr id="8554" name="Heatmap cell r29 c9"/>
            <p:cNvSpPr/>
            <p:nvPr/>
          </p:nvSpPr>
          <p:spPr>
            <a:xfrm>
              <a:off x="179919" y="770811"/>
              <a:ext cx="19034" cy="28503"/>
            </a:xfrm>
            <a:prstGeom prst="rect">
              <a:avLst/>
            </a:prstGeom>
            <a:solidFill>
              <a:srgbClr val="F1F5F8"/>
            </a:solidFill>
            <a:ln>
              <a:noFill/>
            </a:ln>
          </p:spPr>
        </p:sp>
        <p:sp>
          <p:nvSpPr>
            <p:cNvPr id="8555" name="Heatmap cell r29 c10"/>
            <p:cNvSpPr/>
            <p:nvPr/>
          </p:nvSpPr>
          <p:spPr>
            <a:xfrm>
              <a:off x="198858" y="770811"/>
              <a:ext cx="17140" cy="28503"/>
            </a:xfrm>
            <a:prstGeom prst="rect">
              <a:avLst/>
            </a:prstGeom>
            <a:solidFill>
              <a:srgbClr val="EFB9BE"/>
            </a:solidFill>
            <a:ln>
              <a:noFill/>
            </a:ln>
          </p:spPr>
        </p:sp>
        <p:sp>
          <p:nvSpPr>
            <p:cNvPr id="8556" name="Heatmap cell r29 c11"/>
            <p:cNvSpPr/>
            <p:nvPr/>
          </p:nvSpPr>
          <p:spPr>
            <a:xfrm>
              <a:off x="215903" y="770811"/>
              <a:ext cx="19034" cy="28503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8557" name="Heatmap cell r29 c12"/>
            <p:cNvSpPr/>
            <p:nvPr/>
          </p:nvSpPr>
          <p:spPr>
            <a:xfrm>
              <a:off x="234842" y="770811"/>
              <a:ext cx="17140" cy="28503"/>
            </a:xfrm>
            <a:prstGeom prst="rect">
              <a:avLst/>
            </a:prstGeom>
            <a:solidFill>
              <a:srgbClr val="FBF3F4"/>
            </a:solidFill>
            <a:ln>
              <a:noFill/>
            </a:ln>
          </p:spPr>
        </p:sp>
        <p:sp>
          <p:nvSpPr>
            <p:cNvPr id="8558" name="Heatmap cell r29 c13"/>
            <p:cNvSpPr/>
            <p:nvPr/>
          </p:nvSpPr>
          <p:spPr>
            <a:xfrm>
              <a:off x="251887" y="770811"/>
              <a:ext cx="19034" cy="28503"/>
            </a:xfrm>
            <a:prstGeom prst="rect">
              <a:avLst/>
            </a:prstGeom>
            <a:solidFill>
              <a:srgbClr val="F3C5C8"/>
            </a:solidFill>
            <a:ln>
              <a:noFill/>
            </a:ln>
          </p:spPr>
        </p:sp>
        <p:sp>
          <p:nvSpPr>
            <p:cNvPr id="8559" name="Heatmap cell r29 c14"/>
            <p:cNvSpPr/>
            <p:nvPr/>
          </p:nvSpPr>
          <p:spPr>
            <a:xfrm>
              <a:off x="270825" y="770811"/>
              <a:ext cx="17140" cy="28503"/>
            </a:xfrm>
            <a:prstGeom prst="rect">
              <a:avLst/>
            </a:prstGeom>
            <a:solidFill>
              <a:srgbClr val="F1C4C7"/>
            </a:solidFill>
            <a:ln>
              <a:noFill/>
            </a:ln>
          </p:spPr>
        </p:sp>
        <p:sp>
          <p:nvSpPr>
            <p:cNvPr id="8560" name="Heatmap cell r29 c15"/>
            <p:cNvSpPr/>
            <p:nvPr/>
          </p:nvSpPr>
          <p:spPr>
            <a:xfrm>
              <a:off x="287870" y="770811"/>
              <a:ext cx="19034" cy="28503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8561" name="Heatmap cell r29 c16"/>
            <p:cNvSpPr/>
            <p:nvPr/>
          </p:nvSpPr>
          <p:spPr>
            <a:xfrm>
              <a:off x="306809" y="770811"/>
              <a:ext cx="17140" cy="28503"/>
            </a:xfrm>
            <a:prstGeom prst="rect">
              <a:avLst/>
            </a:prstGeom>
            <a:solidFill>
              <a:srgbClr val="F5D0D3"/>
            </a:solidFill>
            <a:ln>
              <a:noFill/>
            </a:ln>
          </p:spPr>
        </p:sp>
        <p:sp>
          <p:nvSpPr>
            <p:cNvPr id="8562" name="Heatmap cell r29 c17"/>
            <p:cNvSpPr/>
            <p:nvPr/>
          </p:nvSpPr>
          <p:spPr>
            <a:xfrm>
              <a:off x="323854" y="770811"/>
              <a:ext cx="19034" cy="28503"/>
            </a:xfrm>
            <a:prstGeom prst="rect">
              <a:avLst/>
            </a:prstGeom>
            <a:solidFill>
              <a:srgbClr val="E1E9EF"/>
            </a:solidFill>
            <a:ln>
              <a:noFill/>
            </a:ln>
          </p:spPr>
        </p:sp>
        <p:sp>
          <p:nvSpPr>
            <p:cNvPr id="8563" name="Heatmap cell r29 c18"/>
            <p:cNvSpPr/>
            <p:nvPr/>
          </p:nvSpPr>
          <p:spPr>
            <a:xfrm>
              <a:off x="342793" y="770811"/>
              <a:ext cx="17140" cy="28503"/>
            </a:xfrm>
            <a:prstGeom prst="rect">
              <a:avLst/>
            </a:prstGeom>
            <a:solidFill>
              <a:srgbClr val="C3D1DF"/>
            </a:solidFill>
            <a:ln>
              <a:noFill/>
            </a:ln>
          </p:spPr>
        </p:sp>
        <p:sp>
          <p:nvSpPr>
            <p:cNvPr id="8564" name="Heatmap cell r29 c19"/>
            <p:cNvSpPr/>
            <p:nvPr/>
          </p:nvSpPr>
          <p:spPr>
            <a:xfrm>
              <a:off x="359838" y="770811"/>
              <a:ext cx="19034" cy="28503"/>
            </a:xfrm>
            <a:prstGeom prst="rect">
              <a:avLst/>
            </a:prstGeom>
            <a:solidFill>
              <a:srgbClr val="F1C2C6"/>
            </a:solidFill>
            <a:ln>
              <a:noFill/>
            </a:ln>
          </p:spPr>
        </p:sp>
        <p:sp>
          <p:nvSpPr>
            <p:cNvPr id="8565" name="Heatmap cell r29 c21"/>
            <p:cNvSpPr/>
            <p:nvPr/>
          </p:nvSpPr>
          <p:spPr>
            <a:xfrm>
              <a:off x="395822" y="770811"/>
              <a:ext cx="19034" cy="28503"/>
            </a:xfrm>
            <a:prstGeom prst="rect">
              <a:avLst/>
            </a:prstGeom>
            <a:solidFill>
              <a:srgbClr val="FBF5F5"/>
            </a:solidFill>
            <a:ln>
              <a:noFill/>
            </a:ln>
          </p:spPr>
        </p:sp>
        <p:sp>
          <p:nvSpPr>
            <p:cNvPr id="8566" name="Heatmap cell r29 c22"/>
            <p:cNvSpPr/>
            <p:nvPr/>
          </p:nvSpPr>
          <p:spPr>
            <a:xfrm>
              <a:off x="414760" y="770811"/>
              <a:ext cx="19034" cy="28503"/>
            </a:xfrm>
            <a:prstGeom prst="rect">
              <a:avLst/>
            </a:prstGeom>
            <a:solidFill>
              <a:srgbClr val="E7929B"/>
            </a:solidFill>
            <a:ln>
              <a:noFill/>
            </a:ln>
          </p:spPr>
        </p:sp>
        <p:sp>
          <p:nvSpPr>
            <p:cNvPr id="8567" name="Heatmap cell r29 c23"/>
            <p:cNvSpPr/>
            <p:nvPr/>
          </p:nvSpPr>
          <p:spPr>
            <a:xfrm>
              <a:off x="433699" y="770811"/>
              <a:ext cx="17140" cy="28503"/>
            </a:xfrm>
            <a:prstGeom prst="rect">
              <a:avLst/>
            </a:prstGeom>
            <a:solidFill>
              <a:srgbClr val="EBA6AC"/>
            </a:solidFill>
            <a:ln>
              <a:noFill/>
            </a:ln>
          </p:spPr>
        </p:sp>
        <p:sp>
          <p:nvSpPr>
            <p:cNvPr id="8568" name="Heatmap cell r29 c24"/>
            <p:cNvSpPr/>
            <p:nvPr/>
          </p:nvSpPr>
          <p:spPr>
            <a:xfrm>
              <a:off x="450744" y="770811"/>
              <a:ext cx="19034" cy="28503"/>
            </a:xfrm>
            <a:prstGeom prst="rect">
              <a:avLst/>
            </a:prstGeom>
            <a:solidFill>
              <a:srgbClr val="F1F5F8"/>
            </a:solidFill>
            <a:ln>
              <a:noFill/>
            </a:ln>
          </p:spPr>
        </p:sp>
        <p:sp>
          <p:nvSpPr>
            <p:cNvPr id="8569" name="Heatmap cell r29 c25"/>
            <p:cNvSpPr/>
            <p:nvPr/>
          </p:nvSpPr>
          <p:spPr>
            <a:xfrm>
              <a:off x="469683" y="770811"/>
              <a:ext cx="17140" cy="28503"/>
            </a:xfrm>
            <a:prstGeom prst="rect">
              <a:avLst/>
            </a:prstGeom>
            <a:solidFill>
              <a:srgbClr val="EDADB4"/>
            </a:solidFill>
            <a:ln>
              <a:noFill/>
            </a:ln>
          </p:spPr>
        </p:sp>
        <p:sp>
          <p:nvSpPr>
            <p:cNvPr id="8570" name="Heatmap cell r29 c26"/>
            <p:cNvSpPr/>
            <p:nvPr/>
          </p:nvSpPr>
          <p:spPr>
            <a:xfrm>
              <a:off x="486728" y="770811"/>
              <a:ext cx="19034" cy="28503"/>
            </a:xfrm>
            <a:prstGeom prst="rect">
              <a:avLst/>
            </a:prstGeom>
            <a:solidFill>
              <a:srgbClr val="EFB9BE"/>
            </a:solidFill>
            <a:ln>
              <a:noFill/>
            </a:ln>
          </p:spPr>
        </p:sp>
        <p:sp>
          <p:nvSpPr>
            <p:cNvPr id="8571" name="Heatmap cell r29 c27"/>
            <p:cNvSpPr/>
            <p:nvPr/>
          </p:nvSpPr>
          <p:spPr>
            <a:xfrm>
              <a:off x="505667" y="770811"/>
              <a:ext cx="17140" cy="28503"/>
            </a:xfrm>
            <a:prstGeom prst="rect">
              <a:avLst/>
            </a:prstGeom>
            <a:solidFill>
              <a:srgbClr val="F5D1D4"/>
            </a:solidFill>
            <a:ln>
              <a:noFill/>
            </a:ln>
          </p:spPr>
        </p:sp>
        <p:sp>
          <p:nvSpPr>
            <p:cNvPr id="8572" name="Heatmap cell r29 c28"/>
            <p:cNvSpPr/>
            <p:nvPr/>
          </p:nvSpPr>
          <p:spPr>
            <a:xfrm>
              <a:off x="522712" y="770811"/>
              <a:ext cx="19034" cy="28503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8573" name="Heatmap cell r29 c29"/>
            <p:cNvSpPr/>
            <p:nvPr/>
          </p:nvSpPr>
          <p:spPr>
            <a:xfrm>
              <a:off x="541651" y="770811"/>
              <a:ext cx="17140" cy="28503"/>
            </a:xfrm>
            <a:prstGeom prst="rect">
              <a:avLst/>
            </a:prstGeom>
            <a:solidFill>
              <a:srgbClr val="F3C7CC"/>
            </a:solidFill>
            <a:ln>
              <a:noFill/>
            </a:ln>
          </p:spPr>
        </p:sp>
        <p:sp>
          <p:nvSpPr>
            <p:cNvPr id="8574" name="Heatmap cell r29 c30"/>
            <p:cNvSpPr/>
            <p:nvPr/>
          </p:nvSpPr>
          <p:spPr>
            <a:xfrm>
              <a:off x="558696" y="770811"/>
              <a:ext cx="19034" cy="28503"/>
            </a:xfrm>
            <a:prstGeom prst="rect">
              <a:avLst/>
            </a:prstGeom>
            <a:solidFill>
              <a:srgbClr val="F8E1E3"/>
            </a:solidFill>
            <a:ln>
              <a:noFill/>
            </a:ln>
          </p:spPr>
        </p:sp>
        <p:sp>
          <p:nvSpPr>
            <p:cNvPr id="8575" name="Heatmap cell r29 c31"/>
            <p:cNvSpPr/>
            <p:nvPr/>
          </p:nvSpPr>
          <p:spPr>
            <a:xfrm>
              <a:off x="577634" y="770811"/>
              <a:ext cx="17140" cy="28503"/>
            </a:xfrm>
            <a:prstGeom prst="rect">
              <a:avLst/>
            </a:prstGeom>
            <a:solidFill>
              <a:srgbClr val="F5F7F9"/>
            </a:solidFill>
            <a:ln>
              <a:noFill/>
            </a:ln>
          </p:spPr>
        </p:sp>
        <p:sp>
          <p:nvSpPr>
            <p:cNvPr id="8576" name="Heatmap cell r29 c32"/>
            <p:cNvSpPr/>
            <p:nvPr/>
          </p:nvSpPr>
          <p:spPr>
            <a:xfrm>
              <a:off x="594679" y="770811"/>
              <a:ext cx="19034" cy="28503"/>
            </a:xfrm>
            <a:prstGeom prst="rect">
              <a:avLst/>
            </a:prstGeom>
            <a:solidFill>
              <a:srgbClr val="F6D5D9"/>
            </a:solidFill>
            <a:ln>
              <a:noFill/>
            </a:ln>
          </p:spPr>
        </p:sp>
        <p:sp>
          <p:nvSpPr>
            <p:cNvPr id="8577" name="Heatmap cell r29 c33"/>
            <p:cNvSpPr/>
            <p:nvPr/>
          </p:nvSpPr>
          <p:spPr>
            <a:xfrm>
              <a:off x="613618" y="770811"/>
              <a:ext cx="17140" cy="28503"/>
            </a:xfrm>
            <a:prstGeom prst="rect">
              <a:avLst/>
            </a:prstGeom>
            <a:solidFill>
              <a:srgbClr val="F5D0D3"/>
            </a:solidFill>
            <a:ln>
              <a:noFill/>
            </a:ln>
          </p:spPr>
        </p:sp>
        <p:sp>
          <p:nvSpPr>
            <p:cNvPr id="8578" name="Heatmap cell r29 c34"/>
            <p:cNvSpPr/>
            <p:nvPr/>
          </p:nvSpPr>
          <p:spPr>
            <a:xfrm>
              <a:off x="630663" y="770811"/>
              <a:ext cx="19034" cy="28503"/>
            </a:xfrm>
            <a:prstGeom prst="rect">
              <a:avLst/>
            </a:prstGeom>
            <a:solidFill>
              <a:srgbClr val="F0BAC0"/>
            </a:solidFill>
            <a:ln>
              <a:noFill/>
            </a:ln>
          </p:spPr>
        </p:sp>
        <p:sp>
          <p:nvSpPr>
            <p:cNvPr id="8579" name="Heatmap cell r29 c35"/>
            <p:cNvSpPr/>
            <p:nvPr/>
          </p:nvSpPr>
          <p:spPr>
            <a:xfrm>
              <a:off x="649602" y="770811"/>
              <a:ext cx="19034" cy="28503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8580" name="Heatmap cell r29 c36"/>
            <p:cNvSpPr/>
            <p:nvPr/>
          </p:nvSpPr>
          <p:spPr>
            <a:xfrm>
              <a:off x="668541" y="770811"/>
              <a:ext cx="17140" cy="28503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8581" name="Heatmap cell r29 c37"/>
            <p:cNvSpPr/>
            <p:nvPr/>
          </p:nvSpPr>
          <p:spPr>
            <a:xfrm>
              <a:off x="685586" y="770811"/>
              <a:ext cx="19034" cy="28503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8582" name="Heatmap cell r29 c38"/>
            <p:cNvSpPr/>
            <p:nvPr/>
          </p:nvSpPr>
          <p:spPr>
            <a:xfrm>
              <a:off x="704525" y="770811"/>
              <a:ext cx="17140" cy="28503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8583" name="Heatmap cell r29 c39"/>
            <p:cNvSpPr/>
            <p:nvPr/>
          </p:nvSpPr>
          <p:spPr>
            <a:xfrm>
              <a:off x="721570" y="770811"/>
              <a:ext cx="19034" cy="28503"/>
            </a:xfrm>
            <a:prstGeom prst="rect">
              <a:avLst/>
            </a:prstGeom>
            <a:solidFill>
              <a:srgbClr val="F6D5D9"/>
            </a:solidFill>
            <a:ln>
              <a:noFill/>
            </a:ln>
          </p:spPr>
        </p:sp>
        <p:sp>
          <p:nvSpPr>
            <p:cNvPr id="8584" name="Heatmap cell r29 c40"/>
            <p:cNvSpPr/>
            <p:nvPr/>
          </p:nvSpPr>
          <p:spPr>
            <a:xfrm>
              <a:off x="740508" y="770811"/>
              <a:ext cx="17140" cy="28503"/>
            </a:xfrm>
            <a:prstGeom prst="rect">
              <a:avLst/>
            </a:prstGeom>
            <a:solidFill>
              <a:srgbClr val="EBF0F6"/>
            </a:solidFill>
            <a:ln>
              <a:noFill/>
            </a:ln>
          </p:spPr>
        </p:sp>
        <p:sp>
          <p:nvSpPr>
            <p:cNvPr id="8585" name="Heatmap cell r29 c41"/>
            <p:cNvSpPr/>
            <p:nvPr/>
          </p:nvSpPr>
          <p:spPr>
            <a:xfrm>
              <a:off x="757553" y="770811"/>
              <a:ext cx="19034" cy="28503"/>
            </a:xfrm>
            <a:prstGeom prst="rect">
              <a:avLst/>
            </a:prstGeom>
            <a:solidFill>
              <a:srgbClr val="F5F7F9"/>
            </a:solidFill>
            <a:ln>
              <a:noFill/>
            </a:ln>
          </p:spPr>
        </p:sp>
        <p:sp>
          <p:nvSpPr>
            <p:cNvPr id="8586" name="Heatmap cell r29 c42"/>
            <p:cNvSpPr/>
            <p:nvPr/>
          </p:nvSpPr>
          <p:spPr>
            <a:xfrm>
              <a:off x="776492" y="770811"/>
              <a:ext cx="17140" cy="28503"/>
            </a:xfrm>
            <a:prstGeom prst="rect">
              <a:avLst/>
            </a:prstGeom>
            <a:solidFill>
              <a:srgbClr val="B8C9DA"/>
            </a:solidFill>
            <a:ln>
              <a:noFill/>
            </a:ln>
          </p:spPr>
        </p:sp>
        <p:sp>
          <p:nvSpPr>
            <p:cNvPr id="8587" name="Heatmap cell r29 c43"/>
            <p:cNvSpPr/>
            <p:nvPr/>
          </p:nvSpPr>
          <p:spPr>
            <a:xfrm>
              <a:off x="793537" y="770811"/>
              <a:ext cx="19034" cy="28503"/>
            </a:xfrm>
            <a:prstGeom prst="rect">
              <a:avLst/>
            </a:prstGeom>
            <a:solidFill>
              <a:srgbClr val="9CB4CA"/>
            </a:solidFill>
            <a:ln>
              <a:noFill/>
            </a:ln>
          </p:spPr>
        </p:sp>
        <p:sp>
          <p:nvSpPr>
            <p:cNvPr id="8588" name="Heatmap cell r29 c44"/>
            <p:cNvSpPr/>
            <p:nvPr/>
          </p:nvSpPr>
          <p:spPr>
            <a:xfrm>
              <a:off x="812476" y="770811"/>
              <a:ext cx="17140" cy="28503"/>
            </a:xfrm>
            <a:prstGeom prst="rect">
              <a:avLst/>
            </a:prstGeom>
            <a:solidFill>
              <a:srgbClr val="EBA6AC"/>
            </a:solidFill>
            <a:ln>
              <a:noFill/>
            </a:ln>
          </p:spPr>
        </p:sp>
        <p:sp>
          <p:nvSpPr>
            <p:cNvPr id="8589" name="Heatmap cell r29 c45"/>
            <p:cNvSpPr/>
            <p:nvPr/>
          </p:nvSpPr>
          <p:spPr>
            <a:xfrm>
              <a:off x="829521" y="770811"/>
              <a:ext cx="19034" cy="28503"/>
            </a:xfrm>
            <a:prstGeom prst="rect">
              <a:avLst/>
            </a:prstGeom>
            <a:solidFill>
              <a:srgbClr val="EDADB4"/>
            </a:solidFill>
            <a:ln>
              <a:noFill/>
            </a:ln>
          </p:spPr>
        </p:sp>
        <p:sp>
          <p:nvSpPr>
            <p:cNvPr id="8590" name="Heatmap cell r29 c46"/>
            <p:cNvSpPr/>
            <p:nvPr/>
          </p:nvSpPr>
          <p:spPr>
            <a:xfrm>
              <a:off x="848460" y="770811"/>
              <a:ext cx="17140" cy="28503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8591" name="Heatmap cell r29 c47"/>
            <p:cNvSpPr/>
            <p:nvPr/>
          </p:nvSpPr>
          <p:spPr>
            <a:xfrm>
              <a:off x="865505" y="770811"/>
              <a:ext cx="19034" cy="28503"/>
            </a:xfrm>
            <a:prstGeom prst="rect">
              <a:avLst/>
            </a:prstGeom>
            <a:solidFill>
              <a:srgbClr val="EFB5BA"/>
            </a:solidFill>
            <a:ln>
              <a:noFill/>
            </a:ln>
          </p:spPr>
        </p:sp>
        <p:sp>
          <p:nvSpPr>
            <p:cNvPr id="8592" name="Heatmap cell r29 c48"/>
            <p:cNvSpPr/>
            <p:nvPr/>
          </p:nvSpPr>
          <p:spPr>
            <a:xfrm>
              <a:off x="884444" y="770811"/>
              <a:ext cx="19034" cy="28503"/>
            </a:xfrm>
            <a:prstGeom prst="rect">
              <a:avLst/>
            </a:prstGeom>
            <a:solidFill>
              <a:srgbClr val="FCF6F6"/>
            </a:solidFill>
            <a:ln>
              <a:noFill/>
            </a:ln>
          </p:spPr>
        </p:sp>
        <p:sp>
          <p:nvSpPr>
            <p:cNvPr id="8593" name="Heatmap cell r29 c49"/>
            <p:cNvSpPr/>
            <p:nvPr/>
          </p:nvSpPr>
          <p:spPr>
            <a:xfrm>
              <a:off x="903382" y="770811"/>
              <a:ext cx="17140" cy="28503"/>
            </a:xfrm>
            <a:prstGeom prst="rect">
              <a:avLst/>
            </a:prstGeom>
            <a:solidFill>
              <a:srgbClr val="D5DFE9"/>
            </a:solidFill>
            <a:ln>
              <a:noFill/>
            </a:ln>
          </p:spPr>
        </p:sp>
        <p:sp>
          <p:nvSpPr>
            <p:cNvPr id="8594" name="Heatmap cell r29 c50"/>
            <p:cNvSpPr/>
            <p:nvPr/>
          </p:nvSpPr>
          <p:spPr>
            <a:xfrm>
              <a:off x="920427" y="770811"/>
              <a:ext cx="19034" cy="28503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8595" name="Heatmap cell r29 c51"/>
            <p:cNvSpPr/>
            <p:nvPr/>
          </p:nvSpPr>
          <p:spPr>
            <a:xfrm>
              <a:off x="939366" y="770811"/>
              <a:ext cx="17140" cy="28503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8596" name="Heatmap cell r29 c52"/>
            <p:cNvSpPr/>
            <p:nvPr/>
          </p:nvSpPr>
          <p:spPr>
            <a:xfrm>
              <a:off x="956411" y="770811"/>
              <a:ext cx="19034" cy="28503"/>
            </a:xfrm>
            <a:prstGeom prst="rect">
              <a:avLst/>
            </a:prstGeom>
            <a:solidFill>
              <a:srgbClr val="F1C0C6"/>
            </a:solidFill>
            <a:ln>
              <a:noFill/>
            </a:ln>
          </p:spPr>
        </p:sp>
        <p:sp>
          <p:nvSpPr>
            <p:cNvPr id="8597" name="Heatmap cell r29 c53"/>
            <p:cNvSpPr/>
            <p:nvPr/>
          </p:nvSpPr>
          <p:spPr>
            <a:xfrm>
              <a:off x="975350" y="770811"/>
              <a:ext cx="17140" cy="28503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8598" name="Heatmap cell r29 c54"/>
            <p:cNvSpPr/>
            <p:nvPr/>
          </p:nvSpPr>
          <p:spPr>
            <a:xfrm>
              <a:off x="992395" y="770811"/>
              <a:ext cx="19034" cy="28503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8599" name="Heatmap cell r29 c55"/>
            <p:cNvSpPr/>
            <p:nvPr/>
          </p:nvSpPr>
          <p:spPr>
            <a:xfrm>
              <a:off x="1011334" y="770811"/>
              <a:ext cx="17140" cy="28503"/>
            </a:xfrm>
            <a:prstGeom prst="rect">
              <a:avLst/>
            </a:prstGeom>
            <a:solidFill>
              <a:srgbClr val="DDE4EC"/>
            </a:solidFill>
            <a:ln>
              <a:noFill/>
            </a:ln>
          </p:spPr>
        </p:sp>
        <p:sp>
          <p:nvSpPr>
            <p:cNvPr id="8600" name="Heatmap cell r29 c56"/>
            <p:cNvSpPr/>
            <p:nvPr/>
          </p:nvSpPr>
          <p:spPr>
            <a:xfrm>
              <a:off x="1028379" y="770811"/>
              <a:ext cx="19034" cy="28503"/>
            </a:xfrm>
            <a:prstGeom prst="rect">
              <a:avLst/>
            </a:prstGeom>
            <a:solidFill>
              <a:srgbClr val="DEE6EC"/>
            </a:solidFill>
            <a:ln>
              <a:noFill/>
            </a:ln>
          </p:spPr>
        </p:sp>
        <p:sp>
          <p:nvSpPr>
            <p:cNvPr id="8601" name="Heatmap cell r29 c57"/>
            <p:cNvSpPr/>
            <p:nvPr/>
          </p:nvSpPr>
          <p:spPr>
            <a:xfrm>
              <a:off x="1047318" y="770811"/>
              <a:ext cx="17140" cy="28503"/>
            </a:xfrm>
            <a:prstGeom prst="rect">
              <a:avLst/>
            </a:prstGeom>
            <a:solidFill>
              <a:srgbClr val="FAECEC"/>
            </a:solidFill>
            <a:ln>
              <a:noFill/>
            </a:ln>
          </p:spPr>
        </p:sp>
        <p:sp>
          <p:nvSpPr>
            <p:cNvPr id="8602" name="Heatmap cell r29 c58"/>
            <p:cNvSpPr/>
            <p:nvPr/>
          </p:nvSpPr>
          <p:spPr>
            <a:xfrm>
              <a:off x="1064363" y="770811"/>
              <a:ext cx="19034" cy="28503"/>
            </a:xfrm>
            <a:prstGeom prst="rect">
              <a:avLst/>
            </a:prstGeom>
            <a:solidFill>
              <a:srgbClr val="F7DCDF"/>
            </a:solidFill>
            <a:ln>
              <a:noFill/>
            </a:ln>
          </p:spPr>
        </p:sp>
        <p:sp>
          <p:nvSpPr>
            <p:cNvPr id="8603" name="Heatmap cell r29 c59"/>
            <p:cNvSpPr/>
            <p:nvPr/>
          </p:nvSpPr>
          <p:spPr>
            <a:xfrm>
              <a:off x="1083301" y="770811"/>
              <a:ext cx="17140" cy="28503"/>
            </a:xfrm>
            <a:prstGeom prst="rect">
              <a:avLst/>
            </a:prstGeom>
            <a:solidFill>
              <a:srgbClr val="F8E1E3"/>
            </a:solidFill>
            <a:ln>
              <a:noFill/>
            </a:ln>
          </p:spPr>
        </p:sp>
        <p:sp>
          <p:nvSpPr>
            <p:cNvPr id="8604" name="Heatmap cell r29 c60"/>
            <p:cNvSpPr/>
            <p:nvPr/>
          </p:nvSpPr>
          <p:spPr>
            <a:xfrm>
              <a:off x="1100346" y="770811"/>
              <a:ext cx="19034" cy="28503"/>
            </a:xfrm>
            <a:prstGeom prst="rect">
              <a:avLst/>
            </a:prstGeom>
            <a:solidFill>
              <a:srgbClr val="FCF7F7"/>
            </a:solidFill>
            <a:ln>
              <a:noFill/>
            </a:ln>
          </p:spPr>
        </p:sp>
        <p:sp>
          <p:nvSpPr>
            <p:cNvPr id="8605" name="Heatmap cell r29 c61"/>
            <p:cNvSpPr/>
            <p:nvPr/>
          </p:nvSpPr>
          <p:spPr>
            <a:xfrm>
              <a:off x="1119285" y="770811"/>
              <a:ext cx="19034" cy="28503"/>
            </a:xfrm>
            <a:prstGeom prst="rect">
              <a:avLst/>
            </a:prstGeom>
            <a:solidFill>
              <a:srgbClr val="EDF1F7"/>
            </a:solidFill>
            <a:ln>
              <a:noFill/>
            </a:ln>
          </p:spPr>
        </p:sp>
        <p:sp>
          <p:nvSpPr>
            <p:cNvPr id="8606" name="Heatmap cell r29 c62"/>
            <p:cNvSpPr/>
            <p:nvPr/>
          </p:nvSpPr>
          <p:spPr>
            <a:xfrm>
              <a:off x="1138224" y="770811"/>
              <a:ext cx="17140" cy="28503"/>
            </a:xfrm>
            <a:prstGeom prst="rect">
              <a:avLst/>
            </a:prstGeom>
            <a:solidFill>
              <a:srgbClr val="F9E7E8"/>
            </a:solidFill>
            <a:ln>
              <a:noFill/>
            </a:ln>
          </p:spPr>
        </p:sp>
        <p:sp>
          <p:nvSpPr>
            <p:cNvPr id="8607" name="Heatmap cell r29 c63"/>
            <p:cNvSpPr/>
            <p:nvPr/>
          </p:nvSpPr>
          <p:spPr>
            <a:xfrm>
              <a:off x="1155269" y="770811"/>
              <a:ext cx="19034" cy="28503"/>
            </a:xfrm>
            <a:prstGeom prst="rect">
              <a:avLst/>
            </a:prstGeom>
            <a:solidFill>
              <a:srgbClr val="EEB1B8"/>
            </a:solidFill>
            <a:ln>
              <a:noFill/>
            </a:ln>
          </p:spPr>
        </p:sp>
        <p:sp>
          <p:nvSpPr>
            <p:cNvPr id="8608" name="Heatmap cell r29 c64"/>
            <p:cNvSpPr/>
            <p:nvPr/>
          </p:nvSpPr>
          <p:spPr>
            <a:xfrm>
              <a:off x="1174208" y="770811"/>
              <a:ext cx="17140" cy="28503"/>
            </a:xfrm>
            <a:prstGeom prst="rect">
              <a:avLst/>
            </a:prstGeom>
            <a:solidFill>
              <a:srgbClr val="F8E1E3"/>
            </a:solidFill>
            <a:ln>
              <a:noFill/>
            </a:ln>
          </p:spPr>
        </p:sp>
        <p:sp>
          <p:nvSpPr>
            <p:cNvPr id="8609" name="Heatmap cell r29 c65"/>
            <p:cNvSpPr/>
            <p:nvPr/>
          </p:nvSpPr>
          <p:spPr>
            <a:xfrm>
              <a:off x="1191253" y="770811"/>
              <a:ext cx="19034" cy="28503"/>
            </a:xfrm>
            <a:prstGeom prst="rect">
              <a:avLst/>
            </a:prstGeom>
            <a:solidFill>
              <a:srgbClr val="C8D5E2"/>
            </a:solidFill>
            <a:ln>
              <a:noFill/>
            </a:ln>
          </p:spPr>
        </p:sp>
        <p:sp>
          <p:nvSpPr>
            <p:cNvPr id="8610" name="Heatmap cell r29 c66"/>
            <p:cNvSpPr/>
            <p:nvPr/>
          </p:nvSpPr>
          <p:spPr>
            <a:xfrm>
              <a:off x="1210192" y="770811"/>
              <a:ext cx="17140" cy="28503"/>
            </a:xfrm>
            <a:prstGeom prst="rect">
              <a:avLst/>
            </a:prstGeom>
            <a:solidFill>
              <a:srgbClr val="F6D5D9"/>
            </a:solidFill>
            <a:ln>
              <a:noFill/>
            </a:ln>
          </p:spPr>
        </p:sp>
        <p:sp>
          <p:nvSpPr>
            <p:cNvPr id="8611" name="Heatmap cell r29 c67"/>
            <p:cNvSpPr/>
            <p:nvPr/>
          </p:nvSpPr>
          <p:spPr>
            <a:xfrm>
              <a:off x="1227236" y="770811"/>
              <a:ext cx="19034" cy="28503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8612" name="Heatmap cell r29 c68"/>
            <p:cNvSpPr/>
            <p:nvPr/>
          </p:nvSpPr>
          <p:spPr>
            <a:xfrm>
              <a:off x="1246175" y="770811"/>
              <a:ext cx="17140" cy="28503"/>
            </a:xfrm>
            <a:prstGeom prst="rect">
              <a:avLst/>
            </a:prstGeom>
            <a:solidFill>
              <a:srgbClr val="F1C3C8"/>
            </a:solidFill>
            <a:ln>
              <a:noFill/>
            </a:ln>
          </p:spPr>
        </p:sp>
        <p:sp>
          <p:nvSpPr>
            <p:cNvPr id="8613" name="Heatmap cell r29 c69"/>
            <p:cNvSpPr/>
            <p:nvPr/>
          </p:nvSpPr>
          <p:spPr>
            <a:xfrm>
              <a:off x="1263220" y="770811"/>
              <a:ext cx="19034" cy="28503"/>
            </a:xfrm>
            <a:prstGeom prst="rect">
              <a:avLst/>
            </a:prstGeom>
            <a:solidFill>
              <a:srgbClr val="BCCDDD"/>
            </a:solidFill>
            <a:ln>
              <a:noFill/>
            </a:ln>
          </p:spPr>
        </p:sp>
        <p:sp>
          <p:nvSpPr>
            <p:cNvPr id="8614" name="Heatmap cell r29 c70"/>
            <p:cNvSpPr/>
            <p:nvPr/>
          </p:nvSpPr>
          <p:spPr>
            <a:xfrm>
              <a:off x="1282159" y="770811"/>
              <a:ext cx="17140" cy="28503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8615" name="Heatmap cell r29 c71"/>
            <p:cNvSpPr/>
            <p:nvPr/>
          </p:nvSpPr>
          <p:spPr>
            <a:xfrm>
              <a:off x="1299204" y="770811"/>
              <a:ext cx="19034" cy="28503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8616" name="Heatmap cell r29 c72"/>
            <p:cNvSpPr/>
            <p:nvPr/>
          </p:nvSpPr>
          <p:spPr>
            <a:xfrm>
              <a:off x="1318143" y="770811"/>
              <a:ext cx="17140" cy="28503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8617" name="Heatmap cell r29 c73"/>
            <p:cNvSpPr/>
            <p:nvPr/>
          </p:nvSpPr>
          <p:spPr>
            <a:xfrm>
              <a:off x="1335188" y="770811"/>
              <a:ext cx="19034" cy="28503"/>
            </a:xfrm>
            <a:prstGeom prst="rect">
              <a:avLst/>
            </a:prstGeom>
            <a:solidFill>
              <a:srgbClr val="DCE3EB"/>
            </a:solidFill>
            <a:ln>
              <a:noFill/>
            </a:ln>
          </p:spPr>
        </p:sp>
        <p:sp>
          <p:nvSpPr>
            <p:cNvPr id="8618" name="Heatmap cell r29 c74"/>
            <p:cNvSpPr/>
            <p:nvPr/>
          </p:nvSpPr>
          <p:spPr>
            <a:xfrm>
              <a:off x="1354127" y="770811"/>
              <a:ext cx="17140" cy="28503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8619" name="Heatmap cell r29 c76"/>
            <p:cNvSpPr/>
            <p:nvPr/>
          </p:nvSpPr>
          <p:spPr>
            <a:xfrm>
              <a:off x="1390110" y="770811"/>
              <a:ext cx="19034" cy="28503"/>
            </a:xfrm>
            <a:prstGeom prst="rect">
              <a:avLst/>
            </a:prstGeom>
            <a:solidFill>
              <a:srgbClr val="EFF3F7"/>
            </a:solidFill>
            <a:ln>
              <a:noFill/>
            </a:ln>
          </p:spPr>
        </p:sp>
        <p:sp>
          <p:nvSpPr>
            <p:cNvPr id="8620" name="Heatmap cell r29 c77"/>
            <p:cNvSpPr/>
            <p:nvPr/>
          </p:nvSpPr>
          <p:spPr>
            <a:xfrm>
              <a:off x="1409049" y="770811"/>
              <a:ext cx="17140" cy="28503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8621" name="Heatmap cell r29 c78"/>
            <p:cNvSpPr/>
            <p:nvPr/>
          </p:nvSpPr>
          <p:spPr>
            <a:xfrm>
              <a:off x="1426094" y="770811"/>
              <a:ext cx="19034" cy="28503"/>
            </a:xfrm>
            <a:prstGeom prst="rect">
              <a:avLst/>
            </a:prstGeom>
            <a:solidFill>
              <a:srgbClr val="EBEFF5"/>
            </a:solidFill>
            <a:ln>
              <a:noFill/>
            </a:ln>
          </p:spPr>
        </p:sp>
        <p:sp>
          <p:nvSpPr>
            <p:cNvPr id="8622" name="Heatmap cell r29 c79"/>
            <p:cNvSpPr/>
            <p:nvPr/>
          </p:nvSpPr>
          <p:spPr>
            <a:xfrm>
              <a:off x="1445033" y="770811"/>
              <a:ext cx="17140" cy="28503"/>
            </a:xfrm>
            <a:prstGeom prst="rect">
              <a:avLst/>
            </a:prstGeom>
            <a:solidFill>
              <a:srgbClr val="EBEFF5"/>
            </a:solidFill>
            <a:ln>
              <a:noFill/>
            </a:ln>
          </p:spPr>
        </p:sp>
        <p:sp>
          <p:nvSpPr>
            <p:cNvPr id="8623" name="Heatmap cell r29 c80"/>
            <p:cNvSpPr/>
            <p:nvPr/>
          </p:nvSpPr>
          <p:spPr>
            <a:xfrm>
              <a:off x="1462078" y="770811"/>
              <a:ext cx="19034" cy="28503"/>
            </a:xfrm>
            <a:prstGeom prst="rect">
              <a:avLst/>
            </a:prstGeom>
            <a:solidFill>
              <a:srgbClr val="F4CCD1"/>
            </a:solidFill>
            <a:ln>
              <a:noFill/>
            </a:ln>
          </p:spPr>
        </p:sp>
        <p:sp>
          <p:nvSpPr>
            <p:cNvPr id="8624" name="Heatmap cell r29 c81"/>
            <p:cNvSpPr/>
            <p:nvPr/>
          </p:nvSpPr>
          <p:spPr>
            <a:xfrm>
              <a:off x="1481017" y="770811"/>
              <a:ext cx="17140" cy="28503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8625" name="Heatmap cell r29 c82"/>
            <p:cNvSpPr/>
            <p:nvPr/>
          </p:nvSpPr>
          <p:spPr>
            <a:xfrm>
              <a:off x="1498062" y="770811"/>
              <a:ext cx="19034" cy="28503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8626" name="Heatmap cell r29 c83"/>
            <p:cNvSpPr/>
            <p:nvPr/>
          </p:nvSpPr>
          <p:spPr>
            <a:xfrm>
              <a:off x="1517001" y="770811"/>
              <a:ext cx="17140" cy="28503"/>
            </a:xfrm>
            <a:prstGeom prst="rect">
              <a:avLst/>
            </a:prstGeom>
            <a:solidFill>
              <a:srgbClr val="F0F5F8"/>
            </a:solidFill>
            <a:ln>
              <a:noFill/>
            </a:ln>
          </p:spPr>
        </p:sp>
        <p:sp>
          <p:nvSpPr>
            <p:cNvPr id="8627" name="Heatmap cell r29 c84"/>
            <p:cNvSpPr/>
            <p:nvPr/>
          </p:nvSpPr>
          <p:spPr>
            <a:xfrm>
              <a:off x="1534046" y="770811"/>
              <a:ext cx="19034" cy="28503"/>
            </a:xfrm>
            <a:prstGeom prst="rect">
              <a:avLst/>
            </a:prstGeom>
            <a:solidFill>
              <a:srgbClr val="BFCFDF"/>
            </a:solidFill>
            <a:ln>
              <a:noFill/>
            </a:ln>
          </p:spPr>
        </p:sp>
        <p:sp>
          <p:nvSpPr>
            <p:cNvPr id="8628" name="Heatmap cell r29 c85"/>
            <p:cNvSpPr/>
            <p:nvPr/>
          </p:nvSpPr>
          <p:spPr>
            <a:xfrm>
              <a:off x="1552984" y="770811"/>
              <a:ext cx="17140" cy="28503"/>
            </a:xfrm>
            <a:prstGeom prst="rect">
              <a:avLst/>
            </a:prstGeom>
            <a:solidFill>
              <a:srgbClr val="F1C1C5"/>
            </a:solidFill>
            <a:ln>
              <a:noFill/>
            </a:ln>
          </p:spPr>
        </p:sp>
        <p:sp>
          <p:nvSpPr>
            <p:cNvPr id="8629" name="Heatmap cell r29 c86"/>
            <p:cNvSpPr/>
            <p:nvPr/>
          </p:nvSpPr>
          <p:spPr>
            <a:xfrm>
              <a:off x="1570029" y="770811"/>
              <a:ext cx="19034" cy="28503"/>
            </a:xfrm>
            <a:prstGeom prst="rect">
              <a:avLst/>
            </a:prstGeom>
            <a:solidFill>
              <a:srgbClr val="F8DEE0"/>
            </a:solidFill>
            <a:ln>
              <a:noFill/>
            </a:ln>
          </p:spPr>
        </p:sp>
        <p:sp>
          <p:nvSpPr>
            <p:cNvPr id="8630" name="Heatmap cell r29 c87"/>
            <p:cNvSpPr/>
            <p:nvPr/>
          </p:nvSpPr>
          <p:spPr>
            <a:xfrm>
              <a:off x="1588968" y="770811"/>
              <a:ext cx="17140" cy="28503"/>
            </a:xfrm>
            <a:prstGeom prst="rect">
              <a:avLst/>
            </a:prstGeom>
            <a:solidFill>
              <a:srgbClr val="DAE2EB"/>
            </a:solidFill>
            <a:ln>
              <a:noFill/>
            </a:ln>
          </p:spPr>
        </p:sp>
        <p:sp>
          <p:nvSpPr>
            <p:cNvPr id="8631" name="Heatmap cell r29 c88"/>
            <p:cNvSpPr/>
            <p:nvPr/>
          </p:nvSpPr>
          <p:spPr>
            <a:xfrm>
              <a:off x="1606013" y="770811"/>
              <a:ext cx="19034" cy="28503"/>
            </a:xfrm>
            <a:prstGeom prst="rect">
              <a:avLst/>
            </a:prstGeom>
            <a:solidFill>
              <a:srgbClr val="F8DEE0"/>
            </a:solidFill>
            <a:ln>
              <a:noFill/>
            </a:ln>
          </p:spPr>
        </p:sp>
        <p:sp>
          <p:nvSpPr>
            <p:cNvPr id="8632" name="Heatmap cell r29 c89"/>
            <p:cNvSpPr/>
            <p:nvPr/>
          </p:nvSpPr>
          <p:spPr>
            <a:xfrm>
              <a:off x="1624952" y="770811"/>
              <a:ext cx="19034" cy="28503"/>
            </a:xfrm>
            <a:prstGeom prst="rect">
              <a:avLst/>
            </a:prstGeom>
            <a:solidFill>
              <a:srgbClr val="9FB7CD"/>
            </a:solidFill>
            <a:ln>
              <a:noFill/>
            </a:ln>
          </p:spPr>
        </p:sp>
        <p:sp>
          <p:nvSpPr>
            <p:cNvPr id="8633" name="Heatmap cell r29 c90"/>
            <p:cNvSpPr/>
            <p:nvPr/>
          </p:nvSpPr>
          <p:spPr>
            <a:xfrm>
              <a:off x="1643891" y="770811"/>
              <a:ext cx="17140" cy="28503"/>
            </a:xfrm>
            <a:prstGeom prst="rect">
              <a:avLst/>
            </a:prstGeom>
            <a:solidFill>
              <a:srgbClr val="BFCFDF"/>
            </a:solidFill>
            <a:ln>
              <a:noFill/>
            </a:ln>
          </p:spPr>
        </p:sp>
        <p:sp>
          <p:nvSpPr>
            <p:cNvPr id="8634" name="Heatmap cell r29 c91"/>
            <p:cNvSpPr/>
            <p:nvPr/>
          </p:nvSpPr>
          <p:spPr>
            <a:xfrm>
              <a:off x="1660936" y="770811"/>
              <a:ext cx="19034" cy="28503"/>
            </a:xfrm>
            <a:prstGeom prst="rect">
              <a:avLst/>
            </a:prstGeom>
            <a:solidFill>
              <a:srgbClr val="B9C9DB"/>
            </a:solidFill>
            <a:ln>
              <a:noFill/>
            </a:ln>
          </p:spPr>
        </p:sp>
        <p:sp>
          <p:nvSpPr>
            <p:cNvPr id="8635" name="Heatmap cell r29 c92"/>
            <p:cNvSpPr/>
            <p:nvPr/>
          </p:nvSpPr>
          <p:spPr>
            <a:xfrm>
              <a:off x="1679875" y="770811"/>
              <a:ext cx="17140" cy="28503"/>
            </a:xfrm>
            <a:prstGeom prst="rect">
              <a:avLst/>
            </a:prstGeom>
            <a:solidFill>
              <a:srgbClr val="C2D0DE"/>
            </a:solidFill>
            <a:ln>
              <a:noFill/>
            </a:ln>
          </p:spPr>
        </p:sp>
        <p:sp>
          <p:nvSpPr>
            <p:cNvPr id="8636" name="Heatmap cell r29 c93"/>
            <p:cNvSpPr/>
            <p:nvPr/>
          </p:nvSpPr>
          <p:spPr>
            <a:xfrm>
              <a:off x="1696920" y="770811"/>
              <a:ext cx="19034" cy="28503"/>
            </a:xfrm>
            <a:prstGeom prst="rect">
              <a:avLst/>
            </a:prstGeom>
            <a:solidFill>
              <a:srgbClr val="FAECEC"/>
            </a:solidFill>
            <a:ln>
              <a:noFill/>
            </a:ln>
          </p:spPr>
        </p:sp>
        <p:sp>
          <p:nvSpPr>
            <p:cNvPr id="8637" name="Heatmap cell r29 c94"/>
            <p:cNvSpPr/>
            <p:nvPr/>
          </p:nvSpPr>
          <p:spPr>
            <a:xfrm>
              <a:off x="1715858" y="770811"/>
              <a:ext cx="17140" cy="28503"/>
            </a:xfrm>
            <a:prstGeom prst="rect">
              <a:avLst/>
            </a:prstGeom>
            <a:solidFill>
              <a:srgbClr val="FBF3F4"/>
            </a:solidFill>
            <a:ln>
              <a:noFill/>
            </a:ln>
          </p:spPr>
        </p:sp>
        <p:sp>
          <p:nvSpPr>
            <p:cNvPr id="8638" name="Heatmap cell r29 c95"/>
            <p:cNvSpPr/>
            <p:nvPr/>
          </p:nvSpPr>
          <p:spPr>
            <a:xfrm>
              <a:off x="1732903" y="770811"/>
              <a:ext cx="19034" cy="28503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8639" name="Heatmap cell r29 c96"/>
            <p:cNvSpPr/>
            <p:nvPr/>
          </p:nvSpPr>
          <p:spPr>
            <a:xfrm>
              <a:off x="1751842" y="770811"/>
              <a:ext cx="17140" cy="28503"/>
            </a:xfrm>
            <a:prstGeom prst="rect">
              <a:avLst/>
            </a:prstGeom>
            <a:solidFill>
              <a:srgbClr val="F8DDDF"/>
            </a:solidFill>
            <a:ln>
              <a:noFill/>
            </a:ln>
          </p:spPr>
        </p:sp>
        <p:sp>
          <p:nvSpPr>
            <p:cNvPr id="8640" name="Heatmap cell r29 c97"/>
            <p:cNvSpPr/>
            <p:nvPr/>
          </p:nvSpPr>
          <p:spPr>
            <a:xfrm>
              <a:off x="1768887" y="770811"/>
              <a:ext cx="19034" cy="28503"/>
            </a:xfrm>
            <a:prstGeom prst="rect">
              <a:avLst/>
            </a:prstGeom>
            <a:solidFill>
              <a:srgbClr val="E3EAF0"/>
            </a:solidFill>
            <a:ln>
              <a:noFill/>
            </a:ln>
          </p:spPr>
        </p:sp>
        <p:sp>
          <p:nvSpPr>
            <p:cNvPr id="8641" name="Heatmap cell r29 c98"/>
            <p:cNvSpPr/>
            <p:nvPr/>
          </p:nvSpPr>
          <p:spPr>
            <a:xfrm>
              <a:off x="1787826" y="770811"/>
              <a:ext cx="17140" cy="28503"/>
            </a:xfrm>
            <a:prstGeom prst="rect">
              <a:avLst/>
            </a:prstGeom>
            <a:solidFill>
              <a:srgbClr val="D9E1EB"/>
            </a:solidFill>
            <a:ln>
              <a:noFill/>
            </a:ln>
          </p:spPr>
        </p:sp>
        <p:sp>
          <p:nvSpPr>
            <p:cNvPr id="8642" name="Heatmap cell r29 c99"/>
            <p:cNvSpPr/>
            <p:nvPr/>
          </p:nvSpPr>
          <p:spPr>
            <a:xfrm>
              <a:off x="1804871" y="770811"/>
              <a:ext cx="19034" cy="28503"/>
            </a:xfrm>
            <a:prstGeom prst="rect">
              <a:avLst/>
            </a:prstGeom>
            <a:solidFill>
              <a:srgbClr val="F8DDDF"/>
            </a:solidFill>
            <a:ln>
              <a:noFill/>
            </a:ln>
          </p:spPr>
        </p:sp>
        <p:sp>
          <p:nvSpPr>
            <p:cNvPr id="8643" name="Heatmap cell r29 c100"/>
            <p:cNvSpPr/>
            <p:nvPr/>
          </p:nvSpPr>
          <p:spPr>
            <a:xfrm>
              <a:off x="1823810" y="770811"/>
              <a:ext cx="17140" cy="28503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</p:sp>
        <p:sp>
          <p:nvSpPr>
            <p:cNvPr id="8644" name="Heatmap cell r29 c101"/>
            <p:cNvSpPr/>
            <p:nvPr/>
          </p:nvSpPr>
          <p:spPr>
            <a:xfrm>
              <a:off x="1840855" y="770811"/>
              <a:ext cx="19034" cy="28503"/>
            </a:xfrm>
            <a:prstGeom prst="rect">
              <a:avLst/>
            </a:prstGeom>
            <a:solidFill>
              <a:srgbClr val="ADC2D4"/>
            </a:solidFill>
            <a:ln>
              <a:noFill/>
            </a:ln>
          </p:spPr>
        </p:sp>
        <p:sp>
          <p:nvSpPr>
            <p:cNvPr id="8645" name="Heatmap cell r29 c102"/>
            <p:cNvSpPr/>
            <p:nvPr/>
          </p:nvSpPr>
          <p:spPr>
            <a:xfrm>
              <a:off x="1859794" y="770811"/>
              <a:ext cx="19034" cy="28503"/>
            </a:xfrm>
            <a:prstGeom prst="rect">
              <a:avLst/>
            </a:prstGeom>
            <a:solidFill>
              <a:srgbClr val="F8E3E6"/>
            </a:solidFill>
            <a:ln>
              <a:noFill/>
            </a:ln>
          </p:spPr>
        </p:sp>
        <p:sp>
          <p:nvSpPr>
            <p:cNvPr id="8646" name="Heatmap cell r29 c103"/>
            <p:cNvSpPr/>
            <p:nvPr/>
          </p:nvSpPr>
          <p:spPr>
            <a:xfrm>
              <a:off x="1878732" y="770811"/>
              <a:ext cx="17140" cy="28503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</p:sp>
        <p:sp>
          <p:nvSpPr>
            <p:cNvPr id="8647" name="Heatmap cell r29 c104"/>
            <p:cNvSpPr/>
            <p:nvPr/>
          </p:nvSpPr>
          <p:spPr>
            <a:xfrm>
              <a:off x="1895777" y="770811"/>
              <a:ext cx="19034" cy="28503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8648" name="Heatmap cell r29 c105"/>
            <p:cNvSpPr/>
            <p:nvPr/>
          </p:nvSpPr>
          <p:spPr>
            <a:xfrm>
              <a:off x="1914716" y="770811"/>
              <a:ext cx="17140" cy="28503"/>
            </a:xfrm>
            <a:prstGeom prst="rect">
              <a:avLst/>
            </a:prstGeom>
            <a:solidFill>
              <a:srgbClr val="DCE3EB"/>
            </a:solidFill>
            <a:ln>
              <a:noFill/>
            </a:ln>
          </p:spPr>
        </p:sp>
        <p:sp>
          <p:nvSpPr>
            <p:cNvPr id="8649" name="Heatmap cell r29 c106"/>
            <p:cNvSpPr/>
            <p:nvPr/>
          </p:nvSpPr>
          <p:spPr>
            <a:xfrm>
              <a:off x="1931761" y="770811"/>
              <a:ext cx="19034" cy="28503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8650" name="Heatmap cell r29 c107"/>
            <p:cNvSpPr/>
            <p:nvPr/>
          </p:nvSpPr>
          <p:spPr>
            <a:xfrm>
              <a:off x="1950700" y="770811"/>
              <a:ext cx="17140" cy="28503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8651" name="Heatmap cell r29 c108"/>
            <p:cNvSpPr/>
            <p:nvPr/>
          </p:nvSpPr>
          <p:spPr>
            <a:xfrm>
              <a:off x="1967745" y="770811"/>
              <a:ext cx="19034" cy="28503"/>
            </a:xfrm>
            <a:prstGeom prst="rect">
              <a:avLst/>
            </a:prstGeom>
            <a:solidFill>
              <a:srgbClr val="F3C9CE"/>
            </a:solidFill>
            <a:ln>
              <a:noFill/>
            </a:ln>
          </p:spPr>
        </p:sp>
        <p:sp>
          <p:nvSpPr>
            <p:cNvPr id="8652" name="Heatmap cell r29 c110"/>
            <p:cNvSpPr/>
            <p:nvPr/>
          </p:nvSpPr>
          <p:spPr>
            <a:xfrm>
              <a:off x="2003729" y="770811"/>
              <a:ext cx="19034" cy="28503"/>
            </a:xfrm>
            <a:prstGeom prst="rect">
              <a:avLst/>
            </a:prstGeom>
            <a:solidFill>
              <a:srgbClr val="F5D0D3"/>
            </a:solidFill>
            <a:ln>
              <a:noFill/>
            </a:ln>
          </p:spPr>
        </p:sp>
        <p:sp>
          <p:nvSpPr>
            <p:cNvPr id="8653" name="Heatmap cell r29 c111"/>
            <p:cNvSpPr/>
            <p:nvPr/>
          </p:nvSpPr>
          <p:spPr>
            <a:xfrm>
              <a:off x="2022668" y="770811"/>
              <a:ext cx="17140" cy="28503"/>
            </a:xfrm>
            <a:prstGeom prst="rect">
              <a:avLst/>
            </a:prstGeom>
            <a:solidFill>
              <a:srgbClr val="D2DDE8"/>
            </a:solidFill>
            <a:ln>
              <a:noFill/>
            </a:ln>
          </p:spPr>
        </p:sp>
        <p:sp>
          <p:nvSpPr>
            <p:cNvPr id="8654" name="Heatmap cell r29 c112"/>
            <p:cNvSpPr/>
            <p:nvPr/>
          </p:nvSpPr>
          <p:spPr>
            <a:xfrm>
              <a:off x="2039712" y="770811"/>
              <a:ext cx="19034" cy="28503"/>
            </a:xfrm>
            <a:prstGeom prst="rect">
              <a:avLst/>
            </a:prstGeom>
            <a:solidFill>
              <a:srgbClr val="D3DEE8"/>
            </a:solidFill>
            <a:ln>
              <a:noFill/>
            </a:ln>
          </p:spPr>
        </p:sp>
        <p:sp>
          <p:nvSpPr>
            <p:cNvPr id="8655" name="Heatmap cell r29 c114"/>
            <p:cNvSpPr/>
            <p:nvPr/>
          </p:nvSpPr>
          <p:spPr>
            <a:xfrm>
              <a:off x="2075696" y="770811"/>
              <a:ext cx="19034" cy="28503"/>
            </a:xfrm>
            <a:prstGeom prst="rect">
              <a:avLst/>
            </a:prstGeom>
            <a:solidFill>
              <a:srgbClr val="547DA6"/>
            </a:solidFill>
            <a:ln>
              <a:noFill/>
            </a:ln>
          </p:spPr>
        </p:sp>
        <p:sp>
          <p:nvSpPr>
            <p:cNvPr id="8656" name="Heatmap cell r29 c115"/>
            <p:cNvSpPr/>
            <p:nvPr/>
          </p:nvSpPr>
          <p:spPr>
            <a:xfrm>
              <a:off x="2094635" y="770811"/>
              <a:ext cx="19034" cy="28503"/>
            </a:xfrm>
            <a:prstGeom prst="rect">
              <a:avLst/>
            </a:prstGeom>
            <a:solidFill>
              <a:srgbClr val="E8ECF3"/>
            </a:solidFill>
            <a:ln>
              <a:noFill/>
            </a:ln>
          </p:spPr>
        </p:sp>
        <p:sp>
          <p:nvSpPr>
            <p:cNvPr id="8657" name="Heatmap cell r29 c116"/>
            <p:cNvSpPr/>
            <p:nvPr/>
          </p:nvSpPr>
          <p:spPr>
            <a:xfrm>
              <a:off x="2113574" y="770811"/>
              <a:ext cx="17140" cy="28503"/>
            </a:xfrm>
            <a:prstGeom prst="rect">
              <a:avLst/>
            </a:prstGeom>
            <a:solidFill>
              <a:srgbClr val="E3EAF0"/>
            </a:solidFill>
            <a:ln>
              <a:noFill/>
            </a:ln>
          </p:spPr>
        </p:sp>
        <p:sp>
          <p:nvSpPr>
            <p:cNvPr id="8658" name="Heatmap cell r29 c117"/>
            <p:cNvSpPr/>
            <p:nvPr/>
          </p:nvSpPr>
          <p:spPr>
            <a:xfrm>
              <a:off x="2130619" y="770811"/>
              <a:ext cx="19034" cy="28503"/>
            </a:xfrm>
            <a:prstGeom prst="rect">
              <a:avLst/>
            </a:prstGeom>
            <a:solidFill>
              <a:srgbClr val="E9EEF4"/>
            </a:solidFill>
            <a:ln>
              <a:noFill/>
            </a:ln>
          </p:spPr>
        </p:sp>
        <p:sp>
          <p:nvSpPr>
            <p:cNvPr id="8659" name="Heatmap cell r29 c118"/>
            <p:cNvSpPr/>
            <p:nvPr/>
          </p:nvSpPr>
          <p:spPr>
            <a:xfrm>
              <a:off x="2149558" y="770811"/>
              <a:ext cx="17140" cy="28503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</p:sp>
        <p:sp>
          <p:nvSpPr>
            <p:cNvPr id="8660" name="Heatmap cell r29 c119"/>
            <p:cNvSpPr/>
            <p:nvPr/>
          </p:nvSpPr>
          <p:spPr>
            <a:xfrm>
              <a:off x="2166603" y="770811"/>
              <a:ext cx="19034" cy="28503"/>
            </a:xfrm>
            <a:prstGeom prst="rect">
              <a:avLst/>
            </a:prstGeom>
            <a:solidFill>
              <a:srgbClr val="EAEEF4"/>
            </a:solidFill>
            <a:ln>
              <a:noFill/>
            </a:ln>
          </p:spPr>
        </p:sp>
        <p:sp>
          <p:nvSpPr>
            <p:cNvPr id="8661" name="Heatmap cell r29 c120"/>
            <p:cNvSpPr/>
            <p:nvPr/>
          </p:nvSpPr>
          <p:spPr>
            <a:xfrm>
              <a:off x="2185542" y="770811"/>
              <a:ext cx="17140" cy="28503"/>
            </a:xfrm>
            <a:prstGeom prst="rect">
              <a:avLst/>
            </a:prstGeom>
            <a:solidFill>
              <a:srgbClr val="F7DCDF"/>
            </a:solidFill>
            <a:ln>
              <a:noFill/>
            </a:ln>
          </p:spPr>
        </p:sp>
        <p:sp>
          <p:nvSpPr>
            <p:cNvPr id="8662" name="Heatmap cell r29 c121"/>
            <p:cNvSpPr/>
            <p:nvPr/>
          </p:nvSpPr>
          <p:spPr>
            <a:xfrm>
              <a:off x="2202586" y="770811"/>
              <a:ext cx="19034" cy="28503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8663" name="Heatmap cell r29 c122"/>
            <p:cNvSpPr/>
            <p:nvPr/>
          </p:nvSpPr>
          <p:spPr>
            <a:xfrm>
              <a:off x="2221525" y="770811"/>
              <a:ext cx="17140" cy="28503"/>
            </a:xfrm>
            <a:prstGeom prst="rect">
              <a:avLst/>
            </a:prstGeom>
            <a:solidFill>
              <a:srgbClr val="E9EDF3"/>
            </a:solidFill>
            <a:ln>
              <a:noFill/>
            </a:ln>
          </p:spPr>
        </p:sp>
        <p:sp>
          <p:nvSpPr>
            <p:cNvPr id="8664" name="Heatmap cell r29 c123"/>
            <p:cNvSpPr/>
            <p:nvPr/>
          </p:nvSpPr>
          <p:spPr>
            <a:xfrm>
              <a:off x="2238570" y="770811"/>
              <a:ext cx="19034" cy="28503"/>
            </a:xfrm>
            <a:prstGeom prst="rect">
              <a:avLst/>
            </a:prstGeom>
            <a:solidFill>
              <a:srgbClr val="C5D2E0"/>
            </a:solidFill>
            <a:ln>
              <a:noFill/>
            </a:ln>
          </p:spPr>
        </p:sp>
        <p:sp>
          <p:nvSpPr>
            <p:cNvPr id="8665" name="Heatmap cell r29 c124"/>
            <p:cNvSpPr/>
            <p:nvPr/>
          </p:nvSpPr>
          <p:spPr>
            <a:xfrm>
              <a:off x="2257509" y="770811"/>
              <a:ext cx="17140" cy="28503"/>
            </a:xfrm>
            <a:prstGeom prst="rect">
              <a:avLst/>
            </a:prstGeom>
            <a:solidFill>
              <a:srgbClr val="F8DEE0"/>
            </a:solidFill>
            <a:ln>
              <a:noFill/>
            </a:ln>
          </p:spPr>
        </p:sp>
        <p:sp>
          <p:nvSpPr>
            <p:cNvPr id="8666" name="Heatmap cell r29 c125"/>
            <p:cNvSpPr/>
            <p:nvPr/>
          </p:nvSpPr>
          <p:spPr>
            <a:xfrm>
              <a:off x="2274554" y="770811"/>
              <a:ext cx="19034" cy="28503"/>
            </a:xfrm>
            <a:prstGeom prst="rect">
              <a:avLst/>
            </a:prstGeom>
            <a:solidFill>
              <a:srgbClr val="C9D6E2"/>
            </a:solidFill>
            <a:ln>
              <a:noFill/>
            </a:ln>
          </p:spPr>
        </p:sp>
        <p:sp>
          <p:nvSpPr>
            <p:cNvPr id="8667" name="Heatmap cell r29 c126"/>
            <p:cNvSpPr/>
            <p:nvPr/>
          </p:nvSpPr>
          <p:spPr>
            <a:xfrm>
              <a:off x="2293493" y="770811"/>
              <a:ext cx="17140" cy="28503"/>
            </a:xfrm>
            <a:prstGeom prst="rect">
              <a:avLst/>
            </a:prstGeom>
            <a:solidFill>
              <a:srgbClr val="F7D7DB"/>
            </a:solidFill>
            <a:ln>
              <a:noFill/>
            </a:ln>
          </p:spPr>
        </p:sp>
        <p:sp>
          <p:nvSpPr>
            <p:cNvPr id="8668" name="Heatmap cell r29 c127"/>
            <p:cNvSpPr/>
            <p:nvPr/>
          </p:nvSpPr>
          <p:spPr>
            <a:xfrm>
              <a:off x="2310538" y="770811"/>
              <a:ext cx="19034" cy="28503"/>
            </a:xfrm>
            <a:prstGeom prst="rect">
              <a:avLst/>
            </a:prstGeom>
            <a:solidFill>
              <a:srgbClr val="F7DADC"/>
            </a:solidFill>
            <a:ln>
              <a:noFill/>
            </a:ln>
          </p:spPr>
        </p:sp>
        <p:sp>
          <p:nvSpPr>
            <p:cNvPr id="8669" name="Heatmap cell r29 c128"/>
            <p:cNvSpPr/>
            <p:nvPr/>
          </p:nvSpPr>
          <p:spPr>
            <a:xfrm>
              <a:off x="2329477" y="770811"/>
              <a:ext cx="19034" cy="28503"/>
            </a:xfrm>
            <a:prstGeom prst="rect">
              <a:avLst/>
            </a:prstGeom>
            <a:solidFill>
              <a:srgbClr val="EDB0B6"/>
            </a:solidFill>
            <a:ln>
              <a:noFill/>
            </a:ln>
          </p:spPr>
        </p:sp>
        <p:sp>
          <p:nvSpPr>
            <p:cNvPr id="8670" name="Heatmap cell r29 c129"/>
            <p:cNvSpPr/>
            <p:nvPr/>
          </p:nvSpPr>
          <p:spPr>
            <a:xfrm>
              <a:off x="2348416" y="770811"/>
              <a:ext cx="17140" cy="28503"/>
            </a:xfrm>
            <a:prstGeom prst="rect">
              <a:avLst/>
            </a:prstGeom>
            <a:solidFill>
              <a:srgbClr val="D4DFE9"/>
            </a:solidFill>
            <a:ln>
              <a:noFill/>
            </a:ln>
          </p:spPr>
        </p:sp>
        <p:sp>
          <p:nvSpPr>
            <p:cNvPr id="8671" name="Heatmap cell r29 c130"/>
            <p:cNvSpPr/>
            <p:nvPr/>
          </p:nvSpPr>
          <p:spPr>
            <a:xfrm>
              <a:off x="2365460" y="770811"/>
              <a:ext cx="19034" cy="28503"/>
            </a:xfrm>
            <a:prstGeom prst="rect">
              <a:avLst/>
            </a:prstGeom>
            <a:solidFill>
              <a:srgbClr val="FCF7F7"/>
            </a:solidFill>
            <a:ln>
              <a:noFill/>
            </a:ln>
          </p:spPr>
        </p:sp>
        <p:sp>
          <p:nvSpPr>
            <p:cNvPr id="8672" name="Heatmap cell r29 c131"/>
            <p:cNvSpPr/>
            <p:nvPr/>
          </p:nvSpPr>
          <p:spPr>
            <a:xfrm>
              <a:off x="2384399" y="770811"/>
              <a:ext cx="17140" cy="28503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8673" name="Heatmap cell r29 c132"/>
            <p:cNvSpPr/>
            <p:nvPr/>
          </p:nvSpPr>
          <p:spPr>
            <a:xfrm>
              <a:off x="2401444" y="770811"/>
              <a:ext cx="19034" cy="28503"/>
            </a:xfrm>
            <a:prstGeom prst="rect">
              <a:avLst/>
            </a:prstGeom>
            <a:solidFill>
              <a:srgbClr val="D7E1EB"/>
            </a:solidFill>
            <a:ln>
              <a:noFill/>
            </a:ln>
          </p:spPr>
        </p:sp>
        <p:sp>
          <p:nvSpPr>
            <p:cNvPr id="8674" name="Heatmap cell r29 c133"/>
            <p:cNvSpPr/>
            <p:nvPr/>
          </p:nvSpPr>
          <p:spPr>
            <a:xfrm>
              <a:off x="2420383" y="770811"/>
              <a:ext cx="17140" cy="28503"/>
            </a:xfrm>
            <a:prstGeom prst="rect">
              <a:avLst/>
            </a:prstGeom>
            <a:solidFill>
              <a:srgbClr val="FAEEEF"/>
            </a:solidFill>
            <a:ln>
              <a:noFill/>
            </a:ln>
          </p:spPr>
        </p:sp>
        <p:sp>
          <p:nvSpPr>
            <p:cNvPr id="8675" name="Heatmap cell r29 c134"/>
            <p:cNvSpPr/>
            <p:nvPr/>
          </p:nvSpPr>
          <p:spPr>
            <a:xfrm>
              <a:off x="2437428" y="770811"/>
              <a:ext cx="19034" cy="28503"/>
            </a:xfrm>
            <a:prstGeom prst="rect">
              <a:avLst/>
            </a:prstGeom>
            <a:solidFill>
              <a:srgbClr val="DAE2EB"/>
            </a:solidFill>
            <a:ln>
              <a:noFill/>
            </a:ln>
          </p:spPr>
        </p:sp>
        <p:sp>
          <p:nvSpPr>
            <p:cNvPr id="8676" name="Heatmap cell r29 c135"/>
            <p:cNvSpPr/>
            <p:nvPr/>
          </p:nvSpPr>
          <p:spPr>
            <a:xfrm>
              <a:off x="2456367" y="770811"/>
              <a:ext cx="17140" cy="28503"/>
            </a:xfrm>
            <a:prstGeom prst="rect">
              <a:avLst/>
            </a:prstGeom>
            <a:solidFill>
              <a:srgbClr val="EFB4B9"/>
            </a:solidFill>
            <a:ln>
              <a:noFill/>
            </a:ln>
          </p:spPr>
        </p:sp>
        <p:sp>
          <p:nvSpPr>
            <p:cNvPr id="8677" name="Heatmap cell r29 c136"/>
            <p:cNvSpPr/>
            <p:nvPr/>
          </p:nvSpPr>
          <p:spPr>
            <a:xfrm>
              <a:off x="2473412" y="770811"/>
              <a:ext cx="19034" cy="28503"/>
            </a:xfrm>
            <a:prstGeom prst="rect">
              <a:avLst/>
            </a:prstGeom>
            <a:solidFill>
              <a:srgbClr val="E4EBEF"/>
            </a:solidFill>
            <a:ln>
              <a:noFill/>
            </a:ln>
          </p:spPr>
        </p:sp>
        <p:sp>
          <p:nvSpPr>
            <p:cNvPr id="8678" name="Heatmap cell r29 c137"/>
            <p:cNvSpPr/>
            <p:nvPr/>
          </p:nvSpPr>
          <p:spPr>
            <a:xfrm>
              <a:off x="2492351" y="770811"/>
              <a:ext cx="17140" cy="28503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8679" name="Heatmap cell r29 c138"/>
            <p:cNvSpPr/>
            <p:nvPr/>
          </p:nvSpPr>
          <p:spPr>
            <a:xfrm>
              <a:off x="2509396" y="770811"/>
              <a:ext cx="19034" cy="28503"/>
            </a:xfrm>
            <a:prstGeom prst="rect">
              <a:avLst/>
            </a:prstGeom>
            <a:solidFill>
              <a:srgbClr val="D3DEE8"/>
            </a:solidFill>
            <a:ln>
              <a:noFill/>
            </a:ln>
          </p:spPr>
        </p:sp>
        <p:sp>
          <p:nvSpPr>
            <p:cNvPr id="8680" name="Heatmap cell r29 c139"/>
            <p:cNvSpPr/>
            <p:nvPr/>
          </p:nvSpPr>
          <p:spPr>
            <a:xfrm>
              <a:off x="2528334" y="770811"/>
              <a:ext cx="17140" cy="28503"/>
            </a:xfrm>
            <a:prstGeom prst="rect">
              <a:avLst/>
            </a:prstGeom>
            <a:solidFill>
              <a:srgbClr val="F0BAC0"/>
            </a:solidFill>
            <a:ln>
              <a:noFill/>
            </a:ln>
          </p:spPr>
        </p:sp>
        <p:sp>
          <p:nvSpPr>
            <p:cNvPr id="8681" name="Heatmap cell r29 c141"/>
            <p:cNvSpPr/>
            <p:nvPr/>
          </p:nvSpPr>
          <p:spPr>
            <a:xfrm>
              <a:off x="2564318" y="770811"/>
              <a:ext cx="19034" cy="28503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8682" name="Heatmap cell r29 c142"/>
            <p:cNvSpPr/>
            <p:nvPr/>
          </p:nvSpPr>
          <p:spPr>
            <a:xfrm>
              <a:off x="2583257" y="770811"/>
              <a:ext cx="17140" cy="28503"/>
            </a:xfrm>
            <a:prstGeom prst="rect">
              <a:avLst/>
            </a:prstGeom>
            <a:solidFill>
              <a:srgbClr val="F2C8CD"/>
            </a:solidFill>
            <a:ln>
              <a:noFill/>
            </a:ln>
          </p:spPr>
        </p:sp>
        <p:sp>
          <p:nvSpPr>
            <p:cNvPr id="8683" name="Heatmap cell r29 c143"/>
            <p:cNvSpPr/>
            <p:nvPr/>
          </p:nvSpPr>
          <p:spPr>
            <a:xfrm>
              <a:off x="2600302" y="770811"/>
              <a:ext cx="19034" cy="28503"/>
            </a:xfrm>
            <a:prstGeom prst="rect">
              <a:avLst/>
            </a:prstGeom>
            <a:solidFill>
              <a:srgbClr val="DFE7ED"/>
            </a:solidFill>
            <a:ln>
              <a:noFill/>
            </a:ln>
          </p:spPr>
        </p:sp>
        <p:sp>
          <p:nvSpPr>
            <p:cNvPr id="8684" name="Heatmap cell r29 c144"/>
            <p:cNvSpPr/>
            <p:nvPr/>
          </p:nvSpPr>
          <p:spPr>
            <a:xfrm>
              <a:off x="2619241" y="770811"/>
              <a:ext cx="17140" cy="28503"/>
            </a:xfrm>
            <a:prstGeom prst="rect">
              <a:avLst/>
            </a:prstGeom>
            <a:solidFill>
              <a:srgbClr val="F8F8FA"/>
            </a:solidFill>
            <a:ln>
              <a:noFill/>
            </a:ln>
          </p:spPr>
        </p:sp>
        <p:sp>
          <p:nvSpPr>
            <p:cNvPr id="8685" name="Heatmap cell r29 c145"/>
            <p:cNvSpPr/>
            <p:nvPr/>
          </p:nvSpPr>
          <p:spPr>
            <a:xfrm>
              <a:off x="2636286" y="770811"/>
              <a:ext cx="19034" cy="28503"/>
            </a:xfrm>
            <a:prstGeom prst="rect">
              <a:avLst/>
            </a:prstGeom>
            <a:solidFill>
              <a:srgbClr val="E3EAF0"/>
            </a:solidFill>
            <a:ln>
              <a:noFill/>
            </a:ln>
          </p:spPr>
        </p:sp>
        <p:sp>
          <p:nvSpPr>
            <p:cNvPr id="8686" name="Heatmap cell r29 c146"/>
            <p:cNvSpPr/>
            <p:nvPr/>
          </p:nvSpPr>
          <p:spPr>
            <a:xfrm>
              <a:off x="2655225" y="770811"/>
              <a:ext cx="17140" cy="28503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8687" name="Heatmap cell r29 c147"/>
            <p:cNvSpPr/>
            <p:nvPr/>
          </p:nvSpPr>
          <p:spPr>
            <a:xfrm>
              <a:off x="2672270" y="770811"/>
              <a:ext cx="19034" cy="28503"/>
            </a:xfrm>
            <a:prstGeom prst="rect">
              <a:avLst/>
            </a:prstGeom>
            <a:solidFill>
              <a:srgbClr val="F3C7CC"/>
            </a:solidFill>
            <a:ln>
              <a:noFill/>
            </a:ln>
          </p:spPr>
        </p:sp>
        <p:sp>
          <p:nvSpPr>
            <p:cNvPr id="8688" name="Heatmap cell r29 c148"/>
            <p:cNvSpPr/>
            <p:nvPr/>
          </p:nvSpPr>
          <p:spPr>
            <a:xfrm>
              <a:off x="2691208" y="770811"/>
              <a:ext cx="17140" cy="28503"/>
            </a:xfrm>
            <a:prstGeom prst="rect">
              <a:avLst/>
            </a:prstGeom>
            <a:solidFill>
              <a:srgbClr val="EFF3F7"/>
            </a:solidFill>
            <a:ln>
              <a:noFill/>
            </a:ln>
          </p:spPr>
        </p:sp>
        <p:sp>
          <p:nvSpPr>
            <p:cNvPr id="8689" name="Heatmap cell r29 c149"/>
            <p:cNvSpPr/>
            <p:nvPr/>
          </p:nvSpPr>
          <p:spPr>
            <a:xfrm>
              <a:off x="2708253" y="770811"/>
              <a:ext cx="19034" cy="28503"/>
            </a:xfrm>
            <a:prstGeom prst="rect">
              <a:avLst/>
            </a:prstGeom>
            <a:solidFill>
              <a:srgbClr val="ECACB1"/>
            </a:solidFill>
            <a:ln>
              <a:noFill/>
            </a:ln>
          </p:spPr>
        </p:sp>
        <p:sp>
          <p:nvSpPr>
            <p:cNvPr id="8690" name="Heatmap cell r29 c150"/>
            <p:cNvSpPr/>
            <p:nvPr/>
          </p:nvSpPr>
          <p:spPr>
            <a:xfrm>
              <a:off x="2727192" y="770811"/>
              <a:ext cx="17140" cy="28503"/>
            </a:xfrm>
            <a:prstGeom prst="rect">
              <a:avLst/>
            </a:prstGeom>
            <a:solidFill>
              <a:srgbClr val="F8F8FA"/>
            </a:solidFill>
            <a:ln>
              <a:noFill/>
            </a:ln>
          </p:spPr>
        </p:sp>
        <p:sp>
          <p:nvSpPr>
            <p:cNvPr id="8691" name="Heatmap cell r29 c151"/>
            <p:cNvSpPr/>
            <p:nvPr/>
          </p:nvSpPr>
          <p:spPr>
            <a:xfrm>
              <a:off x="2744237" y="770811"/>
              <a:ext cx="19034" cy="28503"/>
            </a:xfrm>
            <a:prstGeom prst="rect">
              <a:avLst/>
            </a:prstGeom>
            <a:solidFill>
              <a:srgbClr val="EFF3F7"/>
            </a:solidFill>
            <a:ln>
              <a:noFill/>
            </a:ln>
          </p:spPr>
        </p:sp>
        <p:sp>
          <p:nvSpPr>
            <p:cNvPr id="8692" name="Heatmap cell r29 c152"/>
            <p:cNvSpPr/>
            <p:nvPr/>
          </p:nvSpPr>
          <p:spPr>
            <a:xfrm>
              <a:off x="2763176" y="770811"/>
              <a:ext cx="17140" cy="28503"/>
            </a:xfrm>
            <a:prstGeom prst="rect">
              <a:avLst/>
            </a:prstGeom>
            <a:solidFill>
              <a:srgbClr val="F4CDD0"/>
            </a:solidFill>
            <a:ln>
              <a:noFill/>
            </a:ln>
          </p:spPr>
        </p:sp>
        <p:sp>
          <p:nvSpPr>
            <p:cNvPr id="8693" name="Heatmap cell r29 c153"/>
            <p:cNvSpPr/>
            <p:nvPr/>
          </p:nvSpPr>
          <p:spPr>
            <a:xfrm>
              <a:off x="2780221" y="770811"/>
              <a:ext cx="19034" cy="28503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8694" name="Heatmap cell r29 c154"/>
            <p:cNvSpPr/>
            <p:nvPr/>
          </p:nvSpPr>
          <p:spPr>
            <a:xfrm>
              <a:off x="2799160" y="770811"/>
              <a:ext cx="17140" cy="28503"/>
            </a:xfrm>
            <a:prstGeom prst="rect">
              <a:avLst/>
            </a:prstGeom>
            <a:solidFill>
              <a:srgbClr val="F6D5D9"/>
            </a:solidFill>
            <a:ln>
              <a:noFill/>
            </a:ln>
          </p:spPr>
        </p:sp>
        <p:sp>
          <p:nvSpPr>
            <p:cNvPr id="8695" name="Heatmap cell r29 c155"/>
            <p:cNvSpPr/>
            <p:nvPr/>
          </p:nvSpPr>
          <p:spPr>
            <a:xfrm>
              <a:off x="2816205" y="770811"/>
              <a:ext cx="19034" cy="28503"/>
            </a:xfrm>
            <a:prstGeom prst="rect">
              <a:avLst/>
            </a:prstGeom>
            <a:solidFill>
              <a:srgbClr val="EEB1B7"/>
            </a:solidFill>
            <a:ln>
              <a:noFill/>
            </a:ln>
          </p:spPr>
        </p:sp>
        <p:sp>
          <p:nvSpPr>
            <p:cNvPr id="8696" name="Heatmap cell r29 c156"/>
            <p:cNvSpPr/>
            <p:nvPr/>
          </p:nvSpPr>
          <p:spPr>
            <a:xfrm>
              <a:off x="2835144" y="770811"/>
              <a:ext cx="19034" cy="28503"/>
            </a:xfrm>
            <a:prstGeom prst="rect">
              <a:avLst/>
            </a:prstGeom>
            <a:solidFill>
              <a:srgbClr val="FCF8F9"/>
            </a:solidFill>
            <a:ln>
              <a:noFill/>
            </a:ln>
          </p:spPr>
        </p:sp>
        <p:sp>
          <p:nvSpPr>
            <p:cNvPr id="8697" name="Heatmap cell r29 c157"/>
            <p:cNvSpPr/>
            <p:nvPr/>
          </p:nvSpPr>
          <p:spPr>
            <a:xfrm>
              <a:off x="2854082" y="770811"/>
              <a:ext cx="17140" cy="28503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8698" name="Heatmap cell r29 c158"/>
            <p:cNvSpPr/>
            <p:nvPr/>
          </p:nvSpPr>
          <p:spPr>
            <a:xfrm>
              <a:off x="2871127" y="770811"/>
              <a:ext cx="19034" cy="28503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8699" name="Heatmap cell r29 c159"/>
            <p:cNvSpPr/>
            <p:nvPr/>
          </p:nvSpPr>
          <p:spPr>
            <a:xfrm>
              <a:off x="2890066" y="770811"/>
              <a:ext cx="17140" cy="28503"/>
            </a:xfrm>
            <a:prstGeom prst="rect">
              <a:avLst/>
            </a:prstGeom>
            <a:solidFill>
              <a:srgbClr val="EFB4B9"/>
            </a:solidFill>
            <a:ln>
              <a:noFill/>
            </a:ln>
          </p:spPr>
        </p:sp>
        <p:sp>
          <p:nvSpPr>
            <p:cNvPr id="8700" name="Heatmap cell r29 c161"/>
            <p:cNvSpPr/>
            <p:nvPr/>
          </p:nvSpPr>
          <p:spPr>
            <a:xfrm>
              <a:off x="2926050" y="770811"/>
              <a:ext cx="17140" cy="28503"/>
            </a:xfrm>
            <a:prstGeom prst="rect">
              <a:avLst/>
            </a:prstGeom>
            <a:solidFill>
              <a:srgbClr val="F7DCDF"/>
            </a:solidFill>
            <a:ln>
              <a:noFill/>
            </a:ln>
          </p:spPr>
        </p:sp>
        <p:sp>
          <p:nvSpPr>
            <p:cNvPr id="8701" name="Heatmap cell r29 c162"/>
            <p:cNvSpPr/>
            <p:nvPr/>
          </p:nvSpPr>
          <p:spPr>
            <a:xfrm>
              <a:off x="2943095" y="770811"/>
              <a:ext cx="19034" cy="28503"/>
            </a:xfrm>
            <a:prstGeom prst="rect">
              <a:avLst/>
            </a:prstGeom>
            <a:solidFill>
              <a:srgbClr val="F9E7E8"/>
            </a:solidFill>
            <a:ln>
              <a:noFill/>
            </a:ln>
          </p:spPr>
        </p:sp>
        <p:sp>
          <p:nvSpPr>
            <p:cNvPr id="8702" name="Heatmap cell r29 c163"/>
            <p:cNvSpPr/>
            <p:nvPr/>
          </p:nvSpPr>
          <p:spPr>
            <a:xfrm>
              <a:off x="2962034" y="770811"/>
              <a:ext cx="17140" cy="28503"/>
            </a:xfrm>
            <a:prstGeom prst="rect">
              <a:avLst/>
            </a:prstGeom>
            <a:solidFill>
              <a:srgbClr val="F8E6E8"/>
            </a:solidFill>
            <a:ln>
              <a:noFill/>
            </a:ln>
          </p:spPr>
        </p:sp>
        <p:sp>
          <p:nvSpPr>
            <p:cNvPr id="8703" name="Heatmap cell r29 c164"/>
            <p:cNvSpPr/>
            <p:nvPr/>
          </p:nvSpPr>
          <p:spPr>
            <a:xfrm>
              <a:off x="2979079" y="770811"/>
              <a:ext cx="19034" cy="28503"/>
            </a:xfrm>
            <a:prstGeom prst="rect">
              <a:avLst/>
            </a:prstGeom>
            <a:solidFill>
              <a:srgbClr val="F9E8E9"/>
            </a:solidFill>
            <a:ln>
              <a:noFill/>
            </a:ln>
          </p:spPr>
        </p:sp>
        <p:sp>
          <p:nvSpPr>
            <p:cNvPr id="8704" name="Heatmap cell r29 c165"/>
            <p:cNvSpPr/>
            <p:nvPr/>
          </p:nvSpPr>
          <p:spPr>
            <a:xfrm>
              <a:off x="2998018" y="770811"/>
              <a:ext cx="17140" cy="28503"/>
            </a:xfrm>
            <a:prstGeom prst="rect">
              <a:avLst/>
            </a:prstGeom>
            <a:solidFill>
              <a:srgbClr val="F7DCDF"/>
            </a:solidFill>
            <a:ln>
              <a:noFill/>
            </a:ln>
          </p:spPr>
        </p:sp>
        <p:sp>
          <p:nvSpPr>
            <p:cNvPr id="8705" name="Heatmap cell r29 c166"/>
            <p:cNvSpPr/>
            <p:nvPr/>
          </p:nvSpPr>
          <p:spPr>
            <a:xfrm>
              <a:off x="3015062" y="770811"/>
              <a:ext cx="19034" cy="28503"/>
            </a:xfrm>
            <a:prstGeom prst="rect">
              <a:avLst/>
            </a:prstGeom>
            <a:solidFill>
              <a:srgbClr val="F8E9EA"/>
            </a:solidFill>
            <a:ln>
              <a:noFill/>
            </a:ln>
          </p:spPr>
        </p:sp>
        <p:sp>
          <p:nvSpPr>
            <p:cNvPr id="8706" name="Heatmap cell r29 c167"/>
            <p:cNvSpPr/>
            <p:nvPr/>
          </p:nvSpPr>
          <p:spPr>
            <a:xfrm>
              <a:off x="3034001" y="770811"/>
              <a:ext cx="17140" cy="28503"/>
            </a:xfrm>
            <a:prstGeom prst="rect">
              <a:avLst/>
            </a:prstGeom>
            <a:solidFill>
              <a:srgbClr val="FBF3F4"/>
            </a:solidFill>
            <a:ln>
              <a:noFill/>
            </a:ln>
          </p:spPr>
        </p:sp>
        <p:sp>
          <p:nvSpPr>
            <p:cNvPr id="8707" name="Heatmap cell r29 c168"/>
            <p:cNvSpPr/>
            <p:nvPr/>
          </p:nvSpPr>
          <p:spPr>
            <a:xfrm>
              <a:off x="3051046" y="770811"/>
              <a:ext cx="19034" cy="28503"/>
            </a:xfrm>
            <a:prstGeom prst="rect">
              <a:avLst/>
            </a:prstGeom>
            <a:solidFill>
              <a:srgbClr val="B7C7D9"/>
            </a:solidFill>
            <a:ln>
              <a:noFill/>
            </a:ln>
          </p:spPr>
        </p:sp>
        <p:sp>
          <p:nvSpPr>
            <p:cNvPr id="8708" name="Heatmap cell r29 c169"/>
            <p:cNvSpPr/>
            <p:nvPr/>
          </p:nvSpPr>
          <p:spPr>
            <a:xfrm>
              <a:off x="3069985" y="770811"/>
              <a:ext cx="19034" cy="28503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8709" name="Heatmap cell r29 c170"/>
            <p:cNvSpPr/>
            <p:nvPr/>
          </p:nvSpPr>
          <p:spPr>
            <a:xfrm>
              <a:off x="3088924" y="770811"/>
              <a:ext cx="17140" cy="28503"/>
            </a:xfrm>
            <a:prstGeom prst="rect">
              <a:avLst/>
            </a:prstGeom>
            <a:solidFill>
              <a:srgbClr val="F3C5CA"/>
            </a:solidFill>
            <a:ln>
              <a:noFill/>
            </a:ln>
          </p:spPr>
        </p:sp>
        <p:sp>
          <p:nvSpPr>
            <p:cNvPr id="8710" name="Heatmap cell r29 c171"/>
            <p:cNvSpPr/>
            <p:nvPr/>
          </p:nvSpPr>
          <p:spPr>
            <a:xfrm>
              <a:off x="3105969" y="770811"/>
              <a:ext cx="19034" cy="28503"/>
            </a:xfrm>
            <a:prstGeom prst="rect">
              <a:avLst/>
            </a:prstGeom>
            <a:solidFill>
              <a:srgbClr val="F3C7CC"/>
            </a:solidFill>
            <a:ln>
              <a:noFill/>
            </a:ln>
          </p:spPr>
        </p:sp>
        <p:sp>
          <p:nvSpPr>
            <p:cNvPr id="8711" name="Heatmap cell r29 c172"/>
            <p:cNvSpPr/>
            <p:nvPr/>
          </p:nvSpPr>
          <p:spPr>
            <a:xfrm>
              <a:off x="3124908" y="770811"/>
              <a:ext cx="17140" cy="28503"/>
            </a:xfrm>
            <a:prstGeom prst="rect">
              <a:avLst/>
            </a:prstGeom>
            <a:solidFill>
              <a:srgbClr val="FBF5F5"/>
            </a:solidFill>
            <a:ln>
              <a:noFill/>
            </a:ln>
          </p:spPr>
        </p:sp>
        <p:sp>
          <p:nvSpPr>
            <p:cNvPr id="8712" name="Heatmap cell r29 c173"/>
            <p:cNvSpPr/>
            <p:nvPr/>
          </p:nvSpPr>
          <p:spPr>
            <a:xfrm>
              <a:off x="3141953" y="770811"/>
              <a:ext cx="19034" cy="28503"/>
            </a:xfrm>
            <a:prstGeom prst="rect">
              <a:avLst/>
            </a:prstGeom>
            <a:solidFill>
              <a:srgbClr val="EFB8BC"/>
            </a:solidFill>
            <a:ln>
              <a:noFill/>
            </a:ln>
          </p:spPr>
        </p:sp>
        <p:sp>
          <p:nvSpPr>
            <p:cNvPr id="8713" name="Heatmap cell r29 c174"/>
            <p:cNvSpPr/>
            <p:nvPr/>
          </p:nvSpPr>
          <p:spPr>
            <a:xfrm>
              <a:off x="3160892" y="770811"/>
              <a:ext cx="17140" cy="28503"/>
            </a:xfrm>
            <a:prstGeom prst="rect">
              <a:avLst/>
            </a:prstGeom>
            <a:solidFill>
              <a:srgbClr val="ACC1D3"/>
            </a:solidFill>
            <a:ln>
              <a:noFill/>
            </a:ln>
          </p:spPr>
        </p:sp>
        <p:sp>
          <p:nvSpPr>
            <p:cNvPr id="8714" name="Heatmap cell r29 c175"/>
            <p:cNvSpPr/>
            <p:nvPr/>
          </p:nvSpPr>
          <p:spPr>
            <a:xfrm>
              <a:off x="3177936" y="770811"/>
              <a:ext cx="19034" cy="28503"/>
            </a:xfrm>
            <a:prstGeom prst="rect">
              <a:avLst/>
            </a:prstGeom>
            <a:solidFill>
              <a:srgbClr val="F3C7CC"/>
            </a:solidFill>
            <a:ln>
              <a:noFill/>
            </a:ln>
          </p:spPr>
        </p:sp>
        <p:sp>
          <p:nvSpPr>
            <p:cNvPr id="8715" name="Heatmap cell r29 c176"/>
            <p:cNvSpPr/>
            <p:nvPr/>
          </p:nvSpPr>
          <p:spPr>
            <a:xfrm>
              <a:off x="3196875" y="770811"/>
              <a:ext cx="17140" cy="28503"/>
            </a:xfrm>
            <a:prstGeom prst="rect">
              <a:avLst/>
            </a:prstGeom>
            <a:solidFill>
              <a:srgbClr val="9DB5CC"/>
            </a:solidFill>
            <a:ln>
              <a:noFill/>
            </a:ln>
          </p:spPr>
        </p:sp>
        <p:sp>
          <p:nvSpPr>
            <p:cNvPr id="8716" name="Heatmap cell r29 c177"/>
            <p:cNvSpPr/>
            <p:nvPr/>
          </p:nvSpPr>
          <p:spPr>
            <a:xfrm>
              <a:off x="3213920" y="770811"/>
              <a:ext cx="19034" cy="28503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8717" name="Heatmap cell r29 c178"/>
            <p:cNvSpPr/>
            <p:nvPr/>
          </p:nvSpPr>
          <p:spPr>
            <a:xfrm>
              <a:off x="3232859" y="770811"/>
              <a:ext cx="17140" cy="28503"/>
            </a:xfrm>
            <a:prstGeom prst="rect">
              <a:avLst/>
            </a:prstGeom>
            <a:solidFill>
              <a:srgbClr val="F4CACD"/>
            </a:solidFill>
            <a:ln>
              <a:noFill/>
            </a:ln>
          </p:spPr>
        </p:sp>
        <p:sp>
          <p:nvSpPr>
            <p:cNvPr id="8718" name="Heatmap cell r29 c179"/>
            <p:cNvSpPr/>
            <p:nvPr/>
          </p:nvSpPr>
          <p:spPr>
            <a:xfrm>
              <a:off x="3249904" y="770811"/>
              <a:ext cx="19034" cy="28503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8719" name="Heatmap cell r29 c180"/>
            <p:cNvSpPr/>
            <p:nvPr/>
          </p:nvSpPr>
          <p:spPr>
            <a:xfrm>
              <a:off x="3268843" y="770811"/>
              <a:ext cx="17140" cy="28503"/>
            </a:xfrm>
            <a:prstGeom prst="rect">
              <a:avLst/>
            </a:prstGeom>
            <a:solidFill>
              <a:srgbClr val="DDE4EC"/>
            </a:solidFill>
            <a:ln>
              <a:noFill/>
            </a:ln>
          </p:spPr>
        </p:sp>
        <p:sp>
          <p:nvSpPr>
            <p:cNvPr id="8720" name="Heatmap cell r29 c181"/>
            <p:cNvSpPr/>
            <p:nvPr/>
          </p:nvSpPr>
          <p:spPr>
            <a:xfrm>
              <a:off x="3285888" y="770811"/>
              <a:ext cx="19034" cy="28503"/>
            </a:xfrm>
            <a:prstGeom prst="rect">
              <a:avLst/>
            </a:prstGeom>
            <a:solidFill>
              <a:srgbClr val="9DB5CC"/>
            </a:solidFill>
            <a:ln>
              <a:noFill/>
            </a:ln>
          </p:spPr>
        </p:sp>
        <p:sp>
          <p:nvSpPr>
            <p:cNvPr id="8721" name="Heatmap cell r29 c182"/>
            <p:cNvSpPr/>
            <p:nvPr/>
          </p:nvSpPr>
          <p:spPr>
            <a:xfrm>
              <a:off x="3304827" y="770811"/>
              <a:ext cx="19034" cy="28503"/>
            </a:xfrm>
            <a:prstGeom prst="rect">
              <a:avLst/>
            </a:prstGeom>
            <a:solidFill>
              <a:srgbClr val="F3C6CB"/>
            </a:solidFill>
            <a:ln>
              <a:noFill/>
            </a:ln>
          </p:spPr>
        </p:sp>
        <p:sp>
          <p:nvSpPr>
            <p:cNvPr id="8722" name="Heatmap cell r29 c183"/>
            <p:cNvSpPr/>
            <p:nvPr/>
          </p:nvSpPr>
          <p:spPr>
            <a:xfrm>
              <a:off x="3323765" y="770811"/>
              <a:ext cx="17140" cy="28503"/>
            </a:xfrm>
            <a:prstGeom prst="rect">
              <a:avLst/>
            </a:prstGeom>
            <a:solidFill>
              <a:srgbClr val="F8E9EA"/>
            </a:solidFill>
            <a:ln>
              <a:noFill/>
            </a:ln>
          </p:spPr>
        </p:sp>
        <p:sp>
          <p:nvSpPr>
            <p:cNvPr id="8723" name="Heatmap cell r29 c184"/>
            <p:cNvSpPr/>
            <p:nvPr/>
          </p:nvSpPr>
          <p:spPr>
            <a:xfrm>
              <a:off x="3340810" y="770811"/>
              <a:ext cx="19034" cy="28503"/>
            </a:xfrm>
            <a:prstGeom prst="rect">
              <a:avLst/>
            </a:prstGeom>
            <a:solidFill>
              <a:srgbClr val="EBA4AC"/>
            </a:solidFill>
            <a:ln>
              <a:noFill/>
            </a:ln>
          </p:spPr>
        </p:sp>
        <p:sp>
          <p:nvSpPr>
            <p:cNvPr id="8724" name="Heatmap cell r29 c185"/>
            <p:cNvSpPr/>
            <p:nvPr/>
          </p:nvSpPr>
          <p:spPr>
            <a:xfrm>
              <a:off x="3359749" y="770811"/>
              <a:ext cx="17140" cy="28503"/>
            </a:xfrm>
            <a:prstGeom prst="rect">
              <a:avLst/>
            </a:prstGeom>
            <a:solidFill>
              <a:srgbClr val="ADC2D4"/>
            </a:solidFill>
            <a:ln>
              <a:noFill/>
            </a:ln>
          </p:spPr>
        </p:sp>
        <p:sp>
          <p:nvSpPr>
            <p:cNvPr id="8725" name="Heatmap cell r29 c186"/>
            <p:cNvSpPr/>
            <p:nvPr/>
          </p:nvSpPr>
          <p:spPr>
            <a:xfrm>
              <a:off x="3376794" y="770811"/>
              <a:ext cx="19034" cy="28503"/>
            </a:xfrm>
            <a:prstGeom prst="rect">
              <a:avLst/>
            </a:prstGeom>
            <a:solidFill>
              <a:srgbClr val="F5F7F9"/>
            </a:solidFill>
            <a:ln>
              <a:noFill/>
            </a:ln>
          </p:spPr>
        </p:sp>
        <p:sp>
          <p:nvSpPr>
            <p:cNvPr id="8726" name="Heatmap cell r29 c187"/>
            <p:cNvSpPr/>
            <p:nvPr/>
          </p:nvSpPr>
          <p:spPr>
            <a:xfrm>
              <a:off x="3395733" y="770811"/>
              <a:ext cx="17140" cy="28503"/>
            </a:xfrm>
            <a:prstGeom prst="rect">
              <a:avLst/>
            </a:prstGeom>
            <a:solidFill>
              <a:srgbClr val="FAECEC"/>
            </a:solidFill>
            <a:ln>
              <a:noFill/>
            </a:ln>
          </p:spPr>
        </p:sp>
        <p:sp>
          <p:nvSpPr>
            <p:cNvPr id="8727" name="Heatmap cell r29 c188"/>
            <p:cNvSpPr/>
            <p:nvPr/>
          </p:nvSpPr>
          <p:spPr>
            <a:xfrm>
              <a:off x="3412778" y="770811"/>
              <a:ext cx="19034" cy="28503"/>
            </a:xfrm>
            <a:prstGeom prst="rect">
              <a:avLst/>
            </a:prstGeom>
            <a:solidFill>
              <a:srgbClr val="F5CFD2"/>
            </a:solidFill>
            <a:ln>
              <a:noFill/>
            </a:ln>
          </p:spPr>
        </p:sp>
        <p:sp>
          <p:nvSpPr>
            <p:cNvPr id="8728" name="Heatmap cell r29 c189"/>
            <p:cNvSpPr/>
            <p:nvPr/>
          </p:nvSpPr>
          <p:spPr>
            <a:xfrm>
              <a:off x="3431717" y="770811"/>
              <a:ext cx="17140" cy="28503"/>
            </a:xfrm>
            <a:prstGeom prst="rect">
              <a:avLst/>
            </a:prstGeom>
            <a:solidFill>
              <a:srgbClr val="EEB1B8"/>
            </a:solidFill>
            <a:ln>
              <a:noFill/>
            </a:ln>
          </p:spPr>
        </p:sp>
        <p:sp>
          <p:nvSpPr>
            <p:cNvPr id="8729" name="Heatmap cell r29 c190"/>
            <p:cNvSpPr/>
            <p:nvPr/>
          </p:nvSpPr>
          <p:spPr>
            <a:xfrm>
              <a:off x="3448762" y="770811"/>
              <a:ext cx="19034" cy="28503"/>
            </a:xfrm>
            <a:prstGeom prst="rect">
              <a:avLst/>
            </a:prstGeom>
            <a:solidFill>
              <a:srgbClr val="EFB7BB"/>
            </a:solidFill>
            <a:ln>
              <a:noFill/>
            </a:ln>
          </p:spPr>
        </p:sp>
        <p:sp>
          <p:nvSpPr>
            <p:cNvPr id="8730" name="Heatmap cell r29 c191"/>
            <p:cNvSpPr/>
            <p:nvPr/>
          </p:nvSpPr>
          <p:spPr>
            <a:xfrm>
              <a:off x="3467701" y="770811"/>
              <a:ext cx="17140" cy="28503"/>
            </a:xfrm>
            <a:prstGeom prst="rect">
              <a:avLst/>
            </a:prstGeom>
            <a:solidFill>
              <a:srgbClr val="F8DEE0"/>
            </a:solidFill>
            <a:ln>
              <a:noFill/>
            </a:ln>
          </p:spPr>
        </p:sp>
        <p:sp>
          <p:nvSpPr>
            <p:cNvPr id="8731" name="Heatmap cell r29 c192"/>
            <p:cNvSpPr/>
            <p:nvPr/>
          </p:nvSpPr>
          <p:spPr>
            <a:xfrm>
              <a:off x="3484746" y="770811"/>
              <a:ext cx="19034" cy="28503"/>
            </a:xfrm>
            <a:prstGeom prst="rect">
              <a:avLst/>
            </a:prstGeom>
            <a:solidFill>
              <a:srgbClr val="C3D1DF"/>
            </a:solidFill>
            <a:ln>
              <a:noFill/>
            </a:ln>
          </p:spPr>
        </p:sp>
        <p:sp>
          <p:nvSpPr>
            <p:cNvPr id="8732" name="Heatmap cell r29 c193"/>
            <p:cNvSpPr/>
            <p:nvPr/>
          </p:nvSpPr>
          <p:spPr>
            <a:xfrm>
              <a:off x="3503684" y="770811"/>
              <a:ext cx="17140" cy="28503"/>
            </a:xfrm>
            <a:prstGeom prst="rect">
              <a:avLst/>
            </a:prstGeom>
            <a:solidFill>
              <a:srgbClr val="E3EAF0"/>
            </a:solidFill>
            <a:ln>
              <a:noFill/>
            </a:ln>
          </p:spPr>
        </p:sp>
        <p:sp>
          <p:nvSpPr>
            <p:cNvPr id="8733" name="Heatmap cell r29 c194"/>
            <p:cNvSpPr/>
            <p:nvPr/>
          </p:nvSpPr>
          <p:spPr>
            <a:xfrm>
              <a:off x="3520729" y="770811"/>
              <a:ext cx="19034" cy="28503"/>
            </a:xfrm>
            <a:prstGeom prst="rect">
              <a:avLst/>
            </a:prstGeom>
            <a:solidFill>
              <a:srgbClr val="F7DCDF"/>
            </a:solidFill>
            <a:ln>
              <a:noFill/>
            </a:ln>
          </p:spPr>
        </p:sp>
        <p:sp>
          <p:nvSpPr>
            <p:cNvPr id="8734" name="Heatmap cell r29 c195"/>
            <p:cNvSpPr/>
            <p:nvPr/>
          </p:nvSpPr>
          <p:spPr>
            <a:xfrm>
              <a:off x="3539668" y="770811"/>
              <a:ext cx="19034" cy="28503"/>
            </a:xfrm>
            <a:prstGeom prst="rect">
              <a:avLst/>
            </a:prstGeom>
            <a:solidFill>
              <a:srgbClr val="F4CCD1"/>
            </a:solidFill>
            <a:ln>
              <a:noFill/>
            </a:ln>
          </p:spPr>
        </p:sp>
        <p:sp>
          <p:nvSpPr>
            <p:cNvPr id="8735" name="Heatmap cell r29 c196"/>
            <p:cNvSpPr/>
            <p:nvPr/>
          </p:nvSpPr>
          <p:spPr>
            <a:xfrm>
              <a:off x="3558607" y="770811"/>
              <a:ext cx="17140" cy="28503"/>
            </a:xfrm>
            <a:prstGeom prst="rect">
              <a:avLst/>
            </a:prstGeom>
            <a:solidFill>
              <a:srgbClr val="D7E1EB"/>
            </a:solidFill>
            <a:ln>
              <a:noFill/>
            </a:ln>
          </p:spPr>
        </p:sp>
        <p:sp>
          <p:nvSpPr>
            <p:cNvPr id="8736" name="Heatmap cell r29 c197"/>
            <p:cNvSpPr/>
            <p:nvPr/>
          </p:nvSpPr>
          <p:spPr>
            <a:xfrm>
              <a:off x="3575652" y="770811"/>
              <a:ext cx="19034" cy="28503"/>
            </a:xfrm>
            <a:prstGeom prst="rect">
              <a:avLst/>
            </a:prstGeom>
            <a:solidFill>
              <a:srgbClr val="F1C1C5"/>
            </a:solidFill>
            <a:ln>
              <a:noFill/>
            </a:ln>
          </p:spPr>
        </p:sp>
        <p:sp>
          <p:nvSpPr>
            <p:cNvPr id="8737" name="Heatmap cell r29 c198"/>
            <p:cNvSpPr/>
            <p:nvPr/>
          </p:nvSpPr>
          <p:spPr>
            <a:xfrm>
              <a:off x="3594591" y="770811"/>
              <a:ext cx="17140" cy="28503"/>
            </a:xfrm>
            <a:prstGeom prst="rect">
              <a:avLst/>
            </a:prstGeom>
            <a:solidFill>
              <a:srgbClr val="F3C6CB"/>
            </a:solidFill>
            <a:ln>
              <a:noFill/>
            </a:ln>
          </p:spPr>
        </p:sp>
        <p:sp>
          <p:nvSpPr>
            <p:cNvPr id="8738" name="Heatmap cell r29 c199"/>
            <p:cNvSpPr/>
            <p:nvPr/>
          </p:nvSpPr>
          <p:spPr>
            <a:xfrm>
              <a:off x="3611636" y="770811"/>
              <a:ext cx="19034" cy="28503"/>
            </a:xfrm>
            <a:prstGeom prst="rect">
              <a:avLst/>
            </a:prstGeom>
            <a:solidFill>
              <a:srgbClr val="F8E1E3"/>
            </a:solidFill>
            <a:ln>
              <a:noFill/>
            </a:ln>
          </p:spPr>
        </p:sp>
        <p:sp>
          <p:nvSpPr>
            <p:cNvPr id="8739" name="Heatmap cell r29 c200"/>
            <p:cNvSpPr/>
            <p:nvPr/>
          </p:nvSpPr>
          <p:spPr>
            <a:xfrm>
              <a:off x="3630575" y="770811"/>
              <a:ext cx="17140" cy="28503"/>
            </a:xfrm>
            <a:prstGeom prst="rect">
              <a:avLst/>
            </a:prstGeom>
            <a:solidFill>
              <a:srgbClr val="C5D3E0"/>
            </a:solidFill>
            <a:ln>
              <a:noFill/>
            </a:ln>
          </p:spPr>
        </p:sp>
        <p:sp>
          <p:nvSpPr>
            <p:cNvPr id="8740" name="Heatmap cell r29 c201"/>
            <p:cNvSpPr/>
            <p:nvPr/>
          </p:nvSpPr>
          <p:spPr>
            <a:xfrm>
              <a:off x="3647620" y="770811"/>
              <a:ext cx="19034" cy="28503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</p:sp>
        <p:sp>
          <p:nvSpPr>
            <p:cNvPr id="8741" name="Heatmap cell r29 c202"/>
            <p:cNvSpPr/>
            <p:nvPr/>
          </p:nvSpPr>
          <p:spPr>
            <a:xfrm>
              <a:off x="3666558" y="770811"/>
              <a:ext cx="17140" cy="28503"/>
            </a:xfrm>
            <a:prstGeom prst="rect">
              <a:avLst/>
            </a:prstGeom>
            <a:solidFill>
              <a:srgbClr val="D6E0EA"/>
            </a:solidFill>
            <a:ln>
              <a:noFill/>
            </a:ln>
          </p:spPr>
        </p:sp>
        <p:sp>
          <p:nvSpPr>
            <p:cNvPr id="8742" name="Heatmap cell r29 c203"/>
            <p:cNvSpPr/>
            <p:nvPr/>
          </p:nvSpPr>
          <p:spPr>
            <a:xfrm>
              <a:off x="3683603" y="770811"/>
              <a:ext cx="19034" cy="28503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8743" name="Heatmap cell r29 c204"/>
            <p:cNvSpPr/>
            <p:nvPr/>
          </p:nvSpPr>
          <p:spPr>
            <a:xfrm>
              <a:off x="3702542" y="770811"/>
              <a:ext cx="17140" cy="28503"/>
            </a:xfrm>
            <a:prstGeom prst="rect">
              <a:avLst/>
            </a:prstGeom>
            <a:solidFill>
              <a:srgbClr val="FAEBED"/>
            </a:solidFill>
            <a:ln>
              <a:noFill/>
            </a:ln>
          </p:spPr>
        </p:sp>
        <p:sp>
          <p:nvSpPr>
            <p:cNvPr id="8744" name="Heatmap cell r29 c206"/>
            <p:cNvSpPr/>
            <p:nvPr/>
          </p:nvSpPr>
          <p:spPr>
            <a:xfrm>
              <a:off x="3738526" y="770811"/>
              <a:ext cx="17140" cy="28503"/>
            </a:xfrm>
            <a:prstGeom prst="rect">
              <a:avLst/>
            </a:prstGeom>
            <a:solidFill>
              <a:srgbClr val="99B0C8"/>
            </a:solidFill>
            <a:ln>
              <a:noFill/>
            </a:ln>
          </p:spPr>
        </p:sp>
        <p:sp>
          <p:nvSpPr>
            <p:cNvPr id="8745" name="Heatmap cell r29 c207"/>
            <p:cNvSpPr/>
            <p:nvPr/>
          </p:nvSpPr>
          <p:spPr>
            <a:xfrm>
              <a:off x="3755571" y="770811"/>
              <a:ext cx="19034" cy="28503"/>
            </a:xfrm>
            <a:prstGeom prst="rect">
              <a:avLst/>
            </a:prstGeom>
            <a:solidFill>
              <a:srgbClr val="C4D2DF"/>
            </a:solidFill>
            <a:ln>
              <a:noFill/>
            </a:ln>
          </p:spPr>
        </p:sp>
        <p:sp>
          <p:nvSpPr>
            <p:cNvPr id="8746" name="Heatmap cell r29 c208"/>
            <p:cNvSpPr/>
            <p:nvPr/>
          </p:nvSpPr>
          <p:spPr>
            <a:xfrm>
              <a:off x="3774510" y="770811"/>
              <a:ext cx="19034" cy="28503"/>
            </a:xfrm>
            <a:prstGeom prst="rect">
              <a:avLst/>
            </a:prstGeom>
            <a:solidFill>
              <a:srgbClr val="EAEEF4"/>
            </a:solidFill>
            <a:ln>
              <a:noFill/>
            </a:ln>
          </p:spPr>
        </p:sp>
        <p:sp>
          <p:nvSpPr>
            <p:cNvPr id="8747" name="Heatmap cell r29 c209"/>
            <p:cNvSpPr/>
            <p:nvPr/>
          </p:nvSpPr>
          <p:spPr>
            <a:xfrm>
              <a:off x="3793449" y="770811"/>
              <a:ext cx="17140" cy="28503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8748" name="Heatmap cell r29 c210"/>
            <p:cNvSpPr/>
            <p:nvPr/>
          </p:nvSpPr>
          <p:spPr>
            <a:xfrm>
              <a:off x="3810494" y="770811"/>
              <a:ext cx="19034" cy="28503"/>
            </a:xfrm>
            <a:prstGeom prst="rect">
              <a:avLst/>
            </a:prstGeom>
            <a:solidFill>
              <a:srgbClr val="A1B8CE"/>
            </a:solidFill>
            <a:ln>
              <a:noFill/>
            </a:ln>
          </p:spPr>
        </p:sp>
        <p:sp>
          <p:nvSpPr>
            <p:cNvPr id="8749" name="Heatmap cell r29 c211"/>
            <p:cNvSpPr/>
            <p:nvPr/>
          </p:nvSpPr>
          <p:spPr>
            <a:xfrm>
              <a:off x="3829432" y="770811"/>
              <a:ext cx="17140" cy="28503"/>
            </a:xfrm>
            <a:prstGeom prst="rect">
              <a:avLst/>
            </a:prstGeom>
            <a:solidFill>
              <a:srgbClr val="B4C5D6"/>
            </a:solidFill>
            <a:ln>
              <a:noFill/>
            </a:ln>
          </p:spPr>
        </p:sp>
        <p:sp>
          <p:nvSpPr>
            <p:cNvPr id="8750" name="Heatmap cell r29 c212"/>
            <p:cNvSpPr/>
            <p:nvPr/>
          </p:nvSpPr>
          <p:spPr>
            <a:xfrm>
              <a:off x="3846477" y="770811"/>
              <a:ext cx="19034" cy="28503"/>
            </a:xfrm>
            <a:prstGeom prst="rect">
              <a:avLst/>
            </a:prstGeom>
            <a:solidFill>
              <a:srgbClr val="D9E1EB"/>
            </a:solidFill>
            <a:ln>
              <a:noFill/>
            </a:ln>
          </p:spPr>
        </p:sp>
        <p:sp>
          <p:nvSpPr>
            <p:cNvPr id="8751" name="Heatmap cell r29 c213"/>
            <p:cNvSpPr/>
            <p:nvPr/>
          </p:nvSpPr>
          <p:spPr>
            <a:xfrm>
              <a:off x="3865416" y="770811"/>
              <a:ext cx="17140" cy="28503"/>
            </a:xfrm>
            <a:prstGeom prst="rect">
              <a:avLst/>
            </a:prstGeom>
            <a:solidFill>
              <a:srgbClr val="FAEBED"/>
            </a:solidFill>
            <a:ln>
              <a:noFill/>
            </a:ln>
          </p:spPr>
        </p:sp>
        <p:sp>
          <p:nvSpPr>
            <p:cNvPr id="8752" name="Heatmap cell r29 c214"/>
            <p:cNvSpPr/>
            <p:nvPr/>
          </p:nvSpPr>
          <p:spPr>
            <a:xfrm>
              <a:off x="3882461" y="770811"/>
              <a:ext cx="19034" cy="28503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8753" name="Heatmap cell r29 c215"/>
            <p:cNvSpPr/>
            <p:nvPr/>
          </p:nvSpPr>
          <p:spPr>
            <a:xfrm>
              <a:off x="3901400" y="770811"/>
              <a:ext cx="17140" cy="28503"/>
            </a:xfrm>
            <a:prstGeom prst="rect">
              <a:avLst/>
            </a:prstGeom>
            <a:solidFill>
              <a:srgbClr val="CFDAE4"/>
            </a:solidFill>
            <a:ln>
              <a:noFill/>
            </a:ln>
          </p:spPr>
        </p:sp>
        <p:sp>
          <p:nvSpPr>
            <p:cNvPr id="8754" name="Heatmap cell r29 c216"/>
            <p:cNvSpPr/>
            <p:nvPr/>
          </p:nvSpPr>
          <p:spPr>
            <a:xfrm>
              <a:off x="3918445" y="770811"/>
              <a:ext cx="19034" cy="28503"/>
            </a:xfrm>
            <a:prstGeom prst="rect">
              <a:avLst/>
            </a:prstGeom>
            <a:solidFill>
              <a:srgbClr val="96AFC7"/>
            </a:solidFill>
            <a:ln>
              <a:noFill/>
            </a:ln>
          </p:spPr>
        </p:sp>
        <p:sp>
          <p:nvSpPr>
            <p:cNvPr id="8755" name="Heatmap cell r29 c217"/>
            <p:cNvSpPr/>
            <p:nvPr/>
          </p:nvSpPr>
          <p:spPr>
            <a:xfrm>
              <a:off x="3937384" y="770811"/>
              <a:ext cx="17140" cy="28503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8756" name="Heatmap cell r29 c218"/>
            <p:cNvSpPr/>
            <p:nvPr/>
          </p:nvSpPr>
          <p:spPr>
            <a:xfrm>
              <a:off x="3954429" y="770811"/>
              <a:ext cx="19034" cy="28503"/>
            </a:xfrm>
            <a:prstGeom prst="rect">
              <a:avLst/>
            </a:prstGeom>
            <a:solidFill>
              <a:srgbClr val="A2B8CE"/>
            </a:solidFill>
            <a:ln>
              <a:noFill/>
            </a:ln>
          </p:spPr>
        </p:sp>
        <p:sp>
          <p:nvSpPr>
            <p:cNvPr id="8757" name="Heatmap cell r29 c219"/>
            <p:cNvSpPr/>
            <p:nvPr/>
          </p:nvSpPr>
          <p:spPr>
            <a:xfrm>
              <a:off x="3973368" y="770811"/>
              <a:ext cx="17140" cy="28503"/>
            </a:xfrm>
            <a:prstGeom prst="rect">
              <a:avLst/>
            </a:prstGeom>
            <a:solidFill>
              <a:srgbClr val="E6EBF1"/>
            </a:solidFill>
            <a:ln>
              <a:noFill/>
            </a:ln>
          </p:spPr>
        </p:sp>
        <p:sp>
          <p:nvSpPr>
            <p:cNvPr id="8758" name="Heatmap cell r29 c220"/>
            <p:cNvSpPr/>
            <p:nvPr/>
          </p:nvSpPr>
          <p:spPr>
            <a:xfrm>
              <a:off x="3990412" y="770811"/>
              <a:ext cx="19034" cy="28503"/>
            </a:xfrm>
            <a:prstGeom prst="rect">
              <a:avLst/>
            </a:prstGeom>
            <a:solidFill>
              <a:srgbClr val="F7E2E4"/>
            </a:solidFill>
            <a:ln>
              <a:noFill/>
            </a:ln>
          </p:spPr>
        </p:sp>
        <p:sp>
          <p:nvSpPr>
            <p:cNvPr id="8759" name="Heatmap cell r29 c221"/>
            <p:cNvSpPr/>
            <p:nvPr/>
          </p:nvSpPr>
          <p:spPr>
            <a:xfrm>
              <a:off x="4009351" y="770811"/>
              <a:ext cx="19034" cy="28503"/>
            </a:xfrm>
            <a:prstGeom prst="rect">
              <a:avLst/>
            </a:prstGeom>
            <a:solidFill>
              <a:srgbClr val="A2B8CF"/>
            </a:solidFill>
            <a:ln>
              <a:noFill/>
            </a:ln>
          </p:spPr>
        </p:sp>
        <p:sp>
          <p:nvSpPr>
            <p:cNvPr id="8760" name="Heatmap cell r29 c222"/>
            <p:cNvSpPr/>
            <p:nvPr/>
          </p:nvSpPr>
          <p:spPr>
            <a:xfrm>
              <a:off x="4028290" y="770811"/>
              <a:ext cx="17140" cy="28503"/>
            </a:xfrm>
            <a:prstGeom prst="rect">
              <a:avLst/>
            </a:prstGeom>
            <a:solidFill>
              <a:srgbClr val="F4CED1"/>
            </a:solidFill>
            <a:ln>
              <a:noFill/>
            </a:ln>
          </p:spPr>
        </p:sp>
        <p:sp>
          <p:nvSpPr>
            <p:cNvPr id="8761" name="Heatmap cell r29 c223"/>
            <p:cNvSpPr/>
            <p:nvPr/>
          </p:nvSpPr>
          <p:spPr>
            <a:xfrm>
              <a:off x="4045335" y="770811"/>
              <a:ext cx="19034" cy="28503"/>
            </a:xfrm>
            <a:prstGeom prst="rect">
              <a:avLst/>
            </a:prstGeom>
            <a:solidFill>
              <a:srgbClr val="F8E3E6"/>
            </a:solidFill>
            <a:ln>
              <a:noFill/>
            </a:ln>
          </p:spPr>
        </p:sp>
        <p:sp>
          <p:nvSpPr>
            <p:cNvPr id="8762" name="Heatmap cell r30 c1"/>
            <p:cNvSpPr/>
            <p:nvPr/>
          </p:nvSpPr>
          <p:spPr>
            <a:xfrm>
              <a:off x="13257" y="799219"/>
              <a:ext cx="45548" cy="26609"/>
            </a:xfrm>
            <a:prstGeom prst="rect">
              <a:avLst/>
            </a:prstGeom>
            <a:solidFill>
              <a:srgbClr val="155B9C"/>
            </a:solidFill>
            <a:ln>
              <a:noFill/>
            </a:ln>
          </p:spPr>
        </p:sp>
        <p:sp>
          <p:nvSpPr>
            <p:cNvPr id="8763" name="Heatmap cell r30 c3"/>
            <p:cNvSpPr/>
            <p:nvPr/>
          </p:nvSpPr>
          <p:spPr>
            <a:xfrm>
              <a:off x="71968" y="799219"/>
              <a:ext cx="17140" cy="26609"/>
            </a:xfrm>
            <a:prstGeom prst="rect">
              <a:avLst/>
            </a:prstGeom>
            <a:solidFill>
              <a:srgbClr val="DBE3EB"/>
            </a:solidFill>
            <a:ln>
              <a:noFill/>
            </a:ln>
          </p:spPr>
        </p:sp>
        <p:sp>
          <p:nvSpPr>
            <p:cNvPr id="8764" name="Heatmap cell r30 c5"/>
            <p:cNvSpPr/>
            <p:nvPr/>
          </p:nvSpPr>
          <p:spPr>
            <a:xfrm>
              <a:off x="107951" y="799219"/>
              <a:ext cx="17140" cy="26609"/>
            </a:xfrm>
            <a:prstGeom prst="rect">
              <a:avLst/>
            </a:prstGeom>
            <a:solidFill>
              <a:srgbClr val="F8E4E7"/>
            </a:solidFill>
            <a:ln>
              <a:noFill/>
            </a:ln>
          </p:spPr>
        </p:sp>
        <p:sp>
          <p:nvSpPr>
            <p:cNvPr id="8765" name="Heatmap cell r30 c6"/>
            <p:cNvSpPr/>
            <p:nvPr/>
          </p:nvSpPr>
          <p:spPr>
            <a:xfrm>
              <a:off x="124996" y="799219"/>
              <a:ext cx="19034" cy="26609"/>
            </a:xfrm>
            <a:prstGeom prst="rect">
              <a:avLst/>
            </a:prstGeom>
            <a:solidFill>
              <a:srgbClr val="DFE7ED"/>
            </a:solidFill>
            <a:ln>
              <a:noFill/>
            </a:ln>
          </p:spPr>
        </p:sp>
        <p:sp>
          <p:nvSpPr>
            <p:cNvPr id="8766" name="Heatmap cell r30 c7"/>
            <p:cNvSpPr/>
            <p:nvPr/>
          </p:nvSpPr>
          <p:spPr>
            <a:xfrm>
              <a:off x="143935" y="799219"/>
              <a:ext cx="17140" cy="26609"/>
            </a:xfrm>
            <a:prstGeom prst="rect">
              <a:avLst/>
            </a:prstGeom>
            <a:solidFill>
              <a:srgbClr val="FAECEC"/>
            </a:solidFill>
            <a:ln>
              <a:noFill/>
            </a:ln>
          </p:spPr>
        </p:sp>
        <p:sp>
          <p:nvSpPr>
            <p:cNvPr id="8767" name="Heatmap cell r30 c8"/>
            <p:cNvSpPr/>
            <p:nvPr/>
          </p:nvSpPr>
          <p:spPr>
            <a:xfrm>
              <a:off x="160980" y="799219"/>
              <a:ext cx="19034" cy="26609"/>
            </a:xfrm>
            <a:prstGeom prst="rect">
              <a:avLst/>
            </a:prstGeom>
            <a:solidFill>
              <a:srgbClr val="CCD7E3"/>
            </a:solidFill>
            <a:ln>
              <a:noFill/>
            </a:ln>
          </p:spPr>
        </p:sp>
        <p:sp>
          <p:nvSpPr>
            <p:cNvPr id="8768" name="Heatmap cell r30 c9"/>
            <p:cNvSpPr/>
            <p:nvPr/>
          </p:nvSpPr>
          <p:spPr>
            <a:xfrm>
              <a:off x="179919" y="799219"/>
              <a:ext cx="19034" cy="26609"/>
            </a:xfrm>
            <a:prstGeom prst="rect">
              <a:avLst/>
            </a:prstGeom>
            <a:solidFill>
              <a:srgbClr val="F3C5C8"/>
            </a:solidFill>
            <a:ln>
              <a:noFill/>
            </a:ln>
          </p:spPr>
        </p:sp>
        <p:sp>
          <p:nvSpPr>
            <p:cNvPr id="8769" name="Heatmap cell r30 c10"/>
            <p:cNvSpPr/>
            <p:nvPr/>
          </p:nvSpPr>
          <p:spPr>
            <a:xfrm>
              <a:off x="198858" y="799219"/>
              <a:ext cx="17140" cy="26609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</p:sp>
        <p:sp>
          <p:nvSpPr>
            <p:cNvPr id="8770" name="Heatmap cell r30 c11"/>
            <p:cNvSpPr/>
            <p:nvPr/>
          </p:nvSpPr>
          <p:spPr>
            <a:xfrm>
              <a:off x="215903" y="799219"/>
              <a:ext cx="19034" cy="26609"/>
            </a:xfrm>
            <a:prstGeom prst="rect">
              <a:avLst/>
            </a:prstGeom>
            <a:solidFill>
              <a:srgbClr val="E1747D"/>
            </a:solidFill>
            <a:ln>
              <a:noFill/>
            </a:ln>
          </p:spPr>
        </p:sp>
        <p:sp>
          <p:nvSpPr>
            <p:cNvPr id="8771" name="Heatmap cell r30 c12"/>
            <p:cNvSpPr/>
            <p:nvPr/>
          </p:nvSpPr>
          <p:spPr>
            <a:xfrm>
              <a:off x="234842" y="799219"/>
              <a:ext cx="17140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8772" name="Heatmap cell r30 c13"/>
            <p:cNvSpPr/>
            <p:nvPr/>
          </p:nvSpPr>
          <p:spPr>
            <a:xfrm>
              <a:off x="251887" y="799219"/>
              <a:ext cx="19034" cy="26609"/>
            </a:xfrm>
            <a:prstGeom prst="rect">
              <a:avLst/>
            </a:prstGeom>
            <a:solidFill>
              <a:srgbClr val="EFB5BA"/>
            </a:solidFill>
            <a:ln>
              <a:noFill/>
            </a:ln>
          </p:spPr>
        </p:sp>
        <p:sp>
          <p:nvSpPr>
            <p:cNvPr id="8773" name="Heatmap cell r30 c14"/>
            <p:cNvSpPr/>
            <p:nvPr/>
          </p:nvSpPr>
          <p:spPr>
            <a:xfrm>
              <a:off x="270825" y="799219"/>
              <a:ext cx="17140" cy="26609"/>
            </a:xfrm>
            <a:prstGeom prst="rect">
              <a:avLst/>
            </a:prstGeom>
            <a:solidFill>
              <a:srgbClr val="EFB8BC"/>
            </a:solidFill>
            <a:ln>
              <a:noFill/>
            </a:ln>
          </p:spPr>
        </p:sp>
        <p:sp>
          <p:nvSpPr>
            <p:cNvPr id="8774" name="Heatmap cell r30 c15"/>
            <p:cNvSpPr/>
            <p:nvPr/>
          </p:nvSpPr>
          <p:spPr>
            <a:xfrm>
              <a:off x="287870" y="799219"/>
              <a:ext cx="19034" cy="26609"/>
            </a:xfrm>
            <a:prstGeom prst="rect">
              <a:avLst/>
            </a:prstGeom>
            <a:solidFill>
              <a:srgbClr val="D7E1EB"/>
            </a:solidFill>
            <a:ln>
              <a:noFill/>
            </a:ln>
          </p:spPr>
        </p:sp>
        <p:sp>
          <p:nvSpPr>
            <p:cNvPr id="8775" name="Heatmap cell r30 c16"/>
            <p:cNvSpPr/>
            <p:nvPr/>
          </p:nvSpPr>
          <p:spPr>
            <a:xfrm>
              <a:off x="306809" y="799219"/>
              <a:ext cx="17140" cy="26609"/>
            </a:xfrm>
            <a:prstGeom prst="rect">
              <a:avLst/>
            </a:prstGeom>
            <a:solidFill>
              <a:srgbClr val="F8E3E6"/>
            </a:solidFill>
            <a:ln>
              <a:noFill/>
            </a:ln>
          </p:spPr>
        </p:sp>
        <p:sp>
          <p:nvSpPr>
            <p:cNvPr id="8776" name="Heatmap cell r30 c17"/>
            <p:cNvSpPr/>
            <p:nvPr/>
          </p:nvSpPr>
          <p:spPr>
            <a:xfrm>
              <a:off x="323854" y="799219"/>
              <a:ext cx="19034" cy="26609"/>
            </a:xfrm>
            <a:prstGeom prst="rect">
              <a:avLst/>
            </a:prstGeom>
            <a:solidFill>
              <a:srgbClr val="E7EBF1"/>
            </a:solidFill>
            <a:ln>
              <a:noFill/>
            </a:ln>
          </p:spPr>
        </p:sp>
        <p:sp>
          <p:nvSpPr>
            <p:cNvPr id="8777" name="Heatmap cell r30 c18"/>
            <p:cNvSpPr/>
            <p:nvPr/>
          </p:nvSpPr>
          <p:spPr>
            <a:xfrm>
              <a:off x="342793" y="799219"/>
              <a:ext cx="17140" cy="26609"/>
            </a:xfrm>
            <a:prstGeom prst="rect">
              <a:avLst/>
            </a:prstGeom>
            <a:solidFill>
              <a:srgbClr val="E1E9EF"/>
            </a:solidFill>
            <a:ln>
              <a:noFill/>
            </a:ln>
          </p:spPr>
        </p:sp>
        <p:sp>
          <p:nvSpPr>
            <p:cNvPr id="8778" name="Heatmap cell r30 c19"/>
            <p:cNvSpPr/>
            <p:nvPr/>
          </p:nvSpPr>
          <p:spPr>
            <a:xfrm>
              <a:off x="359838" y="799219"/>
              <a:ext cx="19034" cy="26609"/>
            </a:xfrm>
            <a:prstGeom prst="rect">
              <a:avLst/>
            </a:prstGeom>
            <a:solidFill>
              <a:srgbClr val="F6D6DA"/>
            </a:solidFill>
            <a:ln>
              <a:noFill/>
            </a:ln>
          </p:spPr>
        </p:sp>
        <p:sp>
          <p:nvSpPr>
            <p:cNvPr id="8779" name="Heatmap cell r30 c20"/>
            <p:cNvSpPr/>
            <p:nvPr/>
          </p:nvSpPr>
          <p:spPr>
            <a:xfrm>
              <a:off x="378777" y="799219"/>
              <a:ext cx="17140" cy="26609"/>
            </a:xfrm>
            <a:prstGeom prst="rect">
              <a:avLst/>
            </a:prstGeom>
            <a:solidFill>
              <a:srgbClr val="D4DFE9"/>
            </a:solidFill>
            <a:ln>
              <a:noFill/>
            </a:ln>
          </p:spPr>
        </p:sp>
        <p:sp>
          <p:nvSpPr>
            <p:cNvPr id="8780" name="Heatmap cell r30 c21"/>
            <p:cNvSpPr/>
            <p:nvPr/>
          </p:nvSpPr>
          <p:spPr>
            <a:xfrm>
              <a:off x="395822" y="799219"/>
              <a:ext cx="19034" cy="26609"/>
            </a:xfrm>
            <a:prstGeom prst="rect">
              <a:avLst/>
            </a:prstGeom>
            <a:solidFill>
              <a:srgbClr val="DFE7ED"/>
            </a:solidFill>
            <a:ln>
              <a:noFill/>
            </a:ln>
          </p:spPr>
        </p:sp>
        <p:sp>
          <p:nvSpPr>
            <p:cNvPr id="8781" name="Heatmap cell r30 c22"/>
            <p:cNvSpPr/>
            <p:nvPr/>
          </p:nvSpPr>
          <p:spPr>
            <a:xfrm>
              <a:off x="414760" y="799219"/>
              <a:ext cx="19034" cy="26609"/>
            </a:xfrm>
            <a:prstGeom prst="rect">
              <a:avLst/>
            </a:prstGeom>
            <a:solidFill>
              <a:srgbClr val="F7D7DB"/>
            </a:solidFill>
            <a:ln>
              <a:noFill/>
            </a:ln>
          </p:spPr>
        </p:sp>
        <p:sp>
          <p:nvSpPr>
            <p:cNvPr id="8782" name="Heatmap cell r30 c23"/>
            <p:cNvSpPr/>
            <p:nvPr/>
          </p:nvSpPr>
          <p:spPr>
            <a:xfrm>
              <a:off x="433699" y="799219"/>
              <a:ext cx="17140" cy="26609"/>
            </a:xfrm>
            <a:prstGeom prst="rect">
              <a:avLst/>
            </a:prstGeom>
            <a:solidFill>
              <a:srgbClr val="EFB7BB"/>
            </a:solidFill>
            <a:ln>
              <a:noFill/>
            </a:ln>
          </p:spPr>
        </p:sp>
        <p:sp>
          <p:nvSpPr>
            <p:cNvPr id="8783" name="Heatmap cell r30 c24"/>
            <p:cNvSpPr/>
            <p:nvPr/>
          </p:nvSpPr>
          <p:spPr>
            <a:xfrm>
              <a:off x="450744" y="799219"/>
              <a:ext cx="19034" cy="26609"/>
            </a:xfrm>
            <a:prstGeom prst="rect">
              <a:avLst/>
            </a:prstGeom>
            <a:solidFill>
              <a:srgbClr val="F5CED2"/>
            </a:solidFill>
            <a:ln>
              <a:noFill/>
            </a:ln>
          </p:spPr>
        </p:sp>
        <p:sp>
          <p:nvSpPr>
            <p:cNvPr id="8784" name="Heatmap cell r30 c25"/>
            <p:cNvSpPr/>
            <p:nvPr/>
          </p:nvSpPr>
          <p:spPr>
            <a:xfrm>
              <a:off x="469683" y="799219"/>
              <a:ext cx="17140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8785" name="Heatmap cell r30 c27"/>
            <p:cNvSpPr/>
            <p:nvPr/>
          </p:nvSpPr>
          <p:spPr>
            <a:xfrm>
              <a:off x="505667" y="799219"/>
              <a:ext cx="17140" cy="26609"/>
            </a:xfrm>
            <a:prstGeom prst="rect">
              <a:avLst/>
            </a:prstGeom>
            <a:solidFill>
              <a:srgbClr val="C5D2DF"/>
            </a:solidFill>
            <a:ln>
              <a:noFill/>
            </a:ln>
          </p:spPr>
        </p:sp>
        <p:sp>
          <p:nvSpPr>
            <p:cNvPr id="8786" name="Heatmap cell r30 c29"/>
            <p:cNvSpPr/>
            <p:nvPr/>
          </p:nvSpPr>
          <p:spPr>
            <a:xfrm>
              <a:off x="541651" y="799219"/>
              <a:ext cx="17140" cy="26609"/>
            </a:xfrm>
            <a:prstGeom prst="rect">
              <a:avLst/>
            </a:prstGeom>
            <a:solidFill>
              <a:srgbClr val="EEB1B8"/>
            </a:solidFill>
            <a:ln>
              <a:noFill/>
            </a:ln>
          </p:spPr>
        </p:sp>
        <p:sp>
          <p:nvSpPr>
            <p:cNvPr id="8787" name="Heatmap cell r30 c30"/>
            <p:cNvSpPr/>
            <p:nvPr/>
          </p:nvSpPr>
          <p:spPr>
            <a:xfrm>
              <a:off x="558696" y="799219"/>
              <a:ext cx="19034" cy="26609"/>
            </a:xfrm>
            <a:prstGeom prst="rect">
              <a:avLst/>
            </a:prstGeom>
            <a:solidFill>
              <a:srgbClr val="F5D1D4"/>
            </a:solidFill>
            <a:ln>
              <a:noFill/>
            </a:ln>
          </p:spPr>
        </p:sp>
        <p:sp>
          <p:nvSpPr>
            <p:cNvPr id="8788" name="Heatmap cell r30 c31"/>
            <p:cNvSpPr/>
            <p:nvPr/>
          </p:nvSpPr>
          <p:spPr>
            <a:xfrm>
              <a:off x="577634" y="799219"/>
              <a:ext cx="17140" cy="26609"/>
            </a:xfrm>
            <a:prstGeom prst="rect">
              <a:avLst/>
            </a:prstGeom>
            <a:solidFill>
              <a:srgbClr val="F3C5C8"/>
            </a:solidFill>
            <a:ln>
              <a:noFill/>
            </a:ln>
          </p:spPr>
        </p:sp>
        <p:sp>
          <p:nvSpPr>
            <p:cNvPr id="8789" name="Heatmap cell r30 c32"/>
            <p:cNvSpPr/>
            <p:nvPr/>
          </p:nvSpPr>
          <p:spPr>
            <a:xfrm>
              <a:off x="594679" y="799219"/>
              <a:ext cx="19034" cy="26609"/>
            </a:xfrm>
            <a:prstGeom prst="rect">
              <a:avLst/>
            </a:prstGeom>
            <a:solidFill>
              <a:srgbClr val="7E9EBB"/>
            </a:solidFill>
            <a:ln>
              <a:noFill/>
            </a:ln>
          </p:spPr>
        </p:sp>
        <p:sp>
          <p:nvSpPr>
            <p:cNvPr id="8790" name="Heatmap cell r30 c33"/>
            <p:cNvSpPr/>
            <p:nvPr/>
          </p:nvSpPr>
          <p:spPr>
            <a:xfrm>
              <a:off x="613618" y="799219"/>
              <a:ext cx="17140" cy="26609"/>
            </a:xfrm>
            <a:prstGeom prst="rect">
              <a:avLst/>
            </a:prstGeom>
            <a:solidFill>
              <a:srgbClr val="1D5186"/>
            </a:solidFill>
            <a:ln>
              <a:noFill/>
            </a:ln>
          </p:spPr>
        </p:sp>
        <p:sp>
          <p:nvSpPr>
            <p:cNvPr id="8791" name="Heatmap cell r30 c34"/>
            <p:cNvSpPr/>
            <p:nvPr/>
          </p:nvSpPr>
          <p:spPr>
            <a:xfrm>
              <a:off x="630663" y="799219"/>
              <a:ext cx="19034" cy="26609"/>
            </a:xfrm>
            <a:prstGeom prst="rect">
              <a:avLst/>
            </a:prstGeom>
            <a:solidFill>
              <a:srgbClr val="EBA3AA"/>
            </a:solidFill>
            <a:ln>
              <a:noFill/>
            </a:ln>
          </p:spPr>
        </p:sp>
        <p:sp>
          <p:nvSpPr>
            <p:cNvPr id="8792" name="Heatmap cell r30 c35"/>
            <p:cNvSpPr/>
            <p:nvPr/>
          </p:nvSpPr>
          <p:spPr>
            <a:xfrm>
              <a:off x="649602" y="799219"/>
              <a:ext cx="19034" cy="26609"/>
            </a:xfrm>
            <a:prstGeom prst="rect">
              <a:avLst/>
            </a:prstGeom>
            <a:solidFill>
              <a:srgbClr val="DFE7ED"/>
            </a:solidFill>
            <a:ln>
              <a:noFill/>
            </a:ln>
          </p:spPr>
        </p:sp>
        <p:sp>
          <p:nvSpPr>
            <p:cNvPr id="8793" name="Heatmap cell r30 c36"/>
            <p:cNvSpPr/>
            <p:nvPr/>
          </p:nvSpPr>
          <p:spPr>
            <a:xfrm>
              <a:off x="668541" y="799219"/>
              <a:ext cx="17140" cy="26609"/>
            </a:xfrm>
            <a:prstGeom prst="rect">
              <a:avLst/>
            </a:prstGeom>
            <a:solidFill>
              <a:srgbClr val="DFE6ED"/>
            </a:solidFill>
            <a:ln>
              <a:noFill/>
            </a:ln>
          </p:spPr>
        </p:sp>
        <p:sp>
          <p:nvSpPr>
            <p:cNvPr id="8794" name="Heatmap cell r30 c37"/>
            <p:cNvSpPr/>
            <p:nvPr/>
          </p:nvSpPr>
          <p:spPr>
            <a:xfrm>
              <a:off x="685586" y="799219"/>
              <a:ext cx="19034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8795" name="Heatmap cell r30 c38"/>
            <p:cNvSpPr/>
            <p:nvPr/>
          </p:nvSpPr>
          <p:spPr>
            <a:xfrm>
              <a:off x="704525" y="799219"/>
              <a:ext cx="17140" cy="26609"/>
            </a:xfrm>
            <a:prstGeom prst="rect">
              <a:avLst/>
            </a:prstGeom>
            <a:solidFill>
              <a:srgbClr val="EA9AA1"/>
            </a:solidFill>
            <a:ln>
              <a:noFill/>
            </a:ln>
          </p:spPr>
        </p:sp>
        <p:sp>
          <p:nvSpPr>
            <p:cNvPr id="8796" name="Heatmap cell r30 c39"/>
            <p:cNvSpPr/>
            <p:nvPr/>
          </p:nvSpPr>
          <p:spPr>
            <a:xfrm>
              <a:off x="721570" y="799219"/>
              <a:ext cx="19034" cy="26609"/>
            </a:xfrm>
            <a:prstGeom prst="rect">
              <a:avLst/>
            </a:prstGeom>
            <a:solidFill>
              <a:srgbClr val="E17680"/>
            </a:solidFill>
            <a:ln>
              <a:noFill/>
            </a:ln>
          </p:spPr>
        </p:sp>
        <p:sp>
          <p:nvSpPr>
            <p:cNvPr id="8797" name="Heatmap cell r30 c40"/>
            <p:cNvSpPr/>
            <p:nvPr/>
          </p:nvSpPr>
          <p:spPr>
            <a:xfrm>
              <a:off x="740508" y="799219"/>
              <a:ext cx="17140" cy="26609"/>
            </a:xfrm>
            <a:prstGeom prst="rect">
              <a:avLst/>
            </a:prstGeom>
            <a:solidFill>
              <a:srgbClr val="F1F5F8"/>
            </a:solidFill>
            <a:ln>
              <a:noFill/>
            </a:ln>
          </p:spPr>
        </p:sp>
        <p:sp>
          <p:nvSpPr>
            <p:cNvPr id="8798" name="Heatmap cell r30 c42"/>
            <p:cNvSpPr/>
            <p:nvPr/>
          </p:nvSpPr>
          <p:spPr>
            <a:xfrm>
              <a:off x="776492" y="799219"/>
              <a:ext cx="17140" cy="26609"/>
            </a:xfrm>
            <a:prstGeom prst="rect">
              <a:avLst/>
            </a:prstGeom>
            <a:solidFill>
              <a:srgbClr val="FAEEEF"/>
            </a:solidFill>
            <a:ln>
              <a:noFill/>
            </a:ln>
          </p:spPr>
        </p:sp>
        <p:sp>
          <p:nvSpPr>
            <p:cNvPr id="8799" name="Heatmap cell r30 c43"/>
            <p:cNvSpPr/>
            <p:nvPr/>
          </p:nvSpPr>
          <p:spPr>
            <a:xfrm>
              <a:off x="793537" y="799219"/>
              <a:ext cx="19034" cy="26609"/>
            </a:xfrm>
            <a:prstGeom prst="rect">
              <a:avLst/>
            </a:prstGeom>
            <a:solidFill>
              <a:srgbClr val="F0BDC2"/>
            </a:solidFill>
            <a:ln>
              <a:noFill/>
            </a:ln>
          </p:spPr>
        </p:sp>
        <p:sp>
          <p:nvSpPr>
            <p:cNvPr id="8800" name="Heatmap cell r30 c44"/>
            <p:cNvSpPr/>
            <p:nvPr/>
          </p:nvSpPr>
          <p:spPr>
            <a:xfrm>
              <a:off x="812476" y="799219"/>
              <a:ext cx="17140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8801" name="Heatmap cell r30 c45"/>
            <p:cNvSpPr/>
            <p:nvPr/>
          </p:nvSpPr>
          <p:spPr>
            <a:xfrm>
              <a:off x="829521" y="799219"/>
              <a:ext cx="19034" cy="26609"/>
            </a:xfrm>
            <a:prstGeom prst="rect">
              <a:avLst/>
            </a:prstGeom>
            <a:solidFill>
              <a:srgbClr val="F0BBC2"/>
            </a:solidFill>
            <a:ln>
              <a:noFill/>
            </a:ln>
          </p:spPr>
        </p:sp>
        <p:sp>
          <p:nvSpPr>
            <p:cNvPr id="8802" name="Heatmap cell r30 c46"/>
            <p:cNvSpPr/>
            <p:nvPr/>
          </p:nvSpPr>
          <p:spPr>
            <a:xfrm>
              <a:off x="848460" y="799219"/>
              <a:ext cx="17140" cy="26609"/>
            </a:xfrm>
            <a:prstGeom prst="rect">
              <a:avLst/>
            </a:prstGeom>
            <a:solidFill>
              <a:srgbClr val="F1C3C8"/>
            </a:solidFill>
            <a:ln>
              <a:noFill/>
            </a:ln>
          </p:spPr>
        </p:sp>
        <p:sp>
          <p:nvSpPr>
            <p:cNvPr id="8803" name="Heatmap cell r30 c47"/>
            <p:cNvSpPr/>
            <p:nvPr/>
          </p:nvSpPr>
          <p:spPr>
            <a:xfrm>
              <a:off x="865505" y="799219"/>
              <a:ext cx="19034" cy="26609"/>
            </a:xfrm>
            <a:prstGeom prst="rect">
              <a:avLst/>
            </a:prstGeom>
            <a:solidFill>
              <a:srgbClr val="F3C9CE"/>
            </a:solidFill>
            <a:ln>
              <a:noFill/>
            </a:ln>
          </p:spPr>
        </p:sp>
        <p:sp>
          <p:nvSpPr>
            <p:cNvPr id="8804" name="Heatmap cell r30 c48"/>
            <p:cNvSpPr/>
            <p:nvPr/>
          </p:nvSpPr>
          <p:spPr>
            <a:xfrm>
              <a:off x="884444" y="799219"/>
              <a:ext cx="19034" cy="26609"/>
            </a:xfrm>
            <a:prstGeom prst="rect">
              <a:avLst/>
            </a:prstGeom>
            <a:solidFill>
              <a:srgbClr val="F8E4E7"/>
            </a:solidFill>
            <a:ln>
              <a:noFill/>
            </a:ln>
          </p:spPr>
        </p:sp>
        <p:sp>
          <p:nvSpPr>
            <p:cNvPr id="8805" name="Heatmap cell r30 c49"/>
            <p:cNvSpPr/>
            <p:nvPr/>
          </p:nvSpPr>
          <p:spPr>
            <a:xfrm>
              <a:off x="903382" y="799219"/>
              <a:ext cx="17140" cy="26609"/>
            </a:xfrm>
            <a:prstGeom prst="rect">
              <a:avLst/>
            </a:prstGeom>
            <a:solidFill>
              <a:srgbClr val="D9E1EB"/>
            </a:solidFill>
            <a:ln>
              <a:noFill/>
            </a:ln>
          </p:spPr>
        </p:sp>
        <p:sp>
          <p:nvSpPr>
            <p:cNvPr id="8806" name="Heatmap cell r30 c50"/>
            <p:cNvSpPr/>
            <p:nvPr/>
          </p:nvSpPr>
          <p:spPr>
            <a:xfrm>
              <a:off x="920427" y="799219"/>
              <a:ext cx="19034" cy="26609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</p:sp>
        <p:sp>
          <p:nvSpPr>
            <p:cNvPr id="8807" name="Heatmap cell r30 c51"/>
            <p:cNvSpPr/>
            <p:nvPr/>
          </p:nvSpPr>
          <p:spPr>
            <a:xfrm>
              <a:off x="939366" y="799219"/>
              <a:ext cx="17140" cy="26609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</p:sp>
        <p:sp>
          <p:nvSpPr>
            <p:cNvPr id="8808" name="Heatmap cell r30 c52"/>
            <p:cNvSpPr/>
            <p:nvPr/>
          </p:nvSpPr>
          <p:spPr>
            <a:xfrm>
              <a:off x="956411" y="799219"/>
              <a:ext cx="19034" cy="26609"/>
            </a:xfrm>
            <a:prstGeom prst="rect">
              <a:avLst/>
            </a:prstGeom>
            <a:solidFill>
              <a:srgbClr val="EB9FA7"/>
            </a:solidFill>
            <a:ln>
              <a:noFill/>
            </a:ln>
          </p:spPr>
        </p:sp>
        <p:sp>
          <p:nvSpPr>
            <p:cNvPr id="8809" name="Heatmap cell r30 c53"/>
            <p:cNvSpPr/>
            <p:nvPr/>
          </p:nvSpPr>
          <p:spPr>
            <a:xfrm>
              <a:off x="975350" y="799219"/>
              <a:ext cx="17140" cy="26609"/>
            </a:xfrm>
            <a:prstGeom prst="rect">
              <a:avLst/>
            </a:prstGeom>
            <a:solidFill>
              <a:srgbClr val="B8C9DA"/>
            </a:solidFill>
            <a:ln>
              <a:noFill/>
            </a:ln>
          </p:spPr>
        </p:sp>
        <p:sp>
          <p:nvSpPr>
            <p:cNvPr id="8810" name="Heatmap cell r30 c54"/>
            <p:cNvSpPr/>
            <p:nvPr/>
          </p:nvSpPr>
          <p:spPr>
            <a:xfrm>
              <a:off x="992395" y="799219"/>
              <a:ext cx="19034" cy="26609"/>
            </a:xfrm>
            <a:prstGeom prst="rect">
              <a:avLst/>
            </a:prstGeom>
            <a:solidFill>
              <a:srgbClr val="ADC2D4"/>
            </a:solidFill>
            <a:ln>
              <a:noFill/>
            </a:ln>
          </p:spPr>
        </p:sp>
        <p:sp>
          <p:nvSpPr>
            <p:cNvPr id="8811" name="Heatmap cell r30 c55"/>
            <p:cNvSpPr/>
            <p:nvPr/>
          </p:nvSpPr>
          <p:spPr>
            <a:xfrm>
              <a:off x="1011334" y="799219"/>
              <a:ext cx="17140" cy="26609"/>
            </a:xfrm>
            <a:prstGeom prst="rect">
              <a:avLst/>
            </a:prstGeom>
            <a:solidFill>
              <a:srgbClr val="CFDAE4"/>
            </a:solidFill>
            <a:ln>
              <a:noFill/>
            </a:ln>
          </p:spPr>
        </p:sp>
        <p:sp>
          <p:nvSpPr>
            <p:cNvPr id="8812" name="Heatmap cell r30 c56"/>
            <p:cNvSpPr/>
            <p:nvPr/>
          </p:nvSpPr>
          <p:spPr>
            <a:xfrm>
              <a:off x="1028379" y="799219"/>
              <a:ext cx="19034" cy="26609"/>
            </a:xfrm>
            <a:prstGeom prst="rect">
              <a:avLst/>
            </a:prstGeom>
            <a:solidFill>
              <a:srgbClr val="F6D4D7"/>
            </a:solidFill>
            <a:ln>
              <a:noFill/>
            </a:ln>
          </p:spPr>
        </p:sp>
        <p:sp>
          <p:nvSpPr>
            <p:cNvPr id="8813" name="Heatmap cell r30 c59"/>
            <p:cNvSpPr/>
            <p:nvPr/>
          </p:nvSpPr>
          <p:spPr>
            <a:xfrm>
              <a:off x="1083301" y="799219"/>
              <a:ext cx="17140" cy="26609"/>
            </a:xfrm>
            <a:prstGeom prst="rect">
              <a:avLst/>
            </a:prstGeom>
            <a:solidFill>
              <a:srgbClr val="F7DADC"/>
            </a:solidFill>
            <a:ln>
              <a:noFill/>
            </a:ln>
          </p:spPr>
        </p:sp>
        <p:sp>
          <p:nvSpPr>
            <p:cNvPr id="8814" name="Heatmap cell r30 c60"/>
            <p:cNvSpPr/>
            <p:nvPr/>
          </p:nvSpPr>
          <p:spPr>
            <a:xfrm>
              <a:off x="1100346" y="799219"/>
              <a:ext cx="19034" cy="26609"/>
            </a:xfrm>
            <a:prstGeom prst="rect">
              <a:avLst/>
            </a:prstGeom>
            <a:solidFill>
              <a:srgbClr val="F5CED2"/>
            </a:solidFill>
            <a:ln>
              <a:noFill/>
            </a:ln>
          </p:spPr>
        </p:sp>
        <p:sp>
          <p:nvSpPr>
            <p:cNvPr id="8815" name="Heatmap cell r30 c61"/>
            <p:cNvSpPr/>
            <p:nvPr/>
          </p:nvSpPr>
          <p:spPr>
            <a:xfrm>
              <a:off x="1119285" y="799219"/>
              <a:ext cx="19034" cy="26609"/>
            </a:xfrm>
            <a:prstGeom prst="rect">
              <a:avLst/>
            </a:prstGeom>
            <a:solidFill>
              <a:srgbClr val="B9C9DB"/>
            </a:solidFill>
            <a:ln>
              <a:noFill/>
            </a:ln>
          </p:spPr>
        </p:sp>
        <p:sp>
          <p:nvSpPr>
            <p:cNvPr id="8816" name="Heatmap cell r30 c62"/>
            <p:cNvSpPr/>
            <p:nvPr/>
          </p:nvSpPr>
          <p:spPr>
            <a:xfrm>
              <a:off x="1138224" y="799219"/>
              <a:ext cx="17140" cy="26609"/>
            </a:xfrm>
            <a:prstGeom prst="rect">
              <a:avLst/>
            </a:prstGeom>
            <a:solidFill>
              <a:srgbClr val="D7E1EB"/>
            </a:solidFill>
            <a:ln>
              <a:noFill/>
            </a:ln>
          </p:spPr>
        </p:sp>
        <p:sp>
          <p:nvSpPr>
            <p:cNvPr id="8817" name="Heatmap cell r30 c63"/>
            <p:cNvSpPr/>
            <p:nvPr/>
          </p:nvSpPr>
          <p:spPr>
            <a:xfrm>
              <a:off x="1155269" y="799219"/>
              <a:ext cx="19034" cy="26609"/>
            </a:xfrm>
            <a:prstGeom prst="rect">
              <a:avLst/>
            </a:prstGeom>
            <a:solidFill>
              <a:srgbClr val="9EB5CC"/>
            </a:solidFill>
            <a:ln>
              <a:noFill/>
            </a:ln>
          </p:spPr>
        </p:sp>
        <p:sp>
          <p:nvSpPr>
            <p:cNvPr id="8818" name="Heatmap cell r30 c64"/>
            <p:cNvSpPr/>
            <p:nvPr/>
          </p:nvSpPr>
          <p:spPr>
            <a:xfrm>
              <a:off x="1174208" y="799219"/>
              <a:ext cx="17140" cy="26609"/>
            </a:xfrm>
            <a:prstGeom prst="rect">
              <a:avLst/>
            </a:prstGeom>
            <a:solidFill>
              <a:srgbClr val="FBF3F4"/>
            </a:solidFill>
            <a:ln>
              <a:noFill/>
            </a:ln>
          </p:spPr>
        </p:sp>
        <p:sp>
          <p:nvSpPr>
            <p:cNvPr id="8819" name="Heatmap cell r30 c65"/>
            <p:cNvSpPr/>
            <p:nvPr/>
          </p:nvSpPr>
          <p:spPr>
            <a:xfrm>
              <a:off x="1191253" y="799219"/>
              <a:ext cx="19034" cy="26609"/>
            </a:xfrm>
            <a:prstGeom prst="rect">
              <a:avLst/>
            </a:prstGeom>
            <a:solidFill>
              <a:srgbClr val="EB9FA6"/>
            </a:solidFill>
            <a:ln>
              <a:noFill/>
            </a:ln>
          </p:spPr>
        </p:sp>
        <p:sp>
          <p:nvSpPr>
            <p:cNvPr id="8820" name="Heatmap cell r30 c66"/>
            <p:cNvSpPr/>
            <p:nvPr/>
          </p:nvSpPr>
          <p:spPr>
            <a:xfrm>
              <a:off x="1210192" y="799219"/>
              <a:ext cx="17140" cy="26609"/>
            </a:xfrm>
            <a:prstGeom prst="rect">
              <a:avLst/>
            </a:prstGeom>
            <a:solidFill>
              <a:srgbClr val="EBA9AE"/>
            </a:solidFill>
            <a:ln>
              <a:noFill/>
            </a:ln>
          </p:spPr>
        </p:sp>
        <p:sp>
          <p:nvSpPr>
            <p:cNvPr id="8821" name="Heatmap cell r30 c67"/>
            <p:cNvSpPr/>
            <p:nvPr/>
          </p:nvSpPr>
          <p:spPr>
            <a:xfrm>
              <a:off x="1227236" y="799219"/>
              <a:ext cx="19034" cy="26609"/>
            </a:xfrm>
            <a:prstGeom prst="rect">
              <a:avLst/>
            </a:prstGeom>
            <a:solidFill>
              <a:srgbClr val="FCF8F9"/>
            </a:solidFill>
            <a:ln>
              <a:noFill/>
            </a:ln>
          </p:spPr>
        </p:sp>
        <p:sp>
          <p:nvSpPr>
            <p:cNvPr id="8822" name="Heatmap cell r30 c68"/>
            <p:cNvSpPr/>
            <p:nvPr/>
          </p:nvSpPr>
          <p:spPr>
            <a:xfrm>
              <a:off x="1246175" y="799219"/>
              <a:ext cx="17140" cy="26609"/>
            </a:xfrm>
            <a:prstGeom prst="rect">
              <a:avLst/>
            </a:prstGeom>
            <a:solidFill>
              <a:srgbClr val="F1F5F8"/>
            </a:solidFill>
            <a:ln>
              <a:noFill/>
            </a:ln>
          </p:spPr>
        </p:sp>
        <p:sp>
          <p:nvSpPr>
            <p:cNvPr id="8823" name="Heatmap cell r30 c69"/>
            <p:cNvSpPr/>
            <p:nvPr/>
          </p:nvSpPr>
          <p:spPr>
            <a:xfrm>
              <a:off x="1263220" y="799219"/>
              <a:ext cx="19034" cy="26609"/>
            </a:xfrm>
            <a:prstGeom prst="rect">
              <a:avLst/>
            </a:prstGeom>
            <a:solidFill>
              <a:srgbClr val="D5DFEA"/>
            </a:solidFill>
            <a:ln>
              <a:noFill/>
            </a:ln>
          </p:spPr>
        </p:sp>
        <p:sp>
          <p:nvSpPr>
            <p:cNvPr id="8824" name="Heatmap cell r30 c70"/>
            <p:cNvSpPr/>
            <p:nvPr/>
          </p:nvSpPr>
          <p:spPr>
            <a:xfrm>
              <a:off x="1282159" y="799219"/>
              <a:ext cx="17140" cy="26609"/>
            </a:xfrm>
            <a:prstGeom prst="rect">
              <a:avLst/>
            </a:prstGeom>
            <a:solidFill>
              <a:srgbClr val="E9969F"/>
            </a:solidFill>
            <a:ln>
              <a:noFill/>
            </a:ln>
          </p:spPr>
        </p:sp>
        <p:sp>
          <p:nvSpPr>
            <p:cNvPr id="8825" name="Heatmap cell r30 c71"/>
            <p:cNvSpPr/>
            <p:nvPr/>
          </p:nvSpPr>
          <p:spPr>
            <a:xfrm>
              <a:off x="1299204" y="799219"/>
              <a:ext cx="19034" cy="26609"/>
            </a:xfrm>
            <a:prstGeom prst="rect">
              <a:avLst/>
            </a:prstGeom>
            <a:solidFill>
              <a:srgbClr val="E5838B"/>
            </a:solidFill>
            <a:ln>
              <a:noFill/>
            </a:ln>
          </p:spPr>
        </p:sp>
        <p:sp>
          <p:nvSpPr>
            <p:cNvPr id="8826" name="Heatmap cell r30 c72"/>
            <p:cNvSpPr/>
            <p:nvPr/>
          </p:nvSpPr>
          <p:spPr>
            <a:xfrm>
              <a:off x="1318143" y="799219"/>
              <a:ext cx="17140" cy="26609"/>
            </a:xfrm>
            <a:prstGeom prst="rect">
              <a:avLst/>
            </a:prstGeom>
            <a:solidFill>
              <a:srgbClr val="E8ECF3"/>
            </a:solidFill>
            <a:ln>
              <a:noFill/>
            </a:ln>
          </p:spPr>
        </p:sp>
        <p:sp>
          <p:nvSpPr>
            <p:cNvPr id="8827" name="Heatmap cell r30 c73"/>
            <p:cNvSpPr/>
            <p:nvPr/>
          </p:nvSpPr>
          <p:spPr>
            <a:xfrm>
              <a:off x="1335188" y="799219"/>
              <a:ext cx="19034" cy="26609"/>
            </a:xfrm>
            <a:prstGeom prst="rect">
              <a:avLst/>
            </a:prstGeom>
            <a:solidFill>
              <a:srgbClr val="EDAFB5"/>
            </a:solidFill>
            <a:ln>
              <a:noFill/>
            </a:ln>
          </p:spPr>
        </p:sp>
        <p:sp>
          <p:nvSpPr>
            <p:cNvPr id="8828" name="Heatmap cell r30 c74"/>
            <p:cNvSpPr/>
            <p:nvPr/>
          </p:nvSpPr>
          <p:spPr>
            <a:xfrm>
              <a:off x="1354127" y="799219"/>
              <a:ext cx="17140" cy="26609"/>
            </a:xfrm>
            <a:prstGeom prst="rect">
              <a:avLst/>
            </a:prstGeom>
            <a:solidFill>
              <a:srgbClr val="FAEBED"/>
            </a:solidFill>
            <a:ln>
              <a:noFill/>
            </a:ln>
          </p:spPr>
        </p:sp>
        <p:sp>
          <p:nvSpPr>
            <p:cNvPr id="8829" name="Heatmap cell r30 c75"/>
            <p:cNvSpPr/>
            <p:nvPr/>
          </p:nvSpPr>
          <p:spPr>
            <a:xfrm>
              <a:off x="1371172" y="799219"/>
              <a:ext cx="19034" cy="26609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8830" name="Heatmap cell r30 c76"/>
            <p:cNvSpPr/>
            <p:nvPr/>
          </p:nvSpPr>
          <p:spPr>
            <a:xfrm>
              <a:off x="1390110" y="799219"/>
              <a:ext cx="19034" cy="26609"/>
            </a:xfrm>
            <a:prstGeom prst="rect">
              <a:avLst/>
            </a:prstGeom>
            <a:solidFill>
              <a:srgbClr val="B7C7D9"/>
            </a:solidFill>
            <a:ln>
              <a:noFill/>
            </a:ln>
          </p:spPr>
        </p:sp>
        <p:sp>
          <p:nvSpPr>
            <p:cNvPr id="8831" name="Heatmap cell r30 c77"/>
            <p:cNvSpPr/>
            <p:nvPr/>
          </p:nvSpPr>
          <p:spPr>
            <a:xfrm>
              <a:off x="1409049" y="799219"/>
              <a:ext cx="17140" cy="26609"/>
            </a:xfrm>
            <a:prstGeom prst="rect">
              <a:avLst/>
            </a:prstGeom>
            <a:solidFill>
              <a:srgbClr val="F4CACD"/>
            </a:solidFill>
            <a:ln>
              <a:noFill/>
            </a:ln>
          </p:spPr>
        </p:sp>
        <p:sp>
          <p:nvSpPr>
            <p:cNvPr id="8832" name="Heatmap cell r30 c78"/>
            <p:cNvSpPr/>
            <p:nvPr/>
          </p:nvSpPr>
          <p:spPr>
            <a:xfrm>
              <a:off x="1426094" y="799219"/>
              <a:ext cx="19034" cy="26609"/>
            </a:xfrm>
            <a:prstGeom prst="rect">
              <a:avLst/>
            </a:prstGeom>
            <a:solidFill>
              <a:srgbClr val="C5D2DF"/>
            </a:solidFill>
            <a:ln>
              <a:noFill/>
            </a:ln>
          </p:spPr>
        </p:sp>
        <p:sp>
          <p:nvSpPr>
            <p:cNvPr id="8833" name="Heatmap cell r30 c79"/>
            <p:cNvSpPr/>
            <p:nvPr/>
          </p:nvSpPr>
          <p:spPr>
            <a:xfrm>
              <a:off x="1445033" y="799219"/>
              <a:ext cx="17140" cy="26609"/>
            </a:xfrm>
            <a:prstGeom prst="rect">
              <a:avLst/>
            </a:prstGeom>
            <a:solidFill>
              <a:srgbClr val="F0F4F7"/>
            </a:solidFill>
            <a:ln>
              <a:noFill/>
            </a:ln>
          </p:spPr>
        </p:sp>
        <p:sp>
          <p:nvSpPr>
            <p:cNvPr id="8834" name="Heatmap cell r30 c80"/>
            <p:cNvSpPr/>
            <p:nvPr/>
          </p:nvSpPr>
          <p:spPr>
            <a:xfrm>
              <a:off x="1462078" y="799219"/>
              <a:ext cx="19034" cy="26609"/>
            </a:xfrm>
            <a:prstGeom prst="rect">
              <a:avLst/>
            </a:prstGeom>
            <a:solidFill>
              <a:srgbClr val="EFB9BE"/>
            </a:solidFill>
            <a:ln>
              <a:noFill/>
            </a:ln>
          </p:spPr>
        </p:sp>
        <p:sp>
          <p:nvSpPr>
            <p:cNvPr id="8835" name="Heatmap cell r30 c82"/>
            <p:cNvSpPr/>
            <p:nvPr/>
          </p:nvSpPr>
          <p:spPr>
            <a:xfrm>
              <a:off x="1498062" y="799219"/>
              <a:ext cx="19034" cy="26609"/>
            </a:xfrm>
            <a:prstGeom prst="rect">
              <a:avLst/>
            </a:prstGeom>
            <a:solidFill>
              <a:srgbClr val="E6EBF1"/>
            </a:solidFill>
            <a:ln>
              <a:noFill/>
            </a:ln>
          </p:spPr>
        </p:sp>
        <p:sp>
          <p:nvSpPr>
            <p:cNvPr id="8836" name="Heatmap cell r30 c83"/>
            <p:cNvSpPr/>
            <p:nvPr/>
          </p:nvSpPr>
          <p:spPr>
            <a:xfrm>
              <a:off x="1517001" y="799219"/>
              <a:ext cx="17140" cy="26609"/>
            </a:xfrm>
            <a:prstGeom prst="rect">
              <a:avLst/>
            </a:prstGeom>
            <a:solidFill>
              <a:srgbClr val="ADC2D4"/>
            </a:solidFill>
            <a:ln>
              <a:noFill/>
            </a:ln>
          </p:spPr>
        </p:sp>
        <p:sp>
          <p:nvSpPr>
            <p:cNvPr id="8837" name="Heatmap cell r30 c84"/>
            <p:cNvSpPr/>
            <p:nvPr/>
          </p:nvSpPr>
          <p:spPr>
            <a:xfrm>
              <a:off x="1534046" y="799219"/>
              <a:ext cx="19034" cy="26609"/>
            </a:xfrm>
            <a:prstGeom prst="rect">
              <a:avLst/>
            </a:prstGeom>
            <a:solidFill>
              <a:srgbClr val="A2B8CE"/>
            </a:solidFill>
            <a:ln>
              <a:noFill/>
            </a:ln>
          </p:spPr>
        </p:sp>
        <p:sp>
          <p:nvSpPr>
            <p:cNvPr id="8838" name="Heatmap cell r30 c85"/>
            <p:cNvSpPr/>
            <p:nvPr/>
          </p:nvSpPr>
          <p:spPr>
            <a:xfrm>
              <a:off x="1552984" y="799219"/>
              <a:ext cx="17140" cy="26609"/>
            </a:xfrm>
            <a:prstGeom prst="rect">
              <a:avLst/>
            </a:prstGeom>
            <a:solidFill>
              <a:srgbClr val="F9E7E8"/>
            </a:solidFill>
            <a:ln>
              <a:noFill/>
            </a:ln>
          </p:spPr>
        </p:sp>
        <p:sp>
          <p:nvSpPr>
            <p:cNvPr id="8839" name="Heatmap cell r30 c86"/>
            <p:cNvSpPr/>
            <p:nvPr/>
          </p:nvSpPr>
          <p:spPr>
            <a:xfrm>
              <a:off x="1570029" y="799219"/>
              <a:ext cx="19034" cy="26609"/>
            </a:xfrm>
            <a:prstGeom prst="rect">
              <a:avLst/>
            </a:prstGeom>
            <a:solidFill>
              <a:srgbClr val="EFB9BE"/>
            </a:solidFill>
            <a:ln>
              <a:noFill/>
            </a:ln>
          </p:spPr>
        </p:sp>
        <p:sp>
          <p:nvSpPr>
            <p:cNvPr id="8840" name="Heatmap cell r30 c87"/>
            <p:cNvSpPr/>
            <p:nvPr/>
          </p:nvSpPr>
          <p:spPr>
            <a:xfrm>
              <a:off x="1588968" y="799219"/>
              <a:ext cx="17140" cy="26609"/>
            </a:xfrm>
            <a:prstGeom prst="rect">
              <a:avLst/>
            </a:prstGeom>
            <a:solidFill>
              <a:srgbClr val="CCD7E3"/>
            </a:solidFill>
            <a:ln>
              <a:noFill/>
            </a:ln>
          </p:spPr>
        </p:sp>
        <p:sp>
          <p:nvSpPr>
            <p:cNvPr id="8841" name="Heatmap cell r30 c89"/>
            <p:cNvSpPr/>
            <p:nvPr/>
          </p:nvSpPr>
          <p:spPr>
            <a:xfrm>
              <a:off x="1624952" y="799219"/>
              <a:ext cx="19034" cy="26609"/>
            </a:xfrm>
            <a:prstGeom prst="rect">
              <a:avLst/>
            </a:prstGeom>
            <a:solidFill>
              <a:srgbClr val="CFDAE4"/>
            </a:solidFill>
            <a:ln>
              <a:noFill/>
            </a:ln>
          </p:spPr>
        </p:sp>
        <p:sp>
          <p:nvSpPr>
            <p:cNvPr id="8842" name="Heatmap cell r30 c90"/>
            <p:cNvSpPr/>
            <p:nvPr/>
          </p:nvSpPr>
          <p:spPr>
            <a:xfrm>
              <a:off x="1643891" y="799219"/>
              <a:ext cx="17140" cy="26609"/>
            </a:xfrm>
            <a:prstGeom prst="rect">
              <a:avLst/>
            </a:prstGeom>
            <a:solidFill>
              <a:srgbClr val="E1747D"/>
            </a:solidFill>
            <a:ln>
              <a:noFill/>
            </a:ln>
          </p:spPr>
        </p:sp>
        <p:sp>
          <p:nvSpPr>
            <p:cNvPr id="8843" name="Heatmap cell r30 c91"/>
            <p:cNvSpPr/>
            <p:nvPr/>
          </p:nvSpPr>
          <p:spPr>
            <a:xfrm>
              <a:off x="1660936" y="799219"/>
              <a:ext cx="19034" cy="26609"/>
            </a:xfrm>
            <a:prstGeom prst="rect">
              <a:avLst/>
            </a:prstGeom>
            <a:solidFill>
              <a:srgbClr val="B9C9DB"/>
            </a:solidFill>
            <a:ln>
              <a:noFill/>
            </a:ln>
          </p:spPr>
        </p:sp>
        <p:sp>
          <p:nvSpPr>
            <p:cNvPr id="8844" name="Heatmap cell r30 c92"/>
            <p:cNvSpPr/>
            <p:nvPr/>
          </p:nvSpPr>
          <p:spPr>
            <a:xfrm>
              <a:off x="1679875" y="799219"/>
              <a:ext cx="17140" cy="26609"/>
            </a:xfrm>
            <a:prstGeom prst="rect">
              <a:avLst/>
            </a:prstGeom>
            <a:solidFill>
              <a:srgbClr val="F7DCDF"/>
            </a:solidFill>
            <a:ln>
              <a:noFill/>
            </a:ln>
          </p:spPr>
        </p:sp>
        <p:sp>
          <p:nvSpPr>
            <p:cNvPr id="8845" name="Heatmap cell r30 c93"/>
            <p:cNvSpPr/>
            <p:nvPr/>
          </p:nvSpPr>
          <p:spPr>
            <a:xfrm>
              <a:off x="1696920" y="799219"/>
              <a:ext cx="19034" cy="26609"/>
            </a:xfrm>
            <a:prstGeom prst="rect">
              <a:avLst/>
            </a:prstGeom>
            <a:solidFill>
              <a:srgbClr val="D5DFEA"/>
            </a:solidFill>
            <a:ln>
              <a:noFill/>
            </a:ln>
          </p:spPr>
        </p:sp>
        <p:sp>
          <p:nvSpPr>
            <p:cNvPr id="8846" name="Heatmap cell r30 c94"/>
            <p:cNvSpPr/>
            <p:nvPr/>
          </p:nvSpPr>
          <p:spPr>
            <a:xfrm>
              <a:off x="1715858" y="799219"/>
              <a:ext cx="17140" cy="26609"/>
            </a:xfrm>
            <a:prstGeom prst="rect">
              <a:avLst/>
            </a:prstGeom>
            <a:solidFill>
              <a:srgbClr val="91ACC5"/>
            </a:solidFill>
            <a:ln>
              <a:noFill/>
            </a:ln>
          </p:spPr>
        </p:sp>
        <p:sp>
          <p:nvSpPr>
            <p:cNvPr id="8847" name="Heatmap cell r30 c95"/>
            <p:cNvSpPr/>
            <p:nvPr/>
          </p:nvSpPr>
          <p:spPr>
            <a:xfrm>
              <a:off x="1732903" y="799219"/>
              <a:ext cx="19034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8848" name="Heatmap cell r30 c96"/>
            <p:cNvSpPr/>
            <p:nvPr/>
          </p:nvSpPr>
          <p:spPr>
            <a:xfrm>
              <a:off x="1751842" y="799219"/>
              <a:ext cx="17140" cy="26609"/>
            </a:xfrm>
            <a:prstGeom prst="rect">
              <a:avLst/>
            </a:prstGeom>
            <a:solidFill>
              <a:srgbClr val="F7E2E4"/>
            </a:solidFill>
            <a:ln>
              <a:noFill/>
            </a:ln>
          </p:spPr>
        </p:sp>
        <p:sp>
          <p:nvSpPr>
            <p:cNvPr id="8849" name="Heatmap cell r30 c97"/>
            <p:cNvSpPr/>
            <p:nvPr/>
          </p:nvSpPr>
          <p:spPr>
            <a:xfrm>
              <a:off x="1768887" y="799219"/>
              <a:ext cx="19034" cy="26609"/>
            </a:xfrm>
            <a:prstGeom prst="rect">
              <a:avLst/>
            </a:prstGeom>
            <a:solidFill>
              <a:srgbClr val="EBEFF5"/>
            </a:solidFill>
            <a:ln>
              <a:noFill/>
            </a:ln>
          </p:spPr>
        </p:sp>
        <p:sp>
          <p:nvSpPr>
            <p:cNvPr id="8850" name="Heatmap cell r30 c99"/>
            <p:cNvSpPr/>
            <p:nvPr/>
          </p:nvSpPr>
          <p:spPr>
            <a:xfrm>
              <a:off x="1804871" y="799219"/>
              <a:ext cx="19034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8851" name="Heatmap cell r30 c100"/>
            <p:cNvSpPr/>
            <p:nvPr/>
          </p:nvSpPr>
          <p:spPr>
            <a:xfrm>
              <a:off x="1823810" y="799219"/>
              <a:ext cx="17140" cy="26609"/>
            </a:xfrm>
            <a:prstGeom prst="rect">
              <a:avLst/>
            </a:prstGeom>
            <a:solidFill>
              <a:srgbClr val="DFE6ED"/>
            </a:solidFill>
            <a:ln>
              <a:noFill/>
            </a:ln>
          </p:spPr>
        </p:sp>
        <p:sp>
          <p:nvSpPr>
            <p:cNvPr id="8852" name="Heatmap cell r30 c101"/>
            <p:cNvSpPr/>
            <p:nvPr/>
          </p:nvSpPr>
          <p:spPr>
            <a:xfrm>
              <a:off x="1840855" y="799219"/>
              <a:ext cx="19034" cy="26609"/>
            </a:xfrm>
            <a:prstGeom prst="rect">
              <a:avLst/>
            </a:prstGeom>
            <a:solidFill>
              <a:srgbClr val="E4848E"/>
            </a:solidFill>
            <a:ln>
              <a:noFill/>
            </a:ln>
          </p:spPr>
        </p:sp>
        <p:sp>
          <p:nvSpPr>
            <p:cNvPr id="8853" name="Heatmap cell r30 c102"/>
            <p:cNvSpPr/>
            <p:nvPr/>
          </p:nvSpPr>
          <p:spPr>
            <a:xfrm>
              <a:off x="1859794" y="799219"/>
              <a:ext cx="19034" cy="26609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8854" name="Heatmap cell r30 c103"/>
            <p:cNvSpPr/>
            <p:nvPr/>
          </p:nvSpPr>
          <p:spPr>
            <a:xfrm>
              <a:off x="1878732" y="799219"/>
              <a:ext cx="17140" cy="26609"/>
            </a:xfrm>
            <a:prstGeom prst="rect">
              <a:avLst/>
            </a:prstGeom>
            <a:solidFill>
              <a:srgbClr val="9DB5CC"/>
            </a:solidFill>
            <a:ln>
              <a:noFill/>
            </a:ln>
          </p:spPr>
        </p:sp>
        <p:sp>
          <p:nvSpPr>
            <p:cNvPr id="8855" name="Heatmap cell r30 c104"/>
            <p:cNvSpPr/>
            <p:nvPr/>
          </p:nvSpPr>
          <p:spPr>
            <a:xfrm>
              <a:off x="1895777" y="799219"/>
              <a:ext cx="19034" cy="26609"/>
            </a:xfrm>
            <a:prstGeom prst="rect">
              <a:avLst/>
            </a:prstGeom>
            <a:solidFill>
              <a:srgbClr val="F3C7CC"/>
            </a:solidFill>
            <a:ln>
              <a:noFill/>
            </a:ln>
          </p:spPr>
        </p:sp>
        <p:sp>
          <p:nvSpPr>
            <p:cNvPr id="8856" name="Heatmap cell r30 c105"/>
            <p:cNvSpPr/>
            <p:nvPr/>
          </p:nvSpPr>
          <p:spPr>
            <a:xfrm>
              <a:off x="1914716" y="799219"/>
              <a:ext cx="17140" cy="26609"/>
            </a:xfrm>
            <a:prstGeom prst="rect">
              <a:avLst/>
            </a:prstGeom>
            <a:solidFill>
              <a:srgbClr val="BBCCDC"/>
            </a:solidFill>
            <a:ln>
              <a:noFill/>
            </a:ln>
          </p:spPr>
        </p:sp>
        <p:sp>
          <p:nvSpPr>
            <p:cNvPr id="8857" name="Heatmap cell r30 c106"/>
            <p:cNvSpPr/>
            <p:nvPr/>
          </p:nvSpPr>
          <p:spPr>
            <a:xfrm>
              <a:off x="1931761" y="799219"/>
              <a:ext cx="19034" cy="26609"/>
            </a:xfrm>
            <a:prstGeom prst="rect">
              <a:avLst/>
            </a:prstGeom>
            <a:solidFill>
              <a:srgbClr val="E4EBEF"/>
            </a:solidFill>
            <a:ln>
              <a:noFill/>
            </a:ln>
          </p:spPr>
        </p:sp>
        <p:sp>
          <p:nvSpPr>
            <p:cNvPr id="8858" name="Heatmap cell r30 c107"/>
            <p:cNvSpPr/>
            <p:nvPr/>
          </p:nvSpPr>
          <p:spPr>
            <a:xfrm>
              <a:off x="1950700" y="799219"/>
              <a:ext cx="17140" cy="26609"/>
            </a:xfrm>
            <a:prstGeom prst="rect">
              <a:avLst/>
            </a:prstGeom>
            <a:solidFill>
              <a:srgbClr val="F6D5D9"/>
            </a:solidFill>
            <a:ln>
              <a:noFill/>
            </a:ln>
          </p:spPr>
        </p:sp>
        <p:sp>
          <p:nvSpPr>
            <p:cNvPr id="8859" name="Heatmap cell r30 c108"/>
            <p:cNvSpPr/>
            <p:nvPr/>
          </p:nvSpPr>
          <p:spPr>
            <a:xfrm>
              <a:off x="1967745" y="799219"/>
              <a:ext cx="19034" cy="26609"/>
            </a:xfrm>
            <a:prstGeom prst="rect">
              <a:avLst/>
            </a:prstGeom>
            <a:solidFill>
              <a:srgbClr val="FBF1F3"/>
            </a:solidFill>
            <a:ln>
              <a:noFill/>
            </a:ln>
          </p:spPr>
        </p:sp>
        <p:sp>
          <p:nvSpPr>
            <p:cNvPr id="8860" name="Heatmap cell r30 c109"/>
            <p:cNvSpPr/>
            <p:nvPr/>
          </p:nvSpPr>
          <p:spPr>
            <a:xfrm>
              <a:off x="1986684" y="799219"/>
              <a:ext cx="17140" cy="26609"/>
            </a:xfrm>
            <a:prstGeom prst="rect">
              <a:avLst/>
            </a:prstGeom>
            <a:solidFill>
              <a:srgbClr val="F3C9CE"/>
            </a:solidFill>
            <a:ln>
              <a:noFill/>
            </a:ln>
          </p:spPr>
        </p:sp>
        <p:sp>
          <p:nvSpPr>
            <p:cNvPr id="8861" name="Heatmap cell r30 c110"/>
            <p:cNvSpPr/>
            <p:nvPr/>
          </p:nvSpPr>
          <p:spPr>
            <a:xfrm>
              <a:off x="2003729" y="799219"/>
              <a:ext cx="19034" cy="26609"/>
            </a:xfrm>
            <a:prstGeom prst="rect">
              <a:avLst/>
            </a:prstGeom>
            <a:solidFill>
              <a:srgbClr val="F5D0D3"/>
            </a:solidFill>
            <a:ln>
              <a:noFill/>
            </a:ln>
          </p:spPr>
        </p:sp>
        <p:sp>
          <p:nvSpPr>
            <p:cNvPr id="8862" name="Heatmap cell r30 c111"/>
            <p:cNvSpPr/>
            <p:nvPr/>
          </p:nvSpPr>
          <p:spPr>
            <a:xfrm>
              <a:off x="2022668" y="799219"/>
              <a:ext cx="17140" cy="26609"/>
            </a:xfrm>
            <a:prstGeom prst="rect">
              <a:avLst/>
            </a:prstGeom>
            <a:solidFill>
              <a:srgbClr val="E6EBF1"/>
            </a:solidFill>
            <a:ln>
              <a:noFill/>
            </a:ln>
          </p:spPr>
        </p:sp>
        <p:sp>
          <p:nvSpPr>
            <p:cNvPr id="8863" name="Heatmap cell r30 c112"/>
            <p:cNvSpPr/>
            <p:nvPr/>
          </p:nvSpPr>
          <p:spPr>
            <a:xfrm>
              <a:off x="2039712" y="799219"/>
              <a:ext cx="19034" cy="26609"/>
            </a:xfrm>
            <a:prstGeom prst="rect">
              <a:avLst/>
            </a:prstGeom>
            <a:solidFill>
              <a:srgbClr val="C2D0DE"/>
            </a:solidFill>
            <a:ln>
              <a:noFill/>
            </a:ln>
          </p:spPr>
        </p:sp>
        <p:sp>
          <p:nvSpPr>
            <p:cNvPr id="8864" name="Heatmap cell r30 c113"/>
            <p:cNvSpPr/>
            <p:nvPr/>
          </p:nvSpPr>
          <p:spPr>
            <a:xfrm>
              <a:off x="2058651" y="799219"/>
              <a:ext cx="17140" cy="26609"/>
            </a:xfrm>
            <a:prstGeom prst="rect">
              <a:avLst/>
            </a:prstGeom>
            <a:solidFill>
              <a:srgbClr val="E9EEF4"/>
            </a:solidFill>
            <a:ln>
              <a:noFill/>
            </a:ln>
          </p:spPr>
        </p:sp>
        <p:sp>
          <p:nvSpPr>
            <p:cNvPr id="8865" name="Heatmap cell r30 c114"/>
            <p:cNvSpPr/>
            <p:nvPr/>
          </p:nvSpPr>
          <p:spPr>
            <a:xfrm>
              <a:off x="2075696" y="799219"/>
              <a:ext cx="19034" cy="26609"/>
            </a:xfrm>
            <a:prstGeom prst="rect">
              <a:avLst/>
            </a:prstGeom>
            <a:solidFill>
              <a:srgbClr val="FCF6F6"/>
            </a:solidFill>
            <a:ln>
              <a:noFill/>
            </a:ln>
          </p:spPr>
        </p:sp>
        <p:sp>
          <p:nvSpPr>
            <p:cNvPr id="8866" name="Heatmap cell r30 c115"/>
            <p:cNvSpPr/>
            <p:nvPr/>
          </p:nvSpPr>
          <p:spPr>
            <a:xfrm>
              <a:off x="2094635" y="799219"/>
              <a:ext cx="19034" cy="26609"/>
            </a:xfrm>
            <a:prstGeom prst="rect">
              <a:avLst/>
            </a:prstGeom>
            <a:solidFill>
              <a:srgbClr val="7E9EBB"/>
            </a:solidFill>
            <a:ln>
              <a:noFill/>
            </a:ln>
          </p:spPr>
        </p:sp>
        <p:sp>
          <p:nvSpPr>
            <p:cNvPr id="8867" name="Heatmap cell r30 c116"/>
            <p:cNvSpPr/>
            <p:nvPr/>
          </p:nvSpPr>
          <p:spPr>
            <a:xfrm>
              <a:off x="2113574" y="799219"/>
              <a:ext cx="17140" cy="26609"/>
            </a:xfrm>
            <a:prstGeom prst="rect">
              <a:avLst/>
            </a:prstGeom>
            <a:solidFill>
              <a:srgbClr val="E78993"/>
            </a:solidFill>
            <a:ln>
              <a:noFill/>
            </a:ln>
          </p:spPr>
        </p:sp>
        <p:sp>
          <p:nvSpPr>
            <p:cNvPr id="8868" name="Heatmap cell r30 c117"/>
            <p:cNvSpPr/>
            <p:nvPr/>
          </p:nvSpPr>
          <p:spPr>
            <a:xfrm>
              <a:off x="2130619" y="799219"/>
              <a:ext cx="19034" cy="26609"/>
            </a:xfrm>
            <a:prstGeom prst="rect">
              <a:avLst/>
            </a:prstGeom>
            <a:solidFill>
              <a:srgbClr val="A1B8CE"/>
            </a:solidFill>
            <a:ln>
              <a:noFill/>
            </a:ln>
          </p:spPr>
        </p:sp>
        <p:sp>
          <p:nvSpPr>
            <p:cNvPr id="8869" name="Heatmap cell r30 c118"/>
            <p:cNvSpPr/>
            <p:nvPr/>
          </p:nvSpPr>
          <p:spPr>
            <a:xfrm>
              <a:off x="2149558" y="799219"/>
              <a:ext cx="17140" cy="26609"/>
            </a:xfrm>
            <a:prstGeom prst="rect">
              <a:avLst/>
            </a:prstGeom>
            <a:solidFill>
              <a:srgbClr val="D1DCE7"/>
            </a:solidFill>
            <a:ln>
              <a:noFill/>
            </a:ln>
          </p:spPr>
        </p:sp>
        <p:sp>
          <p:nvSpPr>
            <p:cNvPr id="8870" name="Heatmap cell r30 c119"/>
            <p:cNvSpPr/>
            <p:nvPr/>
          </p:nvSpPr>
          <p:spPr>
            <a:xfrm>
              <a:off x="2166603" y="799219"/>
              <a:ext cx="19034" cy="26609"/>
            </a:xfrm>
            <a:prstGeom prst="rect">
              <a:avLst/>
            </a:prstGeom>
            <a:solidFill>
              <a:srgbClr val="E2EAEF"/>
            </a:solidFill>
            <a:ln>
              <a:noFill/>
            </a:ln>
          </p:spPr>
        </p:sp>
        <p:sp>
          <p:nvSpPr>
            <p:cNvPr id="8871" name="Heatmap cell r30 c120"/>
            <p:cNvSpPr/>
            <p:nvPr/>
          </p:nvSpPr>
          <p:spPr>
            <a:xfrm>
              <a:off x="2185542" y="799219"/>
              <a:ext cx="17140" cy="26609"/>
            </a:xfrm>
            <a:prstGeom prst="rect">
              <a:avLst/>
            </a:prstGeom>
            <a:solidFill>
              <a:srgbClr val="EBA2A9"/>
            </a:solidFill>
            <a:ln>
              <a:noFill/>
            </a:ln>
          </p:spPr>
        </p:sp>
        <p:sp>
          <p:nvSpPr>
            <p:cNvPr id="8872" name="Heatmap cell r30 c121"/>
            <p:cNvSpPr/>
            <p:nvPr/>
          </p:nvSpPr>
          <p:spPr>
            <a:xfrm>
              <a:off x="2202586" y="799219"/>
              <a:ext cx="19034" cy="26609"/>
            </a:xfrm>
            <a:prstGeom prst="rect">
              <a:avLst/>
            </a:prstGeom>
            <a:solidFill>
              <a:srgbClr val="7696B8"/>
            </a:solidFill>
            <a:ln>
              <a:noFill/>
            </a:ln>
          </p:spPr>
        </p:sp>
        <p:sp>
          <p:nvSpPr>
            <p:cNvPr id="8873" name="Heatmap cell r30 c122"/>
            <p:cNvSpPr/>
            <p:nvPr/>
          </p:nvSpPr>
          <p:spPr>
            <a:xfrm>
              <a:off x="2221525" y="799219"/>
              <a:ext cx="17140" cy="26609"/>
            </a:xfrm>
            <a:prstGeom prst="rect">
              <a:avLst/>
            </a:prstGeom>
            <a:solidFill>
              <a:srgbClr val="C3D1DF"/>
            </a:solidFill>
            <a:ln>
              <a:noFill/>
            </a:ln>
          </p:spPr>
        </p:sp>
        <p:sp>
          <p:nvSpPr>
            <p:cNvPr id="8874" name="Heatmap cell r30 c123"/>
            <p:cNvSpPr/>
            <p:nvPr/>
          </p:nvSpPr>
          <p:spPr>
            <a:xfrm>
              <a:off x="2238570" y="799219"/>
              <a:ext cx="19034" cy="26609"/>
            </a:xfrm>
            <a:prstGeom prst="rect">
              <a:avLst/>
            </a:prstGeom>
            <a:solidFill>
              <a:srgbClr val="CFDAE4"/>
            </a:solidFill>
            <a:ln>
              <a:noFill/>
            </a:ln>
          </p:spPr>
        </p:sp>
        <p:sp>
          <p:nvSpPr>
            <p:cNvPr id="8875" name="Heatmap cell r30 c124"/>
            <p:cNvSpPr/>
            <p:nvPr/>
          </p:nvSpPr>
          <p:spPr>
            <a:xfrm>
              <a:off x="2257509" y="799219"/>
              <a:ext cx="17140" cy="26609"/>
            </a:xfrm>
            <a:prstGeom prst="rect">
              <a:avLst/>
            </a:prstGeom>
            <a:solidFill>
              <a:srgbClr val="F1BEC3"/>
            </a:solidFill>
            <a:ln>
              <a:noFill/>
            </a:ln>
          </p:spPr>
        </p:sp>
        <p:sp>
          <p:nvSpPr>
            <p:cNvPr id="8876" name="Heatmap cell r30 c125"/>
            <p:cNvSpPr/>
            <p:nvPr/>
          </p:nvSpPr>
          <p:spPr>
            <a:xfrm>
              <a:off x="2274554" y="799219"/>
              <a:ext cx="19034" cy="26609"/>
            </a:xfrm>
            <a:prstGeom prst="rect">
              <a:avLst/>
            </a:prstGeom>
            <a:solidFill>
              <a:srgbClr val="FDF9FA"/>
            </a:solidFill>
            <a:ln>
              <a:noFill/>
            </a:ln>
          </p:spPr>
        </p:sp>
        <p:sp>
          <p:nvSpPr>
            <p:cNvPr id="8877" name="Heatmap cell r30 c126"/>
            <p:cNvSpPr/>
            <p:nvPr/>
          </p:nvSpPr>
          <p:spPr>
            <a:xfrm>
              <a:off x="2293493" y="799219"/>
              <a:ext cx="17140" cy="26609"/>
            </a:xfrm>
            <a:prstGeom prst="rect">
              <a:avLst/>
            </a:prstGeom>
            <a:solidFill>
              <a:srgbClr val="EFB5BA"/>
            </a:solidFill>
            <a:ln>
              <a:noFill/>
            </a:ln>
          </p:spPr>
        </p:sp>
        <p:sp>
          <p:nvSpPr>
            <p:cNvPr id="8878" name="Heatmap cell r30 c127"/>
            <p:cNvSpPr/>
            <p:nvPr/>
          </p:nvSpPr>
          <p:spPr>
            <a:xfrm>
              <a:off x="2310538" y="799219"/>
              <a:ext cx="19034" cy="26609"/>
            </a:xfrm>
            <a:prstGeom prst="rect">
              <a:avLst/>
            </a:prstGeom>
            <a:solidFill>
              <a:srgbClr val="F1C3C8"/>
            </a:solidFill>
            <a:ln>
              <a:noFill/>
            </a:ln>
          </p:spPr>
        </p:sp>
        <p:sp>
          <p:nvSpPr>
            <p:cNvPr id="8879" name="Heatmap cell r30 c128"/>
            <p:cNvSpPr/>
            <p:nvPr/>
          </p:nvSpPr>
          <p:spPr>
            <a:xfrm>
              <a:off x="2329477" y="799219"/>
              <a:ext cx="19034" cy="26609"/>
            </a:xfrm>
            <a:prstGeom prst="rect">
              <a:avLst/>
            </a:prstGeom>
            <a:solidFill>
              <a:srgbClr val="EDAFB5"/>
            </a:solidFill>
            <a:ln>
              <a:noFill/>
            </a:ln>
          </p:spPr>
        </p:sp>
        <p:sp>
          <p:nvSpPr>
            <p:cNvPr id="8880" name="Heatmap cell r30 c129"/>
            <p:cNvSpPr/>
            <p:nvPr/>
          </p:nvSpPr>
          <p:spPr>
            <a:xfrm>
              <a:off x="2348416" y="799219"/>
              <a:ext cx="17140" cy="26609"/>
            </a:xfrm>
            <a:prstGeom prst="rect">
              <a:avLst/>
            </a:prstGeom>
            <a:solidFill>
              <a:srgbClr val="FBF5F5"/>
            </a:solidFill>
            <a:ln>
              <a:noFill/>
            </a:ln>
          </p:spPr>
        </p:sp>
        <p:sp>
          <p:nvSpPr>
            <p:cNvPr id="8881" name="Heatmap cell r30 c130"/>
            <p:cNvSpPr/>
            <p:nvPr/>
          </p:nvSpPr>
          <p:spPr>
            <a:xfrm>
              <a:off x="2365460" y="799219"/>
              <a:ext cx="19034" cy="26609"/>
            </a:xfrm>
            <a:prstGeom prst="rect">
              <a:avLst/>
            </a:prstGeom>
            <a:solidFill>
              <a:srgbClr val="FCF7F7"/>
            </a:solidFill>
            <a:ln>
              <a:noFill/>
            </a:ln>
          </p:spPr>
        </p:sp>
        <p:sp>
          <p:nvSpPr>
            <p:cNvPr id="8882" name="Heatmap cell r30 c131"/>
            <p:cNvSpPr/>
            <p:nvPr/>
          </p:nvSpPr>
          <p:spPr>
            <a:xfrm>
              <a:off x="2384399" y="799219"/>
              <a:ext cx="17140" cy="26609"/>
            </a:xfrm>
            <a:prstGeom prst="rect">
              <a:avLst/>
            </a:prstGeom>
            <a:solidFill>
              <a:srgbClr val="F7DCDF"/>
            </a:solidFill>
            <a:ln>
              <a:noFill/>
            </a:ln>
          </p:spPr>
        </p:sp>
        <p:sp>
          <p:nvSpPr>
            <p:cNvPr id="8883" name="Heatmap cell r30 c132"/>
            <p:cNvSpPr/>
            <p:nvPr/>
          </p:nvSpPr>
          <p:spPr>
            <a:xfrm>
              <a:off x="2401444" y="799219"/>
              <a:ext cx="19034" cy="26609"/>
            </a:xfrm>
            <a:prstGeom prst="rect">
              <a:avLst/>
            </a:prstGeom>
            <a:solidFill>
              <a:srgbClr val="B8C8DA"/>
            </a:solidFill>
            <a:ln>
              <a:noFill/>
            </a:ln>
          </p:spPr>
        </p:sp>
        <p:sp>
          <p:nvSpPr>
            <p:cNvPr id="8884" name="Heatmap cell r30 c133"/>
            <p:cNvSpPr/>
            <p:nvPr/>
          </p:nvSpPr>
          <p:spPr>
            <a:xfrm>
              <a:off x="2420383" y="799219"/>
              <a:ext cx="17140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8885" name="Heatmap cell r30 c135"/>
            <p:cNvSpPr/>
            <p:nvPr/>
          </p:nvSpPr>
          <p:spPr>
            <a:xfrm>
              <a:off x="2456367" y="799219"/>
              <a:ext cx="17140" cy="26609"/>
            </a:xfrm>
            <a:prstGeom prst="rect">
              <a:avLst/>
            </a:prstGeom>
            <a:solidFill>
              <a:srgbClr val="FCF8F9"/>
            </a:solidFill>
            <a:ln>
              <a:noFill/>
            </a:ln>
          </p:spPr>
        </p:sp>
        <p:sp>
          <p:nvSpPr>
            <p:cNvPr id="8886" name="Heatmap cell r30 c136"/>
            <p:cNvSpPr/>
            <p:nvPr/>
          </p:nvSpPr>
          <p:spPr>
            <a:xfrm>
              <a:off x="2473412" y="799219"/>
              <a:ext cx="19034" cy="26609"/>
            </a:xfrm>
            <a:prstGeom prst="rect">
              <a:avLst/>
            </a:prstGeom>
            <a:solidFill>
              <a:srgbClr val="F1C0C6"/>
            </a:solidFill>
            <a:ln>
              <a:noFill/>
            </a:ln>
          </p:spPr>
        </p:sp>
        <p:sp>
          <p:nvSpPr>
            <p:cNvPr id="8887" name="Heatmap cell r30 c137"/>
            <p:cNvSpPr/>
            <p:nvPr/>
          </p:nvSpPr>
          <p:spPr>
            <a:xfrm>
              <a:off x="2492351" y="799219"/>
              <a:ext cx="17140" cy="26609"/>
            </a:xfrm>
            <a:prstGeom prst="rect">
              <a:avLst/>
            </a:prstGeom>
            <a:solidFill>
              <a:srgbClr val="E3EAF0"/>
            </a:solidFill>
            <a:ln>
              <a:noFill/>
            </a:ln>
          </p:spPr>
        </p:sp>
        <p:sp>
          <p:nvSpPr>
            <p:cNvPr id="8888" name="Heatmap cell r30 c138"/>
            <p:cNvSpPr/>
            <p:nvPr/>
          </p:nvSpPr>
          <p:spPr>
            <a:xfrm>
              <a:off x="2509396" y="799219"/>
              <a:ext cx="19034" cy="26609"/>
            </a:xfrm>
            <a:prstGeom prst="rect">
              <a:avLst/>
            </a:prstGeom>
            <a:solidFill>
              <a:srgbClr val="A2B8CE"/>
            </a:solidFill>
            <a:ln>
              <a:noFill/>
            </a:ln>
          </p:spPr>
        </p:sp>
        <p:sp>
          <p:nvSpPr>
            <p:cNvPr id="8889" name="Heatmap cell r30 c139"/>
            <p:cNvSpPr/>
            <p:nvPr/>
          </p:nvSpPr>
          <p:spPr>
            <a:xfrm>
              <a:off x="2528334" y="799219"/>
              <a:ext cx="17140" cy="26609"/>
            </a:xfrm>
            <a:prstGeom prst="rect">
              <a:avLst/>
            </a:prstGeom>
            <a:solidFill>
              <a:srgbClr val="F5CED2"/>
            </a:solidFill>
            <a:ln>
              <a:noFill/>
            </a:ln>
          </p:spPr>
        </p:sp>
        <p:sp>
          <p:nvSpPr>
            <p:cNvPr id="8890" name="Heatmap cell r30 c140"/>
            <p:cNvSpPr/>
            <p:nvPr/>
          </p:nvSpPr>
          <p:spPr>
            <a:xfrm>
              <a:off x="2545379" y="799219"/>
              <a:ext cx="19034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8891" name="Heatmap cell r30 c142"/>
            <p:cNvSpPr/>
            <p:nvPr/>
          </p:nvSpPr>
          <p:spPr>
            <a:xfrm>
              <a:off x="2583257" y="799219"/>
              <a:ext cx="17140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8892" name="Heatmap cell r30 c143"/>
            <p:cNvSpPr/>
            <p:nvPr/>
          </p:nvSpPr>
          <p:spPr>
            <a:xfrm>
              <a:off x="2600302" y="799219"/>
              <a:ext cx="19034" cy="26609"/>
            </a:xfrm>
            <a:prstGeom prst="rect">
              <a:avLst/>
            </a:prstGeom>
            <a:solidFill>
              <a:srgbClr val="B5C5D7"/>
            </a:solidFill>
            <a:ln>
              <a:noFill/>
            </a:ln>
          </p:spPr>
        </p:sp>
        <p:sp>
          <p:nvSpPr>
            <p:cNvPr id="8893" name="Heatmap cell r30 c144"/>
            <p:cNvSpPr/>
            <p:nvPr/>
          </p:nvSpPr>
          <p:spPr>
            <a:xfrm>
              <a:off x="2619241" y="799219"/>
              <a:ext cx="17140" cy="26609"/>
            </a:xfrm>
            <a:prstGeom prst="rect">
              <a:avLst/>
            </a:prstGeom>
            <a:solidFill>
              <a:srgbClr val="F3C5CA"/>
            </a:solidFill>
            <a:ln>
              <a:noFill/>
            </a:ln>
          </p:spPr>
        </p:sp>
        <p:sp>
          <p:nvSpPr>
            <p:cNvPr id="8894" name="Heatmap cell r30 c145"/>
            <p:cNvSpPr/>
            <p:nvPr/>
          </p:nvSpPr>
          <p:spPr>
            <a:xfrm>
              <a:off x="2636286" y="799219"/>
              <a:ext cx="19034" cy="26609"/>
            </a:xfrm>
            <a:prstGeom prst="rect">
              <a:avLst/>
            </a:prstGeom>
            <a:solidFill>
              <a:srgbClr val="F8E9EA"/>
            </a:solidFill>
            <a:ln>
              <a:noFill/>
            </a:ln>
          </p:spPr>
        </p:sp>
        <p:sp>
          <p:nvSpPr>
            <p:cNvPr id="8895" name="Heatmap cell r30 c146"/>
            <p:cNvSpPr/>
            <p:nvPr/>
          </p:nvSpPr>
          <p:spPr>
            <a:xfrm>
              <a:off x="2655225" y="799219"/>
              <a:ext cx="17140" cy="26609"/>
            </a:xfrm>
            <a:prstGeom prst="rect">
              <a:avLst/>
            </a:prstGeom>
            <a:solidFill>
              <a:srgbClr val="EA9CA2"/>
            </a:solidFill>
            <a:ln>
              <a:noFill/>
            </a:ln>
          </p:spPr>
        </p:sp>
        <p:sp>
          <p:nvSpPr>
            <p:cNvPr id="8896" name="Heatmap cell r30 c147"/>
            <p:cNvSpPr/>
            <p:nvPr/>
          </p:nvSpPr>
          <p:spPr>
            <a:xfrm>
              <a:off x="2672270" y="799219"/>
              <a:ext cx="19034" cy="26609"/>
            </a:xfrm>
            <a:prstGeom prst="rect">
              <a:avLst/>
            </a:prstGeom>
            <a:solidFill>
              <a:srgbClr val="EDB0B6"/>
            </a:solidFill>
            <a:ln>
              <a:noFill/>
            </a:ln>
          </p:spPr>
        </p:sp>
        <p:sp>
          <p:nvSpPr>
            <p:cNvPr id="8897" name="Heatmap cell r30 c148"/>
            <p:cNvSpPr/>
            <p:nvPr/>
          </p:nvSpPr>
          <p:spPr>
            <a:xfrm>
              <a:off x="2691208" y="799219"/>
              <a:ext cx="17140" cy="26609"/>
            </a:xfrm>
            <a:prstGeom prst="rect">
              <a:avLst/>
            </a:prstGeom>
            <a:solidFill>
              <a:srgbClr val="F5F7F9"/>
            </a:solidFill>
            <a:ln>
              <a:noFill/>
            </a:ln>
          </p:spPr>
        </p:sp>
        <p:sp>
          <p:nvSpPr>
            <p:cNvPr id="8898" name="Heatmap cell r30 c149"/>
            <p:cNvSpPr/>
            <p:nvPr/>
          </p:nvSpPr>
          <p:spPr>
            <a:xfrm>
              <a:off x="2708253" y="799219"/>
              <a:ext cx="19034" cy="26609"/>
            </a:xfrm>
            <a:prstGeom prst="rect">
              <a:avLst/>
            </a:prstGeom>
            <a:solidFill>
              <a:srgbClr val="F4CDD0"/>
            </a:solidFill>
            <a:ln>
              <a:noFill/>
            </a:ln>
          </p:spPr>
        </p:sp>
        <p:sp>
          <p:nvSpPr>
            <p:cNvPr id="8899" name="Heatmap cell r30 c150"/>
            <p:cNvSpPr/>
            <p:nvPr/>
          </p:nvSpPr>
          <p:spPr>
            <a:xfrm>
              <a:off x="2727192" y="799219"/>
              <a:ext cx="17140" cy="26609"/>
            </a:xfrm>
            <a:prstGeom prst="rect">
              <a:avLst/>
            </a:prstGeom>
            <a:solidFill>
              <a:srgbClr val="F3C9CE"/>
            </a:solidFill>
            <a:ln>
              <a:noFill/>
            </a:ln>
          </p:spPr>
        </p:sp>
        <p:sp>
          <p:nvSpPr>
            <p:cNvPr id="8900" name="Heatmap cell r30 c151"/>
            <p:cNvSpPr/>
            <p:nvPr/>
          </p:nvSpPr>
          <p:spPr>
            <a:xfrm>
              <a:off x="2744237" y="799219"/>
              <a:ext cx="19034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8901" name="Heatmap cell r30 c152"/>
            <p:cNvSpPr/>
            <p:nvPr/>
          </p:nvSpPr>
          <p:spPr>
            <a:xfrm>
              <a:off x="2763176" y="799219"/>
              <a:ext cx="17140" cy="26609"/>
            </a:xfrm>
            <a:prstGeom prst="rect">
              <a:avLst/>
            </a:prstGeom>
            <a:solidFill>
              <a:srgbClr val="EFB5BA"/>
            </a:solidFill>
            <a:ln>
              <a:noFill/>
            </a:ln>
          </p:spPr>
        </p:sp>
        <p:sp>
          <p:nvSpPr>
            <p:cNvPr id="8902" name="Heatmap cell r30 c153"/>
            <p:cNvSpPr/>
            <p:nvPr/>
          </p:nvSpPr>
          <p:spPr>
            <a:xfrm>
              <a:off x="2780221" y="799219"/>
              <a:ext cx="19034" cy="26609"/>
            </a:xfrm>
            <a:prstGeom prst="rect">
              <a:avLst/>
            </a:prstGeom>
            <a:solidFill>
              <a:srgbClr val="E9979F"/>
            </a:solidFill>
            <a:ln>
              <a:noFill/>
            </a:ln>
          </p:spPr>
        </p:sp>
        <p:sp>
          <p:nvSpPr>
            <p:cNvPr id="8903" name="Heatmap cell r30 c154"/>
            <p:cNvSpPr/>
            <p:nvPr/>
          </p:nvSpPr>
          <p:spPr>
            <a:xfrm>
              <a:off x="2799160" y="799219"/>
              <a:ext cx="17140" cy="26609"/>
            </a:xfrm>
            <a:prstGeom prst="rect">
              <a:avLst/>
            </a:prstGeom>
            <a:solidFill>
              <a:srgbClr val="A3B9CF"/>
            </a:solidFill>
            <a:ln>
              <a:noFill/>
            </a:ln>
          </p:spPr>
        </p:sp>
        <p:sp>
          <p:nvSpPr>
            <p:cNvPr id="8904" name="Heatmap cell r30 c155"/>
            <p:cNvSpPr/>
            <p:nvPr/>
          </p:nvSpPr>
          <p:spPr>
            <a:xfrm>
              <a:off x="2816205" y="799219"/>
              <a:ext cx="19034" cy="26609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8905" name="Heatmap cell r30 c156"/>
            <p:cNvSpPr/>
            <p:nvPr/>
          </p:nvSpPr>
          <p:spPr>
            <a:xfrm>
              <a:off x="2835144" y="799219"/>
              <a:ext cx="19034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8906" name="Heatmap cell r30 c157"/>
            <p:cNvSpPr/>
            <p:nvPr/>
          </p:nvSpPr>
          <p:spPr>
            <a:xfrm>
              <a:off x="2854082" y="799219"/>
              <a:ext cx="17140" cy="26609"/>
            </a:xfrm>
            <a:prstGeom prst="rect">
              <a:avLst/>
            </a:prstGeom>
            <a:solidFill>
              <a:srgbClr val="E9979F"/>
            </a:solidFill>
            <a:ln>
              <a:noFill/>
            </a:ln>
          </p:spPr>
        </p:sp>
        <p:sp>
          <p:nvSpPr>
            <p:cNvPr id="8907" name="Heatmap cell r30 c158"/>
            <p:cNvSpPr/>
            <p:nvPr/>
          </p:nvSpPr>
          <p:spPr>
            <a:xfrm>
              <a:off x="2871127" y="799219"/>
              <a:ext cx="19034" cy="26609"/>
            </a:xfrm>
            <a:prstGeom prst="rect">
              <a:avLst/>
            </a:prstGeom>
            <a:solidFill>
              <a:srgbClr val="F7D3D6"/>
            </a:solidFill>
            <a:ln>
              <a:noFill/>
            </a:ln>
          </p:spPr>
        </p:sp>
        <p:sp>
          <p:nvSpPr>
            <p:cNvPr id="8908" name="Heatmap cell r30 c159"/>
            <p:cNvSpPr/>
            <p:nvPr/>
          </p:nvSpPr>
          <p:spPr>
            <a:xfrm>
              <a:off x="2890066" y="799219"/>
              <a:ext cx="17140" cy="26609"/>
            </a:xfrm>
            <a:prstGeom prst="rect">
              <a:avLst/>
            </a:prstGeom>
            <a:solidFill>
              <a:srgbClr val="F3C9CE"/>
            </a:solidFill>
            <a:ln>
              <a:noFill/>
            </a:ln>
          </p:spPr>
        </p:sp>
        <p:sp>
          <p:nvSpPr>
            <p:cNvPr id="8909" name="Heatmap cell r30 c161"/>
            <p:cNvSpPr/>
            <p:nvPr/>
          </p:nvSpPr>
          <p:spPr>
            <a:xfrm>
              <a:off x="2926050" y="799219"/>
              <a:ext cx="17140" cy="26609"/>
            </a:xfrm>
            <a:prstGeom prst="rect">
              <a:avLst/>
            </a:prstGeom>
            <a:solidFill>
              <a:srgbClr val="F5F7F9"/>
            </a:solidFill>
            <a:ln>
              <a:noFill/>
            </a:ln>
          </p:spPr>
        </p:sp>
        <p:sp>
          <p:nvSpPr>
            <p:cNvPr id="8910" name="Heatmap cell r30 c162"/>
            <p:cNvSpPr/>
            <p:nvPr/>
          </p:nvSpPr>
          <p:spPr>
            <a:xfrm>
              <a:off x="2943095" y="799219"/>
              <a:ext cx="19034" cy="26609"/>
            </a:xfrm>
            <a:prstGeom prst="rect">
              <a:avLst/>
            </a:prstGeom>
            <a:solidFill>
              <a:srgbClr val="EBF0F6"/>
            </a:solidFill>
            <a:ln>
              <a:noFill/>
            </a:ln>
          </p:spPr>
        </p:sp>
        <p:sp>
          <p:nvSpPr>
            <p:cNvPr id="8911" name="Heatmap cell r30 c163"/>
            <p:cNvSpPr/>
            <p:nvPr/>
          </p:nvSpPr>
          <p:spPr>
            <a:xfrm>
              <a:off x="2962034" y="799219"/>
              <a:ext cx="17140" cy="26609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</p:sp>
        <p:sp>
          <p:nvSpPr>
            <p:cNvPr id="8912" name="Heatmap cell r30 c164"/>
            <p:cNvSpPr/>
            <p:nvPr/>
          </p:nvSpPr>
          <p:spPr>
            <a:xfrm>
              <a:off x="2979079" y="799219"/>
              <a:ext cx="19034" cy="26609"/>
            </a:xfrm>
            <a:prstGeom prst="rect">
              <a:avLst/>
            </a:prstGeom>
            <a:solidFill>
              <a:srgbClr val="F0F4F7"/>
            </a:solidFill>
            <a:ln>
              <a:noFill/>
            </a:ln>
          </p:spPr>
        </p:sp>
        <p:sp>
          <p:nvSpPr>
            <p:cNvPr id="8913" name="Heatmap cell r30 c165"/>
            <p:cNvSpPr/>
            <p:nvPr/>
          </p:nvSpPr>
          <p:spPr>
            <a:xfrm>
              <a:off x="2998018" y="799219"/>
              <a:ext cx="17140" cy="26609"/>
            </a:xfrm>
            <a:prstGeom prst="rect">
              <a:avLst/>
            </a:prstGeom>
            <a:solidFill>
              <a:srgbClr val="FCF6F6"/>
            </a:solidFill>
            <a:ln>
              <a:noFill/>
            </a:ln>
          </p:spPr>
        </p:sp>
        <p:sp>
          <p:nvSpPr>
            <p:cNvPr id="8914" name="Heatmap cell r30 c166"/>
            <p:cNvSpPr/>
            <p:nvPr/>
          </p:nvSpPr>
          <p:spPr>
            <a:xfrm>
              <a:off x="3015062" y="799219"/>
              <a:ext cx="19034" cy="26609"/>
            </a:xfrm>
            <a:prstGeom prst="rect">
              <a:avLst/>
            </a:prstGeom>
            <a:solidFill>
              <a:srgbClr val="F6F8F9"/>
            </a:solidFill>
            <a:ln>
              <a:noFill/>
            </a:ln>
          </p:spPr>
        </p:sp>
        <p:sp>
          <p:nvSpPr>
            <p:cNvPr id="8915" name="Heatmap cell r30 c167"/>
            <p:cNvSpPr/>
            <p:nvPr/>
          </p:nvSpPr>
          <p:spPr>
            <a:xfrm>
              <a:off x="3034001" y="799219"/>
              <a:ext cx="17140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8916" name="Heatmap cell r30 c168"/>
            <p:cNvSpPr/>
            <p:nvPr/>
          </p:nvSpPr>
          <p:spPr>
            <a:xfrm>
              <a:off x="3051046" y="799219"/>
              <a:ext cx="19034" cy="26609"/>
            </a:xfrm>
            <a:prstGeom prst="rect">
              <a:avLst/>
            </a:prstGeom>
            <a:solidFill>
              <a:srgbClr val="EEB1B7"/>
            </a:solidFill>
            <a:ln>
              <a:noFill/>
            </a:ln>
          </p:spPr>
        </p:sp>
        <p:sp>
          <p:nvSpPr>
            <p:cNvPr id="8917" name="Heatmap cell r30 c170"/>
            <p:cNvSpPr/>
            <p:nvPr/>
          </p:nvSpPr>
          <p:spPr>
            <a:xfrm>
              <a:off x="3088924" y="799219"/>
              <a:ext cx="17140" cy="26609"/>
            </a:xfrm>
            <a:prstGeom prst="rect">
              <a:avLst/>
            </a:prstGeom>
            <a:solidFill>
              <a:srgbClr val="EBEFF5"/>
            </a:solidFill>
            <a:ln>
              <a:noFill/>
            </a:ln>
          </p:spPr>
        </p:sp>
        <p:sp>
          <p:nvSpPr>
            <p:cNvPr id="8918" name="Heatmap cell r30 c171"/>
            <p:cNvSpPr/>
            <p:nvPr/>
          </p:nvSpPr>
          <p:spPr>
            <a:xfrm>
              <a:off x="3105969" y="799219"/>
              <a:ext cx="19034" cy="26609"/>
            </a:xfrm>
            <a:prstGeom prst="rect">
              <a:avLst/>
            </a:prstGeom>
            <a:solidFill>
              <a:srgbClr val="FDF9FA"/>
            </a:solidFill>
            <a:ln>
              <a:noFill/>
            </a:ln>
          </p:spPr>
        </p:sp>
        <p:sp>
          <p:nvSpPr>
            <p:cNvPr id="8919" name="Heatmap cell r30 c172"/>
            <p:cNvSpPr/>
            <p:nvPr/>
          </p:nvSpPr>
          <p:spPr>
            <a:xfrm>
              <a:off x="3124908" y="799219"/>
              <a:ext cx="17140" cy="26609"/>
            </a:xfrm>
            <a:prstGeom prst="rect">
              <a:avLst/>
            </a:prstGeom>
            <a:solidFill>
              <a:srgbClr val="C8D5E2"/>
            </a:solidFill>
            <a:ln>
              <a:noFill/>
            </a:ln>
          </p:spPr>
        </p:sp>
        <p:sp>
          <p:nvSpPr>
            <p:cNvPr id="8920" name="Heatmap cell r30 c173"/>
            <p:cNvSpPr/>
            <p:nvPr/>
          </p:nvSpPr>
          <p:spPr>
            <a:xfrm>
              <a:off x="3141953" y="799219"/>
              <a:ext cx="19034" cy="26609"/>
            </a:xfrm>
            <a:prstGeom prst="rect">
              <a:avLst/>
            </a:prstGeom>
            <a:solidFill>
              <a:srgbClr val="E1E9EF"/>
            </a:solidFill>
            <a:ln>
              <a:noFill/>
            </a:ln>
          </p:spPr>
        </p:sp>
        <p:sp>
          <p:nvSpPr>
            <p:cNvPr id="8921" name="Heatmap cell r30 c174"/>
            <p:cNvSpPr/>
            <p:nvPr/>
          </p:nvSpPr>
          <p:spPr>
            <a:xfrm>
              <a:off x="3160892" y="799219"/>
              <a:ext cx="17140" cy="26609"/>
            </a:xfrm>
            <a:prstGeom prst="rect">
              <a:avLst/>
            </a:prstGeom>
            <a:solidFill>
              <a:srgbClr val="5680A7"/>
            </a:solidFill>
            <a:ln>
              <a:noFill/>
            </a:ln>
          </p:spPr>
        </p:sp>
        <p:sp>
          <p:nvSpPr>
            <p:cNvPr id="8922" name="Heatmap cell r30 c175"/>
            <p:cNvSpPr/>
            <p:nvPr/>
          </p:nvSpPr>
          <p:spPr>
            <a:xfrm>
              <a:off x="3177936" y="799219"/>
              <a:ext cx="19034" cy="26609"/>
            </a:xfrm>
            <a:prstGeom prst="rect">
              <a:avLst/>
            </a:prstGeom>
            <a:solidFill>
              <a:srgbClr val="F0F5F8"/>
            </a:solidFill>
            <a:ln>
              <a:noFill/>
            </a:ln>
          </p:spPr>
        </p:sp>
        <p:sp>
          <p:nvSpPr>
            <p:cNvPr id="8923" name="Heatmap cell r30 c176"/>
            <p:cNvSpPr/>
            <p:nvPr/>
          </p:nvSpPr>
          <p:spPr>
            <a:xfrm>
              <a:off x="3196875" y="799219"/>
              <a:ext cx="17140" cy="26609"/>
            </a:xfrm>
            <a:prstGeom prst="rect">
              <a:avLst/>
            </a:prstGeom>
            <a:solidFill>
              <a:srgbClr val="D1DCE7"/>
            </a:solidFill>
            <a:ln>
              <a:noFill/>
            </a:ln>
          </p:spPr>
        </p:sp>
        <p:sp>
          <p:nvSpPr>
            <p:cNvPr id="8924" name="Heatmap cell r30 c178"/>
            <p:cNvSpPr/>
            <p:nvPr/>
          </p:nvSpPr>
          <p:spPr>
            <a:xfrm>
              <a:off x="3232859" y="799219"/>
              <a:ext cx="17140" cy="26609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</p:sp>
        <p:sp>
          <p:nvSpPr>
            <p:cNvPr id="8925" name="Heatmap cell r30 c179"/>
            <p:cNvSpPr/>
            <p:nvPr/>
          </p:nvSpPr>
          <p:spPr>
            <a:xfrm>
              <a:off x="3249904" y="799219"/>
              <a:ext cx="19034" cy="26609"/>
            </a:xfrm>
            <a:prstGeom prst="rect">
              <a:avLst/>
            </a:prstGeom>
            <a:solidFill>
              <a:srgbClr val="F8E4E7"/>
            </a:solidFill>
            <a:ln>
              <a:noFill/>
            </a:ln>
          </p:spPr>
        </p:sp>
        <p:sp>
          <p:nvSpPr>
            <p:cNvPr id="8926" name="Heatmap cell r30 c180"/>
            <p:cNvSpPr/>
            <p:nvPr/>
          </p:nvSpPr>
          <p:spPr>
            <a:xfrm>
              <a:off x="3268843" y="799219"/>
              <a:ext cx="17140" cy="26609"/>
            </a:xfrm>
            <a:prstGeom prst="rect">
              <a:avLst/>
            </a:prstGeom>
            <a:solidFill>
              <a:srgbClr val="F0BCC3"/>
            </a:solidFill>
            <a:ln>
              <a:noFill/>
            </a:ln>
          </p:spPr>
        </p:sp>
        <p:sp>
          <p:nvSpPr>
            <p:cNvPr id="8927" name="Heatmap cell r30 c181"/>
            <p:cNvSpPr/>
            <p:nvPr/>
          </p:nvSpPr>
          <p:spPr>
            <a:xfrm>
              <a:off x="3285888" y="799219"/>
              <a:ext cx="19034" cy="26609"/>
            </a:xfrm>
            <a:prstGeom prst="rect">
              <a:avLst/>
            </a:prstGeom>
            <a:solidFill>
              <a:srgbClr val="7092B5"/>
            </a:solidFill>
            <a:ln>
              <a:noFill/>
            </a:ln>
          </p:spPr>
        </p:sp>
        <p:sp>
          <p:nvSpPr>
            <p:cNvPr id="8928" name="Heatmap cell r30 c183"/>
            <p:cNvSpPr/>
            <p:nvPr/>
          </p:nvSpPr>
          <p:spPr>
            <a:xfrm>
              <a:off x="3323765" y="799219"/>
              <a:ext cx="17140" cy="26609"/>
            </a:xfrm>
            <a:prstGeom prst="rect">
              <a:avLst/>
            </a:prstGeom>
            <a:solidFill>
              <a:srgbClr val="ABBED2"/>
            </a:solidFill>
            <a:ln>
              <a:noFill/>
            </a:ln>
          </p:spPr>
        </p:sp>
        <p:sp>
          <p:nvSpPr>
            <p:cNvPr id="8929" name="Heatmap cell r30 c184"/>
            <p:cNvSpPr/>
            <p:nvPr/>
          </p:nvSpPr>
          <p:spPr>
            <a:xfrm>
              <a:off x="3340810" y="799219"/>
              <a:ext cx="19034" cy="26609"/>
            </a:xfrm>
            <a:prstGeom prst="rect">
              <a:avLst/>
            </a:prstGeom>
            <a:solidFill>
              <a:srgbClr val="E6EBF1"/>
            </a:solidFill>
            <a:ln>
              <a:noFill/>
            </a:ln>
          </p:spPr>
        </p:sp>
        <p:sp>
          <p:nvSpPr>
            <p:cNvPr id="8930" name="Heatmap cell r30 c185"/>
            <p:cNvSpPr/>
            <p:nvPr/>
          </p:nvSpPr>
          <p:spPr>
            <a:xfrm>
              <a:off x="3359749" y="799219"/>
              <a:ext cx="17140" cy="26609"/>
            </a:xfrm>
            <a:prstGeom prst="rect">
              <a:avLst/>
            </a:prstGeom>
            <a:solidFill>
              <a:srgbClr val="DFE6ED"/>
            </a:solidFill>
            <a:ln>
              <a:noFill/>
            </a:ln>
          </p:spPr>
        </p:sp>
        <p:sp>
          <p:nvSpPr>
            <p:cNvPr id="8931" name="Heatmap cell r30 c186"/>
            <p:cNvSpPr/>
            <p:nvPr/>
          </p:nvSpPr>
          <p:spPr>
            <a:xfrm>
              <a:off x="3376794" y="799219"/>
              <a:ext cx="19034" cy="26609"/>
            </a:xfrm>
            <a:prstGeom prst="rect">
              <a:avLst/>
            </a:prstGeom>
            <a:solidFill>
              <a:srgbClr val="D0DBE6"/>
            </a:solidFill>
            <a:ln>
              <a:noFill/>
            </a:ln>
          </p:spPr>
        </p:sp>
        <p:sp>
          <p:nvSpPr>
            <p:cNvPr id="8932" name="Heatmap cell r30 c187"/>
            <p:cNvSpPr/>
            <p:nvPr/>
          </p:nvSpPr>
          <p:spPr>
            <a:xfrm>
              <a:off x="3395733" y="799219"/>
              <a:ext cx="17140" cy="26609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8933" name="Heatmap cell r30 c188"/>
            <p:cNvSpPr/>
            <p:nvPr/>
          </p:nvSpPr>
          <p:spPr>
            <a:xfrm>
              <a:off x="3412778" y="799219"/>
              <a:ext cx="19034" cy="26609"/>
            </a:xfrm>
            <a:prstGeom prst="rect">
              <a:avLst/>
            </a:prstGeom>
            <a:solidFill>
              <a:srgbClr val="C3D1DF"/>
            </a:solidFill>
            <a:ln>
              <a:noFill/>
            </a:ln>
          </p:spPr>
        </p:sp>
        <p:sp>
          <p:nvSpPr>
            <p:cNvPr id="8934" name="Heatmap cell r30 c190"/>
            <p:cNvSpPr/>
            <p:nvPr/>
          </p:nvSpPr>
          <p:spPr>
            <a:xfrm>
              <a:off x="3448762" y="799219"/>
              <a:ext cx="19034" cy="26609"/>
            </a:xfrm>
            <a:prstGeom prst="rect">
              <a:avLst/>
            </a:prstGeom>
            <a:solidFill>
              <a:srgbClr val="E4828A"/>
            </a:solidFill>
            <a:ln>
              <a:noFill/>
            </a:ln>
          </p:spPr>
        </p:sp>
        <p:sp>
          <p:nvSpPr>
            <p:cNvPr id="8935" name="Heatmap cell r30 c191"/>
            <p:cNvSpPr/>
            <p:nvPr/>
          </p:nvSpPr>
          <p:spPr>
            <a:xfrm>
              <a:off x="3467701" y="799219"/>
              <a:ext cx="17140" cy="26609"/>
            </a:xfrm>
            <a:prstGeom prst="rect">
              <a:avLst/>
            </a:prstGeom>
            <a:solidFill>
              <a:srgbClr val="C4D2DF"/>
            </a:solidFill>
            <a:ln>
              <a:noFill/>
            </a:ln>
          </p:spPr>
        </p:sp>
        <p:sp>
          <p:nvSpPr>
            <p:cNvPr id="8936" name="Heatmap cell r30 c192"/>
            <p:cNvSpPr/>
            <p:nvPr/>
          </p:nvSpPr>
          <p:spPr>
            <a:xfrm>
              <a:off x="3484746" y="799219"/>
              <a:ext cx="19034" cy="26609"/>
            </a:xfrm>
            <a:prstGeom prst="rect">
              <a:avLst/>
            </a:prstGeom>
            <a:solidFill>
              <a:srgbClr val="D2DDE7"/>
            </a:solidFill>
            <a:ln>
              <a:noFill/>
            </a:ln>
          </p:spPr>
        </p:sp>
        <p:sp>
          <p:nvSpPr>
            <p:cNvPr id="8937" name="Heatmap cell r30 c193"/>
            <p:cNvSpPr/>
            <p:nvPr/>
          </p:nvSpPr>
          <p:spPr>
            <a:xfrm>
              <a:off x="3503684" y="799219"/>
              <a:ext cx="17140" cy="26609"/>
            </a:xfrm>
            <a:prstGeom prst="rect">
              <a:avLst/>
            </a:prstGeom>
            <a:solidFill>
              <a:srgbClr val="EFB9BE"/>
            </a:solidFill>
            <a:ln>
              <a:noFill/>
            </a:ln>
          </p:spPr>
        </p:sp>
        <p:sp>
          <p:nvSpPr>
            <p:cNvPr id="8938" name="Heatmap cell r30 c194"/>
            <p:cNvSpPr/>
            <p:nvPr/>
          </p:nvSpPr>
          <p:spPr>
            <a:xfrm>
              <a:off x="3520729" y="799219"/>
              <a:ext cx="19034" cy="26609"/>
            </a:xfrm>
            <a:prstGeom prst="rect">
              <a:avLst/>
            </a:prstGeom>
            <a:solidFill>
              <a:srgbClr val="C2D0DE"/>
            </a:solidFill>
            <a:ln>
              <a:noFill/>
            </a:ln>
          </p:spPr>
        </p:sp>
        <p:sp>
          <p:nvSpPr>
            <p:cNvPr id="8939" name="Heatmap cell r30 c195"/>
            <p:cNvSpPr/>
            <p:nvPr/>
          </p:nvSpPr>
          <p:spPr>
            <a:xfrm>
              <a:off x="3539668" y="799219"/>
              <a:ext cx="19034" cy="26609"/>
            </a:xfrm>
            <a:prstGeom prst="rect">
              <a:avLst/>
            </a:prstGeom>
            <a:solidFill>
              <a:srgbClr val="99B0C8"/>
            </a:solidFill>
            <a:ln>
              <a:noFill/>
            </a:ln>
          </p:spPr>
        </p:sp>
        <p:sp>
          <p:nvSpPr>
            <p:cNvPr id="8940" name="Heatmap cell r30 c196"/>
            <p:cNvSpPr/>
            <p:nvPr/>
          </p:nvSpPr>
          <p:spPr>
            <a:xfrm>
              <a:off x="3558607" y="799219"/>
              <a:ext cx="17140" cy="26609"/>
            </a:xfrm>
            <a:prstGeom prst="rect">
              <a:avLst/>
            </a:prstGeom>
            <a:solidFill>
              <a:srgbClr val="D5DFE9"/>
            </a:solidFill>
            <a:ln>
              <a:noFill/>
            </a:ln>
          </p:spPr>
        </p:sp>
        <p:sp>
          <p:nvSpPr>
            <p:cNvPr id="8941" name="Heatmap cell r30 c197"/>
            <p:cNvSpPr/>
            <p:nvPr/>
          </p:nvSpPr>
          <p:spPr>
            <a:xfrm>
              <a:off x="3575652" y="799219"/>
              <a:ext cx="19034" cy="26609"/>
            </a:xfrm>
            <a:prstGeom prst="rect">
              <a:avLst/>
            </a:prstGeom>
            <a:solidFill>
              <a:srgbClr val="EFB6BA"/>
            </a:solidFill>
            <a:ln>
              <a:noFill/>
            </a:ln>
          </p:spPr>
        </p:sp>
        <p:sp>
          <p:nvSpPr>
            <p:cNvPr id="8942" name="Heatmap cell r30 c198"/>
            <p:cNvSpPr/>
            <p:nvPr/>
          </p:nvSpPr>
          <p:spPr>
            <a:xfrm>
              <a:off x="3594591" y="799219"/>
              <a:ext cx="17140" cy="26609"/>
            </a:xfrm>
            <a:prstGeom prst="rect">
              <a:avLst/>
            </a:prstGeom>
            <a:solidFill>
              <a:srgbClr val="F0BCC3"/>
            </a:solidFill>
            <a:ln>
              <a:noFill/>
            </a:ln>
          </p:spPr>
        </p:sp>
        <p:sp>
          <p:nvSpPr>
            <p:cNvPr id="8943" name="Heatmap cell r30 c199"/>
            <p:cNvSpPr/>
            <p:nvPr/>
          </p:nvSpPr>
          <p:spPr>
            <a:xfrm>
              <a:off x="3611636" y="799219"/>
              <a:ext cx="19034" cy="26609"/>
            </a:xfrm>
            <a:prstGeom prst="rect">
              <a:avLst/>
            </a:prstGeom>
            <a:solidFill>
              <a:srgbClr val="D6E0EA"/>
            </a:solidFill>
            <a:ln>
              <a:noFill/>
            </a:ln>
          </p:spPr>
        </p:sp>
        <p:sp>
          <p:nvSpPr>
            <p:cNvPr id="8944" name="Heatmap cell r30 c200"/>
            <p:cNvSpPr/>
            <p:nvPr/>
          </p:nvSpPr>
          <p:spPr>
            <a:xfrm>
              <a:off x="3630575" y="799219"/>
              <a:ext cx="17140" cy="26609"/>
            </a:xfrm>
            <a:prstGeom prst="rect">
              <a:avLst/>
            </a:prstGeom>
            <a:solidFill>
              <a:srgbClr val="EDADB4"/>
            </a:solidFill>
            <a:ln>
              <a:noFill/>
            </a:ln>
          </p:spPr>
        </p:sp>
        <p:sp>
          <p:nvSpPr>
            <p:cNvPr id="8945" name="Heatmap cell r30 c201"/>
            <p:cNvSpPr/>
            <p:nvPr/>
          </p:nvSpPr>
          <p:spPr>
            <a:xfrm>
              <a:off x="3647620" y="799219"/>
              <a:ext cx="19034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8946" name="Heatmap cell r30 c202"/>
            <p:cNvSpPr/>
            <p:nvPr/>
          </p:nvSpPr>
          <p:spPr>
            <a:xfrm>
              <a:off x="3666558" y="799219"/>
              <a:ext cx="17140" cy="26609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</p:sp>
        <p:sp>
          <p:nvSpPr>
            <p:cNvPr id="8947" name="Heatmap cell r30 c203"/>
            <p:cNvSpPr/>
            <p:nvPr/>
          </p:nvSpPr>
          <p:spPr>
            <a:xfrm>
              <a:off x="3683603" y="799219"/>
              <a:ext cx="19034" cy="26609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</p:sp>
        <p:sp>
          <p:nvSpPr>
            <p:cNvPr id="8948" name="Heatmap cell r30 c204"/>
            <p:cNvSpPr/>
            <p:nvPr/>
          </p:nvSpPr>
          <p:spPr>
            <a:xfrm>
              <a:off x="3702542" y="799219"/>
              <a:ext cx="17140" cy="26609"/>
            </a:xfrm>
            <a:prstGeom prst="rect">
              <a:avLst/>
            </a:prstGeom>
            <a:solidFill>
              <a:srgbClr val="AABDD2"/>
            </a:solidFill>
            <a:ln>
              <a:noFill/>
            </a:ln>
          </p:spPr>
        </p:sp>
        <p:sp>
          <p:nvSpPr>
            <p:cNvPr id="8949" name="Heatmap cell r30 c205"/>
            <p:cNvSpPr/>
            <p:nvPr/>
          </p:nvSpPr>
          <p:spPr>
            <a:xfrm>
              <a:off x="3719587" y="799219"/>
              <a:ext cx="19034" cy="26609"/>
            </a:xfrm>
            <a:prstGeom prst="rect">
              <a:avLst/>
            </a:prstGeom>
            <a:solidFill>
              <a:srgbClr val="E2EAEF"/>
            </a:solidFill>
            <a:ln>
              <a:noFill/>
            </a:ln>
          </p:spPr>
        </p:sp>
        <p:sp>
          <p:nvSpPr>
            <p:cNvPr id="8950" name="Heatmap cell r30 c206"/>
            <p:cNvSpPr/>
            <p:nvPr/>
          </p:nvSpPr>
          <p:spPr>
            <a:xfrm>
              <a:off x="3738526" y="799219"/>
              <a:ext cx="17140" cy="26609"/>
            </a:xfrm>
            <a:prstGeom prst="rect">
              <a:avLst/>
            </a:prstGeom>
            <a:solidFill>
              <a:srgbClr val="9FB7CD"/>
            </a:solidFill>
            <a:ln>
              <a:noFill/>
            </a:ln>
          </p:spPr>
        </p:sp>
        <p:sp>
          <p:nvSpPr>
            <p:cNvPr id="8951" name="Heatmap cell r30 c207"/>
            <p:cNvSpPr/>
            <p:nvPr/>
          </p:nvSpPr>
          <p:spPr>
            <a:xfrm>
              <a:off x="3755571" y="799219"/>
              <a:ext cx="19034" cy="26609"/>
            </a:xfrm>
            <a:prstGeom prst="rect">
              <a:avLst/>
            </a:prstGeom>
            <a:solidFill>
              <a:srgbClr val="6B8FB0"/>
            </a:solidFill>
            <a:ln>
              <a:noFill/>
            </a:ln>
          </p:spPr>
        </p:sp>
        <p:sp>
          <p:nvSpPr>
            <p:cNvPr id="8952" name="Heatmap cell r30 c208"/>
            <p:cNvSpPr/>
            <p:nvPr/>
          </p:nvSpPr>
          <p:spPr>
            <a:xfrm>
              <a:off x="3774510" y="799219"/>
              <a:ext cx="19034" cy="26609"/>
            </a:xfrm>
            <a:prstGeom prst="rect">
              <a:avLst/>
            </a:prstGeom>
            <a:solidFill>
              <a:srgbClr val="6388AD"/>
            </a:solidFill>
            <a:ln>
              <a:noFill/>
            </a:ln>
          </p:spPr>
        </p:sp>
        <p:sp>
          <p:nvSpPr>
            <p:cNvPr id="8953" name="Heatmap cell r30 c209"/>
            <p:cNvSpPr/>
            <p:nvPr/>
          </p:nvSpPr>
          <p:spPr>
            <a:xfrm>
              <a:off x="3793449" y="799219"/>
              <a:ext cx="17140" cy="26609"/>
            </a:xfrm>
            <a:prstGeom prst="rect">
              <a:avLst/>
            </a:prstGeom>
            <a:solidFill>
              <a:srgbClr val="BDCEDD"/>
            </a:solidFill>
            <a:ln>
              <a:noFill/>
            </a:ln>
          </p:spPr>
        </p:sp>
        <p:sp>
          <p:nvSpPr>
            <p:cNvPr id="8954" name="Heatmap cell r30 c210"/>
            <p:cNvSpPr/>
            <p:nvPr/>
          </p:nvSpPr>
          <p:spPr>
            <a:xfrm>
              <a:off x="3810494" y="799219"/>
              <a:ext cx="19034" cy="26609"/>
            </a:xfrm>
            <a:prstGeom prst="rect">
              <a:avLst/>
            </a:prstGeom>
            <a:solidFill>
              <a:srgbClr val="F8DEE0"/>
            </a:solidFill>
            <a:ln>
              <a:noFill/>
            </a:ln>
          </p:spPr>
        </p:sp>
        <p:sp>
          <p:nvSpPr>
            <p:cNvPr id="8955" name="Heatmap cell r30 c211"/>
            <p:cNvSpPr/>
            <p:nvPr/>
          </p:nvSpPr>
          <p:spPr>
            <a:xfrm>
              <a:off x="3829432" y="799219"/>
              <a:ext cx="17140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8956" name="Heatmap cell r30 c212"/>
            <p:cNvSpPr/>
            <p:nvPr/>
          </p:nvSpPr>
          <p:spPr>
            <a:xfrm>
              <a:off x="3846477" y="799219"/>
              <a:ext cx="19034" cy="26609"/>
            </a:xfrm>
            <a:prstGeom prst="rect">
              <a:avLst/>
            </a:prstGeom>
            <a:solidFill>
              <a:srgbClr val="EDADB4"/>
            </a:solidFill>
            <a:ln>
              <a:noFill/>
            </a:ln>
          </p:spPr>
        </p:sp>
        <p:sp>
          <p:nvSpPr>
            <p:cNvPr id="8957" name="Heatmap cell r30 c213"/>
            <p:cNvSpPr/>
            <p:nvPr/>
          </p:nvSpPr>
          <p:spPr>
            <a:xfrm>
              <a:off x="3865416" y="799219"/>
              <a:ext cx="17140" cy="26609"/>
            </a:xfrm>
            <a:prstGeom prst="rect">
              <a:avLst/>
            </a:prstGeom>
            <a:solidFill>
              <a:srgbClr val="F8E1E3"/>
            </a:solidFill>
            <a:ln>
              <a:noFill/>
            </a:ln>
          </p:spPr>
        </p:sp>
        <p:sp>
          <p:nvSpPr>
            <p:cNvPr id="8958" name="Heatmap cell r30 c214"/>
            <p:cNvSpPr/>
            <p:nvPr/>
          </p:nvSpPr>
          <p:spPr>
            <a:xfrm>
              <a:off x="3882461" y="799219"/>
              <a:ext cx="19034" cy="26609"/>
            </a:xfrm>
            <a:prstGeom prst="rect">
              <a:avLst/>
            </a:prstGeom>
            <a:solidFill>
              <a:srgbClr val="DDE4EC"/>
            </a:solidFill>
            <a:ln>
              <a:noFill/>
            </a:ln>
          </p:spPr>
        </p:sp>
        <p:sp>
          <p:nvSpPr>
            <p:cNvPr id="8959" name="Heatmap cell r30 c215"/>
            <p:cNvSpPr/>
            <p:nvPr/>
          </p:nvSpPr>
          <p:spPr>
            <a:xfrm>
              <a:off x="3901400" y="799219"/>
              <a:ext cx="17140" cy="26609"/>
            </a:xfrm>
            <a:prstGeom prst="rect">
              <a:avLst/>
            </a:prstGeom>
            <a:solidFill>
              <a:srgbClr val="EEB1B8"/>
            </a:solidFill>
            <a:ln>
              <a:noFill/>
            </a:ln>
          </p:spPr>
        </p:sp>
        <p:sp>
          <p:nvSpPr>
            <p:cNvPr id="8960" name="Heatmap cell r30 c216"/>
            <p:cNvSpPr/>
            <p:nvPr/>
          </p:nvSpPr>
          <p:spPr>
            <a:xfrm>
              <a:off x="3918445" y="799219"/>
              <a:ext cx="19034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8961" name="Heatmap cell r30 c217"/>
            <p:cNvSpPr/>
            <p:nvPr/>
          </p:nvSpPr>
          <p:spPr>
            <a:xfrm>
              <a:off x="3937384" y="799219"/>
              <a:ext cx="17140" cy="26609"/>
            </a:xfrm>
            <a:prstGeom prst="rect">
              <a:avLst/>
            </a:prstGeom>
            <a:solidFill>
              <a:srgbClr val="F8E6E8"/>
            </a:solidFill>
            <a:ln>
              <a:noFill/>
            </a:ln>
          </p:spPr>
        </p:sp>
        <p:sp>
          <p:nvSpPr>
            <p:cNvPr id="8962" name="Heatmap cell r30 c219"/>
            <p:cNvSpPr/>
            <p:nvPr/>
          </p:nvSpPr>
          <p:spPr>
            <a:xfrm>
              <a:off x="3973368" y="799219"/>
              <a:ext cx="17140" cy="26609"/>
            </a:xfrm>
            <a:prstGeom prst="rect">
              <a:avLst/>
            </a:prstGeom>
            <a:solidFill>
              <a:srgbClr val="EEB1B7"/>
            </a:solidFill>
            <a:ln>
              <a:noFill/>
            </a:ln>
          </p:spPr>
        </p:sp>
        <p:sp>
          <p:nvSpPr>
            <p:cNvPr id="8963" name="Heatmap cell r30 c220"/>
            <p:cNvSpPr/>
            <p:nvPr/>
          </p:nvSpPr>
          <p:spPr>
            <a:xfrm>
              <a:off x="3990412" y="799219"/>
              <a:ext cx="19034" cy="26609"/>
            </a:xfrm>
            <a:prstGeom prst="rect">
              <a:avLst/>
            </a:prstGeom>
            <a:solidFill>
              <a:srgbClr val="CCD7E3"/>
            </a:solidFill>
            <a:ln>
              <a:noFill/>
            </a:ln>
          </p:spPr>
        </p:sp>
        <p:sp>
          <p:nvSpPr>
            <p:cNvPr id="8964" name="Heatmap cell r30 c221"/>
            <p:cNvSpPr/>
            <p:nvPr/>
          </p:nvSpPr>
          <p:spPr>
            <a:xfrm>
              <a:off x="4009351" y="799219"/>
              <a:ext cx="19034" cy="26609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</p:sp>
        <p:sp>
          <p:nvSpPr>
            <p:cNvPr id="8965" name="Heatmap cell r30 c222"/>
            <p:cNvSpPr/>
            <p:nvPr/>
          </p:nvSpPr>
          <p:spPr>
            <a:xfrm>
              <a:off x="4028290" y="799219"/>
              <a:ext cx="17140" cy="26609"/>
            </a:xfrm>
            <a:prstGeom prst="rect">
              <a:avLst/>
            </a:prstGeom>
            <a:solidFill>
              <a:srgbClr val="EB9FA6"/>
            </a:solidFill>
            <a:ln>
              <a:noFill/>
            </a:ln>
          </p:spPr>
        </p:sp>
        <p:sp>
          <p:nvSpPr>
            <p:cNvPr id="8966" name="Heatmap cell r30 c223"/>
            <p:cNvSpPr/>
            <p:nvPr/>
          </p:nvSpPr>
          <p:spPr>
            <a:xfrm>
              <a:off x="4045335" y="799219"/>
              <a:ext cx="19034" cy="26609"/>
            </a:xfrm>
            <a:prstGeom prst="rect">
              <a:avLst/>
            </a:prstGeom>
            <a:solidFill>
              <a:srgbClr val="E27883"/>
            </a:solidFill>
            <a:ln>
              <a:noFill/>
            </a:ln>
          </p:spPr>
        </p:sp>
        <p:sp>
          <p:nvSpPr>
            <p:cNvPr id="8967" name="Heatmap cell r31 c1"/>
            <p:cNvSpPr/>
            <p:nvPr/>
          </p:nvSpPr>
          <p:spPr>
            <a:xfrm>
              <a:off x="13257" y="825733"/>
              <a:ext cx="45548" cy="26609"/>
            </a:xfrm>
            <a:prstGeom prst="rect">
              <a:avLst/>
            </a:prstGeom>
            <a:solidFill>
              <a:srgbClr val="F76666"/>
            </a:solidFill>
            <a:ln>
              <a:noFill/>
            </a:ln>
          </p:spPr>
        </p:sp>
        <p:sp>
          <p:nvSpPr>
            <p:cNvPr id="8968" name="Heatmap cell r31 c3"/>
            <p:cNvSpPr/>
            <p:nvPr/>
          </p:nvSpPr>
          <p:spPr>
            <a:xfrm>
              <a:off x="71968" y="825733"/>
              <a:ext cx="17140" cy="26609"/>
            </a:xfrm>
            <a:prstGeom prst="rect">
              <a:avLst/>
            </a:prstGeom>
            <a:solidFill>
              <a:srgbClr val="D6E0EA"/>
            </a:solidFill>
            <a:ln>
              <a:noFill/>
            </a:ln>
          </p:spPr>
        </p:sp>
        <p:sp>
          <p:nvSpPr>
            <p:cNvPr id="8969" name="Heatmap cell r31 c4"/>
            <p:cNvSpPr/>
            <p:nvPr/>
          </p:nvSpPr>
          <p:spPr>
            <a:xfrm>
              <a:off x="89013" y="825733"/>
              <a:ext cx="19034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8970" name="Heatmap cell r31 c5"/>
            <p:cNvSpPr/>
            <p:nvPr/>
          </p:nvSpPr>
          <p:spPr>
            <a:xfrm>
              <a:off x="107951" y="825733"/>
              <a:ext cx="17140" cy="26609"/>
            </a:xfrm>
            <a:prstGeom prst="rect">
              <a:avLst/>
            </a:prstGeom>
            <a:solidFill>
              <a:srgbClr val="6C90B1"/>
            </a:solidFill>
            <a:ln>
              <a:noFill/>
            </a:ln>
          </p:spPr>
        </p:sp>
        <p:sp>
          <p:nvSpPr>
            <p:cNvPr id="8971" name="Heatmap cell r31 c6"/>
            <p:cNvSpPr/>
            <p:nvPr/>
          </p:nvSpPr>
          <p:spPr>
            <a:xfrm>
              <a:off x="124996" y="825733"/>
              <a:ext cx="19034" cy="26609"/>
            </a:xfrm>
            <a:prstGeom prst="rect">
              <a:avLst/>
            </a:prstGeom>
            <a:solidFill>
              <a:srgbClr val="F7D9DB"/>
            </a:solidFill>
            <a:ln>
              <a:noFill/>
            </a:ln>
          </p:spPr>
        </p:sp>
        <p:sp>
          <p:nvSpPr>
            <p:cNvPr id="8972" name="Heatmap cell r31 c7"/>
            <p:cNvSpPr/>
            <p:nvPr/>
          </p:nvSpPr>
          <p:spPr>
            <a:xfrm>
              <a:off x="143935" y="825733"/>
              <a:ext cx="17140" cy="26609"/>
            </a:xfrm>
            <a:prstGeom prst="rect">
              <a:avLst/>
            </a:prstGeom>
            <a:solidFill>
              <a:srgbClr val="49759F"/>
            </a:solidFill>
            <a:ln>
              <a:noFill/>
            </a:ln>
          </p:spPr>
        </p:sp>
        <p:sp>
          <p:nvSpPr>
            <p:cNvPr id="8973" name="Heatmap cell r31 c8"/>
            <p:cNvSpPr/>
            <p:nvPr/>
          </p:nvSpPr>
          <p:spPr>
            <a:xfrm>
              <a:off x="160980" y="825733"/>
              <a:ext cx="19034" cy="26609"/>
            </a:xfrm>
            <a:prstGeom prst="rect">
              <a:avLst/>
            </a:prstGeom>
            <a:solidFill>
              <a:srgbClr val="CDD9E3"/>
            </a:solidFill>
            <a:ln>
              <a:noFill/>
            </a:ln>
          </p:spPr>
        </p:sp>
        <p:sp>
          <p:nvSpPr>
            <p:cNvPr id="8974" name="Heatmap cell r31 c9"/>
            <p:cNvSpPr/>
            <p:nvPr/>
          </p:nvSpPr>
          <p:spPr>
            <a:xfrm>
              <a:off x="179919" y="825733"/>
              <a:ext cx="19034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8975" name="Heatmap cell r31 c10"/>
            <p:cNvSpPr/>
            <p:nvPr/>
          </p:nvSpPr>
          <p:spPr>
            <a:xfrm>
              <a:off x="198858" y="825733"/>
              <a:ext cx="17140" cy="26609"/>
            </a:xfrm>
            <a:prstGeom prst="rect">
              <a:avLst/>
            </a:prstGeom>
            <a:solidFill>
              <a:srgbClr val="D2DDE8"/>
            </a:solidFill>
            <a:ln>
              <a:noFill/>
            </a:ln>
          </p:spPr>
        </p:sp>
        <p:sp>
          <p:nvSpPr>
            <p:cNvPr id="8976" name="Heatmap cell r31 c11"/>
            <p:cNvSpPr/>
            <p:nvPr/>
          </p:nvSpPr>
          <p:spPr>
            <a:xfrm>
              <a:off x="215903" y="825733"/>
              <a:ext cx="19034" cy="26609"/>
            </a:xfrm>
            <a:prstGeom prst="rect">
              <a:avLst/>
            </a:prstGeom>
            <a:solidFill>
              <a:srgbClr val="EAEEF4"/>
            </a:solidFill>
            <a:ln>
              <a:noFill/>
            </a:ln>
          </p:spPr>
        </p:sp>
        <p:sp>
          <p:nvSpPr>
            <p:cNvPr id="8977" name="Heatmap cell r31 c12"/>
            <p:cNvSpPr/>
            <p:nvPr/>
          </p:nvSpPr>
          <p:spPr>
            <a:xfrm>
              <a:off x="234842" y="825733"/>
              <a:ext cx="17140" cy="26609"/>
            </a:xfrm>
            <a:prstGeom prst="rect">
              <a:avLst/>
            </a:prstGeom>
            <a:solidFill>
              <a:srgbClr val="A9BCD2"/>
            </a:solidFill>
            <a:ln>
              <a:noFill/>
            </a:ln>
          </p:spPr>
        </p:sp>
        <p:sp>
          <p:nvSpPr>
            <p:cNvPr id="8978" name="Heatmap cell r31 c13"/>
            <p:cNvSpPr/>
            <p:nvPr/>
          </p:nvSpPr>
          <p:spPr>
            <a:xfrm>
              <a:off x="251887" y="825733"/>
              <a:ext cx="19034" cy="26609"/>
            </a:xfrm>
            <a:prstGeom prst="rect">
              <a:avLst/>
            </a:prstGeom>
            <a:solidFill>
              <a:srgbClr val="D3DEE8"/>
            </a:solidFill>
            <a:ln>
              <a:noFill/>
            </a:ln>
          </p:spPr>
        </p:sp>
        <p:sp>
          <p:nvSpPr>
            <p:cNvPr id="8979" name="Heatmap cell r31 c14"/>
            <p:cNvSpPr/>
            <p:nvPr/>
          </p:nvSpPr>
          <p:spPr>
            <a:xfrm>
              <a:off x="270825" y="825733"/>
              <a:ext cx="17140" cy="26609"/>
            </a:xfrm>
            <a:prstGeom prst="rect">
              <a:avLst/>
            </a:prstGeom>
            <a:solidFill>
              <a:srgbClr val="1A4783"/>
            </a:solidFill>
            <a:ln>
              <a:noFill/>
            </a:ln>
          </p:spPr>
        </p:sp>
        <p:sp>
          <p:nvSpPr>
            <p:cNvPr id="8980" name="Heatmap cell r31 c15"/>
            <p:cNvSpPr/>
            <p:nvPr/>
          </p:nvSpPr>
          <p:spPr>
            <a:xfrm>
              <a:off x="287870" y="825733"/>
              <a:ext cx="19034" cy="26609"/>
            </a:xfrm>
            <a:prstGeom prst="rect">
              <a:avLst/>
            </a:prstGeom>
            <a:solidFill>
              <a:srgbClr val="DCE3EB"/>
            </a:solidFill>
            <a:ln>
              <a:noFill/>
            </a:ln>
          </p:spPr>
        </p:sp>
        <p:sp>
          <p:nvSpPr>
            <p:cNvPr id="8981" name="Heatmap cell r31 c16"/>
            <p:cNvSpPr/>
            <p:nvPr/>
          </p:nvSpPr>
          <p:spPr>
            <a:xfrm>
              <a:off x="306809" y="825733"/>
              <a:ext cx="17140" cy="26609"/>
            </a:xfrm>
            <a:prstGeom prst="rect">
              <a:avLst/>
            </a:prstGeom>
            <a:solidFill>
              <a:srgbClr val="D5DFE9"/>
            </a:solidFill>
            <a:ln>
              <a:noFill/>
            </a:ln>
          </p:spPr>
        </p:sp>
        <p:sp>
          <p:nvSpPr>
            <p:cNvPr id="8982" name="Heatmap cell r31 c17"/>
            <p:cNvSpPr/>
            <p:nvPr/>
          </p:nvSpPr>
          <p:spPr>
            <a:xfrm>
              <a:off x="323854" y="825733"/>
              <a:ext cx="19034" cy="26609"/>
            </a:xfrm>
            <a:prstGeom prst="rect">
              <a:avLst/>
            </a:prstGeom>
            <a:solidFill>
              <a:srgbClr val="D1DCE7"/>
            </a:solidFill>
            <a:ln>
              <a:noFill/>
            </a:ln>
          </p:spPr>
        </p:sp>
        <p:sp>
          <p:nvSpPr>
            <p:cNvPr id="8983" name="Heatmap cell r31 c18"/>
            <p:cNvSpPr/>
            <p:nvPr/>
          </p:nvSpPr>
          <p:spPr>
            <a:xfrm>
              <a:off x="342793" y="825733"/>
              <a:ext cx="17140" cy="26609"/>
            </a:xfrm>
            <a:prstGeom prst="rect">
              <a:avLst/>
            </a:prstGeom>
            <a:solidFill>
              <a:srgbClr val="F8E1E3"/>
            </a:solidFill>
            <a:ln>
              <a:noFill/>
            </a:ln>
          </p:spPr>
        </p:sp>
        <p:sp>
          <p:nvSpPr>
            <p:cNvPr id="8984" name="Heatmap cell r31 c19"/>
            <p:cNvSpPr/>
            <p:nvPr/>
          </p:nvSpPr>
          <p:spPr>
            <a:xfrm>
              <a:off x="359838" y="825733"/>
              <a:ext cx="19034" cy="26609"/>
            </a:xfrm>
            <a:prstGeom prst="rect">
              <a:avLst/>
            </a:prstGeom>
            <a:solidFill>
              <a:srgbClr val="95AEC6"/>
            </a:solidFill>
            <a:ln>
              <a:noFill/>
            </a:ln>
          </p:spPr>
        </p:sp>
        <p:sp>
          <p:nvSpPr>
            <p:cNvPr id="8985" name="Heatmap cell r31 c20"/>
            <p:cNvSpPr/>
            <p:nvPr/>
          </p:nvSpPr>
          <p:spPr>
            <a:xfrm>
              <a:off x="378777" y="825733"/>
              <a:ext cx="17140" cy="26609"/>
            </a:xfrm>
            <a:prstGeom prst="rect">
              <a:avLst/>
            </a:prstGeom>
            <a:solidFill>
              <a:srgbClr val="B5C6D7"/>
            </a:solidFill>
            <a:ln>
              <a:noFill/>
            </a:ln>
          </p:spPr>
        </p:sp>
        <p:sp>
          <p:nvSpPr>
            <p:cNvPr id="8986" name="Heatmap cell r31 c21"/>
            <p:cNvSpPr/>
            <p:nvPr/>
          </p:nvSpPr>
          <p:spPr>
            <a:xfrm>
              <a:off x="395822" y="825733"/>
              <a:ext cx="19034" cy="26609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8987" name="Heatmap cell r31 c22"/>
            <p:cNvSpPr/>
            <p:nvPr/>
          </p:nvSpPr>
          <p:spPr>
            <a:xfrm>
              <a:off x="414760" y="825733"/>
              <a:ext cx="19034" cy="26609"/>
            </a:xfrm>
            <a:prstGeom prst="rect">
              <a:avLst/>
            </a:prstGeom>
            <a:solidFill>
              <a:srgbClr val="396997"/>
            </a:solidFill>
            <a:ln>
              <a:noFill/>
            </a:ln>
          </p:spPr>
        </p:sp>
        <p:sp>
          <p:nvSpPr>
            <p:cNvPr id="8988" name="Heatmap cell r31 c23"/>
            <p:cNvSpPr/>
            <p:nvPr/>
          </p:nvSpPr>
          <p:spPr>
            <a:xfrm>
              <a:off x="433699" y="825733"/>
              <a:ext cx="17140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8989" name="Heatmap cell r31 c24"/>
            <p:cNvSpPr/>
            <p:nvPr/>
          </p:nvSpPr>
          <p:spPr>
            <a:xfrm>
              <a:off x="450744" y="825733"/>
              <a:ext cx="19034" cy="26609"/>
            </a:xfrm>
            <a:prstGeom prst="rect">
              <a:avLst/>
            </a:prstGeom>
            <a:solidFill>
              <a:srgbClr val="F8E4E7"/>
            </a:solidFill>
            <a:ln>
              <a:noFill/>
            </a:ln>
          </p:spPr>
        </p:sp>
        <p:sp>
          <p:nvSpPr>
            <p:cNvPr id="8990" name="Heatmap cell r31 c25"/>
            <p:cNvSpPr/>
            <p:nvPr/>
          </p:nvSpPr>
          <p:spPr>
            <a:xfrm>
              <a:off x="469683" y="825733"/>
              <a:ext cx="17140" cy="26609"/>
            </a:xfrm>
            <a:prstGeom prst="rect">
              <a:avLst/>
            </a:prstGeom>
            <a:solidFill>
              <a:srgbClr val="122C74"/>
            </a:solidFill>
            <a:ln>
              <a:noFill/>
            </a:ln>
          </p:spPr>
        </p:sp>
        <p:sp>
          <p:nvSpPr>
            <p:cNvPr id="8991" name="Heatmap cell r31 c26"/>
            <p:cNvSpPr/>
            <p:nvPr/>
          </p:nvSpPr>
          <p:spPr>
            <a:xfrm>
              <a:off x="486728" y="825733"/>
              <a:ext cx="19034" cy="26609"/>
            </a:xfrm>
            <a:prstGeom prst="rect">
              <a:avLst/>
            </a:prstGeom>
            <a:solidFill>
              <a:srgbClr val="799AB8"/>
            </a:solidFill>
            <a:ln>
              <a:noFill/>
            </a:ln>
          </p:spPr>
        </p:sp>
        <p:sp>
          <p:nvSpPr>
            <p:cNvPr id="8992" name="Heatmap cell r31 c27"/>
            <p:cNvSpPr/>
            <p:nvPr/>
          </p:nvSpPr>
          <p:spPr>
            <a:xfrm>
              <a:off x="505667" y="825733"/>
              <a:ext cx="17140" cy="26609"/>
            </a:xfrm>
            <a:prstGeom prst="rect">
              <a:avLst/>
            </a:prstGeom>
            <a:solidFill>
              <a:srgbClr val="3D6C9A"/>
            </a:solidFill>
            <a:ln>
              <a:noFill/>
            </a:ln>
          </p:spPr>
        </p:sp>
        <p:sp>
          <p:nvSpPr>
            <p:cNvPr id="8993" name="Heatmap cell r31 c28"/>
            <p:cNvSpPr/>
            <p:nvPr/>
          </p:nvSpPr>
          <p:spPr>
            <a:xfrm>
              <a:off x="522712" y="825733"/>
              <a:ext cx="19034" cy="26609"/>
            </a:xfrm>
            <a:prstGeom prst="rect">
              <a:avLst/>
            </a:prstGeom>
            <a:solidFill>
              <a:srgbClr val="A8BCD1"/>
            </a:solidFill>
            <a:ln>
              <a:noFill/>
            </a:ln>
          </p:spPr>
        </p:sp>
        <p:sp>
          <p:nvSpPr>
            <p:cNvPr id="8994" name="Heatmap cell r31 c29"/>
            <p:cNvSpPr/>
            <p:nvPr/>
          </p:nvSpPr>
          <p:spPr>
            <a:xfrm>
              <a:off x="541651" y="825733"/>
              <a:ext cx="17140" cy="26609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8995" name="Heatmap cell r31 c30"/>
            <p:cNvSpPr/>
            <p:nvPr/>
          </p:nvSpPr>
          <p:spPr>
            <a:xfrm>
              <a:off x="558696" y="825733"/>
              <a:ext cx="19034" cy="26609"/>
            </a:xfrm>
            <a:prstGeom prst="rect">
              <a:avLst/>
            </a:prstGeom>
            <a:solidFill>
              <a:srgbClr val="EDF1F7"/>
            </a:solidFill>
            <a:ln>
              <a:noFill/>
            </a:ln>
          </p:spPr>
        </p:sp>
        <p:sp>
          <p:nvSpPr>
            <p:cNvPr id="8996" name="Heatmap cell r31 c31"/>
            <p:cNvSpPr/>
            <p:nvPr/>
          </p:nvSpPr>
          <p:spPr>
            <a:xfrm>
              <a:off x="577634" y="825733"/>
              <a:ext cx="17140" cy="26609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8997" name="Heatmap cell r31 c32"/>
            <p:cNvSpPr/>
            <p:nvPr/>
          </p:nvSpPr>
          <p:spPr>
            <a:xfrm>
              <a:off x="594679" y="825733"/>
              <a:ext cx="19034" cy="26609"/>
            </a:xfrm>
            <a:prstGeom prst="rect">
              <a:avLst/>
            </a:prstGeom>
            <a:solidFill>
              <a:srgbClr val="CED9E4"/>
            </a:solidFill>
            <a:ln>
              <a:noFill/>
            </a:ln>
          </p:spPr>
        </p:sp>
        <p:sp>
          <p:nvSpPr>
            <p:cNvPr id="8998" name="Heatmap cell r31 c33"/>
            <p:cNvSpPr/>
            <p:nvPr/>
          </p:nvSpPr>
          <p:spPr>
            <a:xfrm>
              <a:off x="613618" y="825733"/>
              <a:ext cx="17140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8999" name="Heatmap cell r31 c34"/>
            <p:cNvSpPr/>
            <p:nvPr/>
          </p:nvSpPr>
          <p:spPr>
            <a:xfrm>
              <a:off x="630663" y="825733"/>
              <a:ext cx="19034" cy="26609"/>
            </a:xfrm>
            <a:prstGeom prst="rect">
              <a:avLst/>
            </a:prstGeom>
            <a:solidFill>
              <a:srgbClr val="B5C6D7"/>
            </a:solidFill>
            <a:ln>
              <a:noFill/>
            </a:ln>
          </p:spPr>
        </p:sp>
        <p:sp>
          <p:nvSpPr>
            <p:cNvPr id="9000" name="Heatmap cell r31 c35"/>
            <p:cNvSpPr/>
            <p:nvPr/>
          </p:nvSpPr>
          <p:spPr>
            <a:xfrm>
              <a:off x="649602" y="825733"/>
              <a:ext cx="19034" cy="26609"/>
            </a:xfrm>
            <a:prstGeom prst="rect">
              <a:avLst/>
            </a:prstGeom>
            <a:solidFill>
              <a:srgbClr val="AABDD2"/>
            </a:solidFill>
            <a:ln>
              <a:noFill/>
            </a:ln>
          </p:spPr>
        </p:sp>
        <p:sp>
          <p:nvSpPr>
            <p:cNvPr id="9001" name="Heatmap cell r31 c36"/>
            <p:cNvSpPr/>
            <p:nvPr/>
          </p:nvSpPr>
          <p:spPr>
            <a:xfrm>
              <a:off x="668541" y="825733"/>
              <a:ext cx="17140" cy="26609"/>
            </a:xfrm>
            <a:prstGeom prst="rect">
              <a:avLst/>
            </a:prstGeom>
            <a:solidFill>
              <a:srgbClr val="F1F5F8"/>
            </a:solidFill>
            <a:ln>
              <a:noFill/>
            </a:ln>
          </p:spPr>
        </p:sp>
        <p:sp>
          <p:nvSpPr>
            <p:cNvPr id="9002" name="Heatmap cell r31 c37"/>
            <p:cNvSpPr/>
            <p:nvPr/>
          </p:nvSpPr>
          <p:spPr>
            <a:xfrm>
              <a:off x="685586" y="825733"/>
              <a:ext cx="19034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9003" name="Heatmap cell r31 c38"/>
            <p:cNvSpPr/>
            <p:nvPr/>
          </p:nvSpPr>
          <p:spPr>
            <a:xfrm>
              <a:off x="704525" y="825733"/>
              <a:ext cx="17140" cy="26609"/>
            </a:xfrm>
            <a:prstGeom prst="rect">
              <a:avLst/>
            </a:prstGeom>
            <a:solidFill>
              <a:srgbClr val="DCE3EB"/>
            </a:solidFill>
            <a:ln>
              <a:noFill/>
            </a:ln>
          </p:spPr>
        </p:sp>
        <p:sp>
          <p:nvSpPr>
            <p:cNvPr id="9004" name="Heatmap cell r31 c39"/>
            <p:cNvSpPr/>
            <p:nvPr/>
          </p:nvSpPr>
          <p:spPr>
            <a:xfrm>
              <a:off x="721570" y="825733"/>
              <a:ext cx="19034" cy="26609"/>
            </a:xfrm>
            <a:prstGeom prst="rect">
              <a:avLst/>
            </a:prstGeom>
            <a:solidFill>
              <a:srgbClr val="AFC3D5"/>
            </a:solidFill>
            <a:ln>
              <a:noFill/>
            </a:ln>
          </p:spPr>
        </p:sp>
        <p:sp>
          <p:nvSpPr>
            <p:cNvPr id="9005" name="Heatmap cell r31 c40"/>
            <p:cNvSpPr/>
            <p:nvPr/>
          </p:nvSpPr>
          <p:spPr>
            <a:xfrm>
              <a:off x="740508" y="825733"/>
              <a:ext cx="17140" cy="26609"/>
            </a:xfrm>
            <a:prstGeom prst="rect">
              <a:avLst/>
            </a:prstGeom>
            <a:solidFill>
              <a:srgbClr val="BCCCDC"/>
            </a:solidFill>
            <a:ln>
              <a:noFill/>
            </a:ln>
          </p:spPr>
        </p:sp>
        <p:sp>
          <p:nvSpPr>
            <p:cNvPr id="9006" name="Heatmap cell r31 c41"/>
            <p:cNvSpPr/>
            <p:nvPr/>
          </p:nvSpPr>
          <p:spPr>
            <a:xfrm>
              <a:off x="757553" y="825733"/>
              <a:ext cx="19034" cy="26609"/>
            </a:xfrm>
            <a:prstGeom prst="rect">
              <a:avLst/>
            </a:prstGeom>
            <a:solidFill>
              <a:srgbClr val="C9D6E2"/>
            </a:solidFill>
            <a:ln>
              <a:noFill/>
            </a:ln>
          </p:spPr>
        </p:sp>
        <p:sp>
          <p:nvSpPr>
            <p:cNvPr id="9007" name="Heatmap cell r31 c42"/>
            <p:cNvSpPr/>
            <p:nvPr/>
          </p:nvSpPr>
          <p:spPr>
            <a:xfrm>
              <a:off x="776492" y="825733"/>
              <a:ext cx="17140" cy="26609"/>
            </a:xfrm>
            <a:prstGeom prst="rect">
              <a:avLst/>
            </a:prstGeom>
            <a:solidFill>
              <a:srgbClr val="91ACC5"/>
            </a:solidFill>
            <a:ln>
              <a:noFill/>
            </a:ln>
          </p:spPr>
        </p:sp>
        <p:sp>
          <p:nvSpPr>
            <p:cNvPr id="9008" name="Heatmap cell r31 c43"/>
            <p:cNvSpPr/>
            <p:nvPr/>
          </p:nvSpPr>
          <p:spPr>
            <a:xfrm>
              <a:off x="793537" y="825733"/>
              <a:ext cx="19034" cy="26609"/>
            </a:xfrm>
            <a:prstGeom prst="rect">
              <a:avLst/>
            </a:prstGeom>
            <a:solidFill>
              <a:srgbClr val="87A3C0"/>
            </a:solidFill>
            <a:ln>
              <a:noFill/>
            </a:ln>
          </p:spPr>
        </p:sp>
        <p:sp>
          <p:nvSpPr>
            <p:cNvPr id="9009" name="Heatmap cell r31 c44"/>
            <p:cNvSpPr/>
            <p:nvPr/>
          </p:nvSpPr>
          <p:spPr>
            <a:xfrm>
              <a:off x="812476" y="825733"/>
              <a:ext cx="17140" cy="26609"/>
            </a:xfrm>
            <a:prstGeom prst="rect">
              <a:avLst/>
            </a:prstGeom>
            <a:solidFill>
              <a:srgbClr val="E1E9EF"/>
            </a:solidFill>
            <a:ln>
              <a:noFill/>
            </a:ln>
          </p:spPr>
        </p:sp>
        <p:sp>
          <p:nvSpPr>
            <p:cNvPr id="9010" name="Heatmap cell r31 c45"/>
            <p:cNvSpPr/>
            <p:nvPr/>
          </p:nvSpPr>
          <p:spPr>
            <a:xfrm>
              <a:off x="829521" y="825733"/>
              <a:ext cx="19034" cy="26609"/>
            </a:xfrm>
            <a:prstGeom prst="rect">
              <a:avLst/>
            </a:prstGeom>
            <a:solidFill>
              <a:srgbClr val="1D4C85"/>
            </a:solidFill>
            <a:ln>
              <a:noFill/>
            </a:ln>
          </p:spPr>
        </p:sp>
        <p:sp>
          <p:nvSpPr>
            <p:cNvPr id="9011" name="Heatmap cell r31 c46"/>
            <p:cNvSpPr/>
            <p:nvPr/>
          </p:nvSpPr>
          <p:spPr>
            <a:xfrm>
              <a:off x="848460" y="825733"/>
              <a:ext cx="17140" cy="26609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</p:sp>
        <p:sp>
          <p:nvSpPr>
            <p:cNvPr id="9012" name="Heatmap cell r31 c47"/>
            <p:cNvSpPr/>
            <p:nvPr/>
          </p:nvSpPr>
          <p:spPr>
            <a:xfrm>
              <a:off x="865505" y="825733"/>
              <a:ext cx="19034" cy="26609"/>
            </a:xfrm>
            <a:prstGeom prst="rect">
              <a:avLst/>
            </a:prstGeom>
            <a:solidFill>
              <a:srgbClr val="CDD9E3"/>
            </a:solidFill>
            <a:ln>
              <a:noFill/>
            </a:ln>
          </p:spPr>
        </p:sp>
        <p:sp>
          <p:nvSpPr>
            <p:cNvPr id="9013" name="Heatmap cell r31 c48"/>
            <p:cNvSpPr/>
            <p:nvPr/>
          </p:nvSpPr>
          <p:spPr>
            <a:xfrm>
              <a:off x="884444" y="825733"/>
              <a:ext cx="19034" cy="26609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9014" name="Heatmap cell r31 c49"/>
            <p:cNvSpPr/>
            <p:nvPr/>
          </p:nvSpPr>
          <p:spPr>
            <a:xfrm>
              <a:off x="903382" y="825733"/>
              <a:ext cx="17140" cy="26609"/>
            </a:xfrm>
            <a:prstGeom prst="rect">
              <a:avLst/>
            </a:prstGeom>
            <a:solidFill>
              <a:srgbClr val="7F9FBC"/>
            </a:solidFill>
            <a:ln>
              <a:noFill/>
            </a:ln>
          </p:spPr>
        </p:sp>
        <p:sp>
          <p:nvSpPr>
            <p:cNvPr id="9015" name="Heatmap cell r31 c50"/>
            <p:cNvSpPr/>
            <p:nvPr/>
          </p:nvSpPr>
          <p:spPr>
            <a:xfrm>
              <a:off x="920427" y="825733"/>
              <a:ext cx="19034" cy="26609"/>
            </a:xfrm>
            <a:prstGeom prst="rect">
              <a:avLst/>
            </a:prstGeom>
            <a:solidFill>
              <a:srgbClr val="B6C7D9"/>
            </a:solidFill>
            <a:ln>
              <a:noFill/>
            </a:ln>
          </p:spPr>
        </p:sp>
        <p:sp>
          <p:nvSpPr>
            <p:cNvPr id="9016" name="Heatmap cell r31 c51"/>
            <p:cNvSpPr/>
            <p:nvPr/>
          </p:nvSpPr>
          <p:spPr>
            <a:xfrm>
              <a:off x="939366" y="825733"/>
              <a:ext cx="17140" cy="26609"/>
            </a:xfrm>
            <a:prstGeom prst="rect">
              <a:avLst/>
            </a:prstGeom>
            <a:solidFill>
              <a:srgbClr val="EFF3F7"/>
            </a:solidFill>
            <a:ln>
              <a:noFill/>
            </a:ln>
          </p:spPr>
        </p:sp>
        <p:sp>
          <p:nvSpPr>
            <p:cNvPr id="9017" name="Heatmap cell r31 c52"/>
            <p:cNvSpPr/>
            <p:nvPr/>
          </p:nvSpPr>
          <p:spPr>
            <a:xfrm>
              <a:off x="956411" y="825733"/>
              <a:ext cx="19034" cy="26609"/>
            </a:xfrm>
            <a:prstGeom prst="rect">
              <a:avLst/>
            </a:prstGeom>
            <a:solidFill>
              <a:srgbClr val="F7DCDF"/>
            </a:solidFill>
            <a:ln>
              <a:noFill/>
            </a:ln>
          </p:spPr>
        </p:sp>
        <p:sp>
          <p:nvSpPr>
            <p:cNvPr id="9018" name="Heatmap cell r31 c53"/>
            <p:cNvSpPr/>
            <p:nvPr/>
          </p:nvSpPr>
          <p:spPr>
            <a:xfrm>
              <a:off x="975350" y="825733"/>
              <a:ext cx="17140" cy="26609"/>
            </a:xfrm>
            <a:prstGeom prst="rect">
              <a:avLst/>
            </a:prstGeom>
            <a:solidFill>
              <a:srgbClr val="DCE3EB"/>
            </a:solidFill>
            <a:ln>
              <a:noFill/>
            </a:ln>
          </p:spPr>
        </p:sp>
        <p:sp>
          <p:nvSpPr>
            <p:cNvPr id="9019" name="Heatmap cell r31 c54"/>
            <p:cNvSpPr/>
            <p:nvPr/>
          </p:nvSpPr>
          <p:spPr>
            <a:xfrm>
              <a:off x="992395" y="825733"/>
              <a:ext cx="19034" cy="26609"/>
            </a:xfrm>
            <a:prstGeom prst="rect">
              <a:avLst/>
            </a:prstGeom>
            <a:solidFill>
              <a:srgbClr val="ECAAAF"/>
            </a:solidFill>
            <a:ln>
              <a:noFill/>
            </a:ln>
          </p:spPr>
        </p:sp>
        <p:sp>
          <p:nvSpPr>
            <p:cNvPr id="9020" name="Heatmap cell r31 c55"/>
            <p:cNvSpPr/>
            <p:nvPr/>
          </p:nvSpPr>
          <p:spPr>
            <a:xfrm>
              <a:off x="1011334" y="825733"/>
              <a:ext cx="17140" cy="26609"/>
            </a:xfrm>
            <a:prstGeom prst="rect">
              <a:avLst/>
            </a:prstGeom>
            <a:solidFill>
              <a:srgbClr val="D0DBE6"/>
            </a:solidFill>
            <a:ln>
              <a:noFill/>
            </a:ln>
          </p:spPr>
        </p:sp>
        <p:sp>
          <p:nvSpPr>
            <p:cNvPr id="9021" name="Heatmap cell r31 c56"/>
            <p:cNvSpPr/>
            <p:nvPr/>
          </p:nvSpPr>
          <p:spPr>
            <a:xfrm>
              <a:off x="1028379" y="825733"/>
              <a:ext cx="19034" cy="26609"/>
            </a:xfrm>
            <a:prstGeom prst="rect">
              <a:avLst/>
            </a:prstGeom>
            <a:solidFill>
              <a:srgbClr val="C7D4E1"/>
            </a:solidFill>
            <a:ln>
              <a:noFill/>
            </a:ln>
          </p:spPr>
        </p:sp>
        <p:sp>
          <p:nvSpPr>
            <p:cNvPr id="9022" name="Heatmap cell r31 c57"/>
            <p:cNvSpPr/>
            <p:nvPr/>
          </p:nvSpPr>
          <p:spPr>
            <a:xfrm>
              <a:off x="1047318" y="825733"/>
              <a:ext cx="17140" cy="26609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9023" name="Heatmap cell r31 c58"/>
            <p:cNvSpPr/>
            <p:nvPr/>
          </p:nvSpPr>
          <p:spPr>
            <a:xfrm>
              <a:off x="1064363" y="825733"/>
              <a:ext cx="19034" cy="26609"/>
            </a:xfrm>
            <a:prstGeom prst="rect">
              <a:avLst/>
            </a:prstGeom>
            <a:solidFill>
              <a:srgbClr val="89A6C2"/>
            </a:solidFill>
            <a:ln>
              <a:noFill/>
            </a:ln>
          </p:spPr>
        </p:sp>
        <p:sp>
          <p:nvSpPr>
            <p:cNvPr id="9024" name="Heatmap cell r31 c59"/>
            <p:cNvSpPr/>
            <p:nvPr/>
          </p:nvSpPr>
          <p:spPr>
            <a:xfrm>
              <a:off x="1083301" y="825733"/>
              <a:ext cx="17140" cy="26609"/>
            </a:xfrm>
            <a:prstGeom prst="rect">
              <a:avLst/>
            </a:prstGeom>
            <a:solidFill>
              <a:srgbClr val="F7D3D6"/>
            </a:solidFill>
            <a:ln>
              <a:noFill/>
            </a:ln>
          </p:spPr>
        </p:sp>
        <p:sp>
          <p:nvSpPr>
            <p:cNvPr id="9025" name="Heatmap cell r31 c60"/>
            <p:cNvSpPr/>
            <p:nvPr/>
          </p:nvSpPr>
          <p:spPr>
            <a:xfrm>
              <a:off x="1100346" y="825733"/>
              <a:ext cx="19034" cy="26609"/>
            </a:xfrm>
            <a:prstGeom prst="rect">
              <a:avLst/>
            </a:prstGeom>
            <a:solidFill>
              <a:srgbClr val="6A8DB0"/>
            </a:solidFill>
            <a:ln>
              <a:noFill/>
            </a:ln>
          </p:spPr>
        </p:sp>
        <p:sp>
          <p:nvSpPr>
            <p:cNvPr id="9026" name="Heatmap cell r31 c61"/>
            <p:cNvSpPr/>
            <p:nvPr/>
          </p:nvSpPr>
          <p:spPr>
            <a:xfrm>
              <a:off x="1119285" y="825733"/>
              <a:ext cx="19034" cy="26609"/>
            </a:xfrm>
            <a:prstGeom prst="rect">
              <a:avLst/>
            </a:prstGeom>
            <a:solidFill>
              <a:srgbClr val="416E9B"/>
            </a:solidFill>
            <a:ln>
              <a:noFill/>
            </a:ln>
          </p:spPr>
        </p:sp>
        <p:sp>
          <p:nvSpPr>
            <p:cNvPr id="9027" name="Heatmap cell r31 c62"/>
            <p:cNvSpPr/>
            <p:nvPr/>
          </p:nvSpPr>
          <p:spPr>
            <a:xfrm>
              <a:off x="1138224" y="825733"/>
              <a:ext cx="17140" cy="26609"/>
            </a:xfrm>
            <a:prstGeom prst="rect">
              <a:avLst/>
            </a:prstGeom>
            <a:solidFill>
              <a:srgbClr val="FAECEC"/>
            </a:solidFill>
            <a:ln>
              <a:noFill/>
            </a:ln>
          </p:spPr>
        </p:sp>
        <p:sp>
          <p:nvSpPr>
            <p:cNvPr id="9028" name="Heatmap cell r31 c63"/>
            <p:cNvSpPr/>
            <p:nvPr/>
          </p:nvSpPr>
          <p:spPr>
            <a:xfrm>
              <a:off x="1155269" y="825733"/>
              <a:ext cx="19034" cy="26609"/>
            </a:xfrm>
            <a:prstGeom prst="rect">
              <a:avLst/>
            </a:prstGeom>
            <a:solidFill>
              <a:srgbClr val="F7D7DB"/>
            </a:solidFill>
            <a:ln>
              <a:noFill/>
            </a:ln>
          </p:spPr>
        </p:sp>
        <p:sp>
          <p:nvSpPr>
            <p:cNvPr id="9029" name="Heatmap cell r31 c64"/>
            <p:cNvSpPr/>
            <p:nvPr/>
          </p:nvSpPr>
          <p:spPr>
            <a:xfrm>
              <a:off x="1174208" y="825733"/>
              <a:ext cx="17140" cy="26609"/>
            </a:xfrm>
            <a:prstGeom prst="rect">
              <a:avLst/>
            </a:prstGeom>
            <a:solidFill>
              <a:srgbClr val="F5D0D3"/>
            </a:solidFill>
            <a:ln>
              <a:noFill/>
            </a:ln>
          </p:spPr>
        </p:sp>
        <p:sp>
          <p:nvSpPr>
            <p:cNvPr id="9030" name="Heatmap cell r31 c65"/>
            <p:cNvSpPr/>
            <p:nvPr/>
          </p:nvSpPr>
          <p:spPr>
            <a:xfrm>
              <a:off x="1191253" y="825733"/>
              <a:ext cx="19034" cy="26609"/>
            </a:xfrm>
            <a:prstGeom prst="rect">
              <a:avLst/>
            </a:prstGeom>
            <a:solidFill>
              <a:srgbClr val="A2B8CE"/>
            </a:solidFill>
            <a:ln>
              <a:noFill/>
            </a:ln>
          </p:spPr>
        </p:sp>
        <p:sp>
          <p:nvSpPr>
            <p:cNvPr id="9031" name="Heatmap cell r31 c66"/>
            <p:cNvSpPr/>
            <p:nvPr/>
          </p:nvSpPr>
          <p:spPr>
            <a:xfrm>
              <a:off x="1210192" y="825733"/>
              <a:ext cx="17140" cy="26609"/>
            </a:xfrm>
            <a:prstGeom prst="rect">
              <a:avLst/>
            </a:prstGeom>
            <a:solidFill>
              <a:srgbClr val="EDF1F7"/>
            </a:solidFill>
            <a:ln>
              <a:noFill/>
            </a:ln>
          </p:spPr>
        </p:sp>
        <p:sp>
          <p:nvSpPr>
            <p:cNvPr id="9032" name="Heatmap cell r31 c67"/>
            <p:cNvSpPr/>
            <p:nvPr/>
          </p:nvSpPr>
          <p:spPr>
            <a:xfrm>
              <a:off x="1227236" y="825733"/>
              <a:ext cx="19034" cy="26609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9033" name="Heatmap cell r31 c68"/>
            <p:cNvSpPr/>
            <p:nvPr/>
          </p:nvSpPr>
          <p:spPr>
            <a:xfrm>
              <a:off x="1246175" y="825733"/>
              <a:ext cx="17140" cy="26609"/>
            </a:xfrm>
            <a:prstGeom prst="rect">
              <a:avLst/>
            </a:prstGeom>
            <a:solidFill>
              <a:srgbClr val="9FB6CD"/>
            </a:solidFill>
            <a:ln>
              <a:noFill/>
            </a:ln>
          </p:spPr>
        </p:sp>
        <p:sp>
          <p:nvSpPr>
            <p:cNvPr id="9034" name="Heatmap cell r31 c69"/>
            <p:cNvSpPr/>
            <p:nvPr/>
          </p:nvSpPr>
          <p:spPr>
            <a:xfrm>
              <a:off x="1263220" y="825733"/>
              <a:ext cx="19034" cy="26609"/>
            </a:xfrm>
            <a:prstGeom prst="rect">
              <a:avLst/>
            </a:prstGeom>
            <a:solidFill>
              <a:srgbClr val="F4CDD0"/>
            </a:solidFill>
            <a:ln>
              <a:noFill/>
            </a:ln>
          </p:spPr>
        </p:sp>
        <p:sp>
          <p:nvSpPr>
            <p:cNvPr id="9035" name="Heatmap cell r31 c70"/>
            <p:cNvSpPr/>
            <p:nvPr/>
          </p:nvSpPr>
          <p:spPr>
            <a:xfrm>
              <a:off x="1282159" y="825733"/>
              <a:ext cx="17140" cy="26609"/>
            </a:xfrm>
            <a:prstGeom prst="rect">
              <a:avLst/>
            </a:prstGeom>
            <a:solidFill>
              <a:srgbClr val="A9BCD2"/>
            </a:solidFill>
            <a:ln>
              <a:noFill/>
            </a:ln>
          </p:spPr>
        </p:sp>
        <p:sp>
          <p:nvSpPr>
            <p:cNvPr id="9036" name="Heatmap cell r31 c71"/>
            <p:cNvSpPr/>
            <p:nvPr/>
          </p:nvSpPr>
          <p:spPr>
            <a:xfrm>
              <a:off x="1299204" y="825733"/>
              <a:ext cx="19034" cy="26609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9037" name="Heatmap cell r31 c72"/>
            <p:cNvSpPr/>
            <p:nvPr/>
          </p:nvSpPr>
          <p:spPr>
            <a:xfrm>
              <a:off x="1318143" y="825733"/>
              <a:ext cx="17140" cy="26609"/>
            </a:xfrm>
            <a:prstGeom prst="rect">
              <a:avLst/>
            </a:prstGeom>
            <a:solidFill>
              <a:srgbClr val="A6BAD0"/>
            </a:solidFill>
            <a:ln>
              <a:noFill/>
            </a:ln>
          </p:spPr>
        </p:sp>
        <p:sp>
          <p:nvSpPr>
            <p:cNvPr id="9038" name="Heatmap cell r31 c73"/>
            <p:cNvSpPr/>
            <p:nvPr/>
          </p:nvSpPr>
          <p:spPr>
            <a:xfrm>
              <a:off x="1335188" y="825733"/>
              <a:ext cx="19034" cy="26609"/>
            </a:xfrm>
            <a:prstGeom prst="rect">
              <a:avLst/>
            </a:prstGeom>
            <a:solidFill>
              <a:srgbClr val="CFDAE4"/>
            </a:solidFill>
            <a:ln>
              <a:noFill/>
            </a:ln>
          </p:spPr>
        </p:sp>
        <p:sp>
          <p:nvSpPr>
            <p:cNvPr id="9039" name="Heatmap cell r31 c74"/>
            <p:cNvSpPr/>
            <p:nvPr/>
          </p:nvSpPr>
          <p:spPr>
            <a:xfrm>
              <a:off x="1354127" y="825733"/>
              <a:ext cx="17140" cy="26609"/>
            </a:xfrm>
            <a:prstGeom prst="rect">
              <a:avLst/>
            </a:prstGeom>
            <a:solidFill>
              <a:srgbClr val="386896"/>
            </a:solidFill>
            <a:ln>
              <a:noFill/>
            </a:ln>
          </p:spPr>
        </p:sp>
        <p:sp>
          <p:nvSpPr>
            <p:cNvPr id="9040" name="Heatmap cell r31 c75"/>
            <p:cNvSpPr/>
            <p:nvPr/>
          </p:nvSpPr>
          <p:spPr>
            <a:xfrm>
              <a:off x="1371172" y="825733"/>
              <a:ext cx="19034" cy="26609"/>
            </a:xfrm>
            <a:prstGeom prst="rect">
              <a:avLst/>
            </a:prstGeom>
            <a:solidFill>
              <a:srgbClr val="F9E8E9"/>
            </a:solidFill>
            <a:ln>
              <a:noFill/>
            </a:ln>
          </p:spPr>
        </p:sp>
        <p:sp>
          <p:nvSpPr>
            <p:cNvPr id="9041" name="Heatmap cell r31 c76"/>
            <p:cNvSpPr/>
            <p:nvPr/>
          </p:nvSpPr>
          <p:spPr>
            <a:xfrm>
              <a:off x="1390110" y="825733"/>
              <a:ext cx="19034" cy="26609"/>
            </a:xfrm>
            <a:prstGeom prst="rect">
              <a:avLst/>
            </a:prstGeom>
            <a:solidFill>
              <a:srgbClr val="EDAFB5"/>
            </a:solidFill>
            <a:ln>
              <a:noFill/>
            </a:ln>
          </p:spPr>
        </p:sp>
        <p:sp>
          <p:nvSpPr>
            <p:cNvPr id="9042" name="Heatmap cell r31 c77"/>
            <p:cNvSpPr/>
            <p:nvPr/>
          </p:nvSpPr>
          <p:spPr>
            <a:xfrm>
              <a:off x="1409049" y="825733"/>
              <a:ext cx="17140" cy="26609"/>
            </a:xfrm>
            <a:prstGeom prst="rect">
              <a:avLst/>
            </a:prstGeom>
            <a:solidFill>
              <a:srgbClr val="A7BBD1"/>
            </a:solidFill>
            <a:ln>
              <a:noFill/>
            </a:ln>
          </p:spPr>
        </p:sp>
        <p:sp>
          <p:nvSpPr>
            <p:cNvPr id="9043" name="Heatmap cell r31 c78"/>
            <p:cNvSpPr/>
            <p:nvPr/>
          </p:nvSpPr>
          <p:spPr>
            <a:xfrm>
              <a:off x="1426094" y="825733"/>
              <a:ext cx="19034" cy="26609"/>
            </a:xfrm>
            <a:prstGeom prst="rect">
              <a:avLst/>
            </a:prstGeom>
            <a:solidFill>
              <a:srgbClr val="B1C4D5"/>
            </a:solidFill>
            <a:ln>
              <a:noFill/>
            </a:ln>
          </p:spPr>
        </p:sp>
        <p:sp>
          <p:nvSpPr>
            <p:cNvPr id="9044" name="Heatmap cell r31 c79"/>
            <p:cNvSpPr/>
            <p:nvPr/>
          </p:nvSpPr>
          <p:spPr>
            <a:xfrm>
              <a:off x="1445033" y="825733"/>
              <a:ext cx="17140" cy="26609"/>
            </a:xfrm>
            <a:prstGeom prst="rect">
              <a:avLst/>
            </a:prstGeom>
            <a:solidFill>
              <a:srgbClr val="E9EEF4"/>
            </a:solidFill>
            <a:ln>
              <a:noFill/>
            </a:ln>
          </p:spPr>
        </p:sp>
        <p:sp>
          <p:nvSpPr>
            <p:cNvPr id="9045" name="Heatmap cell r31 c80"/>
            <p:cNvSpPr/>
            <p:nvPr/>
          </p:nvSpPr>
          <p:spPr>
            <a:xfrm>
              <a:off x="1462078" y="825733"/>
              <a:ext cx="19034" cy="26609"/>
            </a:xfrm>
            <a:prstGeom prst="rect">
              <a:avLst/>
            </a:prstGeom>
            <a:solidFill>
              <a:srgbClr val="F0F4F7"/>
            </a:solidFill>
            <a:ln>
              <a:noFill/>
            </a:ln>
          </p:spPr>
        </p:sp>
        <p:sp>
          <p:nvSpPr>
            <p:cNvPr id="9046" name="Heatmap cell r31 c81"/>
            <p:cNvSpPr/>
            <p:nvPr/>
          </p:nvSpPr>
          <p:spPr>
            <a:xfrm>
              <a:off x="1481017" y="825733"/>
              <a:ext cx="17140" cy="26609"/>
            </a:xfrm>
            <a:prstGeom prst="rect">
              <a:avLst/>
            </a:prstGeom>
            <a:solidFill>
              <a:srgbClr val="FCF7F7"/>
            </a:solidFill>
            <a:ln>
              <a:noFill/>
            </a:ln>
          </p:spPr>
        </p:sp>
        <p:sp>
          <p:nvSpPr>
            <p:cNvPr id="9047" name="Heatmap cell r31 c82"/>
            <p:cNvSpPr/>
            <p:nvPr/>
          </p:nvSpPr>
          <p:spPr>
            <a:xfrm>
              <a:off x="1498062" y="825733"/>
              <a:ext cx="19034" cy="26609"/>
            </a:xfrm>
            <a:prstGeom prst="rect">
              <a:avLst/>
            </a:prstGeom>
            <a:solidFill>
              <a:srgbClr val="2C5F91"/>
            </a:solidFill>
            <a:ln>
              <a:noFill/>
            </a:ln>
          </p:spPr>
        </p:sp>
        <p:sp>
          <p:nvSpPr>
            <p:cNvPr id="9048" name="Heatmap cell r31 c83"/>
            <p:cNvSpPr/>
            <p:nvPr/>
          </p:nvSpPr>
          <p:spPr>
            <a:xfrm>
              <a:off x="1517001" y="825733"/>
              <a:ext cx="17140" cy="26609"/>
            </a:xfrm>
            <a:prstGeom prst="rect">
              <a:avLst/>
            </a:prstGeom>
            <a:solidFill>
              <a:srgbClr val="F8DDDF"/>
            </a:solidFill>
            <a:ln>
              <a:noFill/>
            </a:ln>
          </p:spPr>
        </p:sp>
        <p:sp>
          <p:nvSpPr>
            <p:cNvPr id="9049" name="Heatmap cell r31 c84"/>
            <p:cNvSpPr/>
            <p:nvPr/>
          </p:nvSpPr>
          <p:spPr>
            <a:xfrm>
              <a:off x="1534046" y="825733"/>
              <a:ext cx="19034" cy="26609"/>
            </a:xfrm>
            <a:prstGeom prst="rect">
              <a:avLst/>
            </a:prstGeom>
            <a:solidFill>
              <a:srgbClr val="ABC0D2"/>
            </a:solidFill>
            <a:ln>
              <a:noFill/>
            </a:ln>
          </p:spPr>
        </p:sp>
        <p:sp>
          <p:nvSpPr>
            <p:cNvPr id="9050" name="Heatmap cell r31 c85"/>
            <p:cNvSpPr/>
            <p:nvPr/>
          </p:nvSpPr>
          <p:spPr>
            <a:xfrm>
              <a:off x="1552984" y="825733"/>
              <a:ext cx="17140" cy="26609"/>
            </a:xfrm>
            <a:prstGeom prst="rect">
              <a:avLst/>
            </a:prstGeom>
            <a:solidFill>
              <a:srgbClr val="4B779F"/>
            </a:solidFill>
            <a:ln>
              <a:noFill/>
            </a:ln>
          </p:spPr>
        </p:sp>
        <p:sp>
          <p:nvSpPr>
            <p:cNvPr id="9051" name="Heatmap cell r31 c86"/>
            <p:cNvSpPr/>
            <p:nvPr/>
          </p:nvSpPr>
          <p:spPr>
            <a:xfrm>
              <a:off x="1570029" y="825733"/>
              <a:ext cx="19034" cy="26609"/>
            </a:xfrm>
            <a:prstGeom prst="rect">
              <a:avLst/>
            </a:prstGeom>
            <a:solidFill>
              <a:srgbClr val="F9E7E8"/>
            </a:solidFill>
            <a:ln>
              <a:noFill/>
            </a:ln>
          </p:spPr>
        </p:sp>
        <p:sp>
          <p:nvSpPr>
            <p:cNvPr id="9052" name="Heatmap cell r31 c87"/>
            <p:cNvSpPr/>
            <p:nvPr/>
          </p:nvSpPr>
          <p:spPr>
            <a:xfrm>
              <a:off x="1588968" y="825733"/>
              <a:ext cx="17140" cy="26609"/>
            </a:xfrm>
            <a:prstGeom prst="rect">
              <a:avLst/>
            </a:prstGeom>
            <a:solidFill>
              <a:srgbClr val="D5DFEA"/>
            </a:solidFill>
            <a:ln>
              <a:noFill/>
            </a:ln>
          </p:spPr>
        </p:sp>
        <p:sp>
          <p:nvSpPr>
            <p:cNvPr id="9053" name="Heatmap cell r31 c88"/>
            <p:cNvSpPr/>
            <p:nvPr/>
          </p:nvSpPr>
          <p:spPr>
            <a:xfrm>
              <a:off x="1606013" y="825733"/>
              <a:ext cx="19034" cy="26609"/>
            </a:xfrm>
            <a:prstGeom prst="rect">
              <a:avLst/>
            </a:prstGeom>
            <a:solidFill>
              <a:srgbClr val="F4CCD1"/>
            </a:solidFill>
            <a:ln>
              <a:noFill/>
            </a:ln>
          </p:spPr>
        </p:sp>
        <p:sp>
          <p:nvSpPr>
            <p:cNvPr id="9054" name="Heatmap cell r31 c89"/>
            <p:cNvSpPr/>
            <p:nvPr/>
          </p:nvSpPr>
          <p:spPr>
            <a:xfrm>
              <a:off x="1624952" y="825733"/>
              <a:ext cx="19034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9055" name="Heatmap cell r31 c90"/>
            <p:cNvSpPr/>
            <p:nvPr/>
          </p:nvSpPr>
          <p:spPr>
            <a:xfrm>
              <a:off x="1643891" y="825733"/>
              <a:ext cx="17140" cy="26609"/>
            </a:xfrm>
            <a:prstGeom prst="rect">
              <a:avLst/>
            </a:prstGeom>
            <a:solidFill>
              <a:srgbClr val="5680A7"/>
            </a:solidFill>
            <a:ln>
              <a:noFill/>
            </a:ln>
          </p:spPr>
        </p:sp>
        <p:sp>
          <p:nvSpPr>
            <p:cNvPr id="9056" name="Heatmap cell r31 c91"/>
            <p:cNvSpPr/>
            <p:nvPr/>
          </p:nvSpPr>
          <p:spPr>
            <a:xfrm>
              <a:off x="1660936" y="825733"/>
              <a:ext cx="19034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9057" name="Heatmap cell r31 c92"/>
            <p:cNvSpPr/>
            <p:nvPr/>
          </p:nvSpPr>
          <p:spPr>
            <a:xfrm>
              <a:off x="1679875" y="825733"/>
              <a:ext cx="17140" cy="26609"/>
            </a:xfrm>
            <a:prstGeom prst="rect">
              <a:avLst/>
            </a:prstGeom>
            <a:solidFill>
              <a:srgbClr val="DFE6ED"/>
            </a:solidFill>
            <a:ln>
              <a:noFill/>
            </a:ln>
          </p:spPr>
        </p:sp>
        <p:sp>
          <p:nvSpPr>
            <p:cNvPr id="9058" name="Heatmap cell r31 c93"/>
            <p:cNvSpPr/>
            <p:nvPr/>
          </p:nvSpPr>
          <p:spPr>
            <a:xfrm>
              <a:off x="1696920" y="825733"/>
              <a:ext cx="19034" cy="26609"/>
            </a:xfrm>
            <a:prstGeom prst="rect">
              <a:avLst/>
            </a:prstGeom>
            <a:solidFill>
              <a:srgbClr val="1D4E85"/>
            </a:solidFill>
            <a:ln>
              <a:noFill/>
            </a:ln>
          </p:spPr>
        </p:sp>
        <p:sp>
          <p:nvSpPr>
            <p:cNvPr id="9059" name="Heatmap cell r31 c94"/>
            <p:cNvSpPr/>
            <p:nvPr/>
          </p:nvSpPr>
          <p:spPr>
            <a:xfrm>
              <a:off x="1715858" y="825733"/>
              <a:ext cx="17140" cy="26609"/>
            </a:xfrm>
            <a:prstGeom prst="rect">
              <a:avLst/>
            </a:prstGeom>
            <a:solidFill>
              <a:srgbClr val="C3D1DF"/>
            </a:solidFill>
            <a:ln>
              <a:noFill/>
            </a:ln>
          </p:spPr>
        </p:sp>
        <p:sp>
          <p:nvSpPr>
            <p:cNvPr id="9060" name="Heatmap cell r31 c95"/>
            <p:cNvSpPr/>
            <p:nvPr/>
          </p:nvSpPr>
          <p:spPr>
            <a:xfrm>
              <a:off x="1732903" y="825733"/>
              <a:ext cx="19034" cy="26609"/>
            </a:xfrm>
            <a:prstGeom prst="rect">
              <a:avLst/>
            </a:prstGeom>
            <a:solidFill>
              <a:srgbClr val="F0BDC2"/>
            </a:solidFill>
            <a:ln>
              <a:noFill/>
            </a:ln>
          </p:spPr>
        </p:sp>
        <p:sp>
          <p:nvSpPr>
            <p:cNvPr id="9061" name="Heatmap cell r31 c96"/>
            <p:cNvSpPr/>
            <p:nvPr/>
          </p:nvSpPr>
          <p:spPr>
            <a:xfrm>
              <a:off x="1751842" y="825733"/>
              <a:ext cx="17140" cy="26609"/>
            </a:xfrm>
            <a:prstGeom prst="rect">
              <a:avLst/>
            </a:prstGeom>
            <a:solidFill>
              <a:srgbClr val="DBE3EB"/>
            </a:solidFill>
            <a:ln>
              <a:noFill/>
            </a:ln>
          </p:spPr>
        </p:sp>
        <p:sp>
          <p:nvSpPr>
            <p:cNvPr id="9062" name="Heatmap cell r31 c97"/>
            <p:cNvSpPr/>
            <p:nvPr/>
          </p:nvSpPr>
          <p:spPr>
            <a:xfrm>
              <a:off x="1768887" y="825733"/>
              <a:ext cx="19034" cy="26609"/>
            </a:xfrm>
            <a:prstGeom prst="rect">
              <a:avLst/>
            </a:prstGeom>
            <a:solidFill>
              <a:srgbClr val="B5C5D7"/>
            </a:solidFill>
            <a:ln>
              <a:noFill/>
            </a:ln>
          </p:spPr>
        </p:sp>
        <p:sp>
          <p:nvSpPr>
            <p:cNvPr id="9063" name="Heatmap cell r31 c98"/>
            <p:cNvSpPr/>
            <p:nvPr/>
          </p:nvSpPr>
          <p:spPr>
            <a:xfrm>
              <a:off x="1787826" y="825733"/>
              <a:ext cx="17140" cy="26609"/>
            </a:xfrm>
            <a:prstGeom prst="rect">
              <a:avLst/>
            </a:prstGeom>
            <a:solidFill>
              <a:srgbClr val="F6D4D7"/>
            </a:solidFill>
            <a:ln>
              <a:noFill/>
            </a:ln>
          </p:spPr>
        </p:sp>
        <p:sp>
          <p:nvSpPr>
            <p:cNvPr id="9064" name="Heatmap cell r31 c99"/>
            <p:cNvSpPr/>
            <p:nvPr/>
          </p:nvSpPr>
          <p:spPr>
            <a:xfrm>
              <a:off x="1804871" y="825733"/>
              <a:ext cx="19034" cy="26609"/>
            </a:xfrm>
            <a:prstGeom prst="rect">
              <a:avLst/>
            </a:prstGeom>
            <a:solidFill>
              <a:srgbClr val="F5D0D3"/>
            </a:solidFill>
            <a:ln>
              <a:noFill/>
            </a:ln>
          </p:spPr>
        </p:sp>
        <p:sp>
          <p:nvSpPr>
            <p:cNvPr id="9065" name="Heatmap cell r31 c100"/>
            <p:cNvSpPr/>
            <p:nvPr/>
          </p:nvSpPr>
          <p:spPr>
            <a:xfrm>
              <a:off x="1823810" y="825733"/>
              <a:ext cx="17140" cy="26609"/>
            </a:xfrm>
            <a:prstGeom prst="rect">
              <a:avLst/>
            </a:prstGeom>
            <a:solidFill>
              <a:srgbClr val="829FBD"/>
            </a:solidFill>
            <a:ln>
              <a:noFill/>
            </a:ln>
          </p:spPr>
        </p:sp>
        <p:sp>
          <p:nvSpPr>
            <p:cNvPr id="9066" name="Heatmap cell r31 c101"/>
            <p:cNvSpPr/>
            <p:nvPr/>
          </p:nvSpPr>
          <p:spPr>
            <a:xfrm>
              <a:off x="1840855" y="825733"/>
              <a:ext cx="19034" cy="26609"/>
            </a:xfrm>
            <a:prstGeom prst="rect">
              <a:avLst/>
            </a:prstGeom>
            <a:solidFill>
              <a:srgbClr val="2E6092"/>
            </a:solidFill>
            <a:ln>
              <a:noFill/>
            </a:ln>
          </p:spPr>
        </p:sp>
        <p:sp>
          <p:nvSpPr>
            <p:cNvPr id="9067" name="Heatmap cell r31 c102"/>
            <p:cNvSpPr/>
            <p:nvPr/>
          </p:nvSpPr>
          <p:spPr>
            <a:xfrm>
              <a:off x="1859794" y="825733"/>
              <a:ext cx="19034" cy="26609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9068" name="Heatmap cell r31 c103"/>
            <p:cNvSpPr/>
            <p:nvPr/>
          </p:nvSpPr>
          <p:spPr>
            <a:xfrm>
              <a:off x="1878732" y="825733"/>
              <a:ext cx="17140" cy="26609"/>
            </a:xfrm>
            <a:prstGeom prst="rect">
              <a:avLst/>
            </a:prstGeom>
            <a:solidFill>
              <a:srgbClr val="A4BAD0"/>
            </a:solidFill>
            <a:ln>
              <a:noFill/>
            </a:ln>
          </p:spPr>
        </p:sp>
        <p:sp>
          <p:nvSpPr>
            <p:cNvPr id="9069" name="Heatmap cell r31 c104"/>
            <p:cNvSpPr/>
            <p:nvPr/>
          </p:nvSpPr>
          <p:spPr>
            <a:xfrm>
              <a:off x="1895777" y="825733"/>
              <a:ext cx="19034" cy="26609"/>
            </a:xfrm>
            <a:prstGeom prst="rect">
              <a:avLst/>
            </a:prstGeom>
            <a:solidFill>
              <a:srgbClr val="B5C5D7"/>
            </a:solidFill>
            <a:ln>
              <a:noFill/>
            </a:ln>
          </p:spPr>
        </p:sp>
        <p:sp>
          <p:nvSpPr>
            <p:cNvPr id="9070" name="Heatmap cell r31 c105"/>
            <p:cNvSpPr/>
            <p:nvPr/>
          </p:nvSpPr>
          <p:spPr>
            <a:xfrm>
              <a:off x="1914716" y="825733"/>
              <a:ext cx="17140" cy="26609"/>
            </a:xfrm>
            <a:prstGeom prst="rect">
              <a:avLst/>
            </a:prstGeom>
            <a:solidFill>
              <a:srgbClr val="F1BEC3"/>
            </a:solidFill>
            <a:ln>
              <a:noFill/>
            </a:ln>
          </p:spPr>
        </p:sp>
        <p:sp>
          <p:nvSpPr>
            <p:cNvPr id="9071" name="Heatmap cell r31 c106"/>
            <p:cNvSpPr/>
            <p:nvPr/>
          </p:nvSpPr>
          <p:spPr>
            <a:xfrm>
              <a:off x="1931761" y="825733"/>
              <a:ext cx="19034" cy="26609"/>
            </a:xfrm>
            <a:prstGeom prst="rect">
              <a:avLst/>
            </a:prstGeom>
            <a:solidFill>
              <a:srgbClr val="91ACC5"/>
            </a:solidFill>
            <a:ln>
              <a:noFill/>
            </a:ln>
          </p:spPr>
        </p:sp>
        <p:sp>
          <p:nvSpPr>
            <p:cNvPr id="9072" name="Heatmap cell r31 c107"/>
            <p:cNvSpPr/>
            <p:nvPr/>
          </p:nvSpPr>
          <p:spPr>
            <a:xfrm>
              <a:off x="1950700" y="825733"/>
              <a:ext cx="17140" cy="26609"/>
            </a:xfrm>
            <a:prstGeom prst="rect">
              <a:avLst/>
            </a:prstGeom>
            <a:solidFill>
              <a:srgbClr val="F5F7F9"/>
            </a:solidFill>
            <a:ln>
              <a:noFill/>
            </a:ln>
          </p:spPr>
        </p:sp>
        <p:sp>
          <p:nvSpPr>
            <p:cNvPr id="9073" name="Heatmap cell r31 c108"/>
            <p:cNvSpPr/>
            <p:nvPr/>
          </p:nvSpPr>
          <p:spPr>
            <a:xfrm>
              <a:off x="1967745" y="825733"/>
              <a:ext cx="19034" cy="26609"/>
            </a:xfrm>
            <a:prstGeom prst="rect">
              <a:avLst/>
            </a:prstGeom>
            <a:solidFill>
              <a:srgbClr val="B3C5D6"/>
            </a:solidFill>
            <a:ln>
              <a:noFill/>
            </a:ln>
          </p:spPr>
        </p:sp>
        <p:sp>
          <p:nvSpPr>
            <p:cNvPr id="9074" name="Heatmap cell r31 c109"/>
            <p:cNvSpPr/>
            <p:nvPr/>
          </p:nvSpPr>
          <p:spPr>
            <a:xfrm>
              <a:off x="1986684" y="825733"/>
              <a:ext cx="17140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9075" name="Heatmap cell r31 c110"/>
            <p:cNvSpPr/>
            <p:nvPr/>
          </p:nvSpPr>
          <p:spPr>
            <a:xfrm>
              <a:off x="2003729" y="825733"/>
              <a:ext cx="19034" cy="26609"/>
            </a:xfrm>
            <a:prstGeom prst="rect">
              <a:avLst/>
            </a:prstGeom>
            <a:solidFill>
              <a:srgbClr val="DCE3EB"/>
            </a:solidFill>
            <a:ln>
              <a:noFill/>
            </a:ln>
          </p:spPr>
        </p:sp>
        <p:sp>
          <p:nvSpPr>
            <p:cNvPr id="9076" name="Heatmap cell r31 c111"/>
            <p:cNvSpPr/>
            <p:nvPr/>
          </p:nvSpPr>
          <p:spPr>
            <a:xfrm>
              <a:off x="2022668" y="825733"/>
              <a:ext cx="17140" cy="26609"/>
            </a:xfrm>
            <a:prstGeom prst="rect">
              <a:avLst/>
            </a:prstGeom>
            <a:solidFill>
              <a:srgbClr val="EBEFF5"/>
            </a:solidFill>
            <a:ln>
              <a:noFill/>
            </a:ln>
          </p:spPr>
        </p:sp>
        <p:sp>
          <p:nvSpPr>
            <p:cNvPr id="9077" name="Heatmap cell r31 c112"/>
            <p:cNvSpPr/>
            <p:nvPr/>
          </p:nvSpPr>
          <p:spPr>
            <a:xfrm>
              <a:off x="2039712" y="825733"/>
              <a:ext cx="19034" cy="26609"/>
            </a:xfrm>
            <a:prstGeom prst="rect">
              <a:avLst/>
            </a:prstGeom>
            <a:solidFill>
              <a:srgbClr val="F1F5F8"/>
            </a:solidFill>
            <a:ln>
              <a:noFill/>
            </a:ln>
          </p:spPr>
        </p:sp>
        <p:sp>
          <p:nvSpPr>
            <p:cNvPr id="9078" name="Heatmap cell r31 c113"/>
            <p:cNvSpPr/>
            <p:nvPr/>
          </p:nvSpPr>
          <p:spPr>
            <a:xfrm>
              <a:off x="2058651" y="825733"/>
              <a:ext cx="17140" cy="26609"/>
            </a:xfrm>
            <a:prstGeom prst="rect">
              <a:avLst/>
            </a:prstGeom>
            <a:solidFill>
              <a:srgbClr val="CED9E4"/>
            </a:solidFill>
            <a:ln>
              <a:noFill/>
            </a:ln>
          </p:spPr>
        </p:sp>
        <p:sp>
          <p:nvSpPr>
            <p:cNvPr id="9079" name="Heatmap cell r31 c114"/>
            <p:cNvSpPr/>
            <p:nvPr/>
          </p:nvSpPr>
          <p:spPr>
            <a:xfrm>
              <a:off x="2075696" y="825733"/>
              <a:ext cx="19034" cy="26609"/>
            </a:xfrm>
            <a:prstGeom prst="rect">
              <a:avLst/>
            </a:prstGeom>
            <a:solidFill>
              <a:srgbClr val="B6C7D9"/>
            </a:solidFill>
            <a:ln>
              <a:noFill/>
            </a:ln>
          </p:spPr>
        </p:sp>
        <p:sp>
          <p:nvSpPr>
            <p:cNvPr id="9080" name="Heatmap cell r31 c115"/>
            <p:cNvSpPr/>
            <p:nvPr/>
          </p:nvSpPr>
          <p:spPr>
            <a:xfrm>
              <a:off x="2094635" y="825733"/>
              <a:ext cx="19034" cy="26609"/>
            </a:xfrm>
            <a:prstGeom prst="rect">
              <a:avLst/>
            </a:prstGeom>
            <a:solidFill>
              <a:srgbClr val="BCCCDC"/>
            </a:solidFill>
            <a:ln>
              <a:noFill/>
            </a:ln>
          </p:spPr>
        </p:sp>
        <p:sp>
          <p:nvSpPr>
            <p:cNvPr id="9081" name="Heatmap cell r31 c116"/>
            <p:cNvSpPr/>
            <p:nvPr/>
          </p:nvSpPr>
          <p:spPr>
            <a:xfrm>
              <a:off x="2113574" y="825733"/>
              <a:ext cx="17140" cy="26609"/>
            </a:xfrm>
            <a:prstGeom prst="rect">
              <a:avLst/>
            </a:prstGeom>
            <a:solidFill>
              <a:srgbClr val="86A3C0"/>
            </a:solidFill>
            <a:ln>
              <a:noFill/>
            </a:ln>
          </p:spPr>
        </p:sp>
        <p:sp>
          <p:nvSpPr>
            <p:cNvPr id="9082" name="Heatmap cell r31 c117"/>
            <p:cNvSpPr/>
            <p:nvPr/>
          </p:nvSpPr>
          <p:spPr>
            <a:xfrm>
              <a:off x="2130619" y="825733"/>
              <a:ext cx="19034" cy="26609"/>
            </a:xfrm>
            <a:prstGeom prst="rect">
              <a:avLst/>
            </a:prstGeom>
            <a:solidFill>
              <a:srgbClr val="ECA8AE"/>
            </a:solidFill>
            <a:ln>
              <a:noFill/>
            </a:ln>
          </p:spPr>
        </p:sp>
        <p:sp>
          <p:nvSpPr>
            <p:cNvPr id="9083" name="Heatmap cell r31 c118"/>
            <p:cNvSpPr/>
            <p:nvPr/>
          </p:nvSpPr>
          <p:spPr>
            <a:xfrm>
              <a:off x="2149558" y="825733"/>
              <a:ext cx="17140" cy="26609"/>
            </a:xfrm>
            <a:prstGeom prst="rect">
              <a:avLst/>
            </a:prstGeom>
            <a:solidFill>
              <a:srgbClr val="EFF3F7"/>
            </a:solidFill>
            <a:ln>
              <a:noFill/>
            </a:ln>
          </p:spPr>
        </p:sp>
        <p:sp>
          <p:nvSpPr>
            <p:cNvPr id="9084" name="Heatmap cell r31 c119"/>
            <p:cNvSpPr/>
            <p:nvPr/>
          </p:nvSpPr>
          <p:spPr>
            <a:xfrm>
              <a:off x="2166603" y="825733"/>
              <a:ext cx="19034" cy="26609"/>
            </a:xfrm>
            <a:prstGeom prst="rect">
              <a:avLst/>
            </a:prstGeom>
            <a:solidFill>
              <a:srgbClr val="F7E2E4"/>
            </a:solidFill>
            <a:ln>
              <a:noFill/>
            </a:ln>
          </p:spPr>
        </p:sp>
        <p:sp>
          <p:nvSpPr>
            <p:cNvPr id="9085" name="Heatmap cell r31 c120"/>
            <p:cNvSpPr/>
            <p:nvPr/>
          </p:nvSpPr>
          <p:spPr>
            <a:xfrm>
              <a:off x="2185542" y="825733"/>
              <a:ext cx="17140" cy="26609"/>
            </a:xfrm>
            <a:prstGeom prst="rect">
              <a:avLst/>
            </a:prstGeom>
            <a:solidFill>
              <a:srgbClr val="FAEBED"/>
            </a:solidFill>
            <a:ln>
              <a:noFill/>
            </a:ln>
          </p:spPr>
        </p:sp>
        <p:sp>
          <p:nvSpPr>
            <p:cNvPr id="9086" name="Heatmap cell r31 c121"/>
            <p:cNvSpPr/>
            <p:nvPr/>
          </p:nvSpPr>
          <p:spPr>
            <a:xfrm>
              <a:off x="2202586" y="825733"/>
              <a:ext cx="19034" cy="26609"/>
            </a:xfrm>
            <a:prstGeom prst="rect">
              <a:avLst/>
            </a:prstGeom>
            <a:solidFill>
              <a:srgbClr val="F7DADC"/>
            </a:solidFill>
            <a:ln>
              <a:noFill/>
            </a:ln>
          </p:spPr>
        </p:sp>
        <p:sp>
          <p:nvSpPr>
            <p:cNvPr id="9087" name="Heatmap cell r31 c122"/>
            <p:cNvSpPr/>
            <p:nvPr/>
          </p:nvSpPr>
          <p:spPr>
            <a:xfrm>
              <a:off x="2221525" y="825733"/>
              <a:ext cx="17140" cy="26609"/>
            </a:xfrm>
            <a:prstGeom prst="rect">
              <a:avLst/>
            </a:prstGeom>
            <a:solidFill>
              <a:srgbClr val="F5F7F9"/>
            </a:solidFill>
            <a:ln>
              <a:noFill/>
            </a:ln>
          </p:spPr>
        </p:sp>
        <p:sp>
          <p:nvSpPr>
            <p:cNvPr id="9088" name="Heatmap cell r31 c123"/>
            <p:cNvSpPr/>
            <p:nvPr/>
          </p:nvSpPr>
          <p:spPr>
            <a:xfrm>
              <a:off x="2238570" y="825733"/>
              <a:ext cx="19034" cy="26609"/>
            </a:xfrm>
            <a:prstGeom prst="rect">
              <a:avLst/>
            </a:prstGeom>
            <a:solidFill>
              <a:srgbClr val="85A1BE"/>
            </a:solidFill>
            <a:ln>
              <a:noFill/>
            </a:ln>
          </p:spPr>
        </p:sp>
        <p:sp>
          <p:nvSpPr>
            <p:cNvPr id="9089" name="Heatmap cell r31 c124"/>
            <p:cNvSpPr/>
            <p:nvPr/>
          </p:nvSpPr>
          <p:spPr>
            <a:xfrm>
              <a:off x="2257509" y="825733"/>
              <a:ext cx="17140" cy="26609"/>
            </a:xfrm>
            <a:prstGeom prst="rect">
              <a:avLst/>
            </a:prstGeom>
            <a:solidFill>
              <a:srgbClr val="AFC4D5"/>
            </a:solidFill>
            <a:ln>
              <a:noFill/>
            </a:ln>
          </p:spPr>
        </p:sp>
        <p:sp>
          <p:nvSpPr>
            <p:cNvPr id="9090" name="Heatmap cell r31 c125"/>
            <p:cNvSpPr/>
            <p:nvPr/>
          </p:nvSpPr>
          <p:spPr>
            <a:xfrm>
              <a:off x="2274554" y="825733"/>
              <a:ext cx="19034" cy="26609"/>
            </a:xfrm>
            <a:prstGeom prst="rect">
              <a:avLst/>
            </a:prstGeom>
            <a:solidFill>
              <a:srgbClr val="F4CCD1"/>
            </a:solidFill>
            <a:ln>
              <a:noFill/>
            </a:ln>
          </p:spPr>
        </p:sp>
        <p:sp>
          <p:nvSpPr>
            <p:cNvPr id="9091" name="Heatmap cell r31 c126"/>
            <p:cNvSpPr/>
            <p:nvPr/>
          </p:nvSpPr>
          <p:spPr>
            <a:xfrm>
              <a:off x="2293493" y="825733"/>
              <a:ext cx="17140" cy="26609"/>
            </a:xfrm>
            <a:prstGeom prst="rect">
              <a:avLst/>
            </a:prstGeom>
            <a:solidFill>
              <a:srgbClr val="F4CACD"/>
            </a:solidFill>
            <a:ln>
              <a:noFill/>
            </a:ln>
          </p:spPr>
        </p:sp>
        <p:sp>
          <p:nvSpPr>
            <p:cNvPr id="9092" name="Heatmap cell r31 c127"/>
            <p:cNvSpPr/>
            <p:nvPr/>
          </p:nvSpPr>
          <p:spPr>
            <a:xfrm>
              <a:off x="2310538" y="825733"/>
              <a:ext cx="19034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9093" name="Heatmap cell r31 c128"/>
            <p:cNvSpPr/>
            <p:nvPr/>
          </p:nvSpPr>
          <p:spPr>
            <a:xfrm>
              <a:off x="2329477" y="825733"/>
              <a:ext cx="19034" cy="26609"/>
            </a:xfrm>
            <a:prstGeom prst="rect">
              <a:avLst/>
            </a:prstGeom>
            <a:solidFill>
              <a:srgbClr val="FAEEEF"/>
            </a:solidFill>
            <a:ln>
              <a:noFill/>
            </a:ln>
          </p:spPr>
        </p:sp>
        <p:sp>
          <p:nvSpPr>
            <p:cNvPr id="9094" name="Heatmap cell r31 c129"/>
            <p:cNvSpPr/>
            <p:nvPr/>
          </p:nvSpPr>
          <p:spPr>
            <a:xfrm>
              <a:off x="2348416" y="825733"/>
              <a:ext cx="17140" cy="26609"/>
            </a:xfrm>
            <a:prstGeom prst="rect">
              <a:avLst/>
            </a:prstGeom>
            <a:solidFill>
              <a:srgbClr val="E8ECF3"/>
            </a:solidFill>
            <a:ln>
              <a:noFill/>
            </a:ln>
          </p:spPr>
        </p:sp>
        <p:sp>
          <p:nvSpPr>
            <p:cNvPr id="9095" name="Heatmap cell r31 c130"/>
            <p:cNvSpPr/>
            <p:nvPr/>
          </p:nvSpPr>
          <p:spPr>
            <a:xfrm>
              <a:off x="2365460" y="825733"/>
              <a:ext cx="19034" cy="26609"/>
            </a:xfrm>
            <a:prstGeom prst="rect">
              <a:avLst/>
            </a:prstGeom>
            <a:solidFill>
              <a:srgbClr val="F7DCDF"/>
            </a:solidFill>
            <a:ln>
              <a:noFill/>
            </a:ln>
          </p:spPr>
        </p:sp>
        <p:sp>
          <p:nvSpPr>
            <p:cNvPr id="9096" name="Heatmap cell r31 c131"/>
            <p:cNvSpPr/>
            <p:nvPr/>
          </p:nvSpPr>
          <p:spPr>
            <a:xfrm>
              <a:off x="2384399" y="825733"/>
              <a:ext cx="17140" cy="26609"/>
            </a:xfrm>
            <a:prstGeom prst="rect">
              <a:avLst/>
            </a:prstGeom>
            <a:solidFill>
              <a:srgbClr val="527BA3"/>
            </a:solidFill>
            <a:ln>
              <a:noFill/>
            </a:ln>
          </p:spPr>
        </p:sp>
        <p:sp>
          <p:nvSpPr>
            <p:cNvPr id="9097" name="Heatmap cell r31 c132"/>
            <p:cNvSpPr/>
            <p:nvPr/>
          </p:nvSpPr>
          <p:spPr>
            <a:xfrm>
              <a:off x="2401444" y="825733"/>
              <a:ext cx="19034" cy="26609"/>
            </a:xfrm>
            <a:prstGeom prst="rect">
              <a:avLst/>
            </a:prstGeom>
            <a:solidFill>
              <a:srgbClr val="F9E8E9"/>
            </a:solidFill>
            <a:ln>
              <a:noFill/>
            </a:ln>
          </p:spPr>
        </p:sp>
        <p:sp>
          <p:nvSpPr>
            <p:cNvPr id="9098" name="Heatmap cell r31 c133"/>
            <p:cNvSpPr/>
            <p:nvPr/>
          </p:nvSpPr>
          <p:spPr>
            <a:xfrm>
              <a:off x="2420383" y="825733"/>
              <a:ext cx="17140" cy="26609"/>
            </a:xfrm>
            <a:prstGeom prst="rect">
              <a:avLst/>
            </a:prstGeom>
            <a:solidFill>
              <a:srgbClr val="EDADB4"/>
            </a:solidFill>
            <a:ln>
              <a:noFill/>
            </a:ln>
          </p:spPr>
        </p:sp>
        <p:sp>
          <p:nvSpPr>
            <p:cNvPr id="9099" name="Heatmap cell r31 c134"/>
            <p:cNvSpPr/>
            <p:nvPr/>
          </p:nvSpPr>
          <p:spPr>
            <a:xfrm>
              <a:off x="2437428" y="825733"/>
              <a:ext cx="19034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9100" name="Heatmap cell r31 c135"/>
            <p:cNvSpPr/>
            <p:nvPr/>
          </p:nvSpPr>
          <p:spPr>
            <a:xfrm>
              <a:off x="2456367" y="825733"/>
              <a:ext cx="17140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9101" name="Heatmap cell r31 c136"/>
            <p:cNvSpPr/>
            <p:nvPr/>
          </p:nvSpPr>
          <p:spPr>
            <a:xfrm>
              <a:off x="2473412" y="825733"/>
              <a:ext cx="19034" cy="26609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9102" name="Heatmap cell r31 c137"/>
            <p:cNvSpPr/>
            <p:nvPr/>
          </p:nvSpPr>
          <p:spPr>
            <a:xfrm>
              <a:off x="2492351" y="825733"/>
              <a:ext cx="17140" cy="26609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9103" name="Heatmap cell r31 c138"/>
            <p:cNvSpPr/>
            <p:nvPr/>
          </p:nvSpPr>
          <p:spPr>
            <a:xfrm>
              <a:off x="2509396" y="825733"/>
              <a:ext cx="19034" cy="26609"/>
            </a:xfrm>
            <a:prstGeom prst="rect">
              <a:avLst/>
            </a:prstGeom>
            <a:solidFill>
              <a:srgbClr val="F0BBC2"/>
            </a:solidFill>
            <a:ln>
              <a:noFill/>
            </a:ln>
          </p:spPr>
        </p:sp>
        <p:sp>
          <p:nvSpPr>
            <p:cNvPr id="9104" name="Heatmap cell r31 c139"/>
            <p:cNvSpPr/>
            <p:nvPr/>
          </p:nvSpPr>
          <p:spPr>
            <a:xfrm>
              <a:off x="2528334" y="825733"/>
              <a:ext cx="17140" cy="26609"/>
            </a:xfrm>
            <a:prstGeom prst="rect">
              <a:avLst/>
            </a:prstGeom>
            <a:solidFill>
              <a:srgbClr val="F8E4E7"/>
            </a:solidFill>
            <a:ln>
              <a:noFill/>
            </a:ln>
          </p:spPr>
        </p:sp>
        <p:sp>
          <p:nvSpPr>
            <p:cNvPr id="9105" name="Heatmap cell r31 c140"/>
            <p:cNvSpPr/>
            <p:nvPr/>
          </p:nvSpPr>
          <p:spPr>
            <a:xfrm>
              <a:off x="2545379" y="825733"/>
              <a:ext cx="19034" cy="26609"/>
            </a:xfrm>
            <a:prstGeom prst="rect">
              <a:avLst/>
            </a:prstGeom>
            <a:solidFill>
              <a:srgbClr val="F6F8F9"/>
            </a:solidFill>
            <a:ln>
              <a:noFill/>
            </a:ln>
          </p:spPr>
        </p:sp>
        <p:sp>
          <p:nvSpPr>
            <p:cNvPr id="9106" name="Heatmap cell r31 c141"/>
            <p:cNvSpPr/>
            <p:nvPr/>
          </p:nvSpPr>
          <p:spPr>
            <a:xfrm>
              <a:off x="2564318" y="825733"/>
              <a:ext cx="19034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9107" name="Heatmap cell r31 c142"/>
            <p:cNvSpPr/>
            <p:nvPr/>
          </p:nvSpPr>
          <p:spPr>
            <a:xfrm>
              <a:off x="2583257" y="825733"/>
              <a:ext cx="17140" cy="26609"/>
            </a:xfrm>
            <a:prstGeom prst="rect">
              <a:avLst/>
            </a:prstGeom>
            <a:solidFill>
              <a:srgbClr val="9AB3C9"/>
            </a:solidFill>
            <a:ln>
              <a:noFill/>
            </a:ln>
          </p:spPr>
        </p:sp>
        <p:sp>
          <p:nvSpPr>
            <p:cNvPr id="9108" name="Heatmap cell r31 c143"/>
            <p:cNvSpPr/>
            <p:nvPr/>
          </p:nvSpPr>
          <p:spPr>
            <a:xfrm>
              <a:off x="2600302" y="825733"/>
              <a:ext cx="19034" cy="26609"/>
            </a:xfrm>
            <a:prstGeom prst="rect">
              <a:avLst/>
            </a:prstGeom>
            <a:solidFill>
              <a:srgbClr val="B7C7D9"/>
            </a:solidFill>
            <a:ln>
              <a:noFill/>
            </a:ln>
          </p:spPr>
        </p:sp>
        <p:sp>
          <p:nvSpPr>
            <p:cNvPr id="9109" name="Heatmap cell r31 c144"/>
            <p:cNvSpPr/>
            <p:nvPr/>
          </p:nvSpPr>
          <p:spPr>
            <a:xfrm>
              <a:off x="2619241" y="825733"/>
              <a:ext cx="17140" cy="26609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</p:sp>
        <p:sp>
          <p:nvSpPr>
            <p:cNvPr id="9110" name="Heatmap cell r31 c147"/>
            <p:cNvSpPr/>
            <p:nvPr/>
          </p:nvSpPr>
          <p:spPr>
            <a:xfrm>
              <a:off x="2672270" y="825733"/>
              <a:ext cx="19034" cy="26609"/>
            </a:xfrm>
            <a:prstGeom prst="rect">
              <a:avLst/>
            </a:prstGeom>
            <a:solidFill>
              <a:srgbClr val="A3B9CF"/>
            </a:solidFill>
            <a:ln>
              <a:noFill/>
            </a:ln>
          </p:spPr>
        </p:sp>
        <p:sp>
          <p:nvSpPr>
            <p:cNvPr id="9111" name="Heatmap cell r31 c148"/>
            <p:cNvSpPr/>
            <p:nvPr/>
          </p:nvSpPr>
          <p:spPr>
            <a:xfrm>
              <a:off x="2691208" y="825733"/>
              <a:ext cx="17140" cy="26609"/>
            </a:xfrm>
            <a:prstGeom prst="rect">
              <a:avLst/>
            </a:prstGeom>
            <a:solidFill>
              <a:srgbClr val="FDF9FA"/>
            </a:solidFill>
            <a:ln>
              <a:noFill/>
            </a:ln>
          </p:spPr>
        </p:sp>
        <p:sp>
          <p:nvSpPr>
            <p:cNvPr id="9112" name="Heatmap cell r31 c149"/>
            <p:cNvSpPr/>
            <p:nvPr/>
          </p:nvSpPr>
          <p:spPr>
            <a:xfrm>
              <a:off x="2708253" y="825733"/>
              <a:ext cx="19034" cy="26609"/>
            </a:xfrm>
            <a:prstGeom prst="rect">
              <a:avLst/>
            </a:prstGeom>
            <a:solidFill>
              <a:srgbClr val="9CB4CA"/>
            </a:solidFill>
            <a:ln>
              <a:noFill/>
            </a:ln>
          </p:spPr>
        </p:sp>
        <p:sp>
          <p:nvSpPr>
            <p:cNvPr id="9113" name="Heatmap cell r31 c150"/>
            <p:cNvSpPr/>
            <p:nvPr/>
          </p:nvSpPr>
          <p:spPr>
            <a:xfrm>
              <a:off x="2727192" y="825733"/>
              <a:ext cx="17140" cy="26609"/>
            </a:xfrm>
            <a:prstGeom prst="rect">
              <a:avLst/>
            </a:prstGeom>
            <a:solidFill>
              <a:srgbClr val="DDE4EC"/>
            </a:solidFill>
            <a:ln>
              <a:noFill/>
            </a:ln>
          </p:spPr>
        </p:sp>
        <p:sp>
          <p:nvSpPr>
            <p:cNvPr id="9114" name="Heatmap cell r31 c152"/>
            <p:cNvSpPr/>
            <p:nvPr/>
          </p:nvSpPr>
          <p:spPr>
            <a:xfrm>
              <a:off x="2763176" y="825733"/>
              <a:ext cx="17140" cy="26609"/>
            </a:xfrm>
            <a:prstGeom prst="rect">
              <a:avLst/>
            </a:prstGeom>
            <a:solidFill>
              <a:srgbClr val="D2DDE8"/>
            </a:solidFill>
            <a:ln>
              <a:noFill/>
            </a:ln>
          </p:spPr>
        </p:sp>
        <p:sp>
          <p:nvSpPr>
            <p:cNvPr id="9115" name="Heatmap cell r31 c153"/>
            <p:cNvSpPr/>
            <p:nvPr/>
          </p:nvSpPr>
          <p:spPr>
            <a:xfrm>
              <a:off x="2780221" y="825733"/>
              <a:ext cx="19034" cy="26609"/>
            </a:xfrm>
            <a:prstGeom prst="rect">
              <a:avLst/>
            </a:prstGeom>
            <a:solidFill>
              <a:srgbClr val="F8E9EA"/>
            </a:solidFill>
            <a:ln>
              <a:noFill/>
            </a:ln>
          </p:spPr>
        </p:sp>
        <p:sp>
          <p:nvSpPr>
            <p:cNvPr id="9116" name="Heatmap cell r31 c154"/>
            <p:cNvSpPr/>
            <p:nvPr/>
          </p:nvSpPr>
          <p:spPr>
            <a:xfrm>
              <a:off x="2799160" y="825733"/>
              <a:ext cx="17140" cy="26609"/>
            </a:xfrm>
            <a:prstGeom prst="rect">
              <a:avLst/>
            </a:prstGeom>
            <a:solidFill>
              <a:srgbClr val="D6E0EA"/>
            </a:solidFill>
            <a:ln>
              <a:noFill/>
            </a:ln>
          </p:spPr>
        </p:sp>
        <p:sp>
          <p:nvSpPr>
            <p:cNvPr id="9117" name="Heatmap cell r31 c155"/>
            <p:cNvSpPr/>
            <p:nvPr/>
          </p:nvSpPr>
          <p:spPr>
            <a:xfrm>
              <a:off x="2816205" y="825733"/>
              <a:ext cx="19034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9118" name="Heatmap cell r31 c156"/>
            <p:cNvSpPr/>
            <p:nvPr/>
          </p:nvSpPr>
          <p:spPr>
            <a:xfrm>
              <a:off x="2835144" y="825733"/>
              <a:ext cx="19034" cy="26609"/>
            </a:xfrm>
            <a:prstGeom prst="rect">
              <a:avLst/>
            </a:prstGeom>
            <a:solidFill>
              <a:srgbClr val="ABC0D2"/>
            </a:solidFill>
            <a:ln>
              <a:noFill/>
            </a:ln>
          </p:spPr>
        </p:sp>
        <p:sp>
          <p:nvSpPr>
            <p:cNvPr id="9119" name="Heatmap cell r31 c157"/>
            <p:cNvSpPr/>
            <p:nvPr/>
          </p:nvSpPr>
          <p:spPr>
            <a:xfrm>
              <a:off x="2854082" y="825733"/>
              <a:ext cx="17140" cy="26609"/>
            </a:xfrm>
            <a:prstGeom prst="rect">
              <a:avLst/>
            </a:prstGeom>
            <a:solidFill>
              <a:srgbClr val="E2EAEF"/>
            </a:solidFill>
            <a:ln>
              <a:noFill/>
            </a:ln>
          </p:spPr>
        </p:sp>
        <p:sp>
          <p:nvSpPr>
            <p:cNvPr id="9120" name="Heatmap cell r31 c158"/>
            <p:cNvSpPr/>
            <p:nvPr/>
          </p:nvSpPr>
          <p:spPr>
            <a:xfrm>
              <a:off x="2871127" y="825733"/>
              <a:ext cx="19034" cy="26609"/>
            </a:xfrm>
            <a:prstGeom prst="rect">
              <a:avLst/>
            </a:prstGeom>
            <a:solidFill>
              <a:srgbClr val="9BB3CA"/>
            </a:solidFill>
            <a:ln>
              <a:noFill/>
            </a:ln>
          </p:spPr>
        </p:sp>
        <p:sp>
          <p:nvSpPr>
            <p:cNvPr id="9121" name="Heatmap cell r31 c159"/>
            <p:cNvSpPr/>
            <p:nvPr/>
          </p:nvSpPr>
          <p:spPr>
            <a:xfrm>
              <a:off x="2890066" y="825733"/>
              <a:ext cx="17140" cy="26609"/>
            </a:xfrm>
            <a:prstGeom prst="rect">
              <a:avLst/>
            </a:prstGeom>
            <a:solidFill>
              <a:srgbClr val="8FAAC5"/>
            </a:solidFill>
            <a:ln>
              <a:noFill/>
            </a:ln>
          </p:spPr>
        </p:sp>
        <p:sp>
          <p:nvSpPr>
            <p:cNvPr id="9122" name="Heatmap cell r31 c160"/>
            <p:cNvSpPr/>
            <p:nvPr/>
          </p:nvSpPr>
          <p:spPr>
            <a:xfrm>
              <a:off x="2907111" y="825733"/>
              <a:ext cx="19034" cy="26609"/>
            </a:xfrm>
            <a:prstGeom prst="rect">
              <a:avLst/>
            </a:prstGeom>
            <a:solidFill>
              <a:srgbClr val="F7E2E4"/>
            </a:solidFill>
            <a:ln>
              <a:noFill/>
            </a:ln>
          </p:spPr>
        </p:sp>
        <p:sp>
          <p:nvSpPr>
            <p:cNvPr id="9123" name="Heatmap cell r31 c161"/>
            <p:cNvSpPr/>
            <p:nvPr/>
          </p:nvSpPr>
          <p:spPr>
            <a:xfrm>
              <a:off x="2926050" y="825733"/>
              <a:ext cx="17140" cy="26609"/>
            </a:xfrm>
            <a:prstGeom prst="rect">
              <a:avLst/>
            </a:prstGeom>
            <a:solidFill>
              <a:srgbClr val="EDADB4"/>
            </a:solidFill>
            <a:ln>
              <a:noFill/>
            </a:ln>
          </p:spPr>
        </p:sp>
        <p:sp>
          <p:nvSpPr>
            <p:cNvPr id="9124" name="Heatmap cell r31 c162"/>
            <p:cNvSpPr/>
            <p:nvPr/>
          </p:nvSpPr>
          <p:spPr>
            <a:xfrm>
              <a:off x="2943095" y="825733"/>
              <a:ext cx="19034" cy="26609"/>
            </a:xfrm>
            <a:prstGeom prst="rect">
              <a:avLst/>
            </a:prstGeom>
            <a:solidFill>
              <a:srgbClr val="EA99A0"/>
            </a:solidFill>
            <a:ln>
              <a:noFill/>
            </a:ln>
          </p:spPr>
        </p:sp>
        <p:sp>
          <p:nvSpPr>
            <p:cNvPr id="9125" name="Heatmap cell r31 c163"/>
            <p:cNvSpPr/>
            <p:nvPr/>
          </p:nvSpPr>
          <p:spPr>
            <a:xfrm>
              <a:off x="2962034" y="825733"/>
              <a:ext cx="17140" cy="26609"/>
            </a:xfrm>
            <a:prstGeom prst="rect">
              <a:avLst/>
            </a:prstGeom>
            <a:solidFill>
              <a:srgbClr val="ECA8AE"/>
            </a:solidFill>
            <a:ln>
              <a:noFill/>
            </a:ln>
          </p:spPr>
        </p:sp>
        <p:sp>
          <p:nvSpPr>
            <p:cNvPr id="9126" name="Heatmap cell r31 c164"/>
            <p:cNvSpPr/>
            <p:nvPr/>
          </p:nvSpPr>
          <p:spPr>
            <a:xfrm>
              <a:off x="2979079" y="825733"/>
              <a:ext cx="19034" cy="26609"/>
            </a:xfrm>
            <a:prstGeom prst="rect">
              <a:avLst/>
            </a:prstGeom>
            <a:solidFill>
              <a:srgbClr val="EBA3AA"/>
            </a:solidFill>
            <a:ln>
              <a:noFill/>
            </a:ln>
          </p:spPr>
        </p:sp>
        <p:sp>
          <p:nvSpPr>
            <p:cNvPr id="9127" name="Heatmap cell r31 c165"/>
            <p:cNvSpPr/>
            <p:nvPr/>
          </p:nvSpPr>
          <p:spPr>
            <a:xfrm>
              <a:off x="2998018" y="825733"/>
              <a:ext cx="17140" cy="26609"/>
            </a:xfrm>
            <a:prstGeom prst="rect">
              <a:avLst/>
            </a:prstGeom>
            <a:solidFill>
              <a:srgbClr val="F0BAC0"/>
            </a:solidFill>
            <a:ln>
              <a:noFill/>
            </a:ln>
          </p:spPr>
        </p:sp>
        <p:sp>
          <p:nvSpPr>
            <p:cNvPr id="9128" name="Heatmap cell r31 c166"/>
            <p:cNvSpPr/>
            <p:nvPr/>
          </p:nvSpPr>
          <p:spPr>
            <a:xfrm>
              <a:off x="3015062" y="825733"/>
              <a:ext cx="19034" cy="26609"/>
            </a:xfrm>
            <a:prstGeom prst="rect">
              <a:avLst/>
            </a:prstGeom>
            <a:solidFill>
              <a:srgbClr val="EDB0B6"/>
            </a:solidFill>
            <a:ln>
              <a:noFill/>
            </a:ln>
          </p:spPr>
        </p:sp>
        <p:sp>
          <p:nvSpPr>
            <p:cNvPr id="9129" name="Heatmap cell r31 c167"/>
            <p:cNvSpPr/>
            <p:nvPr/>
          </p:nvSpPr>
          <p:spPr>
            <a:xfrm>
              <a:off x="3034001" y="825733"/>
              <a:ext cx="17140" cy="26609"/>
            </a:xfrm>
            <a:prstGeom prst="rect">
              <a:avLst/>
            </a:prstGeom>
            <a:solidFill>
              <a:srgbClr val="F1C3C8"/>
            </a:solidFill>
            <a:ln>
              <a:noFill/>
            </a:ln>
          </p:spPr>
        </p:sp>
        <p:sp>
          <p:nvSpPr>
            <p:cNvPr id="9130" name="Heatmap cell r31 c168"/>
            <p:cNvSpPr/>
            <p:nvPr/>
          </p:nvSpPr>
          <p:spPr>
            <a:xfrm>
              <a:off x="3051046" y="825733"/>
              <a:ext cx="19034" cy="26609"/>
            </a:xfrm>
            <a:prstGeom prst="rect">
              <a:avLst/>
            </a:prstGeom>
            <a:solidFill>
              <a:srgbClr val="EDACB3"/>
            </a:solidFill>
            <a:ln>
              <a:noFill/>
            </a:ln>
          </p:spPr>
        </p:sp>
        <p:sp>
          <p:nvSpPr>
            <p:cNvPr id="9131" name="Heatmap cell r31 c169"/>
            <p:cNvSpPr/>
            <p:nvPr/>
          </p:nvSpPr>
          <p:spPr>
            <a:xfrm>
              <a:off x="3069985" y="825733"/>
              <a:ext cx="19034" cy="26609"/>
            </a:xfrm>
            <a:prstGeom prst="rect">
              <a:avLst/>
            </a:prstGeom>
            <a:solidFill>
              <a:srgbClr val="F4CDD0"/>
            </a:solidFill>
            <a:ln>
              <a:noFill/>
            </a:ln>
          </p:spPr>
        </p:sp>
        <p:sp>
          <p:nvSpPr>
            <p:cNvPr id="9132" name="Heatmap cell r31 c170"/>
            <p:cNvSpPr/>
            <p:nvPr/>
          </p:nvSpPr>
          <p:spPr>
            <a:xfrm>
              <a:off x="3088924" y="825733"/>
              <a:ext cx="17140" cy="26609"/>
            </a:xfrm>
            <a:prstGeom prst="rect">
              <a:avLst/>
            </a:prstGeom>
            <a:solidFill>
              <a:srgbClr val="E9939B"/>
            </a:solidFill>
            <a:ln>
              <a:noFill/>
            </a:ln>
          </p:spPr>
        </p:sp>
        <p:sp>
          <p:nvSpPr>
            <p:cNvPr id="9133" name="Heatmap cell r31 c171"/>
            <p:cNvSpPr/>
            <p:nvPr/>
          </p:nvSpPr>
          <p:spPr>
            <a:xfrm>
              <a:off x="3105969" y="825733"/>
              <a:ext cx="19034" cy="26609"/>
            </a:xfrm>
            <a:prstGeom prst="rect">
              <a:avLst/>
            </a:prstGeom>
            <a:solidFill>
              <a:srgbClr val="EEB1B7"/>
            </a:solidFill>
            <a:ln>
              <a:noFill/>
            </a:ln>
          </p:spPr>
        </p:sp>
        <p:sp>
          <p:nvSpPr>
            <p:cNvPr id="9134" name="Heatmap cell r31 c172"/>
            <p:cNvSpPr/>
            <p:nvPr/>
          </p:nvSpPr>
          <p:spPr>
            <a:xfrm>
              <a:off x="3124908" y="825733"/>
              <a:ext cx="17140" cy="26609"/>
            </a:xfrm>
            <a:prstGeom prst="rect">
              <a:avLst/>
            </a:prstGeom>
            <a:solidFill>
              <a:srgbClr val="EA9CA1"/>
            </a:solidFill>
            <a:ln>
              <a:noFill/>
            </a:ln>
          </p:spPr>
        </p:sp>
        <p:sp>
          <p:nvSpPr>
            <p:cNvPr id="9135" name="Heatmap cell r31 c173"/>
            <p:cNvSpPr/>
            <p:nvPr/>
          </p:nvSpPr>
          <p:spPr>
            <a:xfrm>
              <a:off x="3141953" y="825733"/>
              <a:ext cx="19034" cy="26609"/>
            </a:xfrm>
            <a:prstGeom prst="rect">
              <a:avLst/>
            </a:prstGeom>
            <a:solidFill>
              <a:srgbClr val="EBA4AC"/>
            </a:solidFill>
            <a:ln>
              <a:noFill/>
            </a:ln>
          </p:spPr>
        </p:sp>
        <p:sp>
          <p:nvSpPr>
            <p:cNvPr id="9136" name="Heatmap cell r31 c174"/>
            <p:cNvSpPr/>
            <p:nvPr/>
          </p:nvSpPr>
          <p:spPr>
            <a:xfrm>
              <a:off x="3160892" y="825733"/>
              <a:ext cx="17140" cy="26609"/>
            </a:xfrm>
            <a:prstGeom prst="rect">
              <a:avLst/>
            </a:prstGeom>
            <a:solidFill>
              <a:srgbClr val="ECA0A8"/>
            </a:solidFill>
            <a:ln>
              <a:noFill/>
            </a:ln>
          </p:spPr>
        </p:sp>
        <p:sp>
          <p:nvSpPr>
            <p:cNvPr id="9137" name="Heatmap cell r31 c175"/>
            <p:cNvSpPr/>
            <p:nvPr/>
          </p:nvSpPr>
          <p:spPr>
            <a:xfrm>
              <a:off x="3177936" y="825733"/>
              <a:ext cx="19034" cy="26609"/>
            </a:xfrm>
            <a:prstGeom prst="rect">
              <a:avLst/>
            </a:prstGeom>
            <a:solidFill>
              <a:srgbClr val="EBA6AC"/>
            </a:solidFill>
            <a:ln>
              <a:noFill/>
            </a:ln>
          </p:spPr>
        </p:sp>
        <p:sp>
          <p:nvSpPr>
            <p:cNvPr id="9138" name="Heatmap cell r31 c176"/>
            <p:cNvSpPr/>
            <p:nvPr/>
          </p:nvSpPr>
          <p:spPr>
            <a:xfrm>
              <a:off x="3196875" y="825733"/>
              <a:ext cx="17140" cy="26609"/>
            </a:xfrm>
            <a:prstGeom prst="rect">
              <a:avLst/>
            </a:prstGeom>
            <a:solidFill>
              <a:srgbClr val="ECACB1"/>
            </a:solidFill>
            <a:ln>
              <a:noFill/>
            </a:ln>
          </p:spPr>
        </p:sp>
        <p:sp>
          <p:nvSpPr>
            <p:cNvPr id="9139" name="Heatmap cell r31 c177"/>
            <p:cNvSpPr/>
            <p:nvPr/>
          </p:nvSpPr>
          <p:spPr>
            <a:xfrm>
              <a:off x="3213920" y="825733"/>
              <a:ext cx="19034" cy="26609"/>
            </a:xfrm>
            <a:prstGeom prst="rect">
              <a:avLst/>
            </a:prstGeom>
            <a:solidFill>
              <a:srgbClr val="F8E9EA"/>
            </a:solidFill>
            <a:ln>
              <a:noFill/>
            </a:ln>
          </p:spPr>
        </p:sp>
        <p:sp>
          <p:nvSpPr>
            <p:cNvPr id="9140" name="Heatmap cell r31 c178"/>
            <p:cNvSpPr/>
            <p:nvPr/>
          </p:nvSpPr>
          <p:spPr>
            <a:xfrm>
              <a:off x="3232859" y="825733"/>
              <a:ext cx="17140" cy="26609"/>
            </a:xfrm>
            <a:prstGeom prst="rect">
              <a:avLst/>
            </a:prstGeom>
            <a:solidFill>
              <a:srgbClr val="EFB8BD"/>
            </a:solidFill>
            <a:ln>
              <a:noFill/>
            </a:ln>
          </p:spPr>
        </p:sp>
        <p:sp>
          <p:nvSpPr>
            <p:cNvPr id="9141" name="Heatmap cell r31 c179"/>
            <p:cNvSpPr/>
            <p:nvPr/>
          </p:nvSpPr>
          <p:spPr>
            <a:xfrm>
              <a:off x="3249904" y="825733"/>
              <a:ext cx="19034" cy="26609"/>
            </a:xfrm>
            <a:prstGeom prst="rect">
              <a:avLst/>
            </a:prstGeom>
            <a:solidFill>
              <a:srgbClr val="FAEEEF"/>
            </a:solidFill>
            <a:ln>
              <a:noFill/>
            </a:ln>
          </p:spPr>
        </p:sp>
        <p:sp>
          <p:nvSpPr>
            <p:cNvPr id="9142" name="Heatmap cell r31 c180"/>
            <p:cNvSpPr/>
            <p:nvPr/>
          </p:nvSpPr>
          <p:spPr>
            <a:xfrm>
              <a:off x="3268843" y="825733"/>
              <a:ext cx="17140" cy="26609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</p:sp>
        <p:sp>
          <p:nvSpPr>
            <p:cNvPr id="9143" name="Heatmap cell r31 c181"/>
            <p:cNvSpPr/>
            <p:nvPr/>
          </p:nvSpPr>
          <p:spPr>
            <a:xfrm>
              <a:off x="3285888" y="825733"/>
              <a:ext cx="19034" cy="26609"/>
            </a:xfrm>
            <a:prstGeom prst="rect">
              <a:avLst/>
            </a:prstGeom>
            <a:solidFill>
              <a:srgbClr val="EA9CA1"/>
            </a:solidFill>
            <a:ln>
              <a:noFill/>
            </a:ln>
          </p:spPr>
        </p:sp>
        <p:sp>
          <p:nvSpPr>
            <p:cNvPr id="9144" name="Heatmap cell r31 c182"/>
            <p:cNvSpPr/>
            <p:nvPr/>
          </p:nvSpPr>
          <p:spPr>
            <a:xfrm>
              <a:off x="3304827" y="825733"/>
              <a:ext cx="19034" cy="26609"/>
            </a:xfrm>
            <a:prstGeom prst="rect">
              <a:avLst/>
            </a:prstGeom>
            <a:solidFill>
              <a:srgbClr val="E68892"/>
            </a:solidFill>
            <a:ln>
              <a:noFill/>
            </a:ln>
          </p:spPr>
        </p:sp>
        <p:sp>
          <p:nvSpPr>
            <p:cNvPr id="9145" name="Heatmap cell r31 c183"/>
            <p:cNvSpPr/>
            <p:nvPr/>
          </p:nvSpPr>
          <p:spPr>
            <a:xfrm>
              <a:off x="3323765" y="825733"/>
              <a:ext cx="17140" cy="26609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9146" name="Heatmap cell r31 c184"/>
            <p:cNvSpPr/>
            <p:nvPr/>
          </p:nvSpPr>
          <p:spPr>
            <a:xfrm>
              <a:off x="3340810" y="825733"/>
              <a:ext cx="19034" cy="26609"/>
            </a:xfrm>
            <a:prstGeom prst="rect">
              <a:avLst/>
            </a:prstGeom>
            <a:solidFill>
              <a:srgbClr val="F5CFD2"/>
            </a:solidFill>
            <a:ln>
              <a:noFill/>
            </a:ln>
          </p:spPr>
        </p:sp>
        <p:sp>
          <p:nvSpPr>
            <p:cNvPr id="9147" name="Heatmap cell r31 c185"/>
            <p:cNvSpPr/>
            <p:nvPr/>
          </p:nvSpPr>
          <p:spPr>
            <a:xfrm>
              <a:off x="3359749" y="825733"/>
              <a:ext cx="17140" cy="26609"/>
            </a:xfrm>
            <a:prstGeom prst="rect">
              <a:avLst/>
            </a:prstGeom>
            <a:solidFill>
              <a:srgbClr val="EFF3F7"/>
            </a:solidFill>
            <a:ln>
              <a:noFill/>
            </a:ln>
          </p:spPr>
        </p:sp>
        <p:sp>
          <p:nvSpPr>
            <p:cNvPr id="9148" name="Heatmap cell r31 c186"/>
            <p:cNvSpPr/>
            <p:nvPr/>
          </p:nvSpPr>
          <p:spPr>
            <a:xfrm>
              <a:off x="3376794" y="825733"/>
              <a:ext cx="19034" cy="26609"/>
            </a:xfrm>
            <a:prstGeom prst="rect">
              <a:avLst/>
            </a:prstGeom>
            <a:solidFill>
              <a:srgbClr val="DF6974"/>
            </a:solidFill>
            <a:ln>
              <a:noFill/>
            </a:ln>
          </p:spPr>
        </p:sp>
        <p:sp>
          <p:nvSpPr>
            <p:cNvPr id="9149" name="Heatmap cell r31 c187"/>
            <p:cNvSpPr/>
            <p:nvPr/>
          </p:nvSpPr>
          <p:spPr>
            <a:xfrm>
              <a:off x="3395733" y="825733"/>
              <a:ext cx="17140" cy="26609"/>
            </a:xfrm>
            <a:prstGeom prst="rect">
              <a:avLst/>
            </a:prstGeom>
            <a:solidFill>
              <a:srgbClr val="F7E2E4"/>
            </a:solidFill>
            <a:ln>
              <a:noFill/>
            </a:ln>
          </p:spPr>
        </p:sp>
        <p:sp>
          <p:nvSpPr>
            <p:cNvPr id="9150" name="Heatmap cell r31 c188"/>
            <p:cNvSpPr/>
            <p:nvPr/>
          </p:nvSpPr>
          <p:spPr>
            <a:xfrm>
              <a:off x="3412778" y="825733"/>
              <a:ext cx="19034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9151" name="Heatmap cell r31 c189"/>
            <p:cNvSpPr/>
            <p:nvPr/>
          </p:nvSpPr>
          <p:spPr>
            <a:xfrm>
              <a:off x="3431717" y="825733"/>
              <a:ext cx="17140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9152" name="Heatmap cell r31 c190"/>
            <p:cNvSpPr/>
            <p:nvPr/>
          </p:nvSpPr>
          <p:spPr>
            <a:xfrm>
              <a:off x="3448762" y="825733"/>
              <a:ext cx="19034" cy="26609"/>
            </a:xfrm>
            <a:prstGeom prst="rect">
              <a:avLst/>
            </a:prstGeom>
            <a:solidFill>
              <a:srgbClr val="FBF3F4"/>
            </a:solidFill>
            <a:ln>
              <a:noFill/>
            </a:ln>
          </p:spPr>
        </p:sp>
        <p:sp>
          <p:nvSpPr>
            <p:cNvPr id="9153" name="Heatmap cell r31 c191"/>
            <p:cNvSpPr/>
            <p:nvPr/>
          </p:nvSpPr>
          <p:spPr>
            <a:xfrm>
              <a:off x="3467701" y="825733"/>
              <a:ext cx="17140" cy="26609"/>
            </a:xfrm>
            <a:prstGeom prst="rect">
              <a:avLst/>
            </a:prstGeom>
            <a:solidFill>
              <a:srgbClr val="F7DADC"/>
            </a:solidFill>
            <a:ln>
              <a:noFill/>
            </a:ln>
          </p:spPr>
        </p:sp>
        <p:sp>
          <p:nvSpPr>
            <p:cNvPr id="9154" name="Heatmap cell r31 c192"/>
            <p:cNvSpPr/>
            <p:nvPr/>
          </p:nvSpPr>
          <p:spPr>
            <a:xfrm>
              <a:off x="3484746" y="825733"/>
              <a:ext cx="19034" cy="26609"/>
            </a:xfrm>
            <a:prstGeom prst="rect">
              <a:avLst/>
            </a:prstGeom>
            <a:solidFill>
              <a:srgbClr val="EBA4AC"/>
            </a:solidFill>
            <a:ln>
              <a:noFill/>
            </a:ln>
          </p:spPr>
        </p:sp>
        <p:sp>
          <p:nvSpPr>
            <p:cNvPr id="9155" name="Heatmap cell r31 c193"/>
            <p:cNvSpPr/>
            <p:nvPr/>
          </p:nvSpPr>
          <p:spPr>
            <a:xfrm>
              <a:off x="3503684" y="825733"/>
              <a:ext cx="17140" cy="26609"/>
            </a:xfrm>
            <a:prstGeom prst="rect">
              <a:avLst/>
            </a:prstGeom>
            <a:solidFill>
              <a:srgbClr val="E1E9EF"/>
            </a:solidFill>
            <a:ln>
              <a:noFill/>
            </a:ln>
          </p:spPr>
        </p:sp>
        <p:sp>
          <p:nvSpPr>
            <p:cNvPr id="9156" name="Heatmap cell r31 c194"/>
            <p:cNvSpPr/>
            <p:nvPr/>
          </p:nvSpPr>
          <p:spPr>
            <a:xfrm>
              <a:off x="3520729" y="825733"/>
              <a:ext cx="19034" cy="26609"/>
            </a:xfrm>
            <a:prstGeom prst="rect">
              <a:avLst/>
            </a:prstGeom>
            <a:solidFill>
              <a:srgbClr val="F8DDDF"/>
            </a:solidFill>
            <a:ln>
              <a:noFill/>
            </a:ln>
          </p:spPr>
        </p:sp>
        <p:sp>
          <p:nvSpPr>
            <p:cNvPr id="9157" name="Heatmap cell r31 c195"/>
            <p:cNvSpPr/>
            <p:nvPr/>
          </p:nvSpPr>
          <p:spPr>
            <a:xfrm>
              <a:off x="3539668" y="825733"/>
              <a:ext cx="19034" cy="26609"/>
            </a:xfrm>
            <a:prstGeom prst="rect">
              <a:avLst/>
            </a:prstGeom>
            <a:solidFill>
              <a:srgbClr val="F4CCD1"/>
            </a:solidFill>
            <a:ln>
              <a:noFill/>
            </a:ln>
          </p:spPr>
        </p:sp>
        <p:sp>
          <p:nvSpPr>
            <p:cNvPr id="9158" name="Heatmap cell r31 c197"/>
            <p:cNvSpPr/>
            <p:nvPr/>
          </p:nvSpPr>
          <p:spPr>
            <a:xfrm>
              <a:off x="3575652" y="825733"/>
              <a:ext cx="19034" cy="26609"/>
            </a:xfrm>
            <a:prstGeom prst="rect">
              <a:avLst/>
            </a:prstGeom>
            <a:solidFill>
              <a:srgbClr val="DF636E"/>
            </a:solidFill>
            <a:ln>
              <a:noFill/>
            </a:ln>
          </p:spPr>
        </p:sp>
        <p:sp>
          <p:nvSpPr>
            <p:cNvPr id="9159" name="Heatmap cell r31 c198"/>
            <p:cNvSpPr/>
            <p:nvPr/>
          </p:nvSpPr>
          <p:spPr>
            <a:xfrm>
              <a:off x="3594591" y="825733"/>
              <a:ext cx="17140" cy="26609"/>
            </a:xfrm>
            <a:prstGeom prst="rect">
              <a:avLst/>
            </a:prstGeom>
            <a:solidFill>
              <a:srgbClr val="E27882"/>
            </a:solidFill>
            <a:ln>
              <a:noFill/>
            </a:ln>
          </p:spPr>
        </p:sp>
        <p:sp>
          <p:nvSpPr>
            <p:cNvPr id="9160" name="Heatmap cell r31 c199"/>
            <p:cNvSpPr/>
            <p:nvPr/>
          </p:nvSpPr>
          <p:spPr>
            <a:xfrm>
              <a:off x="3611636" y="825733"/>
              <a:ext cx="19034" cy="26609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9161" name="Heatmap cell r31 c200"/>
            <p:cNvSpPr/>
            <p:nvPr/>
          </p:nvSpPr>
          <p:spPr>
            <a:xfrm>
              <a:off x="3630575" y="825733"/>
              <a:ext cx="17140" cy="26609"/>
            </a:xfrm>
            <a:prstGeom prst="rect">
              <a:avLst/>
            </a:prstGeom>
            <a:solidFill>
              <a:srgbClr val="DDE4EC"/>
            </a:solidFill>
            <a:ln>
              <a:noFill/>
            </a:ln>
          </p:spPr>
        </p:sp>
        <p:sp>
          <p:nvSpPr>
            <p:cNvPr id="9162" name="Heatmap cell r31 c201"/>
            <p:cNvSpPr/>
            <p:nvPr/>
          </p:nvSpPr>
          <p:spPr>
            <a:xfrm>
              <a:off x="3647620" y="825733"/>
              <a:ext cx="19034" cy="26609"/>
            </a:xfrm>
            <a:prstGeom prst="rect">
              <a:avLst/>
            </a:prstGeom>
            <a:solidFill>
              <a:srgbClr val="EBA1A8"/>
            </a:solidFill>
            <a:ln>
              <a:noFill/>
            </a:ln>
          </p:spPr>
        </p:sp>
        <p:sp>
          <p:nvSpPr>
            <p:cNvPr id="9163" name="Heatmap cell r31 c202"/>
            <p:cNvSpPr/>
            <p:nvPr/>
          </p:nvSpPr>
          <p:spPr>
            <a:xfrm>
              <a:off x="3666558" y="825733"/>
              <a:ext cx="17140" cy="26609"/>
            </a:xfrm>
            <a:prstGeom prst="rect">
              <a:avLst/>
            </a:prstGeom>
            <a:solidFill>
              <a:srgbClr val="F4CDD0"/>
            </a:solidFill>
            <a:ln>
              <a:noFill/>
            </a:ln>
          </p:spPr>
        </p:sp>
        <p:sp>
          <p:nvSpPr>
            <p:cNvPr id="9164" name="Heatmap cell r31 c203"/>
            <p:cNvSpPr/>
            <p:nvPr/>
          </p:nvSpPr>
          <p:spPr>
            <a:xfrm>
              <a:off x="3683603" y="825733"/>
              <a:ext cx="19034" cy="26609"/>
            </a:xfrm>
            <a:prstGeom prst="rect">
              <a:avLst/>
            </a:prstGeom>
            <a:solidFill>
              <a:srgbClr val="F1C0C4"/>
            </a:solidFill>
            <a:ln>
              <a:noFill/>
            </a:ln>
          </p:spPr>
        </p:sp>
        <p:sp>
          <p:nvSpPr>
            <p:cNvPr id="9165" name="Heatmap cell r31 c204"/>
            <p:cNvSpPr/>
            <p:nvPr/>
          </p:nvSpPr>
          <p:spPr>
            <a:xfrm>
              <a:off x="3702542" y="825733"/>
              <a:ext cx="17140" cy="26609"/>
            </a:xfrm>
            <a:prstGeom prst="rect">
              <a:avLst/>
            </a:prstGeom>
            <a:solidFill>
              <a:srgbClr val="F4CACD"/>
            </a:solidFill>
            <a:ln>
              <a:noFill/>
            </a:ln>
          </p:spPr>
        </p:sp>
        <p:sp>
          <p:nvSpPr>
            <p:cNvPr id="9166" name="Heatmap cell r31 c205"/>
            <p:cNvSpPr/>
            <p:nvPr/>
          </p:nvSpPr>
          <p:spPr>
            <a:xfrm>
              <a:off x="3719587" y="825733"/>
              <a:ext cx="19034" cy="26609"/>
            </a:xfrm>
            <a:prstGeom prst="rect">
              <a:avLst/>
            </a:prstGeom>
            <a:solidFill>
              <a:srgbClr val="F6D4D7"/>
            </a:solidFill>
            <a:ln>
              <a:noFill/>
            </a:ln>
          </p:spPr>
        </p:sp>
        <p:sp>
          <p:nvSpPr>
            <p:cNvPr id="9167" name="Heatmap cell r31 c206"/>
            <p:cNvSpPr/>
            <p:nvPr/>
          </p:nvSpPr>
          <p:spPr>
            <a:xfrm>
              <a:off x="3738526" y="825733"/>
              <a:ext cx="17140" cy="26609"/>
            </a:xfrm>
            <a:prstGeom prst="rect">
              <a:avLst/>
            </a:prstGeom>
            <a:solidFill>
              <a:srgbClr val="A3B9CF"/>
            </a:solidFill>
            <a:ln>
              <a:noFill/>
            </a:ln>
          </p:spPr>
        </p:sp>
        <p:sp>
          <p:nvSpPr>
            <p:cNvPr id="9168" name="Heatmap cell r31 c207"/>
            <p:cNvSpPr/>
            <p:nvPr/>
          </p:nvSpPr>
          <p:spPr>
            <a:xfrm>
              <a:off x="3755571" y="825733"/>
              <a:ext cx="19034" cy="26609"/>
            </a:xfrm>
            <a:prstGeom prst="rect">
              <a:avLst/>
            </a:prstGeom>
            <a:solidFill>
              <a:srgbClr val="ECA7AD"/>
            </a:solidFill>
            <a:ln>
              <a:noFill/>
            </a:ln>
          </p:spPr>
        </p:sp>
        <p:sp>
          <p:nvSpPr>
            <p:cNvPr id="9169" name="Heatmap cell r31 c208"/>
            <p:cNvSpPr/>
            <p:nvPr/>
          </p:nvSpPr>
          <p:spPr>
            <a:xfrm>
              <a:off x="3774510" y="825733"/>
              <a:ext cx="19034" cy="26609"/>
            </a:xfrm>
            <a:prstGeom prst="rect">
              <a:avLst/>
            </a:prstGeom>
            <a:solidFill>
              <a:srgbClr val="ECACB1"/>
            </a:solidFill>
            <a:ln>
              <a:noFill/>
            </a:ln>
          </p:spPr>
        </p:sp>
        <p:sp>
          <p:nvSpPr>
            <p:cNvPr id="9170" name="Heatmap cell r31 c209"/>
            <p:cNvSpPr/>
            <p:nvPr/>
          </p:nvSpPr>
          <p:spPr>
            <a:xfrm>
              <a:off x="3793449" y="825733"/>
              <a:ext cx="17140" cy="26609"/>
            </a:xfrm>
            <a:prstGeom prst="rect">
              <a:avLst/>
            </a:prstGeom>
            <a:solidFill>
              <a:srgbClr val="F6D4D7"/>
            </a:solidFill>
            <a:ln>
              <a:noFill/>
            </a:ln>
          </p:spPr>
        </p:sp>
        <p:sp>
          <p:nvSpPr>
            <p:cNvPr id="9171" name="Heatmap cell r31 c210"/>
            <p:cNvSpPr/>
            <p:nvPr/>
          </p:nvSpPr>
          <p:spPr>
            <a:xfrm>
              <a:off x="3810494" y="825733"/>
              <a:ext cx="19034" cy="26609"/>
            </a:xfrm>
            <a:prstGeom prst="rect">
              <a:avLst/>
            </a:prstGeom>
            <a:solidFill>
              <a:srgbClr val="F1C3C8"/>
            </a:solidFill>
            <a:ln>
              <a:noFill/>
            </a:ln>
          </p:spPr>
        </p:sp>
        <p:sp>
          <p:nvSpPr>
            <p:cNvPr id="9172" name="Heatmap cell r31 c211"/>
            <p:cNvSpPr/>
            <p:nvPr/>
          </p:nvSpPr>
          <p:spPr>
            <a:xfrm>
              <a:off x="3829432" y="825733"/>
              <a:ext cx="17140" cy="26609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</p:sp>
        <p:sp>
          <p:nvSpPr>
            <p:cNvPr id="9173" name="Heatmap cell r31 c212"/>
            <p:cNvSpPr/>
            <p:nvPr/>
          </p:nvSpPr>
          <p:spPr>
            <a:xfrm>
              <a:off x="3846477" y="825733"/>
              <a:ext cx="19034" cy="26609"/>
            </a:xfrm>
            <a:prstGeom prst="rect">
              <a:avLst/>
            </a:prstGeom>
            <a:solidFill>
              <a:srgbClr val="A4BAD0"/>
            </a:solidFill>
            <a:ln>
              <a:noFill/>
            </a:ln>
          </p:spPr>
        </p:sp>
        <p:sp>
          <p:nvSpPr>
            <p:cNvPr id="9174" name="Heatmap cell r31 c213"/>
            <p:cNvSpPr/>
            <p:nvPr/>
          </p:nvSpPr>
          <p:spPr>
            <a:xfrm>
              <a:off x="3865416" y="825733"/>
              <a:ext cx="17140" cy="26609"/>
            </a:xfrm>
            <a:prstGeom prst="rect">
              <a:avLst/>
            </a:prstGeom>
            <a:solidFill>
              <a:srgbClr val="FCF7F7"/>
            </a:solidFill>
            <a:ln>
              <a:noFill/>
            </a:ln>
          </p:spPr>
        </p:sp>
        <p:sp>
          <p:nvSpPr>
            <p:cNvPr id="9175" name="Heatmap cell r31 c214"/>
            <p:cNvSpPr/>
            <p:nvPr/>
          </p:nvSpPr>
          <p:spPr>
            <a:xfrm>
              <a:off x="3882461" y="825733"/>
              <a:ext cx="19034" cy="26609"/>
            </a:xfrm>
            <a:prstGeom prst="rect">
              <a:avLst/>
            </a:prstGeom>
            <a:solidFill>
              <a:srgbClr val="E27882"/>
            </a:solidFill>
            <a:ln>
              <a:noFill/>
            </a:ln>
          </p:spPr>
        </p:sp>
        <p:sp>
          <p:nvSpPr>
            <p:cNvPr id="9176" name="Heatmap cell r31 c215"/>
            <p:cNvSpPr/>
            <p:nvPr/>
          </p:nvSpPr>
          <p:spPr>
            <a:xfrm>
              <a:off x="3901400" y="825733"/>
              <a:ext cx="17140" cy="26609"/>
            </a:xfrm>
            <a:prstGeom prst="rect">
              <a:avLst/>
            </a:prstGeom>
            <a:solidFill>
              <a:srgbClr val="CFDAE4"/>
            </a:solidFill>
            <a:ln>
              <a:noFill/>
            </a:ln>
          </p:spPr>
        </p:sp>
        <p:sp>
          <p:nvSpPr>
            <p:cNvPr id="9177" name="Heatmap cell r31 c216"/>
            <p:cNvSpPr/>
            <p:nvPr/>
          </p:nvSpPr>
          <p:spPr>
            <a:xfrm>
              <a:off x="3918445" y="825733"/>
              <a:ext cx="19034" cy="26609"/>
            </a:xfrm>
            <a:prstGeom prst="rect">
              <a:avLst/>
            </a:prstGeom>
            <a:solidFill>
              <a:srgbClr val="ECABB0"/>
            </a:solidFill>
            <a:ln>
              <a:noFill/>
            </a:ln>
          </p:spPr>
        </p:sp>
        <p:sp>
          <p:nvSpPr>
            <p:cNvPr id="9178" name="Heatmap cell r31 c217"/>
            <p:cNvSpPr/>
            <p:nvPr/>
          </p:nvSpPr>
          <p:spPr>
            <a:xfrm>
              <a:off x="3937384" y="825733"/>
              <a:ext cx="17140" cy="26609"/>
            </a:xfrm>
            <a:prstGeom prst="rect">
              <a:avLst/>
            </a:prstGeom>
            <a:solidFill>
              <a:srgbClr val="FCF6F6"/>
            </a:solidFill>
            <a:ln>
              <a:noFill/>
            </a:ln>
          </p:spPr>
        </p:sp>
        <p:sp>
          <p:nvSpPr>
            <p:cNvPr id="9179" name="Heatmap cell r31 c218"/>
            <p:cNvSpPr/>
            <p:nvPr/>
          </p:nvSpPr>
          <p:spPr>
            <a:xfrm>
              <a:off x="3954429" y="825733"/>
              <a:ext cx="19034" cy="26609"/>
            </a:xfrm>
            <a:prstGeom prst="rect">
              <a:avLst/>
            </a:prstGeom>
            <a:solidFill>
              <a:srgbClr val="F3C6CB"/>
            </a:solidFill>
            <a:ln>
              <a:noFill/>
            </a:ln>
          </p:spPr>
        </p:sp>
        <p:sp>
          <p:nvSpPr>
            <p:cNvPr id="9180" name="Heatmap cell r31 c219"/>
            <p:cNvSpPr/>
            <p:nvPr/>
          </p:nvSpPr>
          <p:spPr>
            <a:xfrm>
              <a:off x="3973368" y="825733"/>
              <a:ext cx="17140" cy="26609"/>
            </a:xfrm>
            <a:prstGeom prst="rect">
              <a:avLst/>
            </a:prstGeom>
            <a:solidFill>
              <a:srgbClr val="DFE7ED"/>
            </a:solidFill>
            <a:ln>
              <a:noFill/>
            </a:ln>
          </p:spPr>
        </p:sp>
        <p:sp>
          <p:nvSpPr>
            <p:cNvPr id="9181" name="Heatmap cell r31 c220"/>
            <p:cNvSpPr/>
            <p:nvPr/>
          </p:nvSpPr>
          <p:spPr>
            <a:xfrm>
              <a:off x="3990412" y="825733"/>
              <a:ext cx="19034" cy="26609"/>
            </a:xfrm>
            <a:prstGeom prst="rect">
              <a:avLst/>
            </a:prstGeom>
            <a:solidFill>
              <a:srgbClr val="ECA7AD"/>
            </a:solidFill>
            <a:ln>
              <a:noFill/>
            </a:ln>
          </p:spPr>
        </p:sp>
        <p:sp>
          <p:nvSpPr>
            <p:cNvPr id="9182" name="Heatmap cell r31 c221"/>
            <p:cNvSpPr/>
            <p:nvPr/>
          </p:nvSpPr>
          <p:spPr>
            <a:xfrm>
              <a:off x="4009351" y="825733"/>
              <a:ext cx="19034" cy="26609"/>
            </a:xfrm>
            <a:prstGeom prst="rect">
              <a:avLst/>
            </a:prstGeom>
            <a:solidFill>
              <a:srgbClr val="F3C6CB"/>
            </a:solidFill>
            <a:ln>
              <a:noFill/>
            </a:ln>
          </p:spPr>
        </p:sp>
        <p:sp>
          <p:nvSpPr>
            <p:cNvPr id="9183" name="Heatmap cell r31 c222"/>
            <p:cNvSpPr/>
            <p:nvPr/>
          </p:nvSpPr>
          <p:spPr>
            <a:xfrm>
              <a:off x="4028290" y="825733"/>
              <a:ext cx="17140" cy="26609"/>
            </a:xfrm>
            <a:prstGeom prst="rect">
              <a:avLst/>
            </a:prstGeom>
            <a:solidFill>
              <a:srgbClr val="F1C0C4"/>
            </a:solidFill>
            <a:ln>
              <a:noFill/>
            </a:ln>
          </p:spPr>
        </p:sp>
        <p:sp>
          <p:nvSpPr>
            <p:cNvPr id="9184" name="Heatmap cell r31 c223"/>
            <p:cNvSpPr/>
            <p:nvPr/>
          </p:nvSpPr>
          <p:spPr>
            <a:xfrm>
              <a:off x="4045335" y="825733"/>
              <a:ext cx="19034" cy="26609"/>
            </a:xfrm>
            <a:prstGeom prst="rect">
              <a:avLst/>
            </a:prstGeom>
            <a:solidFill>
              <a:srgbClr val="D1DCE7"/>
            </a:solidFill>
            <a:ln>
              <a:noFill/>
            </a:ln>
          </p:spPr>
        </p:sp>
        <p:sp>
          <p:nvSpPr>
            <p:cNvPr id="9185" name="Heatmap cell r32 c1"/>
            <p:cNvSpPr/>
            <p:nvPr/>
          </p:nvSpPr>
          <p:spPr>
            <a:xfrm>
              <a:off x="13257" y="852248"/>
              <a:ext cx="45548" cy="26609"/>
            </a:xfrm>
            <a:prstGeom prst="rect">
              <a:avLst/>
            </a:prstGeom>
            <a:solidFill>
              <a:srgbClr val="F76666"/>
            </a:solidFill>
            <a:ln>
              <a:noFill/>
            </a:ln>
          </p:spPr>
        </p:sp>
        <p:sp>
          <p:nvSpPr>
            <p:cNvPr id="9186" name="Heatmap cell r32 c3"/>
            <p:cNvSpPr/>
            <p:nvPr/>
          </p:nvSpPr>
          <p:spPr>
            <a:xfrm>
              <a:off x="71968" y="852248"/>
              <a:ext cx="17140" cy="26609"/>
            </a:xfrm>
            <a:prstGeom prst="rect">
              <a:avLst/>
            </a:prstGeom>
            <a:solidFill>
              <a:srgbClr val="91ACC5"/>
            </a:solidFill>
            <a:ln>
              <a:noFill/>
            </a:ln>
          </p:spPr>
        </p:sp>
        <p:sp>
          <p:nvSpPr>
            <p:cNvPr id="9187" name="Heatmap cell r32 c4"/>
            <p:cNvSpPr/>
            <p:nvPr/>
          </p:nvSpPr>
          <p:spPr>
            <a:xfrm>
              <a:off x="89013" y="852248"/>
              <a:ext cx="19034" cy="26609"/>
            </a:xfrm>
            <a:prstGeom prst="rect">
              <a:avLst/>
            </a:prstGeom>
            <a:solidFill>
              <a:srgbClr val="83A0BD"/>
            </a:solidFill>
            <a:ln>
              <a:noFill/>
            </a:ln>
          </p:spPr>
        </p:sp>
        <p:sp>
          <p:nvSpPr>
            <p:cNvPr id="9188" name="Heatmap cell r32 c5"/>
            <p:cNvSpPr/>
            <p:nvPr/>
          </p:nvSpPr>
          <p:spPr>
            <a:xfrm>
              <a:off x="107951" y="852248"/>
              <a:ext cx="17140" cy="26609"/>
            </a:xfrm>
            <a:prstGeom prst="rect">
              <a:avLst/>
            </a:prstGeom>
            <a:solidFill>
              <a:srgbClr val="E7EBF1"/>
            </a:solidFill>
            <a:ln>
              <a:noFill/>
            </a:ln>
          </p:spPr>
        </p:sp>
        <p:sp>
          <p:nvSpPr>
            <p:cNvPr id="9189" name="Heatmap cell r32 c6"/>
            <p:cNvSpPr/>
            <p:nvPr/>
          </p:nvSpPr>
          <p:spPr>
            <a:xfrm>
              <a:off x="124996" y="852248"/>
              <a:ext cx="19034" cy="26609"/>
            </a:xfrm>
            <a:prstGeom prst="rect">
              <a:avLst/>
            </a:prstGeom>
            <a:solidFill>
              <a:srgbClr val="8AA7C2"/>
            </a:solidFill>
            <a:ln>
              <a:noFill/>
            </a:ln>
          </p:spPr>
        </p:sp>
        <p:sp>
          <p:nvSpPr>
            <p:cNvPr id="9190" name="Heatmap cell r32 c7"/>
            <p:cNvSpPr/>
            <p:nvPr/>
          </p:nvSpPr>
          <p:spPr>
            <a:xfrm>
              <a:off x="143935" y="852248"/>
              <a:ext cx="17140" cy="26609"/>
            </a:xfrm>
            <a:prstGeom prst="rect">
              <a:avLst/>
            </a:prstGeom>
            <a:solidFill>
              <a:srgbClr val="AFC4D5"/>
            </a:solidFill>
            <a:ln>
              <a:noFill/>
            </a:ln>
          </p:spPr>
        </p:sp>
        <p:sp>
          <p:nvSpPr>
            <p:cNvPr id="9191" name="Heatmap cell r32 c8"/>
            <p:cNvSpPr/>
            <p:nvPr/>
          </p:nvSpPr>
          <p:spPr>
            <a:xfrm>
              <a:off x="160980" y="852248"/>
              <a:ext cx="19034" cy="26609"/>
            </a:xfrm>
            <a:prstGeom prst="rect">
              <a:avLst/>
            </a:prstGeom>
            <a:solidFill>
              <a:srgbClr val="426E9C"/>
            </a:solidFill>
            <a:ln>
              <a:noFill/>
            </a:ln>
          </p:spPr>
        </p:sp>
        <p:sp>
          <p:nvSpPr>
            <p:cNvPr id="9192" name="Heatmap cell r32 c9"/>
            <p:cNvSpPr/>
            <p:nvPr/>
          </p:nvSpPr>
          <p:spPr>
            <a:xfrm>
              <a:off x="179919" y="852248"/>
              <a:ext cx="19034" cy="26609"/>
            </a:xfrm>
            <a:prstGeom prst="rect">
              <a:avLst/>
            </a:prstGeom>
            <a:solidFill>
              <a:srgbClr val="EFF3F7"/>
            </a:solidFill>
            <a:ln>
              <a:noFill/>
            </a:ln>
          </p:spPr>
        </p:sp>
        <p:sp>
          <p:nvSpPr>
            <p:cNvPr id="9193" name="Heatmap cell r32 c10"/>
            <p:cNvSpPr/>
            <p:nvPr/>
          </p:nvSpPr>
          <p:spPr>
            <a:xfrm>
              <a:off x="198858" y="852248"/>
              <a:ext cx="17140" cy="26609"/>
            </a:xfrm>
            <a:prstGeom prst="rect">
              <a:avLst/>
            </a:prstGeom>
            <a:solidFill>
              <a:srgbClr val="B8C9DA"/>
            </a:solidFill>
            <a:ln>
              <a:noFill/>
            </a:ln>
          </p:spPr>
        </p:sp>
        <p:sp>
          <p:nvSpPr>
            <p:cNvPr id="9194" name="Heatmap cell r32 c11"/>
            <p:cNvSpPr/>
            <p:nvPr/>
          </p:nvSpPr>
          <p:spPr>
            <a:xfrm>
              <a:off x="215903" y="852248"/>
              <a:ext cx="19034" cy="26609"/>
            </a:xfrm>
            <a:prstGeom prst="rect">
              <a:avLst/>
            </a:prstGeom>
            <a:solidFill>
              <a:srgbClr val="7092B5"/>
            </a:solidFill>
            <a:ln>
              <a:noFill/>
            </a:ln>
          </p:spPr>
        </p:sp>
        <p:sp>
          <p:nvSpPr>
            <p:cNvPr id="9195" name="Heatmap cell r32 c12"/>
            <p:cNvSpPr/>
            <p:nvPr/>
          </p:nvSpPr>
          <p:spPr>
            <a:xfrm>
              <a:off x="234842" y="852248"/>
              <a:ext cx="17140" cy="26609"/>
            </a:xfrm>
            <a:prstGeom prst="rect">
              <a:avLst/>
            </a:prstGeom>
            <a:solidFill>
              <a:srgbClr val="C6D4E1"/>
            </a:solidFill>
            <a:ln>
              <a:noFill/>
            </a:ln>
          </p:spPr>
        </p:sp>
        <p:sp>
          <p:nvSpPr>
            <p:cNvPr id="9196" name="Heatmap cell r32 c13"/>
            <p:cNvSpPr/>
            <p:nvPr/>
          </p:nvSpPr>
          <p:spPr>
            <a:xfrm>
              <a:off x="251887" y="852248"/>
              <a:ext cx="19034" cy="26609"/>
            </a:xfrm>
            <a:prstGeom prst="rect">
              <a:avLst/>
            </a:prstGeom>
            <a:solidFill>
              <a:srgbClr val="A6BAD0"/>
            </a:solidFill>
            <a:ln>
              <a:noFill/>
            </a:ln>
          </p:spPr>
        </p:sp>
        <p:sp>
          <p:nvSpPr>
            <p:cNvPr id="9197" name="Heatmap cell r32 c14"/>
            <p:cNvSpPr/>
            <p:nvPr/>
          </p:nvSpPr>
          <p:spPr>
            <a:xfrm>
              <a:off x="270825" y="852248"/>
              <a:ext cx="17140" cy="26609"/>
            </a:xfrm>
            <a:prstGeom prst="rect">
              <a:avLst/>
            </a:prstGeom>
            <a:solidFill>
              <a:srgbClr val="E9EDF3"/>
            </a:solidFill>
            <a:ln>
              <a:noFill/>
            </a:ln>
          </p:spPr>
        </p:sp>
        <p:sp>
          <p:nvSpPr>
            <p:cNvPr id="9198" name="Heatmap cell r32 c15"/>
            <p:cNvSpPr/>
            <p:nvPr/>
          </p:nvSpPr>
          <p:spPr>
            <a:xfrm>
              <a:off x="287870" y="852248"/>
              <a:ext cx="19034" cy="26609"/>
            </a:xfrm>
            <a:prstGeom prst="rect">
              <a:avLst/>
            </a:prstGeom>
            <a:solidFill>
              <a:srgbClr val="9DB5CC"/>
            </a:solidFill>
            <a:ln>
              <a:noFill/>
            </a:ln>
          </p:spPr>
        </p:sp>
        <p:sp>
          <p:nvSpPr>
            <p:cNvPr id="9199" name="Heatmap cell r32 c16"/>
            <p:cNvSpPr/>
            <p:nvPr/>
          </p:nvSpPr>
          <p:spPr>
            <a:xfrm>
              <a:off x="306809" y="852248"/>
              <a:ext cx="17140" cy="26609"/>
            </a:xfrm>
            <a:prstGeom prst="rect">
              <a:avLst/>
            </a:prstGeom>
            <a:solidFill>
              <a:srgbClr val="D2DDE8"/>
            </a:solidFill>
            <a:ln>
              <a:noFill/>
            </a:ln>
          </p:spPr>
        </p:sp>
        <p:sp>
          <p:nvSpPr>
            <p:cNvPr id="9200" name="Heatmap cell r32 c17"/>
            <p:cNvSpPr/>
            <p:nvPr/>
          </p:nvSpPr>
          <p:spPr>
            <a:xfrm>
              <a:off x="323854" y="852248"/>
              <a:ext cx="19034" cy="26609"/>
            </a:xfrm>
            <a:prstGeom prst="rect">
              <a:avLst/>
            </a:prstGeom>
            <a:solidFill>
              <a:srgbClr val="9AB1C9"/>
            </a:solidFill>
            <a:ln>
              <a:noFill/>
            </a:ln>
          </p:spPr>
        </p:sp>
        <p:sp>
          <p:nvSpPr>
            <p:cNvPr id="9201" name="Heatmap cell r32 c18"/>
            <p:cNvSpPr/>
            <p:nvPr/>
          </p:nvSpPr>
          <p:spPr>
            <a:xfrm>
              <a:off x="342793" y="852248"/>
              <a:ext cx="17140" cy="26609"/>
            </a:xfrm>
            <a:prstGeom prst="rect">
              <a:avLst/>
            </a:prstGeom>
            <a:solidFill>
              <a:srgbClr val="CFDBE6"/>
            </a:solidFill>
            <a:ln>
              <a:noFill/>
            </a:ln>
          </p:spPr>
        </p:sp>
        <p:sp>
          <p:nvSpPr>
            <p:cNvPr id="9202" name="Heatmap cell r32 c19"/>
            <p:cNvSpPr/>
            <p:nvPr/>
          </p:nvSpPr>
          <p:spPr>
            <a:xfrm>
              <a:off x="359838" y="852248"/>
              <a:ext cx="19034" cy="26609"/>
            </a:xfrm>
            <a:prstGeom prst="rect">
              <a:avLst/>
            </a:prstGeom>
            <a:solidFill>
              <a:srgbClr val="DCE3EB"/>
            </a:solidFill>
            <a:ln>
              <a:noFill/>
            </a:ln>
          </p:spPr>
        </p:sp>
        <p:sp>
          <p:nvSpPr>
            <p:cNvPr id="9203" name="Heatmap cell r32 c20"/>
            <p:cNvSpPr/>
            <p:nvPr/>
          </p:nvSpPr>
          <p:spPr>
            <a:xfrm>
              <a:off x="378777" y="852248"/>
              <a:ext cx="17140" cy="26609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9204" name="Heatmap cell r32 c21"/>
            <p:cNvSpPr/>
            <p:nvPr/>
          </p:nvSpPr>
          <p:spPr>
            <a:xfrm>
              <a:off x="395822" y="852248"/>
              <a:ext cx="19034" cy="26609"/>
            </a:xfrm>
            <a:prstGeom prst="rect">
              <a:avLst/>
            </a:prstGeom>
            <a:solidFill>
              <a:srgbClr val="9AB1C9"/>
            </a:solidFill>
            <a:ln>
              <a:noFill/>
            </a:ln>
          </p:spPr>
        </p:sp>
        <p:sp>
          <p:nvSpPr>
            <p:cNvPr id="9205" name="Heatmap cell r32 c22"/>
            <p:cNvSpPr/>
            <p:nvPr/>
          </p:nvSpPr>
          <p:spPr>
            <a:xfrm>
              <a:off x="414760" y="852248"/>
              <a:ext cx="19034" cy="26609"/>
            </a:xfrm>
            <a:prstGeom prst="rect">
              <a:avLst/>
            </a:prstGeom>
            <a:solidFill>
              <a:srgbClr val="E9EEF4"/>
            </a:solidFill>
            <a:ln>
              <a:noFill/>
            </a:ln>
          </p:spPr>
        </p:sp>
        <p:sp>
          <p:nvSpPr>
            <p:cNvPr id="9206" name="Heatmap cell r32 c23"/>
            <p:cNvSpPr/>
            <p:nvPr/>
          </p:nvSpPr>
          <p:spPr>
            <a:xfrm>
              <a:off x="433699" y="852248"/>
              <a:ext cx="17140" cy="26609"/>
            </a:xfrm>
            <a:prstGeom prst="rect">
              <a:avLst/>
            </a:prstGeom>
            <a:solidFill>
              <a:srgbClr val="FCF7F7"/>
            </a:solidFill>
            <a:ln>
              <a:noFill/>
            </a:ln>
          </p:spPr>
        </p:sp>
        <p:sp>
          <p:nvSpPr>
            <p:cNvPr id="9207" name="Heatmap cell r32 c24"/>
            <p:cNvSpPr/>
            <p:nvPr/>
          </p:nvSpPr>
          <p:spPr>
            <a:xfrm>
              <a:off x="450744" y="852248"/>
              <a:ext cx="19034" cy="26609"/>
            </a:xfrm>
            <a:prstGeom prst="rect">
              <a:avLst/>
            </a:prstGeom>
            <a:solidFill>
              <a:srgbClr val="AFC4D5"/>
            </a:solidFill>
            <a:ln>
              <a:noFill/>
            </a:ln>
          </p:spPr>
        </p:sp>
        <p:sp>
          <p:nvSpPr>
            <p:cNvPr id="9208" name="Heatmap cell r32 c25"/>
            <p:cNvSpPr/>
            <p:nvPr/>
          </p:nvSpPr>
          <p:spPr>
            <a:xfrm>
              <a:off x="469683" y="852248"/>
              <a:ext cx="17140" cy="26609"/>
            </a:xfrm>
            <a:prstGeom prst="rect">
              <a:avLst/>
            </a:prstGeom>
            <a:solidFill>
              <a:srgbClr val="DDE4EC"/>
            </a:solidFill>
            <a:ln>
              <a:noFill/>
            </a:ln>
          </p:spPr>
        </p:sp>
        <p:sp>
          <p:nvSpPr>
            <p:cNvPr id="9209" name="Heatmap cell r32 c26"/>
            <p:cNvSpPr/>
            <p:nvPr/>
          </p:nvSpPr>
          <p:spPr>
            <a:xfrm>
              <a:off x="486728" y="852248"/>
              <a:ext cx="19034" cy="26609"/>
            </a:xfrm>
            <a:prstGeom prst="rect">
              <a:avLst/>
            </a:prstGeom>
            <a:solidFill>
              <a:srgbClr val="A8BCD1"/>
            </a:solidFill>
            <a:ln>
              <a:noFill/>
            </a:ln>
          </p:spPr>
        </p:sp>
        <p:sp>
          <p:nvSpPr>
            <p:cNvPr id="9210" name="Heatmap cell r32 c27"/>
            <p:cNvSpPr/>
            <p:nvPr/>
          </p:nvSpPr>
          <p:spPr>
            <a:xfrm>
              <a:off x="505667" y="852248"/>
              <a:ext cx="17140" cy="26609"/>
            </a:xfrm>
            <a:prstGeom prst="rect">
              <a:avLst/>
            </a:prstGeom>
            <a:solidFill>
              <a:srgbClr val="7D9DBA"/>
            </a:solidFill>
            <a:ln>
              <a:noFill/>
            </a:ln>
          </p:spPr>
        </p:sp>
        <p:sp>
          <p:nvSpPr>
            <p:cNvPr id="9211" name="Heatmap cell r32 c28"/>
            <p:cNvSpPr/>
            <p:nvPr/>
          </p:nvSpPr>
          <p:spPr>
            <a:xfrm>
              <a:off x="522712" y="852248"/>
              <a:ext cx="19034" cy="26609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9212" name="Heatmap cell r32 c29"/>
            <p:cNvSpPr/>
            <p:nvPr/>
          </p:nvSpPr>
          <p:spPr>
            <a:xfrm>
              <a:off x="541651" y="852248"/>
              <a:ext cx="17140" cy="26609"/>
            </a:xfrm>
            <a:prstGeom prst="rect">
              <a:avLst/>
            </a:prstGeom>
            <a:solidFill>
              <a:srgbClr val="B8C8DA"/>
            </a:solidFill>
            <a:ln>
              <a:noFill/>
            </a:ln>
          </p:spPr>
        </p:sp>
        <p:sp>
          <p:nvSpPr>
            <p:cNvPr id="9213" name="Heatmap cell r32 c30"/>
            <p:cNvSpPr/>
            <p:nvPr/>
          </p:nvSpPr>
          <p:spPr>
            <a:xfrm>
              <a:off x="558696" y="852248"/>
              <a:ext cx="19034" cy="26609"/>
            </a:xfrm>
            <a:prstGeom prst="rect">
              <a:avLst/>
            </a:prstGeom>
            <a:solidFill>
              <a:srgbClr val="C6D4E1"/>
            </a:solidFill>
            <a:ln>
              <a:noFill/>
            </a:ln>
          </p:spPr>
        </p:sp>
        <p:sp>
          <p:nvSpPr>
            <p:cNvPr id="9214" name="Heatmap cell r32 c31"/>
            <p:cNvSpPr/>
            <p:nvPr/>
          </p:nvSpPr>
          <p:spPr>
            <a:xfrm>
              <a:off x="577634" y="852248"/>
              <a:ext cx="17140" cy="26609"/>
            </a:xfrm>
            <a:prstGeom prst="rect">
              <a:avLst/>
            </a:prstGeom>
            <a:solidFill>
              <a:srgbClr val="B6C7D9"/>
            </a:solidFill>
            <a:ln>
              <a:noFill/>
            </a:ln>
          </p:spPr>
        </p:sp>
        <p:sp>
          <p:nvSpPr>
            <p:cNvPr id="9215" name="Heatmap cell r32 c32"/>
            <p:cNvSpPr/>
            <p:nvPr/>
          </p:nvSpPr>
          <p:spPr>
            <a:xfrm>
              <a:off x="594679" y="852248"/>
              <a:ext cx="19034" cy="26609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9216" name="Heatmap cell r32 c33"/>
            <p:cNvSpPr/>
            <p:nvPr/>
          </p:nvSpPr>
          <p:spPr>
            <a:xfrm>
              <a:off x="613618" y="852248"/>
              <a:ext cx="17140" cy="26609"/>
            </a:xfrm>
            <a:prstGeom prst="rect">
              <a:avLst/>
            </a:prstGeom>
            <a:solidFill>
              <a:srgbClr val="AFC4D5"/>
            </a:solidFill>
            <a:ln>
              <a:noFill/>
            </a:ln>
          </p:spPr>
        </p:sp>
        <p:sp>
          <p:nvSpPr>
            <p:cNvPr id="9217" name="Heatmap cell r32 c34"/>
            <p:cNvSpPr/>
            <p:nvPr/>
          </p:nvSpPr>
          <p:spPr>
            <a:xfrm>
              <a:off x="630663" y="852248"/>
              <a:ext cx="19034" cy="26609"/>
            </a:xfrm>
            <a:prstGeom prst="rect">
              <a:avLst/>
            </a:prstGeom>
            <a:solidFill>
              <a:srgbClr val="D5DFEA"/>
            </a:solidFill>
            <a:ln>
              <a:noFill/>
            </a:ln>
          </p:spPr>
        </p:sp>
        <p:sp>
          <p:nvSpPr>
            <p:cNvPr id="9218" name="Heatmap cell r32 c36"/>
            <p:cNvSpPr/>
            <p:nvPr/>
          </p:nvSpPr>
          <p:spPr>
            <a:xfrm>
              <a:off x="668541" y="852248"/>
              <a:ext cx="17140" cy="26609"/>
            </a:xfrm>
            <a:prstGeom prst="rect">
              <a:avLst/>
            </a:prstGeom>
            <a:solidFill>
              <a:srgbClr val="CDD9E3"/>
            </a:solidFill>
            <a:ln>
              <a:noFill/>
            </a:ln>
          </p:spPr>
        </p:sp>
        <p:sp>
          <p:nvSpPr>
            <p:cNvPr id="9219" name="Heatmap cell r32 c37"/>
            <p:cNvSpPr/>
            <p:nvPr/>
          </p:nvSpPr>
          <p:spPr>
            <a:xfrm>
              <a:off x="685586" y="852248"/>
              <a:ext cx="19034" cy="26609"/>
            </a:xfrm>
            <a:prstGeom prst="rect">
              <a:avLst/>
            </a:prstGeom>
            <a:solidFill>
              <a:srgbClr val="C5D3E0"/>
            </a:solidFill>
            <a:ln>
              <a:noFill/>
            </a:ln>
          </p:spPr>
        </p:sp>
        <p:sp>
          <p:nvSpPr>
            <p:cNvPr id="9220" name="Heatmap cell r32 c38"/>
            <p:cNvSpPr/>
            <p:nvPr/>
          </p:nvSpPr>
          <p:spPr>
            <a:xfrm>
              <a:off x="704525" y="852248"/>
              <a:ext cx="17140" cy="26609"/>
            </a:xfrm>
            <a:prstGeom prst="rect">
              <a:avLst/>
            </a:prstGeom>
            <a:solidFill>
              <a:srgbClr val="ADC2D4"/>
            </a:solidFill>
            <a:ln>
              <a:noFill/>
            </a:ln>
          </p:spPr>
        </p:sp>
        <p:sp>
          <p:nvSpPr>
            <p:cNvPr id="9221" name="Heatmap cell r32 c39"/>
            <p:cNvSpPr/>
            <p:nvPr/>
          </p:nvSpPr>
          <p:spPr>
            <a:xfrm>
              <a:off x="721570" y="852248"/>
              <a:ext cx="19034" cy="26609"/>
            </a:xfrm>
            <a:prstGeom prst="rect">
              <a:avLst/>
            </a:prstGeom>
            <a:solidFill>
              <a:srgbClr val="809FBC"/>
            </a:solidFill>
            <a:ln>
              <a:noFill/>
            </a:ln>
          </p:spPr>
        </p:sp>
        <p:sp>
          <p:nvSpPr>
            <p:cNvPr id="9222" name="Heatmap cell r32 c40"/>
            <p:cNvSpPr/>
            <p:nvPr/>
          </p:nvSpPr>
          <p:spPr>
            <a:xfrm>
              <a:off x="740508" y="852248"/>
              <a:ext cx="17140" cy="26609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9223" name="Heatmap cell r32 c41"/>
            <p:cNvSpPr/>
            <p:nvPr/>
          </p:nvSpPr>
          <p:spPr>
            <a:xfrm>
              <a:off x="757553" y="852248"/>
              <a:ext cx="19034" cy="26609"/>
            </a:xfrm>
            <a:prstGeom prst="rect">
              <a:avLst/>
            </a:prstGeom>
            <a:solidFill>
              <a:srgbClr val="91ACC5"/>
            </a:solidFill>
            <a:ln>
              <a:noFill/>
            </a:ln>
          </p:spPr>
        </p:sp>
        <p:sp>
          <p:nvSpPr>
            <p:cNvPr id="9224" name="Heatmap cell r32 c42"/>
            <p:cNvSpPr/>
            <p:nvPr/>
          </p:nvSpPr>
          <p:spPr>
            <a:xfrm>
              <a:off x="776492" y="852248"/>
              <a:ext cx="17140" cy="26609"/>
            </a:xfrm>
            <a:prstGeom prst="rect">
              <a:avLst/>
            </a:prstGeom>
            <a:solidFill>
              <a:srgbClr val="96AFC7"/>
            </a:solidFill>
            <a:ln>
              <a:noFill/>
            </a:ln>
          </p:spPr>
        </p:sp>
        <p:sp>
          <p:nvSpPr>
            <p:cNvPr id="9225" name="Heatmap cell r32 c43"/>
            <p:cNvSpPr/>
            <p:nvPr/>
          </p:nvSpPr>
          <p:spPr>
            <a:xfrm>
              <a:off x="793537" y="852248"/>
              <a:ext cx="19034" cy="26609"/>
            </a:xfrm>
            <a:prstGeom prst="rect">
              <a:avLst/>
            </a:prstGeom>
            <a:solidFill>
              <a:srgbClr val="D6E0EA"/>
            </a:solidFill>
            <a:ln>
              <a:noFill/>
            </a:ln>
          </p:spPr>
        </p:sp>
        <p:sp>
          <p:nvSpPr>
            <p:cNvPr id="9226" name="Heatmap cell r32 c44"/>
            <p:cNvSpPr/>
            <p:nvPr/>
          </p:nvSpPr>
          <p:spPr>
            <a:xfrm>
              <a:off x="812476" y="852248"/>
              <a:ext cx="17140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9227" name="Heatmap cell r32 c45"/>
            <p:cNvSpPr/>
            <p:nvPr/>
          </p:nvSpPr>
          <p:spPr>
            <a:xfrm>
              <a:off x="829521" y="852248"/>
              <a:ext cx="19034" cy="26609"/>
            </a:xfrm>
            <a:prstGeom prst="rect">
              <a:avLst/>
            </a:prstGeom>
            <a:solidFill>
              <a:srgbClr val="1D4C85"/>
            </a:solidFill>
            <a:ln>
              <a:noFill/>
            </a:ln>
          </p:spPr>
        </p:sp>
        <p:sp>
          <p:nvSpPr>
            <p:cNvPr id="9228" name="Heatmap cell r32 c46"/>
            <p:cNvSpPr/>
            <p:nvPr/>
          </p:nvSpPr>
          <p:spPr>
            <a:xfrm>
              <a:off x="848460" y="852248"/>
              <a:ext cx="17140" cy="26609"/>
            </a:xfrm>
            <a:prstGeom prst="rect">
              <a:avLst/>
            </a:prstGeom>
            <a:solidFill>
              <a:srgbClr val="7A9BB9"/>
            </a:solidFill>
            <a:ln>
              <a:noFill/>
            </a:ln>
          </p:spPr>
        </p:sp>
        <p:sp>
          <p:nvSpPr>
            <p:cNvPr id="9229" name="Heatmap cell r32 c47"/>
            <p:cNvSpPr/>
            <p:nvPr/>
          </p:nvSpPr>
          <p:spPr>
            <a:xfrm>
              <a:off x="865505" y="852248"/>
              <a:ext cx="19034" cy="26609"/>
            </a:xfrm>
            <a:prstGeom prst="rect">
              <a:avLst/>
            </a:prstGeom>
            <a:solidFill>
              <a:srgbClr val="A9BCD2"/>
            </a:solidFill>
            <a:ln>
              <a:noFill/>
            </a:ln>
          </p:spPr>
        </p:sp>
        <p:sp>
          <p:nvSpPr>
            <p:cNvPr id="9230" name="Heatmap cell r32 c48"/>
            <p:cNvSpPr/>
            <p:nvPr/>
          </p:nvSpPr>
          <p:spPr>
            <a:xfrm>
              <a:off x="884444" y="852248"/>
              <a:ext cx="19034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9231" name="Heatmap cell r32 c49"/>
            <p:cNvSpPr/>
            <p:nvPr/>
          </p:nvSpPr>
          <p:spPr>
            <a:xfrm>
              <a:off x="903382" y="852248"/>
              <a:ext cx="17140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9232" name="Heatmap cell r32 c50"/>
            <p:cNvSpPr/>
            <p:nvPr/>
          </p:nvSpPr>
          <p:spPr>
            <a:xfrm>
              <a:off x="920427" y="852248"/>
              <a:ext cx="19034" cy="26609"/>
            </a:xfrm>
            <a:prstGeom prst="rect">
              <a:avLst/>
            </a:prstGeom>
            <a:solidFill>
              <a:srgbClr val="1C4D85"/>
            </a:solidFill>
            <a:ln>
              <a:noFill/>
            </a:ln>
          </p:spPr>
        </p:sp>
        <p:sp>
          <p:nvSpPr>
            <p:cNvPr id="9233" name="Heatmap cell r32 c51"/>
            <p:cNvSpPr/>
            <p:nvPr/>
          </p:nvSpPr>
          <p:spPr>
            <a:xfrm>
              <a:off x="939366" y="852248"/>
              <a:ext cx="17140" cy="26609"/>
            </a:xfrm>
            <a:prstGeom prst="rect">
              <a:avLst/>
            </a:prstGeom>
            <a:solidFill>
              <a:srgbClr val="88A4C1"/>
            </a:solidFill>
            <a:ln>
              <a:noFill/>
            </a:ln>
          </p:spPr>
        </p:sp>
        <p:sp>
          <p:nvSpPr>
            <p:cNvPr id="9234" name="Heatmap cell r32 c52"/>
            <p:cNvSpPr/>
            <p:nvPr/>
          </p:nvSpPr>
          <p:spPr>
            <a:xfrm>
              <a:off x="956411" y="852248"/>
              <a:ext cx="19034" cy="26609"/>
            </a:xfrm>
            <a:prstGeom prst="rect">
              <a:avLst/>
            </a:prstGeom>
            <a:solidFill>
              <a:srgbClr val="89A6C2"/>
            </a:solidFill>
            <a:ln>
              <a:noFill/>
            </a:ln>
          </p:spPr>
        </p:sp>
        <p:sp>
          <p:nvSpPr>
            <p:cNvPr id="9235" name="Heatmap cell r32 c53"/>
            <p:cNvSpPr/>
            <p:nvPr/>
          </p:nvSpPr>
          <p:spPr>
            <a:xfrm>
              <a:off x="975350" y="852248"/>
              <a:ext cx="17140" cy="26609"/>
            </a:xfrm>
            <a:prstGeom prst="rect">
              <a:avLst/>
            </a:prstGeom>
            <a:solidFill>
              <a:srgbClr val="6489AD"/>
            </a:solidFill>
            <a:ln>
              <a:noFill/>
            </a:ln>
          </p:spPr>
        </p:sp>
        <p:sp>
          <p:nvSpPr>
            <p:cNvPr id="9236" name="Heatmap cell r32 c54"/>
            <p:cNvSpPr/>
            <p:nvPr/>
          </p:nvSpPr>
          <p:spPr>
            <a:xfrm>
              <a:off x="992395" y="852248"/>
              <a:ext cx="19034" cy="26609"/>
            </a:xfrm>
            <a:prstGeom prst="rect">
              <a:avLst/>
            </a:prstGeom>
            <a:solidFill>
              <a:srgbClr val="9CB4CA"/>
            </a:solidFill>
            <a:ln>
              <a:noFill/>
            </a:ln>
          </p:spPr>
        </p:sp>
        <p:sp>
          <p:nvSpPr>
            <p:cNvPr id="9237" name="Heatmap cell r32 c55"/>
            <p:cNvSpPr/>
            <p:nvPr/>
          </p:nvSpPr>
          <p:spPr>
            <a:xfrm>
              <a:off x="1011334" y="852248"/>
              <a:ext cx="17140" cy="26609"/>
            </a:xfrm>
            <a:prstGeom prst="rect">
              <a:avLst/>
            </a:prstGeom>
            <a:solidFill>
              <a:srgbClr val="F1C0C6"/>
            </a:solidFill>
            <a:ln>
              <a:noFill/>
            </a:ln>
          </p:spPr>
        </p:sp>
        <p:sp>
          <p:nvSpPr>
            <p:cNvPr id="9238" name="Heatmap cell r32 c56"/>
            <p:cNvSpPr/>
            <p:nvPr/>
          </p:nvSpPr>
          <p:spPr>
            <a:xfrm>
              <a:off x="1028379" y="852248"/>
              <a:ext cx="19034" cy="26609"/>
            </a:xfrm>
            <a:prstGeom prst="rect">
              <a:avLst/>
            </a:prstGeom>
            <a:solidFill>
              <a:srgbClr val="92ADC6"/>
            </a:solidFill>
            <a:ln>
              <a:noFill/>
            </a:ln>
          </p:spPr>
        </p:sp>
        <p:sp>
          <p:nvSpPr>
            <p:cNvPr id="9239" name="Heatmap cell r32 c57"/>
            <p:cNvSpPr/>
            <p:nvPr/>
          </p:nvSpPr>
          <p:spPr>
            <a:xfrm>
              <a:off x="1047318" y="852248"/>
              <a:ext cx="17140" cy="26609"/>
            </a:xfrm>
            <a:prstGeom prst="rect">
              <a:avLst/>
            </a:prstGeom>
            <a:solidFill>
              <a:srgbClr val="F8E1E3"/>
            </a:solidFill>
            <a:ln>
              <a:noFill/>
            </a:ln>
          </p:spPr>
        </p:sp>
        <p:sp>
          <p:nvSpPr>
            <p:cNvPr id="9240" name="Heatmap cell r32 c58"/>
            <p:cNvSpPr/>
            <p:nvPr/>
          </p:nvSpPr>
          <p:spPr>
            <a:xfrm>
              <a:off x="1064363" y="852248"/>
              <a:ext cx="19034" cy="26609"/>
            </a:xfrm>
            <a:prstGeom prst="rect">
              <a:avLst/>
            </a:prstGeom>
            <a:solidFill>
              <a:srgbClr val="DFE6ED"/>
            </a:solidFill>
            <a:ln>
              <a:noFill/>
            </a:ln>
          </p:spPr>
        </p:sp>
        <p:sp>
          <p:nvSpPr>
            <p:cNvPr id="9241" name="Heatmap cell r32 c59"/>
            <p:cNvSpPr/>
            <p:nvPr/>
          </p:nvSpPr>
          <p:spPr>
            <a:xfrm>
              <a:off x="1083301" y="852248"/>
              <a:ext cx="17140" cy="26609"/>
            </a:xfrm>
            <a:prstGeom prst="rect">
              <a:avLst/>
            </a:prstGeom>
            <a:solidFill>
              <a:srgbClr val="BECFDD"/>
            </a:solidFill>
            <a:ln>
              <a:noFill/>
            </a:ln>
          </p:spPr>
        </p:sp>
        <p:sp>
          <p:nvSpPr>
            <p:cNvPr id="9242" name="Heatmap cell r32 c60"/>
            <p:cNvSpPr/>
            <p:nvPr/>
          </p:nvSpPr>
          <p:spPr>
            <a:xfrm>
              <a:off x="1100346" y="852248"/>
              <a:ext cx="19034" cy="26609"/>
            </a:xfrm>
            <a:prstGeom prst="rect">
              <a:avLst/>
            </a:prstGeom>
            <a:solidFill>
              <a:srgbClr val="133779"/>
            </a:solidFill>
            <a:ln>
              <a:noFill/>
            </a:ln>
          </p:spPr>
        </p:sp>
        <p:sp>
          <p:nvSpPr>
            <p:cNvPr id="9243" name="Heatmap cell r32 c61"/>
            <p:cNvSpPr/>
            <p:nvPr/>
          </p:nvSpPr>
          <p:spPr>
            <a:xfrm>
              <a:off x="1119285" y="852248"/>
              <a:ext cx="19034" cy="26609"/>
            </a:xfrm>
            <a:prstGeom prst="rect">
              <a:avLst/>
            </a:prstGeom>
            <a:solidFill>
              <a:srgbClr val="AFC4D5"/>
            </a:solidFill>
            <a:ln>
              <a:noFill/>
            </a:ln>
          </p:spPr>
        </p:sp>
        <p:sp>
          <p:nvSpPr>
            <p:cNvPr id="9244" name="Heatmap cell r32 c62"/>
            <p:cNvSpPr/>
            <p:nvPr/>
          </p:nvSpPr>
          <p:spPr>
            <a:xfrm>
              <a:off x="1138224" y="852248"/>
              <a:ext cx="17140" cy="26609"/>
            </a:xfrm>
            <a:prstGeom prst="rect">
              <a:avLst/>
            </a:prstGeom>
            <a:solidFill>
              <a:srgbClr val="DEE6EC"/>
            </a:solidFill>
            <a:ln>
              <a:noFill/>
            </a:ln>
          </p:spPr>
        </p:sp>
        <p:sp>
          <p:nvSpPr>
            <p:cNvPr id="9245" name="Heatmap cell r32 c63"/>
            <p:cNvSpPr/>
            <p:nvPr/>
          </p:nvSpPr>
          <p:spPr>
            <a:xfrm>
              <a:off x="1155269" y="852248"/>
              <a:ext cx="19034" cy="26609"/>
            </a:xfrm>
            <a:prstGeom prst="rect">
              <a:avLst/>
            </a:prstGeom>
            <a:solidFill>
              <a:srgbClr val="AFC4D5"/>
            </a:solidFill>
            <a:ln>
              <a:noFill/>
            </a:ln>
          </p:spPr>
        </p:sp>
        <p:sp>
          <p:nvSpPr>
            <p:cNvPr id="9246" name="Heatmap cell r32 c64"/>
            <p:cNvSpPr/>
            <p:nvPr/>
          </p:nvSpPr>
          <p:spPr>
            <a:xfrm>
              <a:off x="1174208" y="852248"/>
              <a:ext cx="17140" cy="26609"/>
            </a:xfrm>
            <a:prstGeom prst="rect">
              <a:avLst/>
            </a:prstGeom>
            <a:solidFill>
              <a:srgbClr val="BDCEDD"/>
            </a:solidFill>
            <a:ln>
              <a:noFill/>
            </a:ln>
          </p:spPr>
        </p:sp>
        <p:sp>
          <p:nvSpPr>
            <p:cNvPr id="9247" name="Heatmap cell r32 c65"/>
            <p:cNvSpPr/>
            <p:nvPr/>
          </p:nvSpPr>
          <p:spPr>
            <a:xfrm>
              <a:off x="1191253" y="852248"/>
              <a:ext cx="19034" cy="26609"/>
            </a:xfrm>
            <a:prstGeom prst="rect">
              <a:avLst/>
            </a:prstGeom>
            <a:solidFill>
              <a:srgbClr val="ACC1D3"/>
            </a:solidFill>
            <a:ln>
              <a:noFill/>
            </a:ln>
          </p:spPr>
        </p:sp>
        <p:sp>
          <p:nvSpPr>
            <p:cNvPr id="9248" name="Heatmap cell r32 c66"/>
            <p:cNvSpPr/>
            <p:nvPr/>
          </p:nvSpPr>
          <p:spPr>
            <a:xfrm>
              <a:off x="1210192" y="852248"/>
              <a:ext cx="17140" cy="26609"/>
            </a:xfrm>
            <a:prstGeom prst="rect">
              <a:avLst/>
            </a:prstGeom>
            <a:solidFill>
              <a:srgbClr val="85A1BE"/>
            </a:solidFill>
            <a:ln>
              <a:noFill/>
            </a:ln>
          </p:spPr>
        </p:sp>
        <p:sp>
          <p:nvSpPr>
            <p:cNvPr id="9249" name="Heatmap cell r32 c67"/>
            <p:cNvSpPr/>
            <p:nvPr/>
          </p:nvSpPr>
          <p:spPr>
            <a:xfrm>
              <a:off x="1227236" y="852248"/>
              <a:ext cx="19034" cy="26609"/>
            </a:xfrm>
            <a:prstGeom prst="rect">
              <a:avLst/>
            </a:prstGeom>
            <a:solidFill>
              <a:srgbClr val="B5C5D7"/>
            </a:solidFill>
            <a:ln>
              <a:noFill/>
            </a:ln>
          </p:spPr>
        </p:sp>
        <p:sp>
          <p:nvSpPr>
            <p:cNvPr id="9250" name="Heatmap cell r32 c68"/>
            <p:cNvSpPr/>
            <p:nvPr/>
          </p:nvSpPr>
          <p:spPr>
            <a:xfrm>
              <a:off x="1246175" y="852248"/>
              <a:ext cx="17140" cy="26609"/>
            </a:xfrm>
            <a:prstGeom prst="rect">
              <a:avLst/>
            </a:prstGeom>
            <a:solidFill>
              <a:srgbClr val="E2EAEF"/>
            </a:solidFill>
            <a:ln>
              <a:noFill/>
            </a:ln>
          </p:spPr>
        </p:sp>
        <p:sp>
          <p:nvSpPr>
            <p:cNvPr id="9251" name="Heatmap cell r32 c69"/>
            <p:cNvSpPr/>
            <p:nvPr/>
          </p:nvSpPr>
          <p:spPr>
            <a:xfrm>
              <a:off x="1263220" y="852248"/>
              <a:ext cx="19034" cy="26609"/>
            </a:xfrm>
            <a:prstGeom prst="rect">
              <a:avLst/>
            </a:prstGeom>
            <a:solidFill>
              <a:srgbClr val="6689AE"/>
            </a:solidFill>
            <a:ln>
              <a:noFill/>
            </a:ln>
          </p:spPr>
        </p:sp>
        <p:sp>
          <p:nvSpPr>
            <p:cNvPr id="9252" name="Heatmap cell r32 c70"/>
            <p:cNvSpPr/>
            <p:nvPr/>
          </p:nvSpPr>
          <p:spPr>
            <a:xfrm>
              <a:off x="1282159" y="852248"/>
              <a:ext cx="17140" cy="26609"/>
            </a:xfrm>
            <a:prstGeom prst="rect">
              <a:avLst/>
            </a:prstGeom>
            <a:solidFill>
              <a:srgbClr val="84A1BE"/>
            </a:solidFill>
            <a:ln>
              <a:noFill/>
            </a:ln>
          </p:spPr>
        </p:sp>
        <p:sp>
          <p:nvSpPr>
            <p:cNvPr id="9253" name="Heatmap cell r32 c71"/>
            <p:cNvSpPr/>
            <p:nvPr/>
          </p:nvSpPr>
          <p:spPr>
            <a:xfrm>
              <a:off x="1299204" y="852248"/>
              <a:ext cx="19034" cy="26609"/>
            </a:xfrm>
            <a:prstGeom prst="rect">
              <a:avLst/>
            </a:prstGeom>
            <a:solidFill>
              <a:srgbClr val="A1B8CE"/>
            </a:solidFill>
            <a:ln>
              <a:noFill/>
            </a:ln>
          </p:spPr>
        </p:sp>
        <p:sp>
          <p:nvSpPr>
            <p:cNvPr id="9254" name="Heatmap cell r32 c72"/>
            <p:cNvSpPr/>
            <p:nvPr/>
          </p:nvSpPr>
          <p:spPr>
            <a:xfrm>
              <a:off x="1318143" y="852248"/>
              <a:ext cx="17140" cy="26609"/>
            </a:xfrm>
            <a:prstGeom prst="rect">
              <a:avLst/>
            </a:prstGeom>
            <a:solidFill>
              <a:srgbClr val="DBE3EB"/>
            </a:solidFill>
            <a:ln>
              <a:noFill/>
            </a:ln>
          </p:spPr>
        </p:sp>
        <p:sp>
          <p:nvSpPr>
            <p:cNvPr id="9255" name="Heatmap cell r32 c73"/>
            <p:cNvSpPr/>
            <p:nvPr/>
          </p:nvSpPr>
          <p:spPr>
            <a:xfrm>
              <a:off x="1335188" y="852248"/>
              <a:ext cx="19034" cy="26609"/>
            </a:xfrm>
            <a:prstGeom prst="rect">
              <a:avLst/>
            </a:prstGeom>
            <a:solidFill>
              <a:srgbClr val="83A0BD"/>
            </a:solidFill>
            <a:ln>
              <a:noFill/>
            </a:ln>
          </p:spPr>
        </p:sp>
        <p:sp>
          <p:nvSpPr>
            <p:cNvPr id="9256" name="Heatmap cell r32 c74"/>
            <p:cNvSpPr/>
            <p:nvPr/>
          </p:nvSpPr>
          <p:spPr>
            <a:xfrm>
              <a:off x="1354127" y="852248"/>
              <a:ext cx="17140" cy="26609"/>
            </a:xfrm>
            <a:prstGeom prst="rect">
              <a:avLst/>
            </a:prstGeom>
            <a:solidFill>
              <a:srgbClr val="386896"/>
            </a:solidFill>
            <a:ln>
              <a:noFill/>
            </a:ln>
          </p:spPr>
        </p:sp>
        <p:sp>
          <p:nvSpPr>
            <p:cNvPr id="9257" name="Heatmap cell r32 c75"/>
            <p:cNvSpPr/>
            <p:nvPr/>
          </p:nvSpPr>
          <p:spPr>
            <a:xfrm>
              <a:off x="1371172" y="852248"/>
              <a:ext cx="19034" cy="26609"/>
            </a:xfrm>
            <a:prstGeom prst="rect">
              <a:avLst/>
            </a:prstGeom>
            <a:solidFill>
              <a:srgbClr val="C2D0DE"/>
            </a:solidFill>
            <a:ln>
              <a:noFill/>
            </a:ln>
          </p:spPr>
        </p:sp>
        <p:sp>
          <p:nvSpPr>
            <p:cNvPr id="9258" name="Heatmap cell r32 c76"/>
            <p:cNvSpPr/>
            <p:nvPr/>
          </p:nvSpPr>
          <p:spPr>
            <a:xfrm>
              <a:off x="1390110" y="852248"/>
              <a:ext cx="19034" cy="26609"/>
            </a:xfrm>
            <a:prstGeom prst="rect">
              <a:avLst/>
            </a:prstGeom>
            <a:solidFill>
              <a:srgbClr val="ADC2D4"/>
            </a:solidFill>
            <a:ln>
              <a:noFill/>
            </a:ln>
          </p:spPr>
        </p:sp>
        <p:sp>
          <p:nvSpPr>
            <p:cNvPr id="9259" name="Heatmap cell r32 c77"/>
            <p:cNvSpPr/>
            <p:nvPr/>
          </p:nvSpPr>
          <p:spPr>
            <a:xfrm>
              <a:off x="1409049" y="852248"/>
              <a:ext cx="17140" cy="26609"/>
            </a:xfrm>
            <a:prstGeom prst="rect">
              <a:avLst/>
            </a:prstGeom>
            <a:solidFill>
              <a:srgbClr val="1E5287"/>
            </a:solidFill>
            <a:ln>
              <a:noFill/>
            </a:ln>
          </p:spPr>
        </p:sp>
        <p:sp>
          <p:nvSpPr>
            <p:cNvPr id="9260" name="Heatmap cell r32 c78"/>
            <p:cNvSpPr/>
            <p:nvPr/>
          </p:nvSpPr>
          <p:spPr>
            <a:xfrm>
              <a:off x="1426094" y="852248"/>
              <a:ext cx="19034" cy="26609"/>
            </a:xfrm>
            <a:prstGeom prst="rect">
              <a:avLst/>
            </a:prstGeom>
            <a:solidFill>
              <a:srgbClr val="CAD6E3"/>
            </a:solidFill>
            <a:ln>
              <a:noFill/>
            </a:ln>
          </p:spPr>
        </p:sp>
        <p:sp>
          <p:nvSpPr>
            <p:cNvPr id="9261" name="Heatmap cell r32 c79"/>
            <p:cNvSpPr/>
            <p:nvPr/>
          </p:nvSpPr>
          <p:spPr>
            <a:xfrm>
              <a:off x="1445033" y="852248"/>
              <a:ext cx="17140" cy="26609"/>
            </a:xfrm>
            <a:prstGeom prst="rect">
              <a:avLst/>
            </a:prstGeom>
            <a:solidFill>
              <a:srgbClr val="7696B7"/>
            </a:solidFill>
            <a:ln>
              <a:noFill/>
            </a:ln>
          </p:spPr>
        </p:sp>
        <p:sp>
          <p:nvSpPr>
            <p:cNvPr id="9262" name="Heatmap cell r32 c80"/>
            <p:cNvSpPr/>
            <p:nvPr/>
          </p:nvSpPr>
          <p:spPr>
            <a:xfrm>
              <a:off x="1462078" y="852248"/>
              <a:ext cx="19034" cy="26609"/>
            </a:xfrm>
            <a:prstGeom prst="rect">
              <a:avLst/>
            </a:prstGeom>
            <a:solidFill>
              <a:srgbClr val="1D4E85"/>
            </a:solidFill>
            <a:ln>
              <a:noFill/>
            </a:ln>
          </p:spPr>
        </p:sp>
        <p:sp>
          <p:nvSpPr>
            <p:cNvPr id="9263" name="Heatmap cell r32 c81"/>
            <p:cNvSpPr/>
            <p:nvPr/>
          </p:nvSpPr>
          <p:spPr>
            <a:xfrm>
              <a:off x="1481017" y="852248"/>
              <a:ext cx="17140" cy="26609"/>
            </a:xfrm>
            <a:prstGeom prst="rect">
              <a:avLst/>
            </a:prstGeom>
            <a:solidFill>
              <a:srgbClr val="FCF8F9"/>
            </a:solidFill>
            <a:ln>
              <a:noFill/>
            </a:ln>
          </p:spPr>
        </p:sp>
        <p:sp>
          <p:nvSpPr>
            <p:cNvPr id="9264" name="Heatmap cell r32 c82"/>
            <p:cNvSpPr/>
            <p:nvPr/>
          </p:nvSpPr>
          <p:spPr>
            <a:xfrm>
              <a:off x="1498062" y="852248"/>
              <a:ext cx="19034" cy="26609"/>
            </a:xfrm>
            <a:prstGeom prst="rect">
              <a:avLst/>
            </a:prstGeom>
            <a:solidFill>
              <a:srgbClr val="9AB3C9"/>
            </a:solidFill>
            <a:ln>
              <a:noFill/>
            </a:ln>
          </p:spPr>
        </p:sp>
        <p:sp>
          <p:nvSpPr>
            <p:cNvPr id="9265" name="Heatmap cell r32 c83"/>
            <p:cNvSpPr/>
            <p:nvPr/>
          </p:nvSpPr>
          <p:spPr>
            <a:xfrm>
              <a:off x="1517001" y="852248"/>
              <a:ext cx="17140" cy="26609"/>
            </a:xfrm>
            <a:prstGeom prst="rect">
              <a:avLst/>
            </a:prstGeom>
            <a:solidFill>
              <a:srgbClr val="DDE4EC"/>
            </a:solidFill>
            <a:ln>
              <a:noFill/>
            </a:ln>
          </p:spPr>
        </p:sp>
        <p:sp>
          <p:nvSpPr>
            <p:cNvPr id="9266" name="Heatmap cell r32 c84"/>
            <p:cNvSpPr/>
            <p:nvPr/>
          </p:nvSpPr>
          <p:spPr>
            <a:xfrm>
              <a:off x="1534046" y="852248"/>
              <a:ext cx="19034" cy="26609"/>
            </a:xfrm>
            <a:prstGeom prst="rect">
              <a:avLst/>
            </a:prstGeom>
            <a:solidFill>
              <a:srgbClr val="BECFDD"/>
            </a:solidFill>
            <a:ln>
              <a:noFill/>
            </a:ln>
          </p:spPr>
        </p:sp>
        <p:sp>
          <p:nvSpPr>
            <p:cNvPr id="9267" name="Heatmap cell r32 c85"/>
            <p:cNvSpPr/>
            <p:nvPr/>
          </p:nvSpPr>
          <p:spPr>
            <a:xfrm>
              <a:off x="1552984" y="852248"/>
              <a:ext cx="17140" cy="26609"/>
            </a:xfrm>
            <a:prstGeom prst="rect">
              <a:avLst/>
            </a:prstGeom>
            <a:solidFill>
              <a:srgbClr val="B5C5D7"/>
            </a:solidFill>
            <a:ln>
              <a:noFill/>
            </a:ln>
          </p:spPr>
        </p:sp>
        <p:sp>
          <p:nvSpPr>
            <p:cNvPr id="9268" name="Heatmap cell r32 c86"/>
            <p:cNvSpPr/>
            <p:nvPr/>
          </p:nvSpPr>
          <p:spPr>
            <a:xfrm>
              <a:off x="1570029" y="852248"/>
              <a:ext cx="19034" cy="26609"/>
            </a:xfrm>
            <a:prstGeom prst="rect">
              <a:avLst/>
            </a:prstGeom>
            <a:solidFill>
              <a:srgbClr val="D2DDE7"/>
            </a:solidFill>
            <a:ln>
              <a:noFill/>
            </a:ln>
          </p:spPr>
        </p:sp>
        <p:sp>
          <p:nvSpPr>
            <p:cNvPr id="9269" name="Heatmap cell r32 c87"/>
            <p:cNvSpPr/>
            <p:nvPr/>
          </p:nvSpPr>
          <p:spPr>
            <a:xfrm>
              <a:off x="1588968" y="852248"/>
              <a:ext cx="17140" cy="26609"/>
            </a:xfrm>
            <a:prstGeom prst="rect">
              <a:avLst/>
            </a:prstGeom>
            <a:solidFill>
              <a:srgbClr val="D1DCE7"/>
            </a:solidFill>
            <a:ln>
              <a:noFill/>
            </a:ln>
          </p:spPr>
        </p:sp>
        <p:sp>
          <p:nvSpPr>
            <p:cNvPr id="9270" name="Heatmap cell r32 c88"/>
            <p:cNvSpPr/>
            <p:nvPr/>
          </p:nvSpPr>
          <p:spPr>
            <a:xfrm>
              <a:off x="1606013" y="852248"/>
              <a:ext cx="19034" cy="26609"/>
            </a:xfrm>
            <a:prstGeom prst="rect">
              <a:avLst/>
            </a:prstGeom>
            <a:solidFill>
              <a:srgbClr val="BDCEDD"/>
            </a:solidFill>
            <a:ln>
              <a:noFill/>
            </a:ln>
          </p:spPr>
        </p:sp>
        <p:sp>
          <p:nvSpPr>
            <p:cNvPr id="9271" name="Heatmap cell r32 c89"/>
            <p:cNvSpPr/>
            <p:nvPr/>
          </p:nvSpPr>
          <p:spPr>
            <a:xfrm>
              <a:off x="1624952" y="852248"/>
              <a:ext cx="19034" cy="26609"/>
            </a:xfrm>
            <a:prstGeom prst="rect">
              <a:avLst/>
            </a:prstGeom>
            <a:solidFill>
              <a:srgbClr val="E6EBF1"/>
            </a:solidFill>
            <a:ln>
              <a:noFill/>
            </a:ln>
          </p:spPr>
        </p:sp>
        <p:sp>
          <p:nvSpPr>
            <p:cNvPr id="9272" name="Heatmap cell r32 c90"/>
            <p:cNvSpPr/>
            <p:nvPr/>
          </p:nvSpPr>
          <p:spPr>
            <a:xfrm>
              <a:off x="1643891" y="852248"/>
              <a:ext cx="17140" cy="26609"/>
            </a:xfrm>
            <a:prstGeom prst="rect">
              <a:avLst/>
            </a:prstGeom>
            <a:solidFill>
              <a:srgbClr val="6489AD"/>
            </a:solidFill>
            <a:ln>
              <a:noFill/>
            </a:ln>
          </p:spPr>
        </p:sp>
        <p:sp>
          <p:nvSpPr>
            <p:cNvPr id="9273" name="Heatmap cell r32 c91"/>
            <p:cNvSpPr/>
            <p:nvPr/>
          </p:nvSpPr>
          <p:spPr>
            <a:xfrm>
              <a:off x="1660936" y="852248"/>
              <a:ext cx="19034" cy="26609"/>
            </a:xfrm>
            <a:prstGeom prst="rect">
              <a:avLst/>
            </a:prstGeom>
            <a:solidFill>
              <a:srgbClr val="F6F8F9"/>
            </a:solidFill>
            <a:ln>
              <a:noFill/>
            </a:ln>
          </p:spPr>
        </p:sp>
        <p:sp>
          <p:nvSpPr>
            <p:cNvPr id="9274" name="Heatmap cell r32 c92"/>
            <p:cNvSpPr/>
            <p:nvPr/>
          </p:nvSpPr>
          <p:spPr>
            <a:xfrm>
              <a:off x="1679875" y="852248"/>
              <a:ext cx="17140" cy="26609"/>
            </a:xfrm>
            <a:prstGeom prst="rect">
              <a:avLst/>
            </a:prstGeom>
            <a:solidFill>
              <a:srgbClr val="DFE7ED"/>
            </a:solidFill>
            <a:ln>
              <a:noFill/>
            </a:ln>
          </p:spPr>
        </p:sp>
        <p:sp>
          <p:nvSpPr>
            <p:cNvPr id="9275" name="Heatmap cell r32 c93"/>
            <p:cNvSpPr/>
            <p:nvPr/>
          </p:nvSpPr>
          <p:spPr>
            <a:xfrm>
              <a:off x="1696920" y="852248"/>
              <a:ext cx="19034" cy="26609"/>
            </a:xfrm>
            <a:prstGeom prst="rect">
              <a:avLst/>
            </a:prstGeom>
            <a:solidFill>
              <a:srgbClr val="DBE3EB"/>
            </a:solidFill>
            <a:ln>
              <a:noFill/>
            </a:ln>
          </p:spPr>
        </p:sp>
        <p:sp>
          <p:nvSpPr>
            <p:cNvPr id="9276" name="Heatmap cell r32 c94"/>
            <p:cNvSpPr/>
            <p:nvPr/>
          </p:nvSpPr>
          <p:spPr>
            <a:xfrm>
              <a:off x="1715858" y="852248"/>
              <a:ext cx="17140" cy="26609"/>
            </a:xfrm>
            <a:prstGeom prst="rect">
              <a:avLst/>
            </a:prstGeom>
            <a:solidFill>
              <a:srgbClr val="CED9E4"/>
            </a:solidFill>
            <a:ln>
              <a:noFill/>
            </a:ln>
          </p:spPr>
        </p:sp>
        <p:sp>
          <p:nvSpPr>
            <p:cNvPr id="9277" name="Heatmap cell r32 c95"/>
            <p:cNvSpPr/>
            <p:nvPr/>
          </p:nvSpPr>
          <p:spPr>
            <a:xfrm>
              <a:off x="1732903" y="852248"/>
              <a:ext cx="19034" cy="26609"/>
            </a:xfrm>
            <a:prstGeom prst="rect">
              <a:avLst/>
            </a:prstGeom>
            <a:solidFill>
              <a:srgbClr val="D2DDE8"/>
            </a:solidFill>
            <a:ln>
              <a:noFill/>
            </a:ln>
          </p:spPr>
        </p:sp>
        <p:sp>
          <p:nvSpPr>
            <p:cNvPr id="9278" name="Heatmap cell r32 c96"/>
            <p:cNvSpPr/>
            <p:nvPr/>
          </p:nvSpPr>
          <p:spPr>
            <a:xfrm>
              <a:off x="1751842" y="852248"/>
              <a:ext cx="17140" cy="26609"/>
            </a:xfrm>
            <a:prstGeom prst="rect">
              <a:avLst/>
            </a:prstGeom>
            <a:solidFill>
              <a:srgbClr val="CCD7E3"/>
            </a:solidFill>
            <a:ln>
              <a:noFill/>
            </a:ln>
          </p:spPr>
        </p:sp>
        <p:sp>
          <p:nvSpPr>
            <p:cNvPr id="9279" name="Heatmap cell r32 c97"/>
            <p:cNvSpPr/>
            <p:nvPr/>
          </p:nvSpPr>
          <p:spPr>
            <a:xfrm>
              <a:off x="1768887" y="852248"/>
              <a:ext cx="19034" cy="26609"/>
            </a:xfrm>
            <a:prstGeom prst="rect">
              <a:avLst/>
            </a:prstGeom>
            <a:solidFill>
              <a:srgbClr val="EEF3F6"/>
            </a:solidFill>
            <a:ln>
              <a:noFill/>
            </a:ln>
          </p:spPr>
        </p:sp>
        <p:sp>
          <p:nvSpPr>
            <p:cNvPr id="9280" name="Heatmap cell r32 c98"/>
            <p:cNvSpPr/>
            <p:nvPr/>
          </p:nvSpPr>
          <p:spPr>
            <a:xfrm>
              <a:off x="1787826" y="852248"/>
              <a:ext cx="17140" cy="26609"/>
            </a:xfrm>
            <a:prstGeom prst="rect">
              <a:avLst/>
            </a:prstGeom>
            <a:solidFill>
              <a:srgbClr val="91ACC5"/>
            </a:solidFill>
            <a:ln>
              <a:noFill/>
            </a:ln>
          </p:spPr>
        </p:sp>
        <p:sp>
          <p:nvSpPr>
            <p:cNvPr id="9281" name="Heatmap cell r32 c99"/>
            <p:cNvSpPr/>
            <p:nvPr/>
          </p:nvSpPr>
          <p:spPr>
            <a:xfrm>
              <a:off x="1804871" y="852248"/>
              <a:ext cx="19034" cy="26609"/>
            </a:xfrm>
            <a:prstGeom prst="rect">
              <a:avLst/>
            </a:prstGeom>
            <a:solidFill>
              <a:srgbClr val="D5DFE9"/>
            </a:solidFill>
            <a:ln>
              <a:noFill/>
            </a:ln>
          </p:spPr>
        </p:sp>
        <p:sp>
          <p:nvSpPr>
            <p:cNvPr id="9282" name="Heatmap cell r32 c100"/>
            <p:cNvSpPr/>
            <p:nvPr/>
          </p:nvSpPr>
          <p:spPr>
            <a:xfrm>
              <a:off x="1823810" y="852248"/>
              <a:ext cx="17140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9283" name="Heatmap cell r32 c101"/>
            <p:cNvSpPr/>
            <p:nvPr/>
          </p:nvSpPr>
          <p:spPr>
            <a:xfrm>
              <a:off x="1840855" y="852248"/>
              <a:ext cx="19034" cy="26609"/>
            </a:xfrm>
            <a:prstGeom prst="rect">
              <a:avLst/>
            </a:prstGeom>
            <a:solidFill>
              <a:srgbClr val="829FBD"/>
            </a:solidFill>
            <a:ln>
              <a:noFill/>
            </a:ln>
          </p:spPr>
        </p:sp>
        <p:sp>
          <p:nvSpPr>
            <p:cNvPr id="9284" name="Heatmap cell r32 c102"/>
            <p:cNvSpPr/>
            <p:nvPr/>
          </p:nvSpPr>
          <p:spPr>
            <a:xfrm>
              <a:off x="1859794" y="852248"/>
              <a:ext cx="19034" cy="26609"/>
            </a:xfrm>
            <a:prstGeom prst="rect">
              <a:avLst/>
            </a:prstGeom>
            <a:solidFill>
              <a:srgbClr val="A2B8CF"/>
            </a:solidFill>
            <a:ln>
              <a:noFill/>
            </a:ln>
          </p:spPr>
        </p:sp>
        <p:sp>
          <p:nvSpPr>
            <p:cNvPr id="9285" name="Heatmap cell r32 c103"/>
            <p:cNvSpPr/>
            <p:nvPr/>
          </p:nvSpPr>
          <p:spPr>
            <a:xfrm>
              <a:off x="1878732" y="852248"/>
              <a:ext cx="17140" cy="26609"/>
            </a:xfrm>
            <a:prstGeom prst="rect">
              <a:avLst/>
            </a:prstGeom>
            <a:solidFill>
              <a:srgbClr val="A7BBD1"/>
            </a:solidFill>
            <a:ln>
              <a:noFill/>
            </a:ln>
          </p:spPr>
        </p:sp>
        <p:sp>
          <p:nvSpPr>
            <p:cNvPr id="9286" name="Heatmap cell r32 c104"/>
            <p:cNvSpPr/>
            <p:nvPr/>
          </p:nvSpPr>
          <p:spPr>
            <a:xfrm>
              <a:off x="1895777" y="852248"/>
              <a:ext cx="19034" cy="26609"/>
            </a:xfrm>
            <a:prstGeom prst="rect">
              <a:avLst/>
            </a:prstGeom>
            <a:solidFill>
              <a:srgbClr val="D9E1EB"/>
            </a:solidFill>
            <a:ln>
              <a:noFill/>
            </a:ln>
          </p:spPr>
        </p:sp>
        <p:sp>
          <p:nvSpPr>
            <p:cNvPr id="9287" name="Heatmap cell r32 c105"/>
            <p:cNvSpPr/>
            <p:nvPr/>
          </p:nvSpPr>
          <p:spPr>
            <a:xfrm>
              <a:off x="1914716" y="852248"/>
              <a:ext cx="17140" cy="26609"/>
            </a:xfrm>
            <a:prstGeom prst="rect">
              <a:avLst/>
            </a:prstGeom>
            <a:solidFill>
              <a:srgbClr val="FAEBED"/>
            </a:solidFill>
            <a:ln>
              <a:noFill/>
            </a:ln>
          </p:spPr>
        </p:sp>
        <p:sp>
          <p:nvSpPr>
            <p:cNvPr id="9288" name="Heatmap cell r32 c106"/>
            <p:cNvSpPr/>
            <p:nvPr/>
          </p:nvSpPr>
          <p:spPr>
            <a:xfrm>
              <a:off x="1931761" y="852248"/>
              <a:ext cx="19034" cy="26609"/>
            </a:xfrm>
            <a:prstGeom prst="rect">
              <a:avLst/>
            </a:prstGeom>
            <a:solidFill>
              <a:srgbClr val="C9D6E2"/>
            </a:solidFill>
            <a:ln>
              <a:noFill/>
            </a:ln>
          </p:spPr>
        </p:sp>
        <p:sp>
          <p:nvSpPr>
            <p:cNvPr id="9289" name="Heatmap cell r32 c107"/>
            <p:cNvSpPr/>
            <p:nvPr/>
          </p:nvSpPr>
          <p:spPr>
            <a:xfrm>
              <a:off x="1950700" y="852248"/>
              <a:ext cx="17140" cy="26609"/>
            </a:xfrm>
            <a:prstGeom prst="rect">
              <a:avLst/>
            </a:prstGeom>
            <a:solidFill>
              <a:srgbClr val="C2D0DE"/>
            </a:solidFill>
            <a:ln>
              <a:noFill/>
            </a:ln>
          </p:spPr>
        </p:sp>
        <p:sp>
          <p:nvSpPr>
            <p:cNvPr id="9290" name="Heatmap cell r32 c108"/>
            <p:cNvSpPr/>
            <p:nvPr/>
          </p:nvSpPr>
          <p:spPr>
            <a:xfrm>
              <a:off x="1967745" y="852248"/>
              <a:ext cx="19034" cy="26609"/>
            </a:xfrm>
            <a:prstGeom prst="rect">
              <a:avLst/>
            </a:prstGeom>
            <a:solidFill>
              <a:srgbClr val="EDF1F7"/>
            </a:solidFill>
            <a:ln>
              <a:noFill/>
            </a:ln>
          </p:spPr>
        </p:sp>
        <p:sp>
          <p:nvSpPr>
            <p:cNvPr id="9291" name="Heatmap cell r32 c109"/>
            <p:cNvSpPr/>
            <p:nvPr/>
          </p:nvSpPr>
          <p:spPr>
            <a:xfrm>
              <a:off x="1986684" y="852248"/>
              <a:ext cx="17140" cy="26609"/>
            </a:xfrm>
            <a:prstGeom prst="rect">
              <a:avLst/>
            </a:prstGeom>
            <a:solidFill>
              <a:srgbClr val="43709D"/>
            </a:solidFill>
            <a:ln>
              <a:noFill/>
            </a:ln>
          </p:spPr>
        </p:sp>
        <p:sp>
          <p:nvSpPr>
            <p:cNvPr id="9292" name="Heatmap cell r32 c110"/>
            <p:cNvSpPr/>
            <p:nvPr/>
          </p:nvSpPr>
          <p:spPr>
            <a:xfrm>
              <a:off x="2003729" y="852248"/>
              <a:ext cx="19034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9293" name="Heatmap cell r32 c111"/>
            <p:cNvSpPr/>
            <p:nvPr/>
          </p:nvSpPr>
          <p:spPr>
            <a:xfrm>
              <a:off x="2022668" y="852248"/>
              <a:ext cx="17140" cy="26609"/>
            </a:xfrm>
            <a:prstGeom prst="rect">
              <a:avLst/>
            </a:prstGeom>
            <a:solidFill>
              <a:srgbClr val="D5DFE9"/>
            </a:solidFill>
            <a:ln>
              <a:noFill/>
            </a:ln>
          </p:spPr>
        </p:sp>
        <p:sp>
          <p:nvSpPr>
            <p:cNvPr id="9294" name="Heatmap cell r32 c112"/>
            <p:cNvSpPr/>
            <p:nvPr/>
          </p:nvSpPr>
          <p:spPr>
            <a:xfrm>
              <a:off x="2039712" y="852248"/>
              <a:ext cx="19034" cy="26609"/>
            </a:xfrm>
            <a:prstGeom prst="rect">
              <a:avLst/>
            </a:prstGeom>
            <a:solidFill>
              <a:srgbClr val="FBF3F4"/>
            </a:solidFill>
            <a:ln>
              <a:noFill/>
            </a:ln>
          </p:spPr>
        </p:sp>
        <p:sp>
          <p:nvSpPr>
            <p:cNvPr id="9295" name="Heatmap cell r32 c113"/>
            <p:cNvSpPr/>
            <p:nvPr/>
          </p:nvSpPr>
          <p:spPr>
            <a:xfrm>
              <a:off x="2058651" y="852248"/>
              <a:ext cx="17140" cy="26609"/>
            </a:xfrm>
            <a:prstGeom prst="rect">
              <a:avLst/>
            </a:prstGeom>
            <a:solidFill>
              <a:srgbClr val="FAEBED"/>
            </a:solidFill>
            <a:ln>
              <a:noFill/>
            </a:ln>
          </p:spPr>
        </p:sp>
        <p:sp>
          <p:nvSpPr>
            <p:cNvPr id="9296" name="Heatmap cell r32 c115"/>
            <p:cNvSpPr/>
            <p:nvPr/>
          </p:nvSpPr>
          <p:spPr>
            <a:xfrm>
              <a:off x="2094635" y="852248"/>
              <a:ext cx="19034" cy="26609"/>
            </a:xfrm>
            <a:prstGeom prst="rect">
              <a:avLst/>
            </a:prstGeom>
            <a:solidFill>
              <a:srgbClr val="ECF0F6"/>
            </a:solidFill>
            <a:ln>
              <a:noFill/>
            </a:ln>
          </p:spPr>
        </p:sp>
        <p:sp>
          <p:nvSpPr>
            <p:cNvPr id="9297" name="Heatmap cell r32 c116"/>
            <p:cNvSpPr/>
            <p:nvPr/>
          </p:nvSpPr>
          <p:spPr>
            <a:xfrm>
              <a:off x="2113574" y="852248"/>
              <a:ext cx="17140" cy="26609"/>
            </a:xfrm>
            <a:prstGeom prst="rect">
              <a:avLst/>
            </a:prstGeom>
            <a:solidFill>
              <a:srgbClr val="205489"/>
            </a:solidFill>
            <a:ln>
              <a:noFill/>
            </a:ln>
          </p:spPr>
        </p:sp>
        <p:sp>
          <p:nvSpPr>
            <p:cNvPr id="9298" name="Heatmap cell r32 c117"/>
            <p:cNvSpPr/>
            <p:nvPr/>
          </p:nvSpPr>
          <p:spPr>
            <a:xfrm>
              <a:off x="2130619" y="852248"/>
              <a:ext cx="19034" cy="26609"/>
            </a:xfrm>
            <a:prstGeom prst="rect">
              <a:avLst/>
            </a:prstGeom>
            <a:solidFill>
              <a:srgbClr val="6287AC"/>
            </a:solidFill>
            <a:ln>
              <a:noFill/>
            </a:ln>
          </p:spPr>
        </p:sp>
        <p:sp>
          <p:nvSpPr>
            <p:cNvPr id="9299" name="Heatmap cell r32 c118"/>
            <p:cNvSpPr/>
            <p:nvPr/>
          </p:nvSpPr>
          <p:spPr>
            <a:xfrm>
              <a:off x="2149558" y="852248"/>
              <a:ext cx="17140" cy="26609"/>
            </a:xfrm>
            <a:prstGeom prst="rect">
              <a:avLst/>
            </a:prstGeom>
            <a:solidFill>
              <a:srgbClr val="FBF0F1"/>
            </a:solidFill>
            <a:ln>
              <a:noFill/>
            </a:ln>
          </p:spPr>
        </p:sp>
        <p:sp>
          <p:nvSpPr>
            <p:cNvPr id="9300" name="Heatmap cell r32 c119"/>
            <p:cNvSpPr/>
            <p:nvPr/>
          </p:nvSpPr>
          <p:spPr>
            <a:xfrm>
              <a:off x="2166603" y="852248"/>
              <a:ext cx="19034" cy="26609"/>
            </a:xfrm>
            <a:prstGeom prst="rect">
              <a:avLst/>
            </a:prstGeom>
            <a:solidFill>
              <a:srgbClr val="B7C7D9"/>
            </a:solidFill>
            <a:ln>
              <a:noFill/>
            </a:ln>
          </p:spPr>
        </p:sp>
        <p:sp>
          <p:nvSpPr>
            <p:cNvPr id="9301" name="Heatmap cell r32 c120"/>
            <p:cNvSpPr/>
            <p:nvPr/>
          </p:nvSpPr>
          <p:spPr>
            <a:xfrm>
              <a:off x="2185542" y="852248"/>
              <a:ext cx="17140" cy="26609"/>
            </a:xfrm>
            <a:prstGeom prst="rect">
              <a:avLst/>
            </a:prstGeom>
            <a:solidFill>
              <a:srgbClr val="ADC2D4"/>
            </a:solidFill>
            <a:ln>
              <a:noFill/>
            </a:ln>
          </p:spPr>
        </p:sp>
        <p:sp>
          <p:nvSpPr>
            <p:cNvPr id="9302" name="Heatmap cell r32 c121"/>
            <p:cNvSpPr/>
            <p:nvPr/>
          </p:nvSpPr>
          <p:spPr>
            <a:xfrm>
              <a:off x="2202586" y="852248"/>
              <a:ext cx="19034" cy="26609"/>
            </a:xfrm>
            <a:prstGeom prst="rect">
              <a:avLst/>
            </a:prstGeom>
            <a:solidFill>
              <a:srgbClr val="D4DFE9"/>
            </a:solidFill>
            <a:ln>
              <a:noFill/>
            </a:ln>
          </p:spPr>
        </p:sp>
        <p:sp>
          <p:nvSpPr>
            <p:cNvPr id="9303" name="Heatmap cell r32 c122"/>
            <p:cNvSpPr/>
            <p:nvPr/>
          </p:nvSpPr>
          <p:spPr>
            <a:xfrm>
              <a:off x="2221525" y="852248"/>
              <a:ext cx="17140" cy="26609"/>
            </a:xfrm>
            <a:prstGeom prst="rect">
              <a:avLst/>
            </a:prstGeom>
            <a:solidFill>
              <a:srgbClr val="B4C5D6"/>
            </a:solidFill>
            <a:ln>
              <a:noFill/>
            </a:ln>
          </p:spPr>
        </p:sp>
        <p:sp>
          <p:nvSpPr>
            <p:cNvPr id="9304" name="Heatmap cell r32 c123"/>
            <p:cNvSpPr/>
            <p:nvPr/>
          </p:nvSpPr>
          <p:spPr>
            <a:xfrm>
              <a:off x="2238570" y="852248"/>
              <a:ext cx="19034" cy="26609"/>
            </a:xfrm>
            <a:prstGeom prst="rect">
              <a:avLst/>
            </a:prstGeom>
            <a:solidFill>
              <a:srgbClr val="F1F5F8"/>
            </a:solidFill>
            <a:ln>
              <a:noFill/>
            </a:ln>
          </p:spPr>
        </p:sp>
        <p:sp>
          <p:nvSpPr>
            <p:cNvPr id="9305" name="Heatmap cell r32 c124"/>
            <p:cNvSpPr/>
            <p:nvPr/>
          </p:nvSpPr>
          <p:spPr>
            <a:xfrm>
              <a:off x="2257509" y="852248"/>
              <a:ext cx="17140" cy="26609"/>
            </a:xfrm>
            <a:prstGeom prst="rect">
              <a:avLst/>
            </a:prstGeom>
            <a:solidFill>
              <a:srgbClr val="B9C9DB"/>
            </a:solidFill>
            <a:ln>
              <a:noFill/>
            </a:ln>
          </p:spPr>
        </p:sp>
        <p:sp>
          <p:nvSpPr>
            <p:cNvPr id="9306" name="Heatmap cell r32 c125"/>
            <p:cNvSpPr/>
            <p:nvPr/>
          </p:nvSpPr>
          <p:spPr>
            <a:xfrm>
              <a:off x="2274554" y="852248"/>
              <a:ext cx="19034" cy="26609"/>
            </a:xfrm>
            <a:prstGeom prst="rect">
              <a:avLst/>
            </a:prstGeom>
            <a:solidFill>
              <a:srgbClr val="F1F5F8"/>
            </a:solidFill>
            <a:ln>
              <a:noFill/>
            </a:ln>
          </p:spPr>
        </p:sp>
        <p:sp>
          <p:nvSpPr>
            <p:cNvPr id="9307" name="Heatmap cell r32 c126"/>
            <p:cNvSpPr/>
            <p:nvPr/>
          </p:nvSpPr>
          <p:spPr>
            <a:xfrm>
              <a:off x="2293493" y="852248"/>
              <a:ext cx="17140" cy="26609"/>
            </a:xfrm>
            <a:prstGeom prst="rect">
              <a:avLst/>
            </a:prstGeom>
            <a:solidFill>
              <a:srgbClr val="A7BBD1"/>
            </a:solidFill>
            <a:ln>
              <a:noFill/>
            </a:ln>
          </p:spPr>
        </p:sp>
        <p:sp>
          <p:nvSpPr>
            <p:cNvPr id="9308" name="Heatmap cell r32 c127"/>
            <p:cNvSpPr/>
            <p:nvPr/>
          </p:nvSpPr>
          <p:spPr>
            <a:xfrm>
              <a:off x="2310538" y="852248"/>
              <a:ext cx="19034" cy="26609"/>
            </a:xfrm>
            <a:prstGeom prst="rect">
              <a:avLst/>
            </a:prstGeom>
            <a:solidFill>
              <a:srgbClr val="E1E9EF"/>
            </a:solidFill>
            <a:ln>
              <a:noFill/>
            </a:ln>
          </p:spPr>
        </p:sp>
        <p:sp>
          <p:nvSpPr>
            <p:cNvPr id="9309" name="Heatmap cell r32 c128"/>
            <p:cNvSpPr/>
            <p:nvPr/>
          </p:nvSpPr>
          <p:spPr>
            <a:xfrm>
              <a:off x="2329477" y="852248"/>
              <a:ext cx="19034" cy="26609"/>
            </a:xfrm>
            <a:prstGeom prst="rect">
              <a:avLst/>
            </a:prstGeom>
            <a:solidFill>
              <a:srgbClr val="EDF1F7"/>
            </a:solidFill>
            <a:ln>
              <a:noFill/>
            </a:ln>
          </p:spPr>
        </p:sp>
        <p:sp>
          <p:nvSpPr>
            <p:cNvPr id="9310" name="Heatmap cell r32 c129"/>
            <p:cNvSpPr/>
            <p:nvPr/>
          </p:nvSpPr>
          <p:spPr>
            <a:xfrm>
              <a:off x="2348416" y="852248"/>
              <a:ext cx="17140" cy="26609"/>
            </a:xfrm>
            <a:prstGeom prst="rect">
              <a:avLst/>
            </a:prstGeom>
            <a:solidFill>
              <a:srgbClr val="CFDAE4"/>
            </a:solidFill>
            <a:ln>
              <a:noFill/>
            </a:ln>
          </p:spPr>
        </p:sp>
        <p:sp>
          <p:nvSpPr>
            <p:cNvPr id="9311" name="Heatmap cell r32 c130"/>
            <p:cNvSpPr/>
            <p:nvPr/>
          </p:nvSpPr>
          <p:spPr>
            <a:xfrm>
              <a:off x="2365460" y="852248"/>
              <a:ext cx="19034" cy="26609"/>
            </a:xfrm>
            <a:prstGeom prst="rect">
              <a:avLst/>
            </a:prstGeom>
            <a:solidFill>
              <a:srgbClr val="133177"/>
            </a:solidFill>
            <a:ln>
              <a:noFill/>
            </a:ln>
          </p:spPr>
        </p:sp>
        <p:sp>
          <p:nvSpPr>
            <p:cNvPr id="9312" name="Heatmap cell r32 c131"/>
            <p:cNvSpPr/>
            <p:nvPr/>
          </p:nvSpPr>
          <p:spPr>
            <a:xfrm>
              <a:off x="2384399" y="852248"/>
              <a:ext cx="17140" cy="26609"/>
            </a:xfrm>
            <a:prstGeom prst="rect">
              <a:avLst/>
            </a:prstGeom>
            <a:solidFill>
              <a:srgbClr val="EEF3F6"/>
            </a:solidFill>
            <a:ln>
              <a:noFill/>
            </a:ln>
          </p:spPr>
        </p:sp>
        <p:sp>
          <p:nvSpPr>
            <p:cNvPr id="9313" name="Heatmap cell r32 c132"/>
            <p:cNvSpPr/>
            <p:nvPr/>
          </p:nvSpPr>
          <p:spPr>
            <a:xfrm>
              <a:off x="2401444" y="852248"/>
              <a:ext cx="19034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9314" name="Heatmap cell r32 c134"/>
            <p:cNvSpPr/>
            <p:nvPr/>
          </p:nvSpPr>
          <p:spPr>
            <a:xfrm>
              <a:off x="2437428" y="852248"/>
              <a:ext cx="19034" cy="26609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9315" name="Heatmap cell r32 c136"/>
            <p:cNvSpPr/>
            <p:nvPr/>
          </p:nvSpPr>
          <p:spPr>
            <a:xfrm>
              <a:off x="2473412" y="852248"/>
              <a:ext cx="19034" cy="26609"/>
            </a:xfrm>
            <a:prstGeom prst="rect">
              <a:avLst/>
            </a:prstGeom>
            <a:solidFill>
              <a:srgbClr val="A1B8CE"/>
            </a:solidFill>
            <a:ln>
              <a:noFill/>
            </a:ln>
          </p:spPr>
        </p:sp>
        <p:sp>
          <p:nvSpPr>
            <p:cNvPr id="9316" name="Heatmap cell r32 c137"/>
            <p:cNvSpPr/>
            <p:nvPr/>
          </p:nvSpPr>
          <p:spPr>
            <a:xfrm>
              <a:off x="2492351" y="852248"/>
              <a:ext cx="17140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9317" name="Heatmap cell r32 c138"/>
            <p:cNvSpPr/>
            <p:nvPr/>
          </p:nvSpPr>
          <p:spPr>
            <a:xfrm>
              <a:off x="2509396" y="852248"/>
              <a:ext cx="19034" cy="26609"/>
            </a:xfrm>
            <a:prstGeom prst="rect">
              <a:avLst/>
            </a:prstGeom>
            <a:solidFill>
              <a:srgbClr val="EBF0F6"/>
            </a:solidFill>
            <a:ln>
              <a:noFill/>
            </a:ln>
          </p:spPr>
        </p:sp>
        <p:sp>
          <p:nvSpPr>
            <p:cNvPr id="9318" name="Heatmap cell r32 c139"/>
            <p:cNvSpPr/>
            <p:nvPr/>
          </p:nvSpPr>
          <p:spPr>
            <a:xfrm>
              <a:off x="2528334" y="852248"/>
              <a:ext cx="17140" cy="26609"/>
            </a:xfrm>
            <a:prstGeom prst="rect">
              <a:avLst/>
            </a:prstGeom>
            <a:solidFill>
              <a:srgbClr val="FDF9FA"/>
            </a:solidFill>
            <a:ln>
              <a:noFill/>
            </a:ln>
          </p:spPr>
        </p:sp>
        <p:sp>
          <p:nvSpPr>
            <p:cNvPr id="9319" name="Heatmap cell r32 c140"/>
            <p:cNvSpPr/>
            <p:nvPr/>
          </p:nvSpPr>
          <p:spPr>
            <a:xfrm>
              <a:off x="2545379" y="852248"/>
              <a:ext cx="19034" cy="26609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9320" name="Heatmap cell r32 c141"/>
            <p:cNvSpPr/>
            <p:nvPr/>
          </p:nvSpPr>
          <p:spPr>
            <a:xfrm>
              <a:off x="2564318" y="852248"/>
              <a:ext cx="19034" cy="26609"/>
            </a:xfrm>
            <a:prstGeom prst="rect">
              <a:avLst/>
            </a:prstGeom>
            <a:solidFill>
              <a:srgbClr val="194480"/>
            </a:solidFill>
            <a:ln>
              <a:noFill/>
            </a:ln>
          </p:spPr>
        </p:sp>
        <p:sp>
          <p:nvSpPr>
            <p:cNvPr id="9321" name="Heatmap cell r32 c142"/>
            <p:cNvSpPr/>
            <p:nvPr/>
          </p:nvSpPr>
          <p:spPr>
            <a:xfrm>
              <a:off x="2583257" y="852248"/>
              <a:ext cx="17140" cy="26609"/>
            </a:xfrm>
            <a:prstGeom prst="rect">
              <a:avLst/>
            </a:prstGeom>
            <a:solidFill>
              <a:srgbClr val="C5D2DF"/>
            </a:solidFill>
            <a:ln>
              <a:noFill/>
            </a:ln>
          </p:spPr>
        </p:sp>
        <p:sp>
          <p:nvSpPr>
            <p:cNvPr id="9322" name="Heatmap cell r32 c143"/>
            <p:cNvSpPr/>
            <p:nvPr/>
          </p:nvSpPr>
          <p:spPr>
            <a:xfrm>
              <a:off x="2600302" y="852248"/>
              <a:ext cx="19034" cy="26609"/>
            </a:xfrm>
            <a:prstGeom prst="rect">
              <a:avLst/>
            </a:prstGeom>
            <a:solidFill>
              <a:srgbClr val="A3B9CF"/>
            </a:solidFill>
            <a:ln>
              <a:noFill/>
            </a:ln>
          </p:spPr>
        </p:sp>
        <p:sp>
          <p:nvSpPr>
            <p:cNvPr id="9323" name="Heatmap cell r32 c144"/>
            <p:cNvSpPr/>
            <p:nvPr/>
          </p:nvSpPr>
          <p:spPr>
            <a:xfrm>
              <a:off x="2619241" y="852248"/>
              <a:ext cx="17140" cy="26609"/>
            </a:xfrm>
            <a:prstGeom prst="rect">
              <a:avLst/>
            </a:prstGeom>
            <a:solidFill>
              <a:srgbClr val="CCD7E3"/>
            </a:solidFill>
            <a:ln>
              <a:noFill/>
            </a:ln>
          </p:spPr>
        </p:sp>
        <p:sp>
          <p:nvSpPr>
            <p:cNvPr id="9324" name="Heatmap cell r32 c145"/>
            <p:cNvSpPr/>
            <p:nvPr/>
          </p:nvSpPr>
          <p:spPr>
            <a:xfrm>
              <a:off x="2636286" y="852248"/>
              <a:ext cx="19034" cy="26609"/>
            </a:xfrm>
            <a:prstGeom prst="rect">
              <a:avLst/>
            </a:prstGeom>
            <a:solidFill>
              <a:srgbClr val="EDADB4"/>
            </a:solidFill>
            <a:ln>
              <a:noFill/>
            </a:ln>
          </p:spPr>
        </p:sp>
        <p:sp>
          <p:nvSpPr>
            <p:cNvPr id="9325" name="Heatmap cell r32 c146"/>
            <p:cNvSpPr/>
            <p:nvPr/>
          </p:nvSpPr>
          <p:spPr>
            <a:xfrm>
              <a:off x="2655225" y="852248"/>
              <a:ext cx="17140" cy="26609"/>
            </a:xfrm>
            <a:prstGeom prst="rect">
              <a:avLst/>
            </a:prstGeom>
            <a:solidFill>
              <a:srgbClr val="DDE4EC"/>
            </a:solidFill>
            <a:ln>
              <a:noFill/>
            </a:ln>
          </p:spPr>
        </p:sp>
        <p:sp>
          <p:nvSpPr>
            <p:cNvPr id="9326" name="Heatmap cell r32 c147"/>
            <p:cNvSpPr/>
            <p:nvPr/>
          </p:nvSpPr>
          <p:spPr>
            <a:xfrm>
              <a:off x="2672270" y="852248"/>
              <a:ext cx="19034" cy="26609"/>
            </a:xfrm>
            <a:prstGeom prst="rect">
              <a:avLst/>
            </a:prstGeom>
            <a:solidFill>
              <a:srgbClr val="163B7B"/>
            </a:solidFill>
            <a:ln>
              <a:noFill/>
            </a:ln>
          </p:spPr>
        </p:sp>
        <p:sp>
          <p:nvSpPr>
            <p:cNvPr id="9327" name="Heatmap cell r32 c148"/>
            <p:cNvSpPr/>
            <p:nvPr/>
          </p:nvSpPr>
          <p:spPr>
            <a:xfrm>
              <a:off x="2691208" y="852248"/>
              <a:ext cx="17140" cy="26609"/>
            </a:xfrm>
            <a:prstGeom prst="rect">
              <a:avLst/>
            </a:prstGeom>
            <a:solidFill>
              <a:srgbClr val="DAE2EB"/>
            </a:solidFill>
            <a:ln>
              <a:noFill/>
            </a:ln>
          </p:spPr>
        </p:sp>
        <p:sp>
          <p:nvSpPr>
            <p:cNvPr id="9328" name="Heatmap cell r32 c149"/>
            <p:cNvSpPr/>
            <p:nvPr/>
          </p:nvSpPr>
          <p:spPr>
            <a:xfrm>
              <a:off x="2708253" y="852248"/>
              <a:ext cx="19034" cy="26609"/>
            </a:xfrm>
            <a:prstGeom prst="rect">
              <a:avLst/>
            </a:prstGeom>
            <a:solidFill>
              <a:srgbClr val="C7D4E1"/>
            </a:solidFill>
            <a:ln>
              <a:noFill/>
            </a:ln>
          </p:spPr>
        </p:sp>
        <p:sp>
          <p:nvSpPr>
            <p:cNvPr id="9329" name="Heatmap cell r32 c150"/>
            <p:cNvSpPr/>
            <p:nvPr/>
          </p:nvSpPr>
          <p:spPr>
            <a:xfrm>
              <a:off x="2727192" y="852248"/>
              <a:ext cx="17140" cy="26609"/>
            </a:xfrm>
            <a:prstGeom prst="rect">
              <a:avLst/>
            </a:prstGeom>
            <a:solidFill>
              <a:srgbClr val="CDD9E3"/>
            </a:solidFill>
            <a:ln>
              <a:noFill/>
            </a:ln>
          </p:spPr>
        </p:sp>
        <p:sp>
          <p:nvSpPr>
            <p:cNvPr id="9330" name="Heatmap cell r32 c152"/>
            <p:cNvSpPr/>
            <p:nvPr/>
          </p:nvSpPr>
          <p:spPr>
            <a:xfrm>
              <a:off x="2763176" y="852248"/>
              <a:ext cx="17140" cy="26609"/>
            </a:xfrm>
            <a:prstGeom prst="rect">
              <a:avLst/>
            </a:prstGeom>
            <a:solidFill>
              <a:srgbClr val="CAD6E3"/>
            </a:solidFill>
            <a:ln>
              <a:noFill/>
            </a:ln>
          </p:spPr>
        </p:sp>
        <p:sp>
          <p:nvSpPr>
            <p:cNvPr id="9331" name="Heatmap cell r32 c153"/>
            <p:cNvSpPr/>
            <p:nvPr/>
          </p:nvSpPr>
          <p:spPr>
            <a:xfrm>
              <a:off x="2780221" y="852248"/>
              <a:ext cx="19034" cy="26609"/>
            </a:xfrm>
            <a:prstGeom prst="rect">
              <a:avLst/>
            </a:prstGeom>
            <a:solidFill>
              <a:srgbClr val="C5D2E0"/>
            </a:solidFill>
            <a:ln>
              <a:noFill/>
            </a:ln>
          </p:spPr>
        </p:sp>
        <p:sp>
          <p:nvSpPr>
            <p:cNvPr id="9332" name="Heatmap cell r32 c154"/>
            <p:cNvSpPr/>
            <p:nvPr/>
          </p:nvSpPr>
          <p:spPr>
            <a:xfrm>
              <a:off x="2799160" y="852248"/>
              <a:ext cx="17140" cy="26609"/>
            </a:xfrm>
            <a:prstGeom prst="rect">
              <a:avLst/>
            </a:prstGeom>
            <a:solidFill>
              <a:srgbClr val="BCCCDC"/>
            </a:solidFill>
            <a:ln>
              <a:noFill/>
            </a:ln>
          </p:spPr>
        </p:sp>
        <p:sp>
          <p:nvSpPr>
            <p:cNvPr id="9333" name="Heatmap cell r32 c156"/>
            <p:cNvSpPr/>
            <p:nvPr/>
          </p:nvSpPr>
          <p:spPr>
            <a:xfrm>
              <a:off x="2835144" y="852248"/>
              <a:ext cx="19034" cy="26609"/>
            </a:xfrm>
            <a:prstGeom prst="rect">
              <a:avLst/>
            </a:prstGeom>
            <a:solidFill>
              <a:srgbClr val="F9E7E8"/>
            </a:solidFill>
            <a:ln>
              <a:noFill/>
            </a:ln>
          </p:spPr>
        </p:sp>
        <p:sp>
          <p:nvSpPr>
            <p:cNvPr id="9334" name="Heatmap cell r32 c157"/>
            <p:cNvSpPr/>
            <p:nvPr/>
          </p:nvSpPr>
          <p:spPr>
            <a:xfrm>
              <a:off x="2854082" y="852248"/>
              <a:ext cx="17140" cy="26609"/>
            </a:xfrm>
            <a:prstGeom prst="rect">
              <a:avLst/>
            </a:prstGeom>
            <a:solidFill>
              <a:srgbClr val="D7E1EB"/>
            </a:solidFill>
            <a:ln>
              <a:noFill/>
            </a:ln>
          </p:spPr>
        </p:sp>
        <p:sp>
          <p:nvSpPr>
            <p:cNvPr id="9335" name="Heatmap cell r32 c158"/>
            <p:cNvSpPr/>
            <p:nvPr/>
          </p:nvSpPr>
          <p:spPr>
            <a:xfrm>
              <a:off x="2871127" y="852248"/>
              <a:ext cx="19034" cy="26609"/>
            </a:xfrm>
            <a:prstGeom prst="rect">
              <a:avLst/>
            </a:prstGeom>
            <a:solidFill>
              <a:srgbClr val="EBEFF5"/>
            </a:solidFill>
            <a:ln>
              <a:noFill/>
            </a:ln>
          </p:spPr>
        </p:sp>
        <p:sp>
          <p:nvSpPr>
            <p:cNvPr id="9336" name="Heatmap cell r32 c159"/>
            <p:cNvSpPr/>
            <p:nvPr/>
          </p:nvSpPr>
          <p:spPr>
            <a:xfrm>
              <a:off x="2890066" y="852248"/>
              <a:ext cx="17140" cy="26609"/>
            </a:xfrm>
            <a:prstGeom prst="rect">
              <a:avLst/>
            </a:prstGeom>
            <a:solidFill>
              <a:srgbClr val="A4BAD0"/>
            </a:solidFill>
            <a:ln>
              <a:noFill/>
            </a:ln>
          </p:spPr>
        </p:sp>
        <p:sp>
          <p:nvSpPr>
            <p:cNvPr id="9337" name="Heatmap cell r32 c160"/>
            <p:cNvSpPr/>
            <p:nvPr/>
          </p:nvSpPr>
          <p:spPr>
            <a:xfrm>
              <a:off x="2907111" y="852248"/>
              <a:ext cx="19034" cy="26609"/>
            </a:xfrm>
            <a:prstGeom prst="rect">
              <a:avLst/>
            </a:prstGeom>
            <a:solidFill>
              <a:srgbClr val="B5C5D7"/>
            </a:solidFill>
            <a:ln>
              <a:noFill/>
            </a:ln>
          </p:spPr>
        </p:sp>
        <p:sp>
          <p:nvSpPr>
            <p:cNvPr id="9338" name="Heatmap cell r32 c161"/>
            <p:cNvSpPr/>
            <p:nvPr/>
          </p:nvSpPr>
          <p:spPr>
            <a:xfrm>
              <a:off x="2926050" y="852248"/>
              <a:ext cx="17140" cy="26609"/>
            </a:xfrm>
            <a:prstGeom prst="rect">
              <a:avLst/>
            </a:prstGeom>
            <a:solidFill>
              <a:srgbClr val="F0BDC2"/>
            </a:solidFill>
            <a:ln>
              <a:noFill/>
            </a:ln>
          </p:spPr>
        </p:sp>
        <p:sp>
          <p:nvSpPr>
            <p:cNvPr id="9339" name="Heatmap cell r32 c162"/>
            <p:cNvSpPr/>
            <p:nvPr/>
          </p:nvSpPr>
          <p:spPr>
            <a:xfrm>
              <a:off x="2943095" y="852248"/>
              <a:ext cx="19034" cy="26609"/>
            </a:xfrm>
            <a:prstGeom prst="rect">
              <a:avLst/>
            </a:prstGeom>
            <a:solidFill>
              <a:srgbClr val="EFB8BC"/>
            </a:solidFill>
            <a:ln>
              <a:noFill/>
            </a:ln>
          </p:spPr>
        </p:sp>
        <p:sp>
          <p:nvSpPr>
            <p:cNvPr id="9340" name="Heatmap cell r32 c163"/>
            <p:cNvSpPr/>
            <p:nvPr/>
          </p:nvSpPr>
          <p:spPr>
            <a:xfrm>
              <a:off x="2962034" y="852248"/>
              <a:ext cx="17140" cy="26609"/>
            </a:xfrm>
            <a:prstGeom prst="rect">
              <a:avLst/>
            </a:prstGeom>
            <a:solidFill>
              <a:srgbClr val="F1C1C5"/>
            </a:solidFill>
            <a:ln>
              <a:noFill/>
            </a:ln>
          </p:spPr>
        </p:sp>
        <p:sp>
          <p:nvSpPr>
            <p:cNvPr id="9341" name="Heatmap cell r32 c164"/>
            <p:cNvSpPr/>
            <p:nvPr/>
          </p:nvSpPr>
          <p:spPr>
            <a:xfrm>
              <a:off x="2979079" y="852248"/>
              <a:ext cx="19034" cy="26609"/>
            </a:xfrm>
            <a:prstGeom prst="rect">
              <a:avLst/>
            </a:prstGeom>
            <a:solidFill>
              <a:srgbClr val="F1C1C5"/>
            </a:solidFill>
            <a:ln>
              <a:noFill/>
            </a:ln>
          </p:spPr>
        </p:sp>
        <p:sp>
          <p:nvSpPr>
            <p:cNvPr id="9342" name="Heatmap cell r32 c165"/>
            <p:cNvSpPr/>
            <p:nvPr/>
          </p:nvSpPr>
          <p:spPr>
            <a:xfrm>
              <a:off x="2998018" y="852248"/>
              <a:ext cx="17140" cy="26609"/>
            </a:xfrm>
            <a:prstGeom prst="rect">
              <a:avLst/>
            </a:prstGeom>
            <a:solidFill>
              <a:srgbClr val="F3C6CB"/>
            </a:solidFill>
            <a:ln>
              <a:noFill/>
            </a:ln>
          </p:spPr>
        </p:sp>
        <p:sp>
          <p:nvSpPr>
            <p:cNvPr id="9343" name="Heatmap cell r32 c166"/>
            <p:cNvSpPr/>
            <p:nvPr/>
          </p:nvSpPr>
          <p:spPr>
            <a:xfrm>
              <a:off x="3015062" y="852248"/>
              <a:ext cx="19034" cy="26609"/>
            </a:xfrm>
            <a:prstGeom prst="rect">
              <a:avLst/>
            </a:prstGeom>
            <a:solidFill>
              <a:srgbClr val="F1C4C7"/>
            </a:solidFill>
            <a:ln>
              <a:noFill/>
            </a:ln>
          </p:spPr>
        </p:sp>
        <p:sp>
          <p:nvSpPr>
            <p:cNvPr id="9344" name="Heatmap cell r32 c167"/>
            <p:cNvSpPr/>
            <p:nvPr/>
          </p:nvSpPr>
          <p:spPr>
            <a:xfrm>
              <a:off x="3034001" y="852248"/>
              <a:ext cx="17140" cy="26609"/>
            </a:xfrm>
            <a:prstGeom prst="rect">
              <a:avLst/>
            </a:prstGeom>
            <a:solidFill>
              <a:srgbClr val="F1C4C7"/>
            </a:solidFill>
            <a:ln>
              <a:noFill/>
            </a:ln>
          </p:spPr>
        </p:sp>
        <p:sp>
          <p:nvSpPr>
            <p:cNvPr id="9345" name="Heatmap cell r32 c168"/>
            <p:cNvSpPr/>
            <p:nvPr/>
          </p:nvSpPr>
          <p:spPr>
            <a:xfrm>
              <a:off x="3051046" y="852248"/>
              <a:ext cx="19034" cy="26609"/>
            </a:xfrm>
            <a:prstGeom prst="rect">
              <a:avLst/>
            </a:prstGeom>
            <a:solidFill>
              <a:srgbClr val="EA9CA2"/>
            </a:solidFill>
            <a:ln>
              <a:noFill/>
            </a:ln>
          </p:spPr>
        </p:sp>
        <p:sp>
          <p:nvSpPr>
            <p:cNvPr id="9346" name="Heatmap cell r32 c169"/>
            <p:cNvSpPr/>
            <p:nvPr/>
          </p:nvSpPr>
          <p:spPr>
            <a:xfrm>
              <a:off x="3069985" y="852248"/>
              <a:ext cx="19034" cy="26609"/>
            </a:xfrm>
            <a:prstGeom prst="rect">
              <a:avLst/>
            </a:prstGeom>
            <a:solidFill>
              <a:srgbClr val="F7D7DB"/>
            </a:solidFill>
            <a:ln>
              <a:noFill/>
            </a:ln>
          </p:spPr>
        </p:sp>
        <p:sp>
          <p:nvSpPr>
            <p:cNvPr id="9347" name="Heatmap cell r32 c170"/>
            <p:cNvSpPr/>
            <p:nvPr/>
          </p:nvSpPr>
          <p:spPr>
            <a:xfrm>
              <a:off x="3088924" y="852248"/>
              <a:ext cx="17140" cy="26609"/>
            </a:xfrm>
            <a:prstGeom prst="rect">
              <a:avLst/>
            </a:prstGeom>
            <a:solidFill>
              <a:srgbClr val="F3C6CB"/>
            </a:solidFill>
            <a:ln>
              <a:noFill/>
            </a:ln>
          </p:spPr>
        </p:sp>
        <p:sp>
          <p:nvSpPr>
            <p:cNvPr id="9348" name="Heatmap cell r32 c171"/>
            <p:cNvSpPr/>
            <p:nvPr/>
          </p:nvSpPr>
          <p:spPr>
            <a:xfrm>
              <a:off x="3105969" y="852248"/>
              <a:ext cx="19034" cy="26609"/>
            </a:xfrm>
            <a:prstGeom prst="rect">
              <a:avLst/>
            </a:prstGeom>
            <a:solidFill>
              <a:srgbClr val="F3C6CB"/>
            </a:solidFill>
            <a:ln>
              <a:noFill/>
            </a:ln>
          </p:spPr>
        </p:sp>
        <p:sp>
          <p:nvSpPr>
            <p:cNvPr id="9349" name="Heatmap cell r32 c172"/>
            <p:cNvSpPr/>
            <p:nvPr/>
          </p:nvSpPr>
          <p:spPr>
            <a:xfrm>
              <a:off x="3124908" y="852248"/>
              <a:ext cx="17140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9350" name="Heatmap cell r32 c173"/>
            <p:cNvSpPr/>
            <p:nvPr/>
          </p:nvSpPr>
          <p:spPr>
            <a:xfrm>
              <a:off x="3141953" y="852248"/>
              <a:ext cx="19034" cy="26609"/>
            </a:xfrm>
            <a:prstGeom prst="rect">
              <a:avLst/>
            </a:prstGeom>
            <a:solidFill>
              <a:srgbClr val="ECA7AD"/>
            </a:solidFill>
            <a:ln>
              <a:noFill/>
            </a:ln>
          </p:spPr>
        </p:sp>
        <p:sp>
          <p:nvSpPr>
            <p:cNvPr id="9351" name="Heatmap cell r32 c174"/>
            <p:cNvSpPr/>
            <p:nvPr/>
          </p:nvSpPr>
          <p:spPr>
            <a:xfrm>
              <a:off x="3160892" y="852248"/>
              <a:ext cx="17140" cy="26609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9352" name="Heatmap cell r32 c175"/>
            <p:cNvSpPr/>
            <p:nvPr/>
          </p:nvSpPr>
          <p:spPr>
            <a:xfrm>
              <a:off x="3177936" y="852248"/>
              <a:ext cx="19034" cy="26609"/>
            </a:xfrm>
            <a:prstGeom prst="rect">
              <a:avLst/>
            </a:prstGeom>
            <a:solidFill>
              <a:srgbClr val="F2C8CD"/>
            </a:solidFill>
            <a:ln>
              <a:noFill/>
            </a:ln>
          </p:spPr>
        </p:sp>
        <p:sp>
          <p:nvSpPr>
            <p:cNvPr id="9353" name="Heatmap cell r32 c176"/>
            <p:cNvSpPr/>
            <p:nvPr/>
          </p:nvSpPr>
          <p:spPr>
            <a:xfrm>
              <a:off x="3196875" y="852248"/>
              <a:ext cx="17140" cy="26609"/>
            </a:xfrm>
            <a:prstGeom prst="rect">
              <a:avLst/>
            </a:prstGeom>
            <a:solidFill>
              <a:srgbClr val="F1C1C5"/>
            </a:solidFill>
            <a:ln>
              <a:noFill/>
            </a:ln>
          </p:spPr>
        </p:sp>
        <p:sp>
          <p:nvSpPr>
            <p:cNvPr id="9354" name="Heatmap cell r32 c177"/>
            <p:cNvSpPr/>
            <p:nvPr/>
          </p:nvSpPr>
          <p:spPr>
            <a:xfrm>
              <a:off x="3213920" y="852248"/>
              <a:ext cx="19034" cy="26609"/>
            </a:xfrm>
            <a:prstGeom prst="rect">
              <a:avLst/>
            </a:prstGeom>
            <a:solidFill>
              <a:srgbClr val="A6BAD0"/>
            </a:solidFill>
            <a:ln>
              <a:noFill/>
            </a:ln>
          </p:spPr>
        </p:sp>
        <p:sp>
          <p:nvSpPr>
            <p:cNvPr id="9355" name="Heatmap cell r32 c178"/>
            <p:cNvSpPr/>
            <p:nvPr/>
          </p:nvSpPr>
          <p:spPr>
            <a:xfrm>
              <a:off x="3232859" y="852248"/>
              <a:ext cx="17140" cy="26609"/>
            </a:xfrm>
            <a:prstGeom prst="rect">
              <a:avLst/>
            </a:prstGeom>
            <a:solidFill>
              <a:srgbClr val="EFB9BE"/>
            </a:solidFill>
            <a:ln>
              <a:noFill/>
            </a:ln>
          </p:spPr>
        </p:sp>
        <p:sp>
          <p:nvSpPr>
            <p:cNvPr id="9356" name="Heatmap cell r32 c179"/>
            <p:cNvSpPr/>
            <p:nvPr/>
          </p:nvSpPr>
          <p:spPr>
            <a:xfrm>
              <a:off x="3249904" y="852248"/>
              <a:ext cx="19034" cy="26609"/>
            </a:xfrm>
            <a:prstGeom prst="rect">
              <a:avLst/>
            </a:prstGeom>
            <a:solidFill>
              <a:srgbClr val="F7D9DB"/>
            </a:solidFill>
            <a:ln>
              <a:noFill/>
            </a:ln>
          </p:spPr>
        </p:sp>
        <p:sp>
          <p:nvSpPr>
            <p:cNvPr id="9357" name="Heatmap cell r32 c180"/>
            <p:cNvSpPr/>
            <p:nvPr/>
          </p:nvSpPr>
          <p:spPr>
            <a:xfrm>
              <a:off x="3268843" y="852248"/>
              <a:ext cx="17140" cy="26609"/>
            </a:xfrm>
            <a:prstGeom prst="rect">
              <a:avLst/>
            </a:prstGeom>
            <a:solidFill>
              <a:srgbClr val="F0F5F8"/>
            </a:solidFill>
            <a:ln>
              <a:noFill/>
            </a:ln>
          </p:spPr>
        </p:sp>
        <p:sp>
          <p:nvSpPr>
            <p:cNvPr id="9358" name="Heatmap cell r32 c181"/>
            <p:cNvSpPr/>
            <p:nvPr/>
          </p:nvSpPr>
          <p:spPr>
            <a:xfrm>
              <a:off x="3285888" y="852248"/>
              <a:ext cx="19034" cy="26609"/>
            </a:xfrm>
            <a:prstGeom prst="rect">
              <a:avLst/>
            </a:prstGeom>
            <a:solidFill>
              <a:srgbClr val="EFF3F7"/>
            </a:solidFill>
            <a:ln>
              <a:noFill/>
            </a:ln>
          </p:spPr>
        </p:sp>
        <p:sp>
          <p:nvSpPr>
            <p:cNvPr id="9359" name="Heatmap cell r32 c182"/>
            <p:cNvSpPr/>
            <p:nvPr/>
          </p:nvSpPr>
          <p:spPr>
            <a:xfrm>
              <a:off x="3304827" y="852248"/>
              <a:ext cx="19034" cy="26609"/>
            </a:xfrm>
            <a:prstGeom prst="rect">
              <a:avLst/>
            </a:prstGeom>
            <a:solidFill>
              <a:srgbClr val="F8DBDD"/>
            </a:solidFill>
            <a:ln>
              <a:noFill/>
            </a:ln>
          </p:spPr>
        </p:sp>
        <p:sp>
          <p:nvSpPr>
            <p:cNvPr id="9360" name="Heatmap cell r32 c183"/>
            <p:cNvSpPr/>
            <p:nvPr/>
          </p:nvSpPr>
          <p:spPr>
            <a:xfrm>
              <a:off x="3323765" y="852248"/>
              <a:ext cx="17140" cy="26609"/>
            </a:xfrm>
            <a:prstGeom prst="rect">
              <a:avLst/>
            </a:prstGeom>
            <a:solidFill>
              <a:srgbClr val="F5F7F9"/>
            </a:solidFill>
            <a:ln>
              <a:noFill/>
            </a:ln>
          </p:spPr>
        </p:sp>
        <p:sp>
          <p:nvSpPr>
            <p:cNvPr id="9361" name="Heatmap cell r32 c184"/>
            <p:cNvSpPr/>
            <p:nvPr/>
          </p:nvSpPr>
          <p:spPr>
            <a:xfrm>
              <a:off x="3340810" y="852248"/>
              <a:ext cx="19034" cy="26609"/>
            </a:xfrm>
            <a:prstGeom prst="rect">
              <a:avLst/>
            </a:prstGeom>
            <a:solidFill>
              <a:srgbClr val="EFB8BC"/>
            </a:solidFill>
            <a:ln>
              <a:noFill/>
            </a:ln>
          </p:spPr>
        </p:sp>
        <p:sp>
          <p:nvSpPr>
            <p:cNvPr id="9362" name="Heatmap cell r32 c185"/>
            <p:cNvSpPr/>
            <p:nvPr/>
          </p:nvSpPr>
          <p:spPr>
            <a:xfrm>
              <a:off x="3359749" y="852248"/>
              <a:ext cx="17140" cy="26609"/>
            </a:xfrm>
            <a:prstGeom prst="rect">
              <a:avLst/>
            </a:prstGeom>
            <a:solidFill>
              <a:srgbClr val="EBEFF5"/>
            </a:solidFill>
            <a:ln>
              <a:noFill/>
            </a:ln>
          </p:spPr>
        </p:sp>
        <p:sp>
          <p:nvSpPr>
            <p:cNvPr id="9363" name="Heatmap cell r32 c186"/>
            <p:cNvSpPr/>
            <p:nvPr/>
          </p:nvSpPr>
          <p:spPr>
            <a:xfrm>
              <a:off x="3376794" y="852248"/>
              <a:ext cx="19034" cy="26609"/>
            </a:xfrm>
            <a:prstGeom prst="rect">
              <a:avLst/>
            </a:prstGeom>
            <a:solidFill>
              <a:srgbClr val="DD626C"/>
            </a:solidFill>
            <a:ln>
              <a:noFill/>
            </a:ln>
          </p:spPr>
        </p:sp>
        <p:sp>
          <p:nvSpPr>
            <p:cNvPr id="9364" name="Heatmap cell r32 c187"/>
            <p:cNvSpPr/>
            <p:nvPr/>
          </p:nvSpPr>
          <p:spPr>
            <a:xfrm>
              <a:off x="3395733" y="852248"/>
              <a:ext cx="17140" cy="26609"/>
            </a:xfrm>
            <a:prstGeom prst="rect">
              <a:avLst/>
            </a:prstGeom>
            <a:solidFill>
              <a:srgbClr val="F8E1E3"/>
            </a:solidFill>
            <a:ln>
              <a:noFill/>
            </a:ln>
          </p:spPr>
        </p:sp>
        <p:sp>
          <p:nvSpPr>
            <p:cNvPr id="9365" name="Heatmap cell r32 c188"/>
            <p:cNvSpPr/>
            <p:nvPr/>
          </p:nvSpPr>
          <p:spPr>
            <a:xfrm>
              <a:off x="3412778" y="852248"/>
              <a:ext cx="19034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9366" name="Heatmap cell r32 c189"/>
            <p:cNvSpPr/>
            <p:nvPr/>
          </p:nvSpPr>
          <p:spPr>
            <a:xfrm>
              <a:off x="3431717" y="852248"/>
              <a:ext cx="17140" cy="26609"/>
            </a:xfrm>
            <a:prstGeom prst="rect">
              <a:avLst/>
            </a:prstGeom>
            <a:solidFill>
              <a:srgbClr val="EBA4AC"/>
            </a:solidFill>
            <a:ln>
              <a:noFill/>
            </a:ln>
          </p:spPr>
        </p:sp>
        <p:sp>
          <p:nvSpPr>
            <p:cNvPr id="9367" name="Heatmap cell r32 c190"/>
            <p:cNvSpPr/>
            <p:nvPr/>
          </p:nvSpPr>
          <p:spPr>
            <a:xfrm>
              <a:off x="3448762" y="852248"/>
              <a:ext cx="19034" cy="26609"/>
            </a:xfrm>
            <a:prstGeom prst="rect">
              <a:avLst/>
            </a:prstGeom>
            <a:solidFill>
              <a:srgbClr val="F6D5D9"/>
            </a:solidFill>
            <a:ln>
              <a:noFill/>
            </a:ln>
          </p:spPr>
        </p:sp>
        <p:sp>
          <p:nvSpPr>
            <p:cNvPr id="9368" name="Heatmap cell r32 c191"/>
            <p:cNvSpPr/>
            <p:nvPr/>
          </p:nvSpPr>
          <p:spPr>
            <a:xfrm>
              <a:off x="3467701" y="852248"/>
              <a:ext cx="17140" cy="26609"/>
            </a:xfrm>
            <a:prstGeom prst="rect">
              <a:avLst/>
            </a:prstGeom>
            <a:solidFill>
              <a:srgbClr val="F8E9EA"/>
            </a:solidFill>
            <a:ln>
              <a:noFill/>
            </a:ln>
          </p:spPr>
        </p:sp>
        <p:sp>
          <p:nvSpPr>
            <p:cNvPr id="9369" name="Heatmap cell r32 c192"/>
            <p:cNvSpPr/>
            <p:nvPr/>
          </p:nvSpPr>
          <p:spPr>
            <a:xfrm>
              <a:off x="3484746" y="852248"/>
              <a:ext cx="19034" cy="26609"/>
            </a:xfrm>
            <a:prstGeom prst="rect">
              <a:avLst/>
            </a:prstGeom>
            <a:solidFill>
              <a:srgbClr val="F8F8FA"/>
            </a:solidFill>
            <a:ln>
              <a:noFill/>
            </a:ln>
          </p:spPr>
        </p:sp>
        <p:sp>
          <p:nvSpPr>
            <p:cNvPr id="9370" name="Heatmap cell r32 c193"/>
            <p:cNvSpPr/>
            <p:nvPr/>
          </p:nvSpPr>
          <p:spPr>
            <a:xfrm>
              <a:off x="3503684" y="852248"/>
              <a:ext cx="17140" cy="26609"/>
            </a:xfrm>
            <a:prstGeom prst="rect">
              <a:avLst/>
            </a:prstGeom>
            <a:solidFill>
              <a:srgbClr val="9EB5CC"/>
            </a:solidFill>
            <a:ln>
              <a:noFill/>
            </a:ln>
          </p:spPr>
        </p:sp>
        <p:sp>
          <p:nvSpPr>
            <p:cNvPr id="9371" name="Heatmap cell r32 c194"/>
            <p:cNvSpPr/>
            <p:nvPr/>
          </p:nvSpPr>
          <p:spPr>
            <a:xfrm>
              <a:off x="3520729" y="852248"/>
              <a:ext cx="19034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9372" name="Heatmap cell r32 c195"/>
            <p:cNvSpPr/>
            <p:nvPr/>
          </p:nvSpPr>
          <p:spPr>
            <a:xfrm>
              <a:off x="3539668" y="852248"/>
              <a:ext cx="19034" cy="26609"/>
            </a:xfrm>
            <a:prstGeom prst="rect">
              <a:avLst/>
            </a:prstGeom>
            <a:solidFill>
              <a:srgbClr val="F9E7E8"/>
            </a:solidFill>
            <a:ln>
              <a:noFill/>
            </a:ln>
          </p:spPr>
        </p:sp>
        <p:sp>
          <p:nvSpPr>
            <p:cNvPr id="9373" name="Heatmap cell r32 c196"/>
            <p:cNvSpPr/>
            <p:nvPr/>
          </p:nvSpPr>
          <p:spPr>
            <a:xfrm>
              <a:off x="3558607" y="852248"/>
              <a:ext cx="17140" cy="26609"/>
            </a:xfrm>
            <a:prstGeom prst="rect">
              <a:avLst/>
            </a:prstGeom>
            <a:solidFill>
              <a:srgbClr val="C3D1DF"/>
            </a:solidFill>
            <a:ln>
              <a:noFill/>
            </a:ln>
          </p:spPr>
        </p:sp>
        <p:sp>
          <p:nvSpPr>
            <p:cNvPr id="9374" name="Heatmap cell r32 c197"/>
            <p:cNvSpPr/>
            <p:nvPr/>
          </p:nvSpPr>
          <p:spPr>
            <a:xfrm>
              <a:off x="3575652" y="852248"/>
              <a:ext cx="19034" cy="26609"/>
            </a:xfrm>
            <a:prstGeom prst="rect">
              <a:avLst/>
            </a:prstGeom>
            <a:solidFill>
              <a:srgbClr val="EFB4B9"/>
            </a:solidFill>
            <a:ln>
              <a:noFill/>
            </a:ln>
          </p:spPr>
        </p:sp>
        <p:sp>
          <p:nvSpPr>
            <p:cNvPr id="9375" name="Heatmap cell r32 c198"/>
            <p:cNvSpPr/>
            <p:nvPr/>
          </p:nvSpPr>
          <p:spPr>
            <a:xfrm>
              <a:off x="3594591" y="852248"/>
              <a:ext cx="17140" cy="26609"/>
            </a:xfrm>
            <a:prstGeom prst="rect">
              <a:avLst/>
            </a:prstGeom>
            <a:solidFill>
              <a:srgbClr val="EFB8BD"/>
            </a:solidFill>
            <a:ln>
              <a:noFill/>
            </a:ln>
          </p:spPr>
        </p:sp>
        <p:sp>
          <p:nvSpPr>
            <p:cNvPr id="9376" name="Heatmap cell r32 c199"/>
            <p:cNvSpPr/>
            <p:nvPr/>
          </p:nvSpPr>
          <p:spPr>
            <a:xfrm>
              <a:off x="3611636" y="852248"/>
              <a:ext cx="19034" cy="26609"/>
            </a:xfrm>
            <a:prstGeom prst="rect">
              <a:avLst/>
            </a:prstGeom>
            <a:solidFill>
              <a:srgbClr val="CAD6E3"/>
            </a:solidFill>
            <a:ln>
              <a:noFill/>
            </a:ln>
          </p:spPr>
        </p:sp>
        <p:sp>
          <p:nvSpPr>
            <p:cNvPr id="9377" name="Heatmap cell r32 c200"/>
            <p:cNvSpPr/>
            <p:nvPr/>
          </p:nvSpPr>
          <p:spPr>
            <a:xfrm>
              <a:off x="3630575" y="852248"/>
              <a:ext cx="17140" cy="26609"/>
            </a:xfrm>
            <a:prstGeom prst="rect">
              <a:avLst/>
            </a:prstGeom>
            <a:solidFill>
              <a:srgbClr val="C5D3E0"/>
            </a:solidFill>
            <a:ln>
              <a:noFill/>
            </a:ln>
          </p:spPr>
        </p:sp>
        <p:sp>
          <p:nvSpPr>
            <p:cNvPr id="9378" name="Heatmap cell r32 c201"/>
            <p:cNvSpPr/>
            <p:nvPr/>
          </p:nvSpPr>
          <p:spPr>
            <a:xfrm>
              <a:off x="3647620" y="852248"/>
              <a:ext cx="19034" cy="26609"/>
            </a:xfrm>
            <a:prstGeom prst="rect">
              <a:avLst/>
            </a:prstGeom>
            <a:solidFill>
              <a:srgbClr val="F8E6E8"/>
            </a:solidFill>
            <a:ln>
              <a:noFill/>
            </a:ln>
          </p:spPr>
        </p:sp>
        <p:sp>
          <p:nvSpPr>
            <p:cNvPr id="9379" name="Heatmap cell r32 c202"/>
            <p:cNvSpPr/>
            <p:nvPr/>
          </p:nvSpPr>
          <p:spPr>
            <a:xfrm>
              <a:off x="3666558" y="852248"/>
              <a:ext cx="17140" cy="26609"/>
            </a:xfrm>
            <a:prstGeom prst="rect">
              <a:avLst/>
            </a:prstGeom>
            <a:solidFill>
              <a:srgbClr val="F1C0C6"/>
            </a:solidFill>
            <a:ln>
              <a:noFill/>
            </a:ln>
          </p:spPr>
        </p:sp>
        <p:sp>
          <p:nvSpPr>
            <p:cNvPr id="9380" name="Heatmap cell r32 c203"/>
            <p:cNvSpPr/>
            <p:nvPr/>
          </p:nvSpPr>
          <p:spPr>
            <a:xfrm>
              <a:off x="3683603" y="852248"/>
              <a:ext cx="19034" cy="26609"/>
            </a:xfrm>
            <a:prstGeom prst="rect">
              <a:avLst/>
            </a:prstGeom>
            <a:solidFill>
              <a:srgbClr val="A6BAD0"/>
            </a:solidFill>
            <a:ln>
              <a:noFill/>
            </a:ln>
          </p:spPr>
        </p:sp>
        <p:sp>
          <p:nvSpPr>
            <p:cNvPr id="9381" name="Heatmap cell r32 c204"/>
            <p:cNvSpPr/>
            <p:nvPr/>
          </p:nvSpPr>
          <p:spPr>
            <a:xfrm>
              <a:off x="3702542" y="852248"/>
              <a:ext cx="17140" cy="26609"/>
            </a:xfrm>
            <a:prstGeom prst="rect">
              <a:avLst/>
            </a:prstGeom>
            <a:solidFill>
              <a:srgbClr val="FCF7F7"/>
            </a:solidFill>
            <a:ln>
              <a:noFill/>
            </a:ln>
          </p:spPr>
        </p:sp>
        <p:sp>
          <p:nvSpPr>
            <p:cNvPr id="9382" name="Heatmap cell r32 c205"/>
            <p:cNvSpPr/>
            <p:nvPr/>
          </p:nvSpPr>
          <p:spPr>
            <a:xfrm>
              <a:off x="3719587" y="852248"/>
              <a:ext cx="19034" cy="26609"/>
            </a:xfrm>
            <a:prstGeom prst="rect">
              <a:avLst/>
            </a:prstGeom>
            <a:solidFill>
              <a:srgbClr val="EEB1B7"/>
            </a:solidFill>
            <a:ln>
              <a:noFill/>
            </a:ln>
          </p:spPr>
        </p:sp>
        <p:sp>
          <p:nvSpPr>
            <p:cNvPr id="9383" name="Heatmap cell r32 c206"/>
            <p:cNvSpPr/>
            <p:nvPr/>
          </p:nvSpPr>
          <p:spPr>
            <a:xfrm>
              <a:off x="3738526" y="852248"/>
              <a:ext cx="17140" cy="26609"/>
            </a:xfrm>
            <a:prstGeom prst="rect">
              <a:avLst/>
            </a:prstGeom>
            <a:solidFill>
              <a:srgbClr val="EDAFB5"/>
            </a:solidFill>
            <a:ln>
              <a:noFill/>
            </a:ln>
          </p:spPr>
        </p:sp>
        <p:sp>
          <p:nvSpPr>
            <p:cNvPr id="9384" name="Heatmap cell r32 c207"/>
            <p:cNvSpPr/>
            <p:nvPr/>
          </p:nvSpPr>
          <p:spPr>
            <a:xfrm>
              <a:off x="3755571" y="852248"/>
              <a:ext cx="19034" cy="26609"/>
            </a:xfrm>
            <a:prstGeom prst="rect">
              <a:avLst/>
            </a:prstGeom>
            <a:solidFill>
              <a:srgbClr val="FAECEC"/>
            </a:solidFill>
            <a:ln>
              <a:noFill/>
            </a:ln>
          </p:spPr>
        </p:sp>
        <p:sp>
          <p:nvSpPr>
            <p:cNvPr id="9385" name="Heatmap cell r32 c208"/>
            <p:cNvSpPr/>
            <p:nvPr/>
          </p:nvSpPr>
          <p:spPr>
            <a:xfrm>
              <a:off x="3774510" y="852248"/>
              <a:ext cx="19034" cy="26609"/>
            </a:xfrm>
            <a:prstGeom prst="rect">
              <a:avLst/>
            </a:prstGeom>
            <a:solidFill>
              <a:srgbClr val="CAD6E3"/>
            </a:solidFill>
            <a:ln>
              <a:noFill/>
            </a:ln>
          </p:spPr>
        </p:sp>
        <p:sp>
          <p:nvSpPr>
            <p:cNvPr id="9386" name="Heatmap cell r32 c209"/>
            <p:cNvSpPr/>
            <p:nvPr/>
          </p:nvSpPr>
          <p:spPr>
            <a:xfrm>
              <a:off x="3793449" y="852248"/>
              <a:ext cx="17140" cy="26609"/>
            </a:xfrm>
            <a:prstGeom prst="rect">
              <a:avLst/>
            </a:prstGeom>
            <a:solidFill>
              <a:srgbClr val="F7DADC"/>
            </a:solidFill>
            <a:ln>
              <a:noFill/>
            </a:ln>
          </p:spPr>
        </p:sp>
        <p:sp>
          <p:nvSpPr>
            <p:cNvPr id="9387" name="Heatmap cell r32 c210"/>
            <p:cNvSpPr/>
            <p:nvPr/>
          </p:nvSpPr>
          <p:spPr>
            <a:xfrm>
              <a:off x="3810494" y="852248"/>
              <a:ext cx="19034" cy="26609"/>
            </a:xfrm>
            <a:prstGeom prst="rect">
              <a:avLst/>
            </a:prstGeom>
            <a:solidFill>
              <a:srgbClr val="EBA2A9"/>
            </a:solidFill>
            <a:ln>
              <a:noFill/>
            </a:ln>
          </p:spPr>
        </p:sp>
        <p:sp>
          <p:nvSpPr>
            <p:cNvPr id="9388" name="Heatmap cell r32 c211"/>
            <p:cNvSpPr/>
            <p:nvPr/>
          </p:nvSpPr>
          <p:spPr>
            <a:xfrm>
              <a:off x="3829432" y="852248"/>
              <a:ext cx="17140" cy="26609"/>
            </a:xfrm>
            <a:prstGeom prst="rect">
              <a:avLst/>
            </a:prstGeom>
            <a:solidFill>
              <a:srgbClr val="E6EBF1"/>
            </a:solidFill>
            <a:ln>
              <a:noFill/>
            </a:ln>
          </p:spPr>
        </p:sp>
        <p:sp>
          <p:nvSpPr>
            <p:cNvPr id="9389" name="Heatmap cell r32 c212"/>
            <p:cNvSpPr/>
            <p:nvPr/>
          </p:nvSpPr>
          <p:spPr>
            <a:xfrm>
              <a:off x="3846477" y="852248"/>
              <a:ext cx="19034" cy="26609"/>
            </a:xfrm>
            <a:prstGeom prst="rect">
              <a:avLst/>
            </a:prstGeom>
            <a:solidFill>
              <a:srgbClr val="A4BAD0"/>
            </a:solidFill>
            <a:ln>
              <a:noFill/>
            </a:ln>
          </p:spPr>
        </p:sp>
        <p:sp>
          <p:nvSpPr>
            <p:cNvPr id="9390" name="Heatmap cell r32 c213"/>
            <p:cNvSpPr/>
            <p:nvPr/>
          </p:nvSpPr>
          <p:spPr>
            <a:xfrm>
              <a:off x="3865416" y="852248"/>
              <a:ext cx="17140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9391" name="Heatmap cell r32 c214"/>
            <p:cNvSpPr/>
            <p:nvPr/>
          </p:nvSpPr>
          <p:spPr>
            <a:xfrm>
              <a:off x="3882461" y="852248"/>
              <a:ext cx="19034" cy="26609"/>
            </a:xfrm>
            <a:prstGeom prst="rect">
              <a:avLst/>
            </a:prstGeom>
            <a:solidFill>
              <a:srgbClr val="F8E6E8"/>
            </a:solidFill>
            <a:ln>
              <a:noFill/>
            </a:ln>
          </p:spPr>
        </p:sp>
        <p:sp>
          <p:nvSpPr>
            <p:cNvPr id="9392" name="Heatmap cell r32 c215"/>
            <p:cNvSpPr/>
            <p:nvPr/>
          </p:nvSpPr>
          <p:spPr>
            <a:xfrm>
              <a:off x="3901400" y="852248"/>
              <a:ext cx="17140" cy="26609"/>
            </a:xfrm>
            <a:prstGeom prst="rect">
              <a:avLst/>
            </a:prstGeom>
            <a:solidFill>
              <a:srgbClr val="A3B9CF"/>
            </a:solidFill>
            <a:ln>
              <a:noFill/>
            </a:ln>
          </p:spPr>
        </p:sp>
        <p:sp>
          <p:nvSpPr>
            <p:cNvPr id="9393" name="Heatmap cell r32 c216"/>
            <p:cNvSpPr/>
            <p:nvPr/>
          </p:nvSpPr>
          <p:spPr>
            <a:xfrm>
              <a:off x="3918445" y="852248"/>
              <a:ext cx="19034" cy="26609"/>
            </a:xfrm>
            <a:prstGeom prst="rect">
              <a:avLst/>
            </a:prstGeom>
            <a:solidFill>
              <a:srgbClr val="EDACB3"/>
            </a:solidFill>
            <a:ln>
              <a:noFill/>
            </a:ln>
          </p:spPr>
        </p:sp>
        <p:sp>
          <p:nvSpPr>
            <p:cNvPr id="9394" name="Heatmap cell r32 c217"/>
            <p:cNvSpPr/>
            <p:nvPr/>
          </p:nvSpPr>
          <p:spPr>
            <a:xfrm>
              <a:off x="3937384" y="852248"/>
              <a:ext cx="17140" cy="26609"/>
            </a:xfrm>
            <a:prstGeom prst="rect">
              <a:avLst/>
            </a:prstGeom>
            <a:solidFill>
              <a:srgbClr val="FAEBED"/>
            </a:solidFill>
            <a:ln>
              <a:noFill/>
            </a:ln>
          </p:spPr>
        </p:sp>
        <p:sp>
          <p:nvSpPr>
            <p:cNvPr id="9395" name="Heatmap cell r32 c218"/>
            <p:cNvSpPr/>
            <p:nvPr/>
          </p:nvSpPr>
          <p:spPr>
            <a:xfrm>
              <a:off x="3954429" y="852248"/>
              <a:ext cx="19034" cy="26609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9396" name="Heatmap cell r32 c219"/>
            <p:cNvSpPr/>
            <p:nvPr/>
          </p:nvSpPr>
          <p:spPr>
            <a:xfrm>
              <a:off x="3973368" y="852248"/>
              <a:ext cx="17140" cy="26609"/>
            </a:xfrm>
            <a:prstGeom prst="rect">
              <a:avLst/>
            </a:prstGeom>
            <a:solidFill>
              <a:srgbClr val="A4BAD0"/>
            </a:solidFill>
            <a:ln>
              <a:noFill/>
            </a:ln>
          </p:spPr>
        </p:sp>
        <p:sp>
          <p:nvSpPr>
            <p:cNvPr id="9397" name="Heatmap cell r32 c220"/>
            <p:cNvSpPr/>
            <p:nvPr/>
          </p:nvSpPr>
          <p:spPr>
            <a:xfrm>
              <a:off x="3990412" y="852248"/>
              <a:ext cx="19034" cy="26609"/>
            </a:xfrm>
            <a:prstGeom prst="rect">
              <a:avLst/>
            </a:prstGeom>
            <a:solidFill>
              <a:srgbClr val="B8C8DA"/>
            </a:solidFill>
            <a:ln>
              <a:noFill/>
            </a:ln>
          </p:spPr>
        </p:sp>
        <p:sp>
          <p:nvSpPr>
            <p:cNvPr id="9398" name="Heatmap cell r32 c221"/>
            <p:cNvSpPr/>
            <p:nvPr/>
          </p:nvSpPr>
          <p:spPr>
            <a:xfrm>
              <a:off x="4009351" y="852248"/>
              <a:ext cx="19034" cy="26609"/>
            </a:xfrm>
            <a:prstGeom prst="rect">
              <a:avLst/>
            </a:prstGeom>
            <a:solidFill>
              <a:srgbClr val="F8DDDF"/>
            </a:solidFill>
            <a:ln>
              <a:noFill/>
            </a:ln>
          </p:spPr>
        </p:sp>
        <p:sp>
          <p:nvSpPr>
            <p:cNvPr id="9399" name="Heatmap cell r32 c222"/>
            <p:cNvSpPr/>
            <p:nvPr/>
          </p:nvSpPr>
          <p:spPr>
            <a:xfrm>
              <a:off x="4028290" y="852248"/>
              <a:ext cx="17140" cy="26609"/>
            </a:xfrm>
            <a:prstGeom prst="rect">
              <a:avLst/>
            </a:prstGeom>
            <a:solidFill>
              <a:srgbClr val="F5CFD2"/>
            </a:solidFill>
            <a:ln>
              <a:noFill/>
            </a:ln>
          </p:spPr>
        </p:sp>
        <p:sp>
          <p:nvSpPr>
            <p:cNvPr id="9400" name="Heatmap cell r32 c223"/>
            <p:cNvSpPr/>
            <p:nvPr/>
          </p:nvSpPr>
          <p:spPr>
            <a:xfrm>
              <a:off x="4045335" y="852248"/>
              <a:ext cx="19034" cy="26609"/>
            </a:xfrm>
            <a:prstGeom prst="rect">
              <a:avLst/>
            </a:prstGeom>
            <a:solidFill>
              <a:srgbClr val="F4CCD1"/>
            </a:solidFill>
            <a:ln>
              <a:noFill/>
            </a:ln>
          </p:spPr>
        </p:sp>
        <p:sp>
          <p:nvSpPr>
            <p:cNvPr id="9401" name="Heatmap cell r33 c1"/>
            <p:cNvSpPr/>
            <p:nvPr/>
          </p:nvSpPr>
          <p:spPr>
            <a:xfrm>
              <a:off x="13257" y="878762"/>
              <a:ext cx="45548" cy="28503"/>
            </a:xfrm>
            <a:prstGeom prst="rect">
              <a:avLst/>
            </a:prstGeom>
            <a:solidFill>
              <a:srgbClr val="F76666"/>
            </a:solidFill>
            <a:ln>
              <a:noFill/>
            </a:ln>
          </p:spPr>
        </p:sp>
        <p:sp>
          <p:nvSpPr>
            <p:cNvPr id="9402" name="Heatmap cell r33 c3"/>
            <p:cNvSpPr/>
            <p:nvPr/>
          </p:nvSpPr>
          <p:spPr>
            <a:xfrm>
              <a:off x="71968" y="878762"/>
              <a:ext cx="17140" cy="28503"/>
            </a:xfrm>
            <a:prstGeom prst="rect">
              <a:avLst/>
            </a:prstGeom>
            <a:solidFill>
              <a:srgbClr val="90ABC5"/>
            </a:solidFill>
            <a:ln>
              <a:noFill/>
            </a:ln>
          </p:spPr>
        </p:sp>
        <p:sp>
          <p:nvSpPr>
            <p:cNvPr id="9403" name="Heatmap cell r33 c4"/>
            <p:cNvSpPr/>
            <p:nvPr/>
          </p:nvSpPr>
          <p:spPr>
            <a:xfrm>
              <a:off x="89013" y="878762"/>
              <a:ext cx="19034" cy="28503"/>
            </a:xfrm>
            <a:prstGeom prst="rect">
              <a:avLst/>
            </a:prstGeom>
            <a:solidFill>
              <a:srgbClr val="7C9CBA"/>
            </a:solidFill>
            <a:ln>
              <a:noFill/>
            </a:ln>
          </p:spPr>
        </p:sp>
        <p:sp>
          <p:nvSpPr>
            <p:cNvPr id="9404" name="Heatmap cell r33 c5"/>
            <p:cNvSpPr/>
            <p:nvPr/>
          </p:nvSpPr>
          <p:spPr>
            <a:xfrm>
              <a:off x="107951" y="878762"/>
              <a:ext cx="17140" cy="28503"/>
            </a:xfrm>
            <a:prstGeom prst="rect">
              <a:avLst/>
            </a:prstGeom>
            <a:solidFill>
              <a:srgbClr val="B3C5D6"/>
            </a:solidFill>
            <a:ln>
              <a:noFill/>
            </a:ln>
          </p:spPr>
        </p:sp>
        <p:sp>
          <p:nvSpPr>
            <p:cNvPr id="9405" name="Heatmap cell r33 c6"/>
            <p:cNvSpPr/>
            <p:nvPr/>
          </p:nvSpPr>
          <p:spPr>
            <a:xfrm>
              <a:off x="124996" y="878762"/>
              <a:ext cx="19034" cy="28503"/>
            </a:xfrm>
            <a:prstGeom prst="rect">
              <a:avLst/>
            </a:prstGeom>
            <a:solidFill>
              <a:srgbClr val="DEE6EC"/>
            </a:solidFill>
            <a:ln>
              <a:noFill/>
            </a:ln>
          </p:spPr>
        </p:sp>
        <p:sp>
          <p:nvSpPr>
            <p:cNvPr id="9406" name="Heatmap cell r33 c7"/>
            <p:cNvSpPr/>
            <p:nvPr/>
          </p:nvSpPr>
          <p:spPr>
            <a:xfrm>
              <a:off x="143935" y="878762"/>
              <a:ext cx="17140" cy="28503"/>
            </a:xfrm>
            <a:prstGeom prst="rect">
              <a:avLst/>
            </a:prstGeom>
            <a:solidFill>
              <a:srgbClr val="A3B9CF"/>
            </a:solidFill>
            <a:ln>
              <a:noFill/>
            </a:ln>
          </p:spPr>
        </p:sp>
        <p:sp>
          <p:nvSpPr>
            <p:cNvPr id="9407" name="Heatmap cell r33 c8"/>
            <p:cNvSpPr/>
            <p:nvPr/>
          </p:nvSpPr>
          <p:spPr>
            <a:xfrm>
              <a:off x="160980" y="878762"/>
              <a:ext cx="19034" cy="28503"/>
            </a:xfrm>
            <a:prstGeom prst="rect">
              <a:avLst/>
            </a:prstGeom>
            <a:solidFill>
              <a:srgbClr val="E9959D"/>
            </a:solidFill>
            <a:ln>
              <a:noFill/>
            </a:ln>
          </p:spPr>
        </p:sp>
        <p:sp>
          <p:nvSpPr>
            <p:cNvPr id="9408" name="Heatmap cell r33 c9"/>
            <p:cNvSpPr/>
            <p:nvPr/>
          </p:nvSpPr>
          <p:spPr>
            <a:xfrm>
              <a:off x="179919" y="878762"/>
              <a:ext cx="19034" cy="28503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9409" name="Heatmap cell r33 c10"/>
            <p:cNvSpPr/>
            <p:nvPr/>
          </p:nvSpPr>
          <p:spPr>
            <a:xfrm>
              <a:off x="198858" y="878762"/>
              <a:ext cx="17140" cy="28503"/>
            </a:xfrm>
            <a:prstGeom prst="rect">
              <a:avLst/>
            </a:prstGeom>
            <a:solidFill>
              <a:srgbClr val="95AEC6"/>
            </a:solidFill>
            <a:ln>
              <a:noFill/>
            </a:ln>
          </p:spPr>
        </p:sp>
        <p:sp>
          <p:nvSpPr>
            <p:cNvPr id="9410" name="Heatmap cell r33 c11"/>
            <p:cNvSpPr/>
            <p:nvPr/>
          </p:nvSpPr>
          <p:spPr>
            <a:xfrm>
              <a:off x="215903" y="878762"/>
              <a:ext cx="19034" cy="28503"/>
            </a:xfrm>
            <a:prstGeom prst="rect">
              <a:avLst/>
            </a:prstGeom>
            <a:solidFill>
              <a:srgbClr val="5C83A9"/>
            </a:solidFill>
            <a:ln>
              <a:noFill/>
            </a:ln>
          </p:spPr>
        </p:sp>
        <p:sp>
          <p:nvSpPr>
            <p:cNvPr id="9411" name="Heatmap cell r33 c12"/>
            <p:cNvSpPr/>
            <p:nvPr/>
          </p:nvSpPr>
          <p:spPr>
            <a:xfrm>
              <a:off x="234842" y="878762"/>
              <a:ext cx="17140" cy="28503"/>
            </a:xfrm>
            <a:prstGeom prst="rect">
              <a:avLst/>
            </a:prstGeom>
            <a:solidFill>
              <a:srgbClr val="F0BBC2"/>
            </a:solidFill>
            <a:ln>
              <a:noFill/>
            </a:ln>
          </p:spPr>
        </p:sp>
        <p:sp>
          <p:nvSpPr>
            <p:cNvPr id="9412" name="Heatmap cell r33 c13"/>
            <p:cNvSpPr/>
            <p:nvPr/>
          </p:nvSpPr>
          <p:spPr>
            <a:xfrm>
              <a:off x="251887" y="878762"/>
              <a:ext cx="19034" cy="28503"/>
            </a:xfrm>
            <a:prstGeom prst="rect">
              <a:avLst/>
            </a:prstGeom>
            <a:solidFill>
              <a:srgbClr val="7394B6"/>
            </a:solidFill>
            <a:ln>
              <a:noFill/>
            </a:ln>
          </p:spPr>
        </p:sp>
        <p:sp>
          <p:nvSpPr>
            <p:cNvPr id="9413" name="Heatmap cell r33 c14"/>
            <p:cNvSpPr/>
            <p:nvPr/>
          </p:nvSpPr>
          <p:spPr>
            <a:xfrm>
              <a:off x="270825" y="878762"/>
              <a:ext cx="17140" cy="28503"/>
            </a:xfrm>
            <a:prstGeom prst="rect">
              <a:avLst/>
            </a:prstGeom>
            <a:solidFill>
              <a:srgbClr val="D0DBE6"/>
            </a:solidFill>
            <a:ln>
              <a:noFill/>
            </a:ln>
          </p:spPr>
        </p:sp>
        <p:sp>
          <p:nvSpPr>
            <p:cNvPr id="9414" name="Heatmap cell r33 c15"/>
            <p:cNvSpPr/>
            <p:nvPr/>
          </p:nvSpPr>
          <p:spPr>
            <a:xfrm>
              <a:off x="287870" y="878762"/>
              <a:ext cx="19034" cy="28503"/>
            </a:xfrm>
            <a:prstGeom prst="rect">
              <a:avLst/>
            </a:prstGeom>
            <a:solidFill>
              <a:srgbClr val="B1C4D5"/>
            </a:solidFill>
            <a:ln>
              <a:noFill/>
            </a:ln>
          </p:spPr>
        </p:sp>
        <p:sp>
          <p:nvSpPr>
            <p:cNvPr id="9415" name="Heatmap cell r33 c16"/>
            <p:cNvSpPr/>
            <p:nvPr/>
          </p:nvSpPr>
          <p:spPr>
            <a:xfrm>
              <a:off x="306809" y="878762"/>
              <a:ext cx="17140" cy="28503"/>
            </a:xfrm>
            <a:prstGeom prst="rect">
              <a:avLst/>
            </a:prstGeom>
            <a:solidFill>
              <a:srgbClr val="B5C5D7"/>
            </a:solidFill>
            <a:ln>
              <a:noFill/>
            </a:ln>
          </p:spPr>
        </p:sp>
        <p:sp>
          <p:nvSpPr>
            <p:cNvPr id="9416" name="Heatmap cell r33 c17"/>
            <p:cNvSpPr/>
            <p:nvPr/>
          </p:nvSpPr>
          <p:spPr>
            <a:xfrm>
              <a:off x="323854" y="878762"/>
              <a:ext cx="19034" cy="28503"/>
            </a:xfrm>
            <a:prstGeom prst="rect">
              <a:avLst/>
            </a:prstGeom>
            <a:solidFill>
              <a:srgbClr val="D4DFE9"/>
            </a:solidFill>
            <a:ln>
              <a:noFill/>
            </a:ln>
          </p:spPr>
        </p:sp>
        <p:sp>
          <p:nvSpPr>
            <p:cNvPr id="9417" name="Heatmap cell r33 c18"/>
            <p:cNvSpPr/>
            <p:nvPr/>
          </p:nvSpPr>
          <p:spPr>
            <a:xfrm>
              <a:off x="342793" y="878762"/>
              <a:ext cx="17140" cy="28503"/>
            </a:xfrm>
            <a:prstGeom prst="rect">
              <a:avLst/>
            </a:prstGeom>
            <a:solidFill>
              <a:srgbClr val="F1F5F8"/>
            </a:solidFill>
            <a:ln>
              <a:noFill/>
            </a:ln>
          </p:spPr>
        </p:sp>
        <p:sp>
          <p:nvSpPr>
            <p:cNvPr id="9418" name="Heatmap cell r33 c19"/>
            <p:cNvSpPr/>
            <p:nvPr/>
          </p:nvSpPr>
          <p:spPr>
            <a:xfrm>
              <a:off x="359838" y="878762"/>
              <a:ext cx="19034" cy="28503"/>
            </a:xfrm>
            <a:prstGeom prst="rect">
              <a:avLst/>
            </a:prstGeom>
            <a:solidFill>
              <a:srgbClr val="C8D5E2"/>
            </a:solidFill>
            <a:ln>
              <a:noFill/>
            </a:ln>
          </p:spPr>
        </p:sp>
        <p:sp>
          <p:nvSpPr>
            <p:cNvPr id="9419" name="Heatmap cell r33 c20"/>
            <p:cNvSpPr/>
            <p:nvPr/>
          </p:nvSpPr>
          <p:spPr>
            <a:xfrm>
              <a:off x="378777" y="878762"/>
              <a:ext cx="17140" cy="28503"/>
            </a:xfrm>
            <a:prstGeom prst="rect">
              <a:avLst/>
            </a:prstGeom>
            <a:solidFill>
              <a:srgbClr val="A6BAD0"/>
            </a:solidFill>
            <a:ln>
              <a:noFill/>
            </a:ln>
          </p:spPr>
        </p:sp>
        <p:sp>
          <p:nvSpPr>
            <p:cNvPr id="9420" name="Heatmap cell r33 c21"/>
            <p:cNvSpPr/>
            <p:nvPr/>
          </p:nvSpPr>
          <p:spPr>
            <a:xfrm>
              <a:off x="395822" y="878762"/>
              <a:ext cx="19034" cy="28503"/>
            </a:xfrm>
            <a:prstGeom prst="rect">
              <a:avLst/>
            </a:prstGeom>
            <a:solidFill>
              <a:srgbClr val="A9BCD2"/>
            </a:solidFill>
            <a:ln>
              <a:noFill/>
            </a:ln>
          </p:spPr>
        </p:sp>
        <p:sp>
          <p:nvSpPr>
            <p:cNvPr id="9421" name="Heatmap cell r33 c22"/>
            <p:cNvSpPr/>
            <p:nvPr/>
          </p:nvSpPr>
          <p:spPr>
            <a:xfrm>
              <a:off x="414760" y="878762"/>
              <a:ext cx="19034" cy="28503"/>
            </a:xfrm>
            <a:prstGeom prst="rect">
              <a:avLst/>
            </a:prstGeom>
            <a:solidFill>
              <a:srgbClr val="C9D6E2"/>
            </a:solidFill>
            <a:ln>
              <a:noFill/>
            </a:ln>
          </p:spPr>
        </p:sp>
        <p:sp>
          <p:nvSpPr>
            <p:cNvPr id="9422" name="Heatmap cell r33 c23"/>
            <p:cNvSpPr/>
            <p:nvPr/>
          </p:nvSpPr>
          <p:spPr>
            <a:xfrm>
              <a:off x="433699" y="878762"/>
              <a:ext cx="17140" cy="28503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9423" name="Heatmap cell r33 c24"/>
            <p:cNvSpPr/>
            <p:nvPr/>
          </p:nvSpPr>
          <p:spPr>
            <a:xfrm>
              <a:off x="450744" y="878762"/>
              <a:ext cx="19034" cy="28503"/>
            </a:xfrm>
            <a:prstGeom prst="rect">
              <a:avLst/>
            </a:prstGeom>
            <a:solidFill>
              <a:srgbClr val="99B0C8"/>
            </a:solidFill>
            <a:ln>
              <a:noFill/>
            </a:ln>
          </p:spPr>
        </p:sp>
        <p:sp>
          <p:nvSpPr>
            <p:cNvPr id="9424" name="Heatmap cell r33 c25"/>
            <p:cNvSpPr/>
            <p:nvPr/>
          </p:nvSpPr>
          <p:spPr>
            <a:xfrm>
              <a:off x="469683" y="878762"/>
              <a:ext cx="17140" cy="28503"/>
            </a:xfrm>
            <a:prstGeom prst="rect">
              <a:avLst/>
            </a:prstGeom>
            <a:solidFill>
              <a:srgbClr val="C5D2DF"/>
            </a:solidFill>
            <a:ln>
              <a:noFill/>
            </a:ln>
          </p:spPr>
        </p:sp>
        <p:sp>
          <p:nvSpPr>
            <p:cNvPr id="9425" name="Heatmap cell r33 c26"/>
            <p:cNvSpPr/>
            <p:nvPr/>
          </p:nvSpPr>
          <p:spPr>
            <a:xfrm>
              <a:off x="486728" y="878762"/>
              <a:ext cx="19034" cy="28503"/>
            </a:xfrm>
            <a:prstGeom prst="rect">
              <a:avLst/>
            </a:prstGeom>
            <a:solidFill>
              <a:srgbClr val="A8BCD1"/>
            </a:solidFill>
            <a:ln>
              <a:noFill/>
            </a:ln>
          </p:spPr>
        </p:sp>
        <p:sp>
          <p:nvSpPr>
            <p:cNvPr id="9426" name="Heatmap cell r33 c27"/>
            <p:cNvSpPr/>
            <p:nvPr/>
          </p:nvSpPr>
          <p:spPr>
            <a:xfrm>
              <a:off x="505667" y="878762"/>
              <a:ext cx="17140" cy="28503"/>
            </a:xfrm>
            <a:prstGeom prst="rect">
              <a:avLst/>
            </a:prstGeom>
            <a:solidFill>
              <a:srgbClr val="FBF1F3"/>
            </a:solidFill>
            <a:ln>
              <a:noFill/>
            </a:ln>
          </p:spPr>
        </p:sp>
        <p:sp>
          <p:nvSpPr>
            <p:cNvPr id="9427" name="Heatmap cell r33 c28"/>
            <p:cNvSpPr/>
            <p:nvPr/>
          </p:nvSpPr>
          <p:spPr>
            <a:xfrm>
              <a:off x="522712" y="878762"/>
              <a:ext cx="19034" cy="28503"/>
            </a:xfrm>
            <a:prstGeom prst="rect">
              <a:avLst/>
            </a:prstGeom>
            <a:solidFill>
              <a:srgbClr val="97B0C8"/>
            </a:solidFill>
            <a:ln>
              <a:noFill/>
            </a:ln>
          </p:spPr>
        </p:sp>
        <p:sp>
          <p:nvSpPr>
            <p:cNvPr id="9428" name="Heatmap cell r33 c29"/>
            <p:cNvSpPr/>
            <p:nvPr/>
          </p:nvSpPr>
          <p:spPr>
            <a:xfrm>
              <a:off x="541651" y="878762"/>
              <a:ext cx="17140" cy="28503"/>
            </a:xfrm>
            <a:prstGeom prst="rect">
              <a:avLst/>
            </a:prstGeom>
            <a:solidFill>
              <a:srgbClr val="5F85AC"/>
            </a:solidFill>
            <a:ln>
              <a:noFill/>
            </a:ln>
          </p:spPr>
        </p:sp>
        <p:sp>
          <p:nvSpPr>
            <p:cNvPr id="9429" name="Heatmap cell r33 c30"/>
            <p:cNvSpPr/>
            <p:nvPr/>
          </p:nvSpPr>
          <p:spPr>
            <a:xfrm>
              <a:off x="558696" y="878762"/>
              <a:ext cx="19034" cy="28503"/>
            </a:xfrm>
            <a:prstGeom prst="rect">
              <a:avLst/>
            </a:prstGeom>
            <a:solidFill>
              <a:srgbClr val="D6E0EA"/>
            </a:solidFill>
            <a:ln>
              <a:noFill/>
            </a:ln>
          </p:spPr>
        </p:sp>
        <p:sp>
          <p:nvSpPr>
            <p:cNvPr id="9430" name="Heatmap cell r33 c31"/>
            <p:cNvSpPr/>
            <p:nvPr/>
          </p:nvSpPr>
          <p:spPr>
            <a:xfrm>
              <a:off x="577634" y="878762"/>
              <a:ext cx="17140" cy="28503"/>
            </a:xfrm>
            <a:prstGeom prst="rect">
              <a:avLst/>
            </a:prstGeom>
            <a:solidFill>
              <a:srgbClr val="BCCCDC"/>
            </a:solidFill>
            <a:ln>
              <a:noFill/>
            </a:ln>
          </p:spPr>
        </p:sp>
        <p:sp>
          <p:nvSpPr>
            <p:cNvPr id="9431" name="Heatmap cell r33 c32"/>
            <p:cNvSpPr/>
            <p:nvPr/>
          </p:nvSpPr>
          <p:spPr>
            <a:xfrm>
              <a:off x="594679" y="878762"/>
              <a:ext cx="19034" cy="28503"/>
            </a:xfrm>
            <a:prstGeom prst="rect">
              <a:avLst/>
            </a:prstGeom>
            <a:solidFill>
              <a:srgbClr val="D2DDE7"/>
            </a:solidFill>
            <a:ln>
              <a:noFill/>
            </a:ln>
          </p:spPr>
        </p:sp>
        <p:sp>
          <p:nvSpPr>
            <p:cNvPr id="9432" name="Heatmap cell r33 c33"/>
            <p:cNvSpPr/>
            <p:nvPr/>
          </p:nvSpPr>
          <p:spPr>
            <a:xfrm>
              <a:off x="613618" y="878762"/>
              <a:ext cx="17140" cy="28503"/>
            </a:xfrm>
            <a:prstGeom prst="rect">
              <a:avLst/>
            </a:prstGeom>
            <a:solidFill>
              <a:srgbClr val="DCE3EB"/>
            </a:solidFill>
            <a:ln>
              <a:noFill/>
            </a:ln>
          </p:spPr>
        </p:sp>
        <p:sp>
          <p:nvSpPr>
            <p:cNvPr id="9433" name="Heatmap cell r33 c34"/>
            <p:cNvSpPr/>
            <p:nvPr/>
          </p:nvSpPr>
          <p:spPr>
            <a:xfrm>
              <a:off x="630663" y="878762"/>
              <a:ext cx="19034" cy="28503"/>
            </a:xfrm>
            <a:prstGeom prst="rect">
              <a:avLst/>
            </a:prstGeom>
            <a:solidFill>
              <a:srgbClr val="B8C8DA"/>
            </a:solidFill>
            <a:ln>
              <a:noFill/>
            </a:ln>
          </p:spPr>
        </p:sp>
        <p:sp>
          <p:nvSpPr>
            <p:cNvPr id="9434" name="Heatmap cell r33 c35"/>
            <p:cNvSpPr/>
            <p:nvPr/>
          </p:nvSpPr>
          <p:spPr>
            <a:xfrm>
              <a:off x="649602" y="878762"/>
              <a:ext cx="19034" cy="28503"/>
            </a:xfrm>
            <a:prstGeom prst="rect">
              <a:avLst/>
            </a:prstGeom>
            <a:solidFill>
              <a:srgbClr val="C6D4E1"/>
            </a:solidFill>
            <a:ln>
              <a:noFill/>
            </a:ln>
          </p:spPr>
        </p:sp>
        <p:sp>
          <p:nvSpPr>
            <p:cNvPr id="9435" name="Heatmap cell r33 c36"/>
            <p:cNvSpPr/>
            <p:nvPr/>
          </p:nvSpPr>
          <p:spPr>
            <a:xfrm>
              <a:off x="668541" y="878762"/>
              <a:ext cx="17140" cy="28503"/>
            </a:xfrm>
            <a:prstGeom prst="rect">
              <a:avLst/>
            </a:prstGeom>
            <a:solidFill>
              <a:srgbClr val="E8ECF3"/>
            </a:solidFill>
            <a:ln>
              <a:noFill/>
            </a:ln>
          </p:spPr>
        </p:sp>
        <p:sp>
          <p:nvSpPr>
            <p:cNvPr id="9436" name="Heatmap cell r33 c37"/>
            <p:cNvSpPr/>
            <p:nvPr/>
          </p:nvSpPr>
          <p:spPr>
            <a:xfrm>
              <a:off x="685586" y="878762"/>
              <a:ext cx="19034" cy="28503"/>
            </a:xfrm>
            <a:prstGeom prst="rect">
              <a:avLst/>
            </a:prstGeom>
            <a:solidFill>
              <a:srgbClr val="46739F"/>
            </a:solidFill>
            <a:ln>
              <a:noFill/>
            </a:ln>
          </p:spPr>
        </p:sp>
        <p:sp>
          <p:nvSpPr>
            <p:cNvPr id="9437" name="Heatmap cell r33 c38"/>
            <p:cNvSpPr/>
            <p:nvPr/>
          </p:nvSpPr>
          <p:spPr>
            <a:xfrm>
              <a:off x="704525" y="878762"/>
              <a:ext cx="17140" cy="28503"/>
            </a:xfrm>
            <a:prstGeom prst="rect">
              <a:avLst/>
            </a:prstGeom>
            <a:solidFill>
              <a:srgbClr val="D0DBE6"/>
            </a:solidFill>
            <a:ln>
              <a:noFill/>
            </a:ln>
          </p:spPr>
        </p:sp>
        <p:sp>
          <p:nvSpPr>
            <p:cNvPr id="9438" name="Heatmap cell r33 c39"/>
            <p:cNvSpPr/>
            <p:nvPr/>
          </p:nvSpPr>
          <p:spPr>
            <a:xfrm>
              <a:off x="721570" y="878762"/>
              <a:ext cx="19034" cy="28503"/>
            </a:xfrm>
            <a:prstGeom prst="rect">
              <a:avLst/>
            </a:prstGeom>
            <a:solidFill>
              <a:srgbClr val="537CA4"/>
            </a:solidFill>
            <a:ln>
              <a:noFill/>
            </a:ln>
          </p:spPr>
        </p:sp>
        <p:sp>
          <p:nvSpPr>
            <p:cNvPr id="9439" name="Heatmap cell r33 c40"/>
            <p:cNvSpPr/>
            <p:nvPr/>
          </p:nvSpPr>
          <p:spPr>
            <a:xfrm>
              <a:off x="740508" y="878762"/>
              <a:ext cx="17140" cy="28503"/>
            </a:xfrm>
            <a:prstGeom prst="rect">
              <a:avLst/>
            </a:prstGeom>
            <a:solidFill>
              <a:srgbClr val="ADC2D4"/>
            </a:solidFill>
            <a:ln>
              <a:noFill/>
            </a:ln>
          </p:spPr>
        </p:sp>
        <p:sp>
          <p:nvSpPr>
            <p:cNvPr id="9440" name="Heatmap cell r33 c41"/>
            <p:cNvSpPr/>
            <p:nvPr/>
          </p:nvSpPr>
          <p:spPr>
            <a:xfrm>
              <a:off x="757553" y="878762"/>
              <a:ext cx="19034" cy="28503"/>
            </a:xfrm>
            <a:prstGeom prst="rect">
              <a:avLst/>
            </a:prstGeom>
            <a:solidFill>
              <a:srgbClr val="7C9CBA"/>
            </a:solidFill>
            <a:ln>
              <a:noFill/>
            </a:ln>
          </p:spPr>
        </p:sp>
        <p:sp>
          <p:nvSpPr>
            <p:cNvPr id="9441" name="Heatmap cell r33 c42"/>
            <p:cNvSpPr/>
            <p:nvPr/>
          </p:nvSpPr>
          <p:spPr>
            <a:xfrm>
              <a:off x="776492" y="878762"/>
              <a:ext cx="17140" cy="28503"/>
            </a:xfrm>
            <a:prstGeom prst="rect">
              <a:avLst/>
            </a:prstGeom>
            <a:solidFill>
              <a:srgbClr val="B8C9DA"/>
            </a:solidFill>
            <a:ln>
              <a:noFill/>
            </a:ln>
          </p:spPr>
        </p:sp>
        <p:sp>
          <p:nvSpPr>
            <p:cNvPr id="9442" name="Heatmap cell r33 c43"/>
            <p:cNvSpPr/>
            <p:nvPr/>
          </p:nvSpPr>
          <p:spPr>
            <a:xfrm>
              <a:off x="793537" y="878762"/>
              <a:ext cx="19034" cy="28503"/>
            </a:xfrm>
            <a:prstGeom prst="rect">
              <a:avLst/>
            </a:prstGeom>
            <a:solidFill>
              <a:srgbClr val="E7EBF1"/>
            </a:solidFill>
            <a:ln>
              <a:noFill/>
            </a:ln>
          </p:spPr>
        </p:sp>
        <p:sp>
          <p:nvSpPr>
            <p:cNvPr id="9443" name="Heatmap cell r33 c44"/>
            <p:cNvSpPr/>
            <p:nvPr/>
          </p:nvSpPr>
          <p:spPr>
            <a:xfrm>
              <a:off x="812476" y="878762"/>
              <a:ext cx="17140" cy="28503"/>
            </a:xfrm>
            <a:prstGeom prst="rect">
              <a:avLst/>
            </a:prstGeom>
            <a:solidFill>
              <a:srgbClr val="E3EAF0"/>
            </a:solidFill>
            <a:ln>
              <a:noFill/>
            </a:ln>
          </p:spPr>
        </p:sp>
        <p:sp>
          <p:nvSpPr>
            <p:cNvPr id="9444" name="Heatmap cell r33 c45"/>
            <p:cNvSpPr/>
            <p:nvPr/>
          </p:nvSpPr>
          <p:spPr>
            <a:xfrm>
              <a:off x="829521" y="878762"/>
              <a:ext cx="19034" cy="28503"/>
            </a:xfrm>
            <a:prstGeom prst="rect">
              <a:avLst/>
            </a:prstGeom>
            <a:solidFill>
              <a:srgbClr val="C4D2DF"/>
            </a:solidFill>
            <a:ln>
              <a:noFill/>
            </a:ln>
          </p:spPr>
        </p:sp>
        <p:sp>
          <p:nvSpPr>
            <p:cNvPr id="9445" name="Heatmap cell r33 c46"/>
            <p:cNvSpPr/>
            <p:nvPr/>
          </p:nvSpPr>
          <p:spPr>
            <a:xfrm>
              <a:off x="848460" y="878762"/>
              <a:ext cx="17140" cy="28503"/>
            </a:xfrm>
            <a:prstGeom prst="rect">
              <a:avLst/>
            </a:prstGeom>
            <a:solidFill>
              <a:srgbClr val="46739F"/>
            </a:solidFill>
            <a:ln>
              <a:noFill/>
            </a:ln>
          </p:spPr>
        </p:sp>
        <p:sp>
          <p:nvSpPr>
            <p:cNvPr id="9446" name="Heatmap cell r33 c47"/>
            <p:cNvSpPr/>
            <p:nvPr/>
          </p:nvSpPr>
          <p:spPr>
            <a:xfrm>
              <a:off x="865505" y="878762"/>
              <a:ext cx="19034" cy="28503"/>
            </a:xfrm>
            <a:prstGeom prst="rect">
              <a:avLst/>
            </a:prstGeom>
            <a:solidFill>
              <a:srgbClr val="85A2BE"/>
            </a:solidFill>
            <a:ln>
              <a:noFill/>
            </a:ln>
          </p:spPr>
        </p:sp>
        <p:sp>
          <p:nvSpPr>
            <p:cNvPr id="9447" name="Heatmap cell r33 c48"/>
            <p:cNvSpPr/>
            <p:nvPr/>
          </p:nvSpPr>
          <p:spPr>
            <a:xfrm>
              <a:off x="884444" y="878762"/>
              <a:ext cx="19034" cy="28503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</p:sp>
        <p:sp>
          <p:nvSpPr>
            <p:cNvPr id="9448" name="Heatmap cell r33 c49"/>
            <p:cNvSpPr/>
            <p:nvPr/>
          </p:nvSpPr>
          <p:spPr>
            <a:xfrm>
              <a:off x="903382" y="878762"/>
              <a:ext cx="17140" cy="28503"/>
            </a:xfrm>
            <a:prstGeom prst="rect">
              <a:avLst/>
            </a:prstGeom>
            <a:solidFill>
              <a:srgbClr val="9AB1C9"/>
            </a:solidFill>
            <a:ln>
              <a:noFill/>
            </a:ln>
          </p:spPr>
        </p:sp>
        <p:sp>
          <p:nvSpPr>
            <p:cNvPr id="9449" name="Heatmap cell r33 c50"/>
            <p:cNvSpPr/>
            <p:nvPr/>
          </p:nvSpPr>
          <p:spPr>
            <a:xfrm>
              <a:off x="920427" y="878762"/>
              <a:ext cx="19034" cy="28503"/>
            </a:xfrm>
            <a:prstGeom prst="rect">
              <a:avLst/>
            </a:prstGeom>
            <a:solidFill>
              <a:srgbClr val="F8E1E3"/>
            </a:solidFill>
            <a:ln>
              <a:noFill/>
            </a:ln>
          </p:spPr>
        </p:sp>
        <p:sp>
          <p:nvSpPr>
            <p:cNvPr id="9450" name="Heatmap cell r33 c51"/>
            <p:cNvSpPr/>
            <p:nvPr/>
          </p:nvSpPr>
          <p:spPr>
            <a:xfrm>
              <a:off x="939366" y="878762"/>
              <a:ext cx="17140" cy="28503"/>
            </a:xfrm>
            <a:prstGeom prst="rect">
              <a:avLst/>
            </a:prstGeom>
            <a:solidFill>
              <a:srgbClr val="537CA4"/>
            </a:solidFill>
            <a:ln>
              <a:noFill/>
            </a:ln>
          </p:spPr>
        </p:sp>
        <p:sp>
          <p:nvSpPr>
            <p:cNvPr id="9451" name="Heatmap cell r33 c52"/>
            <p:cNvSpPr/>
            <p:nvPr/>
          </p:nvSpPr>
          <p:spPr>
            <a:xfrm>
              <a:off x="956411" y="878762"/>
              <a:ext cx="19034" cy="28503"/>
            </a:xfrm>
            <a:prstGeom prst="rect">
              <a:avLst/>
            </a:prstGeom>
            <a:solidFill>
              <a:srgbClr val="547DA6"/>
            </a:solidFill>
            <a:ln>
              <a:noFill/>
            </a:ln>
          </p:spPr>
        </p:sp>
        <p:sp>
          <p:nvSpPr>
            <p:cNvPr id="9452" name="Heatmap cell r33 c53"/>
            <p:cNvSpPr/>
            <p:nvPr/>
          </p:nvSpPr>
          <p:spPr>
            <a:xfrm>
              <a:off x="975350" y="878762"/>
              <a:ext cx="17140" cy="28503"/>
            </a:xfrm>
            <a:prstGeom prst="rect">
              <a:avLst/>
            </a:prstGeom>
            <a:solidFill>
              <a:srgbClr val="B8C9DA"/>
            </a:solidFill>
            <a:ln>
              <a:noFill/>
            </a:ln>
          </p:spPr>
        </p:sp>
        <p:sp>
          <p:nvSpPr>
            <p:cNvPr id="9453" name="Heatmap cell r33 c54"/>
            <p:cNvSpPr/>
            <p:nvPr/>
          </p:nvSpPr>
          <p:spPr>
            <a:xfrm>
              <a:off x="992395" y="878762"/>
              <a:ext cx="19034" cy="28503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9454" name="Heatmap cell r33 c55"/>
            <p:cNvSpPr/>
            <p:nvPr/>
          </p:nvSpPr>
          <p:spPr>
            <a:xfrm>
              <a:off x="1011334" y="878762"/>
              <a:ext cx="17140" cy="28503"/>
            </a:xfrm>
            <a:prstGeom prst="rect">
              <a:avLst/>
            </a:prstGeom>
            <a:solidFill>
              <a:srgbClr val="F8E1E3"/>
            </a:solidFill>
            <a:ln>
              <a:noFill/>
            </a:ln>
          </p:spPr>
        </p:sp>
        <p:sp>
          <p:nvSpPr>
            <p:cNvPr id="9455" name="Heatmap cell r33 c56"/>
            <p:cNvSpPr/>
            <p:nvPr/>
          </p:nvSpPr>
          <p:spPr>
            <a:xfrm>
              <a:off x="1028379" y="878762"/>
              <a:ext cx="19034" cy="28503"/>
            </a:xfrm>
            <a:prstGeom prst="rect">
              <a:avLst/>
            </a:prstGeom>
            <a:solidFill>
              <a:srgbClr val="275B8E"/>
            </a:solidFill>
            <a:ln>
              <a:noFill/>
            </a:ln>
          </p:spPr>
        </p:sp>
        <p:sp>
          <p:nvSpPr>
            <p:cNvPr id="9456" name="Heatmap cell r33 c57"/>
            <p:cNvSpPr/>
            <p:nvPr/>
          </p:nvSpPr>
          <p:spPr>
            <a:xfrm>
              <a:off x="1047318" y="878762"/>
              <a:ext cx="17140" cy="28503"/>
            </a:xfrm>
            <a:prstGeom prst="rect">
              <a:avLst/>
            </a:prstGeom>
            <a:solidFill>
              <a:srgbClr val="C5D3E0"/>
            </a:solidFill>
            <a:ln>
              <a:noFill/>
            </a:ln>
          </p:spPr>
        </p:sp>
        <p:sp>
          <p:nvSpPr>
            <p:cNvPr id="9457" name="Heatmap cell r33 c58"/>
            <p:cNvSpPr/>
            <p:nvPr/>
          </p:nvSpPr>
          <p:spPr>
            <a:xfrm>
              <a:off x="1064363" y="878762"/>
              <a:ext cx="19034" cy="28503"/>
            </a:xfrm>
            <a:prstGeom prst="rect">
              <a:avLst/>
            </a:prstGeom>
            <a:solidFill>
              <a:srgbClr val="AFC3D5"/>
            </a:solidFill>
            <a:ln>
              <a:noFill/>
            </a:ln>
          </p:spPr>
        </p:sp>
        <p:sp>
          <p:nvSpPr>
            <p:cNvPr id="9458" name="Heatmap cell r33 c60"/>
            <p:cNvSpPr/>
            <p:nvPr/>
          </p:nvSpPr>
          <p:spPr>
            <a:xfrm>
              <a:off x="1100346" y="878762"/>
              <a:ext cx="19034" cy="28503"/>
            </a:xfrm>
            <a:prstGeom prst="rect">
              <a:avLst/>
            </a:prstGeom>
            <a:solidFill>
              <a:srgbClr val="F7DADC"/>
            </a:solidFill>
            <a:ln>
              <a:noFill/>
            </a:ln>
          </p:spPr>
        </p:sp>
        <p:sp>
          <p:nvSpPr>
            <p:cNvPr id="9459" name="Heatmap cell r33 c61"/>
            <p:cNvSpPr/>
            <p:nvPr/>
          </p:nvSpPr>
          <p:spPr>
            <a:xfrm>
              <a:off x="1119285" y="878762"/>
              <a:ext cx="19034" cy="28503"/>
            </a:xfrm>
            <a:prstGeom prst="rect">
              <a:avLst/>
            </a:prstGeom>
            <a:solidFill>
              <a:srgbClr val="ABBED2"/>
            </a:solidFill>
            <a:ln>
              <a:noFill/>
            </a:ln>
          </p:spPr>
        </p:sp>
        <p:sp>
          <p:nvSpPr>
            <p:cNvPr id="9460" name="Heatmap cell r33 c62"/>
            <p:cNvSpPr/>
            <p:nvPr/>
          </p:nvSpPr>
          <p:spPr>
            <a:xfrm>
              <a:off x="1138224" y="878762"/>
              <a:ext cx="17140" cy="28503"/>
            </a:xfrm>
            <a:prstGeom prst="rect">
              <a:avLst/>
            </a:prstGeom>
            <a:solidFill>
              <a:srgbClr val="F8F8FA"/>
            </a:solidFill>
            <a:ln>
              <a:noFill/>
            </a:ln>
          </p:spPr>
        </p:sp>
        <p:sp>
          <p:nvSpPr>
            <p:cNvPr id="9461" name="Heatmap cell r33 c63"/>
            <p:cNvSpPr/>
            <p:nvPr/>
          </p:nvSpPr>
          <p:spPr>
            <a:xfrm>
              <a:off x="1155269" y="878762"/>
              <a:ext cx="19034" cy="28503"/>
            </a:xfrm>
            <a:prstGeom prst="rect">
              <a:avLst/>
            </a:prstGeom>
            <a:solidFill>
              <a:srgbClr val="A4BAD0"/>
            </a:solidFill>
            <a:ln>
              <a:noFill/>
            </a:ln>
          </p:spPr>
        </p:sp>
        <p:sp>
          <p:nvSpPr>
            <p:cNvPr id="9462" name="Heatmap cell r33 c64"/>
            <p:cNvSpPr/>
            <p:nvPr/>
          </p:nvSpPr>
          <p:spPr>
            <a:xfrm>
              <a:off x="1174208" y="878762"/>
              <a:ext cx="17140" cy="28503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9463" name="Heatmap cell r33 c65"/>
            <p:cNvSpPr/>
            <p:nvPr/>
          </p:nvSpPr>
          <p:spPr>
            <a:xfrm>
              <a:off x="1191253" y="878762"/>
              <a:ext cx="19034" cy="28503"/>
            </a:xfrm>
            <a:prstGeom prst="rect">
              <a:avLst/>
            </a:prstGeom>
            <a:solidFill>
              <a:srgbClr val="BCCDDD"/>
            </a:solidFill>
            <a:ln>
              <a:noFill/>
            </a:ln>
          </p:spPr>
        </p:sp>
        <p:sp>
          <p:nvSpPr>
            <p:cNvPr id="9464" name="Heatmap cell r33 c66"/>
            <p:cNvSpPr/>
            <p:nvPr/>
          </p:nvSpPr>
          <p:spPr>
            <a:xfrm>
              <a:off x="1210192" y="878762"/>
              <a:ext cx="17140" cy="28503"/>
            </a:xfrm>
            <a:prstGeom prst="rect">
              <a:avLst/>
            </a:prstGeom>
            <a:solidFill>
              <a:srgbClr val="4A76A0"/>
            </a:solidFill>
            <a:ln>
              <a:noFill/>
            </a:ln>
          </p:spPr>
        </p:sp>
        <p:sp>
          <p:nvSpPr>
            <p:cNvPr id="9465" name="Heatmap cell r33 c67"/>
            <p:cNvSpPr/>
            <p:nvPr/>
          </p:nvSpPr>
          <p:spPr>
            <a:xfrm>
              <a:off x="1227236" y="878762"/>
              <a:ext cx="19034" cy="28503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9466" name="Heatmap cell r33 c68"/>
            <p:cNvSpPr/>
            <p:nvPr/>
          </p:nvSpPr>
          <p:spPr>
            <a:xfrm>
              <a:off x="1246175" y="878762"/>
              <a:ext cx="17140" cy="28503"/>
            </a:xfrm>
            <a:prstGeom prst="rect">
              <a:avLst/>
            </a:prstGeom>
            <a:solidFill>
              <a:srgbClr val="8FAAC5"/>
            </a:solidFill>
            <a:ln>
              <a:noFill/>
            </a:ln>
          </p:spPr>
        </p:sp>
        <p:sp>
          <p:nvSpPr>
            <p:cNvPr id="9467" name="Heatmap cell r33 c69"/>
            <p:cNvSpPr/>
            <p:nvPr/>
          </p:nvSpPr>
          <p:spPr>
            <a:xfrm>
              <a:off x="1263220" y="878762"/>
              <a:ext cx="19034" cy="28503"/>
            </a:xfrm>
            <a:prstGeom prst="rect">
              <a:avLst/>
            </a:prstGeom>
            <a:solidFill>
              <a:srgbClr val="FAECEC"/>
            </a:solidFill>
            <a:ln>
              <a:noFill/>
            </a:ln>
          </p:spPr>
        </p:sp>
        <p:sp>
          <p:nvSpPr>
            <p:cNvPr id="9468" name="Heatmap cell r33 c70"/>
            <p:cNvSpPr/>
            <p:nvPr/>
          </p:nvSpPr>
          <p:spPr>
            <a:xfrm>
              <a:off x="1282159" y="878762"/>
              <a:ext cx="17140" cy="28503"/>
            </a:xfrm>
            <a:prstGeom prst="rect">
              <a:avLst/>
            </a:prstGeom>
            <a:solidFill>
              <a:srgbClr val="1B4984"/>
            </a:solidFill>
            <a:ln>
              <a:noFill/>
            </a:ln>
          </p:spPr>
        </p:sp>
        <p:sp>
          <p:nvSpPr>
            <p:cNvPr id="9469" name="Heatmap cell r33 c71"/>
            <p:cNvSpPr/>
            <p:nvPr/>
          </p:nvSpPr>
          <p:spPr>
            <a:xfrm>
              <a:off x="1299204" y="878762"/>
              <a:ext cx="19034" cy="28503"/>
            </a:xfrm>
            <a:prstGeom prst="rect">
              <a:avLst/>
            </a:prstGeom>
            <a:solidFill>
              <a:srgbClr val="7696B8"/>
            </a:solidFill>
            <a:ln>
              <a:noFill/>
            </a:ln>
          </p:spPr>
        </p:sp>
        <p:sp>
          <p:nvSpPr>
            <p:cNvPr id="9470" name="Heatmap cell r33 c72"/>
            <p:cNvSpPr/>
            <p:nvPr/>
          </p:nvSpPr>
          <p:spPr>
            <a:xfrm>
              <a:off x="1318143" y="878762"/>
              <a:ext cx="17140" cy="28503"/>
            </a:xfrm>
            <a:prstGeom prst="rect">
              <a:avLst/>
            </a:prstGeom>
            <a:solidFill>
              <a:srgbClr val="95AEC7"/>
            </a:solidFill>
            <a:ln>
              <a:noFill/>
            </a:ln>
          </p:spPr>
        </p:sp>
        <p:sp>
          <p:nvSpPr>
            <p:cNvPr id="9471" name="Heatmap cell r33 c73"/>
            <p:cNvSpPr/>
            <p:nvPr/>
          </p:nvSpPr>
          <p:spPr>
            <a:xfrm>
              <a:off x="1335188" y="878762"/>
              <a:ext cx="19034" cy="28503"/>
            </a:xfrm>
            <a:prstGeom prst="rect">
              <a:avLst/>
            </a:prstGeom>
            <a:solidFill>
              <a:srgbClr val="275B8E"/>
            </a:solidFill>
            <a:ln>
              <a:noFill/>
            </a:ln>
          </p:spPr>
        </p:sp>
        <p:sp>
          <p:nvSpPr>
            <p:cNvPr id="9472" name="Heatmap cell r33 c74"/>
            <p:cNvSpPr/>
            <p:nvPr/>
          </p:nvSpPr>
          <p:spPr>
            <a:xfrm>
              <a:off x="1354127" y="878762"/>
              <a:ext cx="17140" cy="28503"/>
            </a:xfrm>
            <a:prstGeom prst="rect">
              <a:avLst/>
            </a:prstGeom>
            <a:solidFill>
              <a:srgbClr val="386896"/>
            </a:solidFill>
            <a:ln>
              <a:noFill/>
            </a:ln>
          </p:spPr>
        </p:sp>
        <p:sp>
          <p:nvSpPr>
            <p:cNvPr id="9473" name="Heatmap cell r33 c75"/>
            <p:cNvSpPr/>
            <p:nvPr/>
          </p:nvSpPr>
          <p:spPr>
            <a:xfrm>
              <a:off x="1371172" y="878762"/>
              <a:ext cx="19034" cy="28503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9474" name="Heatmap cell r33 c76"/>
            <p:cNvSpPr/>
            <p:nvPr/>
          </p:nvSpPr>
          <p:spPr>
            <a:xfrm>
              <a:off x="1390110" y="878762"/>
              <a:ext cx="19034" cy="28503"/>
            </a:xfrm>
            <a:prstGeom prst="rect">
              <a:avLst/>
            </a:prstGeom>
            <a:solidFill>
              <a:srgbClr val="EBEFF5"/>
            </a:solidFill>
            <a:ln>
              <a:noFill/>
            </a:ln>
          </p:spPr>
        </p:sp>
        <p:sp>
          <p:nvSpPr>
            <p:cNvPr id="9475" name="Heatmap cell r33 c77"/>
            <p:cNvSpPr/>
            <p:nvPr/>
          </p:nvSpPr>
          <p:spPr>
            <a:xfrm>
              <a:off x="1409049" y="878762"/>
              <a:ext cx="17140" cy="28503"/>
            </a:xfrm>
            <a:prstGeom prst="rect">
              <a:avLst/>
            </a:prstGeom>
            <a:solidFill>
              <a:srgbClr val="F1C1C5"/>
            </a:solidFill>
            <a:ln>
              <a:noFill/>
            </a:ln>
          </p:spPr>
        </p:sp>
        <p:sp>
          <p:nvSpPr>
            <p:cNvPr id="9476" name="Heatmap cell r33 c78"/>
            <p:cNvSpPr/>
            <p:nvPr/>
          </p:nvSpPr>
          <p:spPr>
            <a:xfrm>
              <a:off x="1426094" y="878762"/>
              <a:ext cx="19034" cy="28503"/>
            </a:xfrm>
            <a:prstGeom prst="rect">
              <a:avLst/>
            </a:prstGeom>
            <a:solidFill>
              <a:srgbClr val="D0DBE6"/>
            </a:solidFill>
            <a:ln>
              <a:noFill/>
            </a:ln>
          </p:spPr>
        </p:sp>
        <p:sp>
          <p:nvSpPr>
            <p:cNvPr id="9477" name="Heatmap cell r33 c80"/>
            <p:cNvSpPr/>
            <p:nvPr/>
          </p:nvSpPr>
          <p:spPr>
            <a:xfrm>
              <a:off x="1462078" y="878762"/>
              <a:ext cx="19034" cy="28503"/>
            </a:xfrm>
            <a:prstGeom prst="rect">
              <a:avLst/>
            </a:prstGeom>
            <a:solidFill>
              <a:srgbClr val="2B5E90"/>
            </a:solidFill>
            <a:ln>
              <a:noFill/>
            </a:ln>
          </p:spPr>
        </p:sp>
        <p:sp>
          <p:nvSpPr>
            <p:cNvPr id="9478" name="Heatmap cell r33 c81"/>
            <p:cNvSpPr/>
            <p:nvPr/>
          </p:nvSpPr>
          <p:spPr>
            <a:xfrm>
              <a:off x="1481017" y="878762"/>
              <a:ext cx="17140" cy="28503"/>
            </a:xfrm>
            <a:prstGeom prst="rect">
              <a:avLst/>
            </a:prstGeom>
            <a:solidFill>
              <a:srgbClr val="E7EBF1"/>
            </a:solidFill>
            <a:ln>
              <a:noFill/>
            </a:ln>
          </p:spPr>
        </p:sp>
        <p:sp>
          <p:nvSpPr>
            <p:cNvPr id="9479" name="Heatmap cell r33 c82"/>
            <p:cNvSpPr/>
            <p:nvPr/>
          </p:nvSpPr>
          <p:spPr>
            <a:xfrm>
              <a:off x="1498062" y="878762"/>
              <a:ext cx="19034" cy="28503"/>
            </a:xfrm>
            <a:prstGeom prst="rect">
              <a:avLst/>
            </a:prstGeom>
            <a:solidFill>
              <a:srgbClr val="2C5F91"/>
            </a:solidFill>
            <a:ln>
              <a:noFill/>
            </a:ln>
          </p:spPr>
        </p:sp>
        <p:sp>
          <p:nvSpPr>
            <p:cNvPr id="9480" name="Heatmap cell r33 c83"/>
            <p:cNvSpPr/>
            <p:nvPr/>
          </p:nvSpPr>
          <p:spPr>
            <a:xfrm>
              <a:off x="1517001" y="878762"/>
              <a:ext cx="17140" cy="28503"/>
            </a:xfrm>
            <a:prstGeom prst="rect">
              <a:avLst/>
            </a:prstGeom>
            <a:solidFill>
              <a:srgbClr val="CFDBE6"/>
            </a:solidFill>
            <a:ln>
              <a:noFill/>
            </a:ln>
          </p:spPr>
        </p:sp>
        <p:sp>
          <p:nvSpPr>
            <p:cNvPr id="9481" name="Heatmap cell r33 c84"/>
            <p:cNvSpPr/>
            <p:nvPr/>
          </p:nvSpPr>
          <p:spPr>
            <a:xfrm>
              <a:off x="1534046" y="878762"/>
              <a:ext cx="19034" cy="28503"/>
            </a:xfrm>
            <a:prstGeom prst="rect">
              <a:avLst/>
            </a:prstGeom>
            <a:solidFill>
              <a:srgbClr val="CED9E4"/>
            </a:solidFill>
            <a:ln>
              <a:noFill/>
            </a:ln>
          </p:spPr>
        </p:sp>
        <p:sp>
          <p:nvSpPr>
            <p:cNvPr id="9482" name="Heatmap cell r33 c85"/>
            <p:cNvSpPr/>
            <p:nvPr/>
          </p:nvSpPr>
          <p:spPr>
            <a:xfrm>
              <a:off x="1552984" y="878762"/>
              <a:ext cx="17140" cy="28503"/>
            </a:xfrm>
            <a:prstGeom prst="rect">
              <a:avLst/>
            </a:prstGeom>
            <a:solidFill>
              <a:srgbClr val="AFC3D5"/>
            </a:solidFill>
            <a:ln>
              <a:noFill/>
            </a:ln>
          </p:spPr>
        </p:sp>
        <p:sp>
          <p:nvSpPr>
            <p:cNvPr id="9483" name="Heatmap cell r33 c86"/>
            <p:cNvSpPr/>
            <p:nvPr/>
          </p:nvSpPr>
          <p:spPr>
            <a:xfrm>
              <a:off x="1570029" y="878762"/>
              <a:ext cx="19034" cy="28503"/>
            </a:xfrm>
            <a:prstGeom prst="rect">
              <a:avLst/>
            </a:prstGeom>
            <a:solidFill>
              <a:srgbClr val="FBF0F1"/>
            </a:solidFill>
            <a:ln>
              <a:noFill/>
            </a:ln>
          </p:spPr>
        </p:sp>
        <p:sp>
          <p:nvSpPr>
            <p:cNvPr id="9484" name="Heatmap cell r33 c87"/>
            <p:cNvSpPr/>
            <p:nvPr/>
          </p:nvSpPr>
          <p:spPr>
            <a:xfrm>
              <a:off x="1588968" y="878762"/>
              <a:ext cx="17140" cy="28503"/>
            </a:xfrm>
            <a:prstGeom prst="rect">
              <a:avLst/>
            </a:prstGeom>
            <a:solidFill>
              <a:srgbClr val="C6D4E1"/>
            </a:solidFill>
            <a:ln>
              <a:noFill/>
            </a:ln>
          </p:spPr>
        </p:sp>
        <p:sp>
          <p:nvSpPr>
            <p:cNvPr id="9485" name="Heatmap cell r33 c88"/>
            <p:cNvSpPr/>
            <p:nvPr/>
          </p:nvSpPr>
          <p:spPr>
            <a:xfrm>
              <a:off x="1606013" y="878762"/>
              <a:ext cx="19034" cy="28503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9486" name="Heatmap cell r33 c89"/>
            <p:cNvSpPr/>
            <p:nvPr/>
          </p:nvSpPr>
          <p:spPr>
            <a:xfrm>
              <a:off x="1624952" y="878762"/>
              <a:ext cx="19034" cy="28503"/>
            </a:xfrm>
            <a:prstGeom prst="rect">
              <a:avLst/>
            </a:prstGeom>
            <a:solidFill>
              <a:srgbClr val="EDF1F7"/>
            </a:solidFill>
            <a:ln>
              <a:noFill/>
            </a:ln>
          </p:spPr>
        </p:sp>
        <p:sp>
          <p:nvSpPr>
            <p:cNvPr id="9487" name="Heatmap cell r33 c90"/>
            <p:cNvSpPr/>
            <p:nvPr/>
          </p:nvSpPr>
          <p:spPr>
            <a:xfrm>
              <a:off x="1643891" y="878762"/>
              <a:ext cx="17140" cy="28503"/>
            </a:xfrm>
            <a:prstGeom prst="rect">
              <a:avLst/>
            </a:prstGeom>
            <a:solidFill>
              <a:srgbClr val="C6D4E1"/>
            </a:solidFill>
            <a:ln>
              <a:noFill/>
            </a:ln>
          </p:spPr>
        </p:sp>
        <p:sp>
          <p:nvSpPr>
            <p:cNvPr id="9488" name="Heatmap cell r33 c91"/>
            <p:cNvSpPr/>
            <p:nvPr/>
          </p:nvSpPr>
          <p:spPr>
            <a:xfrm>
              <a:off x="1660936" y="878762"/>
              <a:ext cx="19034" cy="28503"/>
            </a:xfrm>
            <a:prstGeom prst="rect">
              <a:avLst/>
            </a:prstGeom>
            <a:solidFill>
              <a:srgbClr val="F7D7DB"/>
            </a:solidFill>
            <a:ln>
              <a:noFill/>
            </a:ln>
          </p:spPr>
        </p:sp>
        <p:sp>
          <p:nvSpPr>
            <p:cNvPr id="9489" name="Heatmap cell r33 c92"/>
            <p:cNvSpPr/>
            <p:nvPr/>
          </p:nvSpPr>
          <p:spPr>
            <a:xfrm>
              <a:off x="1679875" y="878762"/>
              <a:ext cx="17140" cy="28503"/>
            </a:xfrm>
            <a:prstGeom prst="rect">
              <a:avLst/>
            </a:prstGeom>
            <a:solidFill>
              <a:srgbClr val="F7E2E4"/>
            </a:solidFill>
            <a:ln>
              <a:noFill/>
            </a:ln>
          </p:spPr>
        </p:sp>
        <p:sp>
          <p:nvSpPr>
            <p:cNvPr id="9490" name="Heatmap cell r33 c93"/>
            <p:cNvSpPr/>
            <p:nvPr/>
          </p:nvSpPr>
          <p:spPr>
            <a:xfrm>
              <a:off x="1696920" y="878762"/>
              <a:ext cx="19034" cy="28503"/>
            </a:xfrm>
            <a:prstGeom prst="rect">
              <a:avLst/>
            </a:prstGeom>
            <a:solidFill>
              <a:srgbClr val="B7C7D9"/>
            </a:solidFill>
            <a:ln>
              <a:noFill/>
            </a:ln>
          </p:spPr>
        </p:sp>
        <p:sp>
          <p:nvSpPr>
            <p:cNvPr id="9491" name="Heatmap cell r33 c94"/>
            <p:cNvSpPr/>
            <p:nvPr/>
          </p:nvSpPr>
          <p:spPr>
            <a:xfrm>
              <a:off x="1715858" y="878762"/>
              <a:ext cx="17140" cy="28503"/>
            </a:xfrm>
            <a:prstGeom prst="rect">
              <a:avLst/>
            </a:prstGeom>
            <a:solidFill>
              <a:srgbClr val="A2B8CF"/>
            </a:solidFill>
            <a:ln>
              <a:noFill/>
            </a:ln>
          </p:spPr>
        </p:sp>
        <p:sp>
          <p:nvSpPr>
            <p:cNvPr id="9492" name="Heatmap cell r33 c95"/>
            <p:cNvSpPr/>
            <p:nvPr/>
          </p:nvSpPr>
          <p:spPr>
            <a:xfrm>
              <a:off x="1732903" y="878762"/>
              <a:ext cx="19034" cy="28503"/>
            </a:xfrm>
            <a:prstGeom prst="rect">
              <a:avLst/>
            </a:prstGeom>
            <a:solidFill>
              <a:srgbClr val="F6F8F9"/>
            </a:solidFill>
            <a:ln>
              <a:noFill/>
            </a:ln>
          </p:spPr>
        </p:sp>
        <p:sp>
          <p:nvSpPr>
            <p:cNvPr id="9493" name="Heatmap cell r33 c96"/>
            <p:cNvSpPr/>
            <p:nvPr/>
          </p:nvSpPr>
          <p:spPr>
            <a:xfrm>
              <a:off x="1751842" y="878762"/>
              <a:ext cx="17140" cy="28503"/>
            </a:xfrm>
            <a:prstGeom prst="rect">
              <a:avLst/>
            </a:prstGeom>
            <a:solidFill>
              <a:srgbClr val="88A4C1"/>
            </a:solidFill>
            <a:ln>
              <a:noFill/>
            </a:ln>
          </p:spPr>
        </p:sp>
        <p:sp>
          <p:nvSpPr>
            <p:cNvPr id="9494" name="Heatmap cell r33 c97"/>
            <p:cNvSpPr/>
            <p:nvPr/>
          </p:nvSpPr>
          <p:spPr>
            <a:xfrm>
              <a:off x="1768887" y="878762"/>
              <a:ext cx="19034" cy="28503"/>
            </a:xfrm>
            <a:prstGeom prst="rect">
              <a:avLst/>
            </a:prstGeom>
            <a:solidFill>
              <a:srgbClr val="799AB8"/>
            </a:solidFill>
            <a:ln>
              <a:noFill/>
            </a:ln>
          </p:spPr>
        </p:sp>
        <p:sp>
          <p:nvSpPr>
            <p:cNvPr id="9495" name="Heatmap cell r33 c98"/>
            <p:cNvSpPr/>
            <p:nvPr/>
          </p:nvSpPr>
          <p:spPr>
            <a:xfrm>
              <a:off x="1787826" y="878762"/>
              <a:ext cx="17140" cy="28503"/>
            </a:xfrm>
            <a:prstGeom prst="rect">
              <a:avLst/>
            </a:prstGeom>
            <a:solidFill>
              <a:srgbClr val="EAEEF4"/>
            </a:solidFill>
            <a:ln>
              <a:noFill/>
            </a:ln>
          </p:spPr>
        </p:sp>
        <p:sp>
          <p:nvSpPr>
            <p:cNvPr id="9496" name="Heatmap cell r33 c99"/>
            <p:cNvSpPr/>
            <p:nvPr/>
          </p:nvSpPr>
          <p:spPr>
            <a:xfrm>
              <a:off x="1804871" y="878762"/>
              <a:ext cx="19034" cy="28503"/>
            </a:xfrm>
            <a:prstGeom prst="rect">
              <a:avLst/>
            </a:prstGeom>
            <a:solidFill>
              <a:srgbClr val="FBF0F1"/>
            </a:solidFill>
            <a:ln>
              <a:noFill/>
            </a:ln>
          </p:spPr>
        </p:sp>
        <p:sp>
          <p:nvSpPr>
            <p:cNvPr id="9497" name="Heatmap cell r33 c100"/>
            <p:cNvSpPr/>
            <p:nvPr/>
          </p:nvSpPr>
          <p:spPr>
            <a:xfrm>
              <a:off x="1823810" y="878762"/>
              <a:ext cx="17140" cy="28503"/>
            </a:xfrm>
            <a:prstGeom prst="rect">
              <a:avLst/>
            </a:prstGeom>
            <a:solidFill>
              <a:srgbClr val="EEF3F6"/>
            </a:solidFill>
            <a:ln>
              <a:noFill/>
            </a:ln>
          </p:spPr>
        </p:sp>
        <p:sp>
          <p:nvSpPr>
            <p:cNvPr id="9498" name="Heatmap cell r33 c101"/>
            <p:cNvSpPr/>
            <p:nvPr/>
          </p:nvSpPr>
          <p:spPr>
            <a:xfrm>
              <a:off x="1840855" y="878762"/>
              <a:ext cx="19034" cy="28503"/>
            </a:xfrm>
            <a:prstGeom prst="rect">
              <a:avLst/>
            </a:prstGeom>
            <a:solidFill>
              <a:srgbClr val="E9EDF3"/>
            </a:solidFill>
            <a:ln>
              <a:noFill/>
            </a:ln>
          </p:spPr>
        </p:sp>
        <p:sp>
          <p:nvSpPr>
            <p:cNvPr id="9499" name="Heatmap cell r33 c102"/>
            <p:cNvSpPr/>
            <p:nvPr/>
          </p:nvSpPr>
          <p:spPr>
            <a:xfrm>
              <a:off x="1859794" y="878762"/>
              <a:ext cx="19034" cy="28503"/>
            </a:xfrm>
            <a:prstGeom prst="rect">
              <a:avLst/>
            </a:prstGeom>
            <a:solidFill>
              <a:srgbClr val="C3D1DF"/>
            </a:solidFill>
            <a:ln>
              <a:noFill/>
            </a:ln>
          </p:spPr>
        </p:sp>
        <p:sp>
          <p:nvSpPr>
            <p:cNvPr id="9500" name="Heatmap cell r33 c103"/>
            <p:cNvSpPr/>
            <p:nvPr/>
          </p:nvSpPr>
          <p:spPr>
            <a:xfrm>
              <a:off x="1878732" y="878762"/>
              <a:ext cx="17140" cy="28503"/>
            </a:xfrm>
            <a:prstGeom prst="rect">
              <a:avLst/>
            </a:prstGeom>
            <a:solidFill>
              <a:srgbClr val="F5D1D4"/>
            </a:solidFill>
            <a:ln>
              <a:noFill/>
            </a:ln>
          </p:spPr>
        </p:sp>
        <p:sp>
          <p:nvSpPr>
            <p:cNvPr id="9501" name="Heatmap cell r33 c104"/>
            <p:cNvSpPr/>
            <p:nvPr/>
          </p:nvSpPr>
          <p:spPr>
            <a:xfrm>
              <a:off x="1895777" y="878762"/>
              <a:ext cx="19034" cy="28503"/>
            </a:xfrm>
            <a:prstGeom prst="rect">
              <a:avLst/>
            </a:prstGeom>
            <a:solidFill>
              <a:srgbClr val="7899B8"/>
            </a:solidFill>
            <a:ln>
              <a:noFill/>
            </a:ln>
          </p:spPr>
        </p:sp>
        <p:sp>
          <p:nvSpPr>
            <p:cNvPr id="9502" name="Heatmap cell r33 c105"/>
            <p:cNvSpPr/>
            <p:nvPr/>
          </p:nvSpPr>
          <p:spPr>
            <a:xfrm>
              <a:off x="1914716" y="878762"/>
              <a:ext cx="17140" cy="28503"/>
            </a:xfrm>
            <a:prstGeom prst="rect">
              <a:avLst/>
            </a:prstGeom>
            <a:solidFill>
              <a:srgbClr val="85A1BE"/>
            </a:solidFill>
            <a:ln>
              <a:noFill/>
            </a:ln>
          </p:spPr>
        </p:sp>
        <p:sp>
          <p:nvSpPr>
            <p:cNvPr id="9503" name="Heatmap cell r33 c106"/>
            <p:cNvSpPr/>
            <p:nvPr/>
          </p:nvSpPr>
          <p:spPr>
            <a:xfrm>
              <a:off x="1931761" y="878762"/>
              <a:ext cx="19034" cy="28503"/>
            </a:xfrm>
            <a:prstGeom prst="rect">
              <a:avLst/>
            </a:prstGeom>
            <a:solidFill>
              <a:srgbClr val="7D9DBA"/>
            </a:solidFill>
            <a:ln>
              <a:noFill/>
            </a:ln>
          </p:spPr>
        </p:sp>
        <p:sp>
          <p:nvSpPr>
            <p:cNvPr id="9504" name="Heatmap cell r33 c107"/>
            <p:cNvSpPr/>
            <p:nvPr/>
          </p:nvSpPr>
          <p:spPr>
            <a:xfrm>
              <a:off x="1950700" y="878762"/>
              <a:ext cx="17140" cy="28503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9505" name="Heatmap cell r33 c108"/>
            <p:cNvSpPr/>
            <p:nvPr/>
          </p:nvSpPr>
          <p:spPr>
            <a:xfrm>
              <a:off x="1967745" y="878762"/>
              <a:ext cx="19034" cy="28503"/>
            </a:xfrm>
            <a:prstGeom prst="rect">
              <a:avLst/>
            </a:prstGeom>
            <a:solidFill>
              <a:srgbClr val="7092B5"/>
            </a:solidFill>
            <a:ln>
              <a:noFill/>
            </a:ln>
          </p:spPr>
        </p:sp>
        <p:sp>
          <p:nvSpPr>
            <p:cNvPr id="9506" name="Heatmap cell r33 c109"/>
            <p:cNvSpPr/>
            <p:nvPr/>
          </p:nvSpPr>
          <p:spPr>
            <a:xfrm>
              <a:off x="1986684" y="878762"/>
              <a:ext cx="17140" cy="28503"/>
            </a:xfrm>
            <a:prstGeom prst="rect">
              <a:avLst/>
            </a:prstGeom>
            <a:solidFill>
              <a:srgbClr val="EBEFF5"/>
            </a:solidFill>
            <a:ln>
              <a:noFill/>
            </a:ln>
          </p:spPr>
        </p:sp>
        <p:sp>
          <p:nvSpPr>
            <p:cNvPr id="9507" name="Heatmap cell r33 c110"/>
            <p:cNvSpPr/>
            <p:nvPr/>
          </p:nvSpPr>
          <p:spPr>
            <a:xfrm>
              <a:off x="2003729" y="878762"/>
              <a:ext cx="19034" cy="28503"/>
            </a:xfrm>
            <a:prstGeom prst="rect">
              <a:avLst/>
            </a:prstGeom>
            <a:solidFill>
              <a:srgbClr val="6287AC"/>
            </a:solidFill>
            <a:ln>
              <a:noFill/>
            </a:ln>
          </p:spPr>
        </p:sp>
        <p:sp>
          <p:nvSpPr>
            <p:cNvPr id="9508" name="Heatmap cell r33 c111"/>
            <p:cNvSpPr/>
            <p:nvPr/>
          </p:nvSpPr>
          <p:spPr>
            <a:xfrm>
              <a:off x="2022668" y="878762"/>
              <a:ext cx="17140" cy="28503"/>
            </a:xfrm>
            <a:prstGeom prst="rect">
              <a:avLst/>
            </a:prstGeom>
            <a:solidFill>
              <a:srgbClr val="DDE4EC"/>
            </a:solidFill>
            <a:ln>
              <a:noFill/>
            </a:ln>
          </p:spPr>
        </p:sp>
        <p:sp>
          <p:nvSpPr>
            <p:cNvPr id="9509" name="Heatmap cell r33 c112"/>
            <p:cNvSpPr/>
            <p:nvPr/>
          </p:nvSpPr>
          <p:spPr>
            <a:xfrm>
              <a:off x="2039712" y="878762"/>
              <a:ext cx="19034" cy="28503"/>
            </a:xfrm>
            <a:prstGeom prst="rect">
              <a:avLst/>
            </a:prstGeom>
            <a:solidFill>
              <a:srgbClr val="F3C7CC"/>
            </a:solidFill>
            <a:ln>
              <a:noFill/>
            </a:ln>
          </p:spPr>
        </p:sp>
        <p:sp>
          <p:nvSpPr>
            <p:cNvPr id="9510" name="Heatmap cell r33 c113"/>
            <p:cNvSpPr/>
            <p:nvPr/>
          </p:nvSpPr>
          <p:spPr>
            <a:xfrm>
              <a:off x="2058651" y="878762"/>
              <a:ext cx="17140" cy="28503"/>
            </a:xfrm>
            <a:prstGeom prst="rect">
              <a:avLst/>
            </a:prstGeom>
            <a:solidFill>
              <a:srgbClr val="BACADB"/>
            </a:solidFill>
            <a:ln>
              <a:noFill/>
            </a:ln>
          </p:spPr>
        </p:sp>
        <p:sp>
          <p:nvSpPr>
            <p:cNvPr id="9511" name="Heatmap cell r33 c114"/>
            <p:cNvSpPr/>
            <p:nvPr/>
          </p:nvSpPr>
          <p:spPr>
            <a:xfrm>
              <a:off x="2075696" y="878762"/>
              <a:ext cx="19034" cy="28503"/>
            </a:xfrm>
            <a:prstGeom prst="rect">
              <a:avLst/>
            </a:prstGeom>
            <a:solidFill>
              <a:srgbClr val="D5DFEA"/>
            </a:solidFill>
            <a:ln>
              <a:noFill/>
            </a:ln>
          </p:spPr>
        </p:sp>
        <p:sp>
          <p:nvSpPr>
            <p:cNvPr id="9512" name="Heatmap cell r33 c115"/>
            <p:cNvSpPr/>
            <p:nvPr/>
          </p:nvSpPr>
          <p:spPr>
            <a:xfrm>
              <a:off x="2094635" y="878762"/>
              <a:ext cx="19034" cy="28503"/>
            </a:xfrm>
            <a:prstGeom prst="rect">
              <a:avLst/>
            </a:prstGeom>
            <a:solidFill>
              <a:srgbClr val="CDD9E3"/>
            </a:solidFill>
            <a:ln>
              <a:noFill/>
            </a:ln>
          </p:spPr>
        </p:sp>
        <p:sp>
          <p:nvSpPr>
            <p:cNvPr id="9513" name="Heatmap cell r33 c116"/>
            <p:cNvSpPr/>
            <p:nvPr/>
          </p:nvSpPr>
          <p:spPr>
            <a:xfrm>
              <a:off x="2113574" y="878762"/>
              <a:ext cx="17140" cy="28503"/>
            </a:xfrm>
            <a:prstGeom prst="rect">
              <a:avLst/>
            </a:prstGeom>
            <a:solidFill>
              <a:srgbClr val="EAEEF4"/>
            </a:solidFill>
            <a:ln>
              <a:noFill/>
            </a:ln>
          </p:spPr>
        </p:sp>
        <p:sp>
          <p:nvSpPr>
            <p:cNvPr id="9514" name="Heatmap cell r33 c117"/>
            <p:cNvSpPr/>
            <p:nvPr/>
          </p:nvSpPr>
          <p:spPr>
            <a:xfrm>
              <a:off x="2130619" y="878762"/>
              <a:ext cx="19034" cy="28503"/>
            </a:xfrm>
            <a:prstGeom prst="rect">
              <a:avLst/>
            </a:prstGeom>
            <a:solidFill>
              <a:srgbClr val="D7E1EB"/>
            </a:solidFill>
            <a:ln>
              <a:noFill/>
            </a:ln>
          </p:spPr>
        </p:sp>
        <p:sp>
          <p:nvSpPr>
            <p:cNvPr id="9515" name="Heatmap cell r33 c119"/>
            <p:cNvSpPr/>
            <p:nvPr/>
          </p:nvSpPr>
          <p:spPr>
            <a:xfrm>
              <a:off x="2166603" y="878762"/>
              <a:ext cx="19034" cy="28503"/>
            </a:xfrm>
            <a:prstGeom prst="rect">
              <a:avLst/>
            </a:prstGeom>
            <a:solidFill>
              <a:srgbClr val="F6D4D7"/>
            </a:solidFill>
            <a:ln>
              <a:noFill/>
            </a:ln>
          </p:spPr>
        </p:sp>
        <p:sp>
          <p:nvSpPr>
            <p:cNvPr id="9516" name="Heatmap cell r33 c120"/>
            <p:cNvSpPr/>
            <p:nvPr/>
          </p:nvSpPr>
          <p:spPr>
            <a:xfrm>
              <a:off x="2185542" y="878762"/>
              <a:ext cx="17140" cy="28503"/>
            </a:xfrm>
            <a:prstGeom prst="rect">
              <a:avLst/>
            </a:prstGeom>
            <a:solidFill>
              <a:srgbClr val="F9E7E8"/>
            </a:solidFill>
            <a:ln>
              <a:noFill/>
            </a:ln>
          </p:spPr>
        </p:sp>
        <p:sp>
          <p:nvSpPr>
            <p:cNvPr id="9517" name="Heatmap cell r33 c121"/>
            <p:cNvSpPr/>
            <p:nvPr/>
          </p:nvSpPr>
          <p:spPr>
            <a:xfrm>
              <a:off x="2202586" y="878762"/>
              <a:ext cx="19034" cy="28503"/>
            </a:xfrm>
            <a:prstGeom prst="rect">
              <a:avLst/>
            </a:prstGeom>
            <a:solidFill>
              <a:srgbClr val="ABC0D2"/>
            </a:solidFill>
            <a:ln>
              <a:noFill/>
            </a:ln>
          </p:spPr>
        </p:sp>
        <p:sp>
          <p:nvSpPr>
            <p:cNvPr id="9518" name="Heatmap cell r33 c122"/>
            <p:cNvSpPr/>
            <p:nvPr/>
          </p:nvSpPr>
          <p:spPr>
            <a:xfrm>
              <a:off x="2221525" y="878762"/>
              <a:ext cx="17140" cy="28503"/>
            </a:xfrm>
            <a:prstGeom prst="rect">
              <a:avLst/>
            </a:prstGeom>
            <a:solidFill>
              <a:srgbClr val="F8F8FA"/>
            </a:solidFill>
            <a:ln>
              <a:noFill/>
            </a:ln>
          </p:spPr>
        </p:sp>
        <p:sp>
          <p:nvSpPr>
            <p:cNvPr id="9519" name="Heatmap cell r33 c123"/>
            <p:cNvSpPr/>
            <p:nvPr/>
          </p:nvSpPr>
          <p:spPr>
            <a:xfrm>
              <a:off x="2238570" y="878762"/>
              <a:ext cx="19034" cy="28503"/>
            </a:xfrm>
            <a:prstGeom prst="rect">
              <a:avLst/>
            </a:prstGeom>
            <a:solidFill>
              <a:srgbClr val="7F9FBC"/>
            </a:solidFill>
            <a:ln>
              <a:noFill/>
            </a:ln>
          </p:spPr>
        </p:sp>
        <p:sp>
          <p:nvSpPr>
            <p:cNvPr id="9520" name="Heatmap cell r33 c124"/>
            <p:cNvSpPr/>
            <p:nvPr/>
          </p:nvSpPr>
          <p:spPr>
            <a:xfrm>
              <a:off x="2257509" y="878762"/>
              <a:ext cx="17140" cy="28503"/>
            </a:xfrm>
            <a:prstGeom prst="rect">
              <a:avLst/>
            </a:prstGeom>
            <a:solidFill>
              <a:srgbClr val="8AA7C2"/>
            </a:solidFill>
            <a:ln>
              <a:noFill/>
            </a:ln>
          </p:spPr>
        </p:sp>
        <p:sp>
          <p:nvSpPr>
            <p:cNvPr id="9521" name="Heatmap cell r33 c125"/>
            <p:cNvSpPr/>
            <p:nvPr/>
          </p:nvSpPr>
          <p:spPr>
            <a:xfrm>
              <a:off x="2274554" y="878762"/>
              <a:ext cx="19034" cy="28503"/>
            </a:xfrm>
            <a:prstGeom prst="rect">
              <a:avLst/>
            </a:prstGeom>
            <a:solidFill>
              <a:srgbClr val="E7EBF1"/>
            </a:solidFill>
            <a:ln>
              <a:noFill/>
            </a:ln>
          </p:spPr>
        </p:sp>
        <p:sp>
          <p:nvSpPr>
            <p:cNvPr id="9522" name="Heatmap cell r33 c126"/>
            <p:cNvSpPr/>
            <p:nvPr/>
          </p:nvSpPr>
          <p:spPr>
            <a:xfrm>
              <a:off x="2293493" y="878762"/>
              <a:ext cx="17140" cy="28503"/>
            </a:xfrm>
            <a:prstGeom prst="rect">
              <a:avLst/>
            </a:prstGeom>
            <a:solidFill>
              <a:srgbClr val="D9E1EB"/>
            </a:solidFill>
            <a:ln>
              <a:noFill/>
            </a:ln>
          </p:spPr>
        </p:sp>
        <p:sp>
          <p:nvSpPr>
            <p:cNvPr id="9523" name="Heatmap cell r33 c127"/>
            <p:cNvSpPr/>
            <p:nvPr/>
          </p:nvSpPr>
          <p:spPr>
            <a:xfrm>
              <a:off x="2310538" y="878762"/>
              <a:ext cx="19034" cy="28503"/>
            </a:xfrm>
            <a:prstGeom prst="rect">
              <a:avLst/>
            </a:prstGeom>
            <a:solidFill>
              <a:srgbClr val="F8E3E6"/>
            </a:solidFill>
            <a:ln>
              <a:noFill/>
            </a:ln>
          </p:spPr>
        </p:sp>
        <p:sp>
          <p:nvSpPr>
            <p:cNvPr id="9524" name="Heatmap cell r33 c128"/>
            <p:cNvSpPr/>
            <p:nvPr/>
          </p:nvSpPr>
          <p:spPr>
            <a:xfrm>
              <a:off x="2329477" y="878762"/>
              <a:ext cx="19034" cy="28503"/>
            </a:xfrm>
            <a:prstGeom prst="rect">
              <a:avLst/>
            </a:prstGeom>
            <a:solidFill>
              <a:srgbClr val="85A1BE"/>
            </a:solidFill>
            <a:ln>
              <a:noFill/>
            </a:ln>
          </p:spPr>
        </p:sp>
        <p:sp>
          <p:nvSpPr>
            <p:cNvPr id="9525" name="Heatmap cell r33 c129"/>
            <p:cNvSpPr/>
            <p:nvPr/>
          </p:nvSpPr>
          <p:spPr>
            <a:xfrm>
              <a:off x="2348416" y="878762"/>
              <a:ext cx="17140" cy="28503"/>
            </a:xfrm>
            <a:prstGeom prst="rect">
              <a:avLst/>
            </a:prstGeom>
            <a:solidFill>
              <a:srgbClr val="F8E6E8"/>
            </a:solidFill>
            <a:ln>
              <a:noFill/>
            </a:ln>
          </p:spPr>
        </p:sp>
        <p:sp>
          <p:nvSpPr>
            <p:cNvPr id="9526" name="Heatmap cell r33 c130"/>
            <p:cNvSpPr/>
            <p:nvPr/>
          </p:nvSpPr>
          <p:spPr>
            <a:xfrm>
              <a:off x="2365460" y="878762"/>
              <a:ext cx="19034" cy="28503"/>
            </a:xfrm>
            <a:prstGeom prst="rect">
              <a:avLst/>
            </a:prstGeom>
            <a:solidFill>
              <a:srgbClr val="E7EBF1"/>
            </a:solidFill>
            <a:ln>
              <a:noFill/>
            </a:ln>
          </p:spPr>
        </p:sp>
        <p:sp>
          <p:nvSpPr>
            <p:cNvPr id="9527" name="Heatmap cell r33 c131"/>
            <p:cNvSpPr/>
            <p:nvPr/>
          </p:nvSpPr>
          <p:spPr>
            <a:xfrm>
              <a:off x="2384399" y="878762"/>
              <a:ext cx="17140" cy="28503"/>
            </a:xfrm>
            <a:prstGeom prst="rect">
              <a:avLst/>
            </a:prstGeom>
            <a:solidFill>
              <a:srgbClr val="527BA3"/>
            </a:solidFill>
            <a:ln>
              <a:noFill/>
            </a:ln>
          </p:spPr>
        </p:sp>
        <p:sp>
          <p:nvSpPr>
            <p:cNvPr id="9528" name="Heatmap cell r33 c132"/>
            <p:cNvSpPr/>
            <p:nvPr/>
          </p:nvSpPr>
          <p:spPr>
            <a:xfrm>
              <a:off x="2401444" y="878762"/>
              <a:ext cx="19034" cy="28503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9529" name="Heatmap cell r33 c133"/>
            <p:cNvSpPr/>
            <p:nvPr/>
          </p:nvSpPr>
          <p:spPr>
            <a:xfrm>
              <a:off x="2420383" y="878762"/>
              <a:ext cx="17140" cy="28503"/>
            </a:xfrm>
            <a:prstGeom prst="rect">
              <a:avLst/>
            </a:prstGeom>
            <a:solidFill>
              <a:srgbClr val="FAEEEF"/>
            </a:solidFill>
            <a:ln>
              <a:noFill/>
            </a:ln>
          </p:spPr>
        </p:sp>
        <p:sp>
          <p:nvSpPr>
            <p:cNvPr id="9530" name="Heatmap cell r33 c134"/>
            <p:cNvSpPr/>
            <p:nvPr/>
          </p:nvSpPr>
          <p:spPr>
            <a:xfrm>
              <a:off x="2437428" y="878762"/>
              <a:ext cx="19034" cy="28503"/>
            </a:xfrm>
            <a:prstGeom prst="rect">
              <a:avLst/>
            </a:prstGeom>
            <a:solidFill>
              <a:srgbClr val="D0DBE6"/>
            </a:solidFill>
            <a:ln>
              <a:noFill/>
            </a:ln>
          </p:spPr>
        </p:sp>
        <p:sp>
          <p:nvSpPr>
            <p:cNvPr id="9531" name="Heatmap cell r33 c135"/>
            <p:cNvSpPr/>
            <p:nvPr/>
          </p:nvSpPr>
          <p:spPr>
            <a:xfrm>
              <a:off x="2456367" y="878762"/>
              <a:ext cx="17140" cy="28503"/>
            </a:xfrm>
            <a:prstGeom prst="rect">
              <a:avLst/>
            </a:prstGeom>
            <a:solidFill>
              <a:srgbClr val="EDAEB5"/>
            </a:solidFill>
            <a:ln>
              <a:noFill/>
            </a:ln>
          </p:spPr>
        </p:sp>
        <p:sp>
          <p:nvSpPr>
            <p:cNvPr id="9532" name="Heatmap cell r33 c136"/>
            <p:cNvSpPr/>
            <p:nvPr/>
          </p:nvSpPr>
          <p:spPr>
            <a:xfrm>
              <a:off x="2473412" y="878762"/>
              <a:ext cx="19034" cy="28503"/>
            </a:xfrm>
            <a:prstGeom prst="rect">
              <a:avLst/>
            </a:prstGeom>
            <a:solidFill>
              <a:srgbClr val="E6EBF1"/>
            </a:solidFill>
            <a:ln>
              <a:noFill/>
            </a:ln>
          </p:spPr>
        </p:sp>
        <p:sp>
          <p:nvSpPr>
            <p:cNvPr id="9533" name="Heatmap cell r33 c137"/>
            <p:cNvSpPr/>
            <p:nvPr/>
          </p:nvSpPr>
          <p:spPr>
            <a:xfrm>
              <a:off x="2492351" y="878762"/>
              <a:ext cx="17140" cy="28503"/>
            </a:xfrm>
            <a:prstGeom prst="rect">
              <a:avLst/>
            </a:prstGeom>
            <a:solidFill>
              <a:srgbClr val="ABBED2"/>
            </a:solidFill>
            <a:ln>
              <a:noFill/>
            </a:ln>
          </p:spPr>
        </p:sp>
        <p:sp>
          <p:nvSpPr>
            <p:cNvPr id="9534" name="Heatmap cell r33 c138"/>
            <p:cNvSpPr/>
            <p:nvPr/>
          </p:nvSpPr>
          <p:spPr>
            <a:xfrm>
              <a:off x="2509396" y="878762"/>
              <a:ext cx="19034" cy="28503"/>
            </a:xfrm>
            <a:prstGeom prst="rect">
              <a:avLst/>
            </a:prstGeom>
            <a:solidFill>
              <a:srgbClr val="F7D3D6"/>
            </a:solidFill>
            <a:ln>
              <a:noFill/>
            </a:ln>
          </p:spPr>
        </p:sp>
        <p:sp>
          <p:nvSpPr>
            <p:cNvPr id="9535" name="Heatmap cell r33 c139"/>
            <p:cNvSpPr/>
            <p:nvPr/>
          </p:nvSpPr>
          <p:spPr>
            <a:xfrm>
              <a:off x="2528334" y="878762"/>
              <a:ext cx="17140" cy="28503"/>
            </a:xfrm>
            <a:prstGeom prst="rect">
              <a:avLst/>
            </a:prstGeom>
            <a:solidFill>
              <a:srgbClr val="F5F7F9"/>
            </a:solidFill>
            <a:ln>
              <a:noFill/>
            </a:ln>
          </p:spPr>
        </p:sp>
        <p:sp>
          <p:nvSpPr>
            <p:cNvPr id="9536" name="Heatmap cell r33 c140"/>
            <p:cNvSpPr/>
            <p:nvPr/>
          </p:nvSpPr>
          <p:spPr>
            <a:xfrm>
              <a:off x="2545379" y="878762"/>
              <a:ext cx="19034" cy="28503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9537" name="Heatmap cell r33 c141"/>
            <p:cNvSpPr/>
            <p:nvPr/>
          </p:nvSpPr>
          <p:spPr>
            <a:xfrm>
              <a:off x="2564318" y="878762"/>
              <a:ext cx="19034" cy="28503"/>
            </a:xfrm>
            <a:prstGeom prst="rect">
              <a:avLst/>
            </a:prstGeom>
            <a:solidFill>
              <a:srgbClr val="194480"/>
            </a:solidFill>
            <a:ln>
              <a:noFill/>
            </a:ln>
          </p:spPr>
        </p:sp>
        <p:sp>
          <p:nvSpPr>
            <p:cNvPr id="9538" name="Heatmap cell r33 c142"/>
            <p:cNvSpPr/>
            <p:nvPr/>
          </p:nvSpPr>
          <p:spPr>
            <a:xfrm>
              <a:off x="2583257" y="878762"/>
              <a:ext cx="17140" cy="28503"/>
            </a:xfrm>
            <a:prstGeom prst="rect">
              <a:avLst/>
            </a:prstGeom>
            <a:solidFill>
              <a:srgbClr val="5F85AC"/>
            </a:solidFill>
            <a:ln>
              <a:noFill/>
            </a:ln>
          </p:spPr>
        </p:sp>
        <p:sp>
          <p:nvSpPr>
            <p:cNvPr id="9539" name="Heatmap cell r33 c143"/>
            <p:cNvSpPr/>
            <p:nvPr/>
          </p:nvSpPr>
          <p:spPr>
            <a:xfrm>
              <a:off x="2600302" y="878762"/>
              <a:ext cx="19034" cy="28503"/>
            </a:xfrm>
            <a:prstGeom prst="rect">
              <a:avLst/>
            </a:prstGeom>
            <a:solidFill>
              <a:srgbClr val="7E9EBB"/>
            </a:solidFill>
            <a:ln>
              <a:noFill/>
            </a:ln>
          </p:spPr>
        </p:sp>
        <p:sp>
          <p:nvSpPr>
            <p:cNvPr id="9540" name="Heatmap cell r33 c144"/>
            <p:cNvSpPr/>
            <p:nvPr/>
          </p:nvSpPr>
          <p:spPr>
            <a:xfrm>
              <a:off x="2619241" y="878762"/>
              <a:ext cx="17140" cy="28503"/>
            </a:xfrm>
            <a:prstGeom prst="rect">
              <a:avLst/>
            </a:prstGeom>
            <a:solidFill>
              <a:srgbClr val="D2DDE7"/>
            </a:solidFill>
            <a:ln>
              <a:noFill/>
            </a:ln>
          </p:spPr>
        </p:sp>
        <p:sp>
          <p:nvSpPr>
            <p:cNvPr id="9541" name="Heatmap cell r33 c145"/>
            <p:cNvSpPr/>
            <p:nvPr/>
          </p:nvSpPr>
          <p:spPr>
            <a:xfrm>
              <a:off x="2636286" y="878762"/>
              <a:ext cx="19034" cy="28503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9542" name="Heatmap cell r33 c146"/>
            <p:cNvSpPr/>
            <p:nvPr/>
          </p:nvSpPr>
          <p:spPr>
            <a:xfrm>
              <a:off x="2655225" y="878762"/>
              <a:ext cx="17140" cy="28503"/>
            </a:xfrm>
            <a:prstGeom prst="rect">
              <a:avLst/>
            </a:prstGeom>
            <a:solidFill>
              <a:srgbClr val="C4D2DF"/>
            </a:solidFill>
            <a:ln>
              <a:noFill/>
            </a:ln>
          </p:spPr>
        </p:sp>
        <p:sp>
          <p:nvSpPr>
            <p:cNvPr id="9543" name="Heatmap cell r33 c147"/>
            <p:cNvSpPr/>
            <p:nvPr/>
          </p:nvSpPr>
          <p:spPr>
            <a:xfrm>
              <a:off x="2672270" y="878762"/>
              <a:ext cx="19034" cy="28503"/>
            </a:xfrm>
            <a:prstGeom prst="rect">
              <a:avLst/>
            </a:prstGeom>
            <a:solidFill>
              <a:srgbClr val="ADC2D4"/>
            </a:solidFill>
            <a:ln>
              <a:noFill/>
            </a:ln>
          </p:spPr>
        </p:sp>
        <p:sp>
          <p:nvSpPr>
            <p:cNvPr id="9544" name="Heatmap cell r33 c148"/>
            <p:cNvSpPr/>
            <p:nvPr/>
          </p:nvSpPr>
          <p:spPr>
            <a:xfrm>
              <a:off x="2691208" y="878762"/>
              <a:ext cx="17140" cy="28503"/>
            </a:xfrm>
            <a:prstGeom prst="rect">
              <a:avLst/>
            </a:prstGeom>
            <a:solidFill>
              <a:srgbClr val="CDD9E3"/>
            </a:solidFill>
            <a:ln>
              <a:noFill/>
            </a:ln>
          </p:spPr>
        </p:sp>
        <p:sp>
          <p:nvSpPr>
            <p:cNvPr id="9545" name="Heatmap cell r33 c149"/>
            <p:cNvSpPr/>
            <p:nvPr/>
          </p:nvSpPr>
          <p:spPr>
            <a:xfrm>
              <a:off x="2708253" y="878762"/>
              <a:ext cx="19034" cy="28503"/>
            </a:xfrm>
            <a:prstGeom prst="rect">
              <a:avLst/>
            </a:prstGeom>
            <a:solidFill>
              <a:srgbClr val="205489"/>
            </a:solidFill>
            <a:ln>
              <a:noFill/>
            </a:ln>
          </p:spPr>
        </p:sp>
        <p:sp>
          <p:nvSpPr>
            <p:cNvPr id="9546" name="Heatmap cell r33 c150"/>
            <p:cNvSpPr/>
            <p:nvPr/>
          </p:nvSpPr>
          <p:spPr>
            <a:xfrm>
              <a:off x="2727192" y="878762"/>
              <a:ext cx="17140" cy="28503"/>
            </a:xfrm>
            <a:prstGeom prst="rect">
              <a:avLst/>
            </a:prstGeom>
            <a:solidFill>
              <a:srgbClr val="DFE6ED"/>
            </a:solidFill>
            <a:ln>
              <a:noFill/>
            </a:ln>
          </p:spPr>
        </p:sp>
        <p:sp>
          <p:nvSpPr>
            <p:cNvPr id="9547" name="Heatmap cell r33 c151"/>
            <p:cNvSpPr/>
            <p:nvPr/>
          </p:nvSpPr>
          <p:spPr>
            <a:xfrm>
              <a:off x="2744237" y="878762"/>
              <a:ext cx="19034" cy="28503"/>
            </a:xfrm>
            <a:prstGeom prst="rect">
              <a:avLst/>
            </a:prstGeom>
            <a:solidFill>
              <a:srgbClr val="DAE2EB"/>
            </a:solidFill>
            <a:ln>
              <a:noFill/>
            </a:ln>
          </p:spPr>
        </p:sp>
        <p:sp>
          <p:nvSpPr>
            <p:cNvPr id="9548" name="Heatmap cell r33 c152"/>
            <p:cNvSpPr/>
            <p:nvPr/>
          </p:nvSpPr>
          <p:spPr>
            <a:xfrm>
              <a:off x="2763176" y="878762"/>
              <a:ext cx="17140" cy="28503"/>
            </a:xfrm>
            <a:prstGeom prst="rect">
              <a:avLst/>
            </a:prstGeom>
            <a:solidFill>
              <a:srgbClr val="7B9BB9"/>
            </a:solidFill>
            <a:ln>
              <a:noFill/>
            </a:ln>
          </p:spPr>
        </p:sp>
        <p:sp>
          <p:nvSpPr>
            <p:cNvPr id="9549" name="Heatmap cell r33 c153"/>
            <p:cNvSpPr/>
            <p:nvPr/>
          </p:nvSpPr>
          <p:spPr>
            <a:xfrm>
              <a:off x="2780221" y="878762"/>
              <a:ext cx="19034" cy="28503"/>
            </a:xfrm>
            <a:prstGeom prst="rect">
              <a:avLst/>
            </a:prstGeom>
            <a:solidFill>
              <a:srgbClr val="B3C5D6"/>
            </a:solidFill>
            <a:ln>
              <a:noFill/>
            </a:ln>
          </p:spPr>
        </p:sp>
        <p:sp>
          <p:nvSpPr>
            <p:cNvPr id="9550" name="Heatmap cell r33 c154"/>
            <p:cNvSpPr/>
            <p:nvPr/>
          </p:nvSpPr>
          <p:spPr>
            <a:xfrm>
              <a:off x="2799160" y="878762"/>
              <a:ext cx="17140" cy="28503"/>
            </a:xfrm>
            <a:prstGeom prst="rect">
              <a:avLst/>
            </a:prstGeom>
            <a:solidFill>
              <a:srgbClr val="7E9EBB"/>
            </a:solidFill>
            <a:ln>
              <a:noFill/>
            </a:ln>
          </p:spPr>
        </p:sp>
        <p:sp>
          <p:nvSpPr>
            <p:cNvPr id="9551" name="Heatmap cell r33 c155"/>
            <p:cNvSpPr/>
            <p:nvPr/>
          </p:nvSpPr>
          <p:spPr>
            <a:xfrm>
              <a:off x="2816205" y="878762"/>
              <a:ext cx="19034" cy="28503"/>
            </a:xfrm>
            <a:prstGeom prst="rect">
              <a:avLst/>
            </a:prstGeom>
            <a:solidFill>
              <a:srgbClr val="C5D2DF"/>
            </a:solidFill>
            <a:ln>
              <a:noFill/>
            </a:ln>
          </p:spPr>
        </p:sp>
        <p:sp>
          <p:nvSpPr>
            <p:cNvPr id="9552" name="Heatmap cell r33 c156"/>
            <p:cNvSpPr/>
            <p:nvPr/>
          </p:nvSpPr>
          <p:spPr>
            <a:xfrm>
              <a:off x="2835144" y="878762"/>
              <a:ext cx="19034" cy="28503"/>
            </a:xfrm>
            <a:prstGeom prst="rect">
              <a:avLst/>
            </a:prstGeom>
            <a:solidFill>
              <a:srgbClr val="B5C5D7"/>
            </a:solidFill>
            <a:ln>
              <a:noFill/>
            </a:ln>
          </p:spPr>
        </p:sp>
        <p:sp>
          <p:nvSpPr>
            <p:cNvPr id="9553" name="Heatmap cell r33 c157"/>
            <p:cNvSpPr/>
            <p:nvPr/>
          </p:nvSpPr>
          <p:spPr>
            <a:xfrm>
              <a:off x="2854082" y="878762"/>
              <a:ext cx="17140" cy="28503"/>
            </a:xfrm>
            <a:prstGeom prst="rect">
              <a:avLst/>
            </a:prstGeom>
            <a:solidFill>
              <a:srgbClr val="829FBD"/>
            </a:solidFill>
            <a:ln>
              <a:noFill/>
            </a:ln>
          </p:spPr>
        </p:sp>
        <p:sp>
          <p:nvSpPr>
            <p:cNvPr id="9554" name="Heatmap cell r33 c158"/>
            <p:cNvSpPr/>
            <p:nvPr/>
          </p:nvSpPr>
          <p:spPr>
            <a:xfrm>
              <a:off x="2871127" y="878762"/>
              <a:ext cx="19034" cy="28503"/>
            </a:xfrm>
            <a:prstGeom prst="rect">
              <a:avLst/>
            </a:prstGeom>
            <a:solidFill>
              <a:srgbClr val="A7BBD1"/>
            </a:solidFill>
            <a:ln>
              <a:noFill/>
            </a:ln>
          </p:spPr>
        </p:sp>
        <p:sp>
          <p:nvSpPr>
            <p:cNvPr id="9555" name="Heatmap cell r33 c159"/>
            <p:cNvSpPr/>
            <p:nvPr/>
          </p:nvSpPr>
          <p:spPr>
            <a:xfrm>
              <a:off x="2890066" y="878762"/>
              <a:ext cx="17140" cy="28503"/>
            </a:xfrm>
            <a:prstGeom prst="rect">
              <a:avLst/>
            </a:prstGeom>
            <a:solidFill>
              <a:srgbClr val="7696B8"/>
            </a:solidFill>
            <a:ln>
              <a:noFill/>
            </a:ln>
          </p:spPr>
        </p:sp>
        <p:sp>
          <p:nvSpPr>
            <p:cNvPr id="9556" name="Heatmap cell r33 c160"/>
            <p:cNvSpPr/>
            <p:nvPr/>
          </p:nvSpPr>
          <p:spPr>
            <a:xfrm>
              <a:off x="2907111" y="878762"/>
              <a:ext cx="19034" cy="28503"/>
            </a:xfrm>
            <a:prstGeom prst="rect">
              <a:avLst/>
            </a:prstGeom>
            <a:solidFill>
              <a:srgbClr val="C3D1DF"/>
            </a:solidFill>
            <a:ln>
              <a:noFill/>
            </a:ln>
          </p:spPr>
        </p:sp>
        <p:sp>
          <p:nvSpPr>
            <p:cNvPr id="9557" name="Heatmap cell r33 c161"/>
            <p:cNvSpPr/>
            <p:nvPr/>
          </p:nvSpPr>
          <p:spPr>
            <a:xfrm>
              <a:off x="2926050" y="878762"/>
              <a:ext cx="17140" cy="28503"/>
            </a:xfrm>
            <a:prstGeom prst="rect">
              <a:avLst/>
            </a:prstGeom>
            <a:solidFill>
              <a:srgbClr val="F3C5C8"/>
            </a:solidFill>
            <a:ln>
              <a:noFill/>
            </a:ln>
          </p:spPr>
        </p:sp>
        <p:sp>
          <p:nvSpPr>
            <p:cNvPr id="9558" name="Heatmap cell r33 c162"/>
            <p:cNvSpPr/>
            <p:nvPr/>
          </p:nvSpPr>
          <p:spPr>
            <a:xfrm>
              <a:off x="2943095" y="878762"/>
              <a:ext cx="19034" cy="28503"/>
            </a:xfrm>
            <a:prstGeom prst="rect">
              <a:avLst/>
            </a:prstGeom>
            <a:solidFill>
              <a:srgbClr val="F1C0C6"/>
            </a:solidFill>
            <a:ln>
              <a:noFill/>
            </a:ln>
          </p:spPr>
        </p:sp>
        <p:sp>
          <p:nvSpPr>
            <p:cNvPr id="9559" name="Heatmap cell r33 c163"/>
            <p:cNvSpPr/>
            <p:nvPr/>
          </p:nvSpPr>
          <p:spPr>
            <a:xfrm>
              <a:off x="2962034" y="878762"/>
              <a:ext cx="17140" cy="28503"/>
            </a:xfrm>
            <a:prstGeom prst="rect">
              <a:avLst/>
            </a:prstGeom>
            <a:solidFill>
              <a:srgbClr val="F3C5CA"/>
            </a:solidFill>
            <a:ln>
              <a:noFill/>
            </a:ln>
          </p:spPr>
        </p:sp>
        <p:sp>
          <p:nvSpPr>
            <p:cNvPr id="9560" name="Heatmap cell r33 c164"/>
            <p:cNvSpPr/>
            <p:nvPr/>
          </p:nvSpPr>
          <p:spPr>
            <a:xfrm>
              <a:off x="2979079" y="878762"/>
              <a:ext cx="19034" cy="28503"/>
            </a:xfrm>
            <a:prstGeom prst="rect">
              <a:avLst/>
            </a:prstGeom>
            <a:solidFill>
              <a:srgbClr val="F3C5CA"/>
            </a:solidFill>
            <a:ln>
              <a:noFill/>
            </a:ln>
          </p:spPr>
        </p:sp>
        <p:sp>
          <p:nvSpPr>
            <p:cNvPr id="9561" name="Heatmap cell r33 c165"/>
            <p:cNvSpPr/>
            <p:nvPr/>
          </p:nvSpPr>
          <p:spPr>
            <a:xfrm>
              <a:off x="2998018" y="878762"/>
              <a:ext cx="17140" cy="28503"/>
            </a:xfrm>
            <a:prstGeom prst="rect">
              <a:avLst/>
            </a:prstGeom>
            <a:solidFill>
              <a:srgbClr val="F0BDC2"/>
            </a:solidFill>
            <a:ln>
              <a:noFill/>
            </a:ln>
          </p:spPr>
        </p:sp>
        <p:sp>
          <p:nvSpPr>
            <p:cNvPr id="9562" name="Heatmap cell r33 c166"/>
            <p:cNvSpPr/>
            <p:nvPr/>
          </p:nvSpPr>
          <p:spPr>
            <a:xfrm>
              <a:off x="3015062" y="878762"/>
              <a:ext cx="19034" cy="28503"/>
            </a:xfrm>
            <a:prstGeom prst="rect">
              <a:avLst/>
            </a:prstGeom>
            <a:solidFill>
              <a:srgbClr val="F3C9CE"/>
            </a:solidFill>
            <a:ln>
              <a:noFill/>
            </a:ln>
          </p:spPr>
        </p:sp>
        <p:sp>
          <p:nvSpPr>
            <p:cNvPr id="9563" name="Heatmap cell r33 c167"/>
            <p:cNvSpPr/>
            <p:nvPr/>
          </p:nvSpPr>
          <p:spPr>
            <a:xfrm>
              <a:off x="3034001" y="878762"/>
              <a:ext cx="17140" cy="28503"/>
            </a:xfrm>
            <a:prstGeom prst="rect">
              <a:avLst/>
            </a:prstGeom>
            <a:solidFill>
              <a:srgbClr val="F1C3C8"/>
            </a:solidFill>
            <a:ln>
              <a:noFill/>
            </a:ln>
          </p:spPr>
        </p:sp>
        <p:sp>
          <p:nvSpPr>
            <p:cNvPr id="9564" name="Heatmap cell r33 c168"/>
            <p:cNvSpPr/>
            <p:nvPr/>
          </p:nvSpPr>
          <p:spPr>
            <a:xfrm>
              <a:off x="3051046" y="878762"/>
              <a:ext cx="19034" cy="28503"/>
            </a:xfrm>
            <a:prstGeom prst="rect">
              <a:avLst/>
            </a:prstGeom>
            <a:solidFill>
              <a:srgbClr val="EBF0F6"/>
            </a:solidFill>
            <a:ln>
              <a:noFill/>
            </a:ln>
          </p:spPr>
        </p:sp>
        <p:sp>
          <p:nvSpPr>
            <p:cNvPr id="9565" name="Heatmap cell r33 c169"/>
            <p:cNvSpPr/>
            <p:nvPr/>
          </p:nvSpPr>
          <p:spPr>
            <a:xfrm>
              <a:off x="3069985" y="878762"/>
              <a:ext cx="19034" cy="28503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9566" name="Heatmap cell r33 c170"/>
            <p:cNvSpPr/>
            <p:nvPr/>
          </p:nvSpPr>
          <p:spPr>
            <a:xfrm>
              <a:off x="3088924" y="878762"/>
              <a:ext cx="17140" cy="28503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9567" name="Heatmap cell r33 c171"/>
            <p:cNvSpPr/>
            <p:nvPr/>
          </p:nvSpPr>
          <p:spPr>
            <a:xfrm>
              <a:off x="3105969" y="878762"/>
              <a:ext cx="19034" cy="28503"/>
            </a:xfrm>
            <a:prstGeom prst="rect">
              <a:avLst/>
            </a:prstGeom>
            <a:solidFill>
              <a:srgbClr val="FBF5F5"/>
            </a:solidFill>
            <a:ln>
              <a:noFill/>
            </a:ln>
          </p:spPr>
        </p:sp>
        <p:sp>
          <p:nvSpPr>
            <p:cNvPr id="9568" name="Heatmap cell r33 c172"/>
            <p:cNvSpPr/>
            <p:nvPr/>
          </p:nvSpPr>
          <p:spPr>
            <a:xfrm>
              <a:off x="3124908" y="878762"/>
              <a:ext cx="17140" cy="28503"/>
            </a:xfrm>
            <a:prstGeom prst="rect">
              <a:avLst/>
            </a:prstGeom>
            <a:solidFill>
              <a:srgbClr val="F8DDDF"/>
            </a:solidFill>
            <a:ln>
              <a:noFill/>
            </a:ln>
          </p:spPr>
        </p:sp>
        <p:sp>
          <p:nvSpPr>
            <p:cNvPr id="9569" name="Heatmap cell r33 c173"/>
            <p:cNvSpPr/>
            <p:nvPr/>
          </p:nvSpPr>
          <p:spPr>
            <a:xfrm>
              <a:off x="3141953" y="878762"/>
              <a:ext cx="19034" cy="28503"/>
            </a:xfrm>
            <a:prstGeom prst="rect">
              <a:avLst/>
            </a:prstGeom>
            <a:solidFill>
              <a:srgbClr val="F6D6DA"/>
            </a:solidFill>
            <a:ln>
              <a:noFill/>
            </a:ln>
          </p:spPr>
        </p:sp>
        <p:sp>
          <p:nvSpPr>
            <p:cNvPr id="9570" name="Heatmap cell r33 c174"/>
            <p:cNvSpPr/>
            <p:nvPr/>
          </p:nvSpPr>
          <p:spPr>
            <a:xfrm>
              <a:off x="3160892" y="878762"/>
              <a:ext cx="17140" cy="28503"/>
            </a:xfrm>
            <a:prstGeom prst="rect">
              <a:avLst/>
            </a:prstGeom>
            <a:solidFill>
              <a:srgbClr val="F5F7F9"/>
            </a:solidFill>
            <a:ln>
              <a:noFill/>
            </a:ln>
          </p:spPr>
        </p:sp>
        <p:sp>
          <p:nvSpPr>
            <p:cNvPr id="9571" name="Heatmap cell r33 c175"/>
            <p:cNvSpPr/>
            <p:nvPr/>
          </p:nvSpPr>
          <p:spPr>
            <a:xfrm>
              <a:off x="3177936" y="878762"/>
              <a:ext cx="19034" cy="28503"/>
            </a:xfrm>
            <a:prstGeom prst="rect">
              <a:avLst/>
            </a:prstGeom>
            <a:solidFill>
              <a:srgbClr val="FBF0F1"/>
            </a:solidFill>
            <a:ln>
              <a:noFill/>
            </a:ln>
          </p:spPr>
        </p:sp>
        <p:sp>
          <p:nvSpPr>
            <p:cNvPr id="9572" name="Heatmap cell r33 c176"/>
            <p:cNvSpPr/>
            <p:nvPr/>
          </p:nvSpPr>
          <p:spPr>
            <a:xfrm>
              <a:off x="3196875" y="878762"/>
              <a:ext cx="17140" cy="28503"/>
            </a:xfrm>
            <a:prstGeom prst="rect">
              <a:avLst/>
            </a:prstGeom>
            <a:solidFill>
              <a:srgbClr val="F8DEE0"/>
            </a:solidFill>
            <a:ln>
              <a:noFill/>
            </a:ln>
          </p:spPr>
        </p:sp>
        <p:sp>
          <p:nvSpPr>
            <p:cNvPr id="9573" name="Heatmap cell r33 c178"/>
            <p:cNvSpPr/>
            <p:nvPr/>
          </p:nvSpPr>
          <p:spPr>
            <a:xfrm>
              <a:off x="3232859" y="878762"/>
              <a:ext cx="17140" cy="28503"/>
            </a:xfrm>
            <a:prstGeom prst="rect">
              <a:avLst/>
            </a:prstGeom>
            <a:solidFill>
              <a:srgbClr val="F7DCDF"/>
            </a:solidFill>
            <a:ln>
              <a:noFill/>
            </a:ln>
          </p:spPr>
        </p:sp>
        <p:sp>
          <p:nvSpPr>
            <p:cNvPr id="9574" name="Heatmap cell r33 c179"/>
            <p:cNvSpPr/>
            <p:nvPr/>
          </p:nvSpPr>
          <p:spPr>
            <a:xfrm>
              <a:off x="3249904" y="878762"/>
              <a:ext cx="19034" cy="28503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9575" name="Heatmap cell r33 c180"/>
            <p:cNvSpPr/>
            <p:nvPr/>
          </p:nvSpPr>
          <p:spPr>
            <a:xfrm>
              <a:off x="3268843" y="878762"/>
              <a:ext cx="17140" cy="28503"/>
            </a:xfrm>
            <a:prstGeom prst="rect">
              <a:avLst/>
            </a:prstGeom>
            <a:solidFill>
              <a:srgbClr val="EA9CA1"/>
            </a:solidFill>
            <a:ln>
              <a:noFill/>
            </a:ln>
          </p:spPr>
        </p:sp>
        <p:sp>
          <p:nvSpPr>
            <p:cNvPr id="9576" name="Heatmap cell r33 c181"/>
            <p:cNvSpPr/>
            <p:nvPr/>
          </p:nvSpPr>
          <p:spPr>
            <a:xfrm>
              <a:off x="3285888" y="878762"/>
              <a:ext cx="19034" cy="28503"/>
            </a:xfrm>
            <a:prstGeom prst="rect">
              <a:avLst/>
            </a:prstGeom>
            <a:solidFill>
              <a:srgbClr val="D0DBE6"/>
            </a:solidFill>
            <a:ln>
              <a:noFill/>
            </a:ln>
          </p:spPr>
        </p:sp>
        <p:sp>
          <p:nvSpPr>
            <p:cNvPr id="9577" name="Heatmap cell r33 c182"/>
            <p:cNvSpPr/>
            <p:nvPr/>
          </p:nvSpPr>
          <p:spPr>
            <a:xfrm>
              <a:off x="3304827" y="878762"/>
              <a:ext cx="19034" cy="28503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9578" name="Heatmap cell r33 c183"/>
            <p:cNvSpPr/>
            <p:nvPr/>
          </p:nvSpPr>
          <p:spPr>
            <a:xfrm>
              <a:off x="3323765" y="878762"/>
              <a:ext cx="17140" cy="28503"/>
            </a:xfrm>
            <a:prstGeom prst="rect">
              <a:avLst/>
            </a:prstGeom>
            <a:solidFill>
              <a:srgbClr val="FBF0F1"/>
            </a:solidFill>
            <a:ln>
              <a:noFill/>
            </a:ln>
          </p:spPr>
        </p:sp>
        <p:sp>
          <p:nvSpPr>
            <p:cNvPr id="9579" name="Heatmap cell r33 c184"/>
            <p:cNvSpPr/>
            <p:nvPr/>
          </p:nvSpPr>
          <p:spPr>
            <a:xfrm>
              <a:off x="3340810" y="878762"/>
              <a:ext cx="19034" cy="28503"/>
            </a:xfrm>
            <a:prstGeom prst="rect">
              <a:avLst/>
            </a:prstGeom>
            <a:solidFill>
              <a:srgbClr val="F5D0D3"/>
            </a:solidFill>
            <a:ln>
              <a:noFill/>
            </a:ln>
          </p:spPr>
        </p:sp>
        <p:sp>
          <p:nvSpPr>
            <p:cNvPr id="9580" name="Heatmap cell r33 c185"/>
            <p:cNvSpPr/>
            <p:nvPr/>
          </p:nvSpPr>
          <p:spPr>
            <a:xfrm>
              <a:off x="3359749" y="878762"/>
              <a:ext cx="17140" cy="28503"/>
            </a:xfrm>
            <a:prstGeom prst="rect">
              <a:avLst/>
            </a:prstGeom>
            <a:solidFill>
              <a:srgbClr val="F8DEE0"/>
            </a:solidFill>
            <a:ln>
              <a:noFill/>
            </a:ln>
          </p:spPr>
        </p:sp>
        <p:sp>
          <p:nvSpPr>
            <p:cNvPr id="9581" name="Heatmap cell r33 c186"/>
            <p:cNvSpPr/>
            <p:nvPr/>
          </p:nvSpPr>
          <p:spPr>
            <a:xfrm>
              <a:off x="3376794" y="878762"/>
              <a:ext cx="19034" cy="28503"/>
            </a:xfrm>
            <a:prstGeom prst="rect">
              <a:avLst/>
            </a:prstGeom>
            <a:solidFill>
              <a:srgbClr val="DD5C68"/>
            </a:solidFill>
            <a:ln>
              <a:noFill/>
            </a:ln>
          </p:spPr>
        </p:sp>
        <p:sp>
          <p:nvSpPr>
            <p:cNvPr id="9582" name="Heatmap cell r33 c187"/>
            <p:cNvSpPr/>
            <p:nvPr/>
          </p:nvSpPr>
          <p:spPr>
            <a:xfrm>
              <a:off x="3395733" y="878762"/>
              <a:ext cx="17140" cy="28503"/>
            </a:xfrm>
            <a:prstGeom prst="rect">
              <a:avLst/>
            </a:prstGeom>
            <a:solidFill>
              <a:srgbClr val="F9E8E9"/>
            </a:solidFill>
            <a:ln>
              <a:noFill/>
            </a:ln>
          </p:spPr>
        </p:sp>
        <p:sp>
          <p:nvSpPr>
            <p:cNvPr id="9583" name="Heatmap cell r33 c188"/>
            <p:cNvSpPr/>
            <p:nvPr/>
          </p:nvSpPr>
          <p:spPr>
            <a:xfrm>
              <a:off x="3412778" y="878762"/>
              <a:ext cx="19034" cy="28503"/>
            </a:xfrm>
            <a:prstGeom prst="rect">
              <a:avLst/>
            </a:prstGeom>
            <a:solidFill>
              <a:srgbClr val="F8F8FA"/>
            </a:solidFill>
            <a:ln>
              <a:noFill/>
            </a:ln>
          </p:spPr>
        </p:sp>
        <p:sp>
          <p:nvSpPr>
            <p:cNvPr id="9584" name="Heatmap cell r33 c189"/>
            <p:cNvSpPr/>
            <p:nvPr/>
          </p:nvSpPr>
          <p:spPr>
            <a:xfrm>
              <a:off x="3431717" y="878762"/>
              <a:ext cx="17140" cy="28503"/>
            </a:xfrm>
            <a:prstGeom prst="rect">
              <a:avLst/>
            </a:prstGeom>
            <a:solidFill>
              <a:srgbClr val="E6878F"/>
            </a:solidFill>
            <a:ln>
              <a:noFill/>
            </a:ln>
          </p:spPr>
        </p:sp>
        <p:sp>
          <p:nvSpPr>
            <p:cNvPr id="9585" name="Heatmap cell r33 c190"/>
            <p:cNvSpPr/>
            <p:nvPr/>
          </p:nvSpPr>
          <p:spPr>
            <a:xfrm>
              <a:off x="3448762" y="878762"/>
              <a:ext cx="19034" cy="28503"/>
            </a:xfrm>
            <a:prstGeom prst="rect">
              <a:avLst/>
            </a:prstGeom>
            <a:solidFill>
              <a:srgbClr val="DAE2EB"/>
            </a:solidFill>
            <a:ln>
              <a:noFill/>
            </a:ln>
          </p:spPr>
        </p:sp>
        <p:sp>
          <p:nvSpPr>
            <p:cNvPr id="9586" name="Heatmap cell r33 c192"/>
            <p:cNvSpPr/>
            <p:nvPr/>
          </p:nvSpPr>
          <p:spPr>
            <a:xfrm>
              <a:off x="3484746" y="878762"/>
              <a:ext cx="19034" cy="28503"/>
            </a:xfrm>
            <a:prstGeom prst="rect">
              <a:avLst/>
            </a:prstGeom>
            <a:solidFill>
              <a:srgbClr val="ADC2D4"/>
            </a:solidFill>
            <a:ln>
              <a:noFill/>
            </a:ln>
          </p:spPr>
        </p:sp>
        <p:sp>
          <p:nvSpPr>
            <p:cNvPr id="9587" name="Heatmap cell r33 c193"/>
            <p:cNvSpPr/>
            <p:nvPr/>
          </p:nvSpPr>
          <p:spPr>
            <a:xfrm>
              <a:off x="3503684" y="878762"/>
              <a:ext cx="17140" cy="28503"/>
            </a:xfrm>
            <a:prstGeom prst="rect">
              <a:avLst/>
            </a:prstGeom>
            <a:solidFill>
              <a:srgbClr val="EDAEB5"/>
            </a:solidFill>
            <a:ln>
              <a:noFill/>
            </a:ln>
          </p:spPr>
        </p:sp>
        <p:sp>
          <p:nvSpPr>
            <p:cNvPr id="9588" name="Heatmap cell r33 c195"/>
            <p:cNvSpPr/>
            <p:nvPr/>
          </p:nvSpPr>
          <p:spPr>
            <a:xfrm>
              <a:off x="3539668" y="878762"/>
              <a:ext cx="19034" cy="28503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9589" name="Heatmap cell r33 c196"/>
            <p:cNvSpPr/>
            <p:nvPr/>
          </p:nvSpPr>
          <p:spPr>
            <a:xfrm>
              <a:off x="3558607" y="878762"/>
              <a:ext cx="17140" cy="28503"/>
            </a:xfrm>
            <a:prstGeom prst="rect">
              <a:avLst/>
            </a:prstGeom>
            <a:solidFill>
              <a:srgbClr val="E27781"/>
            </a:solidFill>
            <a:ln>
              <a:noFill/>
            </a:ln>
          </p:spPr>
        </p:sp>
        <p:sp>
          <p:nvSpPr>
            <p:cNvPr id="9590" name="Heatmap cell r33 c197"/>
            <p:cNvSpPr/>
            <p:nvPr/>
          </p:nvSpPr>
          <p:spPr>
            <a:xfrm>
              <a:off x="3575652" y="878762"/>
              <a:ext cx="19034" cy="28503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9591" name="Heatmap cell r33 c198"/>
            <p:cNvSpPr/>
            <p:nvPr/>
          </p:nvSpPr>
          <p:spPr>
            <a:xfrm>
              <a:off x="3594591" y="878762"/>
              <a:ext cx="17140" cy="28503"/>
            </a:xfrm>
            <a:prstGeom prst="rect">
              <a:avLst/>
            </a:prstGeom>
            <a:solidFill>
              <a:srgbClr val="F8E1E3"/>
            </a:solidFill>
            <a:ln>
              <a:noFill/>
            </a:ln>
          </p:spPr>
        </p:sp>
        <p:sp>
          <p:nvSpPr>
            <p:cNvPr id="9592" name="Heatmap cell r33 c199"/>
            <p:cNvSpPr/>
            <p:nvPr/>
          </p:nvSpPr>
          <p:spPr>
            <a:xfrm>
              <a:off x="3611636" y="878762"/>
              <a:ext cx="19034" cy="28503"/>
            </a:xfrm>
            <a:prstGeom prst="rect">
              <a:avLst/>
            </a:prstGeom>
            <a:solidFill>
              <a:srgbClr val="EDF1F7"/>
            </a:solidFill>
            <a:ln>
              <a:noFill/>
            </a:ln>
          </p:spPr>
        </p:sp>
        <p:sp>
          <p:nvSpPr>
            <p:cNvPr id="9593" name="Heatmap cell r33 c200"/>
            <p:cNvSpPr/>
            <p:nvPr/>
          </p:nvSpPr>
          <p:spPr>
            <a:xfrm>
              <a:off x="3630575" y="878762"/>
              <a:ext cx="17140" cy="28503"/>
            </a:xfrm>
            <a:prstGeom prst="rect">
              <a:avLst/>
            </a:prstGeom>
            <a:solidFill>
              <a:srgbClr val="ECA7AD"/>
            </a:solidFill>
            <a:ln>
              <a:noFill/>
            </a:ln>
          </p:spPr>
        </p:sp>
        <p:sp>
          <p:nvSpPr>
            <p:cNvPr id="9594" name="Heatmap cell r33 c201"/>
            <p:cNvSpPr/>
            <p:nvPr/>
          </p:nvSpPr>
          <p:spPr>
            <a:xfrm>
              <a:off x="3647620" y="878762"/>
              <a:ext cx="19034" cy="28503"/>
            </a:xfrm>
            <a:prstGeom prst="rect">
              <a:avLst/>
            </a:prstGeom>
            <a:solidFill>
              <a:srgbClr val="EFF3F7"/>
            </a:solidFill>
            <a:ln>
              <a:noFill/>
            </a:ln>
          </p:spPr>
        </p:sp>
        <p:sp>
          <p:nvSpPr>
            <p:cNvPr id="9595" name="Heatmap cell r33 c202"/>
            <p:cNvSpPr/>
            <p:nvPr/>
          </p:nvSpPr>
          <p:spPr>
            <a:xfrm>
              <a:off x="3666558" y="878762"/>
              <a:ext cx="17140" cy="28503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</p:sp>
        <p:sp>
          <p:nvSpPr>
            <p:cNvPr id="9596" name="Heatmap cell r33 c203"/>
            <p:cNvSpPr/>
            <p:nvPr/>
          </p:nvSpPr>
          <p:spPr>
            <a:xfrm>
              <a:off x="3683603" y="878762"/>
              <a:ext cx="19034" cy="28503"/>
            </a:xfrm>
            <a:prstGeom prst="rect">
              <a:avLst/>
            </a:prstGeom>
            <a:solidFill>
              <a:srgbClr val="F0F5F8"/>
            </a:solidFill>
            <a:ln>
              <a:noFill/>
            </a:ln>
          </p:spPr>
        </p:sp>
        <p:sp>
          <p:nvSpPr>
            <p:cNvPr id="9597" name="Heatmap cell r33 c204"/>
            <p:cNvSpPr/>
            <p:nvPr/>
          </p:nvSpPr>
          <p:spPr>
            <a:xfrm>
              <a:off x="3702542" y="878762"/>
              <a:ext cx="17140" cy="28503"/>
            </a:xfrm>
            <a:prstGeom prst="rect">
              <a:avLst/>
            </a:prstGeom>
            <a:solidFill>
              <a:srgbClr val="EAEEF4"/>
            </a:solidFill>
            <a:ln>
              <a:noFill/>
            </a:ln>
          </p:spPr>
        </p:sp>
        <p:sp>
          <p:nvSpPr>
            <p:cNvPr id="9598" name="Heatmap cell r33 c205"/>
            <p:cNvSpPr/>
            <p:nvPr/>
          </p:nvSpPr>
          <p:spPr>
            <a:xfrm>
              <a:off x="3719587" y="878762"/>
              <a:ext cx="19034" cy="28503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</p:sp>
        <p:sp>
          <p:nvSpPr>
            <p:cNvPr id="9599" name="Heatmap cell r33 c206"/>
            <p:cNvSpPr/>
            <p:nvPr/>
          </p:nvSpPr>
          <p:spPr>
            <a:xfrm>
              <a:off x="3738526" y="878762"/>
              <a:ext cx="17140" cy="28503"/>
            </a:xfrm>
            <a:prstGeom prst="rect">
              <a:avLst/>
            </a:prstGeom>
            <a:solidFill>
              <a:srgbClr val="B8C9DA"/>
            </a:solidFill>
            <a:ln>
              <a:noFill/>
            </a:ln>
          </p:spPr>
        </p:sp>
        <p:sp>
          <p:nvSpPr>
            <p:cNvPr id="9600" name="Heatmap cell r33 c207"/>
            <p:cNvSpPr/>
            <p:nvPr/>
          </p:nvSpPr>
          <p:spPr>
            <a:xfrm>
              <a:off x="3755571" y="878762"/>
              <a:ext cx="19034" cy="28503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9601" name="Heatmap cell r33 c208"/>
            <p:cNvSpPr/>
            <p:nvPr/>
          </p:nvSpPr>
          <p:spPr>
            <a:xfrm>
              <a:off x="3774510" y="878762"/>
              <a:ext cx="19034" cy="28503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9602" name="Heatmap cell r33 c209"/>
            <p:cNvSpPr/>
            <p:nvPr/>
          </p:nvSpPr>
          <p:spPr>
            <a:xfrm>
              <a:off x="3793449" y="878762"/>
              <a:ext cx="17140" cy="28503"/>
            </a:xfrm>
            <a:prstGeom prst="rect">
              <a:avLst/>
            </a:prstGeom>
            <a:solidFill>
              <a:srgbClr val="E5838B"/>
            </a:solidFill>
            <a:ln>
              <a:noFill/>
            </a:ln>
          </p:spPr>
        </p:sp>
        <p:sp>
          <p:nvSpPr>
            <p:cNvPr id="9603" name="Heatmap cell r33 c210"/>
            <p:cNvSpPr/>
            <p:nvPr/>
          </p:nvSpPr>
          <p:spPr>
            <a:xfrm>
              <a:off x="3810494" y="878762"/>
              <a:ext cx="19034" cy="28503"/>
            </a:xfrm>
            <a:prstGeom prst="rect">
              <a:avLst/>
            </a:prstGeom>
            <a:solidFill>
              <a:srgbClr val="B5C5D7"/>
            </a:solidFill>
            <a:ln>
              <a:noFill/>
            </a:ln>
          </p:spPr>
        </p:sp>
        <p:sp>
          <p:nvSpPr>
            <p:cNvPr id="9604" name="Heatmap cell r33 c211"/>
            <p:cNvSpPr/>
            <p:nvPr/>
          </p:nvSpPr>
          <p:spPr>
            <a:xfrm>
              <a:off x="3829432" y="878762"/>
              <a:ext cx="17140" cy="28503"/>
            </a:xfrm>
            <a:prstGeom prst="rect">
              <a:avLst/>
            </a:prstGeom>
            <a:solidFill>
              <a:srgbClr val="F0BBC2"/>
            </a:solidFill>
            <a:ln>
              <a:noFill/>
            </a:ln>
          </p:spPr>
        </p:sp>
        <p:sp>
          <p:nvSpPr>
            <p:cNvPr id="9605" name="Heatmap cell r33 c212"/>
            <p:cNvSpPr/>
            <p:nvPr/>
          </p:nvSpPr>
          <p:spPr>
            <a:xfrm>
              <a:off x="3846477" y="878762"/>
              <a:ext cx="19034" cy="28503"/>
            </a:xfrm>
            <a:prstGeom prst="rect">
              <a:avLst/>
            </a:prstGeom>
            <a:solidFill>
              <a:srgbClr val="ECA7AD"/>
            </a:solidFill>
            <a:ln>
              <a:noFill/>
            </a:ln>
          </p:spPr>
        </p:sp>
        <p:sp>
          <p:nvSpPr>
            <p:cNvPr id="9606" name="Heatmap cell r33 c213"/>
            <p:cNvSpPr/>
            <p:nvPr/>
          </p:nvSpPr>
          <p:spPr>
            <a:xfrm>
              <a:off x="3865416" y="878762"/>
              <a:ext cx="17140" cy="28503"/>
            </a:xfrm>
            <a:prstGeom prst="rect">
              <a:avLst/>
            </a:prstGeom>
            <a:solidFill>
              <a:srgbClr val="F7DCDF"/>
            </a:solidFill>
            <a:ln>
              <a:noFill/>
            </a:ln>
          </p:spPr>
        </p:sp>
        <p:sp>
          <p:nvSpPr>
            <p:cNvPr id="9607" name="Heatmap cell r33 c215"/>
            <p:cNvSpPr/>
            <p:nvPr/>
          </p:nvSpPr>
          <p:spPr>
            <a:xfrm>
              <a:off x="3901400" y="878762"/>
              <a:ext cx="17140" cy="28503"/>
            </a:xfrm>
            <a:prstGeom prst="rect">
              <a:avLst/>
            </a:prstGeom>
            <a:solidFill>
              <a:srgbClr val="EDADB4"/>
            </a:solidFill>
            <a:ln>
              <a:noFill/>
            </a:ln>
          </p:spPr>
        </p:sp>
        <p:sp>
          <p:nvSpPr>
            <p:cNvPr id="9608" name="Heatmap cell r33 c216"/>
            <p:cNvSpPr/>
            <p:nvPr/>
          </p:nvSpPr>
          <p:spPr>
            <a:xfrm>
              <a:off x="3918445" y="878762"/>
              <a:ext cx="19034" cy="28503"/>
            </a:xfrm>
            <a:prstGeom prst="rect">
              <a:avLst/>
            </a:prstGeom>
            <a:solidFill>
              <a:srgbClr val="EDADB4"/>
            </a:solidFill>
            <a:ln>
              <a:noFill/>
            </a:ln>
          </p:spPr>
        </p:sp>
        <p:sp>
          <p:nvSpPr>
            <p:cNvPr id="9609" name="Heatmap cell r33 c217"/>
            <p:cNvSpPr/>
            <p:nvPr/>
          </p:nvSpPr>
          <p:spPr>
            <a:xfrm>
              <a:off x="3937384" y="878762"/>
              <a:ext cx="17140" cy="28503"/>
            </a:xfrm>
            <a:prstGeom prst="rect">
              <a:avLst/>
            </a:prstGeom>
            <a:solidFill>
              <a:srgbClr val="F7D3D6"/>
            </a:solidFill>
            <a:ln>
              <a:noFill/>
            </a:ln>
          </p:spPr>
        </p:sp>
        <p:sp>
          <p:nvSpPr>
            <p:cNvPr id="9610" name="Heatmap cell r33 c218"/>
            <p:cNvSpPr/>
            <p:nvPr/>
          </p:nvSpPr>
          <p:spPr>
            <a:xfrm>
              <a:off x="3954429" y="878762"/>
              <a:ext cx="19034" cy="28503"/>
            </a:xfrm>
            <a:prstGeom prst="rect">
              <a:avLst/>
            </a:prstGeom>
            <a:solidFill>
              <a:srgbClr val="ABBED2"/>
            </a:solidFill>
            <a:ln>
              <a:noFill/>
            </a:ln>
          </p:spPr>
        </p:sp>
        <p:sp>
          <p:nvSpPr>
            <p:cNvPr id="9611" name="Heatmap cell r33 c219"/>
            <p:cNvSpPr/>
            <p:nvPr/>
          </p:nvSpPr>
          <p:spPr>
            <a:xfrm>
              <a:off x="3973368" y="878762"/>
              <a:ext cx="17140" cy="28503"/>
            </a:xfrm>
            <a:prstGeom prst="rect">
              <a:avLst/>
            </a:prstGeom>
            <a:solidFill>
              <a:srgbClr val="E9939B"/>
            </a:solidFill>
            <a:ln>
              <a:noFill/>
            </a:ln>
          </p:spPr>
        </p:sp>
        <p:sp>
          <p:nvSpPr>
            <p:cNvPr id="9612" name="Heatmap cell r33 c220"/>
            <p:cNvSpPr/>
            <p:nvPr/>
          </p:nvSpPr>
          <p:spPr>
            <a:xfrm>
              <a:off x="3990412" y="878762"/>
              <a:ext cx="19034" cy="28503"/>
            </a:xfrm>
            <a:prstGeom prst="rect">
              <a:avLst/>
            </a:prstGeom>
            <a:solidFill>
              <a:srgbClr val="89A6C2"/>
            </a:solidFill>
            <a:ln>
              <a:noFill/>
            </a:ln>
          </p:spPr>
        </p:sp>
        <p:sp>
          <p:nvSpPr>
            <p:cNvPr id="9613" name="Heatmap cell r33 c221"/>
            <p:cNvSpPr/>
            <p:nvPr/>
          </p:nvSpPr>
          <p:spPr>
            <a:xfrm>
              <a:off x="4009351" y="878762"/>
              <a:ext cx="19034" cy="28503"/>
            </a:xfrm>
            <a:prstGeom prst="rect">
              <a:avLst/>
            </a:prstGeom>
            <a:solidFill>
              <a:srgbClr val="ABBED2"/>
            </a:solidFill>
            <a:ln>
              <a:noFill/>
            </a:ln>
          </p:spPr>
        </p:sp>
        <p:sp>
          <p:nvSpPr>
            <p:cNvPr id="9614" name="Heatmap cell r33 c222"/>
            <p:cNvSpPr/>
            <p:nvPr/>
          </p:nvSpPr>
          <p:spPr>
            <a:xfrm>
              <a:off x="4028290" y="878762"/>
              <a:ext cx="17140" cy="28503"/>
            </a:xfrm>
            <a:prstGeom prst="rect">
              <a:avLst/>
            </a:prstGeom>
            <a:solidFill>
              <a:srgbClr val="E4EBEF"/>
            </a:solidFill>
            <a:ln>
              <a:noFill/>
            </a:ln>
          </p:spPr>
        </p:sp>
        <p:sp>
          <p:nvSpPr>
            <p:cNvPr id="9615" name="Heatmap cell r33 c223"/>
            <p:cNvSpPr/>
            <p:nvPr/>
          </p:nvSpPr>
          <p:spPr>
            <a:xfrm>
              <a:off x="4045335" y="878762"/>
              <a:ext cx="19034" cy="28503"/>
            </a:xfrm>
            <a:prstGeom prst="rect">
              <a:avLst/>
            </a:prstGeom>
            <a:solidFill>
              <a:srgbClr val="C5D2DF"/>
            </a:solidFill>
            <a:ln>
              <a:noFill/>
            </a:ln>
          </p:spPr>
        </p:sp>
        <p:sp>
          <p:nvSpPr>
            <p:cNvPr id="9616" name="Heatmap cell r34 c1"/>
            <p:cNvSpPr/>
            <p:nvPr/>
          </p:nvSpPr>
          <p:spPr>
            <a:xfrm>
              <a:off x="13257" y="907170"/>
              <a:ext cx="45548" cy="26609"/>
            </a:xfrm>
            <a:prstGeom prst="rect">
              <a:avLst/>
            </a:prstGeom>
            <a:solidFill>
              <a:srgbClr val="F76666"/>
            </a:solidFill>
            <a:ln>
              <a:noFill/>
            </a:ln>
          </p:spPr>
        </p:sp>
        <p:sp>
          <p:nvSpPr>
            <p:cNvPr id="9617" name="Heatmap cell r34 c3"/>
            <p:cNvSpPr/>
            <p:nvPr/>
          </p:nvSpPr>
          <p:spPr>
            <a:xfrm>
              <a:off x="71968" y="907170"/>
              <a:ext cx="17140" cy="26609"/>
            </a:xfrm>
            <a:prstGeom prst="rect">
              <a:avLst/>
            </a:prstGeom>
            <a:solidFill>
              <a:srgbClr val="C2D0DE"/>
            </a:solidFill>
            <a:ln>
              <a:noFill/>
            </a:ln>
          </p:spPr>
        </p:sp>
        <p:sp>
          <p:nvSpPr>
            <p:cNvPr id="9618" name="Heatmap cell r34 c4"/>
            <p:cNvSpPr/>
            <p:nvPr/>
          </p:nvSpPr>
          <p:spPr>
            <a:xfrm>
              <a:off x="89013" y="907170"/>
              <a:ext cx="19034" cy="26609"/>
            </a:xfrm>
            <a:prstGeom prst="rect">
              <a:avLst/>
            </a:prstGeom>
            <a:solidFill>
              <a:srgbClr val="ACC1D3"/>
            </a:solidFill>
            <a:ln>
              <a:noFill/>
            </a:ln>
          </p:spPr>
        </p:sp>
        <p:sp>
          <p:nvSpPr>
            <p:cNvPr id="9619" name="Heatmap cell r34 c5"/>
            <p:cNvSpPr/>
            <p:nvPr/>
          </p:nvSpPr>
          <p:spPr>
            <a:xfrm>
              <a:off x="107951" y="907170"/>
              <a:ext cx="17140" cy="26609"/>
            </a:xfrm>
            <a:prstGeom prst="rect">
              <a:avLst/>
            </a:prstGeom>
            <a:solidFill>
              <a:srgbClr val="6689AE"/>
            </a:solidFill>
            <a:ln>
              <a:noFill/>
            </a:ln>
          </p:spPr>
        </p:sp>
        <p:sp>
          <p:nvSpPr>
            <p:cNvPr id="9620" name="Heatmap cell r34 c6"/>
            <p:cNvSpPr/>
            <p:nvPr/>
          </p:nvSpPr>
          <p:spPr>
            <a:xfrm>
              <a:off x="124996" y="907170"/>
              <a:ext cx="19034" cy="26609"/>
            </a:xfrm>
            <a:prstGeom prst="rect">
              <a:avLst/>
            </a:prstGeom>
            <a:solidFill>
              <a:srgbClr val="B5C6D7"/>
            </a:solidFill>
            <a:ln>
              <a:noFill/>
            </a:ln>
          </p:spPr>
        </p:sp>
        <p:sp>
          <p:nvSpPr>
            <p:cNvPr id="9621" name="Heatmap cell r34 c7"/>
            <p:cNvSpPr/>
            <p:nvPr/>
          </p:nvSpPr>
          <p:spPr>
            <a:xfrm>
              <a:off x="143935" y="907170"/>
              <a:ext cx="17140" cy="26609"/>
            </a:xfrm>
            <a:prstGeom prst="rect">
              <a:avLst/>
            </a:prstGeom>
            <a:solidFill>
              <a:srgbClr val="D9E1EB"/>
            </a:solidFill>
            <a:ln>
              <a:noFill/>
            </a:ln>
          </p:spPr>
        </p:sp>
        <p:sp>
          <p:nvSpPr>
            <p:cNvPr id="9622" name="Heatmap cell r34 c8"/>
            <p:cNvSpPr/>
            <p:nvPr/>
          </p:nvSpPr>
          <p:spPr>
            <a:xfrm>
              <a:off x="160980" y="907170"/>
              <a:ext cx="19034" cy="26609"/>
            </a:xfrm>
            <a:prstGeom prst="rect">
              <a:avLst/>
            </a:prstGeom>
            <a:solidFill>
              <a:srgbClr val="A4BAD0"/>
            </a:solidFill>
            <a:ln>
              <a:noFill/>
            </a:ln>
          </p:spPr>
        </p:sp>
        <p:sp>
          <p:nvSpPr>
            <p:cNvPr id="9623" name="Heatmap cell r34 c9"/>
            <p:cNvSpPr/>
            <p:nvPr/>
          </p:nvSpPr>
          <p:spPr>
            <a:xfrm>
              <a:off x="179919" y="907170"/>
              <a:ext cx="19034" cy="26609"/>
            </a:xfrm>
            <a:prstGeom prst="rect">
              <a:avLst/>
            </a:prstGeom>
            <a:solidFill>
              <a:srgbClr val="C6D4E1"/>
            </a:solidFill>
            <a:ln>
              <a:noFill/>
            </a:ln>
          </p:spPr>
        </p:sp>
        <p:sp>
          <p:nvSpPr>
            <p:cNvPr id="9624" name="Heatmap cell r34 c10"/>
            <p:cNvSpPr/>
            <p:nvPr/>
          </p:nvSpPr>
          <p:spPr>
            <a:xfrm>
              <a:off x="198858" y="907170"/>
              <a:ext cx="17140" cy="26609"/>
            </a:xfrm>
            <a:prstGeom prst="rect">
              <a:avLst/>
            </a:prstGeom>
            <a:solidFill>
              <a:srgbClr val="E6EBF1"/>
            </a:solidFill>
            <a:ln>
              <a:noFill/>
            </a:ln>
          </p:spPr>
        </p:sp>
        <p:sp>
          <p:nvSpPr>
            <p:cNvPr id="9625" name="Heatmap cell r34 c11"/>
            <p:cNvSpPr/>
            <p:nvPr/>
          </p:nvSpPr>
          <p:spPr>
            <a:xfrm>
              <a:off x="215903" y="907170"/>
              <a:ext cx="19034" cy="26609"/>
            </a:xfrm>
            <a:prstGeom prst="rect">
              <a:avLst/>
            </a:prstGeom>
            <a:solidFill>
              <a:srgbClr val="F5CFD2"/>
            </a:solidFill>
            <a:ln>
              <a:noFill/>
            </a:ln>
          </p:spPr>
        </p:sp>
        <p:sp>
          <p:nvSpPr>
            <p:cNvPr id="9626" name="Heatmap cell r34 c12"/>
            <p:cNvSpPr/>
            <p:nvPr/>
          </p:nvSpPr>
          <p:spPr>
            <a:xfrm>
              <a:off x="234842" y="907170"/>
              <a:ext cx="17140" cy="26609"/>
            </a:xfrm>
            <a:prstGeom prst="rect">
              <a:avLst/>
            </a:prstGeom>
            <a:solidFill>
              <a:srgbClr val="DDE4EC"/>
            </a:solidFill>
            <a:ln>
              <a:noFill/>
            </a:ln>
          </p:spPr>
        </p:sp>
        <p:sp>
          <p:nvSpPr>
            <p:cNvPr id="9627" name="Heatmap cell r34 c13"/>
            <p:cNvSpPr/>
            <p:nvPr/>
          </p:nvSpPr>
          <p:spPr>
            <a:xfrm>
              <a:off x="251887" y="907170"/>
              <a:ext cx="19034" cy="26609"/>
            </a:xfrm>
            <a:prstGeom prst="rect">
              <a:avLst/>
            </a:prstGeom>
            <a:solidFill>
              <a:srgbClr val="FCF6F6"/>
            </a:solidFill>
            <a:ln>
              <a:noFill/>
            </a:ln>
          </p:spPr>
        </p:sp>
        <p:sp>
          <p:nvSpPr>
            <p:cNvPr id="9628" name="Heatmap cell r34 c14"/>
            <p:cNvSpPr/>
            <p:nvPr/>
          </p:nvSpPr>
          <p:spPr>
            <a:xfrm>
              <a:off x="270825" y="907170"/>
              <a:ext cx="17140" cy="26609"/>
            </a:xfrm>
            <a:prstGeom prst="rect">
              <a:avLst/>
            </a:prstGeom>
            <a:solidFill>
              <a:srgbClr val="7696B8"/>
            </a:solidFill>
            <a:ln>
              <a:noFill/>
            </a:ln>
          </p:spPr>
        </p:sp>
        <p:sp>
          <p:nvSpPr>
            <p:cNvPr id="9629" name="Heatmap cell r34 c15"/>
            <p:cNvSpPr/>
            <p:nvPr/>
          </p:nvSpPr>
          <p:spPr>
            <a:xfrm>
              <a:off x="287870" y="907170"/>
              <a:ext cx="19034" cy="26609"/>
            </a:xfrm>
            <a:prstGeom prst="rect">
              <a:avLst/>
            </a:prstGeom>
            <a:solidFill>
              <a:srgbClr val="89A6C2"/>
            </a:solidFill>
            <a:ln>
              <a:noFill/>
            </a:ln>
          </p:spPr>
        </p:sp>
        <p:sp>
          <p:nvSpPr>
            <p:cNvPr id="9630" name="Heatmap cell r34 c16"/>
            <p:cNvSpPr/>
            <p:nvPr/>
          </p:nvSpPr>
          <p:spPr>
            <a:xfrm>
              <a:off x="306809" y="907170"/>
              <a:ext cx="17140" cy="26609"/>
            </a:xfrm>
            <a:prstGeom prst="rect">
              <a:avLst/>
            </a:prstGeom>
            <a:solidFill>
              <a:srgbClr val="ABC0D2"/>
            </a:solidFill>
            <a:ln>
              <a:noFill/>
            </a:ln>
          </p:spPr>
        </p:sp>
        <p:sp>
          <p:nvSpPr>
            <p:cNvPr id="9631" name="Heatmap cell r34 c17"/>
            <p:cNvSpPr/>
            <p:nvPr/>
          </p:nvSpPr>
          <p:spPr>
            <a:xfrm>
              <a:off x="323854" y="907170"/>
              <a:ext cx="19034" cy="26609"/>
            </a:xfrm>
            <a:prstGeom prst="rect">
              <a:avLst/>
            </a:prstGeom>
            <a:solidFill>
              <a:srgbClr val="F8E3E6"/>
            </a:solidFill>
            <a:ln>
              <a:noFill/>
            </a:ln>
          </p:spPr>
        </p:sp>
        <p:sp>
          <p:nvSpPr>
            <p:cNvPr id="9632" name="Heatmap cell r34 c18"/>
            <p:cNvSpPr/>
            <p:nvPr/>
          </p:nvSpPr>
          <p:spPr>
            <a:xfrm>
              <a:off x="342793" y="907170"/>
              <a:ext cx="17140" cy="26609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9633" name="Heatmap cell r34 c19"/>
            <p:cNvSpPr/>
            <p:nvPr/>
          </p:nvSpPr>
          <p:spPr>
            <a:xfrm>
              <a:off x="359838" y="907170"/>
              <a:ext cx="19034" cy="26609"/>
            </a:xfrm>
            <a:prstGeom prst="rect">
              <a:avLst/>
            </a:prstGeom>
            <a:solidFill>
              <a:srgbClr val="A6BAD0"/>
            </a:solidFill>
            <a:ln>
              <a:noFill/>
            </a:ln>
          </p:spPr>
        </p:sp>
        <p:sp>
          <p:nvSpPr>
            <p:cNvPr id="9634" name="Heatmap cell r34 c20"/>
            <p:cNvSpPr/>
            <p:nvPr/>
          </p:nvSpPr>
          <p:spPr>
            <a:xfrm>
              <a:off x="378777" y="907170"/>
              <a:ext cx="17140" cy="26609"/>
            </a:xfrm>
            <a:prstGeom prst="rect">
              <a:avLst/>
            </a:prstGeom>
            <a:solidFill>
              <a:srgbClr val="F0F5F8"/>
            </a:solidFill>
            <a:ln>
              <a:noFill/>
            </a:ln>
          </p:spPr>
        </p:sp>
        <p:sp>
          <p:nvSpPr>
            <p:cNvPr id="9635" name="Heatmap cell r34 c21"/>
            <p:cNvSpPr/>
            <p:nvPr/>
          </p:nvSpPr>
          <p:spPr>
            <a:xfrm>
              <a:off x="395822" y="907170"/>
              <a:ext cx="19034" cy="26609"/>
            </a:xfrm>
            <a:prstGeom prst="rect">
              <a:avLst/>
            </a:prstGeom>
            <a:solidFill>
              <a:srgbClr val="8BA8C3"/>
            </a:solidFill>
            <a:ln>
              <a:noFill/>
            </a:ln>
          </p:spPr>
        </p:sp>
        <p:sp>
          <p:nvSpPr>
            <p:cNvPr id="9636" name="Heatmap cell r34 c22"/>
            <p:cNvSpPr/>
            <p:nvPr/>
          </p:nvSpPr>
          <p:spPr>
            <a:xfrm>
              <a:off x="414760" y="907170"/>
              <a:ext cx="19034" cy="26609"/>
            </a:xfrm>
            <a:prstGeom prst="rect">
              <a:avLst/>
            </a:prstGeom>
            <a:solidFill>
              <a:srgbClr val="87A3C0"/>
            </a:solidFill>
            <a:ln>
              <a:noFill/>
            </a:ln>
          </p:spPr>
        </p:sp>
        <p:sp>
          <p:nvSpPr>
            <p:cNvPr id="9637" name="Heatmap cell r34 c23"/>
            <p:cNvSpPr/>
            <p:nvPr/>
          </p:nvSpPr>
          <p:spPr>
            <a:xfrm>
              <a:off x="433699" y="907170"/>
              <a:ext cx="17140" cy="26609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9638" name="Heatmap cell r34 c24"/>
            <p:cNvSpPr/>
            <p:nvPr/>
          </p:nvSpPr>
          <p:spPr>
            <a:xfrm>
              <a:off x="450744" y="907170"/>
              <a:ext cx="19034" cy="26609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9639" name="Heatmap cell r34 c25"/>
            <p:cNvSpPr/>
            <p:nvPr/>
          </p:nvSpPr>
          <p:spPr>
            <a:xfrm>
              <a:off x="469683" y="907170"/>
              <a:ext cx="17140" cy="26609"/>
            </a:xfrm>
            <a:prstGeom prst="rect">
              <a:avLst/>
            </a:prstGeom>
            <a:solidFill>
              <a:srgbClr val="91ACC5"/>
            </a:solidFill>
            <a:ln>
              <a:noFill/>
            </a:ln>
          </p:spPr>
        </p:sp>
        <p:sp>
          <p:nvSpPr>
            <p:cNvPr id="9640" name="Heatmap cell r34 c26"/>
            <p:cNvSpPr/>
            <p:nvPr/>
          </p:nvSpPr>
          <p:spPr>
            <a:xfrm>
              <a:off x="486728" y="907170"/>
              <a:ext cx="19034" cy="26609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9641" name="Heatmap cell r34 c28"/>
            <p:cNvSpPr/>
            <p:nvPr/>
          </p:nvSpPr>
          <p:spPr>
            <a:xfrm>
              <a:off x="522712" y="907170"/>
              <a:ext cx="19034" cy="26609"/>
            </a:xfrm>
            <a:prstGeom prst="rect">
              <a:avLst/>
            </a:prstGeom>
            <a:solidFill>
              <a:srgbClr val="B7C7D9"/>
            </a:solidFill>
            <a:ln>
              <a:noFill/>
            </a:ln>
          </p:spPr>
        </p:sp>
        <p:sp>
          <p:nvSpPr>
            <p:cNvPr id="9642" name="Heatmap cell r34 c29"/>
            <p:cNvSpPr/>
            <p:nvPr/>
          </p:nvSpPr>
          <p:spPr>
            <a:xfrm>
              <a:off x="541651" y="907170"/>
              <a:ext cx="17140" cy="26609"/>
            </a:xfrm>
            <a:prstGeom prst="rect">
              <a:avLst/>
            </a:prstGeom>
            <a:solidFill>
              <a:srgbClr val="EEB1B8"/>
            </a:solidFill>
            <a:ln>
              <a:noFill/>
            </a:ln>
          </p:spPr>
        </p:sp>
        <p:sp>
          <p:nvSpPr>
            <p:cNvPr id="9643" name="Heatmap cell r34 c30"/>
            <p:cNvSpPr/>
            <p:nvPr/>
          </p:nvSpPr>
          <p:spPr>
            <a:xfrm>
              <a:off x="558696" y="907170"/>
              <a:ext cx="19034" cy="26609"/>
            </a:xfrm>
            <a:prstGeom prst="rect">
              <a:avLst/>
            </a:prstGeom>
            <a:solidFill>
              <a:srgbClr val="B5C6D7"/>
            </a:solidFill>
            <a:ln>
              <a:noFill/>
            </a:ln>
          </p:spPr>
        </p:sp>
        <p:sp>
          <p:nvSpPr>
            <p:cNvPr id="9644" name="Heatmap cell r34 c32"/>
            <p:cNvSpPr/>
            <p:nvPr/>
          </p:nvSpPr>
          <p:spPr>
            <a:xfrm>
              <a:off x="594679" y="907170"/>
              <a:ext cx="19034" cy="26609"/>
            </a:xfrm>
            <a:prstGeom prst="rect">
              <a:avLst/>
            </a:prstGeom>
            <a:solidFill>
              <a:srgbClr val="A0B7CE"/>
            </a:solidFill>
            <a:ln>
              <a:noFill/>
            </a:ln>
          </p:spPr>
        </p:sp>
        <p:sp>
          <p:nvSpPr>
            <p:cNvPr id="9645" name="Heatmap cell r34 c33"/>
            <p:cNvSpPr/>
            <p:nvPr/>
          </p:nvSpPr>
          <p:spPr>
            <a:xfrm>
              <a:off x="613618" y="907170"/>
              <a:ext cx="17140" cy="26609"/>
            </a:xfrm>
            <a:prstGeom prst="rect">
              <a:avLst/>
            </a:prstGeom>
            <a:solidFill>
              <a:srgbClr val="DCE3EB"/>
            </a:solidFill>
            <a:ln>
              <a:noFill/>
            </a:ln>
          </p:spPr>
        </p:sp>
        <p:sp>
          <p:nvSpPr>
            <p:cNvPr id="9646" name="Heatmap cell r34 c34"/>
            <p:cNvSpPr/>
            <p:nvPr/>
          </p:nvSpPr>
          <p:spPr>
            <a:xfrm>
              <a:off x="630663" y="907170"/>
              <a:ext cx="19034" cy="26609"/>
            </a:xfrm>
            <a:prstGeom prst="rect">
              <a:avLst/>
            </a:prstGeom>
            <a:solidFill>
              <a:srgbClr val="D2DDE8"/>
            </a:solidFill>
            <a:ln>
              <a:noFill/>
            </a:ln>
          </p:spPr>
        </p:sp>
        <p:sp>
          <p:nvSpPr>
            <p:cNvPr id="9647" name="Heatmap cell r34 c35"/>
            <p:cNvSpPr/>
            <p:nvPr/>
          </p:nvSpPr>
          <p:spPr>
            <a:xfrm>
              <a:off x="649602" y="907170"/>
              <a:ext cx="19034" cy="26609"/>
            </a:xfrm>
            <a:prstGeom prst="rect">
              <a:avLst/>
            </a:prstGeom>
            <a:solidFill>
              <a:srgbClr val="A8BCD1"/>
            </a:solidFill>
            <a:ln>
              <a:noFill/>
            </a:ln>
          </p:spPr>
        </p:sp>
        <p:sp>
          <p:nvSpPr>
            <p:cNvPr id="9648" name="Heatmap cell r34 c36"/>
            <p:cNvSpPr/>
            <p:nvPr/>
          </p:nvSpPr>
          <p:spPr>
            <a:xfrm>
              <a:off x="668541" y="907170"/>
              <a:ext cx="17140" cy="26609"/>
            </a:xfrm>
            <a:prstGeom prst="rect">
              <a:avLst/>
            </a:prstGeom>
            <a:solidFill>
              <a:srgbClr val="D2DDE7"/>
            </a:solidFill>
            <a:ln>
              <a:noFill/>
            </a:ln>
          </p:spPr>
        </p:sp>
        <p:sp>
          <p:nvSpPr>
            <p:cNvPr id="9649" name="Heatmap cell r34 c37"/>
            <p:cNvSpPr/>
            <p:nvPr/>
          </p:nvSpPr>
          <p:spPr>
            <a:xfrm>
              <a:off x="685586" y="907170"/>
              <a:ext cx="19034" cy="26609"/>
            </a:xfrm>
            <a:prstGeom prst="rect">
              <a:avLst/>
            </a:prstGeom>
            <a:solidFill>
              <a:srgbClr val="F8DDDF"/>
            </a:solidFill>
            <a:ln>
              <a:noFill/>
            </a:ln>
          </p:spPr>
        </p:sp>
        <p:sp>
          <p:nvSpPr>
            <p:cNvPr id="9650" name="Heatmap cell r34 c38"/>
            <p:cNvSpPr/>
            <p:nvPr/>
          </p:nvSpPr>
          <p:spPr>
            <a:xfrm>
              <a:off x="704525" y="907170"/>
              <a:ext cx="17140" cy="26609"/>
            </a:xfrm>
            <a:prstGeom prst="rect">
              <a:avLst/>
            </a:prstGeom>
            <a:solidFill>
              <a:srgbClr val="9AB3C9"/>
            </a:solidFill>
            <a:ln>
              <a:noFill/>
            </a:ln>
          </p:spPr>
        </p:sp>
        <p:sp>
          <p:nvSpPr>
            <p:cNvPr id="9651" name="Heatmap cell r34 c39"/>
            <p:cNvSpPr/>
            <p:nvPr/>
          </p:nvSpPr>
          <p:spPr>
            <a:xfrm>
              <a:off x="721570" y="907170"/>
              <a:ext cx="19034" cy="26609"/>
            </a:xfrm>
            <a:prstGeom prst="rect">
              <a:avLst/>
            </a:prstGeom>
            <a:solidFill>
              <a:srgbClr val="F0BDC2"/>
            </a:solidFill>
            <a:ln>
              <a:noFill/>
            </a:ln>
          </p:spPr>
        </p:sp>
        <p:sp>
          <p:nvSpPr>
            <p:cNvPr id="9652" name="Heatmap cell r34 c42"/>
            <p:cNvSpPr/>
            <p:nvPr/>
          </p:nvSpPr>
          <p:spPr>
            <a:xfrm>
              <a:off x="776492" y="907170"/>
              <a:ext cx="17140" cy="26609"/>
            </a:xfrm>
            <a:prstGeom prst="rect">
              <a:avLst/>
            </a:prstGeom>
            <a:solidFill>
              <a:srgbClr val="E4EBEF"/>
            </a:solidFill>
            <a:ln>
              <a:noFill/>
            </a:ln>
          </p:spPr>
        </p:sp>
        <p:sp>
          <p:nvSpPr>
            <p:cNvPr id="9653" name="Heatmap cell r34 c43"/>
            <p:cNvSpPr/>
            <p:nvPr/>
          </p:nvSpPr>
          <p:spPr>
            <a:xfrm>
              <a:off x="793537" y="907170"/>
              <a:ext cx="19034" cy="26609"/>
            </a:xfrm>
            <a:prstGeom prst="rect">
              <a:avLst/>
            </a:prstGeom>
            <a:solidFill>
              <a:srgbClr val="C4D2DF"/>
            </a:solidFill>
            <a:ln>
              <a:noFill/>
            </a:ln>
          </p:spPr>
        </p:sp>
        <p:sp>
          <p:nvSpPr>
            <p:cNvPr id="9654" name="Heatmap cell r34 c44"/>
            <p:cNvSpPr/>
            <p:nvPr/>
          </p:nvSpPr>
          <p:spPr>
            <a:xfrm>
              <a:off x="812476" y="907170"/>
              <a:ext cx="17140" cy="26609"/>
            </a:xfrm>
            <a:prstGeom prst="rect">
              <a:avLst/>
            </a:prstGeom>
            <a:solidFill>
              <a:srgbClr val="FDF9FA"/>
            </a:solidFill>
            <a:ln>
              <a:noFill/>
            </a:ln>
          </p:spPr>
        </p:sp>
        <p:sp>
          <p:nvSpPr>
            <p:cNvPr id="9655" name="Heatmap cell r34 c45"/>
            <p:cNvSpPr/>
            <p:nvPr/>
          </p:nvSpPr>
          <p:spPr>
            <a:xfrm>
              <a:off x="829521" y="907170"/>
              <a:ext cx="19034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9656" name="Heatmap cell r34 c46"/>
            <p:cNvSpPr/>
            <p:nvPr/>
          </p:nvSpPr>
          <p:spPr>
            <a:xfrm>
              <a:off x="848460" y="907170"/>
              <a:ext cx="17140" cy="26609"/>
            </a:xfrm>
            <a:prstGeom prst="rect">
              <a:avLst/>
            </a:prstGeom>
            <a:solidFill>
              <a:srgbClr val="BCCCDC"/>
            </a:solidFill>
            <a:ln>
              <a:noFill/>
            </a:ln>
          </p:spPr>
        </p:sp>
        <p:sp>
          <p:nvSpPr>
            <p:cNvPr id="9657" name="Heatmap cell r34 c47"/>
            <p:cNvSpPr/>
            <p:nvPr/>
          </p:nvSpPr>
          <p:spPr>
            <a:xfrm>
              <a:off x="865505" y="907170"/>
              <a:ext cx="19034" cy="26609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9658" name="Heatmap cell r34 c48"/>
            <p:cNvSpPr/>
            <p:nvPr/>
          </p:nvSpPr>
          <p:spPr>
            <a:xfrm>
              <a:off x="884444" y="907170"/>
              <a:ext cx="19034" cy="26609"/>
            </a:xfrm>
            <a:prstGeom prst="rect">
              <a:avLst/>
            </a:prstGeom>
            <a:solidFill>
              <a:srgbClr val="C3D1DF"/>
            </a:solidFill>
            <a:ln>
              <a:noFill/>
            </a:ln>
          </p:spPr>
        </p:sp>
        <p:sp>
          <p:nvSpPr>
            <p:cNvPr id="9659" name="Heatmap cell r34 c49"/>
            <p:cNvSpPr/>
            <p:nvPr/>
          </p:nvSpPr>
          <p:spPr>
            <a:xfrm>
              <a:off x="903382" y="907170"/>
              <a:ext cx="17140" cy="26609"/>
            </a:xfrm>
            <a:prstGeom prst="rect">
              <a:avLst/>
            </a:prstGeom>
            <a:solidFill>
              <a:srgbClr val="88A6C1"/>
            </a:solidFill>
            <a:ln>
              <a:noFill/>
            </a:ln>
          </p:spPr>
        </p:sp>
        <p:sp>
          <p:nvSpPr>
            <p:cNvPr id="9660" name="Heatmap cell r34 c50"/>
            <p:cNvSpPr/>
            <p:nvPr/>
          </p:nvSpPr>
          <p:spPr>
            <a:xfrm>
              <a:off x="920427" y="907170"/>
              <a:ext cx="19034" cy="26609"/>
            </a:xfrm>
            <a:prstGeom prst="rect">
              <a:avLst/>
            </a:prstGeom>
            <a:solidFill>
              <a:srgbClr val="E4EBEF"/>
            </a:solidFill>
            <a:ln>
              <a:noFill/>
            </a:ln>
          </p:spPr>
        </p:sp>
        <p:sp>
          <p:nvSpPr>
            <p:cNvPr id="9661" name="Heatmap cell r34 c51"/>
            <p:cNvSpPr/>
            <p:nvPr/>
          </p:nvSpPr>
          <p:spPr>
            <a:xfrm>
              <a:off x="939366" y="907170"/>
              <a:ext cx="17140" cy="26609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</p:sp>
        <p:sp>
          <p:nvSpPr>
            <p:cNvPr id="9662" name="Heatmap cell r34 c52"/>
            <p:cNvSpPr/>
            <p:nvPr/>
          </p:nvSpPr>
          <p:spPr>
            <a:xfrm>
              <a:off x="956411" y="907170"/>
              <a:ext cx="19034" cy="26609"/>
            </a:xfrm>
            <a:prstGeom prst="rect">
              <a:avLst/>
            </a:prstGeom>
            <a:solidFill>
              <a:srgbClr val="F6F8F9"/>
            </a:solidFill>
            <a:ln>
              <a:noFill/>
            </a:ln>
          </p:spPr>
        </p:sp>
        <p:sp>
          <p:nvSpPr>
            <p:cNvPr id="9663" name="Heatmap cell r34 c54"/>
            <p:cNvSpPr/>
            <p:nvPr/>
          </p:nvSpPr>
          <p:spPr>
            <a:xfrm>
              <a:off x="992395" y="907170"/>
              <a:ext cx="19034" cy="26609"/>
            </a:xfrm>
            <a:prstGeom prst="rect">
              <a:avLst/>
            </a:prstGeom>
            <a:solidFill>
              <a:srgbClr val="B6C7D9"/>
            </a:solidFill>
            <a:ln>
              <a:noFill/>
            </a:ln>
          </p:spPr>
        </p:sp>
        <p:sp>
          <p:nvSpPr>
            <p:cNvPr id="9664" name="Heatmap cell r34 c55"/>
            <p:cNvSpPr/>
            <p:nvPr/>
          </p:nvSpPr>
          <p:spPr>
            <a:xfrm>
              <a:off x="1011334" y="907170"/>
              <a:ext cx="17140" cy="26609"/>
            </a:xfrm>
            <a:prstGeom prst="rect">
              <a:avLst/>
            </a:prstGeom>
            <a:solidFill>
              <a:srgbClr val="F8E4E7"/>
            </a:solidFill>
            <a:ln>
              <a:noFill/>
            </a:ln>
          </p:spPr>
        </p:sp>
        <p:sp>
          <p:nvSpPr>
            <p:cNvPr id="9665" name="Heatmap cell r34 c56"/>
            <p:cNvSpPr/>
            <p:nvPr/>
          </p:nvSpPr>
          <p:spPr>
            <a:xfrm>
              <a:off x="1028379" y="907170"/>
              <a:ext cx="19034" cy="26609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9666" name="Heatmap cell r34 c57"/>
            <p:cNvSpPr/>
            <p:nvPr/>
          </p:nvSpPr>
          <p:spPr>
            <a:xfrm>
              <a:off x="1047318" y="907170"/>
              <a:ext cx="17140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9667" name="Heatmap cell r34 c58"/>
            <p:cNvSpPr/>
            <p:nvPr/>
          </p:nvSpPr>
          <p:spPr>
            <a:xfrm>
              <a:off x="1064363" y="907170"/>
              <a:ext cx="19034" cy="26609"/>
            </a:xfrm>
            <a:prstGeom prst="rect">
              <a:avLst/>
            </a:prstGeom>
            <a:solidFill>
              <a:srgbClr val="CAD6E3"/>
            </a:solidFill>
            <a:ln>
              <a:noFill/>
            </a:ln>
          </p:spPr>
        </p:sp>
        <p:sp>
          <p:nvSpPr>
            <p:cNvPr id="9668" name="Heatmap cell r34 c59"/>
            <p:cNvSpPr/>
            <p:nvPr/>
          </p:nvSpPr>
          <p:spPr>
            <a:xfrm>
              <a:off x="1083301" y="907170"/>
              <a:ext cx="17140" cy="26609"/>
            </a:xfrm>
            <a:prstGeom prst="rect">
              <a:avLst/>
            </a:prstGeom>
            <a:solidFill>
              <a:srgbClr val="CFDAE4"/>
            </a:solidFill>
            <a:ln>
              <a:noFill/>
            </a:ln>
          </p:spPr>
        </p:sp>
        <p:sp>
          <p:nvSpPr>
            <p:cNvPr id="9669" name="Heatmap cell r34 c60"/>
            <p:cNvSpPr/>
            <p:nvPr/>
          </p:nvSpPr>
          <p:spPr>
            <a:xfrm>
              <a:off x="1100346" y="907170"/>
              <a:ext cx="19034" cy="26609"/>
            </a:xfrm>
            <a:prstGeom prst="rect">
              <a:avLst/>
            </a:prstGeom>
            <a:solidFill>
              <a:srgbClr val="E2EAEF"/>
            </a:solidFill>
            <a:ln>
              <a:noFill/>
            </a:ln>
          </p:spPr>
        </p:sp>
        <p:sp>
          <p:nvSpPr>
            <p:cNvPr id="9670" name="Heatmap cell r34 c61"/>
            <p:cNvSpPr/>
            <p:nvPr/>
          </p:nvSpPr>
          <p:spPr>
            <a:xfrm>
              <a:off x="1119285" y="907170"/>
              <a:ext cx="19034" cy="26609"/>
            </a:xfrm>
            <a:prstGeom prst="rect">
              <a:avLst/>
            </a:prstGeom>
            <a:solidFill>
              <a:srgbClr val="BBCCDC"/>
            </a:solidFill>
            <a:ln>
              <a:noFill/>
            </a:ln>
          </p:spPr>
        </p:sp>
        <p:sp>
          <p:nvSpPr>
            <p:cNvPr id="9671" name="Heatmap cell r34 c62"/>
            <p:cNvSpPr/>
            <p:nvPr/>
          </p:nvSpPr>
          <p:spPr>
            <a:xfrm>
              <a:off x="1138224" y="907170"/>
              <a:ext cx="17140" cy="26609"/>
            </a:xfrm>
            <a:prstGeom prst="rect">
              <a:avLst/>
            </a:prstGeom>
            <a:solidFill>
              <a:srgbClr val="E7EBF1"/>
            </a:solidFill>
            <a:ln>
              <a:noFill/>
            </a:ln>
          </p:spPr>
        </p:sp>
        <p:sp>
          <p:nvSpPr>
            <p:cNvPr id="9672" name="Heatmap cell r34 c63"/>
            <p:cNvSpPr/>
            <p:nvPr/>
          </p:nvSpPr>
          <p:spPr>
            <a:xfrm>
              <a:off x="1155269" y="907170"/>
              <a:ext cx="19034" cy="26609"/>
            </a:xfrm>
            <a:prstGeom prst="rect">
              <a:avLst/>
            </a:prstGeom>
            <a:solidFill>
              <a:srgbClr val="95AEC6"/>
            </a:solidFill>
            <a:ln>
              <a:noFill/>
            </a:ln>
          </p:spPr>
        </p:sp>
        <p:sp>
          <p:nvSpPr>
            <p:cNvPr id="9673" name="Heatmap cell r34 c64"/>
            <p:cNvSpPr/>
            <p:nvPr/>
          </p:nvSpPr>
          <p:spPr>
            <a:xfrm>
              <a:off x="1174208" y="907170"/>
              <a:ext cx="17140" cy="26609"/>
            </a:xfrm>
            <a:prstGeom prst="rect">
              <a:avLst/>
            </a:prstGeom>
            <a:solidFill>
              <a:srgbClr val="CAD6E3"/>
            </a:solidFill>
            <a:ln>
              <a:noFill/>
            </a:ln>
          </p:spPr>
        </p:sp>
        <p:sp>
          <p:nvSpPr>
            <p:cNvPr id="9674" name="Heatmap cell r34 c65"/>
            <p:cNvSpPr/>
            <p:nvPr/>
          </p:nvSpPr>
          <p:spPr>
            <a:xfrm>
              <a:off x="1191253" y="907170"/>
              <a:ext cx="19034" cy="26609"/>
            </a:xfrm>
            <a:prstGeom prst="rect">
              <a:avLst/>
            </a:prstGeom>
            <a:solidFill>
              <a:srgbClr val="F8DBDD"/>
            </a:solidFill>
            <a:ln>
              <a:noFill/>
            </a:ln>
          </p:spPr>
        </p:sp>
        <p:sp>
          <p:nvSpPr>
            <p:cNvPr id="9675" name="Heatmap cell r34 c66"/>
            <p:cNvSpPr/>
            <p:nvPr/>
          </p:nvSpPr>
          <p:spPr>
            <a:xfrm>
              <a:off x="1210192" y="907170"/>
              <a:ext cx="17140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9676" name="Heatmap cell r34 c67"/>
            <p:cNvSpPr/>
            <p:nvPr/>
          </p:nvSpPr>
          <p:spPr>
            <a:xfrm>
              <a:off x="1227236" y="907170"/>
              <a:ext cx="19034" cy="26609"/>
            </a:xfrm>
            <a:prstGeom prst="rect">
              <a:avLst/>
            </a:prstGeom>
            <a:solidFill>
              <a:srgbClr val="DFE6ED"/>
            </a:solidFill>
            <a:ln>
              <a:noFill/>
            </a:ln>
          </p:spPr>
        </p:sp>
        <p:sp>
          <p:nvSpPr>
            <p:cNvPr id="9677" name="Heatmap cell r34 c68"/>
            <p:cNvSpPr/>
            <p:nvPr/>
          </p:nvSpPr>
          <p:spPr>
            <a:xfrm>
              <a:off x="1246175" y="907170"/>
              <a:ext cx="17140" cy="26609"/>
            </a:xfrm>
            <a:prstGeom prst="rect">
              <a:avLst/>
            </a:prstGeom>
            <a:solidFill>
              <a:srgbClr val="BDCEDD"/>
            </a:solidFill>
            <a:ln>
              <a:noFill/>
            </a:ln>
          </p:spPr>
        </p:sp>
        <p:sp>
          <p:nvSpPr>
            <p:cNvPr id="9678" name="Heatmap cell r34 c70"/>
            <p:cNvSpPr/>
            <p:nvPr/>
          </p:nvSpPr>
          <p:spPr>
            <a:xfrm>
              <a:off x="1282159" y="907170"/>
              <a:ext cx="17140" cy="26609"/>
            </a:xfrm>
            <a:prstGeom prst="rect">
              <a:avLst/>
            </a:prstGeom>
            <a:solidFill>
              <a:srgbClr val="EFF3F7"/>
            </a:solidFill>
            <a:ln>
              <a:noFill/>
            </a:ln>
          </p:spPr>
        </p:sp>
        <p:sp>
          <p:nvSpPr>
            <p:cNvPr id="9679" name="Heatmap cell r34 c71"/>
            <p:cNvSpPr/>
            <p:nvPr/>
          </p:nvSpPr>
          <p:spPr>
            <a:xfrm>
              <a:off x="1299204" y="907170"/>
              <a:ext cx="19034" cy="26609"/>
            </a:xfrm>
            <a:prstGeom prst="rect">
              <a:avLst/>
            </a:prstGeom>
            <a:solidFill>
              <a:srgbClr val="EBA4AC"/>
            </a:solidFill>
            <a:ln>
              <a:noFill/>
            </a:ln>
          </p:spPr>
        </p:sp>
        <p:sp>
          <p:nvSpPr>
            <p:cNvPr id="9680" name="Heatmap cell r34 c72"/>
            <p:cNvSpPr/>
            <p:nvPr/>
          </p:nvSpPr>
          <p:spPr>
            <a:xfrm>
              <a:off x="1318143" y="907170"/>
              <a:ext cx="17140" cy="26609"/>
            </a:xfrm>
            <a:prstGeom prst="rect">
              <a:avLst/>
            </a:prstGeom>
            <a:solidFill>
              <a:srgbClr val="CFDBE6"/>
            </a:solidFill>
            <a:ln>
              <a:noFill/>
            </a:ln>
          </p:spPr>
        </p:sp>
        <p:sp>
          <p:nvSpPr>
            <p:cNvPr id="9681" name="Heatmap cell r34 c73"/>
            <p:cNvSpPr/>
            <p:nvPr/>
          </p:nvSpPr>
          <p:spPr>
            <a:xfrm>
              <a:off x="1335188" y="907170"/>
              <a:ext cx="19034" cy="26609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</p:sp>
        <p:sp>
          <p:nvSpPr>
            <p:cNvPr id="9682" name="Heatmap cell r34 c74"/>
            <p:cNvSpPr/>
            <p:nvPr/>
          </p:nvSpPr>
          <p:spPr>
            <a:xfrm>
              <a:off x="1354127" y="907170"/>
              <a:ext cx="17140" cy="26609"/>
            </a:xfrm>
            <a:prstGeom prst="rect">
              <a:avLst/>
            </a:prstGeom>
            <a:solidFill>
              <a:srgbClr val="386896"/>
            </a:solidFill>
            <a:ln>
              <a:noFill/>
            </a:ln>
          </p:spPr>
        </p:sp>
        <p:sp>
          <p:nvSpPr>
            <p:cNvPr id="9683" name="Heatmap cell r34 c75"/>
            <p:cNvSpPr/>
            <p:nvPr/>
          </p:nvSpPr>
          <p:spPr>
            <a:xfrm>
              <a:off x="1371172" y="907170"/>
              <a:ext cx="19034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9684" name="Heatmap cell r34 c76"/>
            <p:cNvSpPr/>
            <p:nvPr/>
          </p:nvSpPr>
          <p:spPr>
            <a:xfrm>
              <a:off x="1390110" y="907170"/>
              <a:ext cx="19034" cy="26609"/>
            </a:xfrm>
            <a:prstGeom prst="rect">
              <a:avLst/>
            </a:prstGeom>
            <a:solidFill>
              <a:srgbClr val="C5D2E0"/>
            </a:solidFill>
            <a:ln>
              <a:noFill/>
            </a:ln>
          </p:spPr>
        </p:sp>
        <p:sp>
          <p:nvSpPr>
            <p:cNvPr id="9685" name="Heatmap cell r34 c77"/>
            <p:cNvSpPr/>
            <p:nvPr/>
          </p:nvSpPr>
          <p:spPr>
            <a:xfrm>
              <a:off x="1409049" y="907170"/>
              <a:ext cx="17140" cy="26609"/>
            </a:xfrm>
            <a:prstGeom prst="rect">
              <a:avLst/>
            </a:prstGeom>
            <a:solidFill>
              <a:srgbClr val="E6EBF1"/>
            </a:solidFill>
            <a:ln>
              <a:noFill/>
            </a:ln>
          </p:spPr>
        </p:sp>
        <p:sp>
          <p:nvSpPr>
            <p:cNvPr id="9686" name="Heatmap cell r34 c78"/>
            <p:cNvSpPr/>
            <p:nvPr/>
          </p:nvSpPr>
          <p:spPr>
            <a:xfrm>
              <a:off x="1426094" y="907170"/>
              <a:ext cx="19034" cy="26609"/>
            </a:xfrm>
            <a:prstGeom prst="rect">
              <a:avLst/>
            </a:prstGeom>
            <a:solidFill>
              <a:srgbClr val="D3DEE8"/>
            </a:solidFill>
            <a:ln>
              <a:noFill/>
            </a:ln>
          </p:spPr>
        </p:sp>
        <p:sp>
          <p:nvSpPr>
            <p:cNvPr id="9687" name="Heatmap cell r34 c79"/>
            <p:cNvSpPr/>
            <p:nvPr/>
          </p:nvSpPr>
          <p:spPr>
            <a:xfrm>
              <a:off x="1445033" y="907170"/>
              <a:ext cx="17140" cy="26609"/>
            </a:xfrm>
            <a:prstGeom prst="rect">
              <a:avLst/>
            </a:prstGeom>
            <a:solidFill>
              <a:srgbClr val="F4CCD1"/>
            </a:solidFill>
            <a:ln>
              <a:noFill/>
            </a:ln>
          </p:spPr>
        </p:sp>
        <p:sp>
          <p:nvSpPr>
            <p:cNvPr id="9688" name="Heatmap cell r34 c80"/>
            <p:cNvSpPr/>
            <p:nvPr/>
          </p:nvSpPr>
          <p:spPr>
            <a:xfrm>
              <a:off x="1462078" y="907170"/>
              <a:ext cx="19034" cy="26609"/>
            </a:xfrm>
            <a:prstGeom prst="rect">
              <a:avLst/>
            </a:prstGeom>
            <a:solidFill>
              <a:srgbClr val="F8E6E8"/>
            </a:solidFill>
            <a:ln>
              <a:noFill/>
            </a:ln>
          </p:spPr>
        </p:sp>
        <p:sp>
          <p:nvSpPr>
            <p:cNvPr id="9689" name="Heatmap cell r34 c81"/>
            <p:cNvSpPr/>
            <p:nvPr/>
          </p:nvSpPr>
          <p:spPr>
            <a:xfrm>
              <a:off x="1481017" y="907170"/>
              <a:ext cx="17140" cy="26609"/>
            </a:xfrm>
            <a:prstGeom prst="rect">
              <a:avLst/>
            </a:prstGeom>
            <a:solidFill>
              <a:srgbClr val="FDF9FA"/>
            </a:solidFill>
            <a:ln>
              <a:noFill/>
            </a:ln>
          </p:spPr>
        </p:sp>
        <p:sp>
          <p:nvSpPr>
            <p:cNvPr id="9690" name="Heatmap cell r34 c82"/>
            <p:cNvSpPr/>
            <p:nvPr/>
          </p:nvSpPr>
          <p:spPr>
            <a:xfrm>
              <a:off x="1498062" y="907170"/>
              <a:ext cx="19034" cy="26609"/>
            </a:xfrm>
            <a:prstGeom prst="rect">
              <a:avLst/>
            </a:prstGeom>
            <a:solidFill>
              <a:srgbClr val="2C5F91"/>
            </a:solidFill>
            <a:ln>
              <a:noFill/>
            </a:ln>
          </p:spPr>
        </p:sp>
        <p:sp>
          <p:nvSpPr>
            <p:cNvPr id="9691" name="Heatmap cell r34 c83"/>
            <p:cNvSpPr/>
            <p:nvPr/>
          </p:nvSpPr>
          <p:spPr>
            <a:xfrm>
              <a:off x="1517001" y="907170"/>
              <a:ext cx="17140" cy="26609"/>
            </a:xfrm>
            <a:prstGeom prst="rect">
              <a:avLst/>
            </a:prstGeom>
            <a:solidFill>
              <a:srgbClr val="C2D0DE"/>
            </a:solidFill>
            <a:ln>
              <a:noFill/>
            </a:ln>
          </p:spPr>
        </p:sp>
        <p:sp>
          <p:nvSpPr>
            <p:cNvPr id="9692" name="Heatmap cell r34 c84"/>
            <p:cNvSpPr/>
            <p:nvPr/>
          </p:nvSpPr>
          <p:spPr>
            <a:xfrm>
              <a:off x="1534046" y="907170"/>
              <a:ext cx="19034" cy="26609"/>
            </a:xfrm>
            <a:prstGeom prst="rect">
              <a:avLst/>
            </a:prstGeom>
            <a:solidFill>
              <a:srgbClr val="EAEEF4"/>
            </a:solidFill>
            <a:ln>
              <a:noFill/>
            </a:ln>
          </p:spPr>
        </p:sp>
        <p:sp>
          <p:nvSpPr>
            <p:cNvPr id="9693" name="Heatmap cell r34 c85"/>
            <p:cNvSpPr/>
            <p:nvPr/>
          </p:nvSpPr>
          <p:spPr>
            <a:xfrm>
              <a:off x="1552984" y="907170"/>
              <a:ext cx="17140" cy="26609"/>
            </a:xfrm>
            <a:prstGeom prst="rect">
              <a:avLst/>
            </a:prstGeom>
            <a:solidFill>
              <a:srgbClr val="99B0C8"/>
            </a:solidFill>
            <a:ln>
              <a:noFill/>
            </a:ln>
          </p:spPr>
        </p:sp>
        <p:sp>
          <p:nvSpPr>
            <p:cNvPr id="9694" name="Heatmap cell r34 c86"/>
            <p:cNvSpPr/>
            <p:nvPr/>
          </p:nvSpPr>
          <p:spPr>
            <a:xfrm>
              <a:off x="1570029" y="907170"/>
              <a:ext cx="19034" cy="26609"/>
            </a:xfrm>
            <a:prstGeom prst="rect">
              <a:avLst/>
            </a:prstGeom>
            <a:solidFill>
              <a:srgbClr val="B6C7D9"/>
            </a:solidFill>
            <a:ln>
              <a:noFill/>
            </a:ln>
          </p:spPr>
        </p:sp>
        <p:sp>
          <p:nvSpPr>
            <p:cNvPr id="9695" name="Heatmap cell r34 c87"/>
            <p:cNvSpPr/>
            <p:nvPr/>
          </p:nvSpPr>
          <p:spPr>
            <a:xfrm>
              <a:off x="1588968" y="907170"/>
              <a:ext cx="17140" cy="26609"/>
            </a:xfrm>
            <a:prstGeom prst="rect">
              <a:avLst/>
            </a:prstGeom>
            <a:solidFill>
              <a:srgbClr val="BBCCDC"/>
            </a:solidFill>
            <a:ln>
              <a:noFill/>
            </a:ln>
          </p:spPr>
        </p:sp>
        <p:sp>
          <p:nvSpPr>
            <p:cNvPr id="9696" name="Heatmap cell r34 c88"/>
            <p:cNvSpPr/>
            <p:nvPr/>
          </p:nvSpPr>
          <p:spPr>
            <a:xfrm>
              <a:off x="1606013" y="907170"/>
              <a:ext cx="19034" cy="26609"/>
            </a:xfrm>
            <a:prstGeom prst="rect">
              <a:avLst/>
            </a:prstGeom>
            <a:solidFill>
              <a:srgbClr val="C5D3E0"/>
            </a:solidFill>
            <a:ln>
              <a:noFill/>
            </a:ln>
          </p:spPr>
        </p:sp>
        <p:sp>
          <p:nvSpPr>
            <p:cNvPr id="9697" name="Heatmap cell r34 c89"/>
            <p:cNvSpPr/>
            <p:nvPr/>
          </p:nvSpPr>
          <p:spPr>
            <a:xfrm>
              <a:off x="1624952" y="907170"/>
              <a:ext cx="19034" cy="26609"/>
            </a:xfrm>
            <a:prstGeom prst="rect">
              <a:avLst/>
            </a:prstGeom>
            <a:solidFill>
              <a:srgbClr val="F1C2C6"/>
            </a:solidFill>
            <a:ln>
              <a:noFill/>
            </a:ln>
          </p:spPr>
        </p:sp>
        <p:sp>
          <p:nvSpPr>
            <p:cNvPr id="9698" name="Heatmap cell r34 c90"/>
            <p:cNvSpPr/>
            <p:nvPr/>
          </p:nvSpPr>
          <p:spPr>
            <a:xfrm>
              <a:off x="1643891" y="907170"/>
              <a:ext cx="17140" cy="26609"/>
            </a:xfrm>
            <a:prstGeom prst="rect">
              <a:avLst/>
            </a:prstGeom>
            <a:solidFill>
              <a:srgbClr val="B3C5D6"/>
            </a:solidFill>
            <a:ln>
              <a:noFill/>
            </a:ln>
          </p:spPr>
        </p:sp>
        <p:sp>
          <p:nvSpPr>
            <p:cNvPr id="9699" name="Heatmap cell r34 c91"/>
            <p:cNvSpPr/>
            <p:nvPr/>
          </p:nvSpPr>
          <p:spPr>
            <a:xfrm>
              <a:off x="1660936" y="907170"/>
              <a:ext cx="19034" cy="26609"/>
            </a:xfrm>
            <a:prstGeom prst="rect">
              <a:avLst/>
            </a:prstGeom>
            <a:solidFill>
              <a:srgbClr val="F4CDD0"/>
            </a:solidFill>
            <a:ln>
              <a:noFill/>
            </a:ln>
          </p:spPr>
        </p:sp>
        <p:sp>
          <p:nvSpPr>
            <p:cNvPr id="9700" name="Heatmap cell r34 c92"/>
            <p:cNvSpPr/>
            <p:nvPr/>
          </p:nvSpPr>
          <p:spPr>
            <a:xfrm>
              <a:off x="1679875" y="907170"/>
              <a:ext cx="17140" cy="26609"/>
            </a:xfrm>
            <a:prstGeom prst="rect">
              <a:avLst/>
            </a:prstGeom>
            <a:solidFill>
              <a:srgbClr val="EBEFF5"/>
            </a:solidFill>
            <a:ln>
              <a:noFill/>
            </a:ln>
          </p:spPr>
        </p:sp>
        <p:sp>
          <p:nvSpPr>
            <p:cNvPr id="9701" name="Heatmap cell r34 c93"/>
            <p:cNvSpPr/>
            <p:nvPr/>
          </p:nvSpPr>
          <p:spPr>
            <a:xfrm>
              <a:off x="1696920" y="907170"/>
              <a:ext cx="19034" cy="26609"/>
            </a:xfrm>
            <a:prstGeom prst="rect">
              <a:avLst/>
            </a:prstGeom>
            <a:solidFill>
              <a:srgbClr val="D4DFE9"/>
            </a:solidFill>
            <a:ln>
              <a:noFill/>
            </a:ln>
          </p:spPr>
        </p:sp>
        <p:sp>
          <p:nvSpPr>
            <p:cNvPr id="9702" name="Heatmap cell r34 c94"/>
            <p:cNvSpPr/>
            <p:nvPr/>
          </p:nvSpPr>
          <p:spPr>
            <a:xfrm>
              <a:off x="1715858" y="907170"/>
              <a:ext cx="17140" cy="26609"/>
            </a:xfrm>
            <a:prstGeom prst="rect">
              <a:avLst/>
            </a:prstGeom>
            <a:solidFill>
              <a:srgbClr val="C9D6E2"/>
            </a:solidFill>
            <a:ln>
              <a:noFill/>
            </a:ln>
          </p:spPr>
        </p:sp>
        <p:sp>
          <p:nvSpPr>
            <p:cNvPr id="9703" name="Heatmap cell r34 c95"/>
            <p:cNvSpPr/>
            <p:nvPr/>
          </p:nvSpPr>
          <p:spPr>
            <a:xfrm>
              <a:off x="1732903" y="907170"/>
              <a:ext cx="19034" cy="26609"/>
            </a:xfrm>
            <a:prstGeom prst="rect">
              <a:avLst/>
            </a:prstGeom>
            <a:solidFill>
              <a:srgbClr val="E4EBEF"/>
            </a:solidFill>
            <a:ln>
              <a:noFill/>
            </a:ln>
          </p:spPr>
        </p:sp>
        <p:sp>
          <p:nvSpPr>
            <p:cNvPr id="9704" name="Heatmap cell r34 c96"/>
            <p:cNvSpPr/>
            <p:nvPr/>
          </p:nvSpPr>
          <p:spPr>
            <a:xfrm>
              <a:off x="1751842" y="907170"/>
              <a:ext cx="17140" cy="26609"/>
            </a:xfrm>
            <a:prstGeom prst="rect">
              <a:avLst/>
            </a:prstGeom>
            <a:solidFill>
              <a:srgbClr val="D5DFEA"/>
            </a:solidFill>
            <a:ln>
              <a:noFill/>
            </a:ln>
          </p:spPr>
        </p:sp>
        <p:sp>
          <p:nvSpPr>
            <p:cNvPr id="9705" name="Heatmap cell r34 c97"/>
            <p:cNvSpPr/>
            <p:nvPr/>
          </p:nvSpPr>
          <p:spPr>
            <a:xfrm>
              <a:off x="1768887" y="907170"/>
              <a:ext cx="19034" cy="26609"/>
            </a:xfrm>
            <a:prstGeom prst="rect">
              <a:avLst/>
            </a:prstGeom>
            <a:solidFill>
              <a:srgbClr val="B4C5D6"/>
            </a:solidFill>
            <a:ln>
              <a:noFill/>
            </a:ln>
          </p:spPr>
        </p:sp>
        <p:sp>
          <p:nvSpPr>
            <p:cNvPr id="9706" name="Heatmap cell r34 c98"/>
            <p:cNvSpPr/>
            <p:nvPr/>
          </p:nvSpPr>
          <p:spPr>
            <a:xfrm>
              <a:off x="1787826" y="907170"/>
              <a:ext cx="17140" cy="26609"/>
            </a:xfrm>
            <a:prstGeom prst="rect">
              <a:avLst/>
            </a:prstGeom>
            <a:solidFill>
              <a:srgbClr val="C7D4E1"/>
            </a:solidFill>
            <a:ln>
              <a:noFill/>
            </a:ln>
          </p:spPr>
        </p:sp>
        <p:sp>
          <p:nvSpPr>
            <p:cNvPr id="9707" name="Heatmap cell r34 c99"/>
            <p:cNvSpPr/>
            <p:nvPr/>
          </p:nvSpPr>
          <p:spPr>
            <a:xfrm>
              <a:off x="1804871" y="907170"/>
              <a:ext cx="19034" cy="26609"/>
            </a:xfrm>
            <a:prstGeom prst="rect">
              <a:avLst/>
            </a:prstGeom>
            <a:solidFill>
              <a:srgbClr val="D4DFE9"/>
            </a:solidFill>
            <a:ln>
              <a:noFill/>
            </a:ln>
          </p:spPr>
        </p:sp>
        <p:sp>
          <p:nvSpPr>
            <p:cNvPr id="9708" name="Heatmap cell r34 c100"/>
            <p:cNvSpPr/>
            <p:nvPr/>
          </p:nvSpPr>
          <p:spPr>
            <a:xfrm>
              <a:off x="1823810" y="907170"/>
              <a:ext cx="17140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9709" name="Heatmap cell r34 c101"/>
            <p:cNvSpPr/>
            <p:nvPr/>
          </p:nvSpPr>
          <p:spPr>
            <a:xfrm>
              <a:off x="1840855" y="907170"/>
              <a:ext cx="19034" cy="26609"/>
            </a:xfrm>
            <a:prstGeom prst="rect">
              <a:avLst/>
            </a:prstGeom>
            <a:solidFill>
              <a:srgbClr val="346694"/>
            </a:solidFill>
            <a:ln>
              <a:noFill/>
            </a:ln>
          </p:spPr>
        </p:sp>
        <p:sp>
          <p:nvSpPr>
            <p:cNvPr id="9710" name="Heatmap cell r34 c102"/>
            <p:cNvSpPr/>
            <p:nvPr/>
          </p:nvSpPr>
          <p:spPr>
            <a:xfrm>
              <a:off x="1859794" y="907170"/>
              <a:ext cx="19034" cy="26609"/>
            </a:xfrm>
            <a:prstGeom prst="rect">
              <a:avLst/>
            </a:prstGeom>
            <a:solidFill>
              <a:srgbClr val="F7D9DB"/>
            </a:solidFill>
            <a:ln>
              <a:noFill/>
            </a:ln>
          </p:spPr>
        </p:sp>
        <p:sp>
          <p:nvSpPr>
            <p:cNvPr id="9711" name="Heatmap cell r34 c103"/>
            <p:cNvSpPr/>
            <p:nvPr/>
          </p:nvSpPr>
          <p:spPr>
            <a:xfrm>
              <a:off x="1878732" y="907170"/>
              <a:ext cx="17140" cy="26609"/>
            </a:xfrm>
            <a:prstGeom prst="rect">
              <a:avLst/>
            </a:prstGeom>
            <a:solidFill>
              <a:srgbClr val="CFDBE6"/>
            </a:solidFill>
            <a:ln>
              <a:noFill/>
            </a:ln>
          </p:spPr>
        </p:sp>
        <p:sp>
          <p:nvSpPr>
            <p:cNvPr id="9712" name="Heatmap cell r34 c104"/>
            <p:cNvSpPr/>
            <p:nvPr/>
          </p:nvSpPr>
          <p:spPr>
            <a:xfrm>
              <a:off x="1895777" y="907170"/>
              <a:ext cx="19034" cy="26609"/>
            </a:xfrm>
            <a:prstGeom prst="rect">
              <a:avLst/>
            </a:prstGeom>
            <a:solidFill>
              <a:srgbClr val="B6C7D9"/>
            </a:solidFill>
            <a:ln>
              <a:noFill/>
            </a:ln>
          </p:spPr>
        </p:sp>
        <p:sp>
          <p:nvSpPr>
            <p:cNvPr id="9713" name="Heatmap cell r34 c105"/>
            <p:cNvSpPr/>
            <p:nvPr/>
          </p:nvSpPr>
          <p:spPr>
            <a:xfrm>
              <a:off x="1914716" y="907170"/>
              <a:ext cx="17140" cy="26609"/>
            </a:xfrm>
            <a:prstGeom prst="rect">
              <a:avLst/>
            </a:prstGeom>
            <a:solidFill>
              <a:srgbClr val="E8ECF3"/>
            </a:solidFill>
            <a:ln>
              <a:noFill/>
            </a:ln>
          </p:spPr>
        </p:sp>
        <p:sp>
          <p:nvSpPr>
            <p:cNvPr id="9714" name="Heatmap cell r34 c106"/>
            <p:cNvSpPr/>
            <p:nvPr/>
          </p:nvSpPr>
          <p:spPr>
            <a:xfrm>
              <a:off x="1931761" y="907170"/>
              <a:ext cx="19034" cy="26609"/>
            </a:xfrm>
            <a:prstGeom prst="rect">
              <a:avLst/>
            </a:prstGeom>
            <a:solidFill>
              <a:srgbClr val="F8E1E3"/>
            </a:solidFill>
            <a:ln>
              <a:noFill/>
            </a:ln>
          </p:spPr>
        </p:sp>
        <p:sp>
          <p:nvSpPr>
            <p:cNvPr id="9715" name="Heatmap cell r34 c107"/>
            <p:cNvSpPr/>
            <p:nvPr/>
          </p:nvSpPr>
          <p:spPr>
            <a:xfrm>
              <a:off x="1950700" y="907170"/>
              <a:ext cx="17140" cy="26609"/>
            </a:xfrm>
            <a:prstGeom prst="rect">
              <a:avLst/>
            </a:prstGeom>
            <a:solidFill>
              <a:srgbClr val="ECA8AE"/>
            </a:solidFill>
            <a:ln>
              <a:noFill/>
            </a:ln>
          </p:spPr>
        </p:sp>
        <p:sp>
          <p:nvSpPr>
            <p:cNvPr id="9716" name="Heatmap cell r34 c108"/>
            <p:cNvSpPr/>
            <p:nvPr/>
          </p:nvSpPr>
          <p:spPr>
            <a:xfrm>
              <a:off x="1967745" y="907170"/>
              <a:ext cx="19034" cy="26609"/>
            </a:xfrm>
            <a:prstGeom prst="rect">
              <a:avLst/>
            </a:prstGeom>
            <a:solidFill>
              <a:srgbClr val="AFC4D5"/>
            </a:solidFill>
            <a:ln>
              <a:noFill/>
            </a:ln>
          </p:spPr>
        </p:sp>
        <p:sp>
          <p:nvSpPr>
            <p:cNvPr id="9717" name="Heatmap cell r34 c109"/>
            <p:cNvSpPr/>
            <p:nvPr/>
          </p:nvSpPr>
          <p:spPr>
            <a:xfrm>
              <a:off x="1986684" y="907170"/>
              <a:ext cx="17140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9718" name="Heatmap cell r34 c110"/>
            <p:cNvSpPr/>
            <p:nvPr/>
          </p:nvSpPr>
          <p:spPr>
            <a:xfrm>
              <a:off x="2003729" y="907170"/>
              <a:ext cx="19034" cy="26609"/>
            </a:xfrm>
            <a:prstGeom prst="rect">
              <a:avLst/>
            </a:prstGeom>
            <a:solidFill>
              <a:srgbClr val="CDD9E3"/>
            </a:solidFill>
            <a:ln>
              <a:noFill/>
            </a:ln>
          </p:spPr>
        </p:sp>
        <p:sp>
          <p:nvSpPr>
            <p:cNvPr id="9719" name="Heatmap cell r34 c111"/>
            <p:cNvSpPr/>
            <p:nvPr/>
          </p:nvSpPr>
          <p:spPr>
            <a:xfrm>
              <a:off x="2022668" y="907170"/>
              <a:ext cx="17140" cy="26609"/>
            </a:xfrm>
            <a:prstGeom prst="rect">
              <a:avLst/>
            </a:prstGeom>
            <a:solidFill>
              <a:srgbClr val="DDE4EC"/>
            </a:solidFill>
            <a:ln>
              <a:noFill/>
            </a:ln>
          </p:spPr>
        </p:sp>
        <p:sp>
          <p:nvSpPr>
            <p:cNvPr id="9720" name="Heatmap cell r34 c112"/>
            <p:cNvSpPr/>
            <p:nvPr/>
          </p:nvSpPr>
          <p:spPr>
            <a:xfrm>
              <a:off x="2039712" y="907170"/>
              <a:ext cx="19034" cy="26609"/>
            </a:xfrm>
            <a:prstGeom prst="rect">
              <a:avLst/>
            </a:prstGeom>
            <a:solidFill>
              <a:srgbClr val="FDF9FA"/>
            </a:solidFill>
            <a:ln>
              <a:noFill/>
            </a:ln>
          </p:spPr>
        </p:sp>
        <p:sp>
          <p:nvSpPr>
            <p:cNvPr id="9721" name="Heatmap cell r34 c113"/>
            <p:cNvSpPr/>
            <p:nvPr/>
          </p:nvSpPr>
          <p:spPr>
            <a:xfrm>
              <a:off x="2058651" y="907170"/>
              <a:ext cx="17140" cy="26609"/>
            </a:xfrm>
            <a:prstGeom prst="rect">
              <a:avLst/>
            </a:prstGeom>
            <a:solidFill>
              <a:srgbClr val="FCF7F7"/>
            </a:solidFill>
            <a:ln>
              <a:noFill/>
            </a:ln>
          </p:spPr>
        </p:sp>
        <p:sp>
          <p:nvSpPr>
            <p:cNvPr id="9722" name="Heatmap cell r34 c114"/>
            <p:cNvSpPr/>
            <p:nvPr/>
          </p:nvSpPr>
          <p:spPr>
            <a:xfrm>
              <a:off x="2075696" y="907170"/>
              <a:ext cx="19034" cy="26609"/>
            </a:xfrm>
            <a:prstGeom prst="rect">
              <a:avLst/>
            </a:prstGeom>
            <a:solidFill>
              <a:srgbClr val="DEE6EC"/>
            </a:solidFill>
            <a:ln>
              <a:noFill/>
            </a:ln>
          </p:spPr>
        </p:sp>
        <p:sp>
          <p:nvSpPr>
            <p:cNvPr id="9723" name="Heatmap cell r34 c115"/>
            <p:cNvSpPr/>
            <p:nvPr/>
          </p:nvSpPr>
          <p:spPr>
            <a:xfrm>
              <a:off x="2094635" y="907170"/>
              <a:ext cx="19034" cy="26609"/>
            </a:xfrm>
            <a:prstGeom prst="rect">
              <a:avLst/>
            </a:prstGeom>
            <a:solidFill>
              <a:srgbClr val="92ADC6"/>
            </a:solidFill>
            <a:ln>
              <a:noFill/>
            </a:ln>
          </p:spPr>
        </p:sp>
        <p:sp>
          <p:nvSpPr>
            <p:cNvPr id="9724" name="Heatmap cell r34 c116"/>
            <p:cNvSpPr/>
            <p:nvPr/>
          </p:nvSpPr>
          <p:spPr>
            <a:xfrm>
              <a:off x="2113574" y="907170"/>
              <a:ext cx="17140" cy="26609"/>
            </a:xfrm>
            <a:prstGeom prst="rect">
              <a:avLst/>
            </a:prstGeom>
            <a:solidFill>
              <a:srgbClr val="F4CED1"/>
            </a:solidFill>
            <a:ln>
              <a:noFill/>
            </a:ln>
          </p:spPr>
        </p:sp>
        <p:sp>
          <p:nvSpPr>
            <p:cNvPr id="9725" name="Heatmap cell r34 c117"/>
            <p:cNvSpPr/>
            <p:nvPr/>
          </p:nvSpPr>
          <p:spPr>
            <a:xfrm>
              <a:off x="2130619" y="907170"/>
              <a:ext cx="19034" cy="26609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9726" name="Heatmap cell r34 c118"/>
            <p:cNvSpPr/>
            <p:nvPr/>
          </p:nvSpPr>
          <p:spPr>
            <a:xfrm>
              <a:off x="2149558" y="907170"/>
              <a:ext cx="17140" cy="26609"/>
            </a:xfrm>
            <a:prstGeom prst="rect">
              <a:avLst/>
            </a:prstGeom>
            <a:solidFill>
              <a:srgbClr val="AFC3D5"/>
            </a:solidFill>
            <a:ln>
              <a:noFill/>
            </a:ln>
          </p:spPr>
        </p:sp>
        <p:sp>
          <p:nvSpPr>
            <p:cNvPr id="9727" name="Heatmap cell r34 c119"/>
            <p:cNvSpPr/>
            <p:nvPr/>
          </p:nvSpPr>
          <p:spPr>
            <a:xfrm>
              <a:off x="2166603" y="907170"/>
              <a:ext cx="19034" cy="26609"/>
            </a:xfrm>
            <a:prstGeom prst="rect">
              <a:avLst/>
            </a:prstGeom>
            <a:solidFill>
              <a:srgbClr val="EBEFF5"/>
            </a:solidFill>
            <a:ln>
              <a:noFill/>
            </a:ln>
          </p:spPr>
        </p:sp>
        <p:sp>
          <p:nvSpPr>
            <p:cNvPr id="9728" name="Heatmap cell r34 c120"/>
            <p:cNvSpPr/>
            <p:nvPr/>
          </p:nvSpPr>
          <p:spPr>
            <a:xfrm>
              <a:off x="2185542" y="907170"/>
              <a:ext cx="17140" cy="26609"/>
            </a:xfrm>
            <a:prstGeom prst="rect">
              <a:avLst/>
            </a:prstGeom>
            <a:solidFill>
              <a:srgbClr val="A1B8CE"/>
            </a:solidFill>
            <a:ln>
              <a:noFill/>
            </a:ln>
          </p:spPr>
        </p:sp>
        <p:sp>
          <p:nvSpPr>
            <p:cNvPr id="9729" name="Heatmap cell r34 c121"/>
            <p:cNvSpPr/>
            <p:nvPr/>
          </p:nvSpPr>
          <p:spPr>
            <a:xfrm>
              <a:off x="2202586" y="907170"/>
              <a:ext cx="19034" cy="26609"/>
            </a:xfrm>
            <a:prstGeom prst="rect">
              <a:avLst/>
            </a:prstGeom>
            <a:solidFill>
              <a:srgbClr val="A4BAD0"/>
            </a:solidFill>
            <a:ln>
              <a:noFill/>
            </a:ln>
          </p:spPr>
        </p:sp>
        <p:sp>
          <p:nvSpPr>
            <p:cNvPr id="9730" name="Heatmap cell r34 c122"/>
            <p:cNvSpPr/>
            <p:nvPr/>
          </p:nvSpPr>
          <p:spPr>
            <a:xfrm>
              <a:off x="2221525" y="907170"/>
              <a:ext cx="17140" cy="26609"/>
            </a:xfrm>
            <a:prstGeom prst="rect">
              <a:avLst/>
            </a:prstGeom>
            <a:solidFill>
              <a:srgbClr val="87A3C0"/>
            </a:solidFill>
            <a:ln>
              <a:noFill/>
            </a:ln>
          </p:spPr>
        </p:sp>
        <p:sp>
          <p:nvSpPr>
            <p:cNvPr id="9731" name="Heatmap cell r34 c123"/>
            <p:cNvSpPr/>
            <p:nvPr/>
          </p:nvSpPr>
          <p:spPr>
            <a:xfrm>
              <a:off x="2238570" y="907170"/>
              <a:ext cx="19034" cy="26609"/>
            </a:xfrm>
            <a:prstGeom prst="rect">
              <a:avLst/>
            </a:prstGeom>
            <a:solidFill>
              <a:srgbClr val="EDF1F7"/>
            </a:solidFill>
            <a:ln>
              <a:noFill/>
            </a:ln>
          </p:spPr>
        </p:sp>
        <p:sp>
          <p:nvSpPr>
            <p:cNvPr id="9732" name="Heatmap cell r34 c124"/>
            <p:cNvSpPr/>
            <p:nvPr/>
          </p:nvSpPr>
          <p:spPr>
            <a:xfrm>
              <a:off x="2257509" y="907170"/>
              <a:ext cx="17140" cy="26609"/>
            </a:xfrm>
            <a:prstGeom prst="rect">
              <a:avLst/>
            </a:prstGeom>
            <a:solidFill>
              <a:srgbClr val="F6D4D7"/>
            </a:solidFill>
            <a:ln>
              <a:noFill/>
            </a:ln>
          </p:spPr>
        </p:sp>
        <p:sp>
          <p:nvSpPr>
            <p:cNvPr id="9733" name="Heatmap cell r34 c125"/>
            <p:cNvSpPr/>
            <p:nvPr/>
          </p:nvSpPr>
          <p:spPr>
            <a:xfrm>
              <a:off x="2274554" y="907170"/>
              <a:ext cx="19034" cy="26609"/>
            </a:xfrm>
            <a:prstGeom prst="rect">
              <a:avLst/>
            </a:prstGeom>
            <a:solidFill>
              <a:srgbClr val="EBF0F6"/>
            </a:solidFill>
            <a:ln>
              <a:noFill/>
            </a:ln>
          </p:spPr>
        </p:sp>
        <p:sp>
          <p:nvSpPr>
            <p:cNvPr id="9734" name="Heatmap cell r34 c126"/>
            <p:cNvSpPr/>
            <p:nvPr/>
          </p:nvSpPr>
          <p:spPr>
            <a:xfrm>
              <a:off x="2293493" y="907170"/>
              <a:ext cx="17140" cy="26609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9735" name="Heatmap cell r34 c127"/>
            <p:cNvSpPr/>
            <p:nvPr/>
          </p:nvSpPr>
          <p:spPr>
            <a:xfrm>
              <a:off x="2310538" y="907170"/>
              <a:ext cx="19034" cy="26609"/>
            </a:xfrm>
            <a:prstGeom prst="rect">
              <a:avLst/>
            </a:prstGeom>
            <a:solidFill>
              <a:srgbClr val="B3C5D6"/>
            </a:solidFill>
            <a:ln>
              <a:noFill/>
            </a:ln>
          </p:spPr>
        </p:sp>
        <p:sp>
          <p:nvSpPr>
            <p:cNvPr id="9736" name="Heatmap cell r34 c128"/>
            <p:cNvSpPr/>
            <p:nvPr/>
          </p:nvSpPr>
          <p:spPr>
            <a:xfrm>
              <a:off x="2329477" y="907170"/>
              <a:ext cx="19034" cy="26609"/>
            </a:xfrm>
            <a:prstGeom prst="rect">
              <a:avLst/>
            </a:prstGeom>
            <a:solidFill>
              <a:srgbClr val="EA9CA2"/>
            </a:solidFill>
            <a:ln>
              <a:noFill/>
            </a:ln>
          </p:spPr>
        </p:sp>
        <p:sp>
          <p:nvSpPr>
            <p:cNvPr id="9737" name="Heatmap cell r34 c129"/>
            <p:cNvSpPr/>
            <p:nvPr/>
          </p:nvSpPr>
          <p:spPr>
            <a:xfrm>
              <a:off x="2348416" y="907170"/>
              <a:ext cx="17140" cy="26609"/>
            </a:xfrm>
            <a:prstGeom prst="rect">
              <a:avLst/>
            </a:prstGeom>
            <a:solidFill>
              <a:srgbClr val="D1DCE7"/>
            </a:solidFill>
            <a:ln>
              <a:noFill/>
            </a:ln>
          </p:spPr>
        </p:sp>
        <p:sp>
          <p:nvSpPr>
            <p:cNvPr id="9738" name="Heatmap cell r34 c130"/>
            <p:cNvSpPr/>
            <p:nvPr/>
          </p:nvSpPr>
          <p:spPr>
            <a:xfrm>
              <a:off x="2365460" y="907170"/>
              <a:ext cx="19034" cy="26609"/>
            </a:xfrm>
            <a:prstGeom prst="rect">
              <a:avLst/>
            </a:prstGeom>
            <a:solidFill>
              <a:srgbClr val="8EA9C3"/>
            </a:solidFill>
            <a:ln>
              <a:noFill/>
            </a:ln>
          </p:spPr>
        </p:sp>
        <p:sp>
          <p:nvSpPr>
            <p:cNvPr id="9739" name="Heatmap cell r34 c131"/>
            <p:cNvSpPr/>
            <p:nvPr/>
          </p:nvSpPr>
          <p:spPr>
            <a:xfrm>
              <a:off x="2384399" y="907170"/>
              <a:ext cx="17140" cy="26609"/>
            </a:xfrm>
            <a:prstGeom prst="rect">
              <a:avLst/>
            </a:prstGeom>
            <a:solidFill>
              <a:srgbClr val="527BA3"/>
            </a:solidFill>
            <a:ln>
              <a:noFill/>
            </a:ln>
          </p:spPr>
        </p:sp>
        <p:sp>
          <p:nvSpPr>
            <p:cNvPr id="9740" name="Heatmap cell r34 c132"/>
            <p:cNvSpPr/>
            <p:nvPr/>
          </p:nvSpPr>
          <p:spPr>
            <a:xfrm>
              <a:off x="2401444" y="907170"/>
              <a:ext cx="19034" cy="26609"/>
            </a:xfrm>
            <a:prstGeom prst="rect">
              <a:avLst/>
            </a:prstGeom>
            <a:solidFill>
              <a:srgbClr val="C3D1DF"/>
            </a:solidFill>
            <a:ln>
              <a:noFill/>
            </a:ln>
          </p:spPr>
        </p:sp>
        <p:sp>
          <p:nvSpPr>
            <p:cNvPr id="9741" name="Heatmap cell r34 c133"/>
            <p:cNvSpPr/>
            <p:nvPr/>
          </p:nvSpPr>
          <p:spPr>
            <a:xfrm>
              <a:off x="2420383" y="907170"/>
              <a:ext cx="17140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9742" name="Heatmap cell r34 c134"/>
            <p:cNvSpPr/>
            <p:nvPr/>
          </p:nvSpPr>
          <p:spPr>
            <a:xfrm>
              <a:off x="2437428" y="907170"/>
              <a:ext cx="19034" cy="26609"/>
            </a:xfrm>
            <a:prstGeom prst="rect">
              <a:avLst/>
            </a:prstGeom>
            <a:solidFill>
              <a:srgbClr val="BDCEDD"/>
            </a:solidFill>
            <a:ln>
              <a:noFill/>
            </a:ln>
          </p:spPr>
        </p:sp>
        <p:sp>
          <p:nvSpPr>
            <p:cNvPr id="9743" name="Heatmap cell r34 c135"/>
            <p:cNvSpPr/>
            <p:nvPr/>
          </p:nvSpPr>
          <p:spPr>
            <a:xfrm>
              <a:off x="2456367" y="907170"/>
              <a:ext cx="17140" cy="26609"/>
            </a:xfrm>
            <a:prstGeom prst="rect">
              <a:avLst/>
            </a:prstGeom>
            <a:solidFill>
              <a:srgbClr val="ECA8AE"/>
            </a:solidFill>
            <a:ln>
              <a:noFill/>
            </a:ln>
          </p:spPr>
        </p:sp>
        <p:sp>
          <p:nvSpPr>
            <p:cNvPr id="9744" name="Heatmap cell r34 c136"/>
            <p:cNvSpPr/>
            <p:nvPr/>
          </p:nvSpPr>
          <p:spPr>
            <a:xfrm>
              <a:off x="2473412" y="907170"/>
              <a:ext cx="19034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9745" name="Heatmap cell r34 c137"/>
            <p:cNvSpPr/>
            <p:nvPr/>
          </p:nvSpPr>
          <p:spPr>
            <a:xfrm>
              <a:off x="2492351" y="907170"/>
              <a:ext cx="17140" cy="26609"/>
            </a:xfrm>
            <a:prstGeom prst="rect">
              <a:avLst/>
            </a:prstGeom>
            <a:solidFill>
              <a:srgbClr val="FAEEEF"/>
            </a:solidFill>
            <a:ln>
              <a:noFill/>
            </a:ln>
          </p:spPr>
        </p:sp>
        <p:sp>
          <p:nvSpPr>
            <p:cNvPr id="9746" name="Heatmap cell r34 c138"/>
            <p:cNvSpPr/>
            <p:nvPr/>
          </p:nvSpPr>
          <p:spPr>
            <a:xfrm>
              <a:off x="2509396" y="907170"/>
              <a:ext cx="19034" cy="26609"/>
            </a:xfrm>
            <a:prstGeom prst="rect">
              <a:avLst/>
            </a:prstGeom>
            <a:solidFill>
              <a:srgbClr val="F6D5D9"/>
            </a:solidFill>
            <a:ln>
              <a:noFill/>
            </a:ln>
          </p:spPr>
        </p:sp>
        <p:sp>
          <p:nvSpPr>
            <p:cNvPr id="9747" name="Heatmap cell r34 c139"/>
            <p:cNvSpPr/>
            <p:nvPr/>
          </p:nvSpPr>
          <p:spPr>
            <a:xfrm>
              <a:off x="2528334" y="907170"/>
              <a:ext cx="17140" cy="26609"/>
            </a:xfrm>
            <a:prstGeom prst="rect">
              <a:avLst/>
            </a:prstGeom>
            <a:solidFill>
              <a:srgbClr val="FCF7F7"/>
            </a:solidFill>
            <a:ln>
              <a:noFill/>
            </a:ln>
          </p:spPr>
        </p:sp>
        <p:sp>
          <p:nvSpPr>
            <p:cNvPr id="9748" name="Heatmap cell r34 c140"/>
            <p:cNvSpPr/>
            <p:nvPr/>
          </p:nvSpPr>
          <p:spPr>
            <a:xfrm>
              <a:off x="2545379" y="907170"/>
              <a:ext cx="19034" cy="26609"/>
            </a:xfrm>
            <a:prstGeom prst="rect">
              <a:avLst/>
            </a:prstGeom>
            <a:solidFill>
              <a:srgbClr val="ADC2D4"/>
            </a:solidFill>
            <a:ln>
              <a:noFill/>
            </a:ln>
          </p:spPr>
        </p:sp>
        <p:sp>
          <p:nvSpPr>
            <p:cNvPr id="9749" name="Heatmap cell r34 c141"/>
            <p:cNvSpPr/>
            <p:nvPr/>
          </p:nvSpPr>
          <p:spPr>
            <a:xfrm>
              <a:off x="2564318" y="907170"/>
              <a:ext cx="19034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9750" name="Heatmap cell r34 c142"/>
            <p:cNvSpPr/>
            <p:nvPr/>
          </p:nvSpPr>
          <p:spPr>
            <a:xfrm>
              <a:off x="2583257" y="907170"/>
              <a:ext cx="17140" cy="26609"/>
            </a:xfrm>
            <a:prstGeom prst="rect">
              <a:avLst/>
            </a:prstGeom>
            <a:solidFill>
              <a:srgbClr val="BFCFDF"/>
            </a:solidFill>
            <a:ln>
              <a:noFill/>
            </a:ln>
          </p:spPr>
        </p:sp>
        <p:sp>
          <p:nvSpPr>
            <p:cNvPr id="9751" name="Heatmap cell r34 c143"/>
            <p:cNvSpPr/>
            <p:nvPr/>
          </p:nvSpPr>
          <p:spPr>
            <a:xfrm>
              <a:off x="2600302" y="907170"/>
              <a:ext cx="19034" cy="26609"/>
            </a:xfrm>
            <a:prstGeom prst="rect">
              <a:avLst/>
            </a:prstGeom>
            <a:solidFill>
              <a:srgbClr val="547DA6"/>
            </a:solidFill>
            <a:ln>
              <a:noFill/>
            </a:ln>
          </p:spPr>
        </p:sp>
        <p:sp>
          <p:nvSpPr>
            <p:cNvPr id="9752" name="Heatmap cell r34 c144"/>
            <p:cNvSpPr/>
            <p:nvPr/>
          </p:nvSpPr>
          <p:spPr>
            <a:xfrm>
              <a:off x="2619241" y="907170"/>
              <a:ext cx="17140" cy="26609"/>
            </a:xfrm>
            <a:prstGeom prst="rect">
              <a:avLst/>
            </a:prstGeom>
            <a:solidFill>
              <a:srgbClr val="DFE6ED"/>
            </a:solidFill>
            <a:ln>
              <a:noFill/>
            </a:ln>
          </p:spPr>
        </p:sp>
        <p:sp>
          <p:nvSpPr>
            <p:cNvPr id="9753" name="Heatmap cell r34 c145"/>
            <p:cNvSpPr/>
            <p:nvPr/>
          </p:nvSpPr>
          <p:spPr>
            <a:xfrm>
              <a:off x="2636286" y="907170"/>
              <a:ext cx="19034" cy="26609"/>
            </a:xfrm>
            <a:prstGeom prst="rect">
              <a:avLst/>
            </a:prstGeom>
            <a:solidFill>
              <a:srgbClr val="EB9EA4"/>
            </a:solidFill>
            <a:ln>
              <a:noFill/>
            </a:ln>
          </p:spPr>
        </p:sp>
        <p:sp>
          <p:nvSpPr>
            <p:cNvPr id="9754" name="Heatmap cell r34 c146"/>
            <p:cNvSpPr/>
            <p:nvPr/>
          </p:nvSpPr>
          <p:spPr>
            <a:xfrm>
              <a:off x="2655225" y="907170"/>
              <a:ext cx="17140" cy="26609"/>
            </a:xfrm>
            <a:prstGeom prst="rect">
              <a:avLst/>
            </a:prstGeom>
            <a:solidFill>
              <a:srgbClr val="F3C6CB"/>
            </a:solidFill>
            <a:ln>
              <a:noFill/>
            </a:ln>
          </p:spPr>
        </p:sp>
        <p:sp>
          <p:nvSpPr>
            <p:cNvPr id="9755" name="Heatmap cell r34 c147"/>
            <p:cNvSpPr/>
            <p:nvPr/>
          </p:nvSpPr>
          <p:spPr>
            <a:xfrm>
              <a:off x="2672270" y="907170"/>
              <a:ext cx="19034" cy="26609"/>
            </a:xfrm>
            <a:prstGeom prst="rect">
              <a:avLst/>
            </a:prstGeom>
            <a:solidFill>
              <a:srgbClr val="EEF3F6"/>
            </a:solidFill>
            <a:ln>
              <a:noFill/>
            </a:ln>
          </p:spPr>
        </p:sp>
        <p:sp>
          <p:nvSpPr>
            <p:cNvPr id="9756" name="Heatmap cell r34 c149"/>
            <p:cNvSpPr/>
            <p:nvPr/>
          </p:nvSpPr>
          <p:spPr>
            <a:xfrm>
              <a:off x="2708253" y="907170"/>
              <a:ext cx="19034" cy="26609"/>
            </a:xfrm>
            <a:prstGeom prst="rect">
              <a:avLst/>
            </a:prstGeom>
            <a:solidFill>
              <a:srgbClr val="8AA7C2"/>
            </a:solidFill>
            <a:ln>
              <a:noFill/>
            </a:ln>
          </p:spPr>
        </p:sp>
        <p:sp>
          <p:nvSpPr>
            <p:cNvPr id="9757" name="Heatmap cell r34 c150"/>
            <p:cNvSpPr/>
            <p:nvPr/>
          </p:nvSpPr>
          <p:spPr>
            <a:xfrm>
              <a:off x="2727192" y="907170"/>
              <a:ext cx="17140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9758" name="Heatmap cell r34 c151"/>
            <p:cNvSpPr/>
            <p:nvPr/>
          </p:nvSpPr>
          <p:spPr>
            <a:xfrm>
              <a:off x="2744237" y="907170"/>
              <a:ext cx="19034" cy="26609"/>
            </a:xfrm>
            <a:prstGeom prst="rect">
              <a:avLst/>
            </a:prstGeom>
            <a:solidFill>
              <a:srgbClr val="CFDBE6"/>
            </a:solidFill>
            <a:ln>
              <a:noFill/>
            </a:ln>
          </p:spPr>
        </p:sp>
        <p:sp>
          <p:nvSpPr>
            <p:cNvPr id="9759" name="Heatmap cell r34 c152"/>
            <p:cNvSpPr/>
            <p:nvPr/>
          </p:nvSpPr>
          <p:spPr>
            <a:xfrm>
              <a:off x="2763176" y="907170"/>
              <a:ext cx="17140" cy="26609"/>
            </a:xfrm>
            <a:prstGeom prst="rect">
              <a:avLst/>
            </a:prstGeom>
            <a:solidFill>
              <a:srgbClr val="7092B5"/>
            </a:solidFill>
            <a:ln>
              <a:noFill/>
            </a:ln>
          </p:spPr>
        </p:sp>
        <p:sp>
          <p:nvSpPr>
            <p:cNvPr id="9760" name="Heatmap cell r34 c153"/>
            <p:cNvSpPr/>
            <p:nvPr/>
          </p:nvSpPr>
          <p:spPr>
            <a:xfrm>
              <a:off x="2780221" y="907170"/>
              <a:ext cx="19034" cy="26609"/>
            </a:xfrm>
            <a:prstGeom prst="rect">
              <a:avLst/>
            </a:prstGeom>
            <a:solidFill>
              <a:srgbClr val="F5CFD2"/>
            </a:solidFill>
            <a:ln>
              <a:noFill/>
            </a:ln>
          </p:spPr>
        </p:sp>
        <p:sp>
          <p:nvSpPr>
            <p:cNvPr id="9761" name="Heatmap cell r34 c154"/>
            <p:cNvSpPr/>
            <p:nvPr/>
          </p:nvSpPr>
          <p:spPr>
            <a:xfrm>
              <a:off x="2799160" y="907170"/>
              <a:ext cx="17140" cy="26609"/>
            </a:xfrm>
            <a:prstGeom prst="rect">
              <a:avLst/>
            </a:prstGeom>
            <a:solidFill>
              <a:srgbClr val="92ADC6"/>
            </a:solidFill>
            <a:ln>
              <a:noFill/>
            </a:ln>
          </p:spPr>
        </p:sp>
        <p:sp>
          <p:nvSpPr>
            <p:cNvPr id="9762" name="Heatmap cell r34 c155"/>
            <p:cNvSpPr/>
            <p:nvPr/>
          </p:nvSpPr>
          <p:spPr>
            <a:xfrm>
              <a:off x="2816205" y="907170"/>
              <a:ext cx="19034" cy="26609"/>
            </a:xfrm>
            <a:prstGeom prst="rect">
              <a:avLst/>
            </a:prstGeom>
            <a:solidFill>
              <a:srgbClr val="EFB8BD"/>
            </a:solidFill>
            <a:ln>
              <a:noFill/>
            </a:ln>
          </p:spPr>
        </p:sp>
        <p:sp>
          <p:nvSpPr>
            <p:cNvPr id="9763" name="Heatmap cell r34 c156"/>
            <p:cNvSpPr/>
            <p:nvPr/>
          </p:nvSpPr>
          <p:spPr>
            <a:xfrm>
              <a:off x="2835144" y="907170"/>
              <a:ext cx="19034" cy="26609"/>
            </a:xfrm>
            <a:prstGeom prst="rect">
              <a:avLst/>
            </a:prstGeom>
            <a:solidFill>
              <a:srgbClr val="EBEFF5"/>
            </a:solidFill>
            <a:ln>
              <a:noFill/>
            </a:ln>
          </p:spPr>
        </p:sp>
        <p:sp>
          <p:nvSpPr>
            <p:cNvPr id="9764" name="Heatmap cell r34 c157"/>
            <p:cNvSpPr/>
            <p:nvPr/>
          </p:nvSpPr>
          <p:spPr>
            <a:xfrm>
              <a:off x="2854082" y="907170"/>
              <a:ext cx="17140" cy="26609"/>
            </a:xfrm>
            <a:prstGeom prst="rect">
              <a:avLst/>
            </a:prstGeom>
            <a:solidFill>
              <a:srgbClr val="ECA7AD"/>
            </a:solidFill>
            <a:ln>
              <a:noFill/>
            </a:ln>
          </p:spPr>
        </p:sp>
        <p:sp>
          <p:nvSpPr>
            <p:cNvPr id="9765" name="Heatmap cell r34 c158"/>
            <p:cNvSpPr/>
            <p:nvPr/>
          </p:nvSpPr>
          <p:spPr>
            <a:xfrm>
              <a:off x="2871127" y="907170"/>
              <a:ext cx="19034" cy="26609"/>
            </a:xfrm>
            <a:prstGeom prst="rect">
              <a:avLst/>
            </a:prstGeom>
            <a:solidFill>
              <a:srgbClr val="C9D6E2"/>
            </a:solidFill>
            <a:ln>
              <a:noFill/>
            </a:ln>
          </p:spPr>
        </p:sp>
        <p:sp>
          <p:nvSpPr>
            <p:cNvPr id="9766" name="Heatmap cell r34 c159"/>
            <p:cNvSpPr/>
            <p:nvPr/>
          </p:nvSpPr>
          <p:spPr>
            <a:xfrm>
              <a:off x="2890066" y="907170"/>
              <a:ext cx="17140" cy="26609"/>
            </a:xfrm>
            <a:prstGeom prst="rect">
              <a:avLst/>
            </a:prstGeom>
            <a:solidFill>
              <a:srgbClr val="809EBB"/>
            </a:solidFill>
            <a:ln>
              <a:noFill/>
            </a:ln>
          </p:spPr>
        </p:sp>
        <p:sp>
          <p:nvSpPr>
            <p:cNvPr id="9767" name="Heatmap cell r34 c160"/>
            <p:cNvSpPr/>
            <p:nvPr/>
          </p:nvSpPr>
          <p:spPr>
            <a:xfrm>
              <a:off x="2907111" y="907170"/>
              <a:ext cx="19034" cy="26609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9768" name="Heatmap cell r34 c161"/>
            <p:cNvSpPr/>
            <p:nvPr/>
          </p:nvSpPr>
          <p:spPr>
            <a:xfrm>
              <a:off x="2926050" y="907170"/>
              <a:ext cx="17140" cy="26609"/>
            </a:xfrm>
            <a:prstGeom prst="rect">
              <a:avLst/>
            </a:prstGeom>
            <a:solidFill>
              <a:srgbClr val="EDACB3"/>
            </a:solidFill>
            <a:ln>
              <a:noFill/>
            </a:ln>
          </p:spPr>
        </p:sp>
        <p:sp>
          <p:nvSpPr>
            <p:cNvPr id="9769" name="Heatmap cell r34 c162"/>
            <p:cNvSpPr/>
            <p:nvPr/>
          </p:nvSpPr>
          <p:spPr>
            <a:xfrm>
              <a:off x="2943095" y="907170"/>
              <a:ext cx="19034" cy="26609"/>
            </a:xfrm>
            <a:prstGeom prst="rect">
              <a:avLst/>
            </a:prstGeom>
            <a:solidFill>
              <a:srgbClr val="E89199"/>
            </a:solidFill>
            <a:ln>
              <a:noFill/>
            </a:ln>
          </p:spPr>
        </p:sp>
        <p:sp>
          <p:nvSpPr>
            <p:cNvPr id="9770" name="Heatmap cell r34 c163"/>
            <p:cNvSpPr/>
            <p:nvPr/>
          </p:nvSpPr>
          <p:spPr>
            <a:xfrm>
              <a:off x="2962034" y="907170"/>
              <a:ext cx="17140" cy="26609"/>
            </a:xfrm>
            <a:prstGeom prst="rect">
              <a:avLst/>
            </a:prstGeom>
            <a:solidFill>
              <a:srgbClr val="EBA4AC"/>
            </a:solidFill>
            <a:ln>
              <a:noFill/>
            </a:ln>
          </p:spPr>
        </p:sp>
        <p:sp>
          <p:nvSpPr>
            <p:cNvPr id="9771" name="Heatmap cell r34 c164"/>
            <p:cNvSpPr/>
            <p:nvPr/>
          </p:nvSpPr>
          <p:spPr>
            <a:xfrm>
              <a:off x="2979079" y="907170"/>
              <a:ext cx="19034" cy="26609"/>
            </a:xfrm>
            <a:prstGeom prst="rect">
              <a:avLst/>
            </a:prstGeom>
            <a:solidFill>
              <a:srgbClr val="EB9FA7"/>
            </a:solidFill>
            <a:ln>
              <a:noFill/>
            </a:ln>
          </p:spPr>
        </p:sp>
        <p:sp>
          <p:nvSpPr>
            <p:cNvPr id="9772" name="Heatmap cell r34 c165"/>
            <p:cNvSpPr/>
            <p:nvPr/>
          </p:nvSpPr>
          <p:spPr>
            <a:xfrm>
              <a:off x="2998018" y="907170"/>
              <a:ext cx="17140" cy="26609"/>
            </a:xfrm>
            <a:prstGeom prst="rect">
              <a:avLst/>
            </a:prstGeom>
            <a:solidFill>
              <a:srgbClr val="EDAFB5"/>
            </a:solidFill>
            <a:ln>
              <a:noFill/>
            </a:ln>
          </p:spPr>
        </p:sp>
        <p:sp>
          <p:nvSpPr>
            <p:cNvPr id="9773" name="Heatmap cell r34 c166"/>
            <p:cNvSpPr/>
            <p:nvPr/>
          </p:nvSpPr>
          <p:spPr>
            <a:xfrm>
              <a:off x="3015062" y="907170"/>
              <a:ext cx="19034" cy="26609"/>
            </a:xfrm>
            <a:prstGeom prst="rect">
              <a:avLst/>
            </a:prstGeom>
            <a:solidFill>
              <a:srgbClr val="EDAEB5"/>
            </a:solidFill>
            <a:ln>
              <a:noFill/>
            </a:ln>
          </p:spPr>
        </p:sp>
        <p:sp>
          <p:nvSpPr>
            <p:cNvPr id="9774" name="Heatmap cell r34 c167"/>
            <p:cNvSpPr/>
            <p:nvPr/>
          </p:nvSpPr>
          <p:spPr>
            <a:xfrm>
              <a:off x="3034001" y="907170"/>
              <a:ext cx="17140" cy="26609"/>
            </a:xfrm>
            <a:prstGeom prst="rect">
              <a:avLst/>
            </a:prstGeom>
            <a:solidFill>
              <a:srgbClr val="F0BDC2"/>
            </a:solidFill>
            <a:ln>
              <a:noFill/>
            </a:ln>
          </p:spPr>
        </p:sp>
        <p:sp>
          <p:nvSpPr>
            <p:cNvPr id="9775" name="Heatmap cell r34 c168"/>
            <p:cNvSpPr/>
            <p:nvPr/>
          </p:nvSpPr>
          <p:spPr>
            <a:xfrm>
              <a:off x="3051046" y="907170"/>
              <a:ext cx="19034" cy="26609"/>
            </a:xfrm>
            <a:prstGeom prst="rect">
              <a:avLst/>
            </a:prstGeom>
            <a:solidFill>
              <a:srgbClr val="EBA9AE"/>
            </a:solidFill>
            <a:ln>
              <a:noFill/>
            </a:ln>
          </p:spPr>
        </p:sp>
        <p:sp>
          <p:nvSpPr>
            <p:cNvPr id="9776" name="Heatmap cell r34 c169"/>
            <p:cNvSpPr/>
            <p:nvPr/>
          </p:nvSpPr>
          <p:spPr>
            <a:xfrm>
              <a:off x="3069985" y="907170"/>
              <a:ext cx="19034" cy="26609"/>
            </a:xfrm>
            <a:prstGeom prst="rect">
              <a:avLst/>
            </a:prstGeom>
            <a:solidFill>
              <a:srgbClr val="F7D9DB"/>
            </a:solidFill>
            <a:ln>
              <a:noFill/>
            </a:ln>
          </p:spPr>
        </p:sp>
        <p:sp>
          <p:nvSpPr>
            <p:cNvPr id="9777" name="Heatmap cell r34 c170"/>
            <p:cNvSpPr/>
            <p:nvPr/>
          </p:nvSpPr>
          <p:spPr>
            <a:xfrm>
              <a:off x="3088924" y="907170"/>
              <a:ext cx="17140" cy="26609"/>
            </a:xfrm>
            <a:prstGeom prst="rect">
              <a:avLst/>
            </a:prstGeom>
            <a:solidFill>
              <a:srgbClr val="EA9CA2"/>
            </a:solidFill>
            <a:ln>
              <a:noFill/>
            </a:ln>
          </p:spPr>
        </p:sp>
        <p:sp>
          <p:nvSpPr>
            <p:cNvPr id="9778" name="Heatmap cell r34 c171"/>
            <p:cNvSpPr/>
            <p:nvPr/>
          </p:nvSpPr>
          <p:spPr>
            <a:xfrm>
              <a:off x="3105969" y="907170"/>
              <a:ext cx="19034" cy="26609"/>
            </a:xfrm>
            <a:prstGeom prst="rect">
              <a:avLst/>
            </a:prstGeom>
            <a:solidFill>
              <a:srgbClr val="F3C5CA"/>
            </a:solidFill>
            <a:ln>
              <a:noFill/>
            </a:ln>
          </p:spPr>
        </p:sp>
        <p:sp>
          <p:nvSpPr>
            <p:cNvPr id="9779" name="Heatmap cell r34 c172"/>
            <p:cNvSpPr/>
            <p:nvPr/>
          </p:nvSpPr>
          <p:spPr>
            <a:xfrm>
              <a:off x="3124908" y="907170"/>
              <a:ext cx="17140" cy="26609"/>
            </a:xfrm>
            <a:prstGeom prst="rect">
              <a:avLst/>
            </a:prstGeom>
            <a:solidFill>
              <a:srgbClr val="E9959E"/>
            </a:solidFill>
            <a:ln>
              <a:noFill/>
            </a:ln>
          </p:spPr>
        </p:sp>
        <p:sp>
          <p:nvSpPr>
            <p:cNvPr id="9780" name="Heatmap cell r34 c173"/>
            <p:cNvSpPr/>
            <p:nvPr/>
          </p:nvSpPr>
          <p:spPr>
            <a:xfrm>
              <a:off x="3141953" y="907170"/>
              <a:ext cx="19034" cy="26609"/>
            </a:xfrm>
            <a:prstGeom prst="rect">
              <a:avLst/>
            </a:prstGeom>
            <a:solidFill>
              <a:srgbClr val="E9959E"/>
            </a:solidFill>
            <a:ln>
              <a:noFill/>
            </a:ln>
          </p:spPr>
        </p:sp>
        <p:sp>
          <p:nvSpPr>
            <p:cNvPr id="9781" name="Heatmap cell r34 c174"/>
            <p:cNvSpPr/>
            <p:nvPr/>
          </p:nvSpPr>
          <p:spPr>
            <a:xfrm>
              <a:off x="3160892" y="907170"/>
              <a:ext cx="17140" cy="26609"/>
            </a:xfrm>
            <a:prstGeom prst="rect">
              <a:avLst/>
            </a:prstGeom>
            <a:solidFill>
              <a:srgbClr val="ECF0F6"/>
            </a:solidFill>
            <a:ln>
              <a:noFill/>
            </a:ln>
          </p:spPr>
        </p:sp>
        <p:sp>
          <p:nvSpPr>
            <p:cNvPr id="9782" name="Heatmap cell r34 c175"/>
            <p:cNvSpPr/>
            <p:nvPr/>
          </p:nvSpPr>
          <p:spPr>
            <a:xfrm>
              <a:off x="3177936" y="907170"/>
              <a:ext cx="19034" cy="26609"/>
            </a:xfrm>
            <a:prstGeom prst="rect">
              <a:avLst/>
            </a:prstGeom>
            <a:solidFill>
              <a:srgbClr val="EDAEB5"/>
            </a:solidFill>
            <a:ln>
              <a:noFill/>
            </a:ln>
          </p:spPr>
        </p:sp>
        <p:sp>
          <p:nvSpPr>
            <p:cNvPr id="9783" name="Heatmap cell r34 c176"/>
            <p:cNvSpPr/>
            <p:nvPr/>
          </p:nvSpPr>
          <p:spPr>
            <a:xfrm>
              <a:off x="3196875" y="907170"/>
              <a:ext cx="17140" cy="26609"/>
            </a:xfrm>
            <a:prstGeom prst="rect">
              <a:avLst/>
            </a:prstGeom>
            <a:solidFill>
              <a:srgbClr val="F4CDD0"/>
            </a:solidFill>
            <a:ln>
              <a:noFill/>
            </a:ln>
          </p:spPr>
        </p:sp>
        <p:sp>
          <p:nvSpPr>
            <p:cNvPr id="9784" name="Heatmap cell r34 c177"/>
            <p:cNvSpPr/>
            <p:nvPr/>
          </p:nvSpPr>
          <p:spPr>
            <a:xfrm>
              <a:off x="3213920" y="907170"/>
              <a:ext cx="19034" cy="26609"/>
            </a:xfrm>
            <a:prstGeom prst="rect">
              <a:avLst/>
            </a:prstGeom>
            <a:solidFill>
              <a:srgbClr val="ECACB1"/>
            </a:solidFill>
            <a:ln>
              <a:noFill/>
            </a:ln>
          </p:spPr>
        </p:sp>
        <p:sp>
          <p:nvSpPr>
            <p:cNvPr id="9785" name="Heatmap cell r34 c178"/>
            <p:cNvSpPr/>
            <p:nvPr/>
          </p:nvSpPr>
          <p:spPr>
            <a:xfrm>
              <a:off x="3232859" y="907170"/>
              <a:ext cx="17140" cy="26609"/>
            </a:xfrm>
            <a:prstGeom prst="rect">
              <a:avLst/>
            </a:prstGeom>
            <a:solidFill>
              <a:srgbClr val="EDADB4"/>
            </a:solidFill>
            <a:ln>
              <a:noFill/>
            </a:ln>
          </p:spPr>
        </p:sp>
        <p:sp>
          <p:nvSpPr>
            <p:cNvPr id="9786" name="Heatmap cell r34 c179"/>
            <p:cNvSpPr/>
            <p:nvPr/>
          </p:nvSpPr>
          <p:spPr>
            <a:xfrm>
              <a:off x="3249904" y="907170"/>
              <a:ext cx="19034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9787" name="Heatmap cell r34 c180"/>
            <p:cNvSpPr/>
            <p:nvPr/>
          </p:nvSpPr>
          <p:spPr>
            <a:xfrm>
              <a:off x="3268843" y="907170"/>
              <a:ext cx="17140" cy="26609"/>
            </a:xfrm>
            <a:prstGeom prst="rect">
              <a:avLst/>
            </a:prstGeom>
            <a:solidFill>
              <a:srgbClr val="E5858F"/>
            </a:solidFill>
            <a:ln>
              <a:noFill/>
            </a:ln>
          </p:spPr>
        </p:sp>
        <p:sp>
          <p:nvSpPr>
            <p:cNvPr id="9788" name="Heatmap cell r34 c181"/>
            <p:cNvSpPr/>
            <p:nvPr/>
          </p:nvSpPr>
          <p:spPr>
            <a:xfrm>
              <a:off x="3285888" y="907170"/>
              <a:ext cx="19034" cy="26609"/>
            </a:xfrm>
            <a:prstGeom prst="rect">
              <a:avLst/>
            </a:prstGeom>
            <a:solidFill>
              <a:srgbClr val="F1F5F8"/>
            </a:solidFill>
            <a:ln>
              <a:noFill/>
            </a:ln>
          </p:spPr>
        </p:sp>
        <p:sp>
          <p:nvSpPr>
            <p:cNvPr id="9789" name="Heatmap cell r34 c182"/>
            <p:cNvSpPr/>
            <p:nvPr/>
          </p:nvSpPr>
          <p:spPr>
            <a:xfrm>
              <a:off x="3304827" y="907170"/>
              <a:ext cx="19034" cy="26609"/>
            </a:xfrm>
            <a:prstGeom prst="rect">
              <a:avLst/>
            </a:prstGeom>
            <a:solidFill>
              <a:srgbClr val="ECA8AE"/>
            </a:solidFill>
            <a:ln>
              <a:noFill/>
            </a:ln>
          </p:spPr>
        </p:sp>
        <p:sp>
          <p:nvSpPr>
            <p:cNvPr id="9790" name="Heatmap cell r34 c183"/>
            <p:cNvSpPr/>
            <p:nvPr/>
          </p:nvSpPr>
          <p:spPr>
            <a:xfrm>
              <a:off x="3323765" y="907170"/>
              <a:ext cx="17140" cy="26609"/>
            </a:xfrm>
            <a:prstGeom prst="rect">
              <a:avLst/>
            </a:prstGeom>
            <a:solidFill>
              <a:srgbClr val="DBE3EB"/>
            </a:solidFill>
            <a:ln>
              <a:noFill/>
            </a:ln>
          </p:spPr>
        </p:sp>
        <p:sp>
          <p:nvSpPr>
            <p:cNvPr id="9791" name="Heatmap cell r34 c184"/>
            <p:cNvSpPr/>
            <p:nvPr/>
          </p:nvSpPr>
          <p:spPr>
            <a:xfrm>
              <a:off x="3340810" y="907170"/>
              <a:ext cx="19034" cy="26609"/>
            </a:xfrm>
            <a:prstGeom prst="rect">
              <a:avLst/>
            </a:prstGeom>
            <a:solidFill>
              <a:srgbClr val="F3C9CE"/>
            </a:solidFill>
            <a:ln>
              <a:noFill/>
            </a:ln>
          </p:spPr>
        </p:sp>
        <p:sp>
          <p:nvSpPr>
            <p:cNvPr id="9792" name="Heatmap cell r34 c185"/>
            <p:cNvSpPr/>
            <p:nvPr/>
          </p:nvSpPr>
          <p:spPr>
            <a:xfrm>
              <a:off x="3359749" y="907170"/>
              <a:ext cx="17140" cy="26609"/>
            </a:xfrm>
            <a:prstGeom prst="rect">
              <a:avLst/>
            </a:prstGeom>
            <a:solidFill>
              <a:srgbClr val="F3C9CE"/>
            </a:solidFill>
            <a:ln>
              <a:noFill/>
            </a:ln>
          </p:spPr>
        </p:sp>
        <p:sp>
          <p:nvSpPr>
            <p:cNvPr id="9793" name="Heatmap cell r34 c186"/>
            <p:cNvSpPr/>
            <p:nvPr/>
          </p:nvSpPr>
          <p:spPr>
            <a:xfrm>
              <a:off x="3376794" y="907170"/>
              <a:ext cx="19034" cy="26609"/>
            </a:xfrm>
            <a:prstGeom prst="rect">
              <a:avLst/>
            </a:prstGeom>
            <a:solidFill>
              <a:srgbClr val="DD626C"/>
            </a:solidFill>
            <a:ln>
              <a:noFill/>
            </a:ln>
          </p:spPr>
        </p:sp>
        <p:sp>
          <p:nvSpPr>
            <p:cNvPr id="9794" name="Heatmap cell r34 c187"/>
            <p:cNvSpPr/>
            <p:nvPr/>
          </p:nvSpPr>
          <p:spPr>
            <a:xfrm>
              <a:off x="3395733" y="907170"/>
              <a:ext cx="17140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9795" name="Heatmap cell r34 c188"/>
            <p:cNvSpPr/>
            <p:nvPr/>
          </p:nvSpPr>
          <p:spPr>
            <a:xfrm>
              <a:off x="3412778" y="907170"/>
              <a:ext cx="19034" cy="26609"/>
            </a:xfrm>
            <a:prstGeom prst="rect">
              <a:avLst/>
            </a:prstGeom>
            <a:solidFill>
              <a:srgbClr val="EFB6BA"/>
            </a:solidFill>
            <a:ln>
              <a:noFill/>
            </a:ln>
          </p:spPr>
        </p:sp>
        <p:sp>
          <p:nvSpPr>
            <p:cNvPr id="9796" name="Heatmap cell r34 c189"/>
            <p:cNvSpPr/>
            <p:nvPr/>
          </p:nvSpPr>
          <p:spPr>
            <a:xfrm>
              <a:off x="3431717" y="907170"/>
              <a:ext cx="17140" cy="26609"/>
            </a:xfrm>
            <a:prstGeom prst="rect">
              <a:avLst/>
            </a:prstGeom>
            <a:solidFill>
              <a:srgbClr val="F3C6CB"/>
            </a:solidFill>
            <a:ln>
              <a:noFill/>
            </a:ln>
          </p:spPr>
        </p:sp>
        <p:sp>
          <p:nvSpPr>
            <p:cNvPr id="9797" name="Heatmap cell r34 c190"/>
            <p:cNvSpPr/>
            <p:nvPr/>
          </p:nvSpPr>
          <p:spPr>
            <a:xfrm>
              <a:off x="3448762" y="907170"/>
              <a:ext cx="19034" cy="26609"/>
            </a:xfrm>
            <a:prstGeom prst="rect">
              <a:avLst/>
            </a:prstGeom>
            <a:solidFill>
              <a:srgbClr val="F2C8CD"/>
            </a:solidFill>
            <a:ln>
              <a:noFill/>
            </a:ln>
          </p:spPr>
        </p:sp>
        <p:sp>
          <p:nvSpPr>
            <p:cNvPr id="9798" name="Heatmap cell r34 c191"/>
            <p:cNvSpPr/>
            <p:nvPr/>
          </p:nvSpPr>
          <p:spPr>
            <a:xfrm>
              <a:off x="3467701" y="907170"/>
              <a:ext cx="17140" cy="26609"/>
            </a:xfrm>
            <a:prstGeom prst="rect">
              <a:avLst/>
            </a:prstGeom>
            <a:solidFill>
              <a:srgbClr val="E9939B"/>
            </a:solidFill>
            <a:ln>
              <a:noFill/>
            </a:ln>
          </p:spPr>
        </p:sp>
        <p:sp>
          <p:nvSpPr>
            <p:cNvPr id="9799" name="Heatmap cell r34 c192"/>
            <p:cNvSpPr/>
            <p:nvPr/>
          </p:nvSpPr>
          <p:spPr>
            <a:xfrm>
              <a:off x="3484746" y="907170"/>
              <a:ext cx="19034" cy="26609"/>
            </a:xfrm>
            <a:prstGeom prst="rect">
              <a:avLst/>
            </a:prstGeom>
            <a:solidFill>
              <a:srgbClr val="D22737"/>
            </a:solidFill>
            <a:ln>
              <a:noFill/>
            </a:ln>
          </p:spPr>
        </p:sp>
        <p:sp>
          <p:nvSpPr>
            <p:cNvPr id="9800" name="Heatmap cell r34 c193"/>
            <p:cNvSpPr/>
            <p:nvPr/>
          </p:nvSpPr>
          <p:spPr>
            <a:xfrm>
              <a:off x="3503684" y="907170"/>
              <a:ext cx="17140" cy="26609"/>
            </a:xfrm>
            <a:prstGeom prst="rect">
              <a:avLst/>
            </a:prstGeom>
            <a:solidFill>
              <a:srgbClr val="ECACB1"/>
            </a:solidFill>
            <a:ln>
              <a:noFill/>
            </a:ln>
          </p:spPr>
        </p:sp>
        <p:sp>
          <p:nvSpPr>
            <p:cNvPr id="9801" name="Heatmap cell r34 c194"/>
            <p:cNvSpPr/>
            <p:nvPr/>
          </p:nvSpPr>
          <p:spPr>
            <a:xfrm>
              <a:off x="3520729" y="907170"/>
              <a:ext cx="19034" cy="26609"/>
            </a:xfrm>
            <a:prstGeom prst="rect">
              <a:avLst/>
            </a:prstGeom>
            <a:solidFill>
              <a:srgbClr val="EA9CA2"/>
            </a:solidFill>
            <a:ln>
              <a:noFill/>
            </a:ln>
          </p:spPr>
        </p:sp>
        <p:sp>
          <p:nvSpPr>
            <p:cNvPr id="9802" name="Heatmap cell r34 c195"/>
            <p:cNvSpPr/>
            <p:nvPr/>
          </p:nvSpPr>
          <p:spPr>
            <a:xfrm>
              <a:off x="3539668" y="907170"/>
              <a:ext cx="19034" cy="26609"/>
            </a:xfrm>
            <a:prstGeom prst="rect">
              <a:avLst/>
            </a:prstGeom>
            <a:solidFill>
              <a:srgbClr val="EDADB4"/>
            </a:solidFill>
            <a:ln>
              <a:noFill/>
            </a:ln>
          </p:spPr>
        </p:sp>
        <p:sp>
          <p:nvSpPr>
            <p:cNvPr id="9803" name="Heatmap cell r34 c196"/>
            <p:cNvSpPr/>
            <p:nvPr/>
          </p:nvSpPr>
          <p:spPr>
            <a:xfrm>
              <a:off x="3558607" y="907170"/>
              <a:ext cx="17140" cy="26609"/>
            </a:xfrm>
            <a:prstGeom prst="rect">
              <a:avLst/>
            </a:prstGeom>
            <a:solidFill>
              <a:srgbClr val="E27985"/>
            </a:solidFill>
            <a:ln>
              <a:noFill/>
            </a:ln>
          </p:spPr>
        </p:sp>
        <p:sp>
          <p:nvSpPr>
            <p:cNvPr id="9804" name="Heatmap cell r34 c197"/>
            <p:cNvSpPr/>
            <p:nvPr/>
          </p:nvSpPr>
          <p:spPr>
            <a:xfrm>
              <a:off x="3575652" y="907170"/>
              <a:ext cx="19034" cy="26609"/>
            </a:xfrm>
            <a:prstGeom prst="rect">
              <a:avLst/>
            </a:prstGeom>
            <a:solidFill>
              <a:srgbClr val="E4858D"/>
            </a:solidFill>
            <a:ln>
              <a:noFill/>
            </a:ln>
          </p:spPr>
        </p:sp>
        <p:sp>
          <p:nvSpPr>
            <p:cNvPr id="9805" name="Heatmap cell r34 c198"/>
            <p:cNvSpPr/>
            <p:nvPr/>
          </p:nvSpPr>
          <p:spPr>
            <a:xfrm>
              <a:off x="3594591" y="907170"/>
              <a:ext cx="17140" cy="26609"/>
            </a:xfrm>
            <a:prstGeom prst="rect">
              <a:avLst/>
            </a:prstGeom>
            <a:solidFill>
              <a:srgbClr val="E9959E"/>
            </a:solidFill>
            <a:ln>
              <a:noFill/>
            </a:ln>
          </p:spPr>
        </p:sp>
        <p:sp>
          <p:nvSpPr>
            <p:cNvPr id="9806" name="Heatmap cell r34 c199"/>
            <p:cNvSpPr/>
            <p:nvPr/>
          </p:nvSpPr>
          <p:spPr>
            <a:xfrm>
              <a:off x="3611636" y="907170"/>
              <a:ext cx="19034" cy="26609"/>
            </a:xfrm>
            <a:prstGeom prst="rect">
              <a:avLst/>
            </a:prstGeom>
            <a:solidFill>
              <a:srgbClr val="FBF5F5"/>
            </a:solidFill>
            <a:ln>
              <a:noFill/>
            </a:ln>
          </p:spPr>
        </p:sp>
        <p:sp>
          <p:nvSpPr>
            <p:cNvPr id="9807" name="Heatmap cell r34 c200"/>
            <p:cNvSpPr/>
            <p:nvPr/>
          </p:nvSpPr>
          <p:spPr>
            <a:xfrm>
              <a:off x="3630575" y="907170"/>
              <a:ext cx="17140" cy="26609"/>
            </a:xfrm>
            <a:prstGeom prst="rect">
              <a:avLst/>
            </a:prstGeom>
            <a:solidFill>
              <a:srgbClr val="ECA0A8"/>
            </a:solidFill>
            <a:ln>
              <a:noFill/>
            </a:ln>
          </p:spPr>
        </p:sp>
        <p:sp>
          <p:nvSpPr>
            <p:cNvPr id="9808" name="Heatmap cell r34 c201"/>
            <p:cNvSpPr/>
            <p:nvPr/>
          </p:nvSpPr>
          <p:spPr>
            <a:xfrm>
              <a:off x="3647620" y="907170"/>
              <a:ext cx="19034" cy="26609"/>
            </a:xfrm>
            <a:prstGeom prst="rect">
              <a:avLst/>
            </a:prstGeom>
            <a:solidFill>
              <a:srgbClr val="F1C0C4"/>
            </a:solidFill>
            <a:ln>
              <a:noFill/>
            </a:ln>
          </p:spPr>
        </p:sp>
        <p:sp>
          <p:nvSpPr>
            <p:cNvPr id="9809" name="Heatmap cell r34 c202"/>
            <p:cNvSpPr/>
            <p:nvPr/>
          </p:nvSpPr>
          <p:spPr>
            <a:xfrm>
              <a:off x="3666558" y="907170"/>
              <a:ext cx="17140" cy="26609"/>
            </a:xfrm>
            <a:prstGeom prst="rect">
              <a:avLst/>
            </a:prstGeom>
            <a:solidFill>
              <a:srgbClr val="D5DFEA"/>
            </a:solidFill>
            <a:ln>
              <a:noFill/>
            </a:ln>
          </p:spPr>
        </p:sp>
        <p:sp>
          <p:nvSpPr>
            <p:cNvPr id="9810" name="Heatmap cell r34 c203"/>
            <p:cNvSpPr/>
            <p:nvPr/>
          </p:nvSpPr>
          <p:spPr>
            <a:xfrm>
              <a:off x="3683603" y="907170"/>
              <a:ext cx="19034" cy="26609"/>
            </a:xfrm>
            <a:prstGeom prst="rect">
              <a:avLst/>
            </a:prstGeom>
            <a:solidFill>
              <a:srgbClr val="E78993"/>
            </a:solidFill>
            <a:ln>
              <a:noFill/>
            </a:ln>
          </p:spPr>
        </p:sp>
        <p:sp>
          <p:nvSpPr>
            <p:cNvPr id="9811" name="Heatmap cell r34 c204"/>
            <p:cNvSpPr/>
            <p:nvPr/>
          </p:nvSpPr>
          <p:spPr>
            <a:xfrm>
              <a:off x="3702542" y="907170"/>
              <a:ext cx="17140" cy="26609"/>
            </a:xfrm>
            <a:prstGeom prst="rect">
              <a:avLst/>
            </a:prstGeom>
            <a:solidFill>
              <a:srgbClr val="EEB1B7"/>
            </a:solidFill>
            <a:ln>
              <a:noFill/>
            </a:ln>
          </p:spPr>
        </p:sp>
        <p:sp>
          <p:nvSpPr>
            <p:cNvPr id="9812" name="Heatmap cell r34 c205"/>
            <p:cNvSpPr/>
            <p:nvPr/>
          </p:nvSpPr>
          <p:spPr>
            <a:xfrm>
              <a:off x="3719587" y="907170"/>
              <a:ext cx="19034" cy="26609"/>
            </a:xfrm>
            <a:prstGeom prst="rect">
              <a:avLst/>
            </a:prstGeom>
            <a:solidFill>
              <a:srgbClr val="F8F8FA"/>
            </a:solidFill>
            <a:ln>
              <a:noFill/>
            </a:ln>
          </p:spPr>
        </p:sp>
        <p:sp>
          <p:nvSpPr>
            <p:cNvPr id="9813" name="Heatmap cell r34 c206"/>
            <p:cNvSpPr/>
            <p:nvPr/>
          </p:nvSpPr>
          <p:spPr>
            <a:xfrm>
              <a:off x="3738526" y="907170"/>
              <a:ext cx="17140" cy="26609"/>
            </a:xfrm>
            <a:prstGeom prst="rect">
              <a:avLst/>
            </a:prstGeom>
            <a:solidFill>
              <a:srgbClr val="ECA0A8"/>
            </a:solidFill>
            <a:ln>
              <a:noFill/>
            </a:ln>
          </p:spPr>
        </p:sp>
        <p:sp>
          <p:nvSpPr>
            <p:cNvPr id="9814" name="Heatmap cell r34 c207"/>
            <p:cNvSpPr/>
            <p:nvPr/>
          </p:nvSpPr>
          <p:spPr>
            <a:xfrm>
              <a:off x="3755571" y="907170"/>
              <a:ext cx="19034" cy="26609"/>
            </a:xfrm>
            <a:prstGeom prst="rect">
              <a:avLst/>
            </a:prstGeom>
            <a:solidFill>
              <a:srgbClr val="D9E1EB"/>
            </a:solidFill>
            <a:ln>
              <a:noFill/>
            </a:ln>
          </p:spPr>
        </p:sp>
        <p:sp>
          <p:nvSpPr>
            <p:cNvPr id="9815" name="Heatmap cell r34 c208"/>
            <p:cNvSpPr/>
            <p:nvPr/>
          </p:nvSpPr>
          <p:spPr>
            <a:xfrm>
              <a:off x="3774510" y="907170"/>
              <a:ext cx="19034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9816" name="Heatmap cell r34 c209"/>
            <p:cNvSpPr/>
            <p:nvPr/>
          </p:nvSpPr>
          <p:spPr>
            <a:xfrm>
              <a:off x="3793449" y="907170"/>
              <a:ext cx="17140" cy="26609"/>
            </a:xfrm>
            <a:prstGeom prst="rect">
              <a:avLst/>
            </a:prstGeom>
            <a:solidFill>
              <a:srgbClr val="EDB0B6"/>
            </a:solidFill>
            <a:ln>
              <a:noFill/>
            </a:ln>
          </p:spPr>
        </p:sp>
        <p:sp>
          <p:nvSpPr>
            <p:cNvPr id="9817" name="Heatmap cell r34 c210"/>
            <p:cNvSpPr/>
            <p:nvPr/>
          </p:nvSpPr>
          <p:spPr>
            <a:xfrm>
              <a:off x="3810494" y="907170"/>
              <a:ext cx="19034" cy="26609"/>
            </a:xfrm>
            <a:prstGeom prst="rect">
              <a:avLst/>
            </a:prstGeom>
            <a:solidFill>
              <a:srgbClr val="EFB8BD"/>
            </a:solidFill>
            <a:ln>
              <a:noFill/>
            </a:ln>
          </p:spPr>
        </p:sp>
        <p:sp>
          <p:nvSpPr>
            <p:cNvPr id="9818" name="Heatmap cell r34 c211"/>
            <p:cNvSpPr/>
            <p:nvPr/>
          </p:nvSpPr>
          <p:spPr>
            <a:xfrm>
              <a:off x="3829432" y="907170"/>
              <a:ext cx="17140" cy="26609"/>
            </a:xfrm>
            <a:prstGeom prst="rect">
              <a:avLst/>
            </a:prstGeom>
            <a:solidFill>
              <a:srgbClr val="DC5764"/>
            </a:solidFill>
            <a:ln>
              <a:noFill/>
            </a:ln>
          </p:spPr>
        </p:sp>
        <p:sp>
          <p:nvSpPr>
            <p:cNvPr id="9819" name="Heatmap cell r34 c212"/>
            <p:cNvSpPr/>
            <p:nvPr/>
          </p:nvSpPr>
          <p:spPr>
            <a:xfrm>
              <a:off x="3846477" y="907170"/>
              <a:ext cx="19034" cy="26609"/>
            </a:xfrm>
            <a:prstGeom prst="rect">
              <a:avLst/>
            </a:prstGeom>
            <a:solidFill>
              <a:srgbClr val="EBA2A9"/>
            </a:solidFill>
            <a:ln>
              <a:noFill/>
            </a:ln>
          </p:spPr>
        </p:sp>
        <p:sp>
          <p:nvSpPr>
            <p:cNvPr id="9820" name="Heatmap cell r34 c213"/>
            <p:cNvSpPr/>
            <p:nvPr/>
          </p:nvSpPr>
          <p:spPr>
            <a:xfrm>
              <a:off x="3865416" y="907170"/>
              <a:ext cx="17140" cy="26609"/>
            </a:xfrm>
            <a:prstGeom prst="rect">
              <a:avLst/>
            </a:prstGeom>
            <a:solidFill>
              <a:srgbClr val="F7D7DB"/>
            </a:solidFill>
            <a:ln>
              <a:noFill/>
            </a:ln>
          </p:spPr>
        </p:sp>
        <p:sp>
          <p:nvSpPr>
            <p:cNvPr id="9821" name="Heatmap cell r34 c214"/>
            <p:cNvSpPr/>
            <p:nvPr/>
          </p:nvSpPr>
          <p:spPr>
            <a:xfrm>
              <a:off x="3882461" y="907170"/>
              <a:ext cx="19034" cy="26609"/>
            </a:xfrm>
            <a:prstGeom prst="rect">
              <a:avLst/>
            </a:prstGeom>
            <a:solidFill>
              <a:srgbClr val="EFB5BA"/>
            </a:solidFill>
            <a:ln>
              <a:noFill/>
            </a:ln>
          </p:spPr>
        </p:sp>
        <p:sp>
          <p:nvSpPr>
            <p:cNvPr id="9822" name="Heatmap cell r34 c215"/>
            <p:cNvSpPr/>
            <p:nvPr/>
          </p:nvSpPr>
          <p:spPr>
            <a:xfrm>
              <a:off x="3901400" y="907170"/>
              <a:ext cx="17140" cy="26609"/>
            </a:xfrm>
            <a:prstGeom prst="rect">
              <a:avLst/>
            </a:prstGeom>
            <a:solidFill>
              <a:srgbClr val="EBA2A9"/>
            </a:solidFill>
            <a:ln>
              <a:noFill/>
            </a:ln>
          </p:spPr>
        </p:sp>
        <p:sp>
          <p:nvSpPr>
            <p:cNvPr id="9823" name="Heatmap cell r34 c216"/>
            <p:cNvSpPr/>
            <p:nvPr/>
          </p:nvSpPr>
          <p:spPr>
            <a:xfrm>
              <a:off x="3918445" y="907170"/>
              <a:ext cx="19034" cy="26609"/>
            </a:xfrm>
            <a:prstGeom prst="rect">
              <a:avLst/>
            </a:prstGeom>
            <a:solidFill>
              <a:srgbClr val="EBA9AE"/>
            </a:solidFill>
            <a:ln>
              <a:noFill/>
            </a:ln>
          </p:spPr>
        </p:sp>
        <p:sp>
          <p:nvSpPr>
            <p:cNvPr id="9824" name="Heatmap cell r34 c217"/>
            <p:cNvSpPr/>
            <p:nvPr/>
          </p:nvSpPr>
          <p:spPr>
            <a:xfrm>
              <a:off x="3937384" y="907170"/>
              <a:ext cx="17140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9825" name="Heatmap cell r34 c218"/>
            <p:cNvSpPr/>
            <p:nvPr/>
          </p:nvSpPr>
          <p:spPr>
            <a:xfrm>
              <a:off x="3954429" y="907170"/>
              <a:ext cx="19034" cy="26609"/>
            </a:xfrm>
            <a:prstGeom prst="rect">
              <a:avLst/>
            </a:prstGeom>
            <a:solidFill>
              <a:srgbClr val="EBA3AA"/>
            </a:solidFill>
            <a:ln>
              <a:noFill/>
            </a:ln>
          </p:spPr>
        </p:sp>
        <p:sp>
          <p:nvSpPr>
            <p:cNvPr id="9826" name="Heatmap cell r34 c219"/>
            <p:cNvSpPr/>
            <p:nvPr/>
          </p:nvSpPr>
          <p:spPr>
            <a:xfrm>
              <a:off x="3973368" y="907170"/>
              <a:ext cx="17140" cy="26609"/>
            </a:xfrm>
            <a:prstGeom prst="rect">
              <a:avLst/>
            </a:prstGeom>
            <a:solidFill>
              <a:srgbClr val="E78D93"/>
            </a:solidFill>
            <a:ln>
              <a:noFill/>
            </a:ln>
          </p:spPr>
        </p:sp>
        <p:sp>
          <p:nvSpPr>
            <p:cNvPr id="9827" name="Heatmap cell r34 c220"/>
            <p:cNvSpPr/>
            <p:nvPr/>
          </p:nvSpPr>
          <p:spPr>
            <a:xfrm>
              <a:off x="3990412" y="907170"/>
              <a:ext cx="19034" cy="26609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9828" name="Heatmap cell r34 c221"/>
            <p:cNvSpPr/>
            <p:nvPr/>
          </p:nvSpPr>
          <p:spPr>
            <a:xfrm>
              <a:off x="4009351" y="907170"/>
              <a:ext cx="19034" cy="26609"/>
            </a:xfrm>
            <a:prstGeom prst="rect">
              <a:avLst/>
            </a:prstGeom>
            <a:solidFill>
              <a:srgbClr val="EB9FA7"/>
            </a:solidFill>
            <a:ln>
              <a:noFill/>
            </a:ln>
          </p:spPr>
        </p:sp>
        <p:sp>
          <p:nvSpPr>
            <p:cNvPr id="9829" name="Heatmap cell r34 c222"/>
            <p:cNvSpPr/>
            <p:nvPr/>
          </p:nvSpPr>
          <p:spPr>
            <a:xfrm>
              <a:off x="4028290" y="907170"/>
              <a:ext cx="17140" cy="26609"/>
            </a:xfrm>
            <a:prstGeom prst="rect">
              <a:avLst/>
            </a:prstGeom>
            <a:solidFill>
              <a:srgbClr val="FDF9FA"/>
            </a:solidFill>
            <a:ln>
              <a:noFill/>
            </a:ln>
          </p:spPr>
        </p:sp>
        <p:sp>
          <p:nvSpPr>
            <p:cNvPr id="9830" name="Heatmap cell r35 c1"/>
            <p:cNvSpPr/>
            <p:nvPr/>
          </p:nvSpPr>
          <p:spPr>
            <a:xfrm>
              <a:off x="13257" y="933685"/>
              <a:ext cx="45548" cy="26609"/>
            </a:xfrm>
            <a:prstGeom prst="rect">
              <a:avLst/>
            </a:prstGeom>
            <a:solidFill>
              <a:srgbClr val="F76666"/>
            </a:solidFill>
            <a:ln>
              <a:noFill/>
            </a:ln>
          </p:spPr>
        </p:sp>
        <p:sp>
          <p:nvSpPr>
            <p:cNvPr id="9831" name="Heatmap cell r35 c3"/>
            <p:cNvSpPr/>
            <p:nvPr/>
          </p:nvSpPr>
          <p:spPr>
            <a:xfrm>
              <a:off x="71968" y="933685"/>
              <a:ext cx="17140" cy="26609"/>
            </a:xfrm>
            <a:prstGeom prst="rect">
              <a:avLst/>
            </a:prstGeom>
            <a:solidFill>
              <a:srgbClr val="FAECEC"/>
            </a:solidFill>
            <a:ln>
              <a:noFill/>
            </a:ln>
          </p:spPr>
        </p:sp>
        <p:sp>
          <p:nvSpPr>
            <p:cNvPr id="9832" name="Heatmap cell r35 c4"/>
            <p:cNvSpPr/>
            <p:nvPr/>
          </p:nvSpPr>
          <p:spPr>
            <a:xfrm>
              <a:off x="89013" y="933685"/>
              <a:ext cx="19034" cy="26609"/>
            </a:xfrm>
            <a:prstGeom prst="rect">
              <a:avLst/>
            </a:prstGeom>
            <a:solidFill>
              <a:srgbClr val="B4C5D6"/>
            </a:solidFill>
            <a:ln>
              <a:noFill/>
            </a:ln>
          </p:spPr>
        </p:sp>
        <p:sp>
          <p:nvSpPr>
            <p:cNvPr id="9833" name="Heatmap cell r35 c5"/>
            <p:cNvSpPr/>
            <p:nvPr/>
          </p:nvSpPr>
          <p:spPr>
            <a:xfrm>
              <a:off x="107951" y="933685"/>
              <a:ext cx="17140" cy="26609"/>
            </a:xfrm>
            <a:prstGeom prst="rect">
              <a:avLst/>
            </a:prstGeom>
            <a:solidFill>
              <a:srgbClr val="ADC2D4"/>
            </a:solidFill>
            <a:ln>
              <a:noFill/>
            </a:ln>
          </p:spPr>
        </p:sp>
        <p:sp>
          <p:nvSpPr>
            <p:cNvPr id="9834" name="Heatmap cell r35 c6"/>
            <p:cNvSpPr/>
            <p:nvPr/>
          </p:nvSpPr>
          <p:spPr>
            <a:xfrm>
              <a:off x="124996" y="933685"/>
              <a:ext cx="19034" cy="26609"/>
            </a:xfrm>
            <a:prstGeom prst="rect">
              <a:avLst/>
            </a:prstGeom>
            <a:solidFill>
              <a:srgbClr val="BFCFDF"/>
            </a:solidFill>
            <a:ln>
              <a:noFill/>
            </a:ln>
          </p:spPr>
        </p:sp>
        <p:sp>
          <p:nvSpPr>
            <p:cNvPr id="9835" name="Heatmap cell r35 c7"/>
            <p:cNvSpPr/>
            <p:nvPr/>
          </p:nvSpPr>
          <p:spPr>
            <a:xfrm>
              <a:off x="143935" y="933685"/>
              <a:ext cx="17140" cy="26609"/>
            </a:xfrm>
            <a:prstGeom prst="rect">
              <a:avLst/>
            </a:prstGeom>
            <a:solidFill>
              <a:srgbClr val="9CB4CA"/>
            </a:solidFill>
            <a:ln>
              <a:noFill/>
            </a:ln>
          </p:spPr>
        </p:sp>
        <p:sp>
          <p:nvSpPr>
            <p:cNvPr id="9836" name="Heatmap cell r35 c8"/>
            <p:cNvSpPr/>
            <p:nvPr/>
          </p:nvSpPr>
          <p:spPr>
            <a:xfrm>
              <a:off x="160980" y="933685"/>
              <a:ext cx="19034" cy="26609"/>
            </a:xfrm>
            <a:prstGeom prst="rect">
              <a:avLst/>
            </a:prstGeom>
            <a:solidFill>
              <a:srgbClr val="D2DDE8"/>
            </a:solidFill>
            <a:ln>
              <a:noFill/>
            </a:ln>
          </p:spPr>
        </p:sp>
        <p:sp>
          <p:nvSpPr>
            <p:cNvPr id="9837" name="Heatmap cell r35 c9"/>
            <p:cNvSpPr/>
            <p:nvPr/>
          </p:nvSpPr>
          <p:spPr>
            <a:xfrm>
              <a:off x="179919" y="933685"/>
              <a:ext cx="19034" cy="26609"/>
            </a:xfrm>
            <a:prstGeom prst="rect">
              <a:avLst/>
            </a:prstGeom>
            <a:solidFill>
              <a:srgbClr val="B8C8DA"/>
            </a:solidFill>
            <a:ln>
              <a:noFill/>
            </a:ln>
          </p:spPr>
        </p:sp>
        <p:sp>
          <p:nvSpPr>
            <p:cNvPr id="9838" name="Heatmap cell r35 c10"/>
            <p:cNvSpPr/>
            <p:nvPr/>
          </p:nvSpPr>
          <p:spPr>
            <a:xfrm>
              <a:off x="198858" y="933685"/>
              <a:ext cx="17140" cy="26609"/>
            </a:xfrm>
            <a:prstGeom prst="rect">
              <a:avLst/>
            </a:prstGeom>
            <a:solidFill>
              <a:srgbClr val="91ACC5"/>
            </a:solidFill>
            <a:ln>
              <a:noFill/>
            </a:ln>
          </p:spPr>
        </p:sp>
        <p:sp>
          <p:nvSpPr>
            <p:cNvPr id="9839" name="Heatmap cell r35 c11"/>
            <p:cNvSpPr/>
            <p:nvPr/>
          </p:nvSpPr>
          <p:spPr>
            <a:xfrm>
              <a:off x="215903" y="933685"/>
              <a:ext cx="19034" cy="26609"/>
            </a:xfrm>
            <a:prstGeom prst="rect">
              <a:avLst/>
            </a:prstGeom>
            <a:solidFill>
              <a:srgbClr val="88A4C1"/>
            </a:solidFill>
            <a:ln>
              <a:noFill/>
            </a:ln>
          </p:spPr>
        </p:sp>
        <p:sp>
          <p:nvSpPr>
            <p:cNvPr id="9840" name="Heatmap cell r35 c12"/>
            <p:cNvSpPr/>
            <p:nvPr/>
          </p:nvSpPr>
          <p:spPr>
            <a:xfrm>
              <a:off x="234842" y="933685"/>
              <a:ext cx="17140" cy="26609"/>
            </a:xfrm>
            <a:prstGeom prst="rect">
              <a:avLst/>
            </a:prstGeom>
            <a:solidFill>
              <a:srgbClr val="A0B7CE"/>
            </a:solidFill>
            <a:ln>
              <a:noFill/>
            </a:ln>
          </p:spPr>
        </p:sp>
        <p:sp>
          <p:nvSpPr>
            <p:cNvPr id="9841" name="Heatmap cell r35 c13"/>
            <p:cNvSpPr/>
            <p:nvPr/>
          </p:nvSpPr>
          <p:spPr>
            <a:xfrm>
              <a:off x="251887" y="933685"/>
              <a:ext cx="19034" cy="26609"/>
            </a:xfrm>
            <a:prstGeom prst="rect">
              <a:avLst/>
            </a:prstGeom>
            <a:solidFill>
              <a:srgbClr val="8AA7C2"/>
            </a:solidFill>
            <a:ln>
              <a:noFill/>
            </a:ln>
          </p:spPr>
        </p:sp>
        <p:sp>
          <p:nvSpPr>
            <p:cNvPr id="9842" name="Heatmap cell r35 c14"/>
            <p:cNvSpPr/>
            <p:nvPr/>
          </p:nvSpPr>
          <p:spPr>
            <a:xfrm>
              <a:off x="270825" y="933685"/>
              <a:ext cx="17140" cy="26609"/>
            </a:xfrm>
            <a:prstGeom prst="rect">
              <a:avLst/>
            </a:prstGeom>
            <a:solidFill>
              <a:srgbClr val="1D4E85"/>
            </a:solidFill>
            <a:ln>
              <a:noFill/>
            </a:ln>
          </p:spPr>
        </p:sp>
        <p:sp>
          <p:nvSpPr>
            <p:cNvPr id="9843" name="Heatmap cell r35 c15"/>
            <p:cNvSpPr/>
            <p:nvPr/>
          </p:nvSpPr>
          <p:spPr>
            <a:xfrm>
              <a:off x="287870" y="933685"/>
              <a:ext cx="19034" cy="26609"/>
            </a:xfrm>
            <a:prstGeom prst="rect">
              <a:avLst/>
            </a:prstGeom>
            <a:solidFill>
              <a:srgbClr val="9BB3CA"/>
            </a:solidFill>
            <a:ln>
              <a:noFill/>
            </a:ln>
          </p:spPr>
        </p:sp>
        <p:sp>
          <p:nvSpPr>
            <p:cNvPr id="9844" name="Heatmap cell r35 c16"/>
            <p:cNvSpPr/>
            <p:nvPr/>
          </p:nvSpPr>
          <p:spPr>
            <a:xfrm>
              <a:off x="306809" y="933685"/>
              <a:ext cx="17140" cy="26609"/>
            </a:xfrm>
            <a:prstGeom prst="rect">
              <a:avLst/>
            </a:prstGeom>
            <a:solidFill>
              <a:srgbClr val="ACC0D3"/>
            </a:solidFill>
            <a:ln>
              <a:noFill/>
            </a:ln>
          </p:spPr>
        </p:sp>
        <p:sp>
          <p:nvSpPr>
            <p:cNvPr id="9845" name="Heatmap cell r35 c17"/>
            <p:cNvSpPr/>
            <p:nvPr/>
          </p:nvSpPr>
          <p:spPr>
            <a:xfrm>
              <a:off x="323854" y="933685"/>
              <a:ext cx="19034" cy="26609"/>
            </a:xfrm>
            <a:prstGeom prst="rect">
              <a:avLst/>
            </a:prstGeom>
            <a:solidFill>
              <a:srgbClr val="7A9BB9"/>
            </a:solidFill>
            <a:ln>
              <a:noFill/>
            </a:ln>
          </p:spPr>
        </p:sp>
        <p:sp>
          <p:nvSpPr>
            <p:cNvPr id="9846" name="Heatmap cell r35 c18"/>
            <p:cNvSpPr/>
            <p:nvPr/>
          </p:nvSpPr>
          <p:spPr>
            <a:xfrm>
              <a:off x="342793" y="933685"/>
              <a:ext cx="17140" cy="26609"/>
            </a:xfrm>
            <a:prstGeom prst="rect">
              <a:avLst/>
            </a:prstGeom>
            <a:solidFill>
              <a:srgbClr val="B5C6D7"/>
            </a:solidFill>
            <a:ln>
              <a:noFill/>
            </a:ln>
          </p:spPr>
        </p:sp>
        <p:sp>
          <p:nvSpPr>
            <p:cNvPr id="9847" name="Heatmap cell r35 c19"/>
            <p:cNvSpPr/>
            <p:nvPr/>
          </p:nvSpPr>
          <p:spPr>
            <a:xfrm>
              <a:off x="359838" y="933685"/>
              <a:ext cx="19034" cy="26609"/>
            </a:xfrm>
            <a:prstGeom prst="rect">
              <a:avLst/>
            </a:prstGeom>
            <a:solidFill>
              <a:srgbClr val="9AB3C9"/>
            </a:solidFill>
            <a:ln>
              <a:noFill/>
            </a:ln>
          </p:spPr>
        </p:sp>
        <p:sp>
          <p:nvSpPr>
            <p:cNvPr id="9848" name="Heatmap cell r35 c20"/>
            <p:cNvSpPr/>
            <p:nvPr/>
          </p:nvSpPr>
          <p:spPr>
            <a:xfrm>
              <a:off x="378777" y="933685"/>
              <a:ext cx="17140" cy="26609"/>
            </a:xfrm>
            <a:prstGeom prst="rect">
              <a:avLst/>
            </a:prstGeom>
            <a:solidFill>
              <a:srgbClr val="ABBED2"/>
            </a:solidFill>
            <a:ln>
              <a:noFill/>
            </a:ln>
          </p:spPr>
        </p:sp>
        <p:sp>
          <p:nvSpPr>
            <p:cNvPr id="9849" name="Heatmap cell r35 c21"/>
            <p:cNvSpPr/>
            <p:nvPr/>
          </p:nvSpPr>
          <p:spPr>
            <a:xfrm>
              <a:off x="395822" y="933685"/>
              <a:ext cx="19034" cy="26609"/>
            </a:xfrm>
            <a:prstGeom prst="rect">
              <a:avLst/>
            </a:prstGeom>
            <a:solidFill>
              <a:srgbClr val="B4C5D6"/>
            </a:solidFill>
            <a:ln>
              <a:noFill/>
            </a:ln>
          </p:spPr>
        </p:sp>
        <p:sp>
          <p:nvSpPr>
            <p:cNvPr id="9850" name="Heatmap cell r35 c22"/>
            <p:cNvSpPr/>
            <p:nvPr/>
          </p:nvSpPr>
          <p:spPr>
            <a:xfrm>
              <a:off x="414760" y="933685"/>
              <a:ext cx="19034" cy="26609"/>
            </a:xfrm>
            <a:prstGeom prst="rect">
              <a:avLst/>
            </a:prstGeom>
            <a:solidFill>
              <a:srgbClr val="6D91B3"/>
            </a:solidFill>
            <a:ln>
              <a:noFill/>
            </a:ln>
          </p:spPr>
        </p:sp>
        <p:sp>
          <p:nvSpPr>
            <p:cNvPr id="9851" name="Heatmap cell r35 c23"/>
            <p:cNvSpPr/>
            <p:nvPr/>
          </p:nvSpPr>
          <p:spPr>
            <a:xfrm>
              <a:off x="433699" y="933685"/>
              <a:ext cx="17140" cy="26609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</p:sp>
        <p:sp>
          <p:nvSpPr>
            <p:cNvPr id="9852" name="Heatmap cell r35 c24"/>
            <p:cNvSpPr/>
            <p:nvPr/>
          </p:nvSpPr>
          <p:spPr>
            <a:xfrm>
              <a:off x="450744" y="933685"/>
              <a:ext cx="19034" cy="26609"/>
            </a:xfrm>
            <a:prstGeom prst="rect">
              <a:avLst/>
            </a:prstGeom>
            <a:solidFill>
              <a:srgbClr val="F0F5F8"/>
            </a:solidFill>
            <a:ln>
              <a:noFill/>
            </a:ln>
          </p:spPr>
        </p:sp>
        <p:sp>
          <p:nvSpPr>
            <p:cNvPr id="9853" name="Heatmap cell r35 c25"/>
            <p:cNvSpPr/>
            <p:nvPr/>
          </p:nvSpPr>
          <p:spPr>
            <a:xfrm>
              <a:off x="469683" y="933685"/>
              <a:ext cx="17140" cy="26609"/>
            </a:xfrm>
            <a:prstGeom prst="rect">
              <a:avLst/>
            </a:prstGeom>
            <a:solidFill>
              <a:srgbClr val="A2B8CE"/>
            </a:solidFill>
            <a:ln>
              <a:noFill/>
            </a:ln>
          </p:spPr>
        </p:sp>
        <p:sp>
          <p:nvSpPr>
            <p:cNvPr id="9854" name="Heatmap cell r35 c26"/>
            <p:cNvSpPr/>
            <p:nvPr/>
          </p:nvSpPr>
          <p:spPr>
            <a:xfrm>
              <a:off x="486728" y="933685"/>
              <a:ext cx="19034" cy="26609"/>
            </a:xfrm>
            <a:prstGeom prst="rect">
              <a:avLst/>
            </a:prstGeom>
            <a:solidFill>
              <a:srgbClr val="FBF1F3"/>
            </a:solidFill>
            <a:ln>
              <a:noFill/>
            </a:ln>
          </p:spPr>
        </p:sp>
        <p:sp>
          <p:nvSpPr>
            <p:cNvPr id="9855" name="Heatmap cell r35 c27"/>
            <p:cNvSpPr/>
            <p:nvPr/>
          </p:nvSpPr>
          <p:spPr>
            <a:xfrm>
              <a:off x="505667" y="933685"/>
              <a:ext cx="17140" cy="26609"/>
            </a:xfrm>
            <a:prstGeom prst="rect">
              <a:avLst/>
            </a:prstGeom>
            <a:solidFill>
              <a:srgbClr val="E3EAF0"/>
            </a:solidFill>
            <a:ln>
              <a:noFill/>
            </a:ln>
          </p:spPr>
        </p:sp>
        <p:sp>
          <p:nvSpPr>
            <p:cNvPr id="9856" name="Heatmap cell r35 c28"/>
            <p:cNvSpPr/>
            <p:nvPr/>
          </p:nvSpPr>
          <p:spPr>
            <a:xfrm>
              <a:off x="522712" y="933685"/>
              <a:ext cx="19034" cy="26609"/>
            </a:xfrm>
            <a:prstGeom prst="rect">
              <a:avLst/>
            </a:prstGeom>
            <a:solidFill>
              <a:srgbClr val="9FB6CD"/>
            </a:solidFill>
            <a:ln>
              <a:noFill/>
            </a:ln>
          </p:spPr>
        </p:sp>
        <p:sp>
          <p:nvSpPr>
            <p:cNvPr id="9857" name="Heatmap cell r35 c29"/>
            <p:cNvSpPr/>
            <p:nvPr/>
          </p:nvSpPr>
          <p:spPr>
            <a:xfrm>
              <a:off x="541651" y="933685"/>
              <a:ext cx="17140" cy="26609"/>
            </a:xfrm>
            <a:prstGeom prst="rect">
              <a:avLst/>
            </a:prstGeom>
            <a:solidFill>
              <a:srgbClr val="D5DFEA"/>
            </a:solidFill>
            <a:ln>
              <a:noFill/>
            </a:ln>
          </p:spPr>
        </p:sp>
        <p:sp>
          <p:nvSpPr>
            <p:cNvPr id="9858" name="Heatmap cell r35 c30"/>
            <p:cNvSpPr/>
            <p:nvPr/>
          </p:nvSpPr>
          <p:spPr>
            <a:xfrm>
              <a:off x="558696" y="933685"/>
              <a:ext cx="19034" cy="26609"/>
            </a:xfrm>
            <a:prstGeom prst="rect">
              <a:avLst/>
            </a:prstGeom>
            <a:solidFill>
              <a:srgbClr val="CFDAE4"/>
            </a:solidFill>
            <a:ln>
              <a:noFill/>
            </a:ln>
          </p:spPr>
        </p:sp>
        <p:sp>
          <p:nvSpPr>
            <p:cNvPr id="9859" name="Heatmap cell r35 c31"/>
            <p:cNvSpPr/>
            <p:nvPr/>
          </p:nvSpPr>
          <p:spPr>
            <a:xfrm>
              <a:off x="577634" y="933685"/>
              <a:ext cx="17140" cy="26609"/>
            </a:xfrm>
            <a:prstGeom prst="rect">
              <a:avLst/>
            </a:prstGeom>
            <a:solidFill>
              <a:srgbClr val="D5DFEA"/>
            </a:solidFill>
            <a:ln>
              <a:noFill/>
            </a:ln>
          </p:spPr>
        </p:sp>
        <p:sp>
          <p:nvSpPr>
            <p:cNvPr id="9860" name="Heatmap cell r35 c32"/>
            <p:cNvSpPr/>
            <p:nvPr/>
          </p:nvSpPr>
          <p:spPr>
            <a:xfrm>
              <a:off x="594679" y="933685"/>
              <a:ext cx="19034" cy="26609"/>
            </a:xfrm>
            <a:prstGeom prst="rect">
              <a:avLst/>
            </a:prstGeom>
            <a:solidFill>
              <a:srgbClr val="FAECEC"/>
            </a:solidFill>
            <a:ln>
              <a:noFill/>
            </a:ln>
          </p:spPr>
        </p:sp>
        <p:sp>
          <p:nvSpPr>
            <p:cNvPr id="9861" name="Heatmap cell r35 c34"/>
            <p:cNvSpPr/>
            <p:nvPr/>
          </p:nvSpPr>
          <p:spPr>
            <a:xfrm>
              <a:off x="630663" y="933685"/>
              <a:ext cx="19034" cy="26609"/>
            </a:xfrm>
            <a:prstGeom prst="rect">
              <a:avLst/>
            </a:prstGeom>
            <a:solidFill>
              <a:srgbClr val="8FAAC5"/>
            </a:solidFill>
            <a:ln>
              <a:noFill/>
            </a:ln>
          </p:spPr>
        </p:sp>
        <p:sp>
          <p:nvSpPr>
            <p:cNvPr id="9862" name="Heatmap cell r35 c35"/>
            <p:cNvSpPr/>
            <p:nvPr/>
          </p:nvSpPr>
          <p:spPr>
            <a:xfrm>
              <a:off x="649602" y="933685"/>
              <a:ext cx="19034" cy="26609"/>
            </a:xfrm>
            <a:prstGeom prst="rect">
              <a:avLst/>
            </a:prstGeom>
            <a:solidFill>
              <a:srgbClr val="B5C5D7"/>
            </a:solidFill>
            <a:ln>
              <a:noFill/>
            </a:ln>
          </p:spPr>
        </p:sp>
        <p:sp>
          <p:nvSpPr>
            <p:cNvPr id="9863" name="Heatmap cell r35 c36"/>
            <p:cNvSpPr/>
            <p:nvPr/>
          </p:nvSpPr>
          <p:spPr>
            <a:xfrm>
              <a:off x="668541" y="933685"/>
              <a:ext cx="17140" cy="26609"/>
            </a:xfrm>
            <a:prstGeom prst="rect">
              <a:avLst/>
            </a:prstGeom>
            <a:solidFill>
              <a:srgbClr val="E8ECF3"/>
            </a:solidFill>
            <a:ln>
              <a:noFill/>
            </a:ln>
          </p:spPr>
        </p:sp>
        <p:sp>
          <p:nvSpPr>
            <p:cNvPr id="9864" name="Heatmap cell r35 c37"/>
            <p:cNvSpPr/>
            <p:nvPr/>
          </p:nvSpPr>
          <p:spPr>
            <a:xfrm>
              <a:off x="685586" y="933685"/>
              <a:ext cx="19034" cy="26609"/>
            </a:xfrm>
            <a:prstGeom prst="rect">
              <a:avLst/>
            </a:prstGeom>
            <a:solidFill>
              <a:srgbClr val="95AEC6"/>
            </a:solidFill>
            <a:ln>
              <a:noFill/>
            </a:ln>
          </p:spPr>
        </p:sp>
        <p:sp>
          <p:nvSpPr>
            <p:cNvPr id="9865" name="Heatmap cell r35 c38"/>
            <p:cNvSpPr/>
            <p:nvPr/>
          </p:nvSpPr>
          <p:spPr>
            <a:xfrm>
              <a:off x="704525" y="933685"/>
              <a:ext cx="17140" cy="26609"/>
            </a:xfrm>
            <a:prstGeom prst="rect">
              <a:avLst/>
            </a:prstGeom>
            <a:solidFill>
              <a:srgbClr val="FAECEC"/>
            </a:solidFill>
            <a:ln>
              <a:noFill/>
            </a:ln>
          </p:spPr>
        </p:sp>
        <p:sp>
          <p:nvSpPr>
            <p:cNvPr id="9866" name="Heatmap cell r35 c39"/>
            <p:cNvSpPr/>
            <p:nvPr/>
          </p:nvSpPr>
          <p:spPr>
            <a:xfrm>
              <a:off x="721570" y="933685"/>
              <a:ext cx="19034" cy="26609"/>
            </a:xfrm>
            <a:prstGeom prst="rect">
              <a:avLst/>
            </a:prstGeom>
            <a:solidFill>
              <a:srgbClr val="B6C7D9"/>
            </a:solidFill>
            <a:ln>
              <a:noFill/>
            </a:ln>
          </p:spPr>
        </p:sp>
        <p:sp>
          <p:nvSpPr>
            <p:cNvPr id="9867" name="Heatmap cell r35 c40"/>
            <p:cNvSpPr/>
            <p:nvPr/>
          </p:nvSpPr>
          <p:spPr>
            <a:xfrm>
              <a:off x="740508" y="933685"/>
              <a:ext cx="17140" cy="26609"/>
            </a:xfrm>
            <a:prstGeom prst="rect">
              <a:avLst/>
            </a:prstGeom>
            <a:solidFill>
              <a:srgbClr val="91ACC7"/>
            </a:solidFill>
            <a:ln>
              <a:noFill/>
            </a:ln>
          </p:spPr>
        </p:sp>
        <p:sp>
          <p:nvSpPr>
            <p:cNvPr id="9868" name="Heatmap cell r35 c41"/>
            <p:cNvSpPr/>
            <p:nvPr/>
          </p:nvSpPr>
          <p:spPr>
            <a:xfrm>
              <a:off x="757553" y="933685"/>
              <a:ext cx="19034" cy="26609"/>
            </a:xfrm>
            <a:prstGeom prst="rect">
              <a:avLst/>
            </a:prstGeom>
            <a:solidFill>
              <a:srgbClr val="A1B8CE"/>
            </a:solidFill>
            <a:ln>
              <a:noFill/>
            </a:ln>
          </p:spPr>
        </p:sp>
        <p:sp>
          <p:nvSpPr>
            <p:cNvPr id="9869" name="Heatmap cell r35 c42"/>
            <p:cNvSpPr/>
            <p:nvPr/>
          </p:nvSpPr>
          <p:spPr>
            <a:xfrm>
              <a:off x="776492" y="933685"/>
              <a:ext cx="17140" cy="26609"/>
            </a:xfrm>
            <a:prstGeom prst="rect">
              <a:avLst/>
            </a:prstGeom>
            <a:solidFill>
              <a:srgbClr val="B5C5D7"/>
            </a:solidFill>
            <a:ln>
              <a:noFill/>
            </a:ln>
          </p:spPr>
        </p:sp>
        <p:sp>
          <p:nvSpPr>
            <p:cNvPr id="9870" name="Heatmap cell r35 c43"/>
            <p:cNvSpPr/>
            <p:nvPr/>
          </p:nvSpPr>
          <p:spPr>
            <a:xfrm>
              <a:off x="793537" y="933685"/>
              <a:ext cx="19034" cy="26609"/>
            </a:xfrm>
            <a:prstGeom prst="rect">
              <a:avLst/>
            </a:prstGeom>
            <a:solidFill>
              <a:srgbClr val="95AEC6"/>
            </a:solidFill>
            <a:ln>
              <a:noFill/>
            </a:ln>
          </p:spPr>
        </p:sp>
        <p:sp>
          <p:nvSpPr>
            <p:cNvPr id="9871" name="Heatmap cell r35 c44"/>
            <p:cNvSpPr/>
            <p:nvPr/>
          </p:nvSpPr>
          <p:spPr>
            <a:xfrm>
              <a:off x="812476" y="933685"/>
              <a:ext cx="17140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9872" name="Heatmap cell r35 c45"/>
            <p:cNvSpPr/>
            <p:nvPr/>
          </p:nvSpPr>
          <p:spPr>
            <a:xfrm>
              <a:off x="829521" y="933685"/>
              <a:ext cx="19034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9873" name="Heatmap cell r35 c46"/>
            <p:cNvSpPr/>
            <p:nvPr/>
          </p:nvSpPr>
          <p:spPr>
            <a:xfrm>
              <a:off x="848460" y="933685"/>
              <a:ext cx="17140" cy="26609"/>
            </a:xfrm>
            <a:prstGeom prst="rect">
              <a:avLst/>
            </a:prstGeom>
            <a:solidFill>
              <a:srgbClr val="9CB4CA"/>
            </a:solidFill>
            <a:ln>
              <a:noFill/>
            </a:ln>
          </p:spPr>
        </p:sp>
        <p:sp>
          <p:nvSpPr>
            <p:cNvPr id="9874" name="Heatmap cell r35 c47"/>
            <p:cNvSpPr/>
            <p:nvPr/>
          </p:nvSpPr>
          <p:spPr>
            <a:xfrm>
              <a:off x="865505" y="933685"/>
              <a:ext cx="19034" cy="26609"/>
            </a:xfrm>
            <a:prstGeom prst="rect">
              <a:avLst/>
            </a:prstGeom>
            <a:solidFill>
              <a:srgbClr val="A2B8CE"/>
            </a:solidFill>
            <a:ln>
              <a:noFill/>
            </a:ln>
          </p:spPr>
        </p:sp>
        <p:sp>
          <p:nvSpPr>
            <p:cNvPr id="9875" name="Heatmap cell r35 c48"/>
            <p:cNvSpPr/>
            <p:nvPr/>
          </p:nvSpPr>
          <p:spPr>
            <a:xfrm>
              <a:off x="884444" y="933685"/>
              <a:ext cx="19034" cy="26609"/>
            </a:xfrm>
            <a:prstGeom prst="rect">
              <a:avLst/>
            </a:prstGeom>
            <a:solidFill>
              <a:srgbClr val="F0F5F8"/>
            </a:solidFill>
            <a:ln>
              <a:noFill/>
            </a:ln>
          </p:spPr>
        </p:sp>
        <p:sp>
          <p:nvSpPr>
            <p:cNvPr id="9876" name="Heatmap cell r35 c49"/>
            <p:cNvSpPr/>
            <p:nvPr/>
          </p:nvSpPr>
          <p:spPr>
            <a:xfrm>
              <a:off x="903382" y="933685"/>
              <a:ext cx="17140" cy="26609"/>
            </a:xfrm>
            <a:prstGeom prst="rect">
              <a:avLst/>
            </a:prstGeom>
            <a:solidFill>
              <a:srgbClr val="BCCDDD"/>
            </a:solidFill>
            <a:ln>
              <a:noFill/>
            </a:ln>
          </p:spPr>
        </p:sp>
        <p:sp>
          <p:nvSpPr>
            <p:cNvPr id="9877" name="Heatmap cell r35 c50"/>
            <p:cNvSpPr/>
            <p:nvPr/>
          </p:nvSpPr>
          <p:spPr>
            <a:xfrm>
              <a:off x="920427" y="933685"/>
              <a:ext cx="19034" cy="26609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</p:sp>
        <p:sp>
          <p:nvSpPr>
            <p:cNvPr id="9878" name="Heatmap cell r35 c51"/>
            <p:cNvSpPr/>
            <p:nvPr/>
          </p:nvSpPr>
          <p:spPr>
            <a:xfrm>
              <a:off x="939366" y="933685"/>
              <a:ext cx="17140" cy="26609"/>
            </a:xfrm>
            <a:prstGeom prst="rect">
              <a:avLst/>
            </a:prstGeom>
            <a:solidFill>
              <a:srgbClr val="B6C7D9"/>
            </a:solidFill>
            <a:ln>
              <a:noFill/>
            </a:ln>
          </p:spPr>
        </p:sp>
        <p:sp>
          <p:nvSpPr>
            <p:cNvPr id="9879" name="Heatmap cell r35 c52"/>
            <p:cNvSpPr/>
            <p:nvPr/>
          </p:nvSpPr>
          <p:spPr>
            <a:xfrm>
              <a:off x="956411" y="933685"/>
              <a:ext cx="19034" cy="26609"/>
            </a:xfrm>
            <a:prstGeom prst="rect">
              <a:avLst/>
            </a:prstGeom>
            <a:solidFill>
              <a:srgbClr val="F1F5F8"/>
            </a:solidFill>
            <a:ln>
              <a:noFill/>
            </a:ln>
          </p:spPr>
        </p:sp>
        <p:sp>
          <p:nvSpPr>
            <p:cNvPr id="9880" name="Heatmap cell r35 c53"/>
            <p:cNvSpPr/>
            <p:nvPr/>
          </p:nvSpPr>
          <p:spPr>
            <a:xfrm>
              <a:off x="975350" y="933685"/>
              <a:ext cx="17140" cy="26609"/>
            </a:xfrm>
            <a:prstGeom prst="rect">
              <a:avLst/>
            </a:prstGeom>
            <a:solidFill>
              <a:srgbClr val="BECFDD"/>
            </a:solidFill>
            <a:ln>
              <a:noFill/>
            </a:ln>
          </p:spPr>
        </p:sp>
        <p:sp>
          <p:nvSpPr>
            <p:cNvPr id="9881" name="Heatmap cell r35 c54"/>
            <p:cNvSpPr/>
            <p:nvPr/>
          </p:nvSpPr>
          <p:spPr>
            <a:xfrm>
              <a:off x="992395" y="933685"/>
              <a:ext cx="19034" cy="26609"/>
            </a:xfrm>
            <a:prstGeom prst="rect">
              <a:avLst/>
            </a:prstGeom>
            <a:solidFill>
              <a:srgbClr val="D9E1EB"/>
            </a:solidFill>
            <a:ln>
              <a:noFill/>
            </a:ln>
          </p:spPr>
        </p:sp>
        <p:sp>
          <p:nvSpPr>
            <p:cNvPr id="9882" name="Heatmap cell r35 c55"/>
            <p:cNvSpPr/>
            <p:nvPr/>
          </p:nvSpPr>
          <p:spPr>
            <a:xfrm>
              <a:off x="1011334" y="933685"/>
              <a:ext cx="17140" cy="26609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</p:sp>
        <p:sp>
          <p:nvSpPr>
            <p:cNvPr id="9883" name="Heatmap cell r35 c56"/>
            <p:cNvSpPr/>
            <p:nvPr/>
          </p:nvSpPr>
          <p:spPr>
            <a:xfrm>
              <a:off x="1028379" y="933685"/>
              <a:ext cx="19034" cy="26609"/>
            </a:xfrm>
            <a:prstGeom prst="rect">
              <a:avLst/>
            </a:prstGeom>
            <a:solidFill>
              <a:srgbClr val="CED9E4"/>
            </a:solidFill>
            <a:ln>
              <a:noFill/>
            </a:ln>
          </p:spPr>
        </p:sp>
        <p:sp>
          <p:nvSpPr>
            <p:cNvPr id="9884" name="Heatmap cell r35 c57"/>
            <p:cNvSpPr/>
            <p:nvPr/>
          </p:nvSpPr>
          <p:spPr>
            <a:xfrm>
              <a:off x="1047318" y="933685"/>
              <a:ext cx="17140" cy="26609"/>
            </a:xfrm>
            <a:prstGeom prst="rect">
              <a:avLst/>
            </a:prstGeom>
            <a:solidFill>
              <a:srgbClr val="DDE4EC"/>
            </a:solidFill>
            <a:ln>
              <a:noFill/>
            </a:ln>
          </p:spPr>
        </p:sp>
        <p:sp>
          <p:nvSpPr>
            <p:cNvPr id="9885" name="Heatmap cell r35 c58"/>
            <p:cNvSpPr/>
            <p:nvPr/>
          </p:nvSpPr>
          <p:spPr>
            <a:xfrm>
              <a:off x="1064363" y="933685"/>
              <a:ext cx="19034" cy="26609"/>
            </a:xfrm>
            <a:prstGeom prst="rect">
              <a:avLst/>
            </a:prstGeom>
            <a:solidFill>
              <a:srgbClr val="EAEEF4"/>
            </a:solidFill>
            <a:ln>
              <a:noFill/>
            </a:ln>
          </p:spPr>
        </p:sp>
        <p:sp>
          <p:nvSpPr>
            <p:cNvPr id="9886" name="Heatmap cell r35 c61"/>
            <p:cNvSpPr/>
            <p:nvPr/>
          </p:nvSpPr>
          <p:spPr>
            <a:xfrm>
              <a:off x="1119285" y="933685"/>
              <a:ext cx="19034" cy="26609"/>
            </a:xfrm>
            <a:prstGeom prst="rect">
              <a:avLst/>
            </a:prstGeom>
            <a:solidFill>
              <a:srgbClr val="7595B7"/>
            </a:solidFill>
            <a:ln>
              <a:noFill/>
            </a:ln>
          </p:spPr>
        </p:sp>
        <p:sp>
          <p:nvSpPr>
            <p:cNvPr id="9887" name="Heatmap cell r35 c62"/>
            <p:cNvSpPr/>
            <p:nvPr/>
          </p:nvSpPr>
          <p:spPr>
            <a:xfrm>
              <a:off x="1138224" y="933685"/>
              <a:ext cx="17140" cy="26609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</p:sp>
        <p:sp>
          <p:nvSpPr>
            <p:cNvPr id="9888" name="Heatmap cell r35 c63"/>
            <p:cNvSpPr/>
            <p:nvPr/>
          </p:nvSpPr>
          <p:spPr>
            <a:xfrm>
              <a:off x="1155269" y="933685"/>
              <a:ext cx="19034" cy="26609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9889" name="Heatmap cell r35 c65"/>
            <p:cNvSpPr/>
            <p:nvPr/>
          </p:nvSpPr>
          <p:spPr>
            <a:xfrm>
              <a:off x="1191253" y="933685"/>
              <a:ext cx="19034" cy="26609"/>
            </a:xfrm>
            <a:prstGeom prst="rect">
              <a:avLst/>
            </a:prstGeom>
            <a:solidFill>
              <a:srgbClr val="F6D5D9"/>
            </a:solidFill>
            <a:ln>
              <a:noFill/>
            </a:ln>
          </p:spPr>
        </p:sp>
        <p:sp>
          <p:nvSpPr>
            <p:cNvPr id="9890" name="Heatmap cell r35 c66"/>
            <p:cNvSpPr/>
            <p:nvPr/>
          </p:nvSpPr>
          <p:spPr>
            <a:xfrm>
              <a:off x="1210192" y="933685"/>
              <a:ext cx="17140" cy="26609"/>
            </a:xfrm>
            <a:prstGeom prst="rect">
              <a:avLst/>
            </a:prstGeom>
            <a:solidFill>
              <a:srgbClr val="92ADC6"/>
            </a:solidFill>
            <a:ln>
              <a:noFill/>
            </a:ln>
          </p:spPr>
        </p:sp>
        <p:sp>
          <p:nvSpPr>
            <p:cNvPr id="9891" name="Heatmap cell r35 c67"/>
            <p:cNvSpPr/>
            <p:nvPr/>
          </p:nvSpPr>
          <p:spPr>
            <a:xfrm>
              <a:off x="1227236" y="933685"/>
              <a:ext cx="19034" cy="26609"/>
            </a:xfrm>
            <a:prstGeom prst="rect">
              <a:avLst/>
            </a:prstGeom>
            <a:solidFill>
              <a:srgbClr val="EBF0F6"/>
            </a:solidFill>
            <a:ln>
              <a:noFill/>
            </a:ln>
          </p:spPr>
        </p:sp>
        <p:sp>
          <p:nvSpPr>
            <p:cNvPr id="9892" name="Heatmap cell r35 c69"/>
            <p:cNvSpPr/>
            <p:nvPr/>
          </p:nvSpPr>
          <p:spPr>
            <a:xfrm>
              <a:off x="1263220" y="933685"/>
              <a:ext cx="19034" cy="26609"/>
            </a:xfrm>
            <a:prstGeom prst="rect">
              <a:avLst/>
            </a:prstGeom>
            <a:solidFill>
              <a:srgbClr val="D0DBE6"/>
            </a:solidFill>
            <a:ln>
              <a:noFill/>
            </a:ln>
          </p:spPr>
        </p:sp>
        <p:sp>
          <p:nvSpPr>
            <p:cNvPr id="9893" name="Heatmap cell r35 c70"/>
            <p:cNvSpPr/>
            <p:nvPr/>
          </p:nvSpPr>
          <p:spPr>
            <a:xfrm>
              <a:off x="1282159" y="933685"/>
              <a:ext cx="17140" cy="26609"/>
            </a:xfrm>
            <a:prstGeom prst="rect">
              <a:avLst/>
            </a:prstGeom>
            <a:solidFill>
              <a:srgbClr val="C8D5E2"/>
            </a:solidFill>
            <a:ln>
              <a:noFill/>
            </a:ln>
          </p:spPr>
        </p:sp>
        <p:sp>
          <p:nvSpPr>
            <p:cNvPr id="9894" name="Heatmap cell r35 c71"/>
            <p:cNvSpPr/>
            <p:nvPr/>
          </p:nvSpPr>
          <p:spPr>
            <a:xfrm>
              <a:off x="1299204" y="933685"/>
              <a:ext cx="19034" cy="26609"/>
            </a:xfrm>
            <a:prstGeom prst="rect">
              <a:avLst/>
            </a:prstGeom>
            <a:solidFill>
              <a:srgbClr val="C6D4E1"/>
            </a:solidFill>
            <a:ln>
              <a:noFill/>
            </a:ln>
          </p:spPr>
        </p:sp>
        <p:sp>
          <p:nvSpPr>
            <p:cNvPr id="9895" name="Heatmap cell r35 c72"/>
            <p:cNvSpPr/>
            <p:nvPr/>
          </p:nvSpPr>
          <p:spPr>
            <a:xfrm>
              <a:off x="1318143" y="933685"/>
              <a:ext cx="17140" cy="26609"/>
            </a:xfrm>
            <a:prstGeom prst="rect">
              <a:avLst/>
            </a:prstGeom>
            <a:solidFill>
              <a:srgbClr val="BACADB"/>
            </a:solidFill>
            <a:ln>
              <a:noFill/>
            </a:ln>
          </p:spPr>
        </p:sp>
        <p:sp>
          <p:nvSpPr>
            <p:cNvPr id="9896" name="Heatmap cell r35 c73"/>
            <p:cNvSpPr/>
            <p:nvPr/>
          </p:nvSpPr>
          <p:spPr>
            <a:xfrm>
              <a:off x="1335188" y="933685"/>
              <a:ext cx="19034" cy="26609"/>
            </a:xfrm>
            <a:prstGeom prst="rect">
              <a:avLst/>
            </a:prstGeom>
            <a:solidFill>
              <a:srgbClr val="C9D6E2"/>
            </a:solidFill>
            <a:ln>
              <a:noFill/>
            </a:ln>
          </p:spPr>
        </p:sp>
        <p:sp>
          <p:nvSpPr>
            <p:cNvPr id="9897" name="Heatmap cell r35 c74"/>
            <p:cNvSpPr/>
            <p:nvPr/>
          </p:nvSpPr>
          <p:spPr>
            <a:xfrm>
              <a:off x="1354127" y="933685"/>
              <a:ext cx="17140" cy="26609"/>
            </a:xfrm>
            <a:prstGeom prst="rect">
              <a:avLst/>
            </a:prstGeom>
            <a:solidFill>
              <a:srgbClr val="386896"/>
            </a:solidFill>
            <a:ln>
              <a:noFill/>
            </a:ln>
          </p:spPr>
        </p:sp>
        <p:sp>
          <p:nvSpPr>
            <p:cNvPr id="9898" name="Heatmap cell r35 c75"/>
            <p:cNvSpPr/>
            <p:nvPr/>
          </p:nvSpPr>
          <p:spPr>
            <a:xfrm>
              <a:off x="1371172" y="933685"/>
              <a:ext cx="19034" cy="26609"/>
            </a:xfrm>
            <a:prstGeom prst="rect">
              <a:avLst/>
            </a:prstGeom>
            <a:solidFill>
              <a:srgbClr val="D6E0EA"/>
            </a:solidFill>
            <a:ln>
              <a:noFill/>
            </a:ln>
          </p:spPr>
        </p:sp>
        <p:sp>
          <p:nvSpPr>
            <p:cNvPr id="9899" name="Heatmap cell r35 c76"/>
            <p:cNvSpPr/>
            <p:nvPr/>
          </p:nvSpPr>
          <p:spPr>
            <a:xfrm>
              <a:off x="1390110" y="933685"/>
              <a:ext cx="19034" cy="26609"/>
            </a:xfrm>
            <a:prstGeom prst="rect">
              <a:avLst/>
            </a:prstGeom>
            <a:solidFill>
              <a:srgbClr val="EEF3F6"/>
            </a:solidFill>
            <a:ln>
              <a:noFill/>
            </a:ln>
          </p:spPr>
        </p:sp>
        <p:sp>
          <p:nvSpPr>
            <p:cNvPr id="9900" name="Heatmap cell r35 c77"/>
            <p:cNvSpPr/>
            <p:nvPr/>
          </p:nvSpPr>
          <p:spPr>
            <a:xfrm>
              <a:off x="1409049" y="933685"/>
              <a:ext cx="17140" cy="26609"/>
            </a:xfrm>
            <a:prstGeom prst="rect">
              <a:avLst/>
            </a:prstGeom>
            <a:solidFill>
              <a:srgbClr val="F0F4F7"/>
            </a:solidFill>
            <a:ln>
              <a:noFill/>
            </a:ln>
          </p:spPr>
        </p:sp>
        <p:sp>
          <p:nvSpPr>
            <p:cNvPr id="9901" name="Heatmap cell r35 c78"/>
            <p:cNvSpPr/>
            <p:nvPr/>
          </p:nvSpPr>
          <p:spPr>
            <a:xfrm>
              <a:off x="1426094" y="933685"/>
              <a:ext cx="19034" cy="26609"/>
            </a:xfrm>
            <a:prstGeom prst="rect">
              <a:avLst/>
            </a:prstGeom>
            <a:solidFill>
              <a:srgbClr val="C4D2DF"/>
            </a:solidFill>
            <a:ln>
              <a:noFill/>
            </a:ln>
          </p:spPr>
        </p:sp>
        <p:sp>
          <p:nvSpPr>
            <p:cNvPr id="9902" name="Heatmap cell r35 c79"/>
            <p:cNvSpPr/>
            <p:nvPr/>
          </p:nvSpPr>
          <p:spPr>
            <a:xfrm>
              <a:off x="1445033" y="933685"/>
              <a:ext cx="17140" cy="26609"/>
            </a:xfrm>
            <a:prstGeom prst="rect">
              <a:avLst/>
            </a:prstGeom>
            <a:solidFill>
              <a:srgbClr val="A9BCD2"/>
            </a:solidFill>
            <a:ln>
              <a:noFill/>
            </a:ln>
          </p:spPr>
        </p:sp>
        <p:sp>
          <p:nvSpPr>
            <p:cNvPr id="9903" name="Heatmap cell r35 c80"/>
            <p:cNvSpPr/>
            <p:nvPr/>
          </p:nvSpPr>
          <p:spPr>
            <a:xfrm>
              <a:off x="1462078" y="933685"/>
              <a:ext cx="19034" cy="26609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9904" name="Heatmap cell r35 c81"/>
            <p:cNvSpPr/>
            <p:nvPr/>
          </p:nvSpPr>
          <p:spPr>
            <a:xfrm>
              <a:off x="1481017" y="933685"/>
              <a:ext cx="17140" cy="26609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9905" name="Heatmap cell r35 c82"/>
            <p:cNvSpPr/>
            <p:nvPr/>
          </p:nvSpPr>
          <p:spPr>
            <a:xfrm>
              <a:off x="1498062" y="933685"/>
              <a:ext cx="19034" cy="26609"/>
            </a:xfrm>
            <a:prstGeom prst="rect">
              <a:avLst/>
            </a:prstGeom>
            <a:solidFill>
              <a:srgbClr val="2C5F91"/>
            </a:solidFill>
            <a:ln>
              <a:noFill/>
            </a:ln>
          </p:spPr>
        </p:sp>
        <p:sp>
          <p:nvSpPr>
            <p:cNvPr id="9906" name="Heatmap cell r35 c83"/>
            <p:cNvSpPr/>
            <p:nvPr/>
          </p:nvSpPr>
          <p:spPr>
            <a:xfrm>
              <a:off x="1517001" y="933685"/>
              <a:ext cx="17140" cy="26609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9907" name="Heatmap cell r35 c84"/>
            <p:cNvSpPr/>
            <p:nvPr/>
          </p:nvSpPr>
          <p:spPr>
            <a:xfrm>
              <a:off x="1534046" y="933685"/>
              <a:ext cx="19034" cy="26609"/>
            </a:xfrm>
            <a:prstGeom prst="rect">
              <a:avLst/>
            </a:prstGeom>
            <a:solidFill>
              <a:srgbClr val="92ADC6"/>
            </a:solidFill>
            <a:ln>
              <a:noFill/>
            </a:ln>
          </p:spPr>
        </p:sp>
        <p:sp>
          <p:nvSpPr>
            <p:cNvPr id="9908" name="Heatmap cell r35 c85"/>
            <p:cNvSpPr/>
            <p:nvPr/>
          </p:nvSpPr>
          <p:spPr>
            <a:xfrm>
              <a:off x="1552984" y="933685"/>
              <a:ext cx="17140" cy="26609"/>
            </a:xfrm>
            <a:prstGeom prst="rect">
              <a:avLst/>
            </a:prstGeom>
            <a:solidFill>
              <a:srgbClr val="7D9DBA"/>
            </a:solidFill>
            <a:ln>
              <a:noFill/>
            </a:ln>
          </p:spPr>
        </p:sp>
        <p:sp>
          <p:nvSpPr>
            <p:cNvPr id="9909" name="Heatmap cell r35 c86"/>
            <p:cNvSpPr/>
            <p:nvPr/>
          </p:nvSpPr>
          <p:spPr>
            <a:xfrm>
              <a:off x="1570029" y="933685"/>
              <a:ext cx="19034" cy="26609"/>
            </a:xfrm>
            <a:prstGeom prst="rect">
              <a:avLst/>
            </a:prstGeom>
            <a:solidFill>
              <a:srgbClr val="F8F8FA"/>
            </a:solidFill>
            <a:ln>
              <a:noFill/>
            </a:ln>
          </p:spPr>
        </p:sp>
        <p:sp>
          <p:nvSpPr>
            <p:cNvPr id="9910" name="Heatmap cell r35 c87"/>
            <p:cNvSpPr/>
            <p:nvPr/>
          </p:nvSpPr>
          <p:spPr>
            <a:xfrm>
              <a:off x="1588968" y="933685"/>
              <a:ext cx="17140" cy="26609"/>
            </a:xfrm>
            <a:prstGeom prst="rect">
              <a:avLst/>
            </a:prstGeom>
            <a:solidFill>
              <a:srgbClr val="C4D2DF"/>
            </a:solidFill>
            <a:ln>
              <a:noFill/>
            </a:ln>
          </p:spPr>
        </p:sp>
        <p:sp>
          <p:nvSpPr>
            <p:cNvPr id="9911" name="Heatmap cell r35 c89"/>
            <p:cNvSpPr/>
            <p:nvPr/>
          </p:nvSpPr>
          <p:spPr>
            <a:xfrm>
              <a:off x="1624952" y="933685"/>
              <a:ext cx="19034" cy="26609"/>
            </a:xfrm>
            <a:prstGeom prst="rect">
              <a:avLst/>
            </a:prstGeom>
            <a:solidFill>
              <a:srgbClr val="B7C7D9"/>
            </a:solidFill>
            <a:ln>
              <a:noFill/>
            </a:ln>
          </p:spPr>
        </p:sp>
        <p:sp>
          <p:nvSpPr>
            <p:cNvPr id="9912" name="Heatmap cell r35 c90"/>
            <p:cNvSpPr/>
            <p:nvPr/>
          </p:nvSpPr>
          <p:spPr>
            <a:xfrm>
              <a:off x="1643891" y="933685"/>
              <a:ext cx="17140" cy="26609"/>
            </a:xfrm>
            <a:prstGeom prst="rect">
              <a:avLst/>
            </a:prstGeom>
            <a:solidFill>
              <a:srgbClr val="87A3C0"/>
            </a:solidFill>
            <a:ln>
              <a:noFill/>
            </a:ln>
          </p:spPr>
        </p:sp>
        <p:sp>
          <p:nvSpPr>
            <p:cNvPr id="9913" name="Heatmap cell r35 c91"/>
            <p:cNvSpPr/>
            <p:nvPr/>
          </p:nvSpPr>
          <p:spPr>
            <a:xfrm>
              <a:off x="1660936" y="933685"/>
              <a:ext cx="19034" cy="26609"/>
            </a:xfrm>
            <a:prstGeom prst="rect">
              <a:avLst/>
            </a:prstGeom>
            <a:solidFill>
              <a:srgbClr val="F7D9DB"/>
            </a:solidFill>
            <a:ln>
              <a:noFill/>
            </a:ln>
          </p:spPr>
        </p:sp>
        <p:sp>
          <p:nvSpPr>
            <p:cNvPr id="9914" name="Heatmap cell r35 c92"/>
            <p:cNvSpPr/>
            <p:nvPr/>
          </p:nvSpPr>
          <p:spPr>
            <a:xfrm>
              <a:off x="1679875" y="933685"/>
              <a:ext cx="17140" cy="26609"/>
            </a:xfrm>
            <a:prstGeom prst="rect">
              <a:avLst/>
            </a:prstGeom>
            <a:solidFill>
              <a:srgbClr val="F8E9EA"/>
            </a:solidFill>
            <a:ln>
              <a:noFill/>
            </a:ln>
          </p:spPr>
        </p:sp>
        <p:sp>
          <p:nvSpPr>
            <p:cNvPr id="9915" name="Heatmap cell r35 c93"/>
            <p:cNvSpPr/>
            <p:nvPr/>
          </p:nvSpPr>
          <p:spPr>
            <a:xfrm>
              <a:off x="1696920" y="933685"/>
              <a:ext cx="19034" cy="26609"/>
            </a:xfrm>
            <a:prstGeom prst="rect">
              <a:avLst/>
            </a:prstGeom>
            <a:solidFill>
              <a:srgbClr val="C3D1DF"/>
            </a:solidFill>
            <a:ln>
              <a:noFill/>
            </a:ln>
          </p:spPr>
        </p:sp>
        <p:sp>
          <p:nvSpPr>
            <p:cNvPr id="9916" name="Heatmap cell r35 c94"/>
            <p:cNvSpPr/>
            <p:nvPr/>
          </p:nvSpPr>
          <p:spPr>
            <a:xfrm>
              <a:off x="1715858" y="933685"/>
              <a:ext cx="17140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9917" name="Heatmap cell r35 c95"/>
            <p:cNvSpPr/>
            <p:nvPr/>
          </p:nvSpPr>
          <p:spPr>
            <a:xfrm>
              <a:off x="1732903" y="933685"/>
              <a:ext cx="19034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9918" name="Heatmap cell r35 c96"/>
            <p:cNvSpPr/>
            <p:nvPr/>
          </p:nvSpPr>
          <p:spPr>
            <a:xfrm>
              <a:off x="1751842" y="933685"/>
              <a:ext cx="17140" cy="26609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9919" name="Heatmap cell r35 c97"/>
            <p:cNvSpPr/>
            <p:nvPr/>
          </p:nvSpPr>
          <p:spPr>
            <a:xfrm>
              <a:off x="1768887" y="933685"/>
              <a:ext cx="19034" cy="26609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</p:sp>
        <p:sp>
          <p:nvSpPr>
            <p:cNvPr id="9920" name="Heatmap cell r35 c98"/>
            <p:cNvSpPr/>
            <p:nvPr/>
          </p:nvSpPr>
          <p:spPr>
            <a:xfrm>
              <a:off x="1787826" y="933685"/>
              <a:ext cx="17140" cy="26609"/>
            </a:xfrm>
            <a:prstGeom prst="rect">
              <a:avLst/>
            </a:prstGeom>
            <a:solidFill>
              <a:srgbClr val="F8DEE0"/>
            </a:solidFill>
            <a:ln>
              <a:noFill/>
            </a:ln>
          </p:spPr>
        </p:sp>
        <p:sp>
          <p:nvSpPr>
            <p:cNvPr id="9921" name="Heatmap cell r35 c99"/>
            <p:cNvSpPr/>
            <p:nvPr/>
          </p:nvSpPr>
          <p:spPr>
            <a:xfrm>
              <a:off x="1804871" y="933685"/>
              <a:ext cx="19034" cy="26609"/>
            </a:xfrm>
            <a:prstGeom prst="rect">
              <a:avLst/>
            </a:prstGeom>
            <a:solidFill>
              <a:srgbClr val="FBF1F3"/>
            </a:solidFill>
            <a:ln>
              <a:noFill/>
            </a:ln>
          </p:spPr>
        </p:sp>
        <p:sp>
          <p:nvSpPr>
            <p:cNvPr id="9922" name="Heatmap cell r35 c100"/>
            <p:cNvSpPr/>
            <p:nvPr/>
          </p:nvSpPr>
          <p:spPr>
            <a:xfrm>
              <a:off x="1823810" y="933685"/>
              <a:ext cx="17140" cy="26609"/>
            </a:xfrm>
            <a:prstGeom prst="rect">
              <a:avLst/>
            </a:prstGeom>
            <a:solidFill>
              <a:srgbClr val="DEE6EC"/>
            </a:solidFill>
            <a:ln>
              <a:noFill/>
            </a:ln>
          </p:spPr>
        </p:sp>
        <p:sp>
          <p:nvSpPr>
            <p:cNvPr id="9923" name="Heatmap cell r35 c101"/>
            <p:cNvSpPr/>
            <p:nvPr/>
          </p:nvSpPr>
          <p:spPr>
            <a:xfrm>
              <a:off x="1840855" y="933685"/>
              <a:ext cx="19034" cy="26609"/>
            </a:xfrm>
            <a:prstGeom prst="rect">
              <a:avLst/>
            </a:prstGeom>
            <a:solidFill>
              <a:srgbClr val="87A3C0"/>
            </a:solidFill>
            <a:ln>
              <a:noFill/>
            </a:ln>
          </p:spPr>
        </p:sp>
        <p:sp>
          <p:nvSpPr>
            <p:cNvPr id="9924" name="Heatmap cell r35 c102"/>
            <p:cNvSpPr/>
            <p:nvPr/>
          </p:nvSpPr>
          <p:spPr>
            <a:xfrm>
              <a:off x="1859794" y="933685"/>
              <a:ext cx="19034" cy="26609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9925" name="Heatmap cell r35 c103"/>
            <p:cNvSpPr/>
            <p:nvPr/>
          </p:nvSpPr>
          <p:spPr>
            <a:xfrm>
              <a:off x="1878732" y="933685"/>
              <a:ext cx="17140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9926" name="Heatmap cell r35 c104"/>
            <p:cNvSpPr/>
            <p:nvPr/>
          </p:nvSpPr>
          <p:spPr>
            <a:xfrm>
              <a:off x="1895777" y="933685"/>
              <a:ext cx="19034" cy="26609"/>
            </a:xfrm>
            <a:prstGeom prst="rect">
              <a:avLst/>
            </a:prstGeom>
            <a:solidFill>
              <a:srgbClr val="E9EDF3"/>
            </a:solidFill>
            <a:ln>
              <a:noFill/>
            </a:ln>
          </p:spPr>
        </p:sp>
        <p:sp>
          <p:nvSpPr>
            <p:cNvPr id="9927" name="Heatmap cell r35 c105"/>
            <p:cNvSpPr/>
            <p:nvPr/>
          </p:nvSpPr>
          <p:spPr>
            <a:xfrm>
              <a:off x="1914716" y="933685"/>
              <a:ext cx="17140" cy="26609"/>
            </a:xfrm>
            <a:prstGeom prst="rect">
              <a:avLst/>
            </a:prstGeom>
            <a:solidFill>
              <a:srgbClr val="F1C3C8"/>
            </a:solidFill>
            <a:ln>
              <a:noFill/>
            </a:ln>
          </p:spPr>
        </p:sp>
        <p:sp>
          <p:nvSpPr>
            <p:cNvPr id="9928" name="Heatmap cell r35 c106"/>
            <p:cNvSpPr/>
            <p:nvPr/>
          </p:nvSpPr>
          <p:spPr>
            <a:xfrm>
              <a:off x="1931761" y="933685"/>
              <a:ext cx="19034" cy="26609"/>
            </a:xfrm>
            <a:prstGeom prst="rect">
              <a:avLst/>
            </a:prstGeom>
            <a:solidFill>
              <a:srgbClr val="D6E0EA"/>
            </a:solidFill>
            <a:ln>
              <a:noFill/>
            </a:ln>
          </p:spPr>
        </p:sp>
        <p:sp>
          <p:nvSpPr>
            <p:cNvPr id="9929" name="Heatmap cell r35 c107"/>
            <p:cNvSpPr/>
            <p:nvPr/>
          </p:nvSpPr>
          <p:spPr>
            <a:xfrm>
              <a:off x="1950700" y="933685"/>
              <a:ext cx="17140" cy="26609"/>
            </a:xfrm>
            <a:prstGeom prst="rect">
              <a:avLst/>
            </a:prstGeom>
            <a:solidFill>
              <a:srgbClr val="E8ECF3"/>
            </a:solidFill>
            <a:ln>
              <a:noFill/>
            </a:ln>
          </p:spPr>
        </p:sp>
        <p:sp>
          <p:nvSpPr>
            <p:cNvPr id="9930" name="Heatmap cell r35 c108"/>
            <p:cNvSpPr/>
            <p:nvPr/>
          </p:nvSpPr>
          <p:spPr>
            <a:xfrm>
              <a:off x="1967745" y="933685"/>
              <a:ext cx="19034" cy="26609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9931" name="Heatmap cell r35 c109"/>
            <p:cNvSpPr/>
            <p:nvPr/>
          </p:nvSpPr>
          <p:spPr>
            <a:xfrm>
              <a:off x="1986684" y="933685"/>
              <a:ext cx="17140" cy="26609"/>
            </a:xfrm>
            <a:prstGeom prst="rect">
              <a:avLst/>
            </a:prstGeom>
            <a:solidFill>
              <a:srgbClr val="F7DCDF"/>
            </a:solidFill>
            <a:ln>
              <a:noFill/>
            </a:ln>
          </p:spPr>
        </p:sp>
        <p:sp>
          <p:nvSpPr>
            <p:cNvPr id="9932" name="Heatmap cell r35 c110"/>
            <p:cNvSpPr/>
            <p:nvPr/>
          </p:nvSpPr>
          <p:spPr>
            <a:xfrm>
              <a:off x="2003729" y="933685"/>
              <a:ext cx="19034" cy="26609"/>
            </a:xfrm>
            <a:prstGeom prst="rect">
              <a:avLst/>
            </a:prstGeom>
            <a:solidFill>
              <a:srgbClr val="F6D5D9"/>
            </a:solidFill>
            <a:ln>
              <a:noFill/>
            </a:ln>
          </p:spPr>
        </p:sp>
        <p:sp>
          <p:nvSpPr>
            <p:cNvPr id="9933" name="Heatmap cell r35 c111"/>
            <p:cNvSpPr/>
            <p:nvPr/>
          </p:nvSpPr>
          <p:spPr>
            <a:xfrm>
              <a:off x="2022668" y="933685"/>
              <a:ext cx="17140" cy="26609"/>
            </a:xfrm>
            <a:prstGeom prst="rect">
              <a:avLst/>
            </a:prstGeom>
            <a:solidFill>
              <a:srgbClr val="F0F4F7"/>
            </a:solidFill>
            <a:ln>
              <a:noFill/>
            </a:ln>
          </p:spPr>
        </p:sp>
        <p:sp>
          <p:nvSpPr>
            <p:cNvPr id="9934" name="Heatmap cell r35 c112"/>
            <p:cNvSpPr/>
            <p:nvPr/>
          </p:nvSpPr>
          <p:spPr>
            <a:xfrm>
              <a:off x="2039712" y="933685"/>
              <a:ext cx="19034" cy="26609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9935" name="Heatmap cell r35 c113"/>
            <p:cNvSpPr/>
            <p:nvPr/>
          </p:nvSpPr>
          <p:spPr>
            <a:xfrm>
              <a:off x="2058651" y="933685"/>
              <a:ext cx="17140" cy="26609"/>
            </a:xfrm>
            <a:prstGeom prst="rect">
              <a:avLst/>
            </a:prstGeom>
            <a:solidFill>
              <a:srgbClr val="EEF3F6"/>
            </a:solidFill>
            <a:ln>
              <a:noFill/>
            </a:ln>
          </p:spPr>
        </p:sp>
        <p:sp>
          <p:nvSpPr>
            <p:cNvPr id="9936" name="Heatmap cell r35 c114"/>
            <p:cNvSpPr/>
            <p:nvPr/>
          </p:nvSpPr>
          <p:spPr>
            <a:xfrm>
              <a:off x="2075696" y="933685"/>
              <a:ext cx="19034" cy="26609"/>
            </a:xfrm>
            <a:prstGeom prst="rect">
              <a:avLst/>
            </a:prstGeom>
            <a:solidFill>
              <a:srgbClr val="C4D2DF"/>
            </a:solidFill>
            <a:ln>
              <a:noFill/>
            </a:ln>
          </p:spPr>
        </p:sp>
        <p:sp>
          <p:nvSpPr>
            <p:cNvPr id="9937" name="Heatmap cell r35 c115"/>
            <p:cNvSpPr/>
            <p:nvPr/>
          </p:nvSpPr>
          <p:spPr>
            <a:xfrm>
              <a:off x="2094635" y="933685"/>
              <a:ext cx="19034" cy="26609"/>
            </a:xfrm>
            <a:prstGeom prst="rect">
              <a:avLst/>
            </a:prstGeom>
            <a:solidFill>
              <a:srgbClr val="89A6C2"/>
            </a:solidFill>
            <a:ln>
              <a:noFill/>
            </a:ln>
          </p:spPr>
        </p:sp>
        <p:sp>
          <p:nvSpPr>
            <p:cNvPr id="9938" name="Heatmap cell r35 c116"/>
            <p:cNvSpPr/>
            <p:nvPr/>
          </p:nvSpPr>
          <p:spPr>
            <a:xfrm>
              <a:off x="2113574" y="933685"/>
              <a:ext cx="17140" cy="26609"/>
            </a:xfrm>
            <a:prstGeom prst="rect">
              <a:avLst/>
            </a:prstGeom>
            <a:solidFill>
              <a:srgbClr val="E8ECF3"/>
            </a:solidFill>
            <a:ln>
              <a:noFill/>
            </a:ln>
          </p:spPr>
        </p:sp>
        <p:sp>
          <p:nvSpPr>
            <p:cNvPr id="9939" name="Heatmap cell r35 c117"/>
            <p:cNvSpPr/>
            <p:nvPr/>
          </p:nvSpPr>
          <p:spPr>
            <a:xfrm>
              <a:off x="2130619" y="933685"/>
              <a:ext cx="19034" cy="26609"/>
            </a:xfrm>
            <a:prstGeom prst="rect">
              <a:avLst/>
            </a:prstGeom>
            <a:solidFill>
              <a:srgbClr val="EFF3F7"/>
            </a:solidFill>
            <a:ln>
              <a:noFill/>
            </a:ln>
          </p:spPr>
        </p:sp>
        <p:sp>
          <p:nvSpPr>
            <p:cNvPr id="9940" name="Heatmap cell r35 c118"/>
            <p:cNvSpPr/>
            <p:nvPr/>
          </p:nvSpPr>
          <p:spPr>
            <a:xfrm>
              <a:off x="2149558" y="933685"/>
              <a:ext cx="17140" cy="26609"/>
            </a:xfrm>
            <a:prstGeom prst="rect">
              <a:avLst/>
            </a:prstGeom>
            <a:solidFill>
              <a:srgbClr val="B6C7D9"/>
            </a:solidFill>
            <a:ln>
              <a:noFill/>
            </a:ln>
          </p:spPr>
        </p:sp>
        <p:sp>
          <p:nvSpPr>
            <p:cNvPr id="9941" name="Heatmap cell r35 c119"/>
            <p:cNvSpPr/>
            <p:nvPr/>
          </p:nvSpPr>
          <p:spPr>
            <a:xfrm>
              <a:off x="2166603" y="933685"/>
              <a:ext cx="19034" cy="26609"/>
            </a:xfrm>
            <a:prstGeom prst="rect">
              <a:avLst/>
            </a:prstGeom>
            <a:solidFill>
              <a:srgbClr val="C7D4E1"/>
            </a:solidFill>
            <a:ln>
              <a:noFill/>
            </a:ln>
          </p:spPr>
        </p:sp>
        <p:sp>
          <p:nvSpPr>
            <p:cNvPr id="9942" name="Heatmap cell r35 c120"/>
            <p:cNvSpPr/>
            <p:nvPr/>
          </p:nvSpPr>
          <p:spPr>
            <a:xfrm>
              <a:off x="2185542" y="933685"/>
              <a:ext cx="17140" cy="26609"/>
            </a:xfrm>
            <a:prstGeom prst="rect">
              <a:avLst/>
            </a:prstGeom>
            <a:solidFill>
              <a:srgbClr val="EDACB3"/>
            </a:solidFill>
            <a:ln>
              <a:noFill/>
            </a:ln>
          </p:spPr>
        </p:sp>
        <p:sp>
          <p:nvSpPr>
            <p:cNvPr id="9943" name="Heatmap cell r35 c122"/>
            <p:cNvSpPr/>
            <p:nvPr/>
          </p:nvSpPr>
          <p:spPr>
            <a:xfrm>
              <a:off x="2221525" y="933685"/>
              <a:ext cx="17140" cy="26609"/>
            </a:xfrm>
            <a:prstGeom prst="rect">
              <a:avLst/>
            </a:prstGeom>
            <a:solidFill>
              <a:srgbClr val="CFDBE6"/>
            </a:solidFill>
            <a:ln>
              <a:noFill/>
            </a:ln>
          </p:spPr>
        </p:sp>
        <p:sp>
          <p:nvSpPr>
            <p:cNvPr id="9944" name="Heatmap cell r35 c123"/>
            <p:cNvSpPr/>
            <p:nvPr/>
          </p:nvSpPr>
          <p:spPr>
            <a:xfrm>
              <a:off x="2238570" y="933685"/>
              <a:ext cx="19034" cy="26609"/>
            </a:xfrm>
            <a:prstGeom prst="rect">
              <a:avLst/>
            </a:prstGeom>
            <a:solidFill>
              <a:srgbClr val="D2DDE7"/>
            </a:solidFill>
            <a:ln>
              <a:noFill/>
            </a:ln>
          </p:spPr>
        </p:sp>
        <p:sp>
          <p:nvSpPr>
            <p:cNvPr id="9945" name="Heatmap cell r35 c124"/>
            <p:cNvSpPr/>
            <p:nvPr/>
          </p:nvSpPr>
          <p:spPr>
            <a:xfrm>
              <a:off x="2257509" y="933685"/>
              <a:ext cx="17140" cy="26609"/>
            </a:xfrm>
            <a:prstGeom prst="rect">
              <a:avLst/>
            </a:prstGeom>
            <a:solidFill>
              <a:srgbClr val="FBF3F4"/>
            </a:solidFill>
            <a:ln>
              <a:noFill/>
            </a:ln>
          </p:spPr>
        </p:sp>
        <p:sp>
          <p:nvSpPr>
            <p:cNvPr id="9946" name="Heatmap cell r35 c125"/>
            <p:cNvSpPr/>
            <p:nvPr/>
          </p:nvSpPr>
          <p:spPr>
            <a:xfrm>
              <a:off x="2274554" y="933685"/>
              <a:ext cx="19034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9947" name="Heatmap cell r35 c126"/>
            <p:cNvSpPr/>
            <p:nvPr/>
          </p:nvSpPr>
          <p:spPr>
            <a:xfrm>
              <a:off x="2293493" y="933685"/>
              <a:ext cx="17140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9948" name="Heatmap cell r35 c127"/>
            <p:cNvSpPr/>
            <p:nvPr/>
          </p:nvSpPr>
          <p:spPr>
            <a:xfrm>
              <a:off x="2310538" y="933685"/>
              <a:ext cx="19034" cy="26609"/>
            </a:xfrm>
            <a:prstGeom prst="rect">
              <a:avLst/>
            </a:prstGeom>
            <a:solidFill>
              <a:srgbClr val="F8E9EA"/>
            </a:solidFill>
            <a:ln>
              <a:noFill/>
            </a:ln>
          </p:spPr>
        </p:sp>
        <p:sp>
          <p:nvSpPr>
            <p:cNvPr id="9949" name="Heatmap cell r35 c128"/>
            <p:cNvSpPr/>
            <p:nvPr/>
          </p:nvSpPr>
          <p:spPr>
            <a:xfrm>
              <a:off x="2329477" y="933685"/>
              <a:ext cx="19034" cy="26609"/>
            </a:xfrm>
            <a:prstGeom prst="rect">
              <a:avLst/>
            </a:prstGeom>
            <a:solidFill>
              <a:srgbClr val="FCF7F7"/>
            </a:solidFill>
            <a:ln>
              <a:noFill/>
            </a:ln>
          </p:spPr>
        </p:sp>
        <p:sp>
          <p:nvSpPr>
            <p:cNvPr id="9950" name="Heatmap cell r35 c129"/>
            <p:cNvSpPr/>
            <p:nvPr/>
          </p:nvSpPr>
          <p:spPr>
            <a:xfrm>
              <a:off x="2348416" y="933685"/>
              <a:ext cx="17140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9951" name="Heatmap cell r35 c130"/>
            <p:cNvSpPr/>
            <p:nvPr/>
          </p:nvSpPr>
          <p:spPr>
            <a:xfrm>
              <a:off x="2365460" y="933685"/>
              <a:ext cx="19034" cy="26609"/>
            </a:xfrm>
            <a:prstGeom prst="rect">
              <a:avLst/>
            </a:prstGeom>
            <a:solidFill>
              <a:srgbClr val="E6EBF1"/>
            </a:solidFill>
            <a:ln>
              <a:noFill/>
            </a:ln>
          </p:spPr>
        </p:sp>
        <p:sp>
          <p:nvSpPr>
            <p:cNvPr id="9952" name="Heatmap cell r35 c131"/>
            <p:cNvSpPr/>
            <p:nvPr/>
          </p:nvSpPr>
          <p:spPr>
            <a:xfrm>
              <a:off x="2384399" y="933685"/>
              <a:ext cx="17140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9953" name="Heatmap cell r35 c132"/>
            <p:cNvSpPr/>
            <p:nvPr/>
          </p:nvSpPr>
          <p:spPr>
            <a:xfrm>
              <a:off x="2401444" y="933685"/>
              <a:ext cx="19034" cy="26609"/>
            </a:xfrm>
            <a:prstGeom prst="rect">
              <a:avLst/>
            </a:prstGeom>
            <a:solidFill>
              <a:srgbClr val="B1C4D5"/>
            </a:solidFill>
            <a:ln>
              <a:noFill/>
            </a:ln>
          </p:spPr>
        </p:sp>
        <p:sp>
          <p:nvSpPr>
            <p:cNvPr id="9954" name="Heatmap cell r35 c133"/>
            <p:cNvSpPr/>
            <p:nvPr/>
          </p:nvSpPr>
          <p:spPr>
            <a:xfrm>
              <a:off x="2420383" y="933685"/>
              <a:ext cx="17140" cy="26609"/>
            </a:xfrm>
            <a:prstGeom prst="rect">
              <a:avLst/>
            </a:prstGeom>
            <a:solidFill>
              <a:srgbClr val="F3C6CB"/>
            </a:solidFill>
            <a:ln>
              <a:noFill/>
            </a:ln>
          </p:spPr>
        </p:sp>
        <p:sp>
          <p:nvSpPr>
            <p:cNvPr id="9955" name="Heatmap cell r35 c134"/>
            <p:cNvSpPr/>
            <p:nvPr/>
          </p:nvSpPr>
          <p:spPr>
            <a:xfrm>
              <a:off x="2437428" y="933685"/>
              <a:ext cx="19034" cy="26609"/>
            </a:xfrm>
            <a:prstGeom prst="rect">
              <a:avLst/>
            </a:prstGeom>
            <a:solidFill>
              <a:srgbClr val="C8D5E2"/>
            </a:solidFill>
            <a:ln>
              <a:noFill/>
            </a:ln>
          </p:spPr>
        </p:sp>
        <p:sp>
          <p:nvSpPr>
            <p:cNvPr id="9956" name="Heatmap cell r35 c135"/>
            <p:cNvSpPr/>
            <p:nvPr/>
          </p:nvSpPr>
          <p:spPr>
            <a:xfrm>
              <a:off x="2456367" y="933685"/>
              <a:ext cx="17140" cy="26609"/>
            </a:xfrm>
            <a:prstGeom prst="rect">
              <a:avLst/>
            </a:prstGeom>
            <a:solidFill>
              <a:srgbClr val="92ADC6"/>
            </a:solidFill>
            <a:ln>
              <a:noFill/>
            </a:ln>
          </p:spPr>
        </p:sp>
        <p:sp>
          <p:nvSpPr>
            <p:cNvPr id="9957" name="Heatmap cell r35 c136"/>
            <p:cNvSpPr/>
            <p:nvPr/>
          </p:nvSpPr>
          <p:spPr>
            <a:xfrm>
              <a:off x="2473412" y="933685"/>
              <a:ext cx="19034" cy="26609"/>
            </a:xfrm>
            <a:prstGeom prst="rect">
              <a:avLst/>
            </a:prstGeom>
            <a:solidFill>
              <a:srgbClr val="FCF8F9"/>
            </a:solidFill>
            <a:ln>
              <a:noFill/>
            </a:ln>
          </p:spPr>
        </p:sp>
        <p:sp>
          <p:nvSpPr>
            <p:cNvPr id="9958" name="Heatmap cell r35 c137"/>
            <p:cNvSpPr/>
            <p:nvPr/>
          </p:nvSpPr>
          <p:spPr>
            <a:xfrm>
              <a:off x="2492351" y="933685"/>
              <a:ext cx="17140" cy="26609"/>
            </a:xfrm>
            <a:prstGeom prst="rect">
              <a:avLst/>
            </a:prstGeom>
            <a:solidFill>
              <a:srgbClr val="F7DADC"/>
            </a:solidFill>
            <a:ln>
              <a:noFill/>
            </a:ln>
          </p:spPr>
        </p:sp>
        <p:sp>
          <p:nvSpPr>
            <p:cNvPr id="9959" name="Heatmap cell r35 c138"/>
            <p:cNvSpPr/>
            <p:nvPr/>
          </p:nvSpPr>
          <p:spPr>
            <a:xfrm>
              <a:off x="2509396" y="933685"/>
              <a:ext cx="19034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9960" name="Heatmap cell r35 c139"/>
            <p:cNvSpPr/>
            <p:nvPr/>
          </p:nvSpPr>
          <p:spPr>
            <a:xfrm>
              <a:off x="2528334" y="933685"/>
              <a:ext cx="17140" cy="26609"/>
            </a:xfrm>
            <a:prstGeom prst="rect">
              <a:avLst/>
            </a:prstGeom>
            <a:solidFill>
              <a:srgbClr val="EBEFF5"/>
            </a:solidFill>
            <a:ln>
              <a:noFill/>
            </a:ln>
          </p:spPr>
        </p:sp>
        <p:sp>
          <p:nvSpPr>
            <p:cNvPr id="9961" name="Heatmap cell r35 c140"/>
            <p:cNvSpPr/>
            <p:nvPr/>
          </p:nvSpPr>
          <p:spPr>
            <a:xfrm>
              <a:off x="2545379" y="933685"/>
              <a:ext cx="19034" cy="26609"/>
            </a:xfrm>
            <a:prstGeom prst="rect">
              <a:avLst/>
            </a:prstGeom>
            <a:solidFill>
              <a:srgbClr val="F3C5CA"/>
            </a:solidFill>
            <a:ln>
              <a:noFill/>
            </a:ln>
          </p:spPr>
        </p:sp>
        <p:sp>
          <p:nvSpPr>
            <p:cNvPr id="9962" name="Heatmap cell r35 c141"/>
            <p:cNvSpPr/>
            <p:nvPr/>
          </p:nvSpPr>
          <p:spPr>
            <a:xfrm>
              <a:off x="2564318" y="933685"/>
              <a:ext cx="19034" cy="26609"/>
            </a:xfrm>
            <a:prstGeom prst="rect">
              <a:avLst/>
            </a:prstGeom>
            <a:solidFill>
              <a:srgbClr val="C6D4E1"/>
            </a:solidFill>
            <a:ln>
              <a:noFill/>
            </a:ln>
          </p:spPr>
        </p:sp>
        <p:sp>
          <p:nvSpPr>
            <p:cNvPr id="9963" name="Heatmap cell r35 c142"/>
            <p:cNvSpPr/>
            <p:nvPr/>
          </p:nvSpPr>
          <p:spPr>
            <a:xfrm>
              <a:off x="2583257" y="933685"/>
              <a:ext cx="17140" cy="26609"/>
            </a:xfrm>
            <a:prstGeom prst="rect">
              <a:avLst/>
            </a:prstGeom>
            <a:solidFill>
              <a:srgbClr val="E2EAEF"/>
            </a:solidFill>
            <a:ln>
              <a:noFill/>
            </a:ln>
          </p:spPr>
        </p:sp>
        <p:sp>
          <p:nvSpPr>
            <p:cNvPr id="9964" name="Heatmap cell r35 c143"/>
            <p:cNvSpPr/>
            <p:nvPr/>
          </p:nvSpPr>
          <p:spPr>
            <a:xfrm>
              <a:off x="2600302" y="933685"/>
              <a:ext cx="19034" cy="26609"/>
            </a:xfrm>
            <a:prstGeom prst="rect">
              <a:avLst/>
            </a:prstGeom>
            <a:solidFill>
              <a:srgbClr val="9AB3C9"/>
            </a:solidFill>
            <a:ln>
              <a:noFill/>
            </a:ln>
          </p:spPr>
        </p:sp>
        <p:sp>
          <p:nvSpPr>
            <p:cNvPr id="9965" name="Heatmap cell r35 c144"/>
            <p:cNvSpPr/>
            <p:nvPr/>
          </p:nvSpPr>
          <p:spPr>
            <a:xfrm>
              <a:off x="2619241" y="933685"/>
              <a:ext cx="17140" cy="26609"/>
            </a:xfrm>
            <a:prstGeom prst="rect">
              <a:avLst/>
            </a:prstGeom>
            <a:solidFill>
              <a:srgbClr val="F0F5F8"/>
            </a:solidFill>
            <a:ln>
              <a:noFill/>
            </a:ln>
          </p:spPr>
        </p:sp>
        <p:sp>
          <p:nvSpPr>
            <p:cNvPr id="9966" name="Heatmap cell r35 c145"/>
            <p:cNvSpPr/>
            <p:nvPr/>
          </p:nvSpPr>
          <p:spPr>
            <a:xfrm>
              <a:off x="2636286" y="933685"/>
              <a:ext cx="19034" cy="26609"/>
            </a:xfrm>
            <a:prstGeom prst="rect">
              <a:avLst/>
            </a:prstGeom>
            <a:solidFill>
              <a:srgbClr val="E06E79"/>
            </a:solidFill>
            <a:ln>
              <a:noFill/>
            </a:ln>
          </p:spPr>
        </p:sp>
        <p:sp>
          <p:nvSpPr>
            <p:cNvPr id="9967" name="Heatmap cell r35 c146"/>
            <p:cNvSpPr/>
            <p:nvPr/>
          </p:nvSpPr>
          <p:spPr>
            <a:xfrm>
              <a:off x="2655225" y="933685"/>
              <a:ext cx="17140" cy="26609"/>
            </a:xfrm>
            <a:prstGeom prst="rect">
              <a:avLst/>
            </a:prstGeom>
            <a:solidFill>
              <a:srgbClr val="EBF0F6"/>
            </a:solidFill>
            <a:ln>
              <a:noFill/>
            </a:ln>
          </p:spPr>
        </p:sp>
        <p:sp>
          <p:nvSpPr>
            <p:cNvPr id="9968" name="Heatmap cell r35 c147"/>
            <p:cNvSpPr/>
            <p:nvPr/>
          </p:nvSpPr>
          <p:spPr>
            <a:xfrm>
              <a:off x="2672270" y="933685"/>
              <a:ext cx="19034" cy="26609"/>
            </a:xfrm>
            <a:prstGeom prst="rect">
              <a:avLst/>
            </a:prstGeom>
            <a:solidFill>
              <a:srgbClr val="E2EAEF"/>
            </a:solidFill>
            <a:ln>
              <a:noFill/>
            </a:ln>
          </p:spPr>
        </p:sp>
        <p:sp>
          <p:nvSpPr>
            <p:cNvPr id="9969" name="Heatmap cell r35 c148"/>
            <p:cNvSpPr/>
            <p:nvPr/>
          </p:nvSpPr>
          <p:spPr>
            <a:xfrm>
              <a:off x="2691208" y="933685"/>
              <a:ext cx="17140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9970" name="Heatmap cell r35 c149"/>
            <p:cNvSpPr/>
            <p:nvPr/>
          </p:nvSpPr>
          <p:spPr>
            <a:xfrm>
              <a:off x="2708253" y="933685"/>
              <a:ext cx="19034" cy="26609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9971" name="Heatmap cell r35 c150"/>
            <p:cNvSpPr/>
            <p:nvPr/>
          </p:nvSpPr>
          <p:spPr>
            <a:xfrm>
              <a:off x="2727192" y="933685"/>
              <a:ext cx="17140" cy="26609"/>
            </a:xfrm>
            <a:prstGeom prst="rect">
              <a:avLst/>
            </a:prstGeom>
            <a:solidFill>
              <a:srgbClr val="FBF5F5"/>
            </a:solidFill>
            <a:ln>
              <a:noFill/>
            </a:ln>
          </p:spPr>
        </p:sp>
        <p:sp>
          <p:nvSpPr>
            <p:cNvPr id="9972" name="Heatmap cell r35 c151"/>
            <p:cNvSpPr/>
            <p:nvPr/>
          </p:nvSpPr>
          <p:spPr>
            <a:xfrm>
              <a:off x="2744237" y="933685"/>
              <a:ext cx="19034" cy="26609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9973" name="Heatmap cell r35 c152"/>
            <p:cNvSpPr/>
            <p:nvPr/>
          </p:nvSpPr>
          <p:spPr>
            <a:xfrm>
              <a:off x="2763176" y="933685"/>
              <a:ext cx="17140" cy="26609"/>
            </a:xfrm>
            <a:prstGeom prst="rect">
              <a:avLst/>
            </a:prstGeom>
            <a:solidFill>
              <a:srgbClr val="F4CDD0"/>
            </a:solidFill>
            <a:ln>
              <a:noFill/>
            </a:ln>
          </p:spPr>
        </p:sp>
        <p:sp>
          <p:nvSpPr>
            <p:cNvPr id="9974" name="Heatmap cell r35 c153"/>
            <p:cNvSpPr/>
            <p:nvPr/>
          </p:nvSpPr>
          <p:spPr>
            <a:xfrm>
              <a:off x="2780221" y="933685"/>
              <a:ext cx="19034" cy="26609"/>
            </a:xfrm>
            <a:prstGeom prst="rect">
              <a:avLst/>
            </a:prstGeom>
            <a:solidFill>
              <a:srgbClr val="FBF1F3"/>
            </a:solidFill>
            <a:ln>
              <a:noFill/>
            </a:ln>
          </p:spPr>
        </p:sp>
        <p:sp>
          <p:nvSpPr>
            <p:cNvPr id="9975" name="Heatmap cell r35 c154"/>
            <p:cNvSpPr/>
            <p:nvPr/>
          </p:nvSpPr>
          <p:spPr>
            <a:xfrm>
              <a:off x="2799160" y="933685"/>
              <a:ext cx="17140" cy="26609"/>
            </a:xfrm>
            <a:prstGeom prst="rect">
              <a:avLst/>
            </a:prstGeom>
            <a:solidFill>
              <a:srgbClr val="809EBB"/>
            </a:solidFill>
            <a:ln>
              <a:noFill/>
            </a:ln>
          </p:spPr>
        </p:sp>
        <p:sp>
          <p:nvSpPr>
            <p:cNvPr id="9976" name="Heatmap cell r35 c155"/>
            <p:cNvSpPr/>
            <p:nvPr/>
          </p:nvSpPr>
          <p:spPr>
            <a:xfrm>
              <a:off x="2816205" y="933685"/>
              <a:ext cx="19034" cy="26609"/>
            </a:xfrm>
            <a:prstGeom prst="rect">
              <a:avLst/>
            </a:prstGeom>
            <a:solidFill>
              <a:srgbClr val="E9EEF4"/>
            </a:solidFill>
            <a:ln>
              <a:noFill/>
            </a:ln>
          </p:spPr>
        </p:sp>
        <p:sp>
          <p:nvSpPr>
            <p:cNvPr id="9977" name="Heatmap cell r35 c156"/>
            <p:cNvSpPr/>
            <p:nvPr/>
          </p:nvSpPr>
          <p:spPr>
            <a:xfrm>
              <a:off x="2835144" y="933685"/>
              <a:ext cx="19034" cy="26609"/>
            </a:xfrm>
            <a:prstGeom prst="rect">
              <a:avLst/>
            </a:prstGeom>
            <a:solidFill>
              <a:srgbClr val="ADC2D4"/>
            </a:solidFill>
            <a:ln>
              <a:noFill/>
            </a:ln>
          </p:spPr>
        </p:sp>
        <p:sp>
          <p:nvSpPr>
            <p:cNvPr id="9978" name="Heatmap cell r35 c157"/>
            <p:cNvSpPr/>
            <p:nvPr/>
          </p:nvSpPr>
          <p:spPr>
            <a:xfrm>
              <a:off x="2854082" y="933685"/>
              <a:ext cx="17140" cy="26609"/>
            </a:xfrm>
            <a:prstGeom prst="rect">
              <a:avLst/>
            </a:prstGeom>
            <a:solidFill>
              <a:srgbClr val="E9EEF4"/>
            </a:solidFill>
            <a:ln>
              <a:noFill/>
            </a:ln>
          </p:spPr>
        </p:sp>
        <p:sp>
          <p:nvSpPr>
            <p:cNvPr id="9979" name="Heatmap cell r35 c158"/>
            <p:cNvSpPr/>
            <p:nvPr/>
          </p:nvSpPr>
          <p:spPr>
            <a:xfrm>
              <a:off x="2871127" y="933685"/>
              <a:ext cx="19034" cy="26609"/>
            </a:xfrm>
            <a:prstGeom prst="rect">
              <a:avLst/>
            </a:prstGeom>
            <a:solidFill>
              <a:srgbClr val="FBF5F5"/>
            </a:solidFill>
            <a:ln>
              <a:noFill/>
            </a:ln>
          </p:spPr>
        </p:sp>
        <p:sp>
          <p:nvSpPr>
            <p:cNvPr id="9980" name="Heatmap cell r35 c159"/>
            <p:cNvSpPr/>
            <p:nvPr/>
          </p:nvSpPr>
          <p:spPr>
            <a:xfrm>
              <a:off x="2890066" y="933685"/>
              <a:ext cx="17140" cy="26609"/>
            </a:xfrm>
            <a:prstGeom prst="rect">
              <a:avLst/>
            </a:prstGeom>
            <a:solidFill>
              <a:srgbClr val="F8E1E3"/>
            </a:solidFill>
            <a:ln>
              <a:noFill/>
            </a:ln>
          </p:spPr>
        </p:sp>
        <p:sp>
          <p:nvSpPr>
            <p:cNvPr id="9981" name="Heatmap cell r35 c160"/>
            <p:cNvSpPr/>
            <p:nvPr/>
          </p:nvSpPr>
          <p:spPr>
            <a:xfrm>
              <a:off x="2907111" y="933685"/>
              <a:ext cx="19034" cy="26609"/>
            </a:xfrm>
            <a:prstGeom prst="rect">
              <a:avLst/>
            </a:prstGeom>
            <a:solidFill>
              <a:srgbClr val="ECF0F6"/>
            </a:solidFill>
            <a:ln>
              <a:noFill/>
            </a:ln>
          </p:spPr>
        </p:sp>
        <p:sp>
          <p:nvSpPr>
            <p:cNvPr id="9982" name="Heatmap cell r35 c161"/>
            <p:cNvSpPr/>
            <p:nvPr/>
          </p:nvSpPr>
          <p:spPr>
            <a:xfrm>
              <a:off x="2926050" y="933685"/>
              <a:ext cx="17140" cy="26609"/>
            </a:xfrm>
            <a:prstGeom prst="rect">
              <a:avLst/>
            </a:prstGeom>
            <a:solidFill>
              <a:srgbClr val="EDAEB5"/>
            </a:solidFill>
            <a:ln>
              <a:noFill/>
            </a:ln>
          </p:spPr>
        </p:sp>
        <p:sp>
          <p:nvSpPr>
            <p:cNvPr id="9983" name="Heatmap cell r35 c162"/>
            <p:cNvSpPr/>
            <p:nvPr/>
          </p:nvSpPr>
          <p:spPr>
            <a:xfrm>
              <a:off x="2943095" y="933685"/>
              <a:ext cx="19034" cy="26609"/>
            </a:xfrm>
            <a:prstGeom prst="rect">
              <a:avLst/>
            </a:prstGeom>
            <a:solidFill>
              <a:srgbClr val="E9979F"/>
            </a:solidFill>
            <a:ln>
              <a:noFill/>
            </a:ln>
          </p:spPr>
        </p:sp>
        <p:sp>
          <p:nvSpPr>
            <p:cNvPr id="9984" name="Heatmap cell r35 c163"/>
            <p:cNvSpPr/>
            <p:nvPr/>
          </p:nvSpPr>
          <p:spPr>
            <a:xfrm>
              <a:off x="2962034" y="933685"/>
              <a:ext cx="17140" cy="26609"/>
            </a:xfrm>
            <a:prstGeom prst="rect">
              <a:avLst/>
            </a:prstGeom>
            <a:solidFill>
              <a:srgbClr val="ECACB1"/>
            </a:solidFill>
            <a:ln>
              <a:noFill/>
            </a:ln>
          </p:spPr>
        </p:sp>
        <p:sp>
          <p:nvSpPr>
            <p:cNvPr id="9985" name="Heatmap cell r35 c164"/>
            <p:cNvSpPr/>
            <p:nvPr/>
          </p:nvSpPr>
          <p:spPr>
            <a:xfrm>
              <a:off x="2979079" y="933685"/>
              <a:ext cx="19034" cy="26609"/>
            </a:xfrm>
            <a:prstGeom prst="rect">
              <a:avLst/>
            </a:prstGeom>
            <a:solidFill>
              <a:srgbClr val="EBA6AC"/>
            </a:solidFill>
            <a:ln>
              <a:noFill/>
            </a:ln>
          </p:spPr>
        </p:sp>
        <p:sp>
          <p:nvSpPr>
            <p:cNvPr id="9986" name="Heatmap cell r35 c165"/>
            <p:cNvSpPr/>
            <p:nvPr/>
          </p:nvSpPr>
          <p:spPr>
            <a:xfrm>
              <a:off x="2998018" y="933685"/>
              <a:ext cx="17140" cy="26609"/>
            </a:xfrm>
            <a:prstGeom prst="rect">
              <a:avLst/>
            </a:prstGeom>
            <a:solidFill>
              <a:srgbClr val="ECACB1"/>
            </a:solidFill>
            <a:ln>
              <a:noFill/>
            </a:ln>
          </p:spPr>
        </p:sp>
        <p:sp>
          <p:nvSpPr>
            <p:cNvPr id="9987" name="Heatmap cell r35 c166"/>
            <p:cNvSpPr/>
            <p:nvPr/>
          </p:nvSpPr>
          <p:spPr>
            <a:xfrm>
              <a:off x="3015062" y="933685"/>
              <a:ext cx="19034" cy="26609"/>
            </a:xfrm>
            <a:prstGeom prst="rect">
              <a:avLst/>
            </a:prstGeom>
            <a:solidFill>
              <a:srgbClr val="EDAFB5"/>
            </a:solidFill>
            <a:ln>
              <a:noFill/>
            </a:ln>
          </p:spPr>
        </p:sp>
        <p:sp>
          <p:nvSpPr>
            <p:cNvPr id="9988" name="Heatmap cell r35 c167"/>
            <p:cNvSpPr/>
            <p:nvPr/>
          </p:nvSpPr>
          <p:spPr>
            <a:xfrm>
              <a:off x="3034001" y="933685"/>
              <a:ext cx="17140" cy="26609"/>
            </a:xfrm>
            <a:prstGeom prst="rect">
              <a:avLst/>
            </a:prstGeom>
            <a:solidFill>
              <a:srgbClr val="EBA4AC"/>
            </a:solidFill>
            <a:ln>
              <a:noFill/>
            </a:ln>
          </p:spPr>
        </p:sp>
        <p:sp>
          <p:nvSpPr>
            <p:cNvPr id="9989" name="Heatmap cell r35 c168"/>
            <p:cNvSpPr/>
            <p:nvPr/>
          </p:nvSpPr>
          <p:spPr>
            <a:xfrm>
              <a:off x="3051046" y="933685"/>
              <a:ext cx="19034" cy="26609"/>
            </a:xfrm>
            <a:prstGeom prst="rect">
              <a:avLst/>
            </a:prstGeom>
            <a:solidFill>
              <a:srgbClr val="FBF3F4"/>
            </a:solidFill>
            <a:ln>
              <a:noFill/>
            </a:ln>
          </p:spPr>
        </p:sp>
        <p:sp>
          <p:nvSpPr>
            <p:cNvPr id="9990" name="Heatmap cell r35 c169"/>
            <p:cNvSpPr/>
            <p:nvPr/>
          </p:nvSpPr>
          <p:spPr>
            <a:xfrm>
              <a:off x="3069985" y="933685"/>
              <a:ext cx="19034" cy="26609"/>
            </a:xfrm>
            <a:prstGeom prst="rect">
              <a:avLst/>
            </a:prstGeom>
            <a:solidFill>
              <a:srgbClr val="F3C6CB"/>
            </a:solidFill>
            <a:ln>
              <a:noFill/>
            </a:ln>
          </p:spPr>
        </p:sp>
        <p:sp>
          <p:nvSpPr>
            <p:cNvPr id="9991" name="Heatmap cell r35 c170"/>
            <p:cNvSpPr/>
            <p:nvPr/>
          </p:nvSpPr>
          <p:spPr>
            <a:xfrm>
              <a:off x="3088924" y="933685"/>
              <a:ext cx="17140" cy="26609"/>
            </a:xfrm>
            <a:prstGeom prst="rect">
              <a:avLst/>
            </a:prstGeom>
            <a:solidFill>
              <a:srgbClr val="EA949C"/>
            </a:solidFill>
            <a:ln>
              <a:noFill/>
            </a:ln>
          </p:spPr>
        </p:sp>
        <p:sp>
          <p:nvSpPr>
            <p:cNvPr id="9992" name="Heatmap cell r35 c171"/>
            <p:cNvSpPr/>
            <p:nvPr/>
          </p:nvSpPr>
          <p:spPr>
            <a:xfrm>
              <a:off x="3105969" y="933685"/>
              <a:ext cx="19034" cy="26609"/>
            </a:xfrm>
            <a:prstGeom prst="rect">
              <a:avLst/>
            </a:prstGeom>
            <a:solidFill>
              <a:srgbClr val="EEB1B8"/>
            </a:solidFill>
            <a:ln>
              <a:noFill/>
            </a:ln>
          </p:spPr>
        </p:sp>
        <p:sp>
          <p:nvSpPr>
            <p:cNvPr id="9993" name="Heatmap cell r35 c172"/>
            <p:cNvSpPr/>
            <p:nvPr/>
          </p:nvSpPr>
          <p:spPr>
            <a:xfrm>
              <a:off x="3124908" y="933685"/>
              <a:ext cx="17140" cy="26609"/>
            </a:xfrm>
            <a:prstGeom prst="rect">
              <a:avLst/>
            </a:prstGeom>
            <a:solidFill>
              <a:srgbClr val="E27884"/>
            </a:solidFill>
            <a:ln>
              <a:noFill/>
            </a:ln>
          </p:spPr>
        </p:sp>
        <p:sp>
          <p:nvSpPr>
            <p:cNvPr id="9994" name="Heatmap cell r35 c173"/>
            <p:cNvSpPr/>
            <p:nvPr/>
          </p:nvSpPr>
          <p:spPr>
            <a:xfrm>
              <a:off x="3141953" y="933685"/>
              <a:ext cx="19034" cy="26609"/>
            </a:xfrm>
            <a:prstGeom prst="rect">
              <a:avLst/>
            </a:prstGeom>
            <a:solidFill>
              <a:srgbClr val="E4828A"/>
            </a:solidFill>
            <a:ln>
              <a:noFill/>
            </a:ln>
          </p:spPr>
        </p:sp>
        <p:sp>
          <p:nvSpPr>
            <p:cNvPr id="9995" name="Heatmap cell r35 c174"/>
            <p:cNvSpPr/>
            <p:nvPr/>
          </p:nvSpPr>
          <p:spPr>
            <a:xfrm>
              <a:off x="3160892" y="933685"/>
              <a:ext cx="17140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9996" name="Heatmap cell r35 c175"/>
            <p:cNvSpPr/>
            <p:nvPr/>
          </p:nvSpPr>
          <p:spPr>
            <a:xfrm>
              <a:off x="3177936" y="933685"/>
              <a:ext cx="19034" cy="26609"/>
            </a:xfrm>
            <a:prstGeom prst="rect">
              <a:avLst/>
            </a:prstGeom>
            <a:solidFill>
              <a:srgbClr val="ECA7AD"/>
            </a:solidFill>
            <a:ln>
              <a:noFill/>
            </a:ln>
          </p:spPr>
        </p:sp>
        <p:sp>
          <p:nvSpPr>
            <p:cNvPr id="9997" name="Heatmap cell r35 c176"/>
            <p:cNvSpPr/>
            <p:nvPr/>
          </p:nvSpPr>
          <p:spPr>
            <a:xfrm>
              <a:off x="3196875" y="933685"/>
              <a:ext cx="17140" cy="26609"/>
            </a:xfrm>
            <a:prstGeom prst="rect">
              <a:avLst/>
            </a:prstGeom>
            <a:solidFill>
              <a:srgbClr val="F0BAC0"/>
            </a:solidFill>
            <a:ln>
              <a:noFill/>
            </a:ln>
          </p:spPr>
        </p:sp>
        <p:sp>
          <p:nvSpPr>
            <p:cNvPr id="9998" name="Heatmap cell r35 c177"/>
            <p:cNvSpPr/>
            <p:nvPr/>
          </p:nvSpPr>
          <p:spPr>
            <a:xfrm>
              <a:off x="3213920" y="933685"/>
              <a:ext cx="19034" cy="26609"/>
            </a:xfrm>
            <a:prstGeom prst="rect">
              <a:avLst/>
            </a:prstGeom>
            <a:solidFill>
              <a:srgbClr val="F4CED1"/>
            </a:solidFill>
            <a:ln>
              <a:noFill/>
            </a:ln>
          </p:spPr>
        </p:sp>
        <p:sp>
          <p:nvSpPr>
            <p:cNvPr id="9999" name="Heatmap cell r35 c178"/>
            <p:cNvSpPr/>
            <p:nvPr/>
          </p:nvSpPr>
          <p:spPr>
            <a:xfrm>
              <a:off x="3232859" y="933685"/>
              <a:ext cx="17140" cy="26609"/>
            </a:xfrm>
            <a:prstGeom prst="rect">
              <a:avLst/>
            </a:prstGeom>
            <a:solidFill>
              <a:srgbClr val="ECA0A8"/>
            </a:solidFill>
            <a:ln>
              <a:noFill/>
            </a:ln>
          </p:spPr>
        </p:sp>
        <p:sp>
          <p:nvSpPr>
            <p:cNvPr id="10000" name="Heatmap cell r35 c179"/>
            <p:cNvSpPr/>
            <p:nvPr/>
          </p:nvSpPr>
          <p:spPr>
            <a:xfrm>
              <a:off x="3249904" y="933685"/>
              <a:ext cx="19034" cy="26609"/>
            </a:xfrm>
            <a:prstGeom prst="rect">
              <a:avLst/>
            </a:prstGeom>
            <a:solidFill>
              <a:srgbClr val="FBF0F1"/>
            </a:solidFill>
            <a:ln>
              <a:noFill/>
            </a:ln>
          </p:spPr>
        </p:sp>
        <p:sp>
          <p:nvSpPr>
            <p:cNvPr id="10001" name="Heatmap cell r35 c180"/>
            <p:cNvSpPr/>
            <p:nvPr/>
          </p:nvSpPr>
          <p:spPr>
            <a:xfrm>
              <a:off x="3268843" y="933685"/>
              <a:ext cx="17140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10002" name="Heatmap cell r35 c181"/>
            <p:cNvSpPr/>
            <p:nvPr/>
          </p:nvSpPr>
          <p:spPr>
            <a:xfrm>
              <a:off x="3285888" y="933685"/>
              <a:ext cx="19034" cy="26609"/>
            </a:xfrm>
            <a:prstGeom prst="rect">
              <a:avLst/>
            </a:prstGeom>
            <a:solidFill>
              <a:srgbClr val="F8DBDD"/>
            </a:solidFill>
            <a:ln>
              <a:noFill/>
            </a:ln>
          </p:spPr>
        </p:sp>
        <p:sp>
          <p:nvSpPr>
            <p:cNvPr id="10003" name="Heatmap cell r35 c182"/>
            <p:cNvSpPr/>
            <p:nvPr/>
          </p:nvSpPr>
          <p:spPr>
            <a:xfrm>
              <a:off x="3304827" y="933685"/>
              <a:ext cx="19034" cy="26609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</p:sp>
        <p:sp>
          <p:nvSpPr>
            <p:cNvPr id="10004" name="Heatmap cell r35 c183"/>
            <p:cNvSpPr/>
            <p:nvPr/>
          </p:nvSpPr>
          <p:spPr>
            <a:xfrm>
              <a:off x="3323765" y="933685"/>
              <a:ext cx="17140" cy="26609"/>
            </a:xfrm>
            <a:prstGeom prst="rect">
              <a:avLst/>
            </a:prstGeom>
            <a:solidFill>
              <a:srgbClr val="F4CDD0"/>
            </a:solidFill>
            <a:ln>
              <a:noFill/>
            </a:ln>
          </p:spPr>
        </p:sp>
        <p:sp>
          <p:nvSpPr>
            <p:cNvPr id="10005" name="Heatmap cell r35 c184"/>
            <p:cNvSpPr/>
            <p:nvPr/>
          </p:nvSpPr>
          <p:spPr>
            <a:xfrm>
              <a:off x="3340810" y="933685"/>
              <a:ext cx="19034" cy="26609"/>
            </a:xfrm>
            <a:prstGeom prst="rect">
              <a:avLst/>
            </a:prstGeom>
            <a:solidFill>
              <a:srgbClr val="EA99A0"/>
            </a:solidFill>
            <a:ln>
              <a:noFill/>
            </a:ln>
          </p:spPr>
        </p:sp>
        <p:sp>
          <p:nvSpPr>
            <p:cNvPr id="10006" name="Heatmap cell r35 c185"/>
            <p:cNvSpPr/>
            <p:nvPr/>
          </p:nvSpPr>
          <p:spPr>
            <a:xfrm>
              <a:off x="3359749" y="933685"/>
              <a:ext cx="17140" cy="26609"/>
            </a:xfrm>
            <a:prstGeom prst="rect">
              <a:avLst/>
            </a:prstGeom>
            <a:solidFill>
              <a:srgbClr val="EFB5BA"/>
            </a:solidFill>
            <a:ln>
              <a:noFill/>
            </a:ln>
          </p:spPr>
        </p:sp>
        <p:sp>
          <p:nvSpPr>
            <p:cNvPr id="10007" name="Heatmap cell r35 c186"/>
            <p:cNvSpPr/>
            <p:nvPr/>
          </p:nvSpPr>
          <p:spPr>
            <a:xfrm>
              <a:off x="3376794" y="933685"/>
              <a:ext cx="19034" cy="26609"/>
            </a:xfrm>
            <a:prstGeom prst="rect">
              <a:avLst/>
            </a:prstGeom>
            <a:solidFill>
              <a:srgbClr val="E27882"/>
            </a:solidFill>
            <a:ln>
              <a:noFill/>
            </a:ln>
          </p:spPr>
        </p:sp>
        <p:sp>
          <p:nvSpPr>
            <p:cNvPr id="10008" name="Heatmap cell r35 c187"/>
            <p:cNvSpPr/>
            <p:nvPr/>
          </p:nvSpPr>
          <p:spPr>
            <a:xfrm>
              <a:off x="3395733" y="933685"/>
              <a:ext cx="17140" cy="26609"/>
            </a:xfrm>
            <a:prstGeom prst="rect">
              <a:avLst/>
            </a:prstGeom>
            <a:solidFill>
              <a:srgbClr val="F7E2E4"/>
            </a:solidFill>
            <a:ln>
              <a:noFill/>
            </a:ln>
          </p:spPr>
        </p:sp>
        <p:sp>
          <p:nvSpPr>
            <p:cNvPr id="10009" name="Heatmap cell r35 c188"/>
            <p:cNvSpPr/>
            <p:nvPr/>
          </p:nvSpPr>
          <p:spPr>
            <a:xfrm>
              <a:off x="3412778" y="933685"/>
              <a:ext cx="19034" cy="26609"/>
            </a:xfrm>
            <a:prstGeom prst="rect">
              <a:avLst/>
            </a:prstGeom>
            <a:solidFill>
              <a:srgbClr val="F0BDC2"/>
            </a:solidFill>
            <a:ln>
              <a:noFill/>
            </a:ln>
          </p:spPr>
        </p:sp>
        <p:sp>
          <p:nvSpPr>
            <p:cNvPr id="10010" name="Heatmap cell r35 c189"/>
            <p:cNvSpPr/>
            <p:nvPr/>
          </p:nvSpPr>
          <p:spPr>
            <a:xfrm>
              <a:off x="3431717" y="933685"/>
              <a:ext cx="17140" cy="26609"/>
            </a:xfrm>
            <a:prstGeom prst="rect">
              <a:avLst/>
            </a:prstGeom>
            <a:solidFill>
              <a:srgbClr val="EBA4AC"/>
            </a:solidFill>
            <a:ln>
              <a:noFill/>
            </a:ln>
          </p:spPr>
        </p:sp>
        <p:sp>
          <p:nvSpPr>
            <p:cNvPr id="10011" name="Heatmap cell r35 c190"/>
            <p:cNvSpPr/>
            <p:nvPr/>
          </p:nvSpPr>
          <p:spPr>
            <a:xfrm>
              <a:off x="3448762" y="933685"/>
              <a:ext cx="19034" cy="26609"/>
            </a:xfrm>
            <a:prstGeom prst="rect">
              <a:avLst/>
            </a:prstGeom>
            <a:solidFill>
              <a:srgbClr val="F8DEE0"/>
            </a:solidFill>
            <a:ln>
              <a:noFill/>
            </a:ln>
          </p:spPr>
        </p:sp>
        <p:sp>
          <p:nvSpPr>
            <p:cNvPr id="10012" name="Heatmap cell r35 c191"/>
            <p:cNvSpPr/>
            <p:nvPr/>
          </p:nvSpPr>
          <p:spPr>
            <a:xfrm>
              <a:off x="3467701" y="933685"/>
              <a:ext cx="17140" cy="26609"/>
            </a:xfrm>
            <a:prstGeom prst="rect">
              <a:avLst/>
            </a:prstGeom>
            <a:solidFill>
              <a:srgbClr val="EDB0B6"/>
            </a:solidFill>
            <a:ln>
              <a:noFill/>
            </a:ln>
          </p:spPr>
        </p:sp>
        <p:sp>
          <p:nvSpPr>
            <p:cNvPr id="10013" name="Heatmap cell r35 c192"/>
            <p:cNvSpPr/>
            <p:nvPr/>
          </p:nvSpPr>
          <p:spPr>
            <a:xfrm>
              <a:off x="3484746" y="933685"/>
              <a:ext cx="19034" cy="26609"/>
            </a:xfrm>
            <a:prstGeom prst="rect">
              <a:avLst/>
            </a:prstGeom>
            <a:solidFill>
              <a:srgbClr val="CFDBE6"/>
            </a:solidFill>
            <a:ln>
              <a:noFill/>
            </a:ln>
          </p:spPr>
        </p:sp>
        <p:sp>
          <p:nvSpPr>
            <p:cNvPr id="10014" name="Heatmap cell r35 c193"/>
            <p:cNvSpPr/>
            <p:nvPr/>
          </p:nvSpPr>
          <p:spPr>
            <a:xfrm>
              <a:off x="3503684" y="933685"/>
              <a:ext cx="17140" cy="26609"/>
            </a:xfrm>
            <a:prstGeom prst="rect">
              <a:avLst/>
            </a:prstGeom>
            <a:solidFill>
              <a:srgbClr val="F8E4E7"/>
            </a:solidFill>
            <a:ln>
              <a:noFill/>
            </a:ln>
          </p:spPr>
        </p:sp>
        <p:sp>
          <p:nvSpPr>
            <p:cNvPr id="10015" name="Heatmap cell r35 c194"/>
            <p:cNvSpPr/>
            <p:nvPr/>
          </p:nvSpPr>
          <p:spPr>
            <a:xfrm>
              <a:off x="3520729" y="933685"/>
              <a:ext cx="19034" cy="26609"/>
            </a:xfrm>
            <a:prstGeom prst="rect">
              <a:avLst/>
            </a:prstGeom>
            <a:solidFill>
              <a:srgbClr val="EFB6BA"/>
            </a:solidFill>
            <a:ln>
              <a:noFill/>
            </a:ln>
          </p:spPr>
        </p:sp>
        <p:sp>
          <p:nvSpPr>
            <p:cNvPr id="10016" name="Heatmap cell r35 c195"/>
            <p:cNvSpPr/>
            <p:nvPr/>
          </p:nvSpPr>
          <p:spPr>
            <a:xfrm>
              <a:off x="3539668" y="933685"/>
              <a:ext cx="19034" cy="26609"/>
            </a:xfrm>
            <a:prstGeom prst="rect">
              <a:avLst/>
            </a:prstGeom>
            <a:solidFill>
              <a:srgbClr val="EFB6BA"/>
            </a:solidFill>
            <a:ln>
              <a:noFill/>
            </a:ln>
          </p:spPr>
        </p:sp>
        <p:sp>
          <p:nvSpPr>
            <p:cNvPr id="10017" name="Heatmap cell r35 c196"/>
            <p:cNvSpPr/>
            <p:nvPr/>
          </p:nvSpPr>
          <p:spPr>
            <a:xfrm>
              <a:off x="3558607" y="933685"/>
              <a:ext cx="17140" cy="26609"/>
            </a:xfrm>
            <a:prstGeom prst="rect">
              <a:avLst/>
            </a:prstGeom>
            <a:solidFill>
              <a:srgbClr val="F1C0C6"/>
            </a:solidFill>
            <a:ln>
              <a:noFill/>
            </a:ln>
          </p:spPr>
        </p:sp>
        <p:sp>
          <p:nvSpPr>
            <p:cNvPr id="10018" name="Heatmap cell r35 c197"/>
            <p:cNvSpPr/>
            <p:nvPr/>
          </p:nvSpPr>
          <p:spPr>
            <a:xfrm>
              <a:off x="3575652" y="933685"/>
              <a:ext cx="19034" cy="26609"/>
            </a:xfrm>
            <a:prstGeom prst="rect">
              <a:avLst/>
            </a:prstGeom>
            <a:solidFill>
              <a:srgbClr val="F3C7CC"/>
            </a:solidFill>
            <a:ln>
              <a:noFill/>
            </a:ln>
          </p:spPr>
        </p:sp>
        <p:sp>
          <p:nvSpPr>
            <p:cNvPr id="10019" name="Heatmap cell r35 c198"/>
            <p:cNvSpPr/>
            <p:nvPr/>
          </p:nvSpPr>
          <p:spPr>
            <a:xfrm>
              <a:off x="3594591" y="933685"/>
              <a:ext cx="17140" cy="26609"/>
            </a:xfrm>
            <a:prstGeom prst="rect">
              <a:avLst/>
            </a:prstGeom>
            <a:solidFill>
              <a:srgbClr val="F3C9CE"/>
            </a:solidFill>
            <a:ln>
              <a:noFill/>
            </a:ln>
          </p:spPr>
        </p:sp>
        <p:sp>
          <p:nvSpPr>
            <p:cNvPr id="10020" name="Heatmap cell r35 c199"/>
            <p:cNvSpPr/>
            <p:nvPr/>
          </p:nvSpPr>
          <p:spPr>
            <a:xfrm>
              <a:off x="3611636" y="933685"/>
              <a:ext cx="19034" cy="26609"/>
            </a:xfrm>
            <a:prstGeom prst="rect">
              <a:avLst/>
            </a:prstGeom>
            <a:solidFill>
              <a:srgbClr val="F8E1E3"/>
            </a:solidFill>
            <a:ln>
              <a:noFill/>
            </a:ln>
          </p:spPr>
        </p:sp>
        <p:sp>
          <p:nvSpPr>
            <p:cNvPr id="10021" name="Heatmap cell r35 c200"/>
            <p:cNvSpPr/>
            <p:nvPr/>
          </p:nvSpPr>
          <p:spPr>
            <a:xfrm>
              <a:off x="3630575" y="933685"/>
              <a:ext cx="17140" cy="26609"/>
            </a:xfrm>
            <a:prstGeom prst="rect">
              <a:avLst/>
            </a:prstGeom>
            <a:solidFill>
              <a:srgbClr val="FCF8F9"/>
            </a:solidFill>
            <a:ln>
              <a:noFill/>
            </a:ln>
          </p:spPr>
        </p:sp>
        <p:sp>
          <p:nvSpPr>
            <p:cNvPr id="10022" name="Heatmap cell r35 c201"/>
            <p:cNvSpPr/>
            <p:nvPr/>
          </p:nvSpPr>
          <p:spPr>
            <a:xfrm>
              <a:off x="3647620" y="933685"/>
              <a:ext cx="19034" cy="26609"/>
            </a:xfrm>
            <a:prstGeom prst="rect">
              <a:avLst/>
            </a:prstGeom>
            <a:solidFill>
              <a:srgbClr val="F5CFD2"/>
            </a:solidFill>
            <a:ln>
              <a:noFill/>
            </a:ln>
          </p:spPr>
        </p:sp>
        <p:sp>
          <p:nvSpPr>
            <p:cNvPr id="10023" name="Heatmap cell r35 c202"/>
            <p:cNvSpPr/>
            <p:nvPr/>
          </p:nvSpPr>
          <p:spPr>
            <a:xfrm>
              <a:off x="3666558" y="933685"/>
              <a:ext cx="17140" cy="26609"/>
            </a:xfrm>
            <a:prstGeom prst="rect">
              <a:avLst/>
            </a:prstGeom>
            <a:solidFill>
              <a:srgbClr val="BBCCDC"/>
            </a:solidFill>
            <a:ln>
              <a:noFill/>
            </a:ln>
          </p:spPr>
        </p:sp>
        <p:sp>
          <p:nvSpPr>
            <p:cNvPr id="10024" name="Heatmap cell r35 c203"/>
            <p:cNvSpPr/>
            <p:nvPr/>
          </p:nvSpPr>
          <p:spPr>
            <a:xfrm>
              <a:off x="3683603" y="933685"/>
              <a:ext cx="19034" cy="26609"/>
            </a:xfrm>
            <a:prstGeom prst="rect">
              <a:avLst/>
            </a:prstGeom>
            <a:solidFill>
              <a:srgbClr val="F0BCC3"/>
            </a:solidFill>
            <a:ln>
              <a:noFill/>
            </a:ln>
          </p:spPr>
        </p:sp>
        <p:sp>
          <p:nvSpPr>
            <p:cNvPr id="10025" name="Heatmap cell r35 c204"/>
            <p:cNvSpPr/>
            <p:nvPr/>
          </p:nvSpPr>
          <p:spPr>
            <a:xfrm>
              <a:off x="3702542" y="933685"/>
              <a:ext cx="17140" cy="26609"/>
            </a:xfrm>
            <a:prstGeom prst="rect">
              <a:avLst/>
            </a:prstGeom>
            <a:solidFill>
              <a:srgbClr val="EFB4B9"/>
            </a:solidFill>
            <a:ln>
              <a:noFill/>
            </a:ln>
          </p:spPr>
        </p:sp>
        <p:sp>
          <p:nvSpPr>
            <p:cNvPr id="10026" name="Heatmap cell r35 c205"/>
            <p:cNvSpPr/>
            <p:nvPr/>
          </p:nvSpPr>
          <p:spPr>
            <a:xfrm>
              <a:off x="3719587" y="933685"/>
              <a:ext cx="19034" cy="26609"/>
            </a:xfrm>
            <a:prstGeom prst="rect">
              <a:avLst/>
            </a:prstGeom>
            <a:solidFill>
              <a:srgbClr val="CAD6E3"/>
            </a:solidFill>
            <a:ln>
              <a:noFill/>
            </a:ln>
          </p:spPr>
        </p:sp>
        <p:sp>
          <p:nvSpPr>
            <p:cNvPr id="10027" name="Heatmap cell r35 c206"/>
            <p:cNvSpPr/>
            <p:nvPr/>
          </p:nvSpPr>
          <p:spPr>
            <a:xfrm>
              <a:off x="3738526" y="933685"/>
              <a:ext cx="17140" cy="26609"/>
            </a:xfrm>
            <a:prstGeom prst="rect">
              <a:avLst/>
            </a:prstGeom>
            <a:solidFill>
              <a:srgbClr val="EFB7BB"/>
            </a:solidFill>
            <a:ln>
              <a:noFill/>
            </a:ln>
          </p:spPr>
        </p:sp>
        <p:sp>
          <p:nvSpPr>
            <p:cNvPr id="10028" name="Heatmap cell r35 c207"/>
            <p:cNvSpPr/>
            <p:nvPr/>
          </p:nvSpPr>
          <p:spPr>
            <a:xfrm>
              <a:off x="3755571" y="933685"/>
              <a:ext cx="19034" cy="26609"/>
            </a:xfrm>
            <a:prstGeom prst="rect">
              <a:avLst/>
            </a:prstGeom>
            <a:solidFill>
              <a:srgbClr val="F8E6E8"/>
            </a:solidFill>
            <a:ln>
              <a:noFill/>
            </a:ln>
          </p:spPr>
        </p:sp>
        <p:sp>
          <p:nvSpPr>
            <p:cNvPr id="10029" name="Heatmap cell r35 c208"/>
            <p:cNvSpPr/>
            <p:nvPr/>
          </p:nvSpPr>
          <p:spPr>
            <a:xfrm>
              <a:off x="3774510" y="933685"/>
              <a:ext cx="19034" cy="26609"/>
            </a:xfrm>
            <a:prstGeom prst="rect">
              <a:avLst/>
            </a:prstGeom>
            <a:solidFill>
              <a:srgbClr val="ECA7AD"/>
            </a:solidFill>
            <a:ln>
              <a:noFill/>
            </a:ln>
          </p:spPr>
        </p:sp>
        <p:sp>
          <p:nvSpPr>
            <p:cNvPr id="10030" name="Heatmap cell r35 c209"/>
            <p:cNvSpPr/>
            <p:nvPr/>
          </p:nvSpPr>
          <p:spPr>
            <a:xfrm>
              <a:off x="3793449" y="933685"/>
              <a:ext cx="17140" cy="26609"/>
            </a:xfrm>
            <a:prstGeom prst="rect">
              <a:avLst/>
            </a:prstGeom>
            <a:solidFill>
              <a:srgbClr val="EA9CA2"/>
            </a:solidFill>
            <a:ln>
              <a:noFill/>
            </a:ln>
          </p:spPr>
        </p:sp>
        <p:sp>
          <p:nvSpPr>
            <p:cNvPr id="10031" name="Heatmap cell r35 c210"/>
            <p:cNvSpPr/>
            <p:nvPr/>
          </p:nvSpPr>
          <p:spPr>
            <a:xfrm>
              <a:off x="3810494" y="933685"/>
              <a:ext cx="19034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10032" name="Heatmap cell r35 c211"/>
            <p:cNvSpPr/>
            <p:nvPr/>
          </p:nvSpPr>
          <p:spPr>
            <a:xfrm>
              <a:off x="3829432" y="933685"/>
              <a:ext cx="17140" cy="26609"/>
            </a:xfrm>
            <a:prstGeom prst="rect">
              <a:avLst/>
            </a:prstGeom>
            <a:solidFill>
              <a:srgbClr val="CCD7E3"/>
            </a:solidFill>
            <a:ln>
              <a:noFill/>
            </a:ln>
          </p:spPr>
        </p:sp>
        <p:sp>
          <p:nvSpPr>
            <p:cNvPr id="10033" name="Heatmap cell r35 c212"/>
            <p:cNvSpPr/>
            <p:nvPr/>
          </p:nvSpPr>
          <p:spPr>
            <a:xfrm>
              <a:off x="3846477" y="933685"/>
              <a:ext cx="19034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10034" name="Heatmap cell r35 c213"/>
            <p:cNvSpPr/>
            <p:nvPr/>
          </p:nvSpPr>
          <p:spPr>
            <a:xfrm>
              <a:off x="3865416" y="933685"/>
              <a:ext cx="17140" cy="26609"/>
            </a:xfrm>
            <a:prstGeom prst="rect">
              <a:avLst/>
            </a:prstGeom>
            <a:solidFill>
              <a:srgbClr val="FCF8F9"/>
            </a:solidFill>
            <a:ln>
              <a:noFill/>
            </a:ln>
          </p:spPr>
        </p:sp>
        <p:sp>
          <p:nvSpPr>
            <p:cNvPr id="10035" name="Heatmap cell r35 c214"/>
            <p:cNvSpPr/>
            <p:nvPr/>
          </p:nvSpPr>
          <p:spPr>
            <a:xfrm>
              <a:off x="3882461" y="933685"/>
              <a:ext cx="19034" cy="26609"/>
            </a:xfrm>
            <a:prstGeom prst="rect">
              <a:avLst/>
            </a:prstGeom>
            <a:solidFill>
              <a:srgbClr val="ECA7AD"/>
            </a:solidFill>
            <a:ln>
              <a:noFill/>
            </a:ln>
          </p:spPr>
        </p:sp>
        <p:sp>
          <p:nvSpPr>
            <p:cNvPr id="10036" name="Heatmap cell r35 c215"/>
            <p:cNvSpPr/>
            <p:nvPr/>
          </p:nvSpPr>
          <p:spPr>
            <a:xfrm>
              <a:off x="3901400" y="933685"/>
              <a:ext cx="17140" cy="26609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10037" name="Heatmap cell r35 c216"/>
            <p:cNvSpPr/>
            <p:nvPr/>
          </p:nvSpPr>
          <p:spPr>
            <a:xfrm>
              <a:off x="3918445" y="933685"/>
              <a:ext cx="19034" cy="26609"/>
            </a:xfrm>
            <a:prstGeom prst="rect">
              <a:avLst/>
            </a:prstGeom>
            <a:solidFill>
              <a:srgbClr val="EDADB4"/>
            </a:solidFill>
            <a:ln>
              <a:noFill/>
            </a:ln>
          </p:spPr>
        </p:sp>
        <p:sp>
          <p:nvSpPr>
            <p:cNvPr id="10038" name="Heatmap cell r35 c217"/>
            <p:cNvSpPr/>
            <p:nvPr/>
          </p:nvSpPr>
          <p:spPr>
            <a:xfrm>
              <a:off x="3937384" y="933685"/>
              <a:ext cx="17140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10039" name="Heatmap cell r35 c218"/>
            <p:cNvSpPr/>
            <p:nvPr/>
          </p:nvSpPr>
          <p:spPr>
            <a:xfrm>
              <a:off x="3954429" y="933685"/>
              <a:ext cx="19034" cy="26609"/>
            </a:xfrm>
            <a:prstGeom prst="rect">
              <a:avLst/>
            </a:prstGeom>
            <a:solidFill>
              <a:srgbClr val="B6C7D9"/>
            </a:solidFill>
            <a:ln>
              <a:noFill/>
            </a:ln>
          </p:spPr>
        </p:sp>
        <p:sp>
          <p:nvSpPr>
            <p:cNvPr id="10040" name="Heatmap cell r35 c219"/>
            <p:cNvSpPr/>
            <p:nvPr/>
          </p:nvSpPr>
          <p:spPr>
            <a:xfrm>
              <a:off x="3973368" y="933685"/>
              <a:ext cx="17140" cy="26609"/>
            </a:xfrm>
            <a:prstGeom prst="rect">
              <a:avLst/>
            </a:prstGeom>
            <a:solidFill>
              <a:srgbClr val="CAD6E3"/>
            </a:solidFill>
            <a:ln>
              <a:noFill/>
            </a:ln>
          </p:spPr>
        </p:sp>
        <p:sp>
          <p:nvSpPr>
            <p:cNvPr id="10041" name="Heatmap cell r35 c220"/>
            <p:cNvSpPr/>
            <p:nvPr/>
          </p:nvSpPr>
          <p:spPr>
            <a:xfrm>
              <a:off x="3990412" y="933685"/>
              <a:ext cx="19034" cy="26609"/>
            </a:xfrm>
            <a:prstGeom prst="rect">
              <a:avLst/>
            </a:prstGeom>
            <a:solidFill>
              <a:srgbClr val="EBEFF5"/>
            </a:solidFill>
            <a:ln>
              <a:noFill/>
            </a:ln>
          </p:spPr>
        </p:sp>
        <p:sp>
          <p:nvSpPr>
            <p:cNvPr id="10042" name="Heatmap cell r35 c221"/>
            <p:cNvSpPr/>
            <p:nvPr/>
          </p:nvSpPr>
          <p:spPr>
            <a:xfrm>
              <a:off x="4009351" y="933685"/>
              <a:ext cx="19034" cy="26609"/>
            </a:xfrm>
            <a:prstGeom prst="rect">
              <a:avLst/>
            </a:prstGeom>
            <a:solidFill>
              <a:srgbClr val="B1C4D5"/>
            </a:solidFill>
            <a:ln>
              <a:noFill/>
            </a:ln>
          </p:spPr>
        </p:sp>
        <p:sp>
          <p:nvSpPr>
            <p:cNvPr id="10043" name="Heatmap cell r35 c222"/>
            <p:cNvSpPr/>
            <p:nvPr/>
          </p:nvSpPr>
          <p:spPr>
            <a:xfrm>
              <a:off x="4028290" y="933685"/>
              <a:ext cx="17140" cy="26609"/>
            </a:xfrm>
            <a:prstGeom prst="rect">
              <a:avLst/>
            </a:prstGeom>
            <a:solidFill>
              <a:srgbClr val="F6D6DA"/>
            </a:solidFill>
            <a:ln>
              <a:noFill/>
            </a:ln>
          </p:spPr>
        </p:sp>
        <p:sp>
          <p:nvSpPr>
            <p:cNvPr id="10044" name="Heatmap cell r35 c223"/>
            <p:cNvSpPr/>
            <p:nvPr/>
          </p:nvSpPr>
          <p:spPr>
            <a:xfrm>
              <a:off x="4045335" y="933685"/>
              <a:ext cx="19034" cy="26609"/>
            </a:xfrm>
            <a:prstGeom prst="rect">
              <a:avLst/>
            </a:prstGeom>
            <a:solidFill>
              <a:srgbClr val="F8E6E8"/>
            </a:solidFill>
            <a:ln>
              <a:noFill/>
            </a:ln>
          </p:spPr>
        </p:sp>
        <p:sp>
          <p:nvSpPr>
            <p:cNvPr id="10045" name="Heatmap cell r36 c1"/>
            <p:cNvSpPr/>
            <p:nvPr/>
          </p:nvSpPr>
          <p:spPr>
            <a:xfrm>
              <a:off x="13257" y="960199"/>
              <a:ext cx="45548" cy="28503"/>
            </a:xfrm>
            <a:prstGeom prst="rect">
              <a:avLst/>
            </a:prstGeom>
            <a:solidFill>
              <a:srgbClr val="F76666"/>
            </a:solidFill>
            <a:ln>
              <a:noFill/>
            </a:ln>
          </p:spPr>
        </p:sp>
        <p:sp>
          <p:nvSpPr>
            <p:cNvPr id="10046" name="Heatmap cell r36 c3"/>
            <p:cNvSpPr/>
            <p:nvPr/>
          </p:nvSpPr>
          <p:spPr>
            <a:xfrm>
              <a:off x="71968" y="960199"/>
              <a:ext cx="17140" cy="28503"/>
            </a:xfrm>
            <a:prstGeom prst="rect">
              <a:avLst/>
            </a:prstGeom>
            <a:solidFill>
              <a:srgbClr val="799AB8"/>
            </a:solidFill>
            <a:ln>
              <a:noFill/>
            </a:ln>
          </p:spPr>
        </p:sp>
        <p:sp>
          <p:nvSpPr>
            <p:cNvPr id="10047" name="Heatmap cell r36 c4"/>
            <p:cNvSpPr/>
            <p:nvPr/>
          </p:nvSpPr>
          <p:spPr>
            <a:xfrm>
              <a:off x="89013" y="960199"/>
              <a:ext cx="19034" cy="28503"/>
            </a:xfrm>
            <a:prstGeom prst="rect">
              <a:avLst/>
            </a:prstGeom>
            <a:solidFill>
              <a:srgbClr val="C5D2DF"/>
            </a:solidFill>
            <a:ln>
              <a:noFill/>
            </a:ln>
          </p:spPr>
        </p:sp>
        <p:sp>
          <p:nvSpPr>
            <p:cNvPr id="10048" name="Heatmap cell r36 c5"/>
            <p:cNvSpPr/>
            <p:nvPr/>
          </p:nvSpPr>
          <p:spPr>
            <a:xfrm>
              <a:off x="107951" y="960199"/>
              <a:ext cx="17140" cy="28503"/>
            </a:xfrm>
            <a:prstGeom prst="rect">
              <a:avLst/>
            </a:prstGeom>
            <a:solidFill>
              <a:srgbClr val="A2B8CE"/>
            </a:solidFill>
            <a:ln>
              <a:noFill/>
            </a:ln>
          </p:spPr>
        </p:sp>
        <p:sp>
          <p:nvSpPr>
            <p:cNvPr id="10049" name="Heatmap cell r36 c6"/>
            <p:cNvSpPr/>
            <p:nvPr/>
          </p:nvSpPr>
          <p:spPr>
            <a:xfrm>
              <a:off x="124996" y="960199"/>
              <a:ext cx="19034" cy="28503"/>
            </a:xfrm>
            <a:prstGeom prst="rect">
              <a:avLst/>
            </a:prstGeom>
            <a:solidFill>
              <a:srgbClr val="ABC0D2"/>
            </a:solidFill>
            <a:ln>
              <a:noFill/>
            </a:ln>
          </p:spPr>
        </p:sp>
        <p:sp>
          <p:nvSpPr>
            <p:cNvPr id="10050" name="Heatmap cell r36 c7"/>
            <p:cNvSpPr/>
            <p:nvPr/>
          </p:nvSpPr>
          <p:spPr>
            <a:xfrm>
              <a:off x="143935" y="960199"/>
              <a:ext cx="17140" cy="28503"/>
            </a:xfrm>
            <a:prstGeom prst="rect">
              <a:avLst/>
            </a:prstGeom>
            <a:solidFill>
              <a:srgbClr val="FBF1F3"/>
            </a:solidFill>
            <a:ln>
              <a:noFill/>
            </a:ln>
          </p:spPr>
        </p:sp>
        <p:sp>
          <p:nvSpPr>
            <p:cNvPr id="10051" name="Heatmap cell r36 c8"/>
            <p:cNvSpPr/>
            <p:nvPr/>
          </p:nvSpPr>
          <p:spPr>
            <a:xfrm>
              <a:off x="160980" y="960199"/>
              <a:ext cx="19034" cy="28503"/>
            </a:xfrm>
            <a:prstGeom prst="rect">
              <a:avLst/>
            </a:prstGeom>
            <a:solidFill>
              <a:srgbClr val="C5D2E0"/>
            </a:solidFill>
            <a:ln>
              <a:noFill/>
            </a:ln>
          </p:spPr>
        </p:sp>
        <p:sp>
          <p:nvSpPr>
            <p:cNvPr id="10052" name="Heatmap cell r36 c9"/>
            <p:cNvSpPr/>
            <p:nvPr/>
          </p:nvSpPr>
          <p:spPr>
            <a:xfrm>
              <a:off x="179919" y="960199"/>
              <a:ext cx="19034" cy="28503"/>
            </a:xfrm>
            <a:prstGeom prst="rect">
              <a:avLst/>
            </a:prstGeom>
            <a:solidFill>
              <a:srgbClr val="A2B8CE"/>
            </a:solidFill>
            <a:ln>
              <a:noFill/>
            </a:ln>
          </p:spPr>
        </p:sp>
        <p:sp>
          <p:nvSpPr>
            <p:cNvPr id="10053" name="Heatmap cell r36 c10"/>
            <p:cNvSpPr/>
            <p:nvPr/>
          </p:nvSpPr>
          <p:spPr>
            <a:xfrm>
              <a:off x="198858" y="960199"/>
              <a:ext cx="17140" cy="28503"/>
            </a:xfrm>
            <a:prstGeom prst="rect">
              <a:avLst/>
            </a:prstGeom>
            <a:solidFill>
              <a:srgbClr val="CFDBE6"/>
            </a:solidFill>
            <a:ln>
              <a:noFill/>
            </a:ln>
          </p:spPr>
        </p:sp>
        <p:sp>
          <p:nvSpPr>
            <p:cNvPr id="10054" name="Heatmap cell r36 c11"/>
            <p:cNvSpPr/>
            <p:nvPr/>
          </p:nvSpPr>
          <p:spPr>
            <a:xfrm>
              <a:off x="215903" y="960199"/>
              <a:ext cx="19034" cy="28503"/>
            </a:xfrm>
            <a:prstGeom prst="rect">
              <a:avLst/>
            </a:prstGeom>
            <a:solidFill>
              <a:srgbClr val="EEF3F6"/>
            </a:solidFill>
            <a:ln>
              <a:noFill/>
            </a:ln>
          </p:spPr>
        </p:sp>
        <p:sp>
          <p:nvSpPr>
            <p:cNvPr id="10055" name="Heatmap cell r36 c12"/>
            <p:cNvSpPr/>
            <p:nvPr/>
          </p:nvSpPr>
          <p:spPr>
            <a:xfrm>
              <a:off x="234842" y="960199"/>
              <a:ext cx="17140" cy="28503"/>
            </a:xfrm>
            <a:prstGeom prst="rect">
              <a:avLst/>
            </a:prstGeom>
            <a:solidFill>
              <a:srgbClr val="9FB7CD"/>
            </a:solidFill>
            <a:ln>
              <a:noFill/>
            </a:ln>
          </p:spPr>
        </p:sp>
        <p:sp>
          <p:nvSpPr>
            <p:cNvPr id="10056" name="Heatmap cell r36 c13"/>
            <p:cNvSpPr/>
            <p:nvPr/>
          </p:nvSpPr>
          <p:spPr>
            <a:xfrm>
              <a:off x="251887" y="960199"/>
              <a:ext cx="19034" cy="28503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10057" name="Heatmap cell r36 c14"/>
            <p:cNvSpPr/>
            <p:nvPr/>
          </p:nvSpPr>
          <p:spPr>
            <a:xfrm>
              <a:off x="270825" y="960199"/>
              <a:ext cx="17140" cy="28503"/>
            </a:xfrm>
            <a:prstGeom prst="rect">
              <a:avLst/>
            </a:prstGeom>
            <a:solidFill>
              <a:srgbClr val="D2DDE8"/>
            </a:solidFill>
            <a:ln>
              <a:noFill/>
            </a:ln>
          </p:spPr>
        </p:sp>
        <p:sp>
          <p:nvSpPr>
            <p:cNvPr id="10058" name="Heatmap cell r36 c15"/>
            <p:cNvSpPr/>
            <p:nvPr/>
          </p:nvSpPr>
          <p:spPr>
            <a:xfrm>
              <a:off x="287870" y="960199"/>
              <a:ext cx="19034" cy="28503"/>
            </a:xfrm>
            <a:prstGeom prst="rect">
              <a:avLst/>
            </a:prstGeom>
            <a:solidFill>
              <a:srgbClr val="BDCEDD"/>
            </a:solidFill>
            <a:ln>
              <a:noFill/>
            </a:ln>
          </p:spPr>
        </p:sp>
        <p:sp>
          <p:nvSpPr>
            <p:cNvPr id="10059" name="Heatmap cell r36 c16"/>
            <p:cNvSpPr/>
            <p:nvPr/>
          </p:nvSpPr>
          <p:spPr>
            <a:xfrm>
              <a:off x="306809" y="960199"/>
              <a:ext cx="17140" cy="28503"/>
            </a:xfrm>
            <a:prstGeom prst="rect">
              <a:avLst/>
            </a:prstGeom>
            <a:solidFill>
              <a:srgbClr val="EFB9BE"/>
            </a:solidFill>
            <a:ln>
              <a:noFill/>
            </a:ln>
          </p:spPr>
        </p:sp>
        <p:sp>
          <p:nvSpPr>
            <p:cNvPr id="10060" name="Heatmap cell r36 c17"/>
            <p:cNvSpPr/>
            <p:nvPr/>
          </p:nvSpPr>
          <p:spPr>
            <a:xfrm>
              <a:off x="323854" y="960199"/>
              <a:ext cx="19034" cy="28503"/>
            </a:xfrm>
            <a:prstGeom prst="rect">
              <a:avLst/>
            </a:prstGeom>
            <a:solidFill>
              <a:srgbClr val="F3C5CA"/>
            </a:solidFill>
            <a:ln>
              <a:noFill/>
            </a:ln>
          </p:spPr>
        </p:sp>
        <p:sp>
          <p:nvSpPr>
            <p:cNvPr id="10061" name="Heatmap cell r36 c18"/>
            <p:cNvSpPr/>
            <p:nvPr/>
          </p:nvSpPr>
          <p:spPr>
            <a:xfrm>
              <a:off x="342793" y="960199"/>
              <a:ext cx="17140" cy="28503"/>
            </a:xfrm>
            <a:prstGeom prst="rect">
              <a:avLst/>
            </a:prstGeom>
            <a:solidFill>
              <a:srgbClr val="B9C9DB"/>
            </a:solidFill>
            <a:ln>
              <a:noFill/>
            </a:ln>
          </p:spPr>
        </p:sp>
        <p:sp>
          <p:nvSpPr>
            <p:cNvPr id="10062" name="Heatmap cell r36 c19"/>
            <p:cNvSpPr/>
            <p:nvPr/>
          </p:nvSpPr>
          <p:spPr>
            <a:xfrm>
              <a:off x="359838" y="960199"/>
              <a:ext cx="19034" cy="28503"/>
            </a:xfrm>
            <a:prstGeom prst="rect">
              <a:avLst/>
            </a:prstGeom>
            <a:solidFill>
              <a:srgbClr val="F8F8FA"/>
            </a:solidFill>
            <a:ln>
              <a:noFill/>
            </a:ln>
          </p:spPr>
        </p:sp>
        <p:sp>
          <p:nvSpPr>
            <p:cNvPr id="10063" name="Heatmap cell r36 c20"/>
            <p:cNvSpPr/>
            <p:nvPr/>
          </p:nvSpPr>
          <p:spPr>
            <a:xfrm>
              <a:off x="378777" y="960199"/>
              <a:ext cx="17140" cy="28503"/>
            </a:xfrm>
            <a:prstGeom prst="rect">
              <a:avLst/>
            </a:prstGeom>
            <a:solidFill>
              <a:srgbClr val="A7BBD1"/>
            </a:solidFill>
            <a:ln>
              <a:noFill/>
            </a:ln>
          </p:spPr>
        </p:sp>
        <p:sp>
          <p:nvSpPr>
            <p:cNvPr id="10064" name="Heatmap cell r36 c21"/>
            <p:cNvSpPr/>
            <p:nvPr/>
          </p:nvSpPr>
          <p:spPr>
            <a:xfrm>
              <a:off x="395822" y="960199"/>
              <a:ext cx="19034" cy="28503"/>
            </a:xfrm>
            <a:prstGeom prst="rect">
              <a:avLst/>
            </a:prstGeom>
            <a:solidFill>
              <a:srgbClr val="B9C9DB"/>
            </a:solidFill>
            <a:ln>
              <a:noFill/>
            </a:ln>
          </p:spPr>
        </p:sp>
        <p:sp>
          <p:nvSpPr>
            <p:cNvPr id="10065" name="Heatmap cell r36 c22"/>
            <p:cNvSpPr/>
            <p:nvPr/>
          </p:nvSpPr>
          <p:spPr>
            <a:xfrm>
              <a:off x="414760" y="960199"/>
              <a:ext cx="19034" cy="28503"/>
            </a:xfrm>
            <a:prstGeom prst="rect">
              <a:avLst/>
            </a:prstGeom>
            <a:solidFill>
              <a:srgbClr val="C9D6E2"/>
            </a:solidFill>
            <a:ln>
              <a:noFill/>
            </a:ln>
          </p:spPr>
        </p:sp>
        <p:sp>
          <p:nvSpPr>
            <p:cNvPr id="10066" name="Heatmap cell r36 c23"/>
            <p:cNvSpPr/>
            <p:nvPr/>
          </p:nvSpPr>
          <p:spPr>
            <a:xfrm>
              <a:off x="433699" y="960199"/>
              <a:ext cx="17140" cy="28503"/>
            </a:xfrm>
            <a:prstGeom prst="rect">
              <a:avLst/>
            </a:prstGeom>
            <a:solidFill>
              <a:srgbClr val="C5D2DF"/>
            </a:solidFill>
            <a:ln>
              <a:noFill/>
            </a:ln>
          </p:spPr>
        </p:sp>
        <p:sp>
          <p:nvSpPr>
            <p:cNvPr id="10067" name="Heatmap cell r36 c24"/>
            <p:cNvSpPr/>
            <p:nvPr/>
          </p:nvSpPr>
          <p:spPr>
            <a:xfrm>
              <a:off x="450744" y="960199"/>
              <a:ext cx="19034" cy="28503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10068" name="Heatmap cell r36 c25"/>
            <p:cNvSpPr/>
            <p:nvPr/>
          </p:nvSpPr>
          <p:spPr>
            <a:xfrm>
              <a:off x="469683" y="960199"/>
              <a:ext cx="17140" cy="28503"/>
            </a:xfrm>
            <a:prstGeom prst="rect">
              <a:avLst/>
            </a:prstGeom>
            <a:solidFill>
              <a:srgbClr val="D6E0EA"/>
            </a:solidFill>
            <a:ln>
              <a:noFill/>
            </a:ln>
          </p:spPr>
        </p:sp>
        <p:sp>
          <p:nvSpPr>
            <p:cNvPr id="10069" name="Heatmap cell r36 c26"/>
            <p:cNvSpPr/>
            <p:nvPr/>
          </p:nvSpPr>
          <p:spPr>
            <a:xfrm>
              <a:off x="486728" y="960199"/>
              <a:ext cx="19034" cy="28503"/>
            </a:xfrm>
            <a:prstGeom prst="rect">
              <a:avLst/>
            </a:prstGeom>
            <a:solidFill>
              <a:srgbClr val="95AEC7"/>
            </a:solidFill>
            <a:ln>
              <a:noFill/>
            </a:ln>
          </p:spPr>
        </p:sp>
        <p:sp>
          <p:nvSpPr>
            <p:cNvPr id="10070" name="Heatmap cell r36 c27"/>
            <p:cNvSpPr/>
            <p:nvPr/>
          </p:nvSpPr>
          <p:spPr>
            <a:xfrm>
              <a:off x="505667" y="960199"/>
              <a:ext cx="17140" cy="28503"/>
            </a:xfrm>
            <a:prstGeom prst="rect">
              <a:avLst/>
            </a:prstGeom>
            <a:solidFill>
              <a:srgbClr val="F3C5CA"/>
            </a:solidFill>
            <a:ln>
              <a:noFill/>
            </a:ln>
          </p:spPr>
        </p:sp>
        <p:sp>
          <p:nvSpPr>
            <p:cNvPr id="10071" name="Heatmap cell r36 c28"/>
            <p:cNvSpPr/>
            <p:nvPr/>
          </p:nvSpPr>
          <p:spPr>
            <a:xfrm>
              <a:off x="522712" y="960199"/>
              <a:ext cx="19034" cy="28503"/>
            </a:xfrm>
            <a:prstGeom prst="rect">
              <a:avLst/>
            </a:prstGeom>
            <a:solidFill>
              <a:srgbClr val="EEB1B7"/>
            </a:solidFill>
            <a:ln>
              <a:noFill/>
            </a:ln>
          </p:spPr>
        </p:sp>
        <p:sp>
          <p:nvSpPr>
            <p:cNvPr id="10072" name="Heatmap cell r36 c29"/>
            <p:cNvSpPr/>
            <p:nvPr/>
          </p:nvSpPr>
          <p:spPr>
            <a:xfrm>
              <a:off x="541651" y="960199"/>
              <a:ext cx="17140" cy="28503"/>
            </a:xfrm>
            <a:prstGeom prst="rect">
              <a:avLst/>
            </a:prstGeom>
            <a:solidFill>
              <a:srgbClr val="A7BBD1"/>
            </a:solidFill>
            <a:ln>
              <a:noFill/>
            </a:ln>
          </p:spPr>
        </p:sp>
        <p:sp>
          <p:nvSpPr>
            <p:cNvPr id="10073" name="Heatmap cell r36 c30"/>
            <p:cNvSpPr/>
            <p:nvPr/>
          </p:nvSpPr>
          <p:spPr>
            <a:xfrm>
              <a:off x="558696" y="960199"/>
              <a:ext cx="19034" cy="28503"/>
            </a:xfrm>
            <a:prstGeom prst="rect">
              <a:avLst/>
            </a:prstGeom>
            <a:solidFill>
              <a:srgbClr val="EDF1F7"/>
            </a:solidFill>
            <a:ln>
              <a:noFill/>
            </a:ln>
          </p:spPr>
        </p:sp>
        <p:sp>
          <p:nvSpPr>
            <p:cNvPr id="10074" name="Heatmap cell r36 c31"/>
            <p:cNvSpPr/>
            <p:nvPr/>
          </p:nvSpPr>
          <p:spPr>
            <a:xfrm>
              <a:off x="577634" y="960199"/>
              <a:ext cx="17140" cy="28503"/>
            </a:xfrm>
            <a:prstGeom prst="rect">
              <a:avLst/>
            </a:prstGeom>
            <a:solidFill>
              <a:srgbClr val="D6E0EA"/>
            </a:solidFill>
            <a:ln>
              <a:noFill/>
            </a:ln>
          </p:spPr>
        </p:sp>
        <p:sp>
          <p:nvSpPr>
            <p:cNvPr id="10075" name="Heatmap cell r36 c32"/>
            <p:cNvSpPr/>
            <p:nvPr/>
          </p:nvSpPr>
          <p:spPr>
            <a:xfrm>
              <a:off x="594679" y="960199"/>
              <a:ext cx="19034" cy="28503"/>
            </a:xfrm>
            <a:prstGeom prst="rect">
              <a:avLst/>
            </a:prstGeom>
            <a:solidFill>
              <a:srgbClr val="7F9FBC"/>
            </a:solidFill>
            <a:ln>
              <a:noFill/>
            </a:ln>
          </p:spPr>
        </p:sp>
        <p:sp>
          <p:nvSpPr>
            <p:cNvPr id="10076" name="Heatmap cell r36 c33"/>
            <p:cNvSpPr/>
            <p:nvPr/>
          </p:nvSpPr>
          <p:spPr>
            <a:xfrm>
              <a:off x="613618" y="960199"/>
              <a:ext cx="17140" cy="28503"/>
            </a:xfrm>
            <a:prstGeom prst="rect">
              <a:avLst/>
            </a:prstGeom>
            <a:solidFill>
              <a:srgbClr val="FBF1F3"/>
            </a:solidFill>
            <a:ln>
              <a:noFill/>
            </a:ln>
          </p:spPr>
        </p:sp>
        <p:sp>
          <p:nvSpPr>
            <p:cNvPr id="10077" name="Heatmap cell r36 c34"/>
            <p:cNvSpPr/>
            <p:nvPr/>
          </p:nvSpPr>
          <p:spPr>
            <a:xfrm>
              <a:off x="630663" y="960199"/>
              <a:ext cx="19034" cy="28503"/>
            </a:xfrm>
            <a:prstGeom prst="rect">
              <a:avLst/>
            </a:prstGeom>
            <a:solidFill>
              <a:srgbClr val="D6E0EA"/>
            </a:solidFill>
            <a:ln>
              <a:noFill/>
            </a:ln>
          </p:spPr>
        </p:sp>
        <p:sp>
          <p:nvSpPr>
            <p:cNvPr id="10078" name="Heatmap cell r36 c35"/>
            <p:cNvSpPr/>
            <p:nvPr/>
          </p:nvSpPr>
          <p:spPr>
            <a:xfrm>
              <a:off x="649602" y="960199"/>
              <a:ext cx="19034" cy="28503"/>
            </a:xfrm>
            <a:prstGeom prst="rect">
              <a:avLst/>
            </a:prstGeom>
            <a:solidFill>
              <a:srgbClr val="EEB1B7"/>
            </a:solidFill>
            <a:ln>
              <a:noFill/>
            </a:ln>
          </p:spPr>
        </p:sp>
        <p:sp>
          <p:nvSpPr>
            <p:cNvPr id="10079" name="Heatmap cell r36 c37"/>
            <p:cNvSpPr/>
            <p:nvPr/>
          </p:nvSpPr>
          <p:spPr>
            <a:xfrm>
              <a:off x="685586" y="960199"/>
              <a:ext cx="19034" cy="28503"/>
            </a:xfrm>
            <a:prstGeom prst="rect">
              <a:avLst/>
            </a:prstGeom>
            <a:solidFill>
              <a:srgbClr val="D3DEE8"/>
            </a:solidFill>
            <a:ln>
              <a:noFill/>
            </a:ln>
          </p:spPr>
        </p:sp>
        <p:sp>
          <p:nvSpPr>
            <p:cNvPr id="10080" name="Heatmap cell r36 c38"/>
            <p:cNvSpPr/>
            <p:nvPr/>
          </p:nvSpPr>
          <p:spPr>
            <a:xfrm>
              <a:off x="704525" y="960199"/>
              <a:ext cx="17140" cy="28503"/>
            </a:xfrm>
            <a:prstGeom prst="rect">
              <a:avLst/>
            </a:prstGeom>
            <a:solidFill>
              <a:srgbClr val="688BAF"/>
            </a:solidFill>
            <a:ln>
              <a:noFill/>
            </a:ln>
          </p:spPr>
        </p:sp>
        <p:sp>
          <p:nvSpPr>
            <p:cNvPr id="10081" name="Heatmap cell r36 c39"/>
            <p:cNvSpPr/>
            <p:nvPr/>
          </p:nvSpPr>
          <p:spPr>
            <a:xfrm>
              <a:off x="721570" y="960199"/>
              <a:ext cx="19034" cy="28503"/>
            </a:xfrm>
            <a:prstGeom prst="rect">
              <a:avLst/>
            </a:prstGeom>
            <a:solidFill>
              <a:srgbClr val="BFCFDF"/>
            </a:solidFill>
            <a:ln>
              <a:noFill/>
            </a:ln>
          </p:spPr>
        </p:sp>
        <p:sp>
          <p:nvSpPr>
            <p:cNvPr id="10082" name="Heatmap cell r36 c40"/>
            <p:cNvSpPr/>
            <p:nvPr/>
          </p:nvSpPr>
          <p:spPr>
            <a:xfrm>
              <a:off x="740508" y="960199"/>
              <a:ext cx="17140" cy="28503"/>
            </a:xfrm>
            <a:prstGeom prst="rect">
              <a:avLst/>
            </a:prstGeom>
            <a:solidFill>
              <a:srgbClr val="EAEEF4"/>
            </a:solidFill>
            <a:ln>
              <a:noFill/>
            </a:ln>
          </p:spPr>
        </p:sp>
        <p:sp>
          <p:nvSpPr>
            <p:cNvPr id="10083" name="Heatmap cell r36 c41"/>
            <p:cNvSpPr/>
            <p:nvPr/>
          </p:nvSpPr>
          <p:spPr>
            <a:xfrm>
              <a:off x="757553" y="960199"/>
              <a:ext cx="19034" cy="28503"/>
            </a:xfrm>
            <a:prstGeom prst="rect">
              <a:avLst/>
            </a:prstGeom>
            <a:solidFill>
              <a:srgbClr val="EB9FA6"/>
            </a:solidFill>
            <a:ln>
              <a:noFill/>
            </a:ln>
          </p:spPr>
        </p:sp>
        <p:sp>
          <p:nvSpPr>
            <p:cNvPr id="10084" name="Heatmap cell r36 c42"/>
            <p:cNvSpPr/>
            <p:nvPr/>
          </p:nvSpPr>
          <p:spPr>
            <a:xfrm>
              <a:off x="776492" y="960199"/>
              <a:ext cx="17140" cy="28503"/>
            </a:xfrm>
            <a:prstGeom prst="rect">
              <a:avLst/>
            </a:prstGeom>
            <a:solidFill>
              <a:srgbClr val="DDE4EC"/>
            </a:solidFill>
            <a:ln>
              <a:noFill/>
            </a:ln>
          </p:spPr>
        </p:sp>
        <p:sp>
          <p:nvSpPr>
            <p:cNvPr id="10085" name="Heatmap cell r36 c43"/>
            <p:cNvSpPr/>
            <p:nvPr/>
          </p:nvSpPr>
          <p:spPr>
            <a:xfrm>
              <a:off x="793537" y="960199"/>
              <a:ext cx="19034" cy="28503"/>
            </a:xfrm>
            <a:prstGeom prst="rect">
              <a:avLst/>
            </a:prstGeom>
            <a:solidFill>
              <a:srgbClr val="C6D4E1"/>
            </a:solidFill>
            <a:ln>
              <a:noFill/>
            </a:ln>
          </p:spPr>
        </p:sp>
        <p:sp>
          <p:nvSpPr>
            <p:cNvPr id="10086" name="Heatmap cell r36 c44"/>
            <p:cNvSpPr/>
            <p:nvPr/>
          </p:nvSpPr>
          <p:spPr>
            <a:xfrm>
              <a:off x="812476" y="960199"/>
              <a:ext cx="17140" cy="28503"/>
            </a:xfrm>
            <a:prstGeom prst="rect">
              <a:avLst/>
            </a:prstGeom>
            <a:solidFill>
              <a:srgbClr val="C6D4E1"/>
            </a:solidFill>
            <a:ln>
              <a:noFill/>
            </a:ln>
          </p:spPr>
        </p:sp>
        <p:sp>
          <p:nvSpPr>
            <p:cNvPr id="10087" name="Heatmap cell r36 c45"/>
            <p:cNvSpPr/>
            <p:nvPr/>
          </p:nvSpPr>
          <p:spPr>
            <a:xfrm>
              <a:off x="829521" y="960199"/>
              <a:ext cx="19034" cy="28503"/>
            </a:xfrm>
            <a:prstGeom prst="rect">
              <a:avLst/>
            </a:prstGeom>
            <a:solidFill>
              <a:srgbClr val="FCF8F9"/>
            </a:solidFill>
            <a:ln>
              <a:noFill/>
            </a:ln>
          </p:spPr>
        </p:sp>
        <p:sp>
          <p:nvSpPr>
            <p:cNvPr id="10088" name="Heatmap cell r36 c46"/>
            <p:cNvSpPr/>
            <p:nvPr/>
          </p:nvSpPr>
          <p:spPr>
            <a:xfrm>
              <a:off x="848460" y="960199"/>
              <a:ext cx="17140" cy="28503"/>
            </a:xfrm>
            <a:prstGeom prst="rect">
              <a:avLst/>
            </a:prstGeom>
            <a:solidFill>
              <a:srgbClr val="F6F8F9"/>
            </a:solidFill>
            <a:ln>
              <a:noFill/>
            </a:ln>
          </p:spPr>
        </p:sp>
        <p:sp>
          <p:nvSpPr>
            <p:cNvPr id="10089" name="Heatmap cell r36 c47"/>
            <p:cNvSpPr/>
            <p:nvPr/>
          </p:nvSpPr>
          <p:spPr>
            <a:xfrm>
              <a:off x="865505" y="960199"/>
              <a:ext cx="19034" cy="28503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10090" name="Heatmap cell r36 c48"/>
            <p:cNvSpPr/>
            <p:nvPr/>
          </p:nvSpPr>
          <p:spPr>
            <a:xfrm>
              <a:off x="884444" y="960199"/>
              <a:ext cx="19034" cy="28503"/>
            </a:xfrm>
            <a:prstGeom prst="rect">
              <a:avLst/>
            </a:prstGeom>
            <a:solidFill>
              <a:srgbClr val="EBF0F6"/>
            </a:solidFill>
            <a:ln>
              <a:noFill/>
            </a:ln>
          </p:spPr>
        </p:sp>
        <p:sp>
          <p:nvSpPr>
            <p:cNvPr id="10091" name="Heatmap cell r36 c49"/>
            <p:cNvSpPr/>
            <p:nvPr/>
          </p:nvSpPr>
          <p:spPr>
            <a:xfrm>
              <a:off x="903382" y="960199"/>
              <a:ext cx="17140" cy="28503"/>
            </a:xfrm>
            <a:prstGeom prst="rect">
              <a:avLst/>
            </a:prstGeom>
            <a:solidFill>
              <a:srgbClr val="6187AC"/>
            </a:solidFill>
            <a:ln>
              <a:noFill/>
            </a:ln>
          </p:spPr>
        </p:sp>
        <p:sp>
          <p:nvSpPr>
            <p:cNvPr id="10092" name="Heatmap cell r36 c51"/>
            <p:cNvSpPr/>
            <p:nvPr/>
          </p:nvSpPr>
          <p:spPr>
            <a:xfrm>
              <a:off x="939366" y="960199"/>
              <a:ext cx="17140" cy="28503"/>
            </a:xfrm>
            <a:prstGeom prst="rect">
              <a:avLst/>
            </a:prstGeom>
            <a:solidFill>
              <a:srgbClr val="BCCDDD"/>
            </a:solidFill>
            <a:ln>
              <a:noFill/>
            </a:ln>
          </p:spPr>
        </p:sp>
        <p:sp>
          <p:nvSpPr>
            <p:cNvPr id="10093" name="Heatmap cell r36 c54"/>
            <p:cNvSpPr/>
            <p:nvPr/>
          </p:nvSpPr>
          <p:spPr>
            <a:xfrm>
              <a:off x="992395" y="960199"/>
              <a:ext cx="19034" cy="28503"/>
            </a:xfrm>
            <a:prstGeom prst="rect">
              <a:avLst/>
            </a:prstGeom>
            <a:solidFill>
              <a:srgbClr val="C3D1DF"/>
            </a:solidFill>
            <a:ln>
              <a:noFill/>
            </a:ln>
          </p:spPr>
        </p:sp>
        <p:sp>
          <p:nvSpPr>
            <p:cNvPr id="10094" name="Heatmap cell r36 c55"/>
            <p:cNvSpPr/>
            <p:nvPr/>
          </p:nvSpPr>
          <p:spPr>
            <a:xfrm>
              <a:off x="1011334" y="960199"/>
              <a:ext cx="17140" cy="28503"/>
            </a:xfrm>
            <a:prstGeom prst="rect">
              <a:avLst/>
            </a:prstGeom>
            <a:solidFill>
              <a:srgbClr val="F3C7CC"/>
            </a:solidFill>
            <a:ln>
              <a:noFill/>
            </a:ln>
          </p:spPr>
        </p:sp>
        <p:sp>
          <p:nvSpPr>
            <p:cNvPr id="10095" name="Heatmap cell r36 c56"/>
            <p:cNvSpPr/>
            <p:nvPr/>
          </p:nvSpPr>
          <p:spPr>
            <a:xfrm>
              <a:off x="1028379" y="960199"/>
              <a:ext cx="19034" cy="28503"/>
            </a:xfrm>
            <a:prstGeom prst="rect">
              <a:avLst/>
            </a:prstGeom>
            <a:solidFill>
              <a:srgbClr val="DFE6ED"/>
            </a:solidFill>
            <a:ln>
              <a:noFill/>
            </a:ln>
          </p:spPr>
        </p:sp>
        <p:sp>
          <p:nvSpPr>
            <p:cNvPr id="10096" name="Heatmap cell r36 c57"/>
            <p:cNvSpPr/>
            <p:nvPr/>
          </p:nvSpPr>
          <p:spPr>
            <a:xfrm>
              <a:off x="1047318" y="960199"/>
              <a:ext cx="17140" cy="28503"/>
            </a:xfrm>
            <a:prstGeom prst="rect">
              <a:avLst/>
            </a:prstGeom>
            <a:solidFill>
              <a:srgbClr val="C9D6E2"/>
            </a:solidFill>
            <a:ln>
              <a:noFill/>
            </a:ln>
          </p:spPr>
        </p:sp>
        <p:sp>
          <p:nvSpPr>
            <p:cNvPr id="10097" name="Heatmap cell r36 c58"/>
            <p:cNvSpPr/>
            <p:nvPr/>
          </p:nvSpPr>
          <p:spPr>
            <a:xfrm>
              <a:off x="1064363" y="960199"/>
              <a:ext cx="19034" cy="28503"/>
            </a:xfrm>
            <a:prstGeom prst="rect">
              <a:avLst/>
            </a:prstGeom>
            <a:solidFill>
              <a:srgbClr val="C4D2DF"/>
            </a:solidFill>
            <a:ln>
              <a:noFill/>
            </a:ln>
          </p:spPr>
        </p:sp>
        <p:sp>
          <p:nvSpPr>
            <p:cNvPr id="10098" name="Heatmap cell r36 c59"/>
            <p:cNvSpPr/>
            <p:nvPr/>
          </p:nvSpPr>
          <p:spPr>
            <a:xfrm>
              <a:off x="1083301" y="960199"/>
              <a:ext cx="17140" cy="28503"/>
            </a:xfrm>
            <a:prstGeom prst="rect">
              <a:avLst/>
            </a:prstGeom>
            <a:solidFill>
              <a:srgbClr val="99B0C8"/>
            </a:solidFill>
            <a:ln>
              <a:noFill/>
            </a:ln>
          </p:spPr>
        </p:sp>
        <p:sp>
          <p:nvSpPr>
            <p:cNvPr id="10099" name="Heatmap cell r36 c61"/>
            <p:cNvSpPr/>
            <p:nvPr/>
          </p:nvSpPr>
          <p:spPr>
            <a:xfrm>
              <a:off x="1119285" y="960199"/>
              <a:ext cx="19034" cy="28503"/>
            </a:xfrm>
            <a:prstGeom prst="rect">
              <a:avLst/>
            </a:prstGeom>
            <a:solidFill>
              <a:srgbClr val="F7D9DB"/>
            </a:solidFill>
            <a:ln>
              <a:noFill/>
            </a:ln>
          </p:spPr>
        </p:sp>
        <p:sp>
          <p:nvSpPr>
            <p:cNvPr id="10100" name="Heatmap cell r36 c62"/>
            <p:cNvSpPr/>
            <p:nvPr/>
          </p:nvSpPr>
          <p:spPr>
            <a:xfrm>
              <a:off x="1138224" y="960199"/>
              <a:ext cx="17140" cy="28503"/>
            </a:xfrm>
            <a:prstGeom prst="rect">
              <a:avLst/>
            </a:prstGeom>
            <a:solidFill>
              <a:srgbClr val="88A6C1"/>
            </a:solidFill>
            <a:ln>
              <a:noFill/>
            </a:ln>
          </p:spPr>
        </p:sp>
        <p:sp>
          <p:nvSpPr>
            <p:cNvPr id="10101" name="Heatmap cell r36 c63"/>
            <p:cNvSpPr/>
            <p:nvPr/>
          </p:nvSpPr>
          <p:spPr>
            <a:xfrm>
              <a:off x="1155269" y="960199"/>
              <a:ext cx="19034" cy="28503"/>
            </a:xfrm>
            <a:prstGeom prst="rect">
              <a:avLst/>
            </a:prstGeom>
            <a:solidFill>
              <a:srgbClr val="ADC2D4"/>
            </a:solidFill>
            <a:ln>
              <a:noFill/>
            </a:ln>
          </p:spPr>
        </p:sp>
        <p:sp>
          <p:nvSpPr>
            <p:cNvPr id="10102" name="Heatmap cell r36 c64"/>
            <p:cNvSpPr/>
            <p:nvPr/>
          </p:nvSpPr>
          <p:spPr>
            <a:xfrm>
              <a:off x="1174208" y="960199"/>
              <a:ext cx="17140" cy="28503"/>
            </a:xfrm>
            <a:prstGeom prst="rect">
              <a:avLst/>
            </a:prstGeom>
            <a:solidFill>
              <a:srgbClr val="88A6C1"/>
            </a:solidFill>
            <a:ln>
              <a:noFill/>
            </a:ln>
          </p:spPr>
        </p:sp>
        <p:sp>
          <p:nvSpPr>
            <p:cNvPr id="10103" name="Heatmap cell r36 c65"/>
            <p:cNvSpPr/>
            <p:nvPr/>
          </p:nvSpPr>
          <p:spPr>
            <a:xfrm>
              <a:off x="1191253" y="960199"/>
              <a:ext cx="19034" cy="28503"/>
            </a:xfrm>
            <a:prstGeom prst="rect">
              <a:avLst/>
            </a:prstGeom>
            <a:solidFill>
              <a:srgbClr val="8FAAC5"/>
            </a:solidFill>
            <a:ln>
              <a:noFill/>
            </a:ln>
          </p:spPr>
        </p:sp>
        <p:sp>
          <p:nvSpPr>
            <p:cNvPr id="10104" name="Heatmap cell r36 c67"/>
            <p:cNvSpPr/>
            <p:nvPr/>
          </p:nvSpPr>
          <p:spPr>
            <a:xfrm>
              <a:off x="1227236" y="960199"/>
              <a:ext cx="19034" cy="28503"/>
            </a:xfrm>
            <a:prstGeom prst="rect">
              <a:avLst/>
            </a:prstGeom>
            <a:solidFill>
              <a:srgbClr val="A2B8CF"/>
            </a:solidFill>
            <a:ln>
              <a:noFill/>
            </a:ln>
          </p:spPr>
        </p:sp>
        <p:sp>
          <p:nvSpPr>
            <p:cNvPr id="10105" name="Heatmap cell r36 c68"/>
            <p:cNvSpPr/>
            <p:nvPr/>
          </p:nvSpPr>
          <p:spPr>
            <a:xfrm>
              <a:off x="1246175" y="960199"/>
              <a:ext cx="17140" cy="28503"/>
            </a:xfrm>
            <a:prstGeom prst="rect">
              <a:avLst/>
            </a:prstGeom>
            <a:solidFill>
              <a:srgbClr val="CCD7E3"/>
            </a:solidFill>
            <a:ln>
              <a:noFill/>
            </a:ln>
          </p:spPr>
        </p:sp>
        <p:sp>
          <p:nvSpPr>
            <p:cNvPr id="10106" name="Heatmap cell r36 c69"/>
            <p:cNvSpPr/>
            <p:nvPr/>
          </p:nvSpPr>
          <p:spPr>
            <a:xfrm>
              <a:off x="1263220" y="960199"/>
              <a:ext cx="19034" cy="28503"/>
            </a:xfrm>
            <a:prstGeom prst="rect">
              <a:avLst/>
            </a:prstGeom>
            <a:solidFill>
              <a:srgbClr val="C4D2DF"/>
            </a:solidFill>
            <a:ln>
              <a:noFill/>
            </a:ln>
          </p:spPr>
        </p:sp>
        <p:sp>
          <p:nvSpPr>
            <p:cNvPr id="10107" name="Heatmap cell r36 c70"/>
            <p:cNvSpPr/>
            <p:nvPr/>
          </p:nvSpPr>
          <p:spPr>
            <a:xfrm>
              <a:off x="1282159" y="960199"/>
              <a:ext cx="17140" cy="28503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10108" name="Heatmap cell r36 c71"/>
            <p:cNvSpPr/>
            <p:nvPr/>
          </p:nvSpPr>
          <p:spPr>
            <a:xfrm>
              <a:off x="1299204" y="960199"/>
              <a:ext cx="19034" cy="28503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10109" name="Heatmap cell r36 c72"/>
            <p:cNvSpPr/>
            <p:nvPr/>
          </p:nvSpPr>
          <p:spPr>
            <a:xfrm>
              <a:off x="1318143" y="960199"/>
              <a:ext cx="17140" cy="28503"/>
            </a:xfrm>
            <a:prstGeom prst="rect">
              <a:avLst/>
            </a:prstGeom>
            <a:solidFill>
              <a:srgbClr val="ECA8AE"/>
            </a:solidFill>
            <a:ln>
              <a:noFill/>
            </a:ln>
          </p:spPr>
        </p:sp>
        <p:sp>
          <p:nvSpPr>
            <p:cNvPr id="10110" name="Heatmap cell r36 c73"/>
            <p:cNvSpPr/>
            <p:nvPr/>
          </p:nvSpPr>
          <p:spPr>
            <a:xfrm>
              <a:off x="1335188" y="960199"/>
              <a:ext cx="19034" cy="28503"/>
            </a:xfrm>
            <a:prstGeom prst="rect">
              <a:avLst/>
            </a:prstGeom>
            <a:solidFill>
              <a:srgbClr val="CED9E4"/>
            </a:solidFill>
            <a:ln>
              <a:noFill/>
            </a:ln>
          </p:spPr>
        </p:sp>
        <p:sp>
          <p:nvSpPr>
            <p:cNvPr id="10111" name="Heatmap cell r36 c74"/>
            <p:cNvSpPr/>
            <p:nvPr/>
          </p:nvSpPr>
          <p:spPr>
            <a:xfrm>
              <a:off x="1354127" y="960199"/>
              <a:ext cx="17140" cy="28503"/>
            </a:xfrm>
            <a:prstGeom prst="rect">
              <a:avLst/>
            </a:prstGeom>
            <a:solidFill>
              <a:srgbClr val="386896"/>
            </a:solidFill>
            <a:ln>
              <a:noFill/>
            </a:ln>
          </p:spPr>
        </p:sp>
        <p:sp>
          <p:nvSpPr>
            <p:cNvPr id="10112" name="Heatmap cell r36 c75"/>
            <p:cNvSpPr/>
            <p:nvPr/>
          </p:nvSpPr>
          <p:spPr>
            <a:xfrm>
              <a:off x="1371172" y="960199"/>
              <a:ext cx="19034" cy="28503"/>
            </a:xfrm>
            <a:prstGeom prst="rect">
              <a:avLst/>
            </a:prstGeom>
            <a:solidFill>
              <a:srgbClr val="FBF0F1"/>
            </a:solidFill>
            <a:ln>
              <a:noFill/>
            </a:ln>
          </p:spPr>
        </p:sp>
        <p:sp>
          <p:nvSpPr>
            <p:cNvPr id="10113" name="Heatmap cell r36 c76"/>
            <p:cNvSpPr/>
            <p:nvPr/>
          </p:nvSpPr>
          <p:spPr>
            <a:xfrm>
              <a:off x="1390110" y="960199"/>
              <a:ext cx="19034" cy="28503"/>
            </a:xfrm>
            <a:prstGeom prst="rect">
              <a:avLst/>
            </a:prstGeom>
            <a:solidFill>
              <a:srgbClr val="CFDBE6"/>
            </a:solidFill>
            <a:ln>
              <a:noFill/>
            </a:ln>
          </p:spPr>
        </p:sp>
        <p:sp>
          <p:nvSpPr>
            <p:cNvPr id="10114" name="Heatmap cell r36 c78"/>
            <p:cNvSpPr/>
            <p:nvPr/>
          </p:nvSpPr>
          <p:spPr>
            <a:xfrm>
              <a:off x="1426094" y="960199"/>
              <a:ext cx="19034" cy="28503"/>
            </a:xfrm>
            <a:prstGeom prst="rect">
              <a:avLst/>
            </a:prstGeom>
            <a:solidFill>
              <a:srgbClr val="9AB1C9"/>
            </a:solidFill>
            <a:ln>
              <a:noFill/>
            </a:ln>
          </p:spPr>
        </p:sp>
        <p:sp>
          <p:nvSpPr>
            <p:cNvPr id="10115" name="Heatmap cell r36 c79"/>
            <p:cNvSpPr/>
            <p:nvPr/>
          </p:nvSpPr>
          <p:spPr>
            <a:xfrm>
              <a:off x="1445033" y="960199"/>
              <a:ext cx="17140" cy="28503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10116" name="Heatmap cell r36 c80"/>
            <p:cNvSpPr/>
            <p:nvPr/>
          </p:nvSpPr>
          <p:spPr>
            <a:xfrm>
              <a:off x="1462078" y="960199"/>
              <a:ext cx="19034" cy="28503"/>
            </a:xfrm>
            <a:prstGeom prst="rect">
              <a:avLst/>
            </a:prstGeom>
            <a:solidFill>
              <a:srgbClr val="AFC4D5"/>
            </a:solidFill>
            <a:ln>
              <a:noFill/>
            </a:ln>
          </p:spPr>
        </p:sp>
        <p:sp>
          <p:nvSpPr>
            <p:cNvPr id="10117" name="Heatmap cell r36 c81"/>
            <p:cNvSpPr/>
            <p:nvPr/>
          </p:nvSpPr>
          <p:spPr>
            <a:xfrm>
              <a:off x="1481017" y="960199"/>
              <a:ext cx="17140" cy="28503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10118" name="Heatmap cell r36 c82"/>
            <p:cNvSpPr/>
            <p:nvPr/>
          </p:nvSpPr>
          <p:spPr>
            <a:xfrm>
              <a:off x="1498062" y="960199"/>
              <a:ext cx="19034" cy="28503"/>
            </a:xfrm>
            <a:prstGeom prst="rect">
              <a:avLst/>
            </a:prstGeom>
            <a:solidFill>
              <a:srgbClr val="2C5F91"/>
            </a:solidFill>
            <a:ln>
              <a:noFill/>
            </a:ln>
          </p:spPr>
        </p:sp>
        <p:sp>
          <p:nvSpPr>
            <p:cNvPr id="10119" name="Heatmap cell r36 c83"/>
            <p:cNvSpPr/>
            <p:nvPr/>
          </p:nvSpPr>
          <p:spPr>
            <a:xfrm>
              <a:off x="1517001" y="960199"/>
              <a:ext cx="17140" cy="28503"/>
            </a:xfrm>
            <a:prstGeom prst="rect">
              <a:avLst/>
            </a:prstGeom>
            <a:solidFill>
              <a:srgbClr val="D1DCE7"/>
            </a:solidFill>
            <a:ln>
              <a:noFill/>
            </a:ln>
          </p:spPr>
        </p:sp>
        <p:sp>
          <p:nvSpPr>
            <p:cNvPr id="10120" name="Heatmap cell r36 c85"/>
            <p:cNvSpPr/>
            <p:nvPr/>
          </p:nvSpPr>
          <p:spPr>
            <a:xfrm>
              <a:off x="1552984" y="960199"/>
              <a:ext cx="17140" cy="28503"/>
            </a:xfrm>
            <a:prstGeom prst="rect">
              <a:avLst/>
            </a:prstGeom>
            <a:solidFill>
              <a:srgbClr val="F7D3D6"/>
            </a:solidFill>
            <a:ln>
              <a:noFill/>
            </a:ln>
          </p:spPr>
        </p:sp>
        <p:sp>
          <p:nvSpPr>
            <p:cNvPr id="10121" name="Heatmap cell r36 c86"/>
            <p:cNvSpPr/>
            <p:nvPr/>
          </p:nvSpPr>
          <p:spPr>
            <a:xfrm>
              <a:off x="1570029" y="960199"/>
              <a:ext cx="19034" cy="28503"/>
            </a:xfrm>
            <a:prstGeom prst="rect">
              <a:avLst/>
            </a:prstGeom>
            <a:solidFill>
              <a:srgbClr val="E2EAEF"/>
            </a:solidFill>
            <a:ln>
              <a:noFill/>
            </a:ln>
          </p:spPr>
        </p:sp>
        <p:sp>
          <p:nvSpPr>
            <p:cNvPr id="10122" name="Heatmap cell r36 c87"/>
            <p:cNvSpPr/>
            <p:nvPr/>
          </p:nvSpPr>
          <p:spPr>
            <a:xfrm>
              <a:off x="1588968" y="960199"/>
              <a:ext cx="17140" cy="28503"/>
            </a:xfrm>
            <a:prstGeom prst="rect">
              <a:avLst/>
            </a:prstGeom>
            <a:solidFill>
              <a:srgbClr val="BCCDDD"/>
            </a:solidFill>
            <a:ln>
              <a:noFill/>
            </a:ln>
          </p:spPr>
        </p:sp>
        <p:sp>
          <p:nvSpPr>
            <p:cNvPr id="10123" name="Heatmap cell r36 c88"/>
            <p:cNvSpPr/>
            <p:nvPr/>
          </p:nvSpPr>
          <p:spPr>
            <a:xfrm>
              <a:off x="1606013" y="960199"/>
              <a:ext cx="19034" cy="28503"/>
            </a:xfrm>
            <a:prstGeom prst="rect">
              <a:avLst/>
            </a:prstGeom>
            <a:solidFill>
              <a:srgbClr val="86A3C0"/>
            </a:solidFill>
            <a:ln>
              <a:noFill/>
            </a:ln>
          </p:spPr>
        </p:sp>
        <p:sp>
          <p:nvSpPr>
            <p:cNvPr id="10124" name="Heatmap cell r36 c89"/>
            <p:cNvSpPr/>
            <p:nvPr/>
          </p:nvSpPr>
          <p:spPr>
            <a:xfrm>
              <a:off x="1624952" y="960199"/>
              <a:ext cx="19034" cy="28503"/>
            </a:xfrm>
            <a:prstGeom prst="rect">
              <a:avLst/>
            </a:prstGeom>
            <a:solidFill>
              <a:srgbClr val="7C9CBA"/>
            </a:solidFill>
            <a:ln>
              <a:noFill/>
            </a:ln>
          </p:spPr>
        </p:sp>
        <p:sp>
          <p:nvSpPr>
            <p:cNvPr id="10125" name="Heatmap cell r36 c90"/>
            <p:cNvSpPr/>
            <p:nvPr/>
          </p:nvSpPr>
          <p:spPr>
            <a:xfrm>
              <a:off x="1643891" y="960199"/>
              <a:ext cx="17140" cy="28503"/>
            </a:xfrm>
            <a:prstGeom prst="rect">
              <a:avLst/>
            </a:prstGeom>
            <a:solidFill>
              <a:srgbClr val="F6D4D7"/>
            </a:solidFill>
            <a:ln>
              <a:noFill/>
            </a:ln>
          </p:spPr>
        </p:sp>
        <p:sp>
          <p:nvSpPr>
            <p:cNvPr id="10126" name="Heatmap cell r36 c91"/>
            <p:cNvSpPr/>
            <p:nvPr/>
          </p:nvSpPr>
          <p:spPr>
            <a:xfrm>
              <a:off x="1660936" y="960199"/>
              <a:ext cx="19034" cy="28503"/>
            </a:xfrm>
            <a:prstGeom prst="rect">
              <a:avLst/>
            </a:prstGeom>
            <a:solidFill>
              <a:srgbClr val="B9C9DB"/>
            </a:solidFill>
            <a:ln>
              <a:noFill/>
            </a:ln>
          </p:spPr>
        </p:sp>
        <p:sp>
          <p:nvSpPr>
            <p:cNvPr id="10127" name="Heatmap cell r36 c92"/>
            <p:cNvSpPr/>
            <p:nvPr/>
          </p:nvSpPr>
          <p:spPr>
            <a:xfrm>
              <a:off x="1679875" y="960199"/>
              <a:ext cx="17140" cy="28503"/>
            </a:xfrm>
            <a:prstGeom prst="rect">
              <a:avLst/>
            </a:prstGeom>
            <a:solidFill>
              <a:srgbClr val="C7D4E1"/>
            </a:solidFill>
            <a:ln>
              <a:noFill/>
            </a:ln>
          </p:spPr>
        </p:sp>
        <p:sp>
          <p:nvSpPr>
            <p:cNvPr id="10128" name="Heatmap cell r36 c93"/>
            <p:cNvSpPr/>
            <p:nvPr/>
          </p:nvSpPr>
          <p:spPr>
            <a:xfrm>
              <a:off x="1696920" y="960199"/>
              <a:ext cx="19034" cy="28503"/>
            </a:xfrm>
            <a:prstGeom prst="rect">
              <a:avLst/>
            </a:prstGeom>
            <a:solidFill>
              <a:srgbClr val="F0BAC0"/>
            </a:solidFill>
            <a:ln>
              <a:noFill/>
            </a:ln>
          </p:spPr>
        </p:sp>
        <p:sp>
          <p:nvSpPr>
            <p:cNvPr id="10129" name="Heatmap cell r36 c94"/>
            <p:cNvSpPr/>
            <p:nvPr/>
          </p:nvSpPr>
          <p:spPr>
            <a:xfrm>
              <a:off x="1715858" y="960199"/>
              <a:ext cx="17140" cy="28503"/>
            </a:xfrm>
            <a:prstGeom prst="rect">
              <a:avLst/>
            </a:prstGeom>
            <a:solidFill>
              <a:srgbClr val="B8C9DA"/>
            </a:solidFill>
            <a:ln>
              <a:noFill/>
            </a:ln>
          </p:spPr>
        </p:sp>
        <p:sp>
          <p:nvSpPr>
            <p:cNvPr id="10130" name="Heatmap cell r36 c95"/>
            <p:cNvSpPr/>
            <p:nvPr/>
          </p:nvSpPr>
          <p:spPr>
            <a:xfrm>
              <a:off x="1732903" y="960199"/>
              <a:ext cx="19034" cy="28503"/>
            </a:xfrm>
            <a:prstGeom prst="rect">
              <a:avLst/>
            </a:prstGeom>
            <a:solidFill>
              <a:srgbClr val="EEF3F6"/>
            </a:solidFill>
            <a:ln>
              <a:noFill/>
            </a:ln>
          </p:spPr>
        </p:sp>
        <p:sp>
          <p:nvSpPr>
            <p:cNvPr id="10131" name="Heatmap cell r36 c96"/>
            <p:cNvSpPr/>
            <p:nvPr/>
          </p:nvSpPr>
          <p:spPr>
            <a:xfrm>
              <a:off x="1751842" y="960199"/>
              <a:ext cx="17140" cy="28503"/>
            </a:xfrm>
            <a:prstGeom prst="rect">
              <a:avLst/>
            </a:prstGeom>
            <a:solidFill>
              <a:srgbClr val="A8BCD1"/>
            </a:solidFill>
            <a:ln>
              <a:noFill/>
            </a:ln>
          </p:spPr>
        </p:sp>
        <p:sp>
          <p:nvSpPr>
            <p:cNvPr id="10132" name="Heatmap cell r36 c97"/>
            <p:cNvSpPr/>
            <p:nvPr/>
          </p:nvSpPr>
          <p:spPr>
            <a:xfrm>
              <a:off x="1768887" y="960199"/>
              <a:ext cx="19034" cy="28503"/>
            </a:xfrm>
            <a:prstGeom prst="rect">
              <a:avLst/>
            </a:prstGeom>
            <a:solidFill>
              <a:srgbClr val="90ABC5"/>
            </a:solidFill>
            <a:ln>
              <a:noFill/>
            </a:ln>
          </p:spPr>
        </p:sp>
        <p:sp>
          <p:nvSpPr>
            <p:cNvPr id="10133" name="Heatmap cell r36 c98"/>
            <p:cNvSpPr/>
            <p:nvPr/>
          </p:nvSpPr>
          <p:spPr>
            <a:xfrm>
              <a:off x="1787826" y="960199"/>
              <a:ext cx="17140" cy="28503"/>
            </a:xfrm>
            <a:prstGeom prst="rect">
              <a:avLst/>
            </a:prstGeom>
            <a:solidFill>
              <a:srgbClr val="BCCCDC"/>
            </a:solidFill>
            <a:ln>
              <a:noFill/>
            </a:ln>
          </p:spPr>
        </p:sp>
        <p:sp>
          <p:nvSpPr>
            <p:cNvPr id="10134" name="Heatmap cell r36 c99"/>
            <p:cNvSpPr/>
            <p:nvPr/>
          </p:nvSpPr>
          <p:spPr>
            <a:xfrm>
              <a:off x="1804871" y="960199"/>
              <a:ext cx="19034" cy="28503"/>
            </a:xfrm>
            <a:prstGeom prst="rect">
              <a:avLst/>
            </a:prstGeom>
            <a:solidFill>
              <a:srgbClr val="92ADC6"/>
            </a:solidFill>
            <a:ln>
              <a:noFill/>
            </a:ln>
          </p:spPr>
        </p:sp>
        <p:sp>
          <p:nvSpPr>
            <p:cNvPr id="10135" name="Heatmap cell r36 c100"/>
            <p:cNvSpPr/>
            <p:nvPr/>
          </p:nvSpPr>
          <p:spPr>
            <a:xfrm>
              <a:off x="1823810" y="960199"/>
              <a:ext cx="17140" cy="28503"/>
            </a:xfrm>
            <a:prstGeom prst="rect">
              <a:avLst/>
            </a:prstGeom>
            <a:solidFill>
              <a:srgbClr val="F8F8FA"/>
            </a:solidFill>
            <a:ln>
              <a:noFill/>
            </a:ln>
          </p:spPr>
        </p:sp>
        <p:sp>
          <p:nvSpPr>
            <p:cNvPr id="10136" name="Heatmap cell r36 c101"/>
            <p:cNvSpPr/>
            <p:nvPr/>
          </p:nvSpPr>
          <p:spPr>
            <a:xfrm>
              <a:off x="1840855" y="960199"/>
              <a:ext cx="19034" cy="28503"/>
            </a:xfrm>
            <a:prstGeom prst="rect">
              <a:avLst/>
            </a:prstGeom>
            <a:solidFill>
              <a:srgbClr val="F8E4E7"/>
            </a:solidFill>
            <a:ln>
              <a:noFill/>
            </a:ln>
          </p:spPr>
        </p:sp>
        <p:sp>
          <p:nvSpPr>
            <p:cNvPr id="10137" name="Heatmap cell r36 c102"/>
            <p:cNvSpPr/>
            <p:nvPr/>
          </p:nvSpPr>
          <p:spPr>
            <a:xfrm>
              <a:off x="1859794" y="960199"/>
              <a:ext cx="19034" cy="28503"/>
            </a:xfrm>
            <a:prstGeom prst="rect">
              <a:avLst/>
            </a:prstGeom>
            <a:solidFill>
              <a:srgbClr val="ABBED2"/>
            </a:solidFill>
            <a:ln>
              <a:noFill/>
            </a:ln>
          </p:spPr>
        </p:sp>
        <p:sp>
          <p:nvSpPr>
            <p:cNvPr id="10138" name="Heatmap cell r36 c103"/>
            <p:cNvSpPr/>
            <p:nvPr/>
          </p:nvSpPr>
          <p:spPr>
            <a:xfrm>
              <a:off x="1878732" y="960199"/>
              <a:ext cx="17140" cy="28503"/>
            </a:xfrm>
            <a:prstGeom prst="rect">
              <a:avLst/>
            </a:prstGeom>
            <a:solidFill>
              <a:srgbClr val="A9BCD2"/>
            </a:solidFill>
            <a:ln>
              <a:noFill/>
            </a:ln>
          </p:spPr>
        </p:sp>
        <p:sp>
          <p:nvSpPr>
            <p:cNvPr id="10139" name="Heatmap cell r36 c104"/>
            <p:cNvSpPr/>
            <p:nvPr/>
          </p:nvSpPr>
          <p:spPr>
            <a:xfrm>
              <a:off x="1895777" y="960199"/>
              <a:ext cx="19034" cy="28503"/>
            </a:xfrm>
            <a:prstGeom prst="rect">
              <a:avLst/>
            </a:prstGeom>
            <a:solidFill>
              <a:srgbClr val="ABBED2"/>
            </a:solidFill>
            <a:ln>
              <a:noFill/>
            </a:ln>
          </p:spPr>
        </p:sp>
        <p:sp>
          <p:nvSpPr>
            <p:cNvPr id="10140" name="Heatmap cell r36 c105"/>
            <p:cNvSpPr/>
            <p:nvPr/>
          </p:nvSpPr>
          <p:spPr>
            <a:xfrm>
              <a:off x="1914716" y="960199"/>
              <a:ext cx="17140" cy="28503"/>
            </a:xfrm>
            <a:prstGeom prst="rect">
              <a:avLst/>
            </a:prstGeom>
            <a:solidFill>
              <a:srgbClr val="A2B8CF"/>
            </a:solidFill>
            <a:ln>
              <a:noFill/>
            </a:ln>
          </p:spPr>
        </p:sp>
        <p:sp>
          <p:nvSpPr>
            <p:cNvPr id="10141" name="Heatmap cell r36 c106"/>
            <p:cNvSpPr/>
            <p:nvPr/>
          </p:nvSpPr>
          <p:spPr>
            <a:xfrm>
              <a:off x="1931761" y="960199"/>
              <a:ext cx="19034" cy="28503"/>
            </a:xfrm>
            <a:prstGeom prst="rect">
              <a:avLst/>
            </a:prstGeom>
            <a:solidFill>
              <a:srgbClr val="92ADC6"/>
            </a:solidFill>
            <a:ln>
              <a:noFill/>
            </a:ln>
          </p:spPr>
        </p:sp>
        <p:sp>
          <p:nvSpPr>
            <p:cNvPr id="10142" name="Heatmap cell r36 c108"/>
            <p:cNvSpPr/>
            <p:nvPr/>
          </p:nvSpPr>
          <p:spPr>
            <a:xfrm>
              <a:off x="1967745" y="960199"/>
              <a:ext cx="19034" cy="28503"/>
            </a:xfrm>
            <a:prstGeom prst="rect">
              <a:avLst/>
            </a:prstGeom>
            <a:solidFill>
              <a:srgbClr val="7B9BB9"/>
            </a:solidFill>
            <a:ln>
              <a:noFill/>
            </a:ln>
          </p:spPr>
        </p:sp>
        <p:sp>
          <p:nvSpPr>
            <p:cNvPr id="10143" name="Heatmap cell r36 c109"/>
            <p:cNvSpPr/>
            <p:nvPr/>
          </p:nvSpPr>
          <p:spPr>
            <a:xfrm>
              <a:off x="1986684" y="960199"/>
              <a:ext cx="17140" cy="28503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10144" name="Heatmap cell r36 c110"/>
            <p:cNvSpPr/>
            <p:nvPr/>
          </p:nvSpPr>
          <p:spPr>
            <a:xfrm>
              <a:off x="2003729" y="960199"/>
              <a:ext cx="19034" cy="28503"/>
            </a:xfrm>
            <a:prstGeom prst="rect">
              <a:avLst/>
            </a:prstGeom>
            <a:solidFill>
              <a:srgbClr val="DCE3EB"/>
            </a:solidFill>
            <a:ln>
              <a:noFill/>
            </a:ln>
          </p:spPr>
        </p:sp>
        <p:sp>
          <p:nvSpPr>
            <p:cNvPr id="10145" name="Heatmap cell r36 c111"/>
            <p:cNvSpPr/>
            <p:nvPr/>
          </p:nvSpPr>
          <p:spPr>
            <a:xfrm>
              <a:off x="2022668" y="960199"/>
              <a:ext cx="17140" cy="28503"/>
            </a:xfrm>
            <a:prstGeom prst="rect">
              <a:avLst/>
            </a:prstGeom>
            <a:solidFill>
              <a:srgbClr val="EBEFF5"/>
            </a:solidFill>
            <a:ln>
              <a:noFill/>
            </a:ln>
          </p:spPr>
        </p:sp>
        <p:sp>
          <p:nvSpPr>
            <p:cNvPr id="10146" name="Heatmap cell r36 c112"/>
            <p:cNvSpPr/>
            <p:nvPr/>
          </p:nvSpPr>
          <p:spPr>
            <a:xfrm>
              <a:off x="2039712" y="960199"/>
              <a:ext cx="19034" cy="28503"/>
            </a:xfrm>
            <a:prstGeom prst="rect">
              <a:avLst/>
            </a:prstGeom>
            <a:solidFill>
              <a:srgbClr val="EFB8BD"/>
            </a:solidFill>
            <a:ln>
              <a:noFill/>
            </a:ln>
          </p:spPr>
        </p:sp>
        <p:sp>
          <p:nvSpPr>
            <p:cNvPr id="10147" name="Heatmap cell r36 c113"/>
            <p:cNvSpPr/>
            <p:nvPr/>
          </p:nvSpPr>
          <p:spPr>
            <a:xfrm>
              <a:off x="2058651" y="960199"/>
              <a:ext cx="17140" cy="28503"/>
            </a:xfrm>
            <a:prstGeom prst="rect">
              <a:avLst/>
            </a:prstGeom>
            <a:solidFill>
              <a:srgbClr val="EFF3F7"/>
            </a:solidFill>
            <a:ln>
              <a:noFill/>
            </a:ln>
          </p:spPr>
        </p:sp>
        <p:sp>
          <p:nvSpPr>
            <p:cNvPr id="10148" name="Heatmap cell r36 c114"/>
            <p:cNvSpPr/>
            <p:nvPr/>
          </p:nvSpPr>
          <p:spPr>
            <a:xfrm>
              <a:off x="2075696" y="960199"/>
              <a:ext cx="19034" cy="28503"/>
            </a:xfrm>
            <a:prstGeom prst="rect">
              <a:avLst/>
            </a:prstGeom>
            <a:solidFill>
              <a:srgbClr val="EBF0F6"/>
            </a:solidFill>
            <a:ln>
              <a:noFill/>
            </a:ln>
          </p:spPr>
        </p:sp>
        <p:sp>
          <p:nvSpPr>
            <p:cNvPr id="10149" name="Heatmap cell r36 c115"/>
            <p:cNvSpPr/>
            <p:nvPr/>
          </p:nvSpPr>
          <p:spPr>
            <a:xfrm>
              <a:off x="2094635" y="960199"/>
              <a:ext cx="19034" cy="28503"/>
            </a:xfrm>
            <a:prstGeom prst="rect">
              <a:avLst/>
            </a:prstGeom>
            <a:solidFill>
              <a:srgbClr val="EAEEF4"/>
            </a:solidFill>
            <a:ln>
              <a:noFill/>
            </a:ln>
          </p:spPr>
        </p:sp>
        <p:sp>
          <p:nvSpPr>
            <p:cNvPr id="10150" name="Heatmap cell r36 c116"/>
            <p:cNvSpPr/>
            <p:nvPr/>
          </p:nvSpPr>
          <p:spPr>
            <a:xfrm>
              <a:off x="2113574" y="960199"/>
              <a:ext cx="17140" cy="28503"/>
            </a:xfrm>
            <a:prstGeom prst="rect">
              <a:avLst/>
            </a:prstGeom>
            <a:solidFill>
              <a:srgbClr val="F3C7CC"/>
            </a:solidFill>
            <a:ln>
              <a:noFill/>
            </a:ln>
          </p:spPr>
        </p:sp>
        <p:sp>
          <p:nvSpPr>
            <p:cNvPr id="10151" name="Heatmap cell r36 c118"/>
            <p:cNvSpPr/>
            <p:nvPr/>
          </p:nvSpPr>
          <p:spPr>
            <a:xfrm>
              <a:off x="2149558" y="960199"/>
              <a:ext cx="17140" cy="28503"/>
            </a:xfrm>
            <a:prstGeom prst="rect">
              <a:avLst/>
            </a:prstGeom>
            <a:solidFill>
              <a:srgbClr val="F0BBC2"/>
            </a:solidFill>
            <a:ln>
              <a:noFill/>
            </a:ln>
          </p:spPr>
        </p:sp>
        <p:sp>
          <p:nvSpPr>
            <p:cNvPr id="10152" name="Heatmap cell r36 c119"/>
            <p:cNvSpPr/>
            <p:nvPr/>
          </p:nvSpPr>
          <p:spPr>
            <a:xfrm>
              <a:off x="2166603" y="960199"/>
              <a:ext cx="19034" cy="28503"/>
            </a:xfrm>
            <a:prstGeom prst="rect">
              <a:avLst/>
            </a:prstGeom>
            <a:solidFill>
              <a:srgbClr val="DDE4EC"/>
            </a:solidFill>
            <a:ln>
              <a:noFill/>
            </a:ln>
          </p:spPr>
        </p:sp>
        <p:sp>
          <p:nvSpPr>
            <p:cNvPr id="10153" name="Heatmap cell r36 c120"/>
            <p:cNvSpPr/>
            <p:nvPr/>
          </p:nvSpPr>
          <p:spPr>
            <a:xfrm>
              <a:off x="2185542" y="960199"/>
              <a:ext cx="17140" cy="28503"/>
            </a:xfrm>
            <a:prstGeom prst="rect">
              <a:avLst/>
            </a:prstGeom>
            <a:solidFill>
              <a:srgbClr val="EBEFF5"/>
            </a:solidFill>
            <a:ln>
              <a:noFill/>
            </a:ln>
          </p:spPr>
        </p:sp>
        <p:sp>
          <p:nvSpPr>
            <p:cNvPr id="10154" name="Heatmap cell r36 c121"/>
            <p:cNvSpPr/>
            <p:nvPr/>
          </p:nvSpPr>
          <p:spPr>
            <a:xfrm>
              <a:off x="2202586" y="960199"/>
              <a:ext cx="19034" cy="28503"/>
            </a:xfrm>
            <a:prstGeom prst="rect">
              <a:avLst/>
            </a:prstGeom>
            <a:solidFill>
              <a:srgbClr val="BBCCDC"/>
            </a:solidFill>
            <a:ln>
              <a:noFill/>
            </a:ln>
          </p:spPr>
        </p:sp>
        <p:sp>
          <p:nvSpPr>
            <p:cNvPr id="10155" name="Heatmap cell r36 c122"/>
            <p:cNvSpPr/>
            <p:nvPr/>
          </p:nvSpPr>
          <p:spPr>
            <a:xfrm>
              <a:off x="2221525" y="960199"/>
              <a:ext cx="17140" cy="28503"/>
            </a:xfrm>
            <a:prstGeom prst="rect">
              <a:avLst/>
            </a:prstGeom>
            <a:solidFill>
              <a:srgbClr val="7E9EBB"/>
            </a:solidFill>
            <a:ln>
              <a:noFill/>
            </a:ln>
          </p:spPr>
        </p:sp>
        <p:sp>
          <p:nvSpPr>
            <p:cNvPr id="10156" name="Heatmap cell r36 c123"/>
            <p:cNvSpPr/>
            <p:nvPr/>
          </p:nvSpPr>
          <p:spPr>
            <a:xfrm>
              <a:off x="2238570" y="960199"/>
              <a:ext cx="19034" cy="28503"/>
            </a:xfrm>
            <a:prstGeom prst="rect">
              <a:avLst/>
            </a:prstGeom>
            <a:solidFill>
              <a:srgbClr val="6D91B3"/>
            </a:solidFill>
            <a:ln>
              <a:noFill/>
            </a:ln>
          </p:spPr>
        </p:sp>
        <p:sp>
          <p:nvSpPr>
            <p:cNvPr id="10157" name="Heatmap cell r36 c124"/>
            <p:cNvSpPr/>
            <p:nvPr/>
          </p:nvSpPr>
          <p:spPr>
            <a:xfrm>
              <a:off x="2257509" y="960199"/>
              <a:ext cx="17140" cy="28503"/>
            </a:xfrm>
            <a:prstGeom prst="rect">
              <a:avLst/>
            </a:prstGeom>
            <a:solidFill>
              <a:srgbClr val="D6E0EA"/>
            </a:solidFill>
            <a:ln>
              <a:noFill/>
            </a:ln>
          </p:spPr>
        </p:sp>
        <p:sp>
          <p:nvSpPr>
            <p:cNvPr id="10158" name="Heatmap cell r36 c125"/>
            <p:cNvSpPr/>
            <p:nvPr/>
          </p:nvSpPr>
          <p:spPr>
            <a:xfrm>
              <a:off x="2274554" y="960199"/>
              <a:ext cx="19034" cy="28503"/>
            </a:xfrm>
            <a:prstGeom prst="rect">
              <a:avLst/>
            </a:prstGeom>
            <a:solidFill>
              <a:srgbClr val="8DA8C3"/>
            </a:solidFill>
            <a:ln>
              <a:noFill/>
            </a:ln>
          </p:spPr>
        </p:sp>
        <p:sp>
          <p:nvSpPr>
            <p:cNvPr id="10159" name="Heatmap cell r36 c126"/>
            <p:cNvSpPr/>
            <p:nvPr/>
          </p:nvSpPr>
          <p:spPr>
            <a:xfrm>
              <a:off x="2293493" y="960199"/>
              <a:ext cx="17140" cy="28503"/>
            </a:xfrm>
            <a:prstGeom prst="rect">
              <a:avLst/>
            </a:prstGeom>
            <a:solidFill>
              <a:srgbClr val="CDD9E3"/>
            </a:solidFill>
            <a:ln>
              <a:noFill/>
            </a:ln>
          </p:spPr>
        </p:sp>
        <p:sp>
          <p:nvSpPr>
            <p:cNvPr id="10160" name="Heatmap cell r36 c127"/>
            <p:cNvSpPr/>
            <p:nvPr/>
          </p:nvSpPr>
          <p:spPr>
            <a:xfrm>
              <a:off x="2310538" y="960199"/>
              <a:ext cx="19034" cy="28503"/>
            </a:xfrm>
            <a:prstGeom prst="rect">
              <a:avLst/>
            </a:prstGeom>
            <a:solidFill>
              <a:srgbClr val="CCD7E3"/>
            </a:solidFill>
            <a:ln>
              <a:noFill/>
            </a:ln>
          </p:spPr>
        </p:sp>
        <p:sp>
          <p:nvSpPr>
            <p:cNvPr id="10161" name="Heatmap cell r36 c128"/>
            <p:cNvSpPr/>
            <p:nvPr/>
          </p:nvSpPr>
          <p:spPr>
            <a:xfrm>
              <a:off x="2329477" y="960199"/>
              <a:ext cx="19034" cy="28503"/>
            </a:xfrm>
            <a:prstGeom prst="rect">
              <a:avLst/>
            </a:prstGeom>
            <a:solidFill>
              <a:srgbClr val="ADC2D4"/>
            </a:solidFill>
            <a:ln>
              <a:noFill/>
            </a:ln>
          </p:spPr>
        </p:sp>
        <p:sp>
          <p:nvSpPr>
            <p:cNvPr id="10162" name="Heatmap cell r36 c129"/>
            <p:cNvSpPr/>
            <p:nvPr/>
          </p:nvSpPr>
          <p:spPr>
            <a:xfrm>
              <a:off x="2348416" y="960199"/>
              <a:ext cx="17140" cy="28503"/>
            </a:xfrm>
            <a:prstGeom prst="rect">
              <a:avLst/>
            </a:prstGeom>
            <a:solidFill>
              <a:srgbClr val="91ACC5"/>
            </a:solidFill>
            <a:ln>
              <a:noFill/>
            </a:ln>
          </p:spPr>
        </p:sp>
        <p:sp>
          <p:nvSpPr>
            <p:cNvPr id="10163" name="Heatmap cell r36 c130"/>
            <p:cNvSpPr/>
            <p:nvPr/>
          </p:nvSpPr>
          <p:spPr>
            <a:xfrm>
              <a:off x="2365460" y="960199"/>
              <a:ext cx="19034" cy="28503"/>
            </a:xfrm>
            <a:prstGeom prst="rect">
              <a:avLst/>
            </a:prstGeom>
            <a:solidFill>
              <a:srgbClr val="DCE3EB"/>
            </a:solidFill>
            <a:ln>
              <a:noFill/>
            </a:ln>
          </p:spPr>
        </p:sp>
        <p:sp>
          <p:nvSpPr>
            <p:cNvPr id="10164" name="Heatmap cell r36 c131"/>
            <p:cNvSpPr/>
            <p:nvPr/>
          </p:nvSpPr>
          <p:spPr>
            <a:xfrm>
              <a:off x="2384399" y="960199"/>
              <a:ext cx="17140" cy="28503"/>
            </a:xfrm>
            <a:prstGeom prst="rect">
              <a:avLst/>
            </a:prstGeom>
            <a:solidFill>
              <a:srgbClr val="E3EAF0"/>
            </a:solidFill>
            <a:ln>
              <a:noFill/>
            </a:ln>
          </p:spPr>
        </p:sp>
        <p:sp>
          <p:nvSpPr>
            <p:cNvPr id="10165" name="Heatmap cell r36 c132"/>
            <p:cNvSpPr/>
            <p:nvPr/>
          </p:nvSpPr>
          <p:spPr>
            <a:xfrm>
              <a:off x="2401444" y="960199"/>
              <a:ext cx="19034" cy="28503"/>
            </a:xfrm>
            <a:prstGeom prst="rect">
              <a:avLst/>
            </a:prstGeom>
            <a:solidFill>
              <a:srgbClr val="EFB5BA"/>
            </a:solidFill>
            <a:ln>
              <a:noFill/>
            </a:ln>
          </p:spPr>
        </p:sp>
        <p:sp>
          <p:nvSpPr>
            <p:cNvPr id="10166" name="Heatmap cell r36 c133"/>
            <p:cNvSpPr/>
            <p:nvPr/>
          </p:nvSpPr>
          <p:spPr>
            <a:xfrm>
              <a:off x="2420383" y="960199"/>
              <a:ext cx="17140" cy="28503"/>
            </a:xfrm>
            <a:prstGeom prst="rect">
              <a:avLst/>
            </a:prstGeom>
            <a:solidFill>
              <a:srgbClr val="D6E0EA"/>
            </a:solidFill>
            <a:ln>
              <a:noFill/>
            </a:ln>
          </p:spPr>
        </p:sp>
        <p:sp>
          <p:nvSpPr>
            <p:cNvPr id="10167" name="Heatmap cell r36 c134"/>
            <p:cNvSpPr/>
            <p:nvPr/>
          </p:nvSpPr>
          <p:spPr>
            <a:xfrm>
              <a:off x="2437428" y="960199"/>
              <a:ext cx="19034" cy="28503"/>
            </a:xfrm>
            <a:prstGeom prst="rect">
              <a:avLst/>
            </a:prstGeom>
            <a:solidFill>
              <a:srgbClr val="B4C5D6"/>
            </a:solidFill>
            <a:ln>
              <a:noFill/>
            </a:ln>
          </p:spPr>
        </p:sp>
        <p:sp>
          <p:nvSpPr>
            <p:cNvPr id="10168" name="Heatmap cell r36 c135"/>
            <p:cNvSpPr/>
            <p:nvPr/>
          </p:nvSpPr>
          <p:spPr>
            <a:xfrm>
              <a:off x="2456367" y="960199"/>
              <a:ext cx="17140" cy="28503"/>
            </a:xfrm>
            <a:prstGeom prst="rect">
              <a:avLst/>
            </a:prstGeom>
            <a:solidFill>
              <a:srgbClr val="D7E1EB"/>
            </a:solidFill>
            <a:ln>
              <a:noFill/>
            </a:ln>
          </p:spPr>
        </p:sp>
        <p:sp>
          <p:nvSpPr>
            <p:cNvPr id="10169" name="Heatmap cell r36 c137"/>
            <p:cNvSpPr/>
            <p:nvPr/>
          </p:nvSpPr>
          <p:spPr>
            <a:xfrm>
              <a:off x="2492351" y="960199"/>
              <a:ext cx="17140" cy="28503"/>
            </a:xfrm>
            <a:prstGeom prst="rect">
              <a:avLst/>
            </a:prstGeom>
            <a:solidFill>
              <a:srgbClr val="FCF7F7"/>
            </a:solidFill>
            <a:ln>
              <a:noFill/>
            </a:ln>
          </p:spPr>
        </p:sp>
        <p:sp>
          <p:nvSpPr>
            <p:cNvPr id="10170" name="Heatmap cell r36 c138"/>
            <p:cNvSpPr/>
            <p:nvPr/>
          </p:nvSpPr>
          <p:spPr>
            <a:xfrm>
              <a:off x="2509396" y="960199"/>
              <a:ext cx="19034" cy="28503"/>
            </a:xfrm>
            <a:prstGeom prst="rect">
              <a:avLst/>
            </a:prstGeom>
            <a:solidFill>
              <a:srgbClr val="E7EBF1"/>
            </a:solidFill>
            <a:ln>
              <a:noFill/>
            </a:ln>
          </p:spPr>
        </p:sp>
        <p:sp>
          <p:nvSpPr>
            <p:cNvPr id="10171" name="Heatmap cell r36 c139"/>
            <p:cNvSpPr/>
            <p:nvPr/>
          </p:nvSpPr>
          <p:spPr>
            <a:xfrm>
              <a:off x="2528334" y="960199"/>
              <a:ext cx="17140" cy="28503"/>
            </a:xfrm>
            <a:prstGeom prst="rect">
              <a:avLst/>
            </a:prstGeom>
            <a:solidFill>
              <a:srgbClr val="F8E3E6"/>
            </a:solidFill>
            <a:ln>
              <a:noFill/>
            </a:ln>
          </p:spPr>
        </p:sp>
        <p:sp>
          <p:nvSpPr>
            <p:cNvPr id="10172" name="Heatmap cell r36 c140"/>
            <p:cNvSpPr/>
            <p:nvPr/>
          </p:nvSpPr>
          <p:spPr>
            <a:xfrm>
              <a:off x="2545379" y="960199"/>
              <a:ext cx="19034" cy="28503"/>
            </a:xfrm>
            <a:prstGeom prst="rect">
              <a:avLst/>
            </a:prstGeom>
            <a:solidFill>
              <a:srgbClr val="CFDBE6"/>
            </a:solidFill>
            <a:ln>
              <a:noFill/>
            </a:ln>
          </p:spPr>
        </p:sp>
        <p:sp>
          <p:nvSpPr>
            <p:cNvPr id="10173" name="Heatmap cell r36 c141"/>
            <p:cNvSpPr/>
            <p:nvPr/>
          </p:nvSpPr>
          <p:spPr>
            <a:xfrm>
              <a:off x="2564318" y="960199"/>
              <a:ext cx="19034" cy="28503"/>
            </a:xfrm>
            <a:prstGeom prst="rect">
              <a:avLst/>
            </a:prstGeom>
            <a:solidFill>
              <a:srgbClr val="FCF6F6"/>
            </a:solidFill>
            <a:ln>
              <a:noFill/>
            </a:ln>
          </p:spPr>
        </p:sp>
        <p:sp>
          <p:nvSpPr>
            <p:cNvPr id="10174" name="Heatmap cell r36 c142"/>
            <p:cNvSpPr/>
            <p:nvPr/>
          </p:nvSpPr>
          <p:spPr>
            <a:xfrm>
              <a:off x="2583257" y="960199"/>
              <a:ext cx="17140" cy="28503"/>
            </a:xfrm>
            <a:prstGeom prst="rect">
              <a:avLst/>
            </a:prstGeom>
            <a:solidFill>
              <a:srgbClr val="CFDBE6"/>
            </a:solidFill>
            <a:ln>
              <a:noFill/>
            </a:ln>
          </p:spPr>
        </p:sp>
        <p:sp>
          <p:nvSpPr>
            <p:cNvPr id="10175" name="Heatmap cell r36 c143"/>
            <p:cNvSpPr/>
            <p:nvPr/>
          </p:nvSpPr>
          <p:spPr>
            <a:xfrm>
              <a:off x="2600302" y="960199"/>
              <a:ext cx="19034" cy="28503"/>
            </a:xfrm>
            <a:prstGeom prst="rect">
              <a:avLst/>
            </a:prstGeom>
            <a:solidFill>
              <a:srgbClr val="C2D0DE"/>
            </a:solidFill>
            <a:ln>
              <a:noFill/>
            </a:ln>
          </p:spPr>
        </p:sp>
        <p:sp>
          <p:nvSpPr>
            <p:cNvPr id="10176" name="Heatmap cell r36 c144"/>
            <p:cNvSpPr/>
            <p:nvPr/>
          </p:nvSpPr>
          <p:spPr>
            <a:xfrm>
              <a:off x="2619241" y="960199"/>
              <a:ext cx="17140" cy="28503"/>
            </a:xfrm>
            <a:prstGeom prst="rect">
              <a:avLst/>
            </a:prstGeom>
            <a:solidFill>
              <a:srgbClr val="DEE6EC"/>
            </a:solidFill>
            <a:ln>
              <a:noFill/>
            </a:ln>
          </p:spPr>
        </p:sp>
        <p:sp>
          <p:nvSpPr>
            <p:cNvPr id="10177" name="Heatmap cell r36 c145"/>
            <p:cNvSpPr/>
            <p:nvPr/>
          </p:nvSpPr>
          <p:spPr>
            <a:xfrm>
              <a:off x="2636286" y="960199"/>
              <a:ext cx="19034" cy="28503"/>
            </a:xfrm>
            <a:prstGeom prst="rect">
              <a:avLst/>
            </a:prstGeom>
            <a:solidFill>
              <a:srgbClr val="DAE2EB"/>
            </a:solidFill>
            <a:ln>
              <a:noFill/>
            </a:ln>
          </p:spPr>
        </p:sp>
        <p:sp>
          <p:nvSpPr>
            <p:cNvPr id="10178" name="Heatmap cell r36 c146"/>
            <p:cNvSpPr/>
            <p:nvPr/>
          </p:nvSpPr>
          <p:spPr>
            <a:xfrm>
              <a:off x="2655225" y="960199"/>
              <a:ext cx="17140" cy="28503"/>
            </a:xfrm>
            <a:prstGeom prst="rect">
              <a:avLst/>
            </a:prstGeom>
            <a:solidFill>
              <a:srgbClr val="FBF5F5"/>
            </a:solidFill>
            <a:ln>
              <a:noFill/>
            </a:ln>
          </p:spPr>
        </p:sp>
        <p:sp>
          <p:nvSpPr>
            <p:cNvPr id="10179" name="Heatmap cell r36 c147"/>
            <p:cNvSpPr/>
            <p:nvPr/>
          </p:nvSpPr>
          <p:spPr>
            <a:xfrm>
              <a:off x="2672270" y="960199"/>
              <a:ext cx="19034" cy="28503"/>
            </a:xfrm>
            <a:prstGeom prst="rect">
              <a:avLst/>
            </a:prstGeom>
            <a:solidFill>
              <a:srgbClr val="BFCFDF"/>
            </a:solidFill>
            <a:ln>
              <a:noFill/>
            </a:ln>
          </p:spPr>
        </p:sp>
        <p:sp>
          <p:nvSpPr>
            <p:cNvPr id="10180" name="Heatmap cell r36 c148"/>
            <p:cNvSpPr/>
            <p:nvPr/>
          </p:nvSpPr>
          <p:spPr>
            <a:xfrm>
              <a:off x="2691208" y="960199"/>
              <a:ext cx="17140" cy="28503"/>
            </a:xfrm>
            <a:prstGeom prst="rect">
              <a:avLst/>
            </a:prstGeom>
            <a:solidFill>
              <a:srgbClr val="EAEEF4"/>
            </a:solidFill>
            <a:ln>
              <a:noFill/>
            </a:ln>
          </p:spPr>
        </p:sp>
        <p:sp>
          <p:nvSpPr>
            <p:cNvPr id="10181" name="Heatmap cell r36 c149"/>
            <p:cNvSpPr/>
            <p:nvPr/>
          </p:nvSpPr>
          <p:spPr>
            <a:xfrm>
              <a:off x="2708253" y="960199"/>
              <a:ext cx="19034" cy="28503"/>
            </a:xfrm>
            <a:prstGeom prst="rect">
              <a:avLst/>
            </a:prstGeom>
            <a:solidFill>
              <a:srgbClr val="96AFC7"/>
            </a:solidFill>
            <a:ln>
              <a:noFill/>
            </a:ln>
          </p:spPr>
        </p:sp>
        <p:sp>
          <p:nvSpPr>
            <p:cNvPr id="10182" name="Heatmap cell r36 c150"/>
            <p:cNvSpPr/>
            <p:nvPr/>
          </p:nvSpPr>
          <p:spPr>
            <a:xfrm>
              <a:off x="2727192" y="960199"/>
              <a:ext cx="17140" cy="28503"/>
            </a:xfrm>
            <a:prstGeom prst="rect">
              <a:avLst/>
            </a:prstGeom>
            <a:solidFill>
              <a:srgbClr val="BCCDDD"/>
            </a:solidFill>
            <a:ln>
              <a:noFill/>
            </a:ln>
          </p:spPr>
        </p:sp>
        <p:sp>
          <p:nvSpPr>
            <p:cNvPr id="10183" name="Heatmap cell r36 c151"/>
            <p:cNvSpPr/>
            <p:nvPr/>
          </p:nvSpPr>
          <p:spPr>
            <a:xfrm>
              <a:off x="2744237" y="960199"/>
              <a:ext cx="19034" cy="28503"/>
            </a:xfrm>
            <a:prstGeom prst="rect">
              <a:avLst/>
            </a:prstGeom>
            <a:solidFill>
              <a:srgbClr val="D5DFEA"/>
            </a:solidFill>
            <a:ln>
              <a:noFill/>
            </a:ln>
          </p:spPr>
        </p:sp>
        <p:sp>
          <p:nvSpPr>
            <p:cNvPr id="10184" name="Heatmap cell r36 c152"/>
            <p:cNvSpPr/>
            <p:nvPr/>
          </p:nvSpPr>
          <p:spPr>
            <a:xfrm>
              <a:off x="2763176" y="960199"/>
              <a:ext cx="17140" cy="28503"/>
            </a:xfrm>
            <a:prstGeom prst="rect">
              <a:avLst/>
            </a:prstGeom>
            <a:solidFill>
              <a:srgbClr val="C3D1DF"/>
            </a:solidFill>
            <a:ln>
              <a:noFill/>
            </a:ln>
          </p:spPr>
        </p:sp>
        <p:sp>
          <p:nvSpPr>
            <p:cNvPr id="10185" name="Heatmap cell r36 c153"/>
            <p:cNvSpPr/>
            <p:nvPr/>
          </p:nvSpPr>
          <p:spPr>
            <a:xfrm>
              <a:off x="2780221" y="960199"/>
              <a:ext cx="19034" cy="28503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10186" name="Heatmap cell r36 c154"/>
            <p:cNvSpPr/>
            <p:nvPr/>
          </p:nvSpPr>
          <p:spPr>
            <a:xfrm>
              <a:off x="2799160" y="960199"/>
              <a:ext cx="17140" cy="28503"/>
            </a:xfrm>
            <a:prstGeom prst="rect">
              <a:avLst/>
            </a:prstGeom>
            <a:solidFill>
              <a:srgbClr val="E3EAF0"/>
            </a:solidFill>
            <a:ln>
              <a:noFill/>
            </a:ln>
          </p:spPr>
        </p:sp>
        <p:sp>
          <p:nvSpPr>
            <p:cNvPr id="10187" name="Heatmap cell r36 c155"/>
            <p:cNvSpPr/>
            <p:nvPr/>
          </p:nvSpPr>
          <p:spPr>
            <a:xfrm>
              <a:off x="2816205" y="960199"/>
              <a:ext cx="19034" cy="28503"/>
            </a:xfrm>
            <a:prstGeom prst="rect">
              <a:avLst/>
            </a:prstGeom>
            <a:solidFill>
              <a:srgbClr val="DAE2EB"/>
            </a:solidFill>
            <a:ln>
              <a:noFill/>
            </a:ln>
          </p:spPr>
        </p:sp>
        <p:sp>
          <p:nvSpPr>
            <p:cNvPr id="10188" name="Heatmap cell r36 c156"/>
            <p:cNvSpPr/>
            <p:nvPr/>
          </p:nvSpPr>
          <p:spPr>
            <a:xfrm>
              <a:off x="2835144" y="960199"/>
              <a:ext cx="19034" cy="28503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10189" name="Heatmap cell r36 c157"/>
            <p:cNvSpPr/>
            <p:nvPr/>
          </p:nvSpPr>
          <p:spPr>
            <a:xfrm>
              <a:off x="2854082" y="960199"/>
              <a:ext cx="17140" cy="28503"/>
            </a:xfrm>
            <a:prstGeom prst="rect">
              <a:avLst/>
            </a:prstGeom>
            <a:solidFill>
              <a:srgbClr val="C5D3E0"/>
            </a:solidFill>
            <a:ln>
              <a:noFill/>
            </a:ln>
          </p:spPr>
        </p:sp>
        <p:sp>
          <p:nvSpPr>
            <p:cNvPr id="10190" name="Heatmap cell r36 c158"/>
            <p:cNvSpPr/>
            <p:nvPr/>
          </p:nvSpPr>
          <p:spPr>
            <a:xfrm>
              <a:off x="2871127" y="960199"/>
              <a:ext cx="19034" cy="28503"/>
            </a:xfrm>
            <a:prstGeom prst="rect">
              <a:avLst/>
            </a:prstGeom>
            <a:solidFill>
              <a:srgbClr val="799AB8"/>
            </a:solidFill>
            <a:ln>
              <a:noFill/>
            </a:ln>
          </p:spPr>
        </p:sp>
        <p:sp>
          <p:nvSpPr>
            <p:cNvPr id="10191" name="Heatmap cell r36 c159"/>
            <p:cNvSpPr/>
            <p:nvPr/>
          </p:nvSpPr>
          <p:spPr>
            <a:xfrm>
              <a:off x="2890066" y="960199"/>
              <a:ext cx="17140" cy="28503"/>
            </a:xfrm>
            <a:prstGeom prst="rect">
              <a:avLst/>
            </a:prstGeom>
            <a:solidFill>
              <a:srgbClr val="A9BCD2"/>
            </a:solidFill>
            <a:ln>
              <a:noFill/>
            </a:ln>
          </p:spPr>
        </p:sp>
        <p:sp>
          <p:nvSpPr>
            <p:cNvPr id="10192" name="Heatmap cell r36 c160"/>
            <p:cNvSpPr/>
            <p:nvPr/>
          </p:nvSpPr>
          <p:spPr>
            <a:xfrm>
              <a:off x="2907111" y="960199"/>
              <a:ext cx="19034" cy="28503"/>
            </a:xfrm>
            <a:prstGeom prst="rect">
              <a:avLst/>
            </a:prstGeom>
            <a:solidFill>
              <a:srgbClr val="BFCFDF"/>
            </a:solidFill>
            <a:ln>
              <a:noFill/>
            </a:ln>
          </p:spPr>
        </p:sp>
        <p:sp>
          <p:nvSpPr>
            <p:cNvPr id="10193" name="Heatmap cell r36 c161"/>
            <p:cNvSpPr/>
            <p:nvPr/>
          </p:nvSpPr>
          <p:spPr>
            <a:xfrm>
              <a:off x="2926050" y="960199"/>
              <a:ext cx="17140" cy="28503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10194" name="Heatmap cell r36 c162"/>
            <p:cNvSpPr/>
            <p:nvPr/>
          </p:nvSpPr>
          <p:spPr>
            <a:xfrm>
              <a:off x="2943095" y="960199"/>
              <a:ext cx="19034" cy="28503"/>
            </a:xfrm>
            <a:prstGeom prst="rect">
              <a:avLst/>
            </a:prstGeom>
            <a:solidFill>
              <a:srgbClr val="F8E1E3"/>
            </a:solidFill>
            <a:ln>
              <a:noFill/>
            </a:ln>
          </p:spPr>
        </p:sp>
        <p:sp>
          <p:nvSpPr>
            <p:cNvPr id="10195" name="Heatmap cell r36 c163"/>
            <p:cNvSpPr/>
            <p:nvPr/>
          </p:nvSpPr>
          <p:spPr>
            <a:xfrm>
              <a:off x="2962034" y="960199"/>
              <a:ext cx="17140" cy="28503"/>
            </a:xfrm>
            <a:prstGeom prst="rect">
              <a:avLst/>
            </a:prstGeom>
            <a:solidFill>
              <a:srgbClr val="F7E2E4"/>
            </a:solidFill>
            <a:ln>
              <a:noFill/>
            </a:ln>
          </p:spPr>
        </p:sp>
        <p:sp>
          <p:nvSpPr>
            <p:cNvPr id="10196" name="Heatmap cell r36 c164"/>
            <p:cNvSpPr/>
            <p:nvPr/>
          </p:nvSpPr>
          <p:spPr>
            <a:xfrm>
              <a:off x="2979079" y="960199"/>
              <a:ext cx="19034" cy="28503"/>
            </a:xfrm>
            <a:prstGeom prst="rect">
              <a:avLst/>
            </a:prstGeom>
            <a:solidFill>
              <a:srgbClr val="F8E3E6"/>
            </a:solidFill>
            <a:ln>
              <a:noFill/>
            </a:ln>
          </p:spPr>
        </p:sp>
        <p:sp>
          <p:nvSpPr>
            <p:cNvPr id="10197" name="Heatmap cell r36 c165"/>
            <p:cNvSpPr/>
            <p:nvPr/>
          </p:nvSpPr>
          <p:spPr>
            <a:xfrm>
              <a:off x="2998018" y="960199"/>
              <a:ext cx="17140" cy="28503"/>
            </a:xfrm>
            <a:prstGeom prst="rect">
              <a:avLst/>
            </a:prstGeom>
            <a:solidFill>
              <a:srgbClr val="F7D3D6"/>
            </a:solidFill>
            <a:ln>
              <a:noFill/>
            </a:ln>
          </p:spPr>
        </p:sp>
        <p:sp>
          <p:nvSpPr>
            <p:cNvPr id="10198" name="Heatmap cell r36 c166"/>
            <p:cNvSpPr/>
            <p:nvPr/>
          </p:nvSpPr>
          <p:spPr>
            <a:xfrm>
              <a:off x="3015062" y="960199"/>
              <a:ext cx="19034" cy="28503"/>
            </a:xfrm>
            <a:prstGeom prst="rect">
              <a:avLst/>
            </a:prstGeom>
            <a:solidFill>
              <a:srgbClr val="F8E1E3"/>
            </a:solidFill>
            <a:ln>
              <a:noFill/>
            </a:ln>
          </p:spPr>
        </p:sp>
        <p:sp>
          <p:nvSpPr>
            <p:cNvPr id="10199" name="Heatmap cell r36 c167"/>
            <p:cNvSpPr/>
            <p:nvPr/>
          </p:nvSpPr>
          <p:spPr>
            <a:xfrm>
              <a:off x="3034001" y="960199"/>
              <a:ext cx="17140" cy="28503"/>
            </a:xfrm>
            <a:prstGeom prst="rect">
              <a:avLst/>
            </a:prstGeom>
            <a:solidFill>
              <a:srgbClr val="F5D1D4"/>
            </a:solidFill>
            <a:ln>
              <a:noFill/>
            </a:ln>
          </p:spPr>
        </p:sp>
        <p:sp>
          <p:nvSpPr>
            <p:cNvPr id="10200" name="Heatmap cell r36 c168"/>
            <p:cNvSpPr/>
            <p:nvPr/>
          </p:nvSpPr>
          <p:spPr>
            <a:xfrm>
              <a:off x="3051046" y="960199"/>
              <a:ext cx="19034" cy="28503"/>
            </a:xfrm>
            <a:prstGeom prst="rect">
              <a:avLst/>
            </a:prstGeom>
            <a:solidFill>
              <a:srgbClr val="E27882"/>
            </a:solidFill>
            <a:ln>
              <a:noFill/>
            </a:ln>
          </p:spPr>
        </p:sp>
        <p:sp>
          <p:nvSpPr>
            <p:cNvPr id="10201" name="Heatmap cell r36 c169"/>
            <p:cNvSpPr/>
            <p:nvPr/>
          </p:nvSpPr>
          <p:spPr>
            <a:xfrm>
              <a:off x="3069985" y="960199"/>
              <a:ext cx="19034" cy="28503"/>
            </a:xfrm>
            <a:prstGeom prst="rect">
              <a:avLst/>
            </a:prstGeom>
            <a:solidFill>
              <a:srgbClr val="FBF5F5"/>
            </a:solidFill>
            <a:ln>
              <a:noFill/>
            </a:ln>
          </p:spPr>
        </p:sp>
        <p:sp>
          <p:nvSpPr>
            <p:cNvPr id="10202" name="Heatmap cell r36 c170"/>
            <p:cNvSpPr/>
            <p:nvPr/>
          </p:nvSpPr>
          <p:spPr>
            <a:xfrm>
              <a:off x="3088924" y="960199"/>
              <a:ext cx="17140" cy="28503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10203" name="Heatmap cell r36 c171"/>
            <p:cNvSpPr/>
            <p:nvPr/>
          </p:nvSpPr>
          <p:spPr>
            <a:xfrm>
              <a:off x="3105969" y="960199"/>
              <a:ext cx="19034" cy="28503"/>
            </a:xfrm>
            <a:prstGeom prst="rect">
              <a:avLst/>
            </a:prstGeom>
            <a:solidFill>
              <a:srgbClr val="F0F5F8"/>
            </a:solidFill>
            <a:ln>
              <a:noFill/>
            </a:ln>
          </p:spPr>
        </p:sp>
        <p:sp>
          <p:nvSpPr>
            <p:cNvPr id="10204" name="Heatmap cell r36 c172"/>
            <p:cNvSpPr/>
            <p:nvPr/>
          </p:nvSpPr>
          <p:spPr>
            <a:xfrm>
              <a:off x="3124908" y="960199"/>
              <a:ext cx="17140" cy="28503"/>
            </a:xfrm>
            <a:prstGeom prst="rect">
              <a:avLst/>
            </a:prstGeom>
            <a:solidFill>
              <a:srgbClr val="F7D7DB"/>
            </a:solidFill>
            <a:ln>
              <a:noFill/>
            </a:ln>
          </p:spPr>
        </p:sp>
        <p:sp>
          <p:nvSpPr>
            <p:cNvPr id="10205" name="Heatmap cell r36 c173"/>
            <p:cNvSpPr/>
            <p:nvPr/>
          </p:nvSpPr>
          <p:spPr>
            <a:xfrm>
              <a:off x="3141953" y="960199"/>
              <a:ext cx="19034" cy="28503"/>
            </a:xfrm>
            <a:prstGeom prst="rect">
              <a:avLst/>
            </a:prstGeom>
            <a:solidFill>
              <a:srgbClr val="F0F4F7"/>
            </a:solidFill>
            <a:ln>
              <a:noFill/>
            </a:ln>
          </p:spPr>
        </p:sp>
        <p:sp>
          <p:nvSpPr>
            <p:cNvPr id="10206" name="Heatmap cell r36 c174"/>
            <p:cNvSpPr/>
            <p:nvPr/>
          </p:nvSpPr>
          <p:spPr>
            <a:xfrm>
              <a:off x="3160892" y="960199"/>
              <a:ext cx="17140" cy="28503"/>
            </a:xfrm>
            <a:prstGeom prst="rect">
              <a:avLst/>
            </a:prstGeom>
            <a:solidFill>
              <a:srgbClr val="D5DFE9"/>
            </a:solidFill>
            <a:ln>
              <a:noFill/>
            </a:ln>
          </p:spPr>
        </p:sp>
        <p:sp>
          <p:nvSpPr>
            <p:cNvPr id="10207" name="Heatmap cell r36 c175"/>
            <p:cNvSpPr/>
            <p:nvPr/>
          </p:nvSpPr>
          <p:spPr>
            <a:xfrm>
              <a:off x="3177936" y="960199"/>
              <a:ext cx="19034" cy="28503"/>
            </a:xfrm>
            <a:prstGeom prst="rect">
              <a:avLst/>
            </a:prstGeom>
            <a:solidFill>
              <a:srgbClr val="EBF0F6"/>
            </a:solidFill>
            <a:ln>
              <a:noFill/>
            </a:ln>
          </p:spPr>
        </p:sp>
        <p:sp>
          <p:nvSpPr>
            <p:cNvPr id="10208" name="Heatmap cell r36 c176"/>
            <p:cNvSpPr/>
            <p:nvPr/>
          </p:nvSpPr>
          <p:spPr>
            <a:xfrm>
              <a:off x="3196875" y="960199"/>
              <a:ext cx="17140" cy="28503"/>
            </a:xfrm>
            <a:prstGeom prst="rect">
              <a:avLst/>
            </a:prstGeom>
            <a:solidFill>
              <a:srgbClr val="F1C4C7"/>
            </a:solidFill>
            <a:ln>
              <a:noFill/>
            </a:ln>
          </p:spPr>
        </p:sp>
        <p:sp>
          <p:nvSpPr>
            <p:cNvPr id="10209" name="Heatmap cell r36 c177"/>
            <p:cNvSpPr/>
            <p:nvPr/>
          </p:nvSpPr>
          <p:spPr>
            <a:xfrm>
              <a:off x="3213920" y="960199"/>
              <a:ext cx="19034" cy="28503"/>
            </a:xfrm>
            <a:prstGeom prst="rect">
              <a:avLst/>
            </a:prstGeom>
            <a:solidFill>
              <a:srgbClr val="FCF8F9"/>
            </a:solidFill>
            <a:ln>
              <a:noFill/>
            </a:ln>
          </p:spPr>
        </p:sp>
        <p:sp>
          <p:nvSpPr>
            <p:cNvPr id="10210" name="Heatmap cell r36 c178"/>
            <p:cNvSpPr/>
            <p:nvPr/>
          </p:nvSpPr>
          <p:spPr>
            <a:xfrm>
              <a:off x="3232859" y="960199"/>
              <a:ext cx="17140" cy="28503"/>
            </a:xfrm>
            <a:prstGeom prst="rect">
              <a:avLst/>
            </a:prstGeom>
            <a:solidFill>
              <a:srgbClr val="F5F7F9"/>
            </a:solidFill>
            <a:ln>
              <a:noFill/>
            </a:ln>
          </p:spPr>
        </p:sp>
        <p:sp>
          <p:nvSpPr>
            <p:cNvPr id="10211" name="Heatmap cell r36 c179"/>
            <p:cNvSpPr/>
            <p:nvPr/>
          </p:nvSpPr>
          <p:spPr>
            <a:xfrm>
              <a:off x="3249904" y="960199"/>
              <a:ext cx="19034" cy="28503"/>
            </a:xfrm>
            <a:prstGeom prst="rect">
              <a:avLst/>
            </a:prstGeom>
            <a:solidFill>
              <a:srgbClr val="F3C5CA"/>
            </a:solidFill>
            <a:ln>
              <a:noFill/>
            </a:ln>
          </p:spPr>
        </p:sp>
        <p:sp>
          <p:nvSpPr>
            <p:cNvPr id="10212" name="Heatmap cell r36 c180"/>
            <p:cNvSpPr/>
            <p:nvPr/>
          </p:nvSpPr>
          <p:spPr>
            <a:xfrm>
              <a:off x="3268843" y="960199"/>
              <a:ext cx="17140" cy="28503"/>
            </a:xfrm>
            <a:prstGeom prst="rect">
              <a:avLst/>
            </a:prstGeom>
            <a:solidFill>
              <a:srgbClr val="EBA9AE"/>
            </a:solidFill>
            <a:ln>
              <a:noFill/>
            </a:ln>
          </p:spPr>
        </p:sp>
        <p:sp>
          <p:nvSpPr>
            <p:cNvPr id="10213" name="Heatmap cell r36 c181"/>
            <p:cNvSpPr/>
            <p:nvPr/>
          </p:nvSpPr>
          <p:spPr>
            <a:xfrm>
              <a:off x="3285888" y="960199"/>
              <a:ext cx="19034" cy="28503"/>
            </a:xfrm>
            <a:prstGeom prst="rect">
              <a:avLst/>
            </a:prstGeom>
            <a:solidFill>
              <a:srgbClr val="C4D2DF"/>
            </a:solidFill>
            <a:ln>
              <a:noFill/>
            </a:ln>
          </p:spPr>
        </p:sp>
        <p:sp>
          <p:nvSpPr>
            <p:cNvPr id="10214" name="Heatmap cell r36 c182"/>
            <p:cNvSpPr/>
            <p:nvPr/>
          </p:nvSpPr>
          <p:spPr>
            <a:xfrm>
              <a:off x="3304827" y="960199"/>
              <a:ext cx="19034" cy="28503"/>
            </a:xfrm>
            <a:prstGeom prst="rect">
              <a:avLst/>
            </a:prstGeom>
            <a:solidFill>
              <a:srgbClr val="F8E9EA"/>
            </a:solidFill>
            <a:ln>
              <a:noFill/>
            </a:ln>
          </p:spPr>
        </p:sp>
        <p:sp>
          <p:nvSpPr>
            <p:cNvPr id="10215" name="Heatmap cell r36 c183"/>
            <p:cNvSpPr/>
            <p:nvPr/>
          </p:nvSpPr>
          <p:spPr>
            <a:xfrm>
              <a:off x="3323765" y="960199"/>
              <a:ext cx="17140" cy="28503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10216" name="Heatmap cell r36 c184"/>
            <p:cNvSpPr/>
            <p:nvPr/>
          </p:nvSpPr>
          <p:spPr>
            <a:xfrm>
              <a:off x="3340810" y="960199"/>
              <a:ext cx="19034" cy="28503"/>
            </a:xfrm>
            <a:prstGeom prst="rect">
              <a:avLst/>
            </a:prstGeom>
            <a:solidFill>
              <a:srgbClr val="F8DBDD"/>
            </a:solidFill>
            <a:ln>
              <a:noFill/>
            </a:ln>
          </p:spPr>
        </p:sp>
        <p:sp>
          <p:nvSpPr>
            <p:cNvPr id="10217" name="Heatmap cell r36 c185"/>
            <p:cNvSpPr/>
            <p:nvPr/>
          </p:nvSpPr>
          <p:spPr>
            <a:xfrm>
              <a:off x="3359749" y="960199"/>
              <a:ext cx="17140" cy="28503"/>
            </a:xfrm>
            <a:prstGeom prst="rect">
              <a:avLst/>
            </a:prstGeom>
            <a:solidFill>
              <a:srgbClr val="EDAFB5"/>
            </a:solidFill>
            <a:ln>
              <a:noFill/>
            </a:ln>
          </p:spPr>
        </p:sp>
        <p:sp>
          <p:nvSpPr>
            <p:cNvPr id="10218" name="Heatmap cell r36 c186"/>
            <p:cNvSpPr/>
            <p:nvPr/>
          </p:nvSpPr>
          <p:spPr>
            <a:xfrm>
              <a:off x="3376794" y="960199"/>
              <a:ext cx="19034" cy="28503"/>
            </a:xfrm>
            <a:prstGeom prst="rect">
              <a:avLst/>
            </a:prstGeom>
            <a:solidFill>
              <a:srgbClr val="F0BDC2"/>
            </a:solidFill>
            <a:ln>
              <a:noFill/>
            </a:ln>
          </p:spPr>
        </p:sp>
        <p:sp>
          <p:nvSpPr>
            <p:cNvPr id="10219" name="Heatmap cell r36 c187"/>
            <p:cNvSpPr/>
            <p:nvPr/>
          </p:nvSpPr>
          <p:spPr>
            <a:xfrm>
              <a:off x="3395733" y="960199"/>
              <a:ext cx="17140" cy="28503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10220" name="Heatmap cell r36 c188"/>
            <p:cNvSpPr/>
            <p:nvPr/>
          </p:nvSpPr>
          <p:spPr>
            <a:xfrm>
              <a:off x="3412778" y="960199"/>
              <a:ext cx="19034" cy="28503"/>
            </a:xfrm>
            <a:prstGeom prst="rect">
              <a:avLst/>
            </a:prstGeom>
            <a:solidFill>
              <a:srgbClr val="FAEEEF"/>
            </a:solidFill>
            <a:ln>
              <a:noFill/>
            </a:ln>
          </p:spPr>
        </p:sp>
        <p:sp>
          <p:nvSpPr>
            <p:cNvPr id="10221" name="Heatmap cell r36 c189"/>
            <p:cNvSpPr/>
            <p:nvPr/>
          </p:nvSpPr>
          <p:spPr>
            <a:xfrm>
              <a:off x="3431717" y="960199"/>
              <a:ext cx="17140" cy="28503"/>
            </a:xfrm>
            <a:prstGeom prst="rect">
              <a:avLst/>
            </a:prstGeom>
            <a:solidFill>
              <a:srgbClr val="F8E6E8"/>
            </a:solidFill>
            <a:ln>
              <a:noFill/>
            </a:ln>
          </p:spPr>
        </p:sp>
        <p:sp>
          <p:nvSpPr>
            <p:cNvPr id="10222" name="Heatmap cell r36 c190"/>
            <p:cNvSpPr/>
            <p:nvPr/>
          </p:nvSpPr>
          <p:spPr>
            <a:xfrm>
              <a:off x="3448762" y="960199"/>
              <a:ext cx="19034" cy="28503"/>
            </a:xfrm>
            <a:prstGeom prst="rect">
              <a:avLst/>
            </a:prstGeom>
            <a:solidFill>
              <a:srgbClr val="F9E7E8"/>
            </a:solidFill>
            <a:ln>
              <a:noFill/>
            </a:ln>
          </p:spPr>
        </p:sp>
        <p:sp>
          <p:nvSpPr>
            <p:cNvPr id="10223" name="Heatmap cell r36 c192"/>
            <p:cNvSpPr/>
            <p:nvPr/>
          </p:nvSpPr>
          <p:spPr>
            <a:xfrm>
              <a:off x="3484746" y="960199"/>
              <a:ext cx="19034" cy="28503"/>
            </a:xfrm>
            <a:prstGeom prst="rect">
              <a:avLst/>
            </a:prstGeom>
            <a:solidFill>
              <a:srgbClr val="DE5F6B"/>
            </a:solidFill>
            <a:ln>
              <a:noFill/>
            </a:ln>
          </p:spPr>
        </p:sp>
        <p:sp>
          <p:nvSpPr>
            <p:cNvPr id="10224" name="Heatmap cell r36 c193"/>
            <p:cNvSpPr/>
            <p:nvPr/>
          </p:nvSpPr>
          <p:spPr>
            <a:xfrm>
              <a:off x="3503684" y="960199"/>
              <a:ext cx="17140" cy="28503"/>
            </a:xfrm>
            <a:prstGeom prst="rect">
              <a:avLst/>
            </a:prstGeom>
            <a:solidFill>
              <a:srgbClr val="EBA4AC"/>
            </a:solidFill>
            <a:ln>
              <a:noFill/>
            </a:ln>
          </p:spPr>
        </p:sp>
        <p:sp>
          <p:nvSpPr>
            <p:cNvPr id="10225" name="Heatmap cell r36 c194"/>
            <p:cNvSpPr/>
            <p:nvPr/>
          </p:nvSpPr>
          <p:spPr>
            <a:xfrm>
              <a:off x="3520729" y="960199"/>
              <a:ext cx="19034" cy="28503"/>
            </a:xfrm>
            <a:prstGeom prst="rect">
              <a:avLst/>
            </a:prstGeom>
            <a:solidFill>
              <a:srgbClr val="FDF9FA"/>
            </a:solidFill>
            <a:ln>
              <a:noFill/>
            </a:ln>
          </p:spPr>
        </p:sp>
        <p:sp>
          <p:nvSpPr>
            <p:cNvPr id="10226" name="Heatmap cell r36 c195"/>
            <p:cNvSpPr/>
            <p:nvPr/>
          </p:nvSpPr>
          <p:spPr>
            <a:xfrm>
              <a:off x="3539668" y="960199"/>
              <a:ext cx="19034" cy="28503"/>
            </a:xfrm>
            <a:prstGeom prst="rect">
              <a:avLst/>
            </a:prstGeom>
            <a:solidFill>
              <a:srgbClr val="FBF3F4"/>
            </a:solidFill>
            <a:ln>
              <a:noFill/>
            </a:ln>
          </p:spPr>
        </p:sp>
        <p:sp>
          <p:nvSpPr>
            <p:cNvPr id="10227" name="Heatmap cell r36 c196"/>
            <p:cNvSpPr/>
            <p:nvPr/>
          </p:nvSpPr>
          <p:spPr>
            <a:xfrm>
              <a:off x="3558607" y="960199"/>
              <a:ext cx="17140" cy="28503"/>
            </a:xfrm>
            <a:prstGeom prst="rect">
              <a:avLst/>
            </a:prstGeom>
            <a:solidFill>
              <a:srgbClr val="F1BEC3"/>
            </a:solidFill>
            <a:ln>
              <a:noFill/>
            </a:ln>
          </p:spPr>
        </p:sp>
        <p:sp>
          <p:nvSpPr>
            <p:cNvPr id="10228" name="Heatmap cell r36 c197"/>
            <p:cNvSpPr/>
            <p:nvPr/>
          </p:nvSpPr>
          <p:spPr>
            <a:xfrm>
              <a:off x="3575652" y="960199"/>
              <a:ext cx="19034" cy="28503"/>
            </a:xfrm>
            <a:prstGeom prst="rect">
              <a:avLst/>
            </a:prstGeom>
            <a:solidFill>
              <a:srgbClr val="F1C0C4"/>
            </a:solidFill>
            <a:ln>
              <a:noFill/>
            </a:ln>
          </p:spPr>
        </p:sp>
        <p:sp>
          <p:nvSpPr>
            <p:cNvPr id="10229" name="Heatmap cell r36 c198"/>
            <p:cNvSpPr/>
            <p:nvPr/>
          </p:nvSpPr>
          <p:spPr>
            <a:xfrm>
              <a:off x="3594591" y="960199"/>
              <a:ext cx="17140" cy="28503"/>
            </a:xfrm>
            <a:prstGeom prst="rect">
              <a:avLst/>
            </a:prstGeom>
            <a:solidFill>
              <a:srgbClr val="F1C0C6"/>
            </a:solidFill>
            <a:ln>
              <a:noFill/>
            </a:ln>
          </p:spPr>
        </p:sp>
        <p:sp>
          <p:nvSpPr>
            <p:cNvPr id="10230" name="Heatmap cell r36 c199"/>
            <p:cNvSpPr/>
            <p:nvPr/>
          </p:nvSpPr>
          <p:spPr>
            <a:xfrm>
              <a:off x="3611636" y="960199"/>
              <a:ext cx="19034" cy="28503"/>
            </a:xfrm>
            <a:prstGeom prst="rect">
              <a:avLst/>
            </a:prstGeom>
            <a:solidFill>
              <a:srgbClr val="FBF5F5"/>
            </a:solidFill>
            <a:ln>
              <a:noFill/>
            </a:ln>
          </p:spPr>
        </p:sp>
        <p:sp>
          <p:nvSpPr>
            <p:cNvPr id="10231" name="Heatmap cell r36 c200"/>
            <p:cNvSpPr/>
            <p:nvPr/>
          </p:nvSpPr>
          <p:spPr>
            <a:xfrm>
              <a:off x="3630575" y="960199"/>
              <a:ext cx="17140" cy="28503"/>
            </a:xfrm>
            <a:prstGeom prst="rect">
              <a:avLst/>
            </a:prstGeom>
            <a:solidFill>
              <a:srgbClr val="EB9EA4"/>
            </a:solidFill>
            <a:ln>
              <a:noFill/>
            </a:ln>
          </p:spPr>
        </p:sp>
        <p:sp>
          <p:nvSpPr>
            <p:cNvPr id="10232" name="Heatmap cell r36 c201"/>
            <p:cNvSpPr/>
            <p:nvPr/>
          </p:nvSpPr>
          <p:spPr>
            <a:xfrm>
              <a:off x="3647620" y="960199"/>
              <a:ext cx="19034" cy="28503"/>
            </a:xfrm>
            <a:prstGeom prst="rect">
              <a:avLst/>
            </a:prstGeom>
            <a:solidFill>
              <a:srgbClr val="F6D4D7"/>
            </a:solidFill>
            <a:ln>
              <a:noFill/>
            </a:ln>
          </p:spPr>
        </p:sp>
        <p:sp>
          <p:nvSpPr>
            <p:cNvPr id="10233" name="Heatmap cell r36 c202"/>
            <p:cNvSpPr/>
            <p:nvPr/>
          </p:nvSpPr>
          <p:spPr>
            <a:xfrm>
              <a:off x="3666558" y="960199"/>
              <a:ext cx="17140" cy="28503"/>
            </a:xfrm>
            <a:prstGeom prst="rect">
              <a:avLst/>
            </a:prstGeom>
            <a:solidFill>
              <a:srgbClr val="DF6974"/>
            </a:solidFill>
            <a:ln>
              <a:noFill/>
            </a:ln>
          </p:spPr>
        </p:sp>
        <p:sp>
          <p:nvSpPr>
            <p:cNvPr id="10234" name="Heatmap cell r36 c203"/>
            <p:cNvSpPr/>
            <p:nvPr/>
          </p:nvSpPr>
          <p:spPr>
            <a:xfrm>
              <a:off x="3683603" y="960199"/>
              <a:ext cx="19034" cy="28503"/>
            </a:xfrm>
            <a:prstGeom prst="rect">
              <a:avLst/>
            </a:prstGeom>
            <a:solidFill>
              <a:srgbClr val="F8DDDF"/>
            </a:solidFill>
            <a:ln>
              <a:noFill/>
            </a:ln>
          </p:spPr>
        </p:sp>
        <p:sp>
          <p:nvSpPr>
            <p:cNvPr id="10235" name="Heatmap cell r36 c204"/>
            <p:cNvSpPr/>
            <p:nvPr/>
          </p:nvSpPr>
          <p:spPr>
            <a:xfrm>
              <a:off x="3702542" y="960199"/>
              <a:ext cx="17140" cy="28503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10236" name="Heatmap cell r36 c205"/>
            <p:cNvSpPr/>
            <p:nvPr/>
          </p:nvSpPr>
          <p:spPr>
            <a:xfrm>
              <a:off x="3719587" y="960199"/>
              <a:ext cx="19034" cy="28503"/>
            </a:xfrm>
            <a:prstGeom prst="rect">
              <a:avLst/>
            </a:prstGeom>
            <a:solidFill>
              <a:srgbClr val="DF6670"/>
            </a:solidFill>
            <a:ln>
              <a:noFill/>
            </a:ln>
          </p:spPr>
        </p:sp>
        <p:sp>
          <p:nvSpPr>
            <p:cNvPr id="10237" name="Heatmap cell r36 c206"/>
            <p:cNvSpPr/>
            <p:nvPr/>
          </p:nvSpPr>
          <p:spPr>
            <a:xfrm>
              <a:off x="3738526" y="960199"/>
              <a:ext cx="17140" cy="28503"/>
            </a:xfrm>
            <a:prstGeom prst="rect">
              <a:avLst/>
            </a:prstGeom>
            <a:solidFill>
              <a:srgbClr val="F1C3C8"/>
            </a:solidFill>
            <a:ln>
              <a:noFill/>
            </a:ln>
          </p:spPr>
        </p:sp>
        <p:sp>
          <p:nvSpPr>
            <p:cNvPr id="10238" name="Heatmap cell r36 c208"/>
            <p:cNvSpPr/>
            <p:nvPr/>
          </p:nvSpPr>
          <p:spPr>
            <a:xfrm>
              <a:off x="3774510" y="960199"/>
              <a:ext cx="19034" cy="28503"/>
            </a:xfrm>
            <a:prstGeom prst="rect">
              <a:avLst/>
            </a:prstGeom>
            <a:solidFill>
              <a:srgbClr val="C9D6E2"/>
            </a:solidFill>
            <a:ln>
              <a:noFill/>
            </a:ln>
          </p:spPr>
        </p:sp>
        <p:sp>
          <p:nvSpPr>
            <p:cNvPr id="10239" name="Heatmap cell r36 c209"/>
            <p:cNvSpPr/>
            <p:nvPr/>
          </p:nvSpPr>
          <p:spPr>
            <a:xfrm>
              <a:off x="3793449" y="960199"/>
              <a:ext cx="17140" cy="28503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10240" name="Heatmap cell r36 c210"/>
            <p:cNvSpPr/>
            <p:nvPr/>
          </p:nvSpPr>
          <p:spPr>
            <a:xfrm>
              <a:off x="3810494" y="960199"/>
              <a:ext cx="19034" cy="28503"/>
            </a:xfrm>
            <a:prstGeom prst="rect">
              <a:avLst/>
            </a:prstGeom>
            <a:solidFill>
              <a:srgbClr val="E4858D"/>
            </a:solidFill>
            <a:ln>
              <a:noFill/>
            </a:ln>
          </p:spPr>
        </p:sp>
        <p:sp>
          <p:nvSpPr>
            <p:cNvPr id="10241" name="Heatmap cell r36 c211"/>
            <p:cNvSpPr/>
            <p:nvPr/>
          </p:nvSpPr>
          <p:spPr>
            <a:xfrm>
              <a:off x="3829432" y="960199"/>
              <a:ext cx="17140" cy="28503"/>
            </a:xfrm>
            <a:prstGeom prst="rect">
              <a:avLst/>
            </a:prstGeom>
            <a:solidFill>
              <a:srgbClr val="A2B8CE"/>
            </a:solidFill>
            <a:ln>
              <a:noFill/>
            </a:ln>
          </p:spPr>
        </p:sp>
        <p:sp>
          <p:nvSpPr>
            <p:cNvPr id="10242" name="Heatmap cell r36 c212"/>
            <p:cNvSpPr/>
            <p:nvPr/>
          </p:nvSpPr>
          <p:spPr>
            <a:xfrm>
              <a:off x="3846477" y="960199"/>
              <a:ext cx="19034" cy="28503"/>
            </a:xfrm>
            <a:prstGeom prst="rect">
              <a:avLst/>
            </a:prstGeom>
            <a:solidFill>
              <a:srgbClr val="ECA0A8"/>
            </a:solidFill>
            <a:ln>
              <a:noFill/>
            </a:ln>
          </p:spPr>
        </p:sp>
        <p:sp>
          <p:nvSpPr>
            <p:cNvPr id="10243" name="Heatmap cell r36 c213"/>
            <p:cNvSpPr/>
            <p:nvPr/>
          </p:nvSpPr>
          <p:spPr>
            <a:xfrm>
              <a:off x="3865416" y="960199"/>
              <a:ext cx="17140" cy="28503"/>
            </a:xfrm>
            <a:prstGeom prst="rect">
              <a:avLst/>
            </a:prstGeom>
            <a:solidFill>
              <a:srgbClr val="F7DCDF"/>
            </a:solidFill>
            <a:ln>
              <a:noFill/>
            </a:ln>
          </p:spPr>
        </p:sp>
        <p:sp>
          <p:nvSpPr>
            <p:cNvPr id="10244" name="Heatmap cell r36 c214"/>
            <p:cNvSpPr/>
            <p:nvPr/>
          </p:nvSpPr>
          <p:spPr>
            <a:xfrm>
              <a:off x="3882461" y="960199"/>
              <a:ext cx="19034" cy="28503"/>
            </a:xfrm>
            <a:prstGeom prst="rect">
              <a:avLst/>
            </a:prstGeom>
            <a:solidFill>
              <a:srgbClr val="F8E3E6"/>
            </a:solidFill>
            <a:ln>
              <a:noFill/>
            </a:ln>
          </p:spPr>
        </p:sp>
        <p:sp>
          <p:nvSpPr>
            <p:cNvPr id="10245" name="Heatmap cell r36 c215"/>
            <p:cNvSpPr/>
            <p:nvPr/>
          </p:nvSpPr>
          <p:spPr>
            <a:xfrm>
              <a:off x="3901400" y="960199"/>
              <a:ext cx="17140" cy="28503"/>
            </a:xfrm>
            <a:prstGeom prst="rect">
              <a:avLst/>
            </a:prstGeom>
            <a:solidFill>
              <a:srgbClr val="EB9FA6"/>
            </a:solidFill>
            <a:ln>
              <a:noFill/>
            </a:ln>
          </p:spPr>
        </p:sp>
        <p:sp>
          <p:nvSpPr>
            <p:cNvPr id="10246" name="Heatmap cell r36 c216"/>
            <p:cNvSpPr/>
            <p:nvPr/>
          </p:nvSpPr>
          <p:spPr>
            <a:xfrm>
              <a:off x="3918445" y="960199"/>
              <a:ext cx="19034" cy="28503"/>
            </a:xfrm>
            <a:prstGeom prst="rect">
              <a:avLst/>
            </a:prstGeom>
            <a:solidFill>
              <a:srgbClr val="EDACB3"/>
            </a:solidFill>
            <a:ln>
              <a:noFill/>
            </a:ln>
          </p:spPr>
        </p:sp>
        <p:sp>
          <p:nvSpPr>
            <p:cNvPr id="10247" name="Heatmap cell r36 c217"/>
            <p:cNvSpPr/>
            <p:nvPr/>
          </p:nvSpPr>
          <p:spPr>
            <a:xfrm>
              <a:off x="3937384" y="960199"/>
              <a:ext cx="17140" cy="28503"/>
            </a:xfrm>
            <a:prstGeom prst="rect">
              <a:avLst/>
            </a:prstGeom>
            <a:solidFill>
              <a:srgbClr val="F7D3D6"/>
            </a:solidFill>
            <a:ln>
              <a:noFill/>
            </a:ln>
          </p:spPr>
        </p:sp>
        <p:sp>
          <p:nvSpPr>
            <p:cNvPr id="10248" name="Heatmap cell r36 c218"/>
            <p:cNvSpPr/>
            <p:nvPr/>
          </p:nvSpPr>
          <p:spPr>
            <a:xfrm>
              <a:off x="3954429" y="960199"/>
              <a:ext cx="19034" cy="28503"/>
            </a:xfrm>
            <a:prstGeom prst="rect">
              <a:avLst/>
            </a:prstGeom>
            <a:solidFill>
              <a:srgbClr val="DF6670"/>
            </a:solidFill>
            <a:ln>
              <a:noFill/>
            </a:ln>
          </p:spPr>
        </p:sp>
        <p:sp>
          <p:nvSpPr>
            <p:cNvPr id="10249" name="Heatmap cell r36 c219"/>
            <p:cNvSpPr/>
            <p:nvPr/>
          </p:nvSpPr>
          <p:spPr>
            <a:xfrm>
              <a:off x="3973368" y="960199"/>
              <a:ext cx="17140" cy="28503"/>
            </a:xfrm>
            <a:prstGeom prst="rect">
              <a:avLst/>
            </a:prstGeom>
            <a:solidFill>
              <a:srgbClr val="E48189"/>
            </a:solidFill>
            <a:ln>
              <a:noFill/>
            </a:ln>
          </p:spPr>
        </p:sp>
        <p:sp>
          <p:nvSpPr>
            <p:cNvPr id="10250" name="Heatmap cell r36 c220"/>
            <p:cNvSpPr/>
            <p:nvPr/>
          </p:nvSpPr>
          <p:spPr>
            <a:xfrm>
              <a:off x="3990412" y="960199"/>
              <a:ext cx="19034" cy="28503"/>
            </a:xfrm>
            <a:prstGeom prst="rect">
              <a:avLst/>
            </a:prstGeom>
            <a:solidFill>
              <a:srgbClr val="F3C7CC"/>
            </a:solidFill>
            <a:ln>
              <a:noFill/>
            </a:ln>
          </p:spPr>
        </p:sp>
        <p:sp>
          <p:nvSpPr>
            <p:cNvPr id="10251" name="Heatmap cell r36 c221"/>
            <p:cNvSpPr/>
            <p:nvPr/>
          </p:nvSpPr>
          <p:spPr>
            <a:xfrm>
              <a:off x="4009351" y="960199"/>
              <a:ext cx="19034" cy="28503"/>
            </a:xfrm>
            <a:prstGeom prst="rect">
              <a:avLst/>
            </a:prstGeom>
            <a:solidFill>
              <a:srgbClr val="DF6770"/>
            </a:solidFill>
            <a:ln>
              <a:noFill/>
            </a:ln>
          </p:spPr>
        </p:sp>
        <p:sp>
          <p:nvSpPr>
            <p:cNvPr id="10252" name="Heatmap cell r36 c222"/>
            <p:cNvSpPr/>
            <p:nvPr/>
          </p:nvSpPr>
          <p:spPr>
            <a:xfrm>
              <a:off x="4028290" y="960199"/>
              <a:ext cx="17140" cy="28503"/>
            </a:xfrm>
            <a:prstGeom prst="rect">
              <a:avLst/>
            </a:prstGeom>
            <a:solidFill>
              <a:srgbClr val="FBF1F3"/>
            </a:solidFill>
            <a:ln>
              <a:noFill/>
            </a:ln>
          </p:spPr>
        </p:sp>
        <p:sp>
          <p:nvSpPr>
            <p:cNvPr id="10253" name="Heatmap cell r37 c1"/>
            <p:cNvSpPr/>
            <p:nvPr/>
          </p:nvSpPr>
          <p:spPr>
            <a:xfrm>
              <a:off x="13257" y="988607"/>
              <a:ext cx="45548" cy="26609"/>
            </a:xfrm>
            <a:prstGeom prst="rect">
              <a:avLst/>
            </a:prstGeom>
            <a:solidFill>
              <a:srgbClr val="F76666"/>
            </a:solidFill>
            <a:ln>
              <a:noFill/>
            </a:ln>
          </p:spPr>
        </p:sp>
        <p:sp>
          <p:nvSpPr>
            <p:cNvPr id="10254" name="Heatmap cell r37 c3"/>
            <p:cNvSpPr/>
            <p:nvPr/>
          </p:nvSpPr>
          <p:spPr>
            <a:xfrm>
              <a:off x="71968" y="988607"/>
              <a:ext cx="17140" cy="26609"/>
            </a:xfrm>
            <a:prstGeom prst="rect">
              <a:avLst/>
            </a:prstGeom>
            <a:solidFill>
              <a:srgbClr val="DFE6ED"/>
            </a:solidFill>
            <a:ln>
              <a:noFill/>
            </a:ln>
          </p:spPr>
        </p:sp>
        <p:sp>
          <p:nvSpPr>
            <p:cNvPr id="10255" name="Heatmap cell r37 c4"/>
            <p:cNvSpPr/>
            <p:nvPr/>
          </p:nvSpPr>
          <p:spPr>
            <a:xfrm>
              <a:off x="89013" y="988607"/>
              <a:ext cx="19034" cy="26609"/>
            </a:xfrm>
            <a:prstGeom prst="rect">
              <a:avLst/>
            </a:prstGeom>
            <a:solidFill>
              <a:srgbClr val="F1C4C7"/>
            </a:solidFill>
            <a:ln>
              <a:noFill/>
            </a:ln>
          </p:spPr>
        </p:sp>
        <p:sp>
          <p:nvSpPr>
            <p:cNvPr id="10256" name="Heatmap cell r37 c5"/>
            <p:cNvSpPr/>
            <p:nvPr/>
          </p:nvSpPr>
          <p:spPr>
            <a:xfrm>
              <a:off x="107951" y="988607"/>
              <a:ext cx="17140" cy="26609"/>
            </a:xfrm>
            <a:prstGeom prst="rect">
              <a:avLst/>
            </a:prstGeom>
            <a:solidFill>
              <a:srgbClr val="AFC4D5"/>
            </a:solidFill>
            <a:ln>
              <a:noFill/>
            </a:ln>
          </p:spPr>
        </p:sp>
        <p:sp>
          <p:nvSpPr>
            <p:cNvPr id="10257" name="Heatmap cell r37 c6"/>
            <p:cNvSpPr/>
            <p:nvPr/>
          </p:nvSpPr>
          <p:spPr>
            <a:xfrm>
              <a:off x="124996" y="988607"/>
              <a:ext cx="19034" cy="26609"/>
            </a:xfrm>
            <a:prstGeom prst="rect">
              <a:avLst/>
            </a:prstGeom>
            <a:solidFill>
              <a:srgbClr val="FAECEC"/>
            </a:solidFill>
            <a:ln>
              <a:noFill/>
            </a:ln>
          </p:spPr>
        </p:sp>
        <p:sp>
          <p:nvSpPr>
            <p:cNvPr id="10258" name="Heatmap cell r37 c7"/>
            <p:cNvSpPr/>
            <p:nvPr/>
          </p:nvSpPr>
          <p:spPr>
            <a:xfrm>
              <a:off x="143935" y="988607"/>
              <a:ext cx="17140" cy="26609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</p:sp>
        <p:sp>
          <p:nvSpPr>
            <p:cNvPr id="10259" name="Heatmap cell r37 c8"/>
            <p:cNvSpPr/>
            <p:nvPr/>
          </p:nvSpPr>
          <p:spPr>
            <a:xfrm>
              <a:off x="160980" y="988607"/>
              <a:ext cx="19034" cy="26609"/>
            </a:xfrm>
            <a:prstGeom prst="rect">
              <a:avLst/>
            </a:prstGeom>
            <a:solidFill>
              <a:srgbClr val="EAEEF4"/>
            </a:solidFill>
            <a:ln>
              <a:noFill/>
            </a:ln>
          </p:spPr>
        </p:sp>
        <p:sp>
          <p:nvSpPr>
            <p:cNvPr id="10260" name="Heatmap cell r37 c9"/>
            <p:cNvSpPr/>
            <p:nvPr/>
          </p:nvSpPr>
          <p:spPr>
            <a:xfrm>
              <a:off x="179919" y="988607"/>
              <a:ext cx="19034" cy="26609"/>
            </a:xfrm>
            <a:prstGeom prst="rect">
              <a:avLst/>
            </a:prstGeom>
            <a:solidFill>
              <a:srgbClr val="FAEBED"/>
            </a:solidFill>
            <a:ln>
              <a:noFill/>
            </a:ln>
          </p:spPr>
        </p:sp>
        <p:sp>
          <p:nvSpPr>
            <p:cNvPr id="10261" name="Heatmap cell r37 c10"/>
            <p:cNvSpPr/>
            <p:nvPr/>
          </p:nvSpPr>
          <p:spPr>
            <a:xfrm>
              <a:off x="198858" y="988607"/>
              <a:ext cx="17140" cy="26609"/>
            </a:xfrm>
            <a:prstGeom prst="rect">
              <a:avLst/>
            </a:prstGeom>
            <a:solidFill>
              <a:srgbClr val="DFE7ED"/>
            </a:solidFill>
            <a:ln>
              <a:noFill/>
            </a:ln>
          </p:spPr>
        </p:sp>
        <p:sp>
          <p:nvSpPr>
            <p:cNvPr id="10262" name="Heatmap cell r37 c11"/>
            <p:cNvSpPr/>
            <p:nvPr/>
          </p:nvSpPr>
          <p:spPr>
            <a:xfrm>
              <a:off x="215903" y="988607"/>
              <a:ext cx="19034" cy="26609"/>
            </a:xfrm>
            <a:prstGeom prst="rect">
              <a:avLst/>
            </a:prstGeom>
            <a:solidFill>
              <a:srgbClr val="D5DFE9"/>
            </a:solidFill>
            <a:ln>
              <a:noFill/>
            </a:ln>
          </p:spPr>
        </p:sp>
        <p:sp>
          <p:nvSpPr>
            <p:cNvPr id="10263" name="Heatmap cell r37 c12"/>
            <p:cNvSpPr/>
            <p:nvPr/>
          </p:nvSpPr>
          <p:spPr>
            <a:xfrm>
              <a:off x="234842" y="988607"/>
              <a:ext cx="17140" cy="26609"/>
            </a:xfrm>
            <a:prstGeom prst="rect">
              <a:avLst/>
            </a:prstGeom>
            <a:solidFill>
              <a:srgbClr val="F8E4E7"/>
            </a:solidFill>
            <a:ln>
              <a:noFill/>
            </a:ln>
          </p:spPr>
        </p:sp>
        <p:sp>
          <p:nvSpPr>
            <p:cNvPr id="10264" name="Heatmap cell r37 c13"/>
            <p:cNvSpPr/>
            <p:nvPr/>
          </p:nvSpPr>
          <p:spPr>
            <a:xfrm>
              <a:off x="251887" y="988607"/>
              <a:ext cx="19034" cy="26609"/>
            </a:xfrm>
            <a:prstGeom prst="rect">
              <a:avLst/>
            </a:prstGeom>
            <a:solidFill>
              <a:srgbClr val="EDF1F7"/>
            </a:solidFill>
            <a:ln>
              <a:noFill/>
            </a:ln>
          </p:spPr>
        </p:sp>
        <p:sp>
          <p:nvSpPr>
            <p:cNvPr id="10265" name="Heatmap cell r37 c14"/>
            <p:cNvSpPr/>
            <p:nvPr/>
          </p:nvSpPr>
          <p:spPr>
            <a:xfrm>
              <a:off x="270825" y="988607"/>
              <a:ext cx="17140" cy="26609"/>
            </a:xfrm>
            <a:prstGeom prst="rect">
              <a:avLst/>
            </a:prstGeom>
            <a:solidFill>
              <a:srgbClr val="D7E1EB"/>
            </a:solidFill>
            <a:ln>
              <a:noFill/>
            </a:ln>
          </p:spPr>
        </p:sp>
        <p:sp>
          <p:nvSpPr>
            <p:cNvPr id="10266" name="Heatmap cell r37 c15"/>
            <p:cNvSpPr/>
            <p:nvPr/>
          </p:nvSpPr>
          <p:spPr>
            <a:xfrm>
              <a:off x="287870" y="988607"/>
              <a:ext cx="19034" cy="26609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10267" name="Heatmap cell r37 c16"/>
            <p:cNvSpPr/>
            <p:nvPr/>
          </p:nvSpPr>
          <p:spPr>
            <a:xfrm>
              <a:off x="306809" y="988607"/>
              <a:ext cx="17140" cy="26609"/>
            </a:xfrm>
            <a:prstGeom prst="rect">
              <a:avLst/>
            </a:prstGeom>
            <a:solidFill>
              <a:srgbClr val="547DA6"/>
            </a:solidFill>
            <a:ln>
              <a:noFill/>
            </a:ln>
          </p:spPr>
        </p:sp>
        <p:sp>
          <p:nvSpPr>
            <p:cNvPr id="10268" name="Heatmap cell r37 c17"/>
            <p:cNvSpPr/>
            <p:nvPr/>
          </p:nvSpPr>
          <p:spPr>
            <a:xfrm>
              <a:off x="323854" y="988607"/>
              <a:ext cx="19034" cy="26609"/>
            </a:xfrm>
            <a:prstGeom prst="rect">
              <a:avLst/>
            </a:prstGeom>
            <a:solidFill>
              <a:srgbClr val="9FB7CD"/>
            </a:solidFill>
            <a:ln>
              <a:noFill/>
            </a:ln>
          </p:spPr>
        </p:sp>
        <p:sp>
          <p:nvSpPr>
            <p:cNvPr id="10269" name="Heatmap cell r37 c18"/>
            <p:cNvSpPr/>
            <p:nvPr/>
          </p:nvSpPr>
          <p:spPr>
            <a:xfrm>
              <a:off x="342793" y="988607"/>
              <a:ext cx="17140" cy="26609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10270" name="Heatmap cell r37 c19"/>
            <p:cNvSpPr/>
            <p:nvPr/>
          </p:nvSpPr>
          <p:spPr>
            <a:xfrm>
              <a:off x="359838" y="988607"/>
              <a:ext cx="19034" cy="26609"/>
            </a:xfrm>
            <a:prstGeom prst="rect">
              <a:avLst/>
            </a:prstGeom>
            <a:solidFill>
              <a:srgbClr val="C6D4E1"/>
            </a:solidFill>
            <a:ln>
              <a:noFill/>
            </a:ln>
          </p:spPr>
        </p:sp>
        <p:sp>
          <p:nvSpPr>
            <p:cNvPr id="10271" name="Heatmap cell r37 c20"/>
            <p:cNvSpPr/>
            <p:nvPr/>
          </p:nvSpPr>
          <p:spPr>
            <a:xfrm>
              <a:off x="378777" y="988607"/>
              <a:ext cx="17140" cy="26609"/>
            </a:xfrm>
            <a:prstGeom prst="rect">
              <a:avLst/>
            </a:prstGeom>
            <a:solidFill>
              <a:srgbClr val="EEF3F6"/>
            </a:solidFill>
            <a:ln>
              <a:noFill/>
            </a:ln>
          </p:spPr>
        </p:sp>
        <p:sp>
          <p:nvSpPr>
            <p:cNvPr id="10272" name="Heatmap cell r37 c21"/>
            <p:cNvSpPr/>
            <p:nvPr/>
          </p:nvSpPr>
          <p:spPr>
            <a:xfrm>
              <a:off x="395822" y="988607"/>
              <a:ext cx="19034" cy="26609"/>
            </a:xfrm>
            <a:prstGeom prst="rect">
              <a:avLst/>
            </a:prstGeom>
            <a:solidFill>
              <a:srgbClr val="D4DFE9"/>
            </a:solidFill>
            <a:ln>
              <a:noFill/>
            </a:ln>
          </p:spPr>
        </p:sp>
        <p:sp>
          <p:nvSpPr>
            <p:cNvPr id="10273" name="Heatmap cell r37 c22"/>
            <p:cNvSpPr/>
            <p:nvPr/>
          </p:nvSpPr>
          <p:spPr>
            <a:xfrm>
              <a:off x="414760" y="988607"/>
              <a:ext cx="19034" cy="26609"/>
            </a:xfrm>
            <a:prstGeom prst="rect">
              <a:avLst/>
            </a:prstGeom>
            <a:solidFill>
              <a:srgbClr val="B3C5D6"/>
            </a:solidFill>
            <a:ln>
              <a:noFill/>
            </a:ln>
          </p:spPr>
        </p:sp>
        <p:sp>
          <p:nvSpPr>
            <p:cNvPr id="10274" name="Heatmap cell r37 c23"/>
            <p:cNvSpPr/>
            <p:nvPr/>
          </p:nvSpPr>
          <p:spPr>
            <a:xfrm>
              <a:off x="433699" y="988607"/>
              <a:ext cx="17140" cy="26609"/>
            </a:xfrm>
            <a:prstGeom prst="rect">
              <a:avLst/>
            </a:prstGeom>
            <a:solidFill>
              <a:srgbClr val="F7E2E4"/>
            </a:solidFill>
            <a:ln>
              <a:noFill/>
            </a:ln>
          </p:spPr>
        </p:sp>
        <p:sp>
          <p:nvSpPr>
            <p:cNvPr id="10275" name="Heatmap cell r37 c24"/>
            <p:cNvSpPr/>
            <p:nvPr/>
          </p:nvSpPr>
          <p:spPr>
            <a:xfrm>
              <a:off x="450744" y="988607"/>
              <a:ext cx="19034" cy="26609"/>
            </a:xfrm>
            <a:prstGeom prst="rect">
              <a:avLst/>
            </a:prstGeom>
            <a:solidFill>
              <a:srgbClr val="BCCCDC"/>
            </a:solidFill>
            <a:ln>
              <a:noFill/>
            </a:ln>
          </p:spPr>
        </p:sp>
        <p:sp>
          <p:nvSpPr>
            <p:cNvPr id="10276" name="Heatmap cell r37 c25"/>
            <p:cNvSpPr/>
            <p:nvPr/>
          </p:nvSpPr>
          <p:spPr>
            <a:xfrm>
              <a:off x="469683" y="988607"/>
              <a:ext cx="17140" cy="26609"/>
            </a:xfrm>
            <a:prstGeom prst="rect">
              <a:avLst/>
            </a:prstGeom>
            <a:solidFill>
              <a:srgbClr val="B1C4D5"/>
            </a:solidFill>
            <a:ln>
              <a:noFill/>
            </a:ln>
          </p:spPr>
        </p:sp>
        <p:sp>
          <p:nvSpPr>
            <p:cNvPr id="10277" name="Heatmap cell r37 c26"/>
            <p:cNvSpPr/>
            <p:nvPr/>
          </p:nvSpPr>
          <p:spPr>
            <a:xfrm>
              <a:off x="486728" y="988607"/>
              <a:ext cx="19034" cy="26609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10278" name="Heatmap cell r37 c27"/>
            <p:cNvSpPr/>
            <p:nvPr/>
          </p:nvSpPr>
          <p:spPr>
            <a:xfrm>
              <a:off x="505667" y="988607"/>
              <a:ext cx="17140" cy="26609"/>
            </a:xfrm>
            <a:prstGeom prst="rect">
              <a:avLst/>
            </a:prstGeom>
            <a:solidFill>
              <a:srgbClr val="D2DDE7"/>
            </a:solidFill>
            <a:ln>
              <a:noFill/>
            </a:ln>
          </p:spPr>
        </p:sp>
        <p:sp>
          <p:nvSpPr>
            <p:cNvPr id="10279" name="Heatmap cell r37 c28"/>
            <p:cNvSpPr/>
            <p:nvPr/>
          </p:nvSpPr>
          <p:spPr>
            <a:xfrm>
              <a:off x="522712" y="988607"/>
              <a:ext cx="19034" cy="26609"/>
            </a:xfrm>
            <a:prstGeom prst="rect">
              <a:avLst/>
            </a:prstGeom>
            <a:solidFill>
              <a:srgbClr val="829FBD"/>
            </a:solidFill>
            <a:ln>
              <a:noFill/>
            </a:ln>
          </p:spPr>
        </p:sp>
        <p:sp>
          <p:nvSpPr>
            <p:cNvPr id="10280" name="Heatmap cell r37 c29"/>
            <p:cNvSpPr/>
            <p:nvPr/>
          </p:nvSpPr>
          <p:spPr>
            <a:xfrm>
              <a:off x="541651" y="988607"/>
              <a:ext cx="17140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10281" name="Heatmap cell r37 c30"/>
            <p:cNvSpPr/>
            <p:nvPr/>
          </p:nvSpPr>
          <p:spPr>
            <a:xfrm>
              <a:off x="558696" y="988607"/>
              <a:ext cx="19034" cy="26609"/>
            </a:xfrm>
            <a:prstGeom prst="rect">
              <a:avLst/>
            </a:prstGeom>
            <a:solidFill>
              <a:srgbClr val="F8E9EA"/>
            </a:solidFill>
            <a:ln>
              <a:noFill/>
            </a:ln>
          </p:spPr>
        </p:sp>
        <p:sp>
          <p:nvSpPr>
            <p:cNvPr id="10282" name="Heatmap cell r37 c32"/>
            <p:cNvSpPr/>
            <p:nvPr/>
          </p:nvSpPr>
          <p:spPr>
            <a:xfrm>
              <a:off x="594679" y="988607"/>
              <a:ext cx="19034" cy="26609"/>
            </a:xfrm>
            <a:prstGeom prst="rect">
              <a:avLst/>
            </a:prstGeom>
            <a:solidFill>
              <a:srgbClr val="EFF3F7"/>
            </a:solidFill>
            <a:ln>
              <a:noFill/>
            </a:ln>
          </p:spPr>
        </p:sp>
        <p:sp>
          <p:nvSpPr>
            <p:cNvPr id="10283" name="Heatmap cell r37 c33"/>
            <p:cNvSpPr/>
            <p:nvPr/>
          </p:nvSpPr>
          <p:spPr>
            <a:xfrm>
              <a:off x="613618" y="988607"/>
              <a:ext cx="17140" cy="26609"/>
            </a:xfrm>
            <a:prstGeom prst="rect">
              <a:avLst/>
            </a:prstGeom>
            <a:solidFill>
              <a:srgbClr val="C7D4E1"/>
            </a:solidFill>
            <a:ln>
              <a:noFill/>
            </a:ln>
          </p:spPr>
        </p:sp>
        <p:sp>
          <p:nvSpPr>
            <p:cNvPr id="10284" name="Heatmap cell r37 c34"/>
            <p:cNvSpPr/>
            <p:nvPr/>
          </p:nvSpPr>
          <p:spPr>
            <a:xfrm>
              <a:off x="630663" y="988607"/>
              <a:ext cx="19034" cy="26609"/>
            </a:xfrm>
            <a:prstGeom prst="rect">
              <a:avLst/>
            </a:prstGeom>
            <a:solidFill>
              <a:srgbClr val="E6EBF1"/>
            </a:solidFill>
            <a:ln>
              <a:noFill/>
            </a:ln>
          </p:spPr>
        </p:sp>
        <p:sp>
          <p:nvSpPr>
            <p:cNvPr id="10285" name="Heatmap cell r37 c35"/>
            <p:cNvSpPr/>
            <p:nvPr/>
          </p:nvSpPr>
          <p:spPr>
            <a:xfrm>
              <a:off x="649602" y="988607"/>
              <a:ext cx="19034" cy="26609"/>
            </a:xfrm>
            <a:prstGeom prst="rect">
              <a:avLst/>
            </a:prstGeom>
            <a:solidFill>
              <a:srgbClr val="D3DEE8"/>
            </a:solidFill>
            <a:ln>
              <a:noFill/>
            </a:ln>
          </p:spPr>
        </p:sp>
        <p:sp>
          <p:nvSpPr>
            <p:cNvPr id="10286" name="Heatmap cell r37 c36"/>
            <p:cNvSpPr/>
            <p:nvPr/>
          </p:nvSpPr>
          <p:spPr>
            <a:xfrm>
              <a:off x="668541" y="988607"/>
              <a:ext cx="17140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10287" name="Heatmap cell r37 c38"/>
            <p:cNvSpPr/>
            <p:nvPr/>
          </p:nvSpPr>
          <p:spPr>
            <a:xfrm>
              <a:off x="704525" y="988607"/>
              <a:ext cx="17140" cy="26609"/>
            </a:xfrm>
            <a:prstGeom prst="rect">
              <a:avLst/>
            </a:prstGeom>
            <a:solidFill>
              <a:srgbClr val="DD5C68"/>
            </a:solidFill>
            <a:ln>
              <a:noFill/>
            </a:ln>
          </p:spPr>
        </p:sp>
        <p:sp>
          <p:nvSpPr>
            <p:cNvPr id="10288" name="Heatmap cell r37 c39"/>
            <p:cNvSpPr/>
            <p:nvPr/>
          </p:nvSpPr>
          <p:spPr>
            <a:xfrm>
              <a:off x="721570" y="988607"/>
              <a:ext cx="19034" cy="26609"/>
            </a:xfrm>
            <a:prstGeom prst="rect">
              <a:avLst/>
            </a:prstGeom>
            <a:solidFill>
              <a:srgbClr val="F8DEE0"/>
            </a:solidFill>
            <a:ln>
              <a:noFill/>
            </a:ln>
          </p:spPr>
        </p:sp>
        <p:sp>
          <p:nvSpPr>
            <p:cNvPr id="10289" name="Heatmap cell r37 c40"/>
            <p:cNvSpPr/>
            <p:nvPr/>
          </p:nvSpPr>
          <p:spPr>
            <a:xfrm>
              <a:off x="740508" y="988607"/>
              <a:ext cx="17140" cy="26609"/>
            </a:xfrm>
            <a:prstGeom prst="rect">
              <a:avLst/>
            </a:prstGeom>
            <a:solidFill>
              <a:srgbClr val="A0B7CE"/>
            </a:solidFill>
            <a:ln>
              <a:noFill/>
            </a:ln>
          </p:spPr>
        </p:sp>
        <p:sp>
          <p:nvSpPr>
            <p:cNvPr id="10290" name="Heatmap cell r37 c41"/>
            <p:cNvSpPr/>
            <p:nvPr/>
          </p:nvSpPr>
          <p:spPr>
            <a:xfrm>
              <a:off x="757553" y="988607"/>
              <a:ext cx="19034" cy="26609"/>
            </a:xfrm>
            <a:prstGeom prst="rect">
              <a:avLst/>
            </a:prstGeom>
            <a:solidFill>
              <a:srgbClr val="CDD9E3"/>
            </a:solidFill>
            <a:ln>
              <a:noFill/>
            </a:ln>
          </p:spPr>
        </p:sp>
        <p:sp>
          <p:nvSpPr>
            <p:cNvPr id="10291" name="Heatmap cell r37 c42"/>
            <p:cNvSpPr/>
            <p:nvPr/>
          </p:nvSpPr>
          <p:spPr>
            <a:xfrm>
              <a:off x="776492" y="988607"/>
              <a:ext cx="17140" cy="26609"/>
            </a:xfrm>
            <a:prstGeom prst="rect">
              <a:avLst/>
            </a:prstGeom>
            <a:solidFill>
              <a:srgbClr val="F4CED1"/>
            </a:solidFill>
            <a:ln>
              <a:noFill/>
            </a:ln>
          </p:spPr>
        </p:sp>
        <p:sp>
          <p:nvSpPr>
            <p:cNvPr id="10292" name="Heatmap cell r37 c43"/>
            <p:cNvSpPr/>
            <p:nvPr/>
          </p:nvSpPr>
          <p:spPr>
            <a:xfrm>
              <a:off x="793537" y="988607"/>
              <a:ext cx="19034" cy="26609"/>
            </a:xfrm>
            <a:prstGeom prst="rect">
              <a:avLst/>
            </a:prstGeom>
            <a:solidFill>
              <a:srgbClr val="F0BBC2"/>
            </a:solidFill>
            <a:ln>
              <a:noFill/>
            </a:ln>
          </p:spPr>
        </p:sp>
        <p:sp>
          <p:nvSpPr>
            <p:cNvPr id="10293" name="Heatmap cell r37 c44"/>
            <p:cNvSpPr/>
            <p:nvPr/>
          </p:nvSpPr>
          <p:spPr>
            <a:xfrm>
              <a:off x="812476" y="988607"/>
              <a:ext cx="17140" cy="26609"/>
            </a:xfrm>
            <a:prstGeom prst="rect">
              <a:avLst/>
            </a:prstGeom>
            <a:solidFill>
              <a:srgbClr val="F7D9DB"/>
            </a:solidFill>
            <a:ln>
              <a:noFill/>
            </a:ln>
          </p:spPr>
        </p:sp>
        <p:sp>
          <p:nvSpPr>
            <p:cNvPr id="10294" name="Heatmap cell r37 c45"/>
            <p:cNvSpPr/>
            <p:nvPr/>
          </p:nvSpPr>
          <p:spPr>
            <a:xfrm>
              <a:off x="829521" y="988607"/>
              <a:ext cx="19034" cy="26609"/>
            </a:xfrm>
            <a:prstGeom prst="rect">
              <a:avLst/>
            </a:prstGeom>
            <a:solidFill>
              <a:srgbClr val="E8ECF3"/>
            </a:solidFill>
            <a:ln>
              <a:noFill/>
            </a:ln>
          </p:spPr>
        </p:sp>
        <p:sp>
          <p:nvSpPr>
            <p:cNvPr id="10295" name="Heatmap cell r37 c47"/>
            <p:cNvSpPr/>
            <p:nvPr/>
          </p:nvSpPr>
          <p:spPr>
            <a:xfrm>
              <a:off x="865505" y="988607"/>
              <a:ext cx="19034" cy="26609"/>
            </a:xfrm>
            <a:prstGeom prst="rect">
              <a:avLst/>
            </a:prstGeom>
            <a:solidFill>
              <a:srgbClr val="C8D5E2"/>
            </a:solidFill>
            <a:ln>
              <a:noFill/>
            </a:ln>
          </p:spPr>
        </p:sp>
        <p:sp>
          <p:nvSpPr>
            <p:cNvPr id="10296" name="Heatmap cell r37 c48"/>
            <p:cNvSpPr/>
            <p:nvPr/>
          </p:nvSpPr>
          <p:spPr>
            <a:xfrm>
              <a:off x="884444" y="988607"/>
              <a:ext cx="19034" cy="26609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10297" name="Heatmap cell r37 c49"/>
            <p:cNvSpPr/>
            <p:nvPr/>
          </p:nvSpPr>
          <p:spPr>
            <a:xfrm>
              <a:off x="903382" y="988607"/>
              <a:ext cx="17140" cy="26609"/>
            </a:xfrm>
            <a:prstGeom prst="rect">
              <a:avLst/>
            </a:prstGeom>
            <a:solidFill>
              <a:srgbClr val="ADC2D4"/>
            </a:solidFill>
            <a:ln>
              <a:noFill/>
            </a:ln>
          </p:spPr>
        </p:sp>
        <p:sp>
          <p:nvSpPr>
            <p:cNvPr id="10298" name="Heatmap cell r37 c50"/>
            <p:cNvSpPr/>
            <p:nvPr/>
          </p:nvSpPr>
          <p:spPr>
            <a:xfrm>
              <a:off x="920427" y="988607"/>
              <a:ext cx="19034" cy="26609"/>
            </a:xfrm>
            <a:prstGeom prst="rect">
              <a:avLst/>
            </a:prstGeom>
            <a:solidFill>
              <a:srgbClr val="FBF0F1"/>
            </a:solidFill>
            <a:ln>
              <a:noFill/>
            </a:ln>
          </p:spPr>
        </p:sp>
        <p:sp>
          <p:nvSpPr>
            <p:cNvPr id="10299" name="Heatmap cell r37 c51"/>
            <p:cNvSpPr/>
            <p:nvPr/>
          </p:nvSpPr>
          <p:spPr>
            <a:xfrm>
              <a:off x="939366" y="988607"/>
              <a:ext cx="17140" cy="26609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10300" name="Heatmap cell r37 c52"/>
            <p:cNvSpPr/>
            <p:nvPr/>
          </p:nvSpPr>
          <p:spPr>
            <a:xfrm>
              <a:off x="956411" y="988607"/>
              <a:ext cx="19034" cy="26609"/>
            </a:xfrm>
            <a:prstGeom prst="rect">
              <a:avLst/>
            </a:prstGeom>
            <a:solidFill>
              <a:srgbClr val="E6EBF1"/>
            </a:solidFill>
            <a:ln>
              <a:noFill/>
            </a:ln>
          </p:spPr>
        </p:sp>
        <p:sp>
          <p:nvSpPr>
            <p:cNvPr id="10301" name="Heatmap cell r37 c53"/>
            <p:cNvSpPr/>
            <p:nvPr/>
          </p:nvSpPr>
          <p:spPr>
            <a:xfrm>
              <a:off x="975350" y="988607"/>
              <a:ext cx="17140" cy="26609"/>
            </a:xfrm>
            <a:prstGeom prst="rect">
              <a:avLst/>
            </a:prstGeom>
            <a:solidFill>
              <a:srgbClr val="F8E9EA"/>
            </a:solidFill>
            <a:ln>
              <a:noFill/>
            </a:ln>
          </p:spPr>
        </p:sp>
        <p:sp>
          <p:nvSpPr>
            <p:cNvPr id="10302" name="Heatmap cell r37 c54"/>
            <p:cNvSpPr/>
            <p:nvPr/>
          </p:nvSpPr>
          <p:spPr>
            <a:xfrm>
              <a:off x="992395" y="988607"/>
              <a:ext cx="19034" cy="26609"/>
            </a:xfrm>
            <a:prstGeom prst="rect">
              <a:avLst/>
            </a:prstGeom>
            <a:solidFill>
              <a:srgbClr val="E7EBF1"/>
            </a:solidFill>
            <a:ln>
              <a:noFill/>
            </a:ln>
          </p:spPr>
        </p:sp>
        <p:sp>
          <p:nvSpPr>
            <p:cNvPr id="10303" name="Heatmap cell r37 c55"/>
            <p:cNvSpPr/>
            <p:nvPr/>
          </p:nvSpPr>
          <p:spPr>
            <a:xfrm>
              <a:off x="1011334" y="988607"/>
              <a:ext cx="17140" cy="26609"/>
            </a:xfrm>
            <a:prstGeom prst="rect">
              <a:avLst/>
            </a:prstGeom>
            <a:solidFill>
              <a:srgbClr val="DCE3EB"/>
            </a:solidFill>
            <a:ln>
              <a:noFill/>
            </a:ln>
          </p:spPr>
        </p:sp>
        <p:sp>
          <p:nvSpPr>
            <p:cNvPr id="10304" name="Heatmap cell r37 c56"/>
            <p:cNvSpPr/>
            <p:nvPr/>
          </p:nvSpPr>
          <p:spPr>
            <a:xfrm>
              <a:off x="1028379" y="988607"/>
              <a:ext cx="19034" cy="26609"/>
            </a:xfrm>
            <a:prstGeom prst="rect">
              <a:avLst/>
            </a:prstGeom>
            <a:solidFill>
              <a:srgbClr val="E6EBF1"/>
            </a:solidFill>
            <a:ln>
              <a:noFill/>
            </a:ln>
          </p:spPr>
        </p:sp>
        <p:sp>
          <p:nvSpPr>
            <p:cNvPr id="10305" name="Heatmap cell r37 c57"/>
            <p:cNvSpPr/>
            <p:nvPr/>
          </p:nvSpPr>
          <p:spPr>
            <a:xfrm>
              <a:off x="1047318" y="988607"/>
              <a:ext cx="17140" cy="26609"/>
            </a:xfrm>
            <a:prstGeom prst="rect">
              <a:avLst/>
            </a:prstGeom>
            <a:solidFill>
              <a:srgbClr val="EFB4B9"/>
            </a:solidFill>
            <a:ln>
              <a:noFill/>
            </a:ln>
          </p:spPr>
        </p:sp>
        <p:sp>
          <p:nvSpPr>
            <p:cNvPr id="10306" name="Heatmap cell r37 c58"/>
            <p:cNvSpPr/>
            <p:nvPr/>
          </p:nvSpPr>
          <p:spPr>
            <a:xfrm>
              <a:off x="1064363" y="988607"/>
              <a:ext cx="19034" cy="26609"/>
            </a:xfrm>
            <a:prstGeom prst="rect">
              <a:avLst/>
            </a:prstGeom>
            <a:solidFill>
              <a:srgbClr val="EDAFB5"/>
            </a:solidFill>
            <a:ln>
              <a:noFill/>
            </a:ln>
          </p:spPr>
        </p:sp>
        <p:sp>
          <p:nvSpPr>
            <p:cNvPr id="10307" name="Heatmap cell r37 c59"/>
            <p:cNvSpPr/>
            <p:nvPr/>
          </p:nvSpPr>
          <p:spPr>
            <a:xfrm>
              <a:off x="1083301" y="988607"/>
              <a:ext cx="17140" cy="26609"/>
            </a:xfrm>
            <a:prstGeom prst="rect">
              <a:avLst/>
            </a:prstGeom>
            <a:solidFill>
              <a:srgbClr val="F1C4C7"/>
            </a:solidFill>
            <a:ln>
              <a:noFill/>
            </a:ln>
          </p:spPr>
        </p:sp>
        <p:sp>
          <p:nvSpPr>
            <p:cNvPr id="10308" name="Heatmap cell r37 c60"/>
            <p:cNvSpPr/>
            <p:nvPr/>
          </p:nvSpPr>
          <p:spPr>
            <a:xfrm>
              <a:off x="1100346" y="988607"/>
              <a:ext cx="19034" cy="26609"/>
            </a:xfrm>
            <a:prstGeom prst="rect">
              <a:avLst/>
            </a:prstGeom>
            <a:solidFill>
              <a:srgbClr val="FCF8F9"/>
            </a:solidFill>
            <a:ln>
              <a:noFill/>
            </a:ln>
          </p:spPr>
        </p:sp>
        <p:sp>
          <p:nvSpPr>
            <p:cNvPr id="10309" name="Heatmap cell r37 c61"/>
            <p:cNvSpPr/>
            <p:nvPr/>
          </p:nvSpPr>
          <p:spPr>
            <a:xfrm>
              <a:off x="1119285" y="988607"/>
              <a:ext cx="19034" cy="26609"/>
            </a:xfrm>
            <a:prstGeom prst="rect">
              <a:avLst/>
            </a:prstGeom>
            <a:solidFill>
              <a:srgbClr val="CFDBE6"/>
            </a:solidFill>
            <a:ln>
              <a:noFill/>
            </a:ln>
          </p:spPr>
        </p:sp>
        <p:sp>
          <p:nvSpPr>
            <p:cNvPr id="10310" name="Heatmap cell r37 c62"/>
            <p:cNvSpPr/>
            <p:nvPr/>
          </p:nvSpPr>
          <p:spPr>
            <a:xfrm>
              <a:off x="1138224" y="988607"/>
              <a:ext cx="17140" cy="26609"/>
            </a:xfrm>
            <a:prstGeom prst="rect">
              <a:avLst/>
            </a:prstGeom>
            <a:solidFill>
              <a:srgbClr val="ECF0F6"/>
            </a:solidFill>
            <a:ln>
              <a:noFill/>
            </a:ln>
          </p:spPr>
        </p:sp>
        <p:sp>
          <p:nvSpPr>
            <p:cNvPr id="10311" name="Heatmap cell r37 c64"/>
            <p:cNvSpPr/>
            <p:nvPr/>
          </p:nvSpPr>
          <p:spPr>
            <a:xfrm>
              <a:off x="1174208" y="988607"/>
              <a:ext cx="17140" cy="26609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</p:sp>
        <p:sp>
          <p:nvSpPr>
            <p:cNvPr id="10312" name="Heatmap cell r37 c65"/>
            <p:cNvSpPr/>
            <p:nvPr/>
          </p:nvSpPr>
          <p:spPr>
            <a:xfrm>
              <a:off x="1191253" y="988607"/>
              <a:ext cx="19034" cy="26609"/>
            </a:xfrm>
            <a:prstGeom prst="rect">
              <a:avLst/>
            </a:prstGeom>
            <a:solidFill>
              <a:srgbClr val="C5D2E0"/>
            </a:solidFill>
            <a:ln>
              <a:noFill/>
            </a:ln>
          </p:spPr>
        </p:sp>
        <p:sp>
          <p:nvSpPr>
            <p:cNvPr id="10313" name="Heatmap cell r37 c66"/>
            <p:cNvSpPr/>
            <p:nvPr/>
          </p:nvSpPr>
          <p:spPr>
            <a:xfrm>
              <a:off x="1210192" y="988607"/>
              <a:ext cx="17140" cy="26609"/>
            </a:xfrm>
            <a:prstGeom prst="rect">
              <a:avLst/>
            </a:prstGeom>
            <a:solidFill>
              <a:srgbClr val="D5DFE9"/>
            </a:solidFill>
            <a:ln>
              <a:noFill/>
            </a:ln>
          </p:spPr>
        </p:sp>
        <p:sp>
          <p:nvSpPr>
            <p:cNvPr id="10314" name="Heatmap cell r37 c67"/>
            <p:cNvSpPr/>
            <p:nvPr/>
          </p:nvSpPr>
          <p:spPr>
            <a:xfrm>
              <a:off x="1227236" y="988607"/>
              <a:ext cx="19034" cy="26609"/>
            </a:xfrm>
            <a:prstGeom prst="rect">
              <a:avLst/>
            </a:prstGeom>
            <a:solidFill>
              <a:srgbClr val="EFB8BC"/>
            </a:solidFill>
            <a:ln>
              <a:noFill/>
            </a:ln>
          </p:spPr>
        </p:sp>
        <p:sp>
          <p:nvSpPr>
            <p:cNvPr id="10315" name="Heatmap cell r37 c68"/>
            <p:cNvSpPr/>
            <p:nvPr/>
          </p:nvSpPr>
          <p:spPr>
            <a:xfrm>
              <a:off x="1246175" y="988607"/>
              <a:ext cx="17140" cy="26609"/>
            </a:xfrm>
            <a:prstGeom prst="rect">
              <a:avLst/>
            </a:prstGeom>
            <a:solidFill>
              <a:srgbClr val="F1C0C6"/>
            </a:solidFill>
            <a:ln>
              <a:noFill/>
            </a:ln>
          </p:spPr>
        </p:sp>
        <p:sp>
          <p:nvSpPr>
            <p:cNvPr id="10316" name="Heatmap cell r37 c69"/>
            <p:cNvSpPr/>
            <p:nvPr/>
          </p:nvSpPr>
          <p:spPr>
            <a:xfrm>
              <a:off x="1263220" y="988607"/>
              <a:ext cx="19034" cy="26609"/>
            </a:xfrm>
            <a:prstGeom prst="rect">
              <a:avLst/>
            </a:prstGeom>
            <a:solidFill>
              <a:srgbClr val="ECACB1"/>
            </a:solidFill>
            <a:ln>
              <a:noFill/>
            </a:ln>
          </p:spPr>
        </p:sp>
        <p:sp>
          <p:nvSpPr>
            <p:cNvPr id="10317" name="Heatmap cell r37 c70"/>
            <p:cNvSpPr/>
            <p:nvPr/>
          </p:nvSpPr>
          <p:spPr>
            <a:xfrm>
              <a:off x="1282159" y="988607"/>
              <a:ext cx="17140" cy="26609"/>
            </a:xfrm>
            <a:prstGeom prst="rect">
              <a:avLst/>
            </a:prstGeom>
            <a:solidFill>
              <a:srgbClr val="D5DFEA"/>
            </a:solidFill>
            <a:ln>
              <a:noFill/>
            </a:ln>
          </p:spPr>
        </p:sp>
        <p:sp>
          <p:nvSpPr>
            <p:cNvPr id="10318" name="Heatmap cell r37 c72"/>
            <p:cNvSpPr/>
            <p:nvPr/>
          </p:nvSpPr>
          <p:spPr>
            <a:xfrm>
              <a:off x="1318143" y="988607"/>
              <a:ext cx="17140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10319" name="Heatmap cell r37 c73"/>
            <p:cNvSpPr/>
            <p:nvPr/>
          </p:nvSpPr>
          <p:spPr>
            <a:xfrm>
              <a:off x="1335188" y="988607"/>
              <a:ext cx="19034" cy="26609"/>
            </a:xfrm>
            <a:prstGeom prst="rect">
              <a:avLst/>
            </a:prstGeom>
            <a:solidFill>
              <a:srgbClr val="FBF0F1"/>
            </a:solidFill>
            <a:ln>
              <a:noFill/>
            </a:ln>
          </p:spPr>
        </p:sp>
        <p:sp>
          <p:nvSpPr>
            <p:cNvPr id="10320" name="Heatmap cell r37 c74"/>
            <p:cNvSpPr/>
            <p:nvPr/>
          </p:nvSpPr>
          <p:spPr>
            <a:xfrm>
              <a:off x="1354127" y="988607"/>
              <a:ext cx="17140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10321" name="Heatmap cell r37 c75"/>
            <p:cNvSpPr/>
            <p:nvPr/>
          </p:nvSpPr>
          <p:spPr>
            <a:xfrm>
              <a:off x="1371172" y="988607"/>
              <a:ext cx="19034" cy="26609"/>
            </a:xfrm>
            <a:prstGeom prst="rect">
              <a:avLst/>
            </a:prstGeom>
            <a:solidFill>
              <a:srgbClr val="F9E8E9"/>
            </a:solidFill>
            <a:ln>
              <a:noFill/>
            </a:ln>
          </p:spPr>
        </p:sp>
        <p:sp>
          <p:nvSpPr>
            <p:cNvPr id="10322" name="Heatmap cell r37 c76"/>
            <p:cNvSpPr/>
            <p:nvPr/>
          </p:nvSpPr>
          <p:spPr>
            <a:xfrm>
              <a:off x="1390110" y="988607"/>
              <a:ext cx="19034" cy="26609"/>
            </a:xfrm>
            <a:prstGeom prst="rect">
              <a:avLst/>
            </a:prstGeom>
            <a:solidFill>
              <a:srgbClr val="EFF3F7"/>
            </a:solidFill>
            <a:ln>
              <a:noFill/>
            </a:ln>
          </p:spPr>
        </p:sp>
        <p:sp>
          <p:nvSpPr>
            <p:cNvPr id="10323" name="Heatmap cell r37 c77"/>
            <p:cNvSpPr/>
            <p:nvPr/>
          </p:nvSpPr>
          <p:spPr>
            <a:xfrm>
              <a:off x="1409049" y="988607"/>
              <a:ext cx="17140" cy="26609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10324" name="Heatmap cell r37 c78"/>
            <p:cNvSpPr/>
            <p:nvPr/>
          </p:nvSpPr>
          <p:spPr>
            <a:xfrm>
              <a:off x="1426094" y="988607"/>
              <a:ext cx="19034" cy="26609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</p:sp>
        <p:sp>
          <p:nvSpPr>
            <p:cNvPr id="10325" name="Heatmap cell r37 c79"/>
            <p:cNvSpPr/>
            <p:nvPr/>
          </p:nvSpPr>
          <p:spPr>
            <a:xfrm>
              <a:off x="1445033" y="988607"/>
              <a:ext cx="17140" cy="26609"/>
            </a:xfrm>
            <a:prstGeom prst="rect">
              <a:avLst/>
            </a:prstGeom>
            <a:solidFill>
              <a:srgbClr val="8FAAC5"/>
            </a:solidFill>
            <a:ln>
              <a:noFill/>
            </a:ln>
          </p:spPr>
        </p:sp>
        <p:sp>
          <p:nvSpPr>
            <p:cNvPr id="10326" name="Heatmap cell r37 c80"/>
            <p:cNvSpPr/>
            <p:nvPr/>
          </p:nvSpPr>
          <p:spPr>
            <a:xfrm>
              <a:off x="1462078" y="988607"/>
              <a:ext cx="19034" cy="26609"/>
            </a:xfrm>
            <a:prstGeom prst="rect">
              <a:avLst/>
            </a:prstGeom>
            <a:solidFill>
              <a:srgbClr val="F7D3D6"/>
            </a:solidFill>
            <a:ln>
              <a:noFill/>
            </a:ln>
          </p:spPr>
        </p:sp>
        <p:sp>
          <p:nvSpPr>
            <p:cNvPr id="10327" name="Heatmap cell r37 c81"/>
            <p:cNvSpPr/>
            <p:nvPr/>
          </p:nvSpPr>
          <p:spPr>
            <a:xfrm>
              <a:off x="1481017" y="988607"/>
              <a:ext cx="17140" cy="26609"/>
            </a:xfrm>
            <a:prstGeom prst="rect">
              <a:avLst/>
            </a:prstGeom>
            <a:solidFill>
              <a:srgbClr val="A4BAD0"/>
            </a:solidFill>
            <a:ln>
              <a:noFill/>
            </a:ln>
          </p:spPr>
        </p:sp>
        <p:sp>
          <p:nvSpPr>
            <p:cNvPr id="10328" name="Heatmap cell r37 c82"/>
            <p:cNvSpPr/>
            <p:nvPr/>
          </p:nvSpPr>
          <p:spPr>
            <a:xfrm>
              <a:off x="1498062" y="988607"/>
              <a:ext cx="19034" cy="26609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10329" name="Heatmap cell r37 c83"/>
            <p:cNvSpPr/>
            <p:nvPr/>
          </p:nvSpPr>
          <p:spPr>
            <a:xfrm>
              <a:off x="1517001" y="988607"/>
              <a:ext cx="17140" cy="26609"/>
            </a:xfrm>
            <a:prstGeom prst="rect">
              <a:avLst/>
            </a:prstGeom>
            <a:solidFill>
              <a:srgbClr val="C2D0DE"/>
            </a:solidFill>
            <a:ln>
              <a:noFill/>
            </a:ln>
          </p:spPr>
        </p:sp>
        <p:sp>
          <p:nvSpPr>
            <p:cNvPr id="10330" name="Heatmap cell r37 c84"/>
            <p:cNvSpPr/>
            <p:nvPr/>
          </p:nvSpPr>
          <p:spPr>
            <a:xfrm>
              <a:off x="1534046" y="988607"/>
              <a:ext cx="19034" cy="26609"/>
            </a:xfrm>
            <a:prstGeom prst="rect">
              <a:avLst/>
            </a:prstGeom>
            <a:solidFill>
              <a:srgbClr val="DCE3EB"/>
            </a:solidFill>
            <a:ln>
              <a:noFill/>
            </a:ln>
          </p:spPr>
        </p:sp>
        <p:sp>
          <p:nvSpPr>
            <p:cNvPr id="10331" name="Heatmap cell r37 c85"/>
            <p:cNvSpPr/>
            <p:nvPr/>
          </p:nvSpPr>
          <p:spPr>
            <a:xfrm>
              <a:off x="1552984" y="988607"/>
              <a:ext cx="17140" cy="26609"/>
            </a:xfrm>
            <a:prstGeom prst="rect">
              <a:avLst/>
            </a:prstGeom>
            <a:solidFill>
              <a:srgbClr val="B8C9DA"/>
            </a:solidFill>
            <a:ln>
              <a:noFill/>
            </a:ln>
          </p:spPr>
        </p:sp>
        <p:sp>
          <p:nvSpPr>
            <p:cNvPr id="10332" name="Heatmap cell r37 c86"/>
            <p:cNvSpPr/>
            <p:nvPr/>
          </p:nvSpPr>
          <p:spPr>
            <a:xfrm>
              <a:off x="1570029" y="988607"/>
              <a:ext cx="19034" cy="26609"/>
            </a:xfrm>
            <a:prstGeom prst="rect">
              <a:avLst/>
            </a:prstGeom>
            <a:solidFill>
              <a:srgbClr val="EDADB4"/>
            </a:solidFill>
            <a:ln>
              <a:noFill/>
            </a:ln>
          </p:spPr>
        </p:sp>
        <p:sp>
          <p:nvSpPr>
            <p:cNvPr id="10333" name="Heatmap cell r37 c87"/>
            <p:cNvSpPr/>
            <p:nvPr/>
          </p:nvSpPr>
          <p:spPr>
            <a:xfrm>
              <a:off x="1588968" y="988607"/>
              <a:ext cx="17140" cy="26609"/>
            </a:xfrm>
            <a:prstGeom prst="rect">
              <a:avLst/>
            </a:prstGeom>
            <a:solidFill>
              <a:srgbClr val="EBA4AC"/>
            </a:solidFill>
            <a:ln>
              <a:noFill/>
            </a:ln>
          </p:spPr>
        </p:sp>
        <p:sp>
          <p:nvSpPr>
            <p:cNvPr id="10334" name="Heatmap cell r37 c88"/>
            <p:cNvSpPr/>
            <p:nvPr/>
          </p:nvSpPr>
          <p:spPr>
            <a:xfrm>
              <a:off x="1606013" y="988607"/>
              <a:ext cx="19034" cy="26609"/>
            </a:xfrm>
            <a:prstGeom prst="rect">
              <a:avLst/>
            </a:prstGeom>
            <a:solidFill>
              <a:srgbClr val="EEB1B8"/>
            </a:solidFill>
            <a:ln>
              <a:noFill/>
            </a:ln>
          </p:spPr>
        </p:sp>
        <p:sp>
          <p:nvSpPr>
            <p:cNvPr id="10335" name="Heatmap cell r37 c89"/>
            <p:cNvSpPr/>
            <p:nvPr/>
          </p:nvSpPr>
          <p:spPr>
            <a:xfrm>
              <a:off x="1624952" y="988607"/>
              <a:ext cx="19034" cy="26609"/>
            </a:xfrm>
            <a:prstGeom prst="rect">
              <a:avLst/>
            </a:prstGeom>
            <a:solidFill>
              <a:srgbClr val="B9C9DB"/>
            </a:solidFill>
            <a:ln>
              <a:noFill/>
            </a:ln>
          </p:spPr>
        </p:sp>
        <p:sp>
          <p:nvSpPr>
            <p:cNvPr id="10336" name="Heatmap cell r37 c90"/>
            <p:cNvSpPr/>
            <p:nvPr/>
          </p:nvSpPr>
          <p:spPr>
            <a:xfrm>
              <a:off x="1643891" y="988607"/>
              <a:ext cx="17140" cy="26609"/>
            </a:xfrm>
            <a:prstGeom prst="rect">
              <a:avLst/>
            </a:prstGeom>
            <a:solidFill>
              <a:srgbClr val="BFCFDF"/>
            </a:solidFill>
            <a:ln>
              <a:noFill/>
            </a:ln>
          </p:spPr>
        </p:sp>
        <p:sp>
          <p:nvSpPr>
            <p:cNvPr id="10337" name="Heatmap cell r37 c91"/>
            <p:cNvSpPr/>
            <p:nvPr/>
          </p:nvSpPr>
          <p:spPr>
            <a:xfrm>
              <a:off x="1660936" y="988607"/>
              <a:ext cx="19034" cy="26609"/>
            </a:xfrm>
            <a:prstGeom prst="rect">
              <a:avLst/>
            </a:prstGeom>
            <a:solidFill>
              <a:srgbClr val="F6D6DA"/>
            </a:solidFill>
            <a:ln>
              <a:noFill/>
            </a:ln>
          </p:spPr>
        </p:sp>
        <p:sp>
          <p:nvSpPr>
            <p:cNvPr id="10338" name="Heatmap cell r37 c92"/>
            <p:cNvSpPr/>
            <p:nvPr/>
          </p:nvSpPr>
          <p:spPr>
            <a:xfrm>
              <a:off x="1679875" y="988607"/>
              <a:ext cx="17140" cy="26609"/>
            </a:xfrm>
            <a:prstGeom prst="rect">
              <a:avLst/>
            </a:prstGeom>
            <a:solidFill>
              <a:srgbClr val="F8DDDF"/>
            </a:solidFill>
            <a:ln>
              <a:noFill/>
            </a:ln>
          </p:spPr>
        </p:sp>
        <p:sp>
          <p:nvSpPr>
            <p:cNvPr id="10339" name="Heatmap cell r37 c93"/>
            <p:cNvSpPr/>
            <p:nvPr/>
          </p:nvSpPr>
          <p:spPr>
            <a:xfrm>
              <a:off x="1696920" y="988607"/>
              <a:ext cx="19034" cy="26609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10340" name="Heatmap cell r37 c94"/>
            <p:cNvSpPr/>
            <p:nvPr/>
          </p:nvSpPr>
          <p:spPr>
            <a:xfrm>
              <a:off x="1715858" y="988607"/>
              <a:ext cx="17140" cy="26609"/>
            </a:xfrm>
            <a:prstGeom prst="rect">
              <a:avLst/>
            </a:prstGeom>
            <a:solidFill>
              <a:srgbClr val="F8DEE0"/>
            </a:solidFill>
            <a:ln>
              <a:noFill/>
            </a:ln>
          </p:spPr>
        </p:sp>
        <p:sp>
          <p:nvSpPr>
            <p:cNvPr id="10341" name="Heatmap cell r37 c95"/>
            <p:cNvSpPr/>
            <p:nvPr/>
          </p:nvSpPr>
          <p:spPr>
            <a:xfrm>
              <a:off x="1732903" y="988607"/>
              <a:ext cx="19034" cy="26609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10342" name="Heatmap cell r37 c96"/>
            <p:cNvSpPr/>
            <p:nvPr/>
          </p:nvSpPr>
          <p:spPr>
            <a:xfrm>
              <a:off x="1751842" y="988607"/>
              <a:ext cx="17140" cy="26609"/>
            </a:xfrm>
            <a:prstGeom prst="rect">
              <a:avLst/>
            </a:prstGeom>
            <a:solidFill>
              <a:srgbClr val="F0BCC3"/>
            </a:solidFill>
            <a:ln>
              <a:noFill/>
            </a:ln>
          </p:spPr>
        </p:sp>
        <p:sp>
          <p:nvSpPr>
            <p:cNvPr id="10343" name="Heatmap cell r37 c97"/>
            <p:cNvSpPr/>
            <p:nvPr/>
          </p:nvSpPr>
          <p:spPr>
            <a:xfrm>
              <a:off x="1768887" y="988607"/>
              <a:ext cx="19034" cy="26609"/>
            </a:xfrm>
            <a:prstGeom prst="rect">
              <a:avLst/>
            </a:prstGeom>
            <a:solidFill>
              <a:srgbClr val="ECACB1"/>
            </a:solidFill>
            <a:ln>
              <a:noFill/>
            </a:ln>
          </p:spPr>
        </p:sp>
        <p:sp>
          <p:nvSpPr>
            <p:cNvPr id="10344" name="Heatmap cell r37 c98"/>
            <p:cNvSpPr/>
            <p:nvPr/>
          </p:nvSpPr>
          <p:spPr>
            <a:xfrm>
              <a:off x="1787826" y="988607"/>
              <a:ext cx="17140" cy="26609"/>
            </a:xfrm>
            <a:prstGeom prst="rect">
              <a:avLst/>
            </a:prstGeom>
            <a:solidFill>
              <a:srgbClr val="EFB7BB"/>
            </a:solidFill>
            <a:ln>
              <a:noFill/>
            </a:ln>
          </p:spPr>
        </p:sp>
        <p:sp>
          <p:nvSpPr>
            <p:cNvPr id="10345" name="Heatmap cell r37 c99"/>
            <p:cNvSpPr/>
            <p:nvPr/>
          </p:nvSpPr>
          <p:spPr>
            <a:xfrm>
              <a:off x="1804871" y="988607"/>
              <a:ext cx="19034" cy="26609"/>
            </a:xfrm>
            <a:prstGeom prst="rect">
              <a:avLst/>
            </a:prstGeom>
            <a:solidFill>
              <a:srgbClr val="F0BDC2"/>
            </a:solidFill>
            <a:ln>
              <a:noFill/>
            </a:ln>
          </p:spPr>
        </p:sp>
        <p:sp>
          <p:nvSpPr>
            <p:cNvPr id="10346" name="Heatmap cell r37 c100"/>
            <p:cNvSpPr/>
            <p:nvPr/>
          </p:nvSpPr>
          <p:spPr>
            <a:xfrm>
              <a:off x="1823810" y="988607"/>
              <a:ext cx="17140" cy="26609"/>
            </a:xfrm>
            <a:prstGeom prst="rect">
              <a:avLst/>
            </a:prstGeom>
            <a:solidFill>
              <a:srgbClr val="EBEFF5"/>
            </a:solidFill>
            <a:ln>
              <a:noFill/>
            </a:ln>
          </p:spPr>
        </p:sp>
        <p:sp>
          <p:nvSpPr>
            <p:cNvPr id="10347" name="Heatmap cell r37 c101"/>
            <p:cNvSpPr/>
            <p:nvPr/>
          </p:nvSpPr>
          <p:spPr>
            <a:xfrm>
              <a:off x="1840855" y="988607"/>
              <a:ext cx="19034" cy="26609"/>
            </a:xfrm>
            <a:prstGeom prst="rect">
              <a:avLst/>
            </a:prstGeom>
            <a:solidFill>
              <a:srgbClr val="EBF0F6"/>
            </a:solidFill>
            <a:ln>
              <a:noFill/>
            </a:ln>
          </p:spPr>
        </p:sp>
        <p:sp>
          <p:nvSpPr>
            <p:cNvPr id="10348" name="Heatmap cell r37 c102"/>
            <p:cNvSpPr/>
            <p:nvPr/>
          </p:nvSpPr>
          <p:spPr>
            <a:xfrm>
              <a:off x="1859794" y="988607"/>
              <a:ext cx="19034" cy="26609"/>
            </a:xfrm>
            <a:prstGeom prst="rect">
              <a:avLst/>
            </a:prstGeom>
            <a:solidFill>
              <a:srgbClr val="F2C8CD"/>
            </a:solidFill>
            <a:ln>
              <a:noFill/>
            </a:ln>
          </p:spPr>
        </p:sp>
        <p:sp>
          <p:nvSpPr>
            <p:cNvPr id="10349" name="Heatmap cell r37 c103"/>
            <p:cNvSpPr/>
            <p:nvPr/>
          </p:nvSpPr>
          <p:spPr>
            <a:xfrm>
              <a:off x="1878732" y="988607"/>
              <a:ext cx="17140" cy="26609"/>
            </a:xfrm>
            <a:prstGeom prst="rect">
              <a:avLst/>
            </a:prstGeom>
            <a:solidFill>
              <a:srgbClr val="C7D4E1"/>
            </a:solidFill>
            <a:ln>
              <a:noFill/>
            </a:ln>
          </p:spPr>
        </p:sp>
        <p:sp>
          <p:nvSpPr>
            <p:cNvPr id="10350" name="Heatmap cell r37 c104"/>
            <p:cNvSpPr/>
            <p:nvPr/>
          </p:nvSpPr>
          <p:spPr>
            <a:xfrm>
              <a:off x="1895777" y="988607"/>
              <a:ext cx="19034" cy="26609"/>
            </a:xfrm>
            <a:prstGeom prst="rect">
              <a:avLst/>
            </a:prstGeom>
            <a:solidFill>
              <a:srgbClr val="E9959E"/>
            </a:solidFill>
            <a:ln>
              <a:noFill/>
            </a:ln>
          </p:spPr>
        </p:sp>
        <p:sp>
          <p:nvSpPr>
            <p:cNvPr id="10351" name="Heatmap cell r37 c105"/>
            <p:cNvSpPr/>
            <p:nvPr/>
          </p:nvSpPr>
          <p:spPr>
            <a:xfrm>
              <a:off x="1914716" y="988607"/>
              <a:ext cx="17140" cy="26609"/>
            </a:xfrm>
            <a:prstGeom prst="rect">
              <a:avLst/>
            </a:prstGeom>
            <a:solidFill>
              <a:srgbClr val="B8C9DA"/>
            </a:solidFill>
            <a:ln>
              <a:noFill/>
            </a:ln>
          </p:spPr>
        </p:sp>
        <p:sp>
          <p:nvSpPr>
            <p:cNvPr id="10352" name="Heatmap cell r37 c106"/>
            <p:cNvSpPr/>
            <p:nvPr/>
          </p:nvSpPr>
          <p:spPr>
            <a:xfrm>
              <a:off x="1931761" y="988607"/>
              <a:ext cx="19034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10353" name="Heatmap cell r37 c107"/>
            <p:cNvSpPr/>
            <p:nvPr/>
          </p:nvSpPr>
          <p:spPr>
            <a:xfrm>
              <a:off x="1950700" y="988607"/>
              <a:ext cx="17140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10354" name="Heatmap cell r37 c108"/>
            <p:cNvSpPr/>
            <p:nvPr/>
          </p:nvSpPr>
          <p:spPr>
            <a:xfrm>
              <a:off x="1967745" y="988607"/>
              <a:ext cx="19034" cy="26609"/>
            </a:xfrm>
            <a:prstGeom prst="rect">
              <a:avLst/>
            </a:prstGeom>
            <a:solidFill>
              <a:srgbClr val="E4848E"/>
            </a:solidFill>
            <a:ln>
              <a:noFill/>
            </a:ln>
          </p:spPr>
        </p:sp>
        <p:sp>
          <p:nvSpPr>
            <p:cNvPr id="10355" name="Heatmap cell r37 c109"/>
            <p:cNvSpPr/>
            <p:nvPr/>
          </p:nvSpPr>
          <p:spPr>
            <a:xfrm>
              <a:off x="1986684" y="988607"/>
              <a:ext cx="17140" cy="26609"/>
            </a:xfrm>
            <a:prstGeom prst="rect">
              <a:avLst/>
            </a:prstGeom>
            <a:solidFill>
              <a:srgbClr val="87A3C0"/>
            </a:solidFill>
            <a:ln>
              <a:noFill/>
            </a:ln>
          </p:spPr>
        </p:sp>
        <p:sp>
          <p:nvSpPr>
            <p:cNvPr id="10356" name="Heatmap cell r37 c110"/>
            <p:cNvSpPr/>
            <p:nvPr/>
          </p:nvSpPr>
          <p:spPr>
            <a:xfrm>
              <a:off x="2003729" y="988607"/>
              <a:ext cx="19034" cy="26609"/>
            </a:xfrm>
            <a:prstGeom prst="rect">
              <a:avLst/>
            </a:prstGeom>
            <a:solidFill>
              <a:srgbClr val="EFF3F7"/>
            </a:solidFill>
            <a:ln>
              <a:noFill/>
            </a:ln>
          </p:spPr>
        </p:sp>
        <p:sp>
          <p:nvSpPr>
            <p:cNvPr id="10357" name="Heatmap cell r37 c111"/>
            <p:cNvSpPr/>
            <p:nvPr/>
          </p:nvSpPr>
          <p:spPr>
            <a:xfrm>
              <a:off x="2022668" y="988607"/>
              <a:ext cx="17140" cy="26609"/>
            </a:xfrm>
            <a:prstGeom prst="rect">
              <a:avLst/>
            </a:prstGeom>
            <a:solidFill>
              <a:srgbClr val="ECABB0"/>
            </a:solidFill>
            <a:ln>
              <a:noFill/>
            </a:ln>
          </p:spPr>
        </p:sp>
        <p:sp>
          <p:nvSpPr>
            <p:cNvPr id="10358" name="Heatmap cell r37 c112"/>
            <p:cNvSpPr/>
            <p:nvPr/>
          </p:nvSpPr>
          <p:spPr>
            <a:xfrm>
              <a:off x="2039712" y="988607"/>
              <a:ext cx="19034" cy="26609"/>
            </a:xfrm>
            <a:prstGeom prst="rect">
              <a:avLst/>
            </a:prstGeom>
            <a:solidFill>
              <a:srgbClr val="C3D1DF"/>
            </a:solidFill>
            <a:ln>
              <a:noFill/>
            </a:ln>
          </p:spPr>
        </p:sp>
        <p:sp>
          <p:nvSpPr>
            <p:cNvPr id="10359" name="Heatmap cell r37 c113"/>
            <p:cNvSpPr/>
            <p:nvPr/>
          </p:nvSpPr>
          <p:spPr>
            <a:xfrm>
              <a:off x="2058651" y="988607"/>
              <a:ext cx="17140" cy="26609"/>
            </a:xfrm>
            <a:prstGeom prst="rect">
              <a:avLst/>
            </a:prstGeom>
            <a:solidFill>
              <a:srgbClr val="F3C7CC"/>
            </a:solidFill>
            <a:ln>
              <a:noFill/>
            </a:ln>
          </p:spPr>
        </p:sp>
        <p:sp>
          <p:nvSpPr>
            <p:cNvPr id="10360" name="Heatmap cell r37 c114"/>
            <p:cNvSpPr/>
            <p:nvPr/>
          </p:nvSpPr>
          <p:spPr>
            <a:xfrm>
              <a:off x="2075696" y="988607"/>
              <a:ext cx="19034" cy="26609"/>
            </a:xfrm>
            <a:prstGeom prst="rect">
              <a:avLst/>
            </a:prstGeom>
            <a:solidFill>
              <a:srgbClr val="F8E6E8"/>
            </a:solidFill>
            <a:ln>
              <a:noFill/>
            </a:ln>
          </p:spPr>
        </p:sp>
        <p:sp>
          <p:nvSpPr>
            <p:cNvPr id="10361" name="Heatmap cell r37 c115"/>
            <p:cNvSpPr/>
            <p:nvPr/>
          </p:nvSpPr>
          <p:spPr>
            <a:xfrm>
              <a:off x="2094635" y="988607"/>
              <a:ext cx="19034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10362" name="Heatmap cell r37 c116"/>
            <p:cNvSpPr/>
            <p:nvPr/>
          </p:nvSpPr>
          <p:spPr>
            <a:xfrm>
              <a:off x="2113574" y="988607"/>
              <a:ext cx="17140" cy="26609"/>
            </a:xfrm>
            <a:prstGeom prst="rect">
              <a:avLst/>
            </a:prstGeom>
            <a:solidFill>
              <a:srgbClr val="F7E2E4"/>
            </a:solidFill>
            <a:ln>
              <a:noFill/>
            </a:ln>
          </p:spPr>
        </p:sp>
        <p:sp>
          <p:nvSpPr>
            <p:cNvPr id="10363" name="Heatmap cell r37 c117"/>
            <p:cNvSpPr/>
            <p:nvPr/>
          </p:nvSpPr>
          <p:spPr>
            <a:xfrm>
              <a:off x="2130619" y="988607"/>
              <a:ext cx="19034" cy="26609"/>
            </a:xfrm>
            <a:prstGeom prst="rect">
              <a:avLst/>
            </a:prstGeom>
            <a:solidFill>
              <a:srgbClr val="EA9CA1"/>
            </a:solidFill>
            <a:ln>
              <a:noFill/>
            </a:ln>
          </p:spPr>
        </p:sp>
        <p:sp>
          <p:nvSpPr>
            <p:cNvPr id="10364" name="Heatmap cell r37 c118"/>
            <p:cNvSpPr/>
            <p:nvPr/>
          </p:nvSpPr>
          <p:spPr>
            <a:xfrm>
              <a:off x="2149558" y="988607"/>
              <a:ext cx="17140" cy="26609"/>
            </a:xfrm>
            <a:prstGeom prst="rect">
              <a:avLst/>
            </a:prstGeom>
            <a:solidFill>
              <a:srgbClr val="C8D5E2"/>
            </a:solidFill>
            <a:ln>
              <a:noFill/>
            </a:ln>
          </p:spPr>
        </p:sp>
        <p:sp>
          <p:nvSpPr>
            <p:cNvPr id="10365" name="Heatmap cell r37 c119"/>
            <p:cNvSpPr/>
            <p:nvPr/>
          </p:nvSpPr>
          <p:spPr>
            <a:xfrm>
              <a:off x="2166603" y="988607"/>
              <a:ext cx="19034" cy="26609"/>
            </a:xfrm>
            <a:prstGeom prst="rect">
              <a:avLst/>
            </a:prstGeom>
            <a:solidFill>
              <a:srgbClr val="EB9FA7"/>
            </a:solidFill>
            <a:ln>
              <a:noFill/>
            </a:ln>
          </p:spPr>
        </p:sp>
        <p:sp>
          <p:nvSpPr>
            <p:cNvPr id="10366" name="Heatmap cell r37 c120"/>
            <p:cNvSpPr/>
            <p:nvPr/>
          </p:nvSpPr>
          <p:spPr>
            <a:xfrm>
              <a:off x="2185542" y="988607"/>
              <a:ext cx="17140" cy="26609"/>
            </a:xfrm>
            <a:prstGeom prst="rect">
              <a:avLst/>
            </a:prstGeom>
            <a:solidFill>
              <a:srgbClr val="F0BCC3"/>
            </a:solidFill>
            <a:ln>
              <a:noFill/>
            </a:ln>
          </p:spPr>
        </p:sp>
        <p:sp>
          <p:nvSpPr>
            <p:cNvPr id="10367" name="Heatmap cell r37 c121"/>
            <p:cNvSpPr/>
            <p:nvPr/>
          </p:nvSpPr>
          <p:spPr>
            <a:xfrm>
              <a:off x="2202586" y="988607"/>
              <a:ext cx="19034" cy="26609"/>
            </a:xfrm>
            <a:prstGeom prst="rect">
              <a:avLst/>
            </a:prstGeom>
            <a:solidFill>
              <a:srgbClr val="F0F5F8"/>
            </a:solidFill>
            <a:ln>
              <a:noFill/>
            </a:ln>
          </p:spPr>
        </p:sp>
        <p:sp>
          <p:nvSpPr>
            <p:cNvPr id="10368" name="Heatmap cell r37 c123"/>
            <p:cNvSpPr/>
            <p:nvPr/>
          </p:nvSpPr>
          <p:spPr>
            <a:xfrm>
              <a:off x="2238570" y="988607"/>
              <a:ext cx="19034" cy="26609"/>
            </a:xfrm>
            <a:prstGeom prst="rect">
              <a:avLst/>
            </a:prstGeom>
            <a:solidFill>
              <a:srgbClr val="F8DBDD"/>
            </a:solidFill>
            <a:ln>
              <a:noFill/>
            </a:ln>
          </p:spPr>
        </p:sp>
        <p:sp>
          <p:nvSpPr>
            <p:cNvPr id="10369" name="Heatmap cell r37 c124"/>
            <p:cNvSpPr/>
            <p:nvPr/>
          </p:nvSpPr>
          <p:spPr>
            <a:xfrm>
              <a:off x="2257509" y="988607"/>
              <a:ext cx="17140" cy="26609"/>
            </a:xfrm>
            <a:prstGeom prst="rect">
              <a:avLst/>
            </a:prstGeom>
            <a:solidFill>
              <a:srgbClr val="F6D6DA"/>
            </a:solidFill>
            <a:ln>
              <a:noFill/>
            </a:ln>
          </p:spPr>
        </p:sp>
        <p:sp>
          <p:nvSpPr>
            <p:cNvPr id="10370" name="Heatmap cell r37 c125"/>
            <p:cNvSpPr/>
            <p:nvPr/>
          </p:nvSpPr>
          <p:spPr>
            <a:xfrm>
              <a:off x="2274554" y="988607"/>
              <a:ext cx="19034" cy="26609"/>
            </a:xfrm>
            <a:prstGeom prst="rect">
              <a:avLst/>
            </a:prstGeom>
            <a:solidFill>
              <a:srgbClr val="D9E1EB"/>
            </a:solidFill>
            <a:ln>
              <a:noFill/>
            </a:ln>
          </p:spPr>
        </p:sp>
        <p:sp>
          <p:nvSpPr>
            <p:cNvPr id="10371" name="Heatmap cell r37 c127"/>
            <p:cNvSpPr/>
            <p:nvPr/>
          </p:nvSpPr>
          <p:spPr>
            <a:xfrm>
              <a:off x="2310538" y="988607"/>
              <a:ext cx="19034" cy="26609"/>
            </a:xfrm>
            <a:prstGeom prst="rect">
              <a:avLst/>
            </a:prstGeom>
            <a:solidFill>
              <a:srgbClr val="EDB0B6"/>
            </a:solidFill>
            <a:ln>
              <a:noFill/>
            </a:ln>
          </p:spPr>
        </p:sp>
        <p:sp>
          <p:nvSpPr>
            <p:cNvPr id="10372" name="Heatmap cell r37 c128"/>
            <p:cNvSpPr/>
            <p:nvPr/>
          </p:nvSpPr>
          <p:spPr>
            <a:xfrm>
              <a:off x="2329477" y="988607"/>
              <a:ext cx="19034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10373" name="Heatmap cell r37 c129"/>
            <p:cNvSpPr/>
            <p:nvPr/>
          </p:nvSpPr>
          <p:spPr>
            <a:xfrm>
              <a:off x="2348416" y="988607"/>
              <a:ext cx="17140" cy="26609"/>
            </a:xfrm>
            <a:prstGeom prst="rect">
              <a:avLst/>
            </a:prstGeom>
            <a:solidFill>
              <a:srgbClr val="FCF7F7"/>
            </a:solidFill>
            <a:ln>
              <a:noFill/>
            </a:ln>
          </p:spPr>
        </p:sp>
        <p:sp>
          <p:nvSpPr>
            <p:cNvPr id="10374" name="Heatmap cell r37 c130"/>
            <p:cNvSpPr/>
            <p:nvPr/>
          </p:nvSpPr>
          <p:spPr>
            <a:xfrm>
              <a:off x="2365460" y="988607"/>
              <a:ext cx="19034" cy="26609"/>
            </a:xfrm>
            <a:prstGeom prst="rect">
              <a:avLst/>
            </a:prstGeom>
            <a:solidFill>
              <a:srgbClr val="F8E3E6"/>
            </a:solidFill>
            <a:ln>
              <a:noFill/>
            </a:ln>
          </p:spPr>
        </p:sp>
        <p:sp>
          <p:nvSpPr>
            <p:cNvPr id="10375" name="Heatmap cell r37 c131"/>
            <p:cNvSpPr/>
            <p:nvPr/>
          </p:nvSpPr>
          <p:spPr>
            <a:xfrm>
              <a:off x="2384399" y="988607"/>
              <a:ext cx="17140" cy="26609"/>
            </a:xfrm>
            <a:prstGeom prst="rect">
              <a:avLst/>
            </a:prstGeom>
            <a:solidFill>
              <a:srgbClr val="F1C0C4"/>
            </a:solidFill>
            <a:ln>
              <a:noFill/>
            </a:ln>
          </p:spPr>
        </p:sp>
        <p:sp>
          <p:nvSpPr>
            <p:cNvPr id="10376" name="Heatmap cell r37 c132"/>
            <p:cNvSpPr/>
            <p:nvPr/>
          </p:nvSpPr>
          <p:spPr>
            <a:xfrm>
              <a:off x="2401444" y="988607"/>
              <a:ext cx="19034" cy="26609"/>
            </a:xfrm>
            <a:prstGeom prst="rect">
              <a:avLst/>
            </a:prstGeom>
            <a:solidFill>
              <a:srgbClr val="D2DDE8"/>
            </a:solidFill>
            <a:ln>
              <a:noFill/>
            </a:ln>
          </p:spPr>
        </p:sp>
        <p:sp>
          <p:nvSpPr>
            <p:cNvPr id="10377" name="Heatmap cell r37 c133"/>
            <p:cNvSpPr/>
            <p:nvPr/>
          </p:nvSpPr>
          <p:spPr>
            <a:xfrm>
              <a:off x="2420383" y="988607"/>
              <a:ext cx="17140" cy="26609"/>
            </a:xfrm>
            <a:prstGeom prst="rect">
              <a:avLst/>
            </a:prstGeom>
            <a:solidFill>
              <a:srgbClr val="FBF0F1"/>
            </a:solidFill>
            <a:ln>
              <a:noFill/>
            </a:ln>
          </p:spPr>
        </p:sp>
        <p:sp>
          <p:nvSpPr>
            <p:cNvPr id="10378" name="Heatmap cell r37 c134"/>
            <p:cNvSpPr/>
            <p:nvPr/>
          </p:nvSpPr>
          <p:spPr>
            <a:xfrm>
              <a:off x="2437428" y="988607"/>
              <a:ext cx="19034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10379" name="Heatmap cell r37 c135"/>
            <p:cNvSpPr/>
            <p:nvPr/>
          </p:nvSpPr>
          <p:spPr>
            <a:xfrm>
              <a:off x="2456367" y="988607"/>
              <a:ext cx="17140" cy="26609"/>
            </a:xfrm>
            <a:prstGeom prst="rect">
              <a:avLst/>
            </a:prstGeom>
            <a:solidFill>
              <a:srgbClr val="EDACB3"/>
            </a:solidFill>
            <a:ln>
              <a:noFill/>
            </a:ln>
          </p:spPr>
        </p:sp>
        <p:sp>
          <p:nvSpPr>
            <p:cNvPr id="10380" name="Heatmap cell r37 c136"/>
            <p:cNvSpPr/>
            <p:nvPr/>
          </p:nvSpPr>
          <p:spPr>
            <a:xfrm>
              <a:off x="2473412" y="988607"/>
              <a:ext cx="19034" cy="26609"/>
            </a:xfrm>
            <a:prstGeom prst="rect">
              <a:avLst/>
            </a:prstGeom>
            <a:solidFill>
              <a:srgbClr val="8EA9C3"/>
            </a:solidFill>
            <a:ln>
              <a:noFill/>
            </a:ln>
          </p:spPr>
        </p:sp>
        <p:sp>
          <p:nvSpPr>
            <p:cNvPr id="10381" name="Heatmap cell r37 c137"/>
            <p:cNvSpPr/>
            <p:nvPr/>
          </p:nvSpPr>
          <p:spPr>
            <a:xfrm>
              <a:off x="2492351" y="988607"/>
              <a:ext cx="17140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10382" name="Heatmap cell r37 c138"/>
            <p:cNvSpPr/>
            <p:nvPr/>
          </p:nvSpPr>
          <p:spPr>
            <a:xfrm>
              <a:off x="2509396" y="988607"/>
              <a:ext cx="19034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10383" name="Heatmap cell r37 c139"/>
            <p:cNvSpPr/>
            <p:nvPr/>
          </p:nvSpPr>
          <p:spPr>
            <a:xfrm>
              <a:off x="2528334" y="988607"/>
              <a:ext cx="17140" cy="26609"/>
            </a:xfrm>
            <a:prstGeom prst="rect">
              <a:avLst/>
            </a:prstGeom>
            <a:solidFill>
              <a:srgbClr val="F9E8E9"/>
            </a:solidFill>
            <a:ln>
              <a:noFill/>
            </a:ln>
          </p:spPr>
        </p:sp>
        <p:sp>
          <p:nvSpPr>
            <p:cNvPr id="10384" name="Heatmap cell r37 c140"/>
            <p:cNvSpPr/>
            <p:nvPr/>
          </p:nvSpPr>
          <p:spPr>
            <a:xfrm>
              <a:off x="2545379" y="988607"/>
              <a:ext cx="19034" cy="26609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10385" name="Heatmap cell r37 c142"/>
            <p:cNvSpPr/>
            <p:nvPr/>
          </p:nvSpPr>
          <p:spPr>
            <a:xfrm>
              <a:off x="2583257" y="988607"/>
              <a:ext cx="17140" cy="26609"/>
            </a:xfrm>
            <a:prstGeom prst="rect">
              <a:avLst/>
            </a:prstGeom>
            <a:solidFill>
              <a:srgbClr val="EDAEB5"/>
            </a:solidFill>
            <a:ln>
              <a:noFill/>
            </a:ln>
          </p:spPr>
        </p:sp>
        <p:sp>
          <p:nvSpPr>
            <p:cNvPr id="10386" name="Heatmap cell r37 c143"/>
            <p:cNvSpPr/>
            <p:nvPr/>
          </p:nvSpPr>
          <p:spPr>
            <a:xfrm>
              <a:off x="2600302" y="988607"/>
              <a:ext cx="19034" cy="26609"/>
            </a:xfrm>
            <a:prstGeom prst="rect">
              <a:avLst/>
            </a:prstGeom>
            <a:solidFill>
              <a:srgbClr val="F1BEC3"/>
            </a:solidFill>
            <a:ln>
              <a:noFill/>
            </a:ln>
          </p:spPr>
        </p:sp>
        <p:sp>
          <p:nvSpPr>
            <p:cNvPr id="10387" name="Heatmap cell r37 c144"/>
            <p:cNvSpPr/>
            <p:nvPr/>
          </p:nvSpPr>
          <p:spPr>
            <a:xfrm>
              <a:off x="2619241" y="988607"/>
              <a:ext cx="17140" cy="26609"/>
            </a:xfrm>
            <a:prstGeom prst="rect">
              <a:avLst/>
            </a:prstGeom>
            <a:solidFill>
              <a:srgbClr val="F1F5F8"/>
            </a:solidFill>
            <a:ln>
              <a:noFill/>
            </a:ln>
          </p:spPr>
        </p:sp>
        <p:sp>
          <p:nvSpPr>
            <p:cNvPr id="10388" name="Heatmap cell r37 c145"/>
            <p:cNvSpPr/>
            <p:nvPr/>
          </p:nvSpPr>
          <p:spPr>
            <a:xfrm>
              <a:off x="2636286" y="988607"/>
              <a:ext cx="19034" cy="26609"/>
            </a:xfrm>
            <a:prstGeom prst="rect">
              <a:avLst/>
            </a:prstGeom>
            <a:solidFill>
              <a:srgbClr val="F6F8F9"/>
            </a:solidFill>
            <a:ln>
              <a:noFill/>
            </a:ln>
          </p:spPr>
        </p:sp>
        <p:sp>
          <p:nvSpPr>
            <p:cNvPr id="10389" name="Heatmap cell r37 c146"/>
            <p:cNvSpPr/>
            <p:nvPr/>
          </p:nvSpPr>
          <p:spPr>
            <a:xfrm>
              <a:off x="2655225" y="988607"/>
              <a:ext cx="17140" cy="26609"/>
            </a:xfrm>
            <a:prstGeom prst="rect">
              <a:avLst/>
            </a:prstGeom>
            <a:solidFill>
              <a:srgbClr val="E9EDF3"/>
            </a:solidFill>
            <a:ln>
              <a:noFill/>
            </a:ln>
          </p:spPr>
        </p:sp>
        <p:sp>
          <p:nvSpPr>
            <p:cNvPr id="10390" name="Heatmap cell r37 c147"/>
            <p:cNvSpPr/>
            <p:nvPr/>
          </p:nvSpPr>
          <p:spPr>
            <a:xfrm>
              <a:off x="2672270" y="988607"/>
              <a:ext cx="19034" cy="26609"/>
            </a:xfrm>
            <a:prstGeom prst="rect">
              <a:avLst/>
            </a:prstGeom>
            <a:solidFill>
              <a:srgbClr val="F8F8FA"/>
            </a:solidFill>
            <a:ln>
              <a:noFill/>
            </a:ln>
          </p:spPr>
        </p:sp>
        <p:sp>
          <p:nvSpPr>
            <p:cNvPr id="10391" name="Heatmap cell r37 c148"/>
            <p:cNvSpPr/>
            <p:nvPr/>
          </p:nvSpPr>
          <p:spPr>
            <a:xfrm>
              <a:off x="2691208" y="988607"/>
              <a:ext cx="17140" cy="26609"/>
            </a:xfrm>
            <a:prstGeom prst="rect">
              <a:avLst/>
            </a:prstGeom>
            <a:solidFill>
              <a:srgbClr val="E7929B"/>
            </a:solidFill>
            <a:ln>
              <a:noFill/>
            </a:ln>
          </p:spPr>
        </p:sp>
        <p:sp>
          <p:nvSpPr>
            <p:cNvPr id="10392" name="Heatmap cell r37 c149"/>
            <p:cNvSpPr/>
            <p:nvPr/>
          </p:nvSpPr>
          <p:spPr>
            <a:xfrm>
              <a:off x="2708253" y="988607"/>
              <a:ext cx="19034" cy="26609"/>
            </a:xfrm>
            <a:prstGeom prst="rect">
              <a:avLst/>
            </a:prstGeom>
            <a:solidFill>
              <a:srgbClr val="ECABB0"/>
            </a:solidFill>
            <a:ln>
              <a:noFill/>
            </a:ln>
          </p:spPr>
        </p:sp>
        <p:sp>
          <p:nvSpPr>
            <p:cNvPr id="10393" name="Heatmap cell r37 c150"/>
            <p:cNvSpPr/>
            <p:nvPr/>
          </p:nvSpPr>
          <p:spPr>
            <a:xfrm>
              <a:off x="2727192" y="988607"/>
              <a:ext cx="17140" cy="26609"/>
            </a:xfrm>
            <a:prstGeom prst="rect">
              <a:avLst/>
            </a:prstGeom>
            <a:solidFill>
              <a:srgbClr val="F1F5F8"/>
            </a:solidFill>
            <a:ln>
              <a:noFill/>
            </a:ln>
          </p:spPr>
        </p:sp>
        <p:sp>
          <p:nvSpPr>
            <p:cNvPr id="10394" name="Heatmap cell r37 c151"/>
            <p:cNvSpPr/>
            <p:nvPr/>
          </p:nvSpPr>
          <p:spPr>
            <a:xfrm>
              <a:off x="2744237" y="988607"/>
              <a:ext cx="19034" cy="26609"/>
            </a:xfrm>
            <a:prstGeom prst="rect">
              <a:avLst/>
            </a:prstGeom>
            <a:solidFill>
              <a:srgbClr val="DFE7ED"/>
            </a:solidFill>
            <a:ln>
              <a:noFill/>
            </a:ln>
          </p:spPr>
        </p:sp>
        <p:sp>
          <p:nvSpPr>
            <p:cNvPr id="10395" name="Heatmap cell r37 c152"/>
            <p:cNvSpPr/>
            <p:nvPr/>
          </p:nvSpPr>
          <p:spPr>
            <a:xfrm>
              <a:off x="2763176" y="988607"/>
              <a:ext cx="17140" cy="26609"/>
            </a:xfrm>
            <a:prstGeom prst="rect">
              <a:avLst/>
            </a:prstGeom>
            <a:solidFill>
              <a:srgbClr val="EDACB3"/>
            </a:solidFill>
            <a:ln>
              <a:noFill/>
            </a:ln>
          </p:spPr>
        </p:sp>
        <p:sp>
          <p:nvSpPr>
            <p:cNvPr id="10396" name="Heatmap cell r37 c153"/>
            <p:cNvSpPr/>
            <p:nvPr/>
          </p:nvSpPr>
          <p:spPr>
            <a:xfrm>
              <a:off x="2780221" y="988607"/>
              <a:ext cx="19034" cy="26609"/>
            </a:xfrm>
            <a:prstGeom prst="rect">
              <a:avLst/>
            </a:prstGeom>
            <a:solidFill>
              <a:srgbClr val="F0F4F7"/>
            </a:solidFill>
            <a:ln>
              <a:noFill/>
            </a:ln>
          </p:spPr>
        </p:sp>
        <p:sp>
          <p:nvSpPr>
            <p:cNvPr id="10397" name="Heatmap cell r37 c154"/>
            <p:cNvSpPr/>
            <p:nvPr/>
          </p:nvSpPr>
          <p:spPr>
            <a:xfrm>
              <a:off x="2799160" y="988607"/>
              <a:ext cx="17140" cy="26609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10398" name="Heatmap cell r37 c155"/>
            <p:cNvSpPr/>
            <p:nvPr/>
          </p:nvSpPr>
          <p:spPr>
            <a:xfrm>
              <a:off x="2816205" y="988607"/>
              <a:ext cx="19034" cy="26609"/>
            </a:xfrm>
            <a:prstGeom prst="rect">
              <a:avLst/>
            </a:prstGeom>
            <a:solidFill>
              <a:srgbClr val="F8E3E6"/>
            </a:solidFill>
            <a:ln>
              <a:noFill/>
            </a:ln>
          </p:spPr>
        </p:sp>
        <p:sp>
          <p:nvSpPr>
            <p:cNvPr id="10399" name="Heatmap cell r37 c156"/>
            <p:cNvSpPr/>
            <p:nvPr/>
          </p:nvSpPr>
          <p:spPr>
            <a:xfrm>
              <a:off x="2835144" y="988607"/>
              <a:ext cx="19034" cy="26609"/>
            </a:xfrm>
            <a:prstGeom prst="rect">
              <a:avLst/>
            </a:prstGeom>
            <a:solidFill>
              <a:srgbClr val="F1C0C6"/>
            </a:solidFill>
            <a:ln>
              <a:noFill/>
            </a:ln>
          </p:spPr>
        </p:sp>
        <p:sp>
          <p:nvSpPr>
            <p:cNvPr id="10400" name="Heatmap cell r37 c158"/>
            <p:cNvSpPr/>
            <p:nvPr/>
          </p:nvSpPr>
          <p:spPr>
            <a:xfrm>
              <a:off x="2871127" y="988607"/>
              <a:ext cx="19034" cy="26609"/>
            </a:xfrm>
            <a:prstGeom prst="rect">
              <a:avLst/>
            </a:prstGeom>
            <a:solidFill>
              <a:srgbClr val="EDADB4"/>
            </a:solidFill>
            <a:ln>
              <a:noFill/>
            </a:ln>
          </p:spPr>
        </p:sp>
        <p:sp>
          <p:nvSpPr>
            <p:cNvPr id="10401" name="Heatmap cell r37 c159"/>
            <p:cNvSpPr/>
            <p:nvPr/>
          </p:nvSpPr>
          <p:spPr>
            <a:xfrm>
              <a:off x="2890066" y="988607"/>
              <a:ext cx="17140" cy="26609"/>
            </a:xfrm>
            <a:prstGeom prst="rect">
              <a:avLst/>
            </a:prstGeom>
            <a:solidFill>
              <a:srgbClr val="E78E95"/>
            </a:solidFill>
            <a:ln>
              <a:noFill/>
            </a:ln>
          </p:spPr>
        </p:sp>
        <p:sp>
          <p:nvSpPr>
            <p:cNvPr id="10402" name="Heatmap cell r37 c160"/>
            <p:cNvSpPr/>
            <p:nvPr/>
          </p:nvSpPr>
          <p:spPr>
            <a:xfrm>
              <a:off x="2907111" y="988607"/>
              <a:ext cx="19034" cy="26609"/>
            </a:xfrm>
            <a:prstGeom prst="rect">
              <a:avLst/>
            </a:prstGeom>
            <a:solidFill>
              <a:srgbClr val="E3EAF0"/>
            </a:solidFill>
            <a:ln>
              <a:noFill/>
            </a:ln>
          </p:spPr>
        </p:sp>
        <p:sp>
          <p:nvSpPr>
            <p:cNvPr id="10403" name="Heatmap cell r37 c161"/>
            <p:cNvSpPr/>
            <p:nvPr/>
          </p:nvSpPr>
          <p:spPr>
            <a:xfrm>
              <a:off x="2926050" y="988607"/>
              <a:ext cx="17140" cy="26609"/>
            </a:xfrm>
            <a:prstGeom prst="rect">
              <a:avLst/>
            </a:prstGeom>
            <a:solidFill>
              <a:srgbClr val="FBF5F5"/>
            </a:solidFill>
            <a:ln>
              <a:noFill/>
            </a:ln>
          </p:spPr>
        </p:sp>
        <p:sp>
          <p:nvSpPr>
            <p:cNvPr id="10404" name="Heatmap cell r37 c165"/>
            <p:cNvSpPr/>
            <p:nvPr/>
          </p:nvSpPr>
          <p:spPr>
            <a:xfrm>
              <a:off x="2998018" y="988607"/>
              <a:ext cx="17140" cy="26609"/>
            </a:xfrm>
            <a:prstGeom prst="rect">
              <a:avLst/>
            </a:prstGeom>
            <a:solidFill>
              <a:srgbClr val="F1F5F8"/>
            </a:solidFill>
            <a:ln>
              <a:noFill/>
            </a:ln>
          </p:spPr>
        </p:sp>
        <p:sp>
          <p:nvSpPr>
            <p:cNvPr id="10405" name="Heatmap cell r37 c166"/>
            <p:cNvSpPr/>
            <p:nvPr/>
          </p:nvSpPr>
          <p:spPr>
            <a:xfrm>
              <a:off x="3015062" y="988607"/>
              <a:ext cx="19034" cy="26609"/>
            </a:xfrm>
            <a:prstGeom prst="rect">
              <a:avLst/>
            </a:prstGeom>
            <a:solidFill>
              <a:srgbClr val="FCF8F9"/>
            </a:solidFill>
            <a:ln>
              <a:noFill/>
            </a:ln>
          </p:spPr>
        </p:sp>
        <p:sp>
          <p:nvSpPr>
            <p:cNvPr id="10406" name="Heatmap cell r37 c167"/>
            <p:cNvSpPr/>
            <p:nvPr/>
          </p:nvSpPr>
          <p:spPr>
            <a:xfrm>
              <a:off x="3034001" y="988607"/>
              <a:ext cx="17140" cy="26609"/>
            </a:xfrm>
            <a:prstGeom prst="rect">
              <a:avLst/>
            </a:prstGeom>
            <a:solidFill>
              <a:srgbClr val="F5F7F9"/>
            </a:solidFill>
            <a:ln>
              <a:noFill/>
            </a:ln>
          </p:spPr>
        </p:sp>
        <p:sp>
          <p:nvSpPr>
            <p:cNvPr id="10407" name="Heatmap cell r37 c168"/>
            <p:cNvSpPr/>
            <p:nvPr/>
          </p:nvSpPr>
          <p:spPr>
            <a:xfrm>
              <a:off x="3051046" y="988607"/>
              <a:ext cx="19034" cy="26609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</p:sp>
        <p:sp>
          <p:nvSpPr>
            <p:cNvPr id="10408" name="Heatmap cell r37 c169"/>
            <p:cNvSpPr/>
            <p:nvPr/>
          </p:nvSpPr>
          <p:spPr>
            <a:xfrm>
              <a:off x="3069985" y="988607"/>
              <a:ext cx="19034" cy="26609"/>
            </a:xfrm>
            <a:prstGeom prst="rect">
              <a:avLst/>
            </a:prstGeom>
            <a:solidFill>
              <a:srgbClr val="F8DDDF"/>
            </a:solidFill>
            <a:ln>
              <a:noFill/>
            </a:ln>
          </p:spPr>
        </p:sp>
        <p:sp>
          <p:nvSpPr>
            <p:cNvPr id="10409" name="Heatmap cell r37 c170"/>
            <p:cNvSpPr/>
            <p:nvPr/>
          </p:nvSpPr>
          <p:spPr>
            <a:xfrm>
              <a:off x="3088924" y="988607"/>
              <a:ext cx="17140" cy="26609"/>
            </a:xfrm>
            <a:prstGeom prst="rect">
              <a:avLst/>
            </a:prstGeom>
            <a:solidFill>
              <a:srgbClr val="F7D3D6"/>
            </a:solidFill>
            <a:ln>
              <a:noFill/>
            </a:ln>
          </p:spPr>
        </p:sp>
        <p:sp>
          <p:nvSpPr>
            <p:cNvPr id="10410" name="Heatmap cell r37 c171"/>
            <p:cNvSpPr/>
            <p:nvPr/>
          </p:nvSpPr>
          <p:spPr>
            <a:xfrm>
              <a:off x="3105969" y="988607"/>
              <a:ext cx="19034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10411" name="Heatmap cell r37 c172"/>
            <p:cNvSpPr/>
            <p:nvPr/>
          </p:nvSpPr>
          <p:spPr>
            <a:xfrm>
              <a:off x="3124908" y="988607"/>
              <a:ext cx="17140" cy="26609"/>
            </a:xfrm>
            <a:prstGeom prst="rect">
              <a:avLst/>
            </a:prstGeom>
            <a:solidFill>
              <a:srgbClr val="C6D4E1"/>
            </a:solidFill>
            <a:ln>
              <a:noFill/>
            </a:ln>
          </p:spPr>
        </p:sp>
        <p:sp>
          <p:nvSpPr>
            <p:cNvPr id="10412" name="Heatmap cell r37 c173"/>
            <p:cNvSpPr/>
            <p:nvPr/>
          </p:nvSpPr>
          <p:spPr>
            <a:xfrm>
              <a:off x="3141953" y="988607"/>
              <a:ext cx="19034" cy="26609"/>
            </a:xfrm>
            <a:prstGeom prst="rect">
              <a:avLst/>
            </a:prstGeom>
            <a:solidFill>
              <a:srgbClr val="E2EAEF"/>
            </a:solidFill>
            <a:ln>
              <a:noFill/>
            </a:ln>
          </p:spPr>
        </p:sp>
        <p:sp>
          <p:nvSpPr>
            <p:cNvPr id="10413" name="Heatmap cell r37 c174"/>
            <p:cNvSpPr/>
            <p:nvPr/>
          </p:nvSpPr>
          <p:spPr>
            <a:xfrm>
              <a:off x="3160892" y="988607"/>
              <a:ext cx="17140" cy="26609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10414" name="Heatmap cell r37 c175"/>
            <p:cNvSpPr/>
            <p:nvPr/>
          </p:nvSpPr>
          <p:spPr>
            <a:xfrm>
              <a:off x="3177936" y="988607"/>
              <a:ext cx="19034" cy="26609"/>
            </a:xfrm>
            <a:prstGeom prst="rect">
              <a:avLst/>
            </a:prstGeom>
            <a:solidFill>
              <a:srgbClr val="F6D5D9"/>
            </a:solidFill>
            <a:ln>
              <a:noFill/>
            </a:ln>
          </p:spPr>
        </p:sp>
        <p:sp>
          <p:nvSpPr>
            <p:cNvPr id="10415" name="Heatmap cell r37 c177"/>
            <p:cNvSpPr/>
            <p:nvPr/>
          </p:nvSpPr>
          <p:spPr>
            <a:xfrm>
              <a:off x="3213920" y="988607"/>
              <a:ext cx="19034" cy="26609"/>
            </a:xfrm>
            <a:prstGeom prst="rect">
              <a:avLst/>
            </a:prstGeom>
            <a:solidFill>
              <a:srgbClr val="F8DBDD"/>
            </a:solidFill>
            <a:ln>
              <a:noFill/>
            </a:ln>
          </p:spPr>
        </p:sp>
        <p:sp>
          <p:nvSpPr>
            <p:cNvPr id="10416" name="Heatmap cell r37 c178"/>
            <p:cNvSpPr/>
            <p:nvPr/>
          </p:nvSpPr>
          <p:spPr>
            <a:xfrm>
              <a:off x="3232859" y="988607"/>
              <a:ext cx="17140" cy="26609"/>
            </a:xfrm>
            <a:prstGeom prst="rect">
              <a:avLst/>
            </a:prstGeom>
            <a:solidFill>
              <a:srgbClr val="ECF0F6"/>
            </a:solidFill>
            <a:ln>
              <a:noFill/>
            </a:ln>
          </p:spPr>
        </p:sp>
        <p:sp>
          <p:nvSpPr>
            <p:cNvPr id="10417" name="Heatmap cell r37 c179"/>
            <p:cNvSpPr/>
            <p:nvPr/>
          </p:nvSpPr>
          <p:spPr>
            <a:xfrm>
              <a:off x="3249904" y="988607"/>
              <a:ext cx="19034" cy="26609"/>
            </a:xfrm>
            <a:prstGeom prst="rect">
              <a:avLst/>
            </a:prstGeom>
            <a:solidFill>
              <a:srgbClr val="FBF5F5"/>
            </a:solidFill>
            <a:ln>
              <a:noFill/>
            </a:ln>
          </p:spPr>
        </p:sp>
        <p:sp>
          <p:nvSpPr>
            <p:cNvPr id="10418" name="Heatmap cell r37 c180"/>
            <p:cNvSpPr/>
            <p:nvPr/>
          </p:nvSpPr>
          <p:spPr>
            <a:xfrm>
              <a:off x="3268843" y="988607"/>
              <a:ext cx="17140" cy="26609"/>
            </a:xfrm>
            <a:prstGeom prst="rect">
              <a:avLst/>
            </a:prstGeom>
            <a:solidFill>
              <a:srgbClr val="ECACB1"/>
            </a:solidFill>
            <a:ln>
              <a:noFill/>
            </a:ln>
          </p:spPr>
        </p:sp>
        <p:sp>
          <p:nvSpPr>
            <p:cNvPr id="10419" name="Heatmap cell r37 c181"/>
            <p:cNvSpPr/>
            <p:nvPr/>
          </p:nvSpPr>
          <p:spPr>
            <a:xfrm>
              <a:off x="3285888" y="988607"/>
              <a:ext cx="19034" cy="26609"/>
            </a:xfrm>
            <a:prstGeom prst="rect">
              <a:avLst/>
            </a:prstGeom>
            <a:solidFill>
              <a:srgbClr val="DFE7ED"/>
            </a:solidFill>
            <a:ln>
              <a:noFill/>
            </a:ln>
          </p:spPr>
        </p:sp>
        <p:sp>
          <p:nvSpPr>
            <p:cNvPr id="10420" name="Heatmap cell r37 c183"/>
            <p:cNvSpPr/>
            <p:nvPr/>
          </p:nvSpPr>
          <p:spPr>
            <a:xfrm>
              <a:off x="3323765" y="988607"/>
              <a:ext cx="17140" cy="26609"/>
            </a:xfrm>
            <a:prstGeom prst="rect">
              <a:avLst/>
            </a:prstGeom>
            <a:solidFill>
              <a:srgbClr val="EFF3F7"/>
            </a:solidFill>
            <a:ln>
              <a:noFill/>
            </a:ln>
          </p:spPr>
        </p:sp>
        <p:sp>
          <p:nvSpPr>
            <p:cNvPr id="10421" name="Heatmap cell r37 c184"/>
            <p:cNvSpPr/>
            <p:nvPr/>
          </p:nvSpPr>
          <p:spPr>
            <a:xfrm>
              <a:off x="3340810" y="988607"/>
              <a:ext cx="19034" cy="26609"/>
            </a:xfrm>
            <a:prstGeom prst="rect">
              <a:avLst/>
            </a:prstGeom>
            <a:solidFill>
              <a:srgbClr val="F1F5F8"/>
            </a:solidFill>
            <a:ln>
              <a:noFill/>
            </a:ln>
          </p:spPr>
        </p:sp>
        <p:sp>
          <p:nvSpPr>
            <p:cNvPr id="10422" name="Heatmap cell r37 c185"/>
            <p:cNvSpPr/>
            <p:nvPr/>
          </p:nvSpPr>
          <p:spPr>
            <a:xfrm>
              <a:off x="3359749" y="988607"/>
              <a:ext cx="17140" cy="26609"/>
            </a:xfrm>
            <a:prstGeom prst="rect">
              <a:avLst/>
            </a:prstGeom>
            <a:solidFill>
              <a:srgbClr val="C9D6E2"/>
            </a:solidFill>
            <a:ln>
              <a:noFill/>
            </a:ln>
          </p:spPr>
        </p:sp>
        <p:sp>
          <p:nvSpPr>
            <p:cNvPr id="10423" name="Heatmap cell r37 c186"/>
            <p:cNvSpPr/>
            <p:nvPr/>
          </p:nvSpPr>
          <p:spPr>
            <a:xfrm>
              <a:off x="3376794" y="988607"/>
              <a:ext cx="19034" cy="26609"/>
            </a:xfrm>
            <a:prstGeom prst="rect">
              <a:avLst/>
            </a:prstGeom>
            <a:solidFill>
              <a:srgbClr val="F1C3C8"/>
            </a:solidFill>
            <a:ln>
              <a:noFill/>
            </a:ln>
          </p:spPr>
        </p:sp>
        <p:sp>
          <p:nvSpPr>
            <p:cNvPr id="10424" name="Heatmap cell r37 c187"/>
            <p:cNvSpPr/>
            <p:nvPr/>
          </p:nvSpPr>
          <p:spPr>
            <a:xfrm>
              <a:off x="3395733" y="988607"/>
              <a:ext cx="17140" cy="26609"/>
            </a:xfrm>
            <a:prstGeom prst="rect">
              <a:avLst/>
            </a:prstGeom>
            <a:solidFill>
              <a:srgbClr val="F8E9EA"/>
            </a:solidFill>
            <a:ln>
              <a:noFill/>
            </a:ln>
          </p:spPr>
        </p:sp>
        <p:sp>
          <p:nvSpPr>
            <p:cNvPr id="10425" name="Heatmap cell r37 c188"/>
            <p:cNvSpPr/>
            <p:nvPr/>
          </p:nvSpPr>
          <p:spPr>
            <a:xfrm>
              <a:off x="3412778" y="988607"/>
              <a:ext cx="19034" cy="26609"/>
            </a:xfrm>
            <a:prstGeom prst="rect">
              <a:avLst/>
            </a:prstGeom>
            <a:solidFill>
              <a:srgbClr val="F3C5C8"/>
            </a:solidFill>
            <a:ln>
              <a:noFill/>
            </a:ln>
          </p:spPr>
        </p:sp>
        <p:sp>
          <p:nvSpPr>
            <p:cNvPr id="10426" name="Heatmap cell r37 c189"/>
            <p:cNvSpPr/>
            <p:nvPr/>
          </p:nvSpPr>
          <p:spPr>
            <a:xfrm>
              <a:off x="3431717" y="988607"/>
              <a:ext cx="17140" cy="26609"/>
            </a:xfrm>
            <a:prstGeom prst="rect">
              <a:avLst/>
            </a:prstGeom>
            <a:solidFill>
              <a:srgbClr val="ACC0D3"/>
            </a:solidFill>
            <a:ln>
              <a:noFill/>
            </a:ln>
          </p:spPr>
        </p:sp>
        <p:sp>
          <p:nvSpPr>
            <p:cNvPr id="10427" name="Heatmap cell r37 c190"/>
            <p:cNvSpPr/>
            <p:nvPr/>
          </p:nvSpPr>
          <p:spPr>
            <a:xfrm>
              <a:off x="3448762" y="988607"/>
              <a:ext cx="19034" cy="26609"/>
            </a:xfrm>
            <a:prstGeom prst="rect">
              <a:avLst/>
            </a:prstGeom>
            <a:solidFill>
              <a:srgbClr val="EB9EA4"/>
            </a:solidFill>
            <a:ln>
              <a:noFill/>
            </a:ln>
          </p:spPr>
        </p:sp>
        <p:sp>
          <p:nvSpPr>
            <p:cNvPr id="10428" name="Heatmap cell r37 c191"/>
            <p:cNvSpPr/>
            <p:nvPr/>
          </p:nvSpPr>
          <p:spPr>
            <a:xfrm>
              <a:off x="3467701" y="988607"/>
              <a:ext cx="17140" cy="26609"/>
            </a:xfrm>
            <a:prstGeom prst="rect">
              <a:avLst/>
            </a:prstGeom>
            <a:solidFill>
              <a:srgbClr val="F3C5C8"/>
            </a:solidFill>
            <a:ln>
              <a:noFill/>
            </a:ln>
          </p:spPr>
        </p:sp>
        <p:sp>
          <p:nvSpPr>
            <p:cNvPr id="10429" name="Heatmap cell r37 c192"/>
            <p:cNvSpPr/>
            <p:nvPr/>
          </p:nvSpPr>
          <p:spPr>
            <a:xfrm>
              <a:off x="3484746" y="988607"/>
              <a:ext cx="19034" cy="26609"/>
            </a:xfrm>
            <a:prstGeom prst="rect">
              <a:avLst/>
            </a:prstGeom>
            <a:solidFill>
              <a:srgbClr val="F7DCDF"/>
            </a:solidFill>
            <a:ln>
              <a:noFill/>
            </a:ln>
          </p:spPr>
        </p:sp>
        <p:sp>
          <p:nvSpPr>
            <p:cNvPr id="10430" name="Heatmap cell r37 c193"/>
            <p:cNvSpPr/>
            <p:nvPr/>
          </p:nvSpPr>
          <p:spPr>
            <a:xfrm>
              <a:off x="3503684" y="988607"/>
              <a:ext cx="17140" cy="26609"/>
            </a:xfrm>
            <a:prstGeom prst="rect">
              <a:avLst/>
            </a:prstGeom>
            <a:solidFill>
              <a:srgbClr val="E9979F"/>
            </a:solidFill>
            <a:ln>
              <a:noFill/>
            </a:ln>
          </p:spPr>
        </p:sp>
        <p:sp>
          <p:nvSpPr>
            <p:cNvPr id="10431" name="Heatmap cell r37 c194"/>
            <p:cNvSpPr/>
            <p:nvPr/>
          </p:nvSpPr>
          <p:spPr>
            <a:xfrm>
              <a:off x="3520729" y="988607"/>
              <a:ext cx="19034" cy="26609"/>
            </a:xfrm>
            <a:prstGeom prst="rect">
              <a:avLst/>
            </a:prstGeom>
            <a:solidFill>
              <a:srgbClr val="F4CDD0"/>
            </a:solidFill>
            <a:ln>
              <a:noFill/>
            </a:ln>
          </p:spPr>
        </p:sp>
        <p:sp>
          <p:nvSpPr>
            <p:cNvPr id="10432" name="Heatmap cell r37 c195"/>
            <p:cNvSpPr/>
            <p:nvPr/>
          </p:nvSpPr>
          <p:spPr>
            <a:xfrm>
              <a:off x="3539668" y="988607"/>
              <a:ext cx="19034" cy="26609"/>
            </a:xfrm>
            <a:prstGeom prst="rect">
              <a:avLst/>
            </a:prstGeom>
            <a:solidFill>
              <a:srgbClr val="F1C0C6"/>
            </a:solidFill>
            <a:ln>
              <a:noFill/>
            </a:ln>
          </p:spPr>
        </p:sp>
        <p:sp>
          <p:nvSpPr>
            <p:cNvPr id="10433" name="Heatmap cell r37 c197"/>
            <p:cNvSpPr/>
            <p:nvPr/>
          </p:nvSpPr>
          <p:spPr>
            <a:xfrm>
              <a:off x="3575652" y="988607"/>
              <a:ext cx="19034" cy="26609"/>
            </a:xfrm>
            <a:prstGeom prst="rect">
              <a:avLst/>
            </a:prstGeom>
            <a:solidFill>
              <a:srgbClr val="E9EDF3"/>
            </a:solidFill>
            <a:ln>
              <a:noFill/>
            </a:ln>
          </p:spPr>
        </p:sp>
        <p:sp>
          <p:nvSpPr>
            <p:cNvPr id="10434" name="Heatmap cell r37 c198"/>
            <p:cNvSpPr/>
            <p:nvPr/>
          </p:nvSpPr>
          <p:spPr>
            <a:xfrm>
              <a:off x="3594591" y="988607"/>
              <a:ext cx="17140" cy="26609"/>
            </a:xfrm>
            <a:prstGeom prst="rect">
              <a:avLst/>
            </a:prstGeom>
            <a:solidFill>
              <a:srgbClr val="D5DFEA"/>
            </a:solidFill>
            <a:ln>
              <a:noFill/>
            </a:ln>
          </p:spPr>
        </p:sp>
        <p:sp>
          <p:nvSpPr>
            <p:cNvPr id="10435" name="Heatmap cell r37 c199"/>
            <p:cNvSpPr/>
            <p:nvPr/>
          </p:nvSpPr>
          <p:spPr>
            <a:xfrm>
              <a:off x="3611636" y="988607"/>
              <a:ext cx="19034" cy="26609"/>
            </a:xfrm>
            <a:prstGeom prst="rect">
              <a:avLst/>
            </a:prstGeom>
            <a:solidFill>
              <a:srgbClr val="F6D5D9"/>
            </a:solidFill>
            <a:ln>
              <a:noFill/>
            </a:ln>
          </p:spPr>
        </p:sp>
        <p:sp>
          <p:nvSpPr>
            <p:cNvPr id="10436" name="Heatmap cell r37 c200"/>
            <p:cNvSpPr/>
            <p:nvPr/>
          </p:nvSpPr>
          <p:spPr>
            <a:xfrm>
              <a:off x="3630575" y="988607"/>
              <a:ext cx="17140" cy="26609"/>
            </a:xfrm>
            <a:prstGeom prst="rect">
              <a:avLst/>
            </a:prstGeom>
            <a:solidFill>
              <a:srgbClr val="EA9AA1"/>
            </a:solidFill>
            <a:ln>
              <a:noFill/>
            </a:ln>
          </p:spPr>
        </p:sp>
        <p:sp>
          <p:nvSpPr>
            <p:cNvPr id="10437" name="Heatmap cell r37 c201"/>
            <p:cNvSpPr/>
            <p:nvPr/>
          </p:nvSpPr>
          <p:spPr>
            <a:xfrm>
              <a:off x="3647620" y="988607"/>
              <a:ext cx="19034" cy="26609"/>
            </a:xfrm>
            <a:prstGeom prst="rect">
              <a:avLst/>
            </a:prstGeom>
            <a:solidFill>
              <a:srgbClr val="F5D1D4"/>
            </a:solidFill>
            <a:ln>
              <a:noFill/>
            </a:ln>
          </p:spPr>
        </p:sp>
        <p:sp>
          <p:nvSpPr>
            <p:cNvPr id="10438" name="Heatmap cell r37 c202"/>
            <p:cNvSpPr/>
            <p:nvPr/>
          </p:nvSpPr>
          <p:spPr>
            <a:xfrm>
              <a:off x="3666558" y="988607"/>
              <a:ext cx="17140" cy="26609"/>
            </a:xfrm>
            <a:prstGeom prst="rect">
              <a:avLst/>
            </a:prstGeom>
            <a:solidFill>
              <a:srgbClr val="F7E2E4"/>
            </a:solidFill>
            <a:ln>
              <a:noFill/>
            </a:ln>
          </p:spPr>
        </p:sp>
        <p:sp>
          <p:nvSpPr>
            <p:cNvPr id="10439" name="Heatmap cell r37 c204"/>
            <p:cNvSpPr/>
            <p:nvPr/>
          </p:nvSpPr>
          <p:spPr>
            <a:xfrm>
              <a:off x="3702542" y="988607"/>
              <a:ext cx="17140" cy="26609"/>
            </a:xfrm>
            <a:prstGeom prst="rect">
              <a:avLst/>
            </a:prstGeom>
            <a:solidFill>
              <a:srgbClr val="F5CED2"/>
            </a:solidFill>
            <a:ln>
              <a:noFill/>
            </a:ln>
          </p:spPr>
        </p:sp>
        <p:sp>
          <p:nvSpPr>
            <p:cNvPr id="10440" name="Heatmap cell r37 c205"/>
            <p:cNvSpPr/>
            <p:nvPr/>
          </p:nvSpPr>
          <p:spPr>
            <a:xfrm>
              <a:off x="3719587" y="988607"/>
              <a:ext cx="19034" cy="26609"/>
            </a:xfrm>
            <a:prstGeom prst="rect">
              <a:avLst/>
            </a:prstGeom>
            <a:solidFill>
              <a:srgbClr val="FCF6F6"/>
            </a:solidFill>
            <a:ln>
              <a:noFill/>
            </a:ln>
          </p:spPr>
        </p:sp>
        <p:sp>
          <p:nvSpPr>
            <p:cNvPr id="10441" name="Heatmap cell r37 c206"/>
            <p:cNvSpPr/>
            <p:nvPr/>
          </p:nvSpPr>
          <p:spPr>
            <a:xfrm>
              <a:off x="3738526" y="988607"/>
              <a:ext cx="17140" cy="26609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10442" name="Heatmap cell r37 c207"/>
            <p:cNvSpPr/>
            <p:nvPr/>
          </p:nvSpPr>
          <p:spPr>
            <a:xfrm>
              <a:off x="3755571" y="988607"/>
              <a:ext cx="19034" cy="26609"/>
            </a:xfrm>
            <a:prstGeom prst="rect">
              <a:avLst/>
            </a:prstGeom>
            <a:solidFill>
              <a:srgbClr val="E78E95"/>
            </a:solidFill>
            <a:ln>
              <a:noFill/>
            </a:ln>
          </p:spPr>
        </p:sp>
        <p:sp>
          <p:nvSpPr>
            <p:cNvPr id="10443" name="Heatmap cell r37 c208"/>
            <p:cNvSpPr/>
            <p:nvPr/>
          </p:nvSpPr>
          <p:spPr>
            <a:xfrm>
              <a:off x="3774510" y="988607"/>
              <a:ext cx="19034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10444" name="Heatmap cell r37 c209"/>
            <p:cNvSpPr/>
            <p:nvPr/>
          </p:nvSpPr>
          <p:spPr>
            <a:xfrm>
              <a:off x="3793449" y="988607"/>
              <a:ext cx="17140" cy="26609"/>
            </a:xfrm>
            <a:prstGeom prst="rect">
              <a:avLst/>
            </a:prstGeom>
            <a:solidFill>
              <a:srgbClr val="B8C8DA"/>
            </a:solidFill>
            <a:ln>
              <a:noFill/>
            </a:ln>
          </p:spPr>
        </p:sp>
        <p:sp>
          <p:nvSpPr>
            <p:cNvPr id="10445" name="Heatmap cell r37 c210"/>
            <p:cNvSpPr/>
            <p:nvPr/>
          </p:nvSpPr>
          <p:spPr>
            <a:xfrm>
              <a:off x="3810494" y="988607"/>
              <a:ext cx="19034" cy="26609"/>
            </a:xfrm>
            <a:prstGeom prst="rect">
              <a:avLst/>
            </a:prstGeom>
            <a:solidFill>
              <a:srgbClr val="E1E9EF"/>
            </a:solidFill>
            <a:ln>
              <a:noFill/>
            </a:ln>
          </p:spPr>
        </p:sp>
        <p:sp>
          <p:nvSpPr>
            <p:cNvPr id="10446" name="Heatmap cell r37 c211"/>
            <p:cNvSpPr/>
            <p:nvPr/>
          </p:nvSpPr>
          <p:spPr>
            <a:xfrm>
              <a:off x="3829432" y="988607"/>
              <a:ext cx="17140" cy="26609"/>
            </a:xfrm>
            <a:prstGeom prst="rect">
              <a:avLst/>
            </a:prstGeom>
            <a:solidFill>
              <a:srgbClr val="88A6C1"/>
            </a:solidFill>
            <a:ln>
              <a:noFill/>
            </a:ln>
          </p:spPr>
        </p:sp>
        <p:sp>
          <p:nvSpPr>
            <p:cNvPr id="10447" name="Heatmap cell r37 c212"/>
            <p:cNvSpPr/>
            <p:nvPr/>
          </p:nvSpPr>
          <p:spPr>
            <a:xfrm>
              <a:off x="3846477" y="988607"/>
              <a:ext cx="19034" cy="26609"/>
            </a:xfrm>
            <a:prstGeom prst="rect">
              <a:avLst/>
            </a:prstGeom>
            <a:solidFill>
              <a:srgbClr val="EA9CA1"/>
            </a:solidFill>
            <a:ln>
              <a:noFill/>
            </a:ln>
          </p:spPr>
        </p:sp>
        <p:sp>
          <p:nvSpPr>
            <p:cNvPr id="10448" name="Heatmap cell r37 c213"/>
            <p:cNvSpPr/>
            <p:nvPr/>
          </p:nvSpPr>
          <p:spPr>
            <a:xfrm>
              <a:off x="3865416" y="988607"/>
              <a:ext cx="17140" cy="26609"/>
            </a:xfrm>
            <a:prstGeom prst="rect">
              <a:avLst/>
            </a:prstGeom>
            <a:solidFill>
              <a:srgbClr val="F8F8FA"/>
            </a:solidFill>
            <a:ln>
              <a:noFill/>
            </a:ln>
          </p:spPr>
        </p:sp>
        <p:sp>
          <p:nvSpPr>
            <p:cNvPr id="10449" name="Heatmap cell r37 c214"/>
            <p:cNvSpPr/>
            <p:nvPr/>
          </p:nvSpPr>
          <p:spPr>
            <a:xfrm>
              <a:off x="3882461" y="988607"/>
              <a:ext cx="19034" cy="26609"/>
            </a:xfrm>
            <a:prstGeom prst="rect">
              <a:avLst/>
            </a:prstGeom>
            <a:solidFill>
              <a:srgbClr val="B6C7D9"/>
            </a:solidFill>
            <a:ln>
              <a:noFill/>
            </a:ln>
          </p:spPr>
        </p:sp>
        <p:sp>
          <p:nvSpPr>
            <p:cNvPr id="10450" name="Heatmap cell r37 c215"/>
            <p:cNvSpPr/>
            <p:nvPr/>
          </p:nvSpPr>
          <p:spPr>
            <a:xfrm>
              <a:off x="3901400" y="988607"/>
              <a:ext cx="17140" cy="26609"/>
            </a:xfrm>
            <a:prstGeom prst="rect">
              <a:avLst/>
            </a:prstGeom>
            <a:solidFill>
              <a:srgbClr val="E7929A"/>
            </a:solidFill>
            <a:ln>
              <a:noFill/>
            </a:ln>
          </p:spPr>
        </p:sp>
        <p:sp>
          <p:nvSpPr>
            <p:cNvPr id="10451" name="Heatmap cell r37 c216"/>
            <p:cNvSpPr/>
            <p:nvPr/>
          </p:nvSpPr>
          <p:spPr>
            <a:xfrm>
              <a:off x="3918445" y="988607"/>
              <a:ext cx="19034" cy="26609"/>
            </a:xfrm>
            <a:prstGeom prst="rect">
              <a:avLst/>
            </a:prstGeom>
            <a:solidFill>
              <a:srgbClr val="96AFC7"/>
            </a:solidFill>
            <a:ln>
              <a:noFill/>
            </a:ln>
          </p:spPr>
        </p:sp>
        <p:sp>
          <p:nvSpPr>
            <p:cNvPr id="10452" name="Heatmap cell r37 c217"/>
            <p:cNvSpPr/>
            <p:nvPr/>
          </p:nvSpPr>
          <p:spPr>
            <a:xfrm>
              <a:off x="3937384" y="988607"/>
              <a:ext cx="17140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10453" name="Heatmap cell r37 c218"/>
            <p:cNvSpPr/>
            <p:nvPr/>
          </p:nvSpPr>
          <p:spPr>
            <a:xfrm>
              <a:off x="3954429" y="988607"/>
              <a:ext cx="19034" cy="26609"/>
            </a:xfrm>
            <a:prstGeom prst="rect">
              <a:avLst/>
            </a:prstGeom>
            <a:solidFill>
              <a:srgbClr val="F6D6DA"/>
            </a:solidFill>
            <a:ln>
              <a:noFill/>
            </a:ln>
          </p:spPr>
        </p:sp>
        <p:sp>
          <p:nvSpPr>
            <p:cNvPr id="10454" name="Heatmap cell r37 c219"/>
            <p:cNvSpPr/>
            <p:nvPr/>
          </p:nvSpPr>
          <p:spPr>
            <a:xfrm>
              <a:off x="3973368" y="988607"/>
              <a:ext cx="17140" cy="26609"/>
            </a:xfrm>
            <a:prstGeom prst="rect">
              <a:avLst/>
            </a:prstGeom>
            <a:solidFill>
              <a:srgbClr val="DF6C75"/>
            </a:solidFill>
            <a:ln>
              <a:noFill/>
            </a:ln>
          </p:spPr>
        </p:sp>
        <p:sp>
          <p:nvSpPr>
            <p:cNvPr id="10455" name="Heatmap cell r37 c220"/>
            <p:cNvSpPr/>
            <p:nvPr/>
          </p:nvSpPr>
          <p:spPr>
            <a:xfrm>
              <a:off x="3990412" y="988607"/>
              <a:ext cx="19034" cy="26609"/>
            </a:xfrm>
            <a:prstGeom prst="rect">
              <a:avLst/>
            </a:prstGeom>
            <a:solidFill>
              <a:srgbClr val="E68791"/>
            </a:solidFill>
            <a:ln>
              <a:noFill/>
            </a:ln>
          </p:spPr>
        </p:sp>
        <p:sp>
          <p:nvSpPr>
            <p:cNvPr id="10456" name="Heatmap cell r37 c221"/>
            <p:cNvSpPr/>
            <p:nvPr/>
          </p:nvSpPr>
          <p:spPr>
            <a:xfrm>
              <a:off x="4009351" y="988607"/>
              <a:ext cx="19034" cy="26609"/>
            </a:xfrm>
            <a:prstGeom prst="rect">
              <a:avLst/>
            </a:prstGeom>
            <a:solidFill>
              <a:srgbClr val="F6D6DA"/>
            </a:solidFill>
            <a:ln>
              <a:noFill/>
            </a:ln>
          </p:spPr>
        </p:sp>
        <p:sp>
          <p:nvSpPr>
            <p:cNvPr id="10457" name="Heatmap cell r37 c222"/>
            <p:cNvSpPr/>
            <p:nvPr/>
          </p:nvSpPr>
          <p:spPr>
            <a:xfrm>
              <a:off x="4028290" y="988607"/>
              <a:ext cx="17140" cy="26609"/>
            </a:xfrm>
            <a:prstGeom prst="rect">
              <a:avLst/>
            </a:prstGeom>
            <a:solidFill>
              <a:srgbClr val="EA9AA1"/>
            </a:solidFill>
            <a:ln>
              <a:noFill/>
            </a:ln>
          </p:spPr>
        </p:sp>
        <p:sp>
          <p:nvSpPr>
            <p:cNvPr id="10458" name="Heatmap cell r37 c223"/>
            <p:cNvSpPr/>
            <p:nvPr/>
          </p:nvSpPr>
          <p:spPr>
            <a:xfrm>
              <a:off x="4045335" y="988607"/>
              <a:ext cx="19034" cy="26609"/>
            </a:xfrm>
            <a:prstGeom prst="rect">
              <a:avLst/>
            </a:prstGeom>
            <a:solidFill>
              <a:srgbClr val="ECA0A8"/>
            </a:solidFill>
            <a:ln>
              <a:noFill/>
            </a:ln>
          </p:spPr>
        </p:sp>
        <p:sp>
          <p:nvSpPr>
            <p:cNvPr id="10459" name="Heatmap cell r38 c1"/>
            <p:cNvSpPr/>
            <p:nvPr/>
          </p:nvSpPr>
          <p:spPr>
            <a:xfrm>
              <a:off x="13257" y="1015122"/>
              <a:ext cx="45548" cy="26609"/>
            </a:xfrm>
            <a:prstGeom prst="rect">
              <a:avLst/>
            </a:prstGeom>
            <a:solidFill>
              <a:srgbClr val="F76666"/>
            </a:solidFill>
            <a:ln>
              <a:noFill/>
            </a:ln>
          </p:spPr>
        </p:sp>
        <p:sp>
          <p:nvSpPr>
            <p:cNvPr id="10460" name="Heatmap cell r38 c3"/>
            <p:cNvSpPr/>
            <p:nvPr/>
          </p:nvSpPr>
          <p:spPr>
            <a:xfrm>
              <a:off x="71968" y="1015122"/>
              <a:ext cx="17140" cy="26609"/>
            </a:xfrm>
            <a:prstGeom prst="rect">
              <a:avLst/>
            </a:prstGeom>
            <a:solidFill>
              <a:srgbClr val="B3C5D6"/>
            </a:solidFill>
            <a:ln>
              <a:noFill/>
            </a:ln>
          </p:spPr>
        </p:sp>
        <p:sp>
          <p:nvSpPr>
            <p:cNvPr id="10461" name="Heatmap cell r38 c4"/>
            <p:cNvSpPr/>
            <p:nvPr/>
          </p:nvSpPr>
          <p:spPr>
            <a:xfrm>
              <a:off x="89013" y="1015122"/>
              <a:ext cx="19034" cy="26609"/>
            </a:xfrm>
            <a:prstGeom prst="rect">
              <a:avLst/>
            </a:prstGeom>
            <a:solidFill>
              <a:srgbClr val="E9959E"/>
            </a:solidFill>
            <a:ln>
              <a:noFill/>
            </a:ln>
          </p:spPr>
        </p:sp>
        <p:sp>
          <p:nvSpPr>
            <p:cNvPr id="10462" name="Heatmap cell r38 c5"/>
            <p:cNvSpPr/>
            <p:nvPr/>
          </p:nvSpPr>
          <p:spPr>
            <a:xfrm>
              <a:off x="107951" y="1015122"/>
              <a:ext cx="17140" cy="26609"/>
            </a:xfrm>
            <a:prstGeom prst="rect">
              <a:avLst/>
            </a:prstGeom>
            <a:solidFill>
              <a:srgbClr val="799AB8"/>
            </a:solidFill>
            <a:ln>
              <a:noFill/>
            </a:ln>
          </p:spPr>
        </p:sp>
        <p:sp>
          <p:nvSpPr>
            <p:cNvPr id="10463" name="Heatmap cell r38 c6"/>
            <p:cNvSpPr/>
            <p:nvPr/>
          </p:nvSpPr>
          <p:spPr>
            <a:xfrm>
              <a:off x="124996" y="1015122"/>
              <a:ext cx="19034" cy="26609"/>
            </a:xfrm>
            <a:prstGeom prst="rect">
              <a:avLst/>
            </a:prstGeom>
            <a:solidFill>
              <a:srgbClr val="A8BCD1"/>
            </a:solidFill>
            <a:ln>
              <a:noFill/>
            </a:ln>
          </p:spPr>
        </p:sp>
        <p:sp>
          <p:nvSpPr>
            <p:cNvPr id="10464" name="Heatmap cell r38 c7"/>
            <p:cNvSpPr/>
            <p:nvPr/>
          </p:nvSpPr>
          <p:spPr>
            <a:xfrm>
              <a:off x="143935" y="1015122"/>
              <a:ext cx="17140" cy="26609"/>
            </a:xfrm>
            <a:prstGeom prst="rect">
              <a:avLst/>
            </a:prstGeom>
            <a:solidFill>
              <a:srgbClr val="F7DADC"/>
            </a:solidFill>
            <a:ln>
              <a:noFill/>
            </a:ln>
          </p:spPr>
        </p:sp>
        <p:sp>
          <p:nvSpPr>
            <p:cNvPr id="10465" name="Heatmap cell r38 c8"/>
            <p:cNvSpPr/>
            <p:nvPr/>
          </p:nvSpPr>
          <p:spPr>
            <a:xfrm>
              <a:off x="160980" y="1015122"/>
              <a:ext cx="19034" cy="26609"/>
            </a:xfrm>
            <a:prstGeom prst="rect">
              <a:avLst/>
            </a:prstGeom>
            <a:solidFill>
              <a:srgbClr val="E9EEF4"/>
            </a:solidFill>
            <a:ln>
              <a:noFill/>
            </a:ln>
          </p:spPr>
        </p:sp>
        <p:sp>
          <p:nvSpPr>
            <p:cNvPr id="10466" name="Heatmap cell r38 c9"/>
            <p:cNvSpPr/>
            <p:nvPr/>
          </p:nvSpPr>
          <p:spPr>
            <a:xfrm>
              <a:off x="179919" y="1015122"/>
              <a:ext cx="19034" cy="26609"/>
            </a:xfrm>
            <a:prstGeom prst="rect">
              <a:avLst/>
            </a:prstGeom>
            <a:solidFill>
              <a:srgbClr val="F4CDD0"/>
            </a:solidFill>
            <a:ln>
              <a:noFill/>
            </a:ln>
          </p:spPr>
        </p:sp>
        <p:sp>
          <p:nvSpPr>
            <p:cNvPr id="10467" name="Heatmap cell r38 c10"/>
            <p:cNvSpPr/>
            <p:nvPr/>
          </p:nvSpPr>
          <p:spPr>
            <a:xfrm>
              <a:off x="198858" y="1015122"/>
              <a:ext cx="17140" cy="26609"/>
            </a:xfrm>
            <a:prstGeom prst="rect">
              <a:avLst/>
            </a:prstGeom>
            <a:solidFill>
              <a:srgbClr val="F5D0D3"/>
            </a:solidFill>
            <a:ln>
              <a:noFill/>
            </a:ln>
          </p:spPr>
        </p:sp>
        <p:sp>
          <p:nvSpPr>
            <p:cNvPr id="10468" name="Heatmap cell r38 c11"/>
            <p:cNvSpPr/>
            <p:nvPr/>
          </p:nvSpPr>
          <p:spPr>
            <a:xfrm>
              <a:off x="215903" y="1015122"/>
              <a:ext cx="19034" cy="26609"/>
            </a:xfrm>
            <a:prstGeom prst="rect">
              <a:avLst/>
            </a:prstGeom>
            <a:solidFill>
              <a:srgbClr val="C5D2DF"/>
            </a:solidFill>
            <a:ln>
              <a:noFill/>
            </a:ln>
          </p:spPr>
        </p:sp>
        <p:sp>
          <p:nvSpPr>
            <p:cNvPr id="10469" name="Heatmap cell r38 c12"/>
            <p:cNvSpPr/>
            <p:nvPr/>
          </p:nvSpPr>
          <p:spPr>
            <a:xfrm>
              <a:off x="234842" y="1015122"/>
              <a:ext cx="17140" cy="26609"/>
            </a:xfrm>
            <a:prstGeom prst="rect">
              <a:avLst/>
            </a:prstGeom>
            <a:solidFill>
              <a:srgbClr val="EDB0B6"/>
            </a:solidFill>
            <a:ln>
              <a:noFill/>
            </a:ln>
          </p:spPr>
        </p:sp>
        <p:sp>
          <p:nvSpPr>
            <p:cNvPr id="10470" name="Heatmap cell r38 c13"/>
            <p:cNvSpPr/>
            <p:nvPr/>
          </p:nvSpPr>
          <p:spPr>
            <a:xfrm>
              <a:off x="251887" y="1015122"/>
              <a:ext cx="19034" cy="26609"/>
            </a:xfrm>
            <a:prstGeom prst="rect">
              <a:avLst/>
            </a:prstGeom>
            <a:solidFill>
              <a:srgbClr val="F1F5F8"/>
            </a:solidFill>
            <a:ln>
              <a:noFill/>
            </a:ln>
          </p:spPr>
        </p:sp>
        <p:sp>
          <p:nvSpPr>
            <p:cNvPr id="10471" name="Heatmap cell r38 c14"/>
            <p:cNvSpPr/>
            <p:nvPr/>
          </p:nvSpPr>
          <p:spPr>
            <a:xfrm>
              <a:off x="270825" y="1015122"/>
              <a:ext cx="17140" cy="26609"/>
            </a:xfrm>
            <a:prstGeom prst="rect">
              <a:avLst/>
            </a:prstGeom>
            <a:solidFill>
              <a:srgbClr val="ACC0D3"/>
            </a:solidFill>
            <a:ln>
              <a:noFill/>
            </a:ln>
          </p:spPr>
        </p:sp>
        <p:sp>
          <p:nvSpPr>
            <p:cNvPr id="10472" name="Heatmap cell r38 c15"/>
            <p:cNvSpPr/>
            <p:nvPr/>
          </p:nvSpPr>
          <p:spPr>
            <a:xfrm>
              <a:off x="287870" y="1015122"/>
              <a:ext cx="19034" cy="26609"/>
            </a:xfrm>
            <a:prstGeom prst="rect">
              <a:avLst/>
            </a:prstGeom>
            <a:solidFill>
              <a:srgbClr val="F4CED1"/>
            </a:solidFill>
            <a:ln>
              <a:noFill/>
            </a:ln>
          </p:spPr>
        </p:sp>
        <p:sp>
          <p:nvSpPr>
            <p:cNvPr id="10473" name="Heatmap cell r38 c16"/>
            <p:cNvSpPr/>
            <p:nvPr/>
          </p:nvSpPr>
          <p:spPr>
            <a:xfrm>
              <a:off x="306809" y="1015122"/>
              <a:ext cx="17140" cy="26609"/>
            </a:xfrm>
            <a:prstGeom prst="rect">
              <a:avLst/>
            </a:prstGeom>
            <a:solidFill>
              <a:srgbClr val="DFE6ED"/>
            </a:solidFill>
            <a:ln>
              <a:noFill/>
            </a:ln>
          </p:spPr>
        </p:sp>
        <p:sp>
          <p:nvSpPr>
            <p:cNvPr id="10474" name="Heatmap cell r38 c17"/>
            <p:cNvSpPr/>
            <p:nvPr/>
          </p:nvSpPr>
          <p:spPr>
            <a:xfrm>
              <a:off x="323854" y="1015122"/>
              <a:ext cx="19034" cy="26609"/>
            </a:xfrm>
            <a:prstGeom prst="rect">
              <a:avLst/>
            </a:prstGeom>
            <a:solidFill>
              <a:srgbClr val="3C6C9A"/>
            </a:solidFill>
            <a:ln>
              <a:noFill/>
            </a:ln>
          </p:spPr>
        </p:sp>
        <p:sp>
          <p:nvSpPr>
            <p:cNvPr id="10475" name="Heatmap cell r38 c18"/>
            <p:cNvSpPr/>
            <p:nvPr/>
          </p:nvSpPr>
          <p:spPr>
            <a:xfrm>
              <a:off x="342793" y="1015122"/>
              <a:ext cx="17140" cy="26609"/>
            </a:xfrm>
            <a:prstGeom prst="rect">
              <a:avLst/>
            </a:prstGeom>
            <a:solidFill>
              <a:srgbClr val="84A1BE"/>
            </a:solidFill>
            <a:ln>
              <a:noFill/>
            </a:ln>
          </p:spPr>
        </p:sp>
        <p:sp>
          <p:nvSpPr>
            <p:cNvPr id="10476" name="Heatmap cell r38 c19"/>
            <p:cNvSpPr/>
            <p:nvPr/>
          </p:nvSpPr>
          <p:spPr>
            <a:xfrm>
              <a:off x="359838" y="1015122"/>
              <a:ext cx="19034" cy="26609"/>
            </a:xfrm>
            <a:prstGeom prst="rect">
              <a:avLst/>
            </a:prstGeom>
            <a:solidFill>
              <a:srgbClr val="97B0C8"/>
            </a:solidFill>
            <a:ln>
              <a:noFill/>
            </a:ln>
          </p:spPr>
        </p:sp>
        <p:sp>
          <p:nvSpPr>
            <p:cNvPr id="10477" name="Heatmap cell r38 c20"/>
            <p:cNvSpPr/>
            <p:nvPr/>
          </p:nvSpPr>
          <p:spPr>
            <a:xfrm>
              <a:off x="378777" y="1015122"/>
              <a:ext cx="17140" cy="26609"/>
            </a:xfrm>
            <a:prstGeom prst="rect">
              <a:avLst/>
            </a:prstGeom>
            <a:solidFill>
              <a:srgbClr val="F0BCC3"/>
            </a:solidFill>
            <a:ln>
              <a:noFill/>
            </a:ln>
          </p:spPr>
        </p:sp>
        <p:sp>
          <p:nvSpPr>
            <p:cNvPr id="10478" name="Heatmap cell r38 c21"/>
            <p:cNvSpPr/>
            <p:nvPr/>
          </p:nvSpPr>
          <p:spPr>
            <a:xfrm>
              <a:off x="395822" y="1015122"/>
              <a:ext cx="19034" cy="26609"/>
            </a:xfrm>
            <a:prstGeom prst="rect">
              <a:avLst/>
            </a:prstGeom>
            <a:solidFill>
              <a:srgbClr val="DFE7ED"/>
            </a:solidFill>
            <a:ln>
              <a:noFill/>
            </a:ln>
          </p:spPr>
        </p:sp>
        <p:sp>
          <p:nvSpPr>
            <p:cNvPr id="10479" name="Heatmap cell r38 c22"/>
            <p:cNvSpPr/>
            <p:nvPr/>
          </p:nvSpPr>
          <p:spPr>
            <a:xfrm>
              <a:off x="414760" y="1015122"/>
              <a:ext cx="19034" cy="26609"/>
            </a:xfrm>
            <a:prstGeom prst="rect">
              <a:avLst/>
            </a:prstGeom>
            <a:solidFill>
              <a:srgbClr val="ABBED2"/>
            </a:solidFill>
            <a:ln>
              <a:noFill/>
            </a:ln>
          </p:spPr>
        </p:sp>
        <p:sp>
          <p:nvSpPr>
            <p:cNvPr id="10480" name="Heatmap cell r38 c23"/>
            <p:cNvSpPr/>
            <p:nvPr/>
          </p:nvSpPr>
          <p:spPr>
            <a:xfrm>
              <a:off x="433699" y="1015122"/>
              <a:ext cx="17140" cy="26609"/>
            </a:xfrm>
            <a:prstGeom prst="rect">
              <a:avLst/>
            </a:prstGeom>
            <a:solidFill>
              <a:srgbClr val="FBF5F5"/>
            </a:solidFill>
            <a:ln>
              <a:noFill/>
            </a:ln>
          </p:spPr>
        </p:sp>
        <p:sp>
          <p:nvSpPr>
            <p:cNvPr id="10481" name="Heatmap cell r38 c24"/>
            <p:cNvSpPr/>
            <p:nvPr/>
          </p:nvSpPr>
          <p:spPr>
            <a:xfrm>
              <a:off x="450744" y="1015122"/>
              <a:ext cx="19034" cy="26609"/>
            </a:xfrm>
            <a:prstGeom prst="rect">
              <a:avLst/>
            </a:prstGeom>
            <a:solidFill>
              <a:srgbClr val="C3D1DF"/>
            </a:solidFill>
            <a:ln>
              <a:noFill/>
            </a:ln>
          </p:spPr>
        </p:sp>
        <p:sp>
          <p:nvSpPr>
            <p:cNvPr id="10482" name="Heatmap cell r38 c25"/>
            <p:cNvSpPr/>
            <p:nvPr/>
          </p:nvSpPr>
          <p:spPr>
            <a:xfrm>
              <a:off x="469683" y="1015122"/>
              <a:ext cx="17140" cy="26609"/>
            </a:xfrm>
            <a:prstGeom prst="rect">
              <a:avLst/>
            </a:prstGeom>
            <a:solidFill>
              <a:srgbClr val="88A6C1"/>
            </a:solidFill>
            <a:ln>
              <a:noFill/>
            </a:ln>
          </p:spPr>
        </p:sp>
        <p:sp>
          <p:nvSpPr>
            <p:cNvPr id="10483" name="Heatmap cell r38 c26"/>
            <p:cNvSpPr/>
            <p:nvPr/>
          </p:nvSpPr>
          <p:spPr>
            <a:xfrm>
              <a:off x="486728" y="1015122"/>
              <a:ext cx="19034" cy="26609"/>
            </a:xfrm>
            <a:prstGeom prst="rect">
              <a:avLst/>
            </a:prstGeom>
            <a:solidFill>
              <a:srgbClr val="F6D5D9"/>
            </a:solidFill>
            <a:ln>
              <a:noFill/>
            </a:ln>
          </p:spPr>
        </p:sp>
        <p:sp>
          <p:nvSpPr>
            <p:cNvPr id="10484" name="Heatmap cell r38 c27"/>
            <p:cNvSpPr/>
            <p:nvPr/>
          </p:nvSpPr>
          <p:spPr>
            <a:xfrm>
              <a:off x="505667" y="1015122"/>
              <a:ext cx="17140" cy="26609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10485" name="Heatmap cell r38 c28"/>
            <p:cNvSpPr/>
            <p:nvPr/>
          </p:nvSpPr>
          <p:spPr>
            <a:xfrm>
              <a:off x="522712" y="1015122"/>
              <a:ext cx="19034" cy="26609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10486" name="Heatmap cell r38 c29"/>
            <p:cNvSpPr/>
            <p:nvPr/>
          </p:nvSpPr>
          <p:spPr>
            <a:xfrm>
              <a:off x="541651" y="1015122"/>
              <a:ext cx="17140" cy="26609"/>
            </a:xfrm>
            <a:prstGeom prst="rect">
              <a:avLst/>
            </a:prstGeom>
            <a:solidFill>
              <a:srgbClr val="C3D1DF"/>
            </a:solidFill>
            <a:ln>
              <a:noFill/>
            </a:ln>
          </p:spPr>
        </p:sp>
        <p:sp>
          <p:nvSpPr>
            <p:cNvPr id="10487" name="Heatmap cell r38 c30"/>
            <p:cNvSpPr/>
            <p:nvPr/>
          </p:nvSpPr>
          <p:spPr>
            <a:xfrm>
              <a:off x="558696" y="1015122"/>
              <a:ext cx="19034" cy="26609"/>
            </a:xfrm>
            <a:prstGeom prst="rect">
              <a:avLst/>
            </a:prstGeom>
            <a:solidFill>
              <a:srgbClr val="F8E4E7"/>
            </a:solidFill>
            <a:ln>
              <a:noFill/>
            </a:ln>
          </p:spPr>
        </p:sp>
        <p:sp>
          <p:nvSpPr>
            <p:cNvPr id="10488" name="Heatmap cell r38 c31"/>
            <p:cNvSpPr/>
            <p:nvPr/>
          </p:nvSpPr>
          <p:spPr>
            <a:xfrm>
              <a:off x="577634" y="1015122"/>
              <a:ext cx="17140" cy="26609"/>
            </a:xfrm>
            <a:prstGeom prst="rect">
              <a:avLst/>
            </a:prstGeom>
            <a:solidFill>
              <a:srgbClr val="F4CACD"/>
            </a:solidFill>
            <a:ln>
              <a:noFill/>
            </a:ln>
          </p:spPr>
        </p:sp>
        <p:sp>
          <p:nvSpPr>
            <p:cNvPr id="10489" name="Heatmap cell r38 c32"/>
            <p:cNvSpPr/>
            <p:nvPr/>
          </p:nvSpPr>
          <p:spPr>
            <a:xfrm>
              <a:off x="594679" y="1015122"/>
              <a:ext cx="19034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10490" name="Heatmap cell r38 c33"/>
            <p:cNvSpPr/>
            <p:nvPr/>
          </p:nvSpPr>
          <p:spPr>
            <a:xfrm>
              <a:off x="613618" y="1015122"/>
              <a:ext cx="17140" cy="26609"/>
            </a:xfrm>
            <a:prstGeom prst="rect">
              <a:avLst/>
            </a:prstGeom>
            <a:solidFill>
              <a:srgbClr val="FCF6F6"/>
            </a:solidFill>
            <a:ln>
              <a:noFill/>
            </a:ln>
          </p:spPr>
        </p:sp>
        <p:sp>
          <p:nvSpPr>
            <p:cNvPr id="10491" name="Heatmap cell r38 c34"/>
            <p:cNvSpPr/>
            <p:nvPr/>
          </p:nvSpPr>
          <p:spPr>
            <a:xfrm>
              <a:off x="630663" y="1015122"/>
              <a:ext cx="19034" cy="26609"/>
            </a:xfrm>
            <a:prstGeom prst="rect">
              <a:avLst/>
            </a:prstGeom>
            <a:solidFill>
              <a:srgbClr val="F1C3C8"/>
            </a:solidFill>
            <a:ln>
              <a:noFill/>
            </a:ln>
          </p:spPr>
        </p:sp>
        <p:sp>
          <p:nvSpPr>
            <p:cNvPr id="10492" name="Heatmap cell r38 c35"/>
            <p:cNvSpPr/>
            <p:nvPr/>
          </p:nvSpPr>
          <p:spPr>
            <a:xfrm>
              <a:off x="649602" y="1015122"/>
              <a:ext cx="19034" cy="26609"/>
            </a:xfrm>
            <a:prstGeom prst="rect">
              <a:avLst/>
            </a:prstGeom>
            <a:solidFill>
              <a:srgbClr val="CFDAE4"/>
            </a:solidFill>
            <a:ln>
              <a:noFill/>
            </a:ln>
          </p:spPr>
        </p:sp>
        <p:sp>
          <p:nvSpPr>
            <p:cNvPr id="10493" name="Heatmap cell r38 c36"/>
            <p:cNvSpPr/>
            <p:nvPr/>
          </p:nvSpPr>
          <p:spPr>
            <a:xfrm>
              <a:off x="668541" y="1015122"/>
              <a:ext cx="17140" cy="26609"/>
            </a:xfrm>
            <a:prstGeom prst="rect">
              <a:avLst/>
            </a:prstGeom>
            <a:solidFill>
              <a:srgbClr val="7899B8"/>
            </a:solidFill>
            <a:ln>
              <a:noFill/>
            </a:ln>
          </p:spPr>
        </p:sp>
        <p:sp>
          <p:nvSpPr>
            <p:cNvPr id="10494" name="Heatmap cell r38 c37"/>
            <p:cNvSpPr/>
            <p:nvPr/>
          </p:nvSpPr>
          <p:spPr>
            <a:xfrm>
              <a:off x="685586" y="1015122"/>
              <a:ext cx="19034" cy="26609"/>
            </a:xfrm>
            <a:prstGeom prst="rect">
              <a:avLst/>
            </a:prstGeom>
            <a:solidFill>
              <a:srgbClr val="C7D4E1"/>
            </a:solidFill>
            <a:ln>
              <a:noFill/>
            </a:ln>
          </p:spPr>
        </p:sp>
        <p:sp>
          <p:nvSpPr>
            <p:cNvPr id="10495" name="Heatmap cell r38 c38"/>
            <p:cNvSpPr/>
            <p:nvPr/>
          </p:nvSpPr>
          <p:spPr>
            <a:xfrm>
              <a:off x="704525" y="1015122"/>
              <a:ext cx="17140" cy="26609"/>
            </a:xfrm>
            <a:prstGeom prst="rect">
              <a:avLst/>
            </a:prstGeom>
            <a:solidFill>
              <a:srgbClr val="EFB5BA"/>
            </a:solidFill>
            <a:ln>
              <a:noFill/>
            </a:ln>
          </p:spPr>
        </p:sp>
        <p:sp>
          <p:nvSpPr>
            <p:cNvPr id="10496" name="Heatmap cell r38 c39"/>
            <p:cNvSpPr/>
            <p:nvPr/>
          </p:nvSpPr>
          <p:spPr>
            <a:xfrm>
              <a:off x="721570" y="1015122"/>
              <a:ext cx="19034" cy="26609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</p:sp>
        <p:sp>
          <p:nvSpPr>
            <p:cNvPr id="10497" name="Heatmap cell r38 c40"/>
            <p:cNvSpPr/>
            <p:nvPr/>
          </p:nvSpPr>
          <p:spPr>
            <a:xfrm>
              <a:off x="740508" y="1015122"/>
              <a:ext cx="17140" cy="26609"/>
            </a:xfrm>
            <a:prstGeom prst="rect">
              <a:avLst/>
            </a:prstGeom>
            <a:solidFill>
              <a:srgbClr val="D5DFE9"/>
            </a:solidFill>
            <a:ln>
              <a:noFill/>
            </a:ln>
          </p:spPr>
        </p:sp>
        <p:sp>
          <p:nvSpPr>
            <p:cNvPr id="10498" name="Heatmap cell r38 c41"/>
            <p:cNvSpPr/>
            <p:nvPr/>
          </p:nvSpPr>
          <p:spPr>
            <a:xfrm>
              <a:off x="757553" y="1015122"/>
              <a:ext cx="19034" cy="26609"/>
            </a:xfrm>
            <a:prstGeom prst="rect">
              <a:avLst/>
            </a:prstGeom>
            <a:solidFill>
              <a:srgbClr val="6D91B3"/>
            </a:solidFill>
            <a:ln>
              <a:noFill/>
            </a:ln>
          </p:spPr>
        </p:sp>
        <p:sp>
          <p:nvSpPr>
            <p:cNvPr id="10499" name="Heatmap cell r38 c42"/>
            <p:cNvSpPr/>
            <p:nvPr/>
          </p:nvSpPr>
          <p:spPr>
            <a:xfrm>
              <a:off x="776492" y="1015122"/>
              <a:ext cx="17140" cy="26609"/>
            </a:xfrm>
            <a:prstGeom prst="rect">
              <a:avLst/>
            </a:prstGeom>
            <a:solidFill>
              <a:srgbClr val="E78993"/>
            </a:solidFill>
            <a:ln>
              <a:noFill/>
            </a:ln>
          </p:spPr>
        </p:sp>
        <p:sp>
          <p:nvSpPr>
            <p:cNvPr id="10500" name="Heatmap cell r38 c44"/>
            <p:cNvSpPr/>
            <p:nvPr/>
          </p:nvSpPr>
          <p:spPr>
            <a:xfrm>
              <a:off x="812476" y="1015122"/>
              <a:ext cx="17140" cy="26609"/>
            </a:xfrm>
            <a:prstGeom prst="rect">
              <a:avLst/>
            </a:prstGeom>
            <a:solidFill>
              <a:srgbClr val="F8F8FA"/>
            </a:solidFill>
            <a:ln>
              <a:noFill/>
            </a:ln>
          </p:spPr>
        </p:sp>
        <p:sp>
          <p:nvSpPr>
            <p:cNvPr id="10501" name="Heatmap cell r38 c45"/>
            <p:cNvSpPr/>
            <p:nvPr/>
          </p:nvSpPr>
          <p:spPr>
            <a:xfrm>
              <a:off x="829521" y="1015122"/>
              <a:ext cx="19034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10502" name="Heatmap cell r38 c46"/>
            <p:cNvSpPr/>
            <p:nvPr/>
          </p:nvSpPr>
          <p:spPr>
            <a:xfrm>
              <a:off x="848460" y="1015122"/>
              <a:ext cx="17140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10503" name="Heatmap cell r38 c47"/>
            <p:cNvSpPr/>
            <p:nvPr/>
          </p:nvSpPr>
          <p:spPr>
            <a:xfrm>
              <a:off x="865505" y="1015122"/>
              <a:ext cx="19034" cy="26609"/>
            </a:xfrm>
            <a:prstGeom prst="rect">
              <a:avLst/>
            </a:prstGeom>
            <a:solidFill>
              <a:srgbClr val="ABBED2"/>
            </a:solidFill>
            <a:ln>
              <a:noFill/>
            </a:ln>
          </p:spPr>
        </p:sp>
        <p:sp>
          <p:nvSpPr>
            <p:cNvPr id="10504" name="Heatmap cell r38 c48"/>
            <p:cNvSpPr/>
            <p:nvPr/>
          </p:nvSpPr>
          <p:spPr>
            <a:xfrm>
              <a:off x="884444" y="1015122"/>
              <a:ext cx="19034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10505" name="Heatmap cell r38 c49"/>
            <p:cNvSpPr/>
            <p:nvPr/>
          </p:nvSpPr>
          <p:spPr>
            <a:xfrm>
              <a:off x="903382" y="1015122"/>
              <a:ext cx="17140" cy="26609"/>
            </a:xfrm>
            <a:prstGeom prst="rect">
              <a:avLst/>
            </a:prstGeom>
            <a:solidFill>
              <a:srgbClr val="A9BCD2"/>
            </a:solidFill>
            <a:ln>
              <a:noFill/>
            </a:ln>
          </p:spPr>
        </p:sp>
        <p:sp>
          <p:nvSpPr>
            <p:cNvPr id="10506" name="Heatmap cell r38 c50"/>
            <p:cNvSpPr/>
            <p:nvPr/>
          </p:nvSpPr>
          <p:spPr>
            <a:xfrm>
              <a:off x="920427" y="1015122"/>
              <a:ext cx="19034" cy="26609"/>
            </a:xfrm>
            <a:prstGeom prst="rect">
              <a:avLst/>
            </a:prstGeom>
            <a:solidFill>
              <a:srgbClr val="E7929B"/>
            </a:solidFill>
            <a:ln>
              <a:noFill/>
            </a:ln>
          </p:spPr>
        </p:sp>
        <p:sp>
          <p:nvSpPr>
            <p:cNvPr id="10507" name="Heatmap cell r38 c51"/>
            <p:cNvSpPr/>
            <p:nvPr/>
          </p:nvSpPr>
          <p:spPr>
            <a:xfrm>
              <a:off x="939366" y="1015122"/>
              <a:ext cx="17140" cy="26609"/>
            </a:xfrm>
            <a:prstGeom prst="rect">
              <a:avLst/>
            </a:prstGeom>
            <a:solidFill>
              <a:srgbClr val="CCD7E3"/>
            </a:solidFill>
            <a:ln>
              <a:noFill/>
            </a:ln>
          </p:spPr>
        </p:sp>
        <p:sp>
          <p:nvSpPr>
            <p:cNvPr id="10508" name="Heatmap cell r38 c52"/>
            <p:cNvSpPr/>
            <p:nvPr/>
          </p:nvSpPr>
          <p:spPr>
            <a:xfrm>
              <a:off x="956411" y="1015122"/>
              <a:ext cx="19034" cy="26609"/>
            </a:xfrm>
            <a:prstGeom prst="rect">
              <a:avLst/>
            </a:prstGeom>
            <a:solidFill>
              <a:srgbClr val="22588B"/>
            </a:solidFill>
            <a:ln>
              <a:noFill/>
            </a:ln>
          </p:spPr>
        </p:sp>
        <p:sp>
          <p:nvSpPr>
            <p:cNvPr id="10509" name="Heatmap cell r38 c53"/>
            <p:cNvSpPr/>
            <p:nvPr/>
          </p:nvSpPr>
          <p:spPr>
            <a:xfrm>
              <a:off x="975350" y="1015122"/>
              <a:ext cx="17140" cy="26609"/>
            </a:xfrm>
            <a:prstGeom prst="rect">
              <a:avLst/>
            </a:prstGeom>
            <a:solidFill>
              <a:srgbClr val="83A0BD"/>
            </a:solidFill>
            <a:ln>
              <a:noFill/>
            </a:ln>
          </p:spPr>
        </p:sp>
        <p:sp>
          <p:nvSpPr>
            <p:cNvPr id="10510" name="Heatmap cell r38 c54"/>
            <p:cNvSpPr/>
            <p:nvPr/>
          </p:nvSpPr>
          <p:spPr>
            <a:xfrm>
              <a:off x="992395" y="1015122"/>
              <a:ext cx="19034" cy="26609"/>
            </a:xfrm>
            <a:prstGeom prst="rect">
              <a:avLst/>
            </a:prstGeom>
            <a:solidFill>
              <a:srgbClr val="799AB8"/>
            </a:solidFill>
            <a:ln>
              <a:noFill/>
            </a:ln>
          </p:spPr>
        </p:sp>
        <p:sp>
          <p:nvSpPr>
            <p:cNvPr id="10511" name="Heatmap cell r38 c55"/>
            <p:cNvSpPr/>
            <p:nvPr/>
          </p:nvSpPr>
          <p:spPr>
            <a:xfrm>
              <a:off x="1011334" y="1015122"/>
              <a:ext cx="17140" cy="26609"/>
            </a:xfrm>
            <a:prstGeom prst="rect">
              <a:avLst/>
            </a:prstGeom>
            <a:solidFill>
              <a:srgbClr val="678AAE"/>
            </a:solidFill>
            <a:ln>
              <a:noFill/>
            </a:ln>
          </p:spPr>
        </p:sp>
        <p:sp>
          <p:nvSpPr>
            <p:cNvPr id="10512" name="Heatmap cell r38 c56"/>
            <p:cNvSpPr/>
            <p:nvPr/>
          </p:nvSpPr>
          <p:spPr>
            <a:xfrm>
              <a:off x="1028379" y="1015122"/>
              <a:ext cx="19034" cy="26609"/>
            </a:xfrm>
            <a:prstGeom prst="rect">
              <a:avLst/>
            </a:prstGeom>
            <a:solidFill>
              <a:srgbClr val="F5CFD2"/>
            </a:solidFill>
            <a:ln>
              <a:noFill/>
            </a:ln>
          </p:spPr>
        </p:sp>
        <p:sp>
          <p:nvSpPr>
            <p:cNvPr id="10513" name="Heatmap cell r38 c57"/>
            <p:cNvSpPr/>
            <p:nvPr/>
          </p:nvSpPr>
          <p:spPr>
            <a:xfrm>
              <a:off x="1047318" y="1015122"/>
              <a:ext cx="17140" cy="26609"/>
            </a:xfrm>
            <a:prstGeom prst="rect">
              <a:avLst/>
            </a:prstGeom>
            <a:solidFill>
              <a:srgbClr val="F7D3D6"/>
            </a:solidFill>
            <a:ln>
              <a:noFill/>
            </a:ln>
          </p:spPr>
        </p:sp>
        <p:sp>
          <p:nvSpPr>
            <p:cNvPr id="10514" name="Heatmap cell r38 c58"/>
            <p:cNvSpPr/>
            <p:nvPr/>
          </p:nvSpPr>
          <p:spPr>
            <a:xfrm>
              <a:off x="1064363" y="1015122"/>
              <a:ext cx="19034" cy="26609"/>
            </a:xfrm>
            <a:prstGeom prst="rect">
              <a:avLst/>
            </a:prstGeom>
            <a:solidFill>
              <a:srgbClr val="FCF8F9"/>
            </a:solidFill>
            <a:ln>
              <a:noFill/>
            </a:ln>
          </p:spPr>
        </p:sp>
        <p:sp>
          <p:nvSpPr>
            <p:cNvPr id="10515" name="Heatmap cell r38 c59"/>
            <p:cNvSpPr/>
            <p:nvPr/>
          </p:nvSpPr>
          <p:spPr>
            <a:xfrm>
              <a:off x="1083301" y="1015122"/>
              <a:ext cx="17140" cy="26609"/>
            </a:xfrm>
            <a:prstGeom prst="rect">
              <a:avLst/>
            </a:prstGeom>
            <a:solidFill>
              <a:srgbClr val="F0F4F7"/>
            </a:solidFill>
            <a:ln>
              <a:noFill/>
            </a:ln>
          </p:spPr>
        </p:sp>
        <p:sp>
          <p:nvSpPr>
            <p:cNvPr id="10516" name="Heatmap cell r38 c60"/>
            <p:cNvSpPr/>
            <p:nvPr/>
          </p:nvSpPr>
          <p:spPr>
            <a:xfrm>
              <a:off x="1100346" y="1015122"/>
              <a:ext cx="19034" cy="26609"/>
            </a:xfrm>
            <a:prstGeom prst="rect">
              <a:avLst/>
            </a:prstGeom>
            <a:solidFill>
              <a:srgbClr val="EDAEB5"/>
            </a:solidFill>
            <a:ln>
              <a:noFill/>
            </a:ln>
          </p:spPr>
        </p:sp>
        <p:sp>
          <p:nvSpPr>
            <p:cNvPr id="10517" name="Heatmap cell r38 c61"/>
            <p:cNvSpPr/>
            <p:nvPr/>
          </p:nvSpPr>
          <p:spPr>
            <a:xfrm>
              <a:off x="1119285" y="1015122"/>
              <a:ext cx="19034" cy="26609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10518" name="Heatmap cell r38 c62"/>
            <p:cNvSpPr/>
            <p:nvPr/>
          </p:nvSpPr>
          <p:spPr>
            <a:xfrm>
              <a:off x="1138224" y="1015122"/>
              <a:ext cx="17140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10519" name="Heatmap cell r38 c63"/>
            <p:cNvSpPr/>
            <p:nvPr/>
          </p:nvSpPr>
          <p:spPr>
            <a:xfrm>
              <a:off x="1155269" y="1015122"/>
              <a:ext cx="19034" cy="26609"/>
            </a:xfrm>
            <a:prstGeom prst="rect">
              <a:avLst/>
            </a:prstGeom>
            <a:solidFill>
              <a:srgbClr val="EFB4B9"/>
            </a:solidFill>
            <a:ln>
              <a:noFill/>
            </a:ln>
          </p:spPr>
        </p:sp>
        <p:sp>
          <p:nvSpPr>
            <p:cNvPr id="10520" name="Heatmap cell r38 c64"/>
            <p:cNvSpPr/>
            <p:nvPr/>
          </p:nvSpPr>
          <p:spPr>
            <a:xfrm>
              <a:off x="1174208" y="1015122"/>
              <a:ext cx="17140" cy="26609"/>
            </a:xfrm>
            <a:prstGeom prst="rect">
              <a:avLst/>
            </a:prstGeom>
            <a:solidFill>
              <a:srgbClr val="E7EBF1"/>
            </a:solidFill>
            <a:ln>
              <a:noFill/>
            </a:ln>
          </p:spPr>
        </p:sp>
        <p:sp>
          <p:nvSpPr>
            <p:cNvPr id="10521" name="Heatmap cell r38 c65"/>
            <p:cNvSpPr/>
            <p:nvPr/>
          </p:nvSpPr>
          <p:spPr>
            <a:xfrm>
              <a:off x="1191253" y="1015122"/>
              <a:ext cx="19034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10522" name="Heatmap cell r38 c66"/>
            <p:cNvSpPr/>
            <p:nvPr/>
          </p:nvSpPr>
          <p:spPr>
            <a:xfrm>
              <a:off x="1210192" y="1015122"/>
              <a:ext cx="17140" cy="26609"/>
            </a:xfrm>
            <a:prstGeom prst="rect">
              <a:avLst/>
            </a:prstGeom>
            <a:solidFill>
              <a:srgbClr val="C6D4E1"/>
            </a:solidFill>
            <a:ln>
              <a:noFill/>
            </a:ln>
          </p:spPr>
        </p:sp>
        <p:sp>
          <p:nvSpPr>
            <p:cNvPr id="10523" name="Heatmap cell r38 c67"/>
            <p:cNvSpPr/>
            <p:nvPr/>
          </p:nvSpPr>
          <p:spPr>
            <a:xfrm>
              <a:off x="1227236" y="1015122"/>
              <a:ext cx="19034" cy="26609"/>
            </a:xfrm>
            <a:prstGeom prst="rect">
              <a:avLst/>
            </a:prstGeom>
            <a:solidFill>
              <a:srgbClr val="CED9E4"/>
            </a:solidFill>
            <a:ln>
              <a:noFill/>
            </a:ln>
          </p:spPr>
        </p:sp>
        <p:sp>
          <p:nvSpPr>
            <p:cNvPr id="10524" name="Heatmap cell r38 c68"/>
            <p:cNvSpPr/>
            <p:nvPr/>
          </p:nvSpPr>
          <p:spPr>
            <a:xfrm>
              <a:off x="1246175" y="1015122"/>
              <a:ext cx="17140" cy="26609"/>
            </a:xfrm>
            <a:prstGeom prst="rect">
              <a:avLst/>
            </a:prstGeom>
            <a:solidFill>
              <a:srgbClr val="EEF3F6"/>
            </a:solidFill>
            <a:ln>
              <a:noFill/>
            </a:ln>
          </p:spPr>
        </p:sp>
        <p:sp>
          <p:nvSpPr>
            <p:cNvPr id="10525" name="Heatmap cell r38 c69"/>
            <p:cNvSpPr/>
            <p:nvPr/>
          </p:nvSpPr>
          <p:spPr>
            <a:xfrm>
              <a:off x="1263220" y="1015122"/>
              <a:ext cx="19034" cy="26609"/>
            </a:xfrm>
            <a:prstGeom prst="rect">
              <a:avLst/>
            </a:prstGeom>
            <a:solidFill>
              <a:srgbClr val="E9939B"/>
            </a:solidFill>
            <a:ln>
              <a:noFill/>
            </a:ln>
          </p:spPr>
        </p:sp>
        <p:sp>
          <p:nvSpPr>
            <p:cNvPr id="10526" name="Heatmap cell r38 c70"/>
            <p:cNvSpPr/>
            <p:nvPr/>
          </p:nvSpPr>
          <p:spPr>
            <a:xfrm>
              <a:off x="1282159" y="1015122"/>
              <a:ext cx="17140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10527" name="Heatmap cell r38 c71"/>
            <p:cNvSpPr/>
            <p:nvPr/>
          </p:nvSpPr>
          <p:spPr>
            <a:xfrm>
              <a:off x="1299204" y="1015122"/>
              <a:ext cx="19034" cy="26609"/>
            </a:xfrm>
            <a:prstGeom prst="rect">
              <a:avLst/>
            </a:prstGeom>
            <a:solidFill>
              <a:srgbClr val="C7D4E1"/>
            </a:solidFill>
            <a:ln>
              <a:noFill/>
            </a:ln>
          </p:spPr>
        </p:sp>
        <p:sp>
          <p:nvSpPr>
            <p:cNvPr id="10528" name="Heatmap cell r38 c72"/>
            <p:cNvSpPr/>
            <p:nvPr/>
          </p:nvSpPr>
          <p:spPr>
            <a:xfrm>
              <a:off x="1318143" y="1015122"/>
              <a:ext cx="17140" cy="26609"/>
            </a:xfrm>
            <a:prstGeom prst="rect">
              <a:avLst/>
            </a:prstGeom>
            <a:solidFill>
              <a:srgbClr val="DBE3EB"/>
            </a:solidFill>
            <a:ln>
              <a:noFill/>
            </a:ln>
          </p:spPr>
        </p:sp>
        <p:sp>
          <p:nvSpPr>
            <p:cNvPr id="10529" name="Heatmap cell r38 c73"/>
            <p:cNvSpPr/>
            <p:nvPr/>
          </p:nvSpPr>
          <p:spPr>
            <a:xfrm>
              <a:off x="1335188" y="1015122"/>
              <a:ext cx="19034" cy="26609"/>
            </a:xfrm>
            <a:prstGeom prst="rect">
              <a:avLst/>
            </a:prstGeom>
            <a:solidFill>
              <a:srgbClr val="F0BBC2"/>
            </a:solidFill>
            <a:ln>
              <a:noFill/>
            </a:ln>
          </p:spPr>
        </p:sp>
        <p:sp>
          <p:nvSpPr>
            <p:cNvPr id="10530" name="Heatmap cell r38 c74"/>
            <p:cNvSpPr/>
            <p:nvPr/>
          </p:nvSpPr>
          <p:spPr>
            <a:xfrm>
              <a:off x="1354127" y="1015122"/>
              <a:ext cx="17140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10531" name="Heatmap cell r38 c75"/>
            <p:cNvSpPr/>
            <p:nvPr/>
          </p:nvSpPr>
          <p:spPr>
            <a:xfrm>
              <a:off x="1371172" y="1015122"/>
              <a:ext cx="19034" cy="26609"/>
            </a:xfrm>
            <a:prstGeom prst="rect">
              <a:avLst/>
            </a:prstGeom>
            <a:solidFill>
              <a:srgbClr val="F9E7E8"/>
            </a:solidFill>
            <a:ln>
              <a:noFill/>
            </a:ln>
          </p:spPr>
        </p:sp>
        <p:sp>
          <p:nvSpPr>
            <p:cNvPr id="10532" name="Heatmap cell r38 c76"/>
            <p:cNvSpPr/>
            <p:nvPr/>
          </p:nvSpPr>
          <p:spPr>
            <a:xfrm>
              <a:off x="1390110" y="1015122"/>
              <a:ext cx="19034" cy="26609"/>
            </a:xfrm>
            <a:prstGeom prst="rect">
              <a:avLst/>
            </a:prstGeom>
            <a:solidFill>
              <a:srgbClr val="6187AC"/>
            </a:solidFill>
            <a:ln>
              <a:noFill/>
            </a:ln>
          </p:spPr>
        </p:sp>
        <p:sp>
          <p:nvSpPr>
            <p:cNvPr id="10533" name="Heatmap cell r38 c77"/>
            <p:cNvSpPr/>
            <p:nvPr/>
          </p:nvSpPr>
          <p:spPr>
            <a:xfrm>
              <a:off x="1409049" y="1015122"/>
              <a:ext cx="17140" cy="26609"/>
            </a:xfrm>
            <a:prstGeom prst="rect">
              <a:avLst/>
            </a:prstGeom>
            <a:solidFill>
              <a:srgbClr val="EBA4AC"/>
            </a:solidFill>
            <a:ln>
              <a:noFill/>
            </a:ln>
          </p:spPr>
        </p:sp>
        <p:sp>
          <p:nvSpPr>
            <p:cNvPr id="10534" name="Heatmap cell r38 c78"/>
            <p:cNvSpPr/>
            <p:nvPr/>
          </p:nvSpPr>
          <p:spPr>
            <a:xfrm>
              <a:off x="1426094" y="1015122"/>
              <a:ext cx="19034" cy="26609"/>
            </a:xfrm>
            <a:prstGeom prst="rect">
              <a:avLst/>
            </a:prstGeom>
            <a:solidFill>
              <a:srgbClr val="F3C5C8"/>
            </a:solidFill>
            <a:ln>
              <a:noFill/>
            </a:ln>
          </p:spPr>
        </p:sp>
        <p:sp>
          <p:nvSpPr>
            <p:cNvPr id="10535" name="Heatmap cell r38 c79"/>
            <p:cNvSpPr/>
            <p:nvPr/>
          </p:nvSpPr>
          <p:spPr>
            <a:xfrm>
              <a:off x="1445033" y="1015122"/>
              <a:ext cx="17140" cy="26609"/>
            </a:xfrm>
            <a:prstGeom prst="rect">
              <a:avLst/>
            </a:prstGeom>
            <a:solidFill>
              <a:srgbClr val="6C90B1"/>
            </a:solidFill>
            <a:ln>
              <a:noFill/>
            </a:ln>
          </p:spPr>
        </p:sp>
        <p:sp>
          <p:nvSpPr>
            <p:cNvPr id="10536" name="Heatmap cell r38 c80"/>
            <p:cNvSpPr/>
            <p:nvPr/>
          </p:nvSpPr>
          <p:spPr>
            <a:xfrm>
              <a:off x="1462078" y="1015122"/>
              <a:ext cx="19034" cy="26609"/>
            </a:xfrm>
            <a:prstGeom prst="rect">
              <a:avLst/>
            </a:prstGeom>
            <a:solidFill>
              <a:srgbClr val="F8DEE0"/>
            </a:solidFill>
            <a:ln>
              <a:noFill/>
            </a:ln>
          </p:spPr>
        </p:sp>
        <p:sp>
          <p:nvSpPr>
            <p:cNvPr id="10537" name="Heatmap cell r38 c81"/>
            <p:cNvSpPr/>
            <p:nvPr/>
          </p:nvSpPr>
          <p:spPr>
            <a:xfrm>
              <a:off x="1481017" y="1015122"/>
              <a:ext cx="17140" cy="26609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10538" name="Heatmap cell r38 c82"/>
            <p:cNvSpPr/>
            <p:nvPr/>
          </p:nvSpPr>
          <p:spPr>
            <a:xfrm>
              <a:off x="1498062" y="1015122"/>
              <a:ext cx="19034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10539" name="Heatmap cell r38 c83"/>
            <p:cNvSpPr/>
            <p:nvPr/>
          </p:nvSpPr>
          <p:spPr>
            <a:xfrm>
              <a:off x="1517001" y="1015122"/>
              <a:ext cx="17140" cy="26609"/>
            </a:xfrm>
            <a:prstGeom prst="rect">
              <a:avLst/>
            </a:prstGeom>
            <a:solidFill>
              <a:srgbClr val="CFDBE6"/>
            </a:solidFill>
            <a:ln>
              <a:noFill/>
            </a:ln>
          </p:spPr>
        </p:sp>
        <p:sp>
          <p:nvSpPr>
            <p:cNvPr id="10540" name="Heatmap cell r38 c84"/>
            <p:cNvSpPr/>
            <p:nvPr/>
          </p:nvSpPr>
          <p:spPr>
            <a:xfrm>
              <a:off x="1534046" y="1015122"/>
              <a:ext cx="19034" cy="26609"/>
            </a:xfrm>
            <a:prstGeom prst="rect">
              <a:avLst/>
            </a:prstGeom>
            <a:solidFill>
              <a:srgbClr val="7394B6"/>
            </a:solidFill>
            <a:ln>
              <a:noFill/>
            </a:ln>
          </p:spPr>
        </p:sp>
        <p:sp>
          <p:nvSpPr>
            <p:cNvPr id="10541" name="Heatmap cell r38 c85"/>
            <p:cNvSpPr/>
            <p:nvPr/>
          </p:nvSpPr>
          <p:spPr>
            <a:xfrm>
              <a:off x="1552984" y="1015122"/>
              <a:ext cx="17140" cy="26609"/>
            </a:xfrm>
            <a:prstGeom prst="rect">
              <a:avLst/>
            </a:prstGeom>
            <a:solidFill>
              <a:srgbClr val="C5D2E0"/>
            </a:solidFill>
            <a:ln>
              <a:noFill/>
            </a:ln>
          </p:spPr>
        </p:sp>
        <p:sp>
          <p:nvSpPr>
            <p:cNvPr id="10542" name="Heatmap cell r38 c86"/>
            <p:cNvSpPr/>
            <p:nvPr/>
          </p:nvSpPr>
          <p:spPr>
            <a:xfrm>
              <a:off x="1570029" y="1015122"/>
              <a:ext cx="19034" cy="26609"/>
            </a:xfrm>
            <a:prstGeom prst="rect">
              <a:avLst/>
            </a:prstGeom>
            <a:solidFill>
              <a:srgbClr val="F1BEC3"/>
            </a:solidFill>
            <a:ln>
              <a:noFill/>
            </a:ln>
          </p:spPr>
        </p:sp>
        <p:sp>
          <p:nvSpPr>
            <p:cNvPr id="10543" name="Heatmap cell r38 c87"/>
            <p:cNvSpPr/>
            <p:nvPr/>
          </p:nvSpPr>
          <p:spPr>
            <a:xfrm>
              <a:off x="1588968" y="1015122"/>
              <a:ext cx="17140" cy="26609"/>
            </a:xfrm>
            <a:prstGeom prst="rect">
              <a:avLst/>
            </a:prstGeom>
            <a:solidFill>
              <a:srgbClr val="ECACB1"/>
            </a:solidFill>
            <a:ln>
              <a:noFill/>
            </a:ln>
          </p:spPr>
        </p:sp>
        <p:sp>
          <p:nvSpPr>
            <p:cNvPr id="10544" name="Heatmap cell r38 c88"/>
            <p:cNvSpPr/>
            <p:nvPr/>
          </p:nvSpPr>
          <p:spPr>
            <a:xfrm>
              <a:off x="1606013" y="1015122"/>
              <a:ext cx="19034" cy="26609"/>
            </a:xfrm>
            <a:prstGeom prst="rect">
              <a:avLst/>
            </a:prstGeom>
            <a:solidFill>
              <a:srgbClr val="DFE6ED"/>
            </a:solidFill>
            <a:ln>
              <a:noFill/>
            </a:ln>
          </p:spPr>
        </p:sp>
        <p:sp>
          <p:nvSpPr>
            <p:cNvPr id="10545" name="Heatmap cell r38 c89"/>
            <p:cNvSpPr/>
            <p:nvPr/>
          </p:nvSpPr>
          <p:spPr>
            <a:xfrm>
              <a:off x="1624952" y="1015122"/>
              <a:ext cx="19034" cy="26609"/>
            </a:xfrm>
            <a:prstGeom prst="rect">
              <a:avLst/>
            </a:prstGeom>
            <a:solidFill>
              <a:srgbClr val="F3C6CB"/>
            </a:solidFill>
            <a:ln>
              <a:noFill/>
            </a:ln>
          </p:spPr>
        </p:sp>
        <p:sp>
          <p:nvSpPr>
            <p:cNvPr id="10546" name="Heatmap cell r38 c90"/>
            <p:cNvSpPr/>
            <p:nvPr/>
          </p:nvSpPr>
          <p:spPr>
            <a:xfrm>
              <a:off x="1643891" y="1015122"/>
              <a:ext cx="17140" cy="26609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10547" name="Heatmap cell r38 c91"/>
            <p:cNvSpPr/>
            <p:nvPr/>
          </p:nvSpPr>
          <p:spPr>
            <a:xfrm>
              <a:off x="1660936" y="1015122"/>
              <a:ext cx="19034" cy="26609"/>
            </a:xfrm>
            <a:prstGeom prst="rect">
              <a:avLst/>
            </a:prstGeom>
            <a:solidFill>
              <a:srgbClr val="F5CED2"/>
            </a:solidFill>
            <a:ln>
              <a:noFill/>
            </a:ln>
          </p:spPr>
        </p:sp>
        <p:sp>
          <p:nvSpPr>
            <p:cNvPr id="10548" name="Heatmap cell r38 c94"/>
            <p:cNvSpPr/>
            <p:nvPr/>
          </p:nvSpPr>
          <p:spPr>
            <a:xfrm>
              <a:off x="1715858" y="1015122"/>
              <a:ext cx="17140" cy="26609"/>
            </a:xfrm>
            <a:prstGeom prst="rect">
              <a:avLst/>
            </a:prstGeom>
            <a:solidFill>
              <a:srgbClr val="CED9E4"/>
            </a:solidFill>
            <a:ln>
              <a:noFill/>
            </a:ln>
          </p:spPr>
        </p:sp>
        <p:sp>
          <p:nvSpPr>
            <p:cNvPr id="10549" name="Heatmap cell r38 c95"/>
            <p:cNvSpPr/>
            <p:nvPr/>
          </p:nvSpPr>
          <p:spPr>
            <a:xfrm>
              <a:off x="1732903" y="1015122"/>
              <a:ext cx="19034" cy="26609"/>
            </a:xfrm>
            <a:prstGeom prst="rect">
              <a:avLst/>
            </a:prstGeom>
            <a:solidFill>
              <a:srgbClr val="FDF9FA"/>
            </a:solidFill>
            <a:ln>
              <a:noFill/>
            </a:ln>
          </p:spPr>
        </p:sp>
        <p:sp>
          <p:nvSpPr>
            <p:cNvPr id="10550" name="Heatmap cell r38 c96"/>
            <p:cNvSpPr/>
            <p:nvPr/>
          </p:nvSpPr>
          <p:spPr>
            <a:xfrm>
              <a:off x="1751842" y="1015122"/>
              <a:ext cx="17140" cy="26609"/>
            </a:xfrm>
            <a:prstGeom prst="rect">
              <a:avLst/>
            </a:prstGeom>
            <a:solidFill>
              <a:srgbClr val="F4CCD1"/>
            </a:solidFill>
            <a:ln>
              <a:noFill/>
            </a:ln>
          </p:spPr>
        </p:sp>
        <p:sp>
          <p:nvSpPr>
            <p:cNvPr id="10551" name="Heatmap cell r38 c97"/>
            <p:cNvSpPr/>
            <p:nvPr/>
          </p:nvSpPr>
          <p:spPr>
            <a:xfrm>
              <a:off x="1768887" y="1015122"/>
              <a:ext cx="19034" cy="26609"/>
            </a:xfrm>
            <a:prstGeom prst="rect">
              <a:avLst/>
            </a:prstGeom>
            <a:solidFill>
              <a:srgbClr val="F6D5D9"/>
            </a:solidFill>
            <a:ln>
              <a:noFill/>
            </a:ln>
          </p:spPr>
        </p:sp>
        <p:sp>
          <p:nvSpPr>
            <p:cNvPr id="10552" name="Heatmap cell r38 c98"/>
            <p:cNvSpPr/>
            <p:nvPr/>
          </p:nvSpPr>
          <p:spPr>
            <a:xfrm>
              <a:off x="1787826" y="1015122"/>
              <a:ext cx="17140" cy="26609"/>
            </a:xfrm>
            <a:prstGeom prst="rect">
              <a:avLst/>
            </a:prstGeom>
            <a:solidFill>
              <a:srgbClr val="F6D5D9"/>
            </a:solidFill>
            <a:ln>
              <a:noFill/>
            </a:ln>
          </p:spPr>
        </p:sp>
        <p:sp>
          <p:nvSpPr>
            <p:cNvPr id="10553" name="Heatmap cell r38 c99"/>
            <p:cNvSpPr/>
            <p:nvPr/>
          </p:nvSpPr>
          <p:spPr>
            <a:xfrm>
              <a:off x="1804871" y="1015122"/>
              <a:ext cx="19034" cy="26609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10554" name="Heatmap cell r38 c100"/>
            <p:cNvSpPr/>
            <p:nvPr/>
          </p:nvSpPr>
          <p:spPr>
            <a:xfrm>
              <a:off x="1823810" y="1015122"/>
              <a:ext cx="17140" cy="26609"/>
            </a:xfrm>
            <a:prstGeom prst="rect">
              <a:avLst/>
            </a:prstGeom>
            <a:solidFill>
              <a:srgbClr val="F4CACD"/>
            </a:solidFill>
            <a:ln>
              <a:noFill/>
            </a:ln>
          </p:spPr>
        </p:sp>
        <p:sp>
          <p:nvSpPr>
            <p:cNvPr id="10555" name="Heatmap cell r38 c102"/>
            <p:cNvSpPr/>
            <p:nvPr/>
          </p:nvSpPr>
          <p:spPr>
            <a:xfrm>
              <a:off x="1859794" y="1015122"/>
              <a:ext cx="19034" cy="26609"/>
            </a:xfrm>
            <a:prstGeom prst="rect">
              <a:avLst/>
            </a:prstGeom>
            <a:solidFill>
              <a:srgbClr val="EA9DA3"/>
            </a:solidFill>
            <a:ln>
              <a:noFill/>
            </a:ln>
          </p:spPr>
        </p:sp>
        <p:sp>
          <p:nvSpPr>
            <p:cNvPr id="10556" name="Heatmap cell r38 c103"/>
            <p:cNvSpPr/>
            <p:nvPr/>
          </p:nvSpPr>
          <p:spPr>
            <a:xfrm>
              <a:off x="1878732" y="1015122"/>
              <a:ext cx="17140" cy="26609"/>
            </a:xfrm>
            <a:prstGeom prst="rect">
              <a:avLst/>
            </a:prstGeom>
            <a:solidFill>
              <a:srgbClr val="F7DADC"/>
            </a:solidFill>
            <a:ln>
              <a:noFill/>
            </a:ln>
          </p:spPr>
        </p:sp>
        <p:sp>
          <p:nvSpPr>
            <p:cNvPr id="10557" name="Heatmap cell r38 c104"/>
            <p:cNvSpPr/>
            <p:nvPr/>
          </p:nvSpPr>
          <p:spPr>
            <a:xfrm>
              <a:off x="1895777" y="1015122"/>
              <a:ext cx="19034" cy="26609"/>
            </a:xfrm>
            <a:prstGeom prst="rect">
              <a:avLst/>
            </a:prstGeom>
            <a:solidFill>
              <a:srgbClr val="F9E7E8"/>
            </a:solidFill>
            <a:ln>
              <a:noFill/>
            </a:ln>
          </p:spPr>
        </p:sp>
        <p:sp>
          <p:nvSpPr>
            <p:cNvPr id="10558" name="Heatmap cell r38 c105"/>
            <p:cNvSpPr/>
            <p:nvPr/>
          </p:nvSpPr>
          <p:spPr>
            <a:xfrm>
              <a:off x="1914716" y="1015122"/>
              <a:ext cx="17140" cy="26609"/>
            </a:xfrm>
            <a:prstGeom prst="rect">
              <a:avLst/>
            </a:prstGeom>
            <a:solidFill>
              <a:srgbClr val="5F85AB"/>
            </a:solidFill>
            <a:ln>
              <a:noFill/>
            </a:ln>
          </p:spPr>
        </p:sp>
        <p:sp>
          <p:nvSpPr>
            <p:cNvPr id="10559" name="Heatmap cell r38 c106"/>
            <p:cNvSpPr/>
            <p:nvPr/>
          </p:nvSpPr>
          <p:spPr>
            <a:xfrm>
              <a:off x="1931761" y="1015122"/>
              <a:ext cx="19034" cy="26609"/>
            </a:xfrm>
            <a:prstGeom prst="rect">
              <a:avLst/>
            </a:prstGeom>
            <a:solidFill>
              <a:srgbClr val="EBA1A8"/>
            </a:solidFill>
            <a:ln>
              <a:noFill/>
            </a:ln>
          </p:spPr>
        </p:sp>
        <p:sp>
          <p:nvSpPr>
            <p:cNvPr id="10560" name="Heatmap cell r38 c107"/>
            <p:cNvSpPr/>
            <p:nvPr/>
          </p:nvSpPr>
          <p:spPr>
            <a:xfrm>
              <a:off x="1950700" y="1015122"/>
              <a:ext cx="17140" cy="26609"/>
            </a:xfrm>
            <a:prstGeom prst="rect">
              <a:avLst/>
            </a:prstGeom>
            <a:solidFill>
              <a:srgbClr val="C6D4E1"/>
            </a:solidFill>
            <a:ln>
              <a:noFill/>
            </a:ln>
          </p:spPr>
        </p:sp>
        <p:sp>
          <p:nvSpPr>
            <p:cNvPr id="10561" name="Heatmap cell r38 c108"/>
            <p:cNvSpPr/>
            <p:nvPr/>
          </p:nvSpPr>
          <p:spPr>
            <a:xfrm>
              <a:off x="1967745" y="1015122"/>
              <a:ext cx="19034" cy="26609"/>
            </a:xfrm>
            <a:prstGeom prst="rect">
              <a:avLst/>
            </a:prstGeom>
            <a:solidFill>
              <a:srgbClr val="EA9DA3"/>
            </a:solidFill>
            <a:ln>
              <a:noFill/>
            </a:ln>
          </p:spPr>
        </p:sp>
        <p:sp>
          <p:nvSpPr>
            <p:cNvPr id="10562" name="Heatmap cell r38 c109"/>
            <p:cNvSpPr/>
            <p:nvPr/>
          </p:nvSpPr>
          <p:spPr>
            <a:xfrm>
              <a:off x="1986684" y="1015122"/>
              <a:ext cx="17140" cy="26609"/>
            </a:xfrm>
            <a:prstGeom prst="rect">
              <a:avLst/>
            </a:prstGeom>
            <a:solidFill>
              <a:srgbClr val="F5F7F9"/>
            </a:solidFill>
            <a:ln>
              <a:noFill/>
            </a:ln>
          </p:spPr>
        </p:sp>
        <p:sp>
          <p:nvSpPr>
            <p:cNvPr id="10563" name="Heatmap cell r38 c110"/>
            <p:cNvSpPr/>
            <p:nvPr/>
          </p:nvSpPr>
          <p:spPr>
            <a:xfrm>
              <a:off x="2003729" y="1015122"/>
              <a:ext cx="19034" cy="26609"/>
            </a:xfrm>
            <a:prstGeom prst="rect">
              <a:avLst/>
            </a:prstGeom>
            <a:solidFill>
              <a:srgbClr val="F4CCD1"/>
            </a:solidFill>
            <a:ln>
              <a:noFill/>
            </a:ln>
          </p:spPr>
        </p:sp>
        <p:sp>
          <p:nvSpPr>
            <p:cNvPr id="10564" name="Heatmap cell r38 c111"/>
            <p:cNvSpPr/>
            <p:nvPr/>
          </p:nvSpPr>
          <p:spPr>
            <a:xfrm>
              <a:off x="2022668" y="1015122"/>
              <a:ext cx="17140" cy="26609"/>
            </a:xfrm>
            <a:prstGeom prst="rect">
              <a:avLst/>
            </a:prstGeom>
            <a:solidFill>
              <a:srgbClr val="F1C3C8"/>
            </a:solidFill>
            <a:ln>
              <a:noFill/>
            </a:ln>
          </p:spPr>
        </p:sp>
        <p:sp>
          <p:nvSpPr>
            <p:cNvPr id="10565" name="Heatmap cell r38 c112"/>
            <p:cNvSpPr/>
            <p:nvPr/>
          </p:nvSpPr>
          <p:spPr>
            <a:xfrm>
              <a:off x="2039712" y="1015122"/>
              <a:ext cx="19034" cy="26609"/>
            </a:xfrm>
            <a:prstGeom prst="rect">
              <a:avLst/>
            </a:prstGeom>
            <a:solidFill>
              <a:srgbClr val="ABBED2"/>
            </a:solidFill>
            <a:ln>
              <a:noFill/>
            </a:ln>
          </p:spPr>
        </p:sp>
        <p:sp>
          <p:nvSpPr>
            <p:cNvPr id="10566" name="Heatmap cell r38 c113"/>
            <p:cNvSpPr/>
            <p:nvPr/>
          </p:nvSpPr>
          <p:spPr>
            <a:xfrm>
              <a:off x="2058651" y="1015122"/>
              <a:ext cx="17140" cy="26609"/>
            </a:xfrm>
            <a:prstGeom prst="rect">
              <a:avLst/>
            </a:prstGeom>
            <a:solidFill>
              <a:srgbClr val="F5CED2"/>
            </a:solidFill>
            <a:ln>
              <a:noFill/>
            </a:ln>
          </p:spPr>
        </p:sp>
        <p:sp>
          <p:nvSpPr>
            <p:cNvPr id="10567" name="Heatmap cell r38 c114"/>
            <p:cNvSpPr/>
            <p:nvPr/>
          </p:nvSpPr>
          <p:spPr>
            <a:xfrm>
              <a:off x="2075696" y="1015122"/>
              <a:ext cx="19034" cy="26609"/>
            </a:xfrm>
            <a:prstGeom prst="rect">
              <a:avLst/>
            </a:prstGeom>
            <a:solidFill>
              <a:srgbClr val="F8DEE0"/>
            </a:solidFill>
            <a:ln>
              <a:noFill/>
            </a:ln>
          </p:spPr>
        </p:sp>
        <p:sp>
          <p:nvSpPr>
            <p:cNvPr id="10568" name="Heatmap cell r38 c115"/>
            <p:cNvSpPr/>
            <p:nvPr/>
          </p:nvSpPr>
          <p:spPr>
            <a:xfrm>
              <a:off x="2094635" y="1015122"/>
              <a:ext cx="19034" cy="26609"/>
            </a:xfrm>
            <a:prstGeom prst="rect">
              <a:avLst/>
            </a:prstGeom>
            <a:solidFill>
              <a:srgbClr val="ECF0F6"/>
            </a:solidFill>
            <a:ln>
              <a:noFill/>
            </a:ln>
          </p:spPr>
        </p:sp>
        <p:sp>
          <p:nvSpPr>
            <p:cNvPr id="10569" name="Heatmap cell r38 c116"/>
            <p:cNvSpPr/>
            <p:nvPr/>
          </p:nvSpPr>
          <p:spPr>
            <a:xfrm>
              <a:off x="2113574" y="1015122"/>
              <a:ext cx="17140" cy="26609"/>
            </a:xfrm>
            <a:prstGeom prst="rect">
              <a:avLst/>
            </a:prstGeom>
            <a:solidFill>
              <a:srgbClr val="DF6B77"/>
            </a:solidFill>
            <a:ln>
              <a:noFill/>
            </a:ln>
          </p:spPr>
        </p:sp>
        <p:sp>
          <p:nvSpPr>
            <p:cNvPr id="10570" name="Heatmap cell r38 c117"/>
            <p:cNvSpPr/>
            <p:nvPr/>
          </p:nvSpPr>
          <p:spPr>
            <a:xfrm>
              <a:off x="2130619" y="1015122"/>
              <a:ext cx="19034" cy="26609"/>
            </a:xfrm>
            <a:prstGeom prst="rect">
              <a:avLst/>
            </a:prstGeom>
            <a:solidFill>
              <a:srgbClr val="EDAEB5"/>
            </a:solidFill>
            <a:ln>
              <a:noFill/>
            </a:ln>
          </p:spPr>
        </p:sp>
        <p:sp>
          <p:nvSpPr>
            <p:cNvPr id="10571" name="Heatmap cell r38 c118"/>
            <p:cNvSpPr/>
            <p:nvPr/>
          </p:nvSpPr>
          <p:spPr>
            <a:xfrm>
              <a:off x="2149558" y="1015122"/>
              <a:ext cx="17140" cy="26609"/>
            </a:xfrm>
            <a:prstGeom prst="rect">
              <a:avLst/>
            </a:prstGeom>
            <a:solidFill>
              <a:srgbClr val="A2B8CE"/>
            </a:solidFill>
            <a:ln>
              <a:noFill/>
            </a:ln>
          </p:spPr>
        </p:sp>
        <p:sp>
          <p:nvSpPr>
            <p:cNvPr id="10572" name="Heatmap cell r38 c119"/>
            <p:cNvSpPr/>
            <p:nvPr/>
          </p:nvSpPr>
          <p:spPr>
            <a:xfrm>
              <a:off x="2166603" y="1015122"/>
              <a:ext cx="19034" cy="26609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10573" name="Heatmap cell r38 c120"/>
            <p:cNvSpPr/>
            <p:nvPr/>
          </p:nvSpPr>
          <p:spPr>
            <a:xfrm>
              <a:off x="2185542" y="1015122"/>
              <a:ext cx="17140" cy="26609"/>
            </a:xfrm>
            <a:prstGeom prst="rect">
              <a:avLst/>
            </a:prstGeom>
            <a:solidFill>
              <a:srgbClr val="EDAEB5"/>
            </a:solidFill>
            <a:ln>
              <a:noFill/>
            </a:ln>
          </p:spPr>
        </p:sp>
        <p:sp>
          <p:nvSpPr>
            <p:cNvPr id="10574" name="Heatmap cell r38 c121"/>
            <p:cNvSpPr/>
            <p:nvPr/>
          </p:nvSpPr>
          <p:spPr>
            <a:xfrm>
              <a:off x="2202586" y="1015122"/>
              <a:ext cx="19034" cy="26609"/>
            </a:xfrm>
            <a:prstGeom prst="rect">
              <a:avLst/>
            </a:prstGeom>
            <a:solidFill>
              <a:srgbClr val="DFE7ED"/>
            </a:solidFill>
            <a:ln>
              <a:noFill/>
            </a:ln>
          </p:spPr>
        </p:sp>
        <p:sp>
          <p:nvSpPr>
            <p:cNvPr id="10575" name="Heatmap cell r38 c122"/>
            <p:cNvSpPr/>
            <p:nvPr/>
          </p:nvSpPr>
          <p:spPr>
            <a:xfrm>
              <a:off x="2221525" y="1015122"/>
              <a:ext cx="17140" cy="26609"/>
            </a:xfrm>
            <a:prstGeom prst="rect">
              <a:avLst/>
            </a:prstGeom>
            <a:solidFill>
              <a:srgbClr val="D0DBE6"/>
            </a:solidFill>
            <a:ln>
              <a:noFill/>
            </a:ln>
          </p:spPr>
        </p:sp>
        <p:sp>
          <p:nvSpPr>
            <p:cNvPr id="10576" name="Heatmap cell r38 c123"/>
            <p:cNvSpPr/>
            <p:nvPr/>
          </p:nvSpPr>
          <p:spPr>
            <a:xfrm>
              <a:off x="2238570" y="1015122"/>
              <a:ext cx="19034" cy="26609"/>
            </a:xfrm>
            <a:prstGeom prst="rect">
              <a:avLst/>
            </a:prstGeom>
            <a:solidFill>
              <a:srgbClr val="CED9E4"/>
            </a:solidFill>
            <a:ln>
              <a:noFill/>
            </a:ln>
          </p:spPr>
        </p:sp>
        <p:sp>
          <p:nvSpPr>
            <p:cNvPr id="10577" name="Heatmap cell r38 c124"/>
            <p:cNvSpPr/>
            <p:nvPr/>
          </p:nvSpPr>
          <p:spPr>
            <a:xfrm>
              <a:off x="2257509" y="1015122"/>
              <a:ext cx="17140" cy="26609"/>
            </a:xfrm>
            <a:prstGeom prst="rect">
              <a:avLst/>
            </a:prstGeom>
            <a:solidFill>
              <a:srgbClr val="F8DEE0"/>
            </a:solidFill>
            <a:ln>
              <a:noFill/>
            </a:ln>
          </p:spPr>
        </p:sp>
        <p:sp>
          <p:nvSpPr>
            <p:cNvPr id="10578" name="Heatmap cell r38 c125"/>
            <p:cNvSpPr/>
            <p:nvPr/>
          </p:nvSpPr>
          <p:spPr>
            <a:xfrm>
              <a:off x="2274554" y="1015122"/>
              <a:ext cx="19034" cy="26609"/>
            </a:xfrm>
            <a:prstGeom prst="rect">
              <a:avLst/>
            </a:prstGeom>
            <a:solidFill>
              <a:srgbClr val="F8DBDD"/>
            </a:solidFill>
            <a:ln>
              <a:noFill/>
            </a:ln>
          </p:spPr>
        </p:sp>
        <p:sp>
          <p:nvSpPr>
            <p:cNvPr id="10579" name="Heatmap cell r38 c126"/>
            <p:cNvSpPr/>
            <p:nvPr/>
          </p:nvSpPr>
          <p:spPr>
            <a:xfrm>
              <a:off x="2293493" y="1015122"/>
              <a:ext cx="17140" cy="26609"/>
            </a:xfrm>
            <a:prstGeom prst="rect">
              <a:avLst/>
            </a:prstGeom>
            <a:solidFill>
              <a:srgbClr val="F6D4D7"/>
            </a:solidFill>
            <a:ln>
              <a:noFill/>
            </a:ln>
          </p:spPr>
        </p:sp>
        <p:sp>
          <p:nvSpPr>
            <p:cNvPr id="10580" name="Heatmap cell r38 c127"/>
            <p:cNvSpPr/>
            <p:nvPr/>
          </p:nvSpPr>
          <p:spPr>
            <a:xfrm>
              <a:off x="2310538" y="1015122"/>
              <a:ext cx="19034" cy="26609"/>
            </a:xfrm>
            <a:prstGeom prst="rect">
              <a:avLst/>
            </a:prstGeom>
            <a:solidFill>
              <a:srgbClr val="EBA9AE"/>
            </a:solidFill>
            <a:ln>
              <a:noFill/>
            </a:ln>
          </p:spPr>
        </p:sp>
        <p:sp>
          <p:nvSpPr>
            <p:cNvPr id="10581" name="Heatmap cell r38 c128"/>
            <p:cNvSpPr/>
            <p:nvPr/>
          </p:nvSpPr>
          <p:spPr>
            <a:xfrm>
              <a:off x="2329477" y="1015122"/>
              <a:ext cx="19034" cy="26609"/>
            </a:xfrm>
            <a:prstGeom prst="rect">
              <a:avLst/>
            </a:prstGeom>
            <a:solidFill>
              <a:srgbClr val="ABC0D2"/>
            </a:solidFill>
            <a:ln>
              <a:noFill/>
            </a:ln>
          </p:spPr>
        </p:sp>
        <p:sp>
          <p:nvSpPr>
            <p:cNvPr id="10582" name="Heatmap cell r38 c129"/>
            <p:cNvSpPr/>
            <p:nvPr/>
          </p:nvSpPr>
          <p:spPr>
            <a:xfrm>
              <a:off x="2348416" y="1015122"/>
              <a:ext cx="17140" cy="26609"/>
            </a:xfrm>
            <a:prstGeom prst="rect">
              <a:avLst/>
            </a:prstGeom>
            <a:solidFill>
              <a:srgbClr val="F7E2E4"/>
            </a:solidFill>
            <a:ln>
              <a:noFill/>
            </a:ln>
          </p:spPr>
        </p:sp>
        <p:sp>
          <p:nvSpPr>
            <p:cNvPr id="10583" name="Heatmap cell r38 c130"/>
            <p:cNvSpPr/>
            <p:nvPr/>
          </p:nvSpPr>
          <p:spPr>
            <a:xfrm>
              <a:off x="2365460" y="1015122"/>
              <a:ext cx="19034" cy="26609"/>
            </a:xfrm>
            <a:prstGeom prst="rect">
              <a:avLst/>
            </a:prstGeom>
            <a:solidFill>
              <a:srgbClr val="F1BEC3"/>
            </a:solidFill>
            <a:ln>
              <a:noFill/>
            </a:ln>
          </p:spPr>
        </p:sp>
        <p:sp>
          <p:nvSpPr>
            <p:cNvPr id="10584" name="Heatmap cell r38 c131"/>
            <p:cNvSpPr/>
            <p:nvPr/>
          </p:nvSpPr>
          <p:spPr>
            <a:xfrm>
              <a:off x="2384399" y="1015122"/>
              <a:ext cx="17140" cy="26609"/>
            </a:xfrm>
            <a:prstGeom prst="rect">
              <a:avLst/>
            </a:prstGeom>
            <a:solidFill>
              <a:srgbClr val="F3C9CE"/>
            </a:solidFill>
            <a:ln>
              <a:noFill/>
            </a:ln>
          </p:spPr>
        </p:sp>
        <p:sp>
          <p:nvSpPr>
            <p:cNvPr id="10585" name="Heatmap cell r38 c132"/>
            <p:cNvSpPr/>
            <p:nvPr/>
          </p:nvSpPr>
          <p:spPr>
            <a:xfrm>
              <a:off x="2401444" y="1015122"/>
              <a:ext cx="19034" cy="26609"/>
            </a:xfrm>
            <a:prstGeom prst="rect">
              <a:avLst/>
            </a:prstGeom>
            <a:solidFill>
              <a:srgbClr val="CDD9E3"/>
            </a:solidFill>
            <a:ln>
              <a:noFill/>
            </a:ln>
          </p:spPr>
        </p:sp>
        <p:sp>
          <p:nvSpPr>
            <p:cNvPr id="10586" name="Heatmap cell r38 c133"/>
            <p:cNvSpPr/>
            <p:nvPr/>
          </p:nvSpPr>
          <p:spPr>
            <a:xfrm>
              <a:off x="2420383" y="1015122"/>
              <a:ext cx="17140" cy="26609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10587" name="Heatmap cell r38 c134"/>
            <p:cNvSpPr/>
            <p:nvPr/>
          </p:nvSpPr>
          <p:spPr>
            <a:xfrm>
              <a:off x="2437428" y="1015122"/>
              <a:ext cx="19034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10588" name="Heatmap cell r38 c135"/>
            <p:cNvSpPr/>
            <p:nvPr/>
          </p:nvSpPr>
          <p:spPr>
            <a:xfrm>
              <a:off x="2456367" y="1015122"/>
              <a:ext cx="17140" cy="26609"/>
            </a:xfrm>
            <a:prstGeom prst="rect">
              <a:avLst/>
            </a:prstGeom>
            <a:solidFill>
              <a:srgbClr val="E2EAEF"/>
            </a:solidFill>
            <a:ln>
              <a:noFill/>
            </a:ln>
          </p:spPr>
        </p:sp>
        <p:sp>
          <p:nvSpPr>
            <p:cNvPr id="10589" name="Heatmap cell r38 c137"/>
            <p:cNvSpPr/>
            <p:nvPr/>
          </p:nvSpPr>
          <p:spPr>
            <a:xfrm>
              <a:off x="2492351" y="1015122"/>
              <a:ext cx="17140" cy="26609"/>
            </a:xfrm>
            <a:prstGeom prst="rect">
              <a:avLst/>
            </a:prstGeom>
            <a:solidFill>
              <a:srgbClr val="EDAEB5"/>
            </a:solidFill>
            <a:ln>
              <a:noFill/>
            </a:ln>
          </p:spPr>
        </p:sp>
        <p:sp>
          <p:nvSpPr>
            <p:cNvPr id="10590" name="Heatmap cell r38 c138"/>
            <p:cNvSpPr/>
            <p:nvPr/>
          </p:nvSpPr>
          <p:spPr>
            <a:xfrm>
              <a:off x="2509396" y="1015122"/>
              <a:ext cx="19034" cy="26609"/>
            </a:xfrm>
            <a:prstGeom prst="rect">
              <a:avLst/>
            </a:prstGeom>
            <a:solidFill>
              <a:srgbClr val="E1E9EF"/>
            </a:solidFill>
            <a:ln>
              <a:noFill/>
            </a:ln>
          </p:spPr>
        </p:sp>
        <p:sp>
          <p:nvSpPr>
            <p:cNvPr id="10591" name="Heatmap cell r38 c140"/>
            <p:cNvSpPr/>
            <p:nvPr/>
          </p:nvSpPr>
          <p:spPr>
            <a:xfrm>
              <a:off x="2545379" y="1015122"/>
              <a:ext cx="19034" cy="26609"/>
            </a:xfrm>
            <a:prstGeom prst="rect">
              <a:avLst/>
            </a:prstGeom>
            <a:solidFill>
              <a:srgbClr val="D7E1EB"/>
            </a:solidFill>
            <a:ln>
              <a:noFill/>
            </a:ln>
          </p:spPr>
        </p:sp>
        <p:sp>
          <p:nvSpPr>
            <p:cNvPr id="10592" name="Heatmap cell r38 c141"/>
            <p:cNvSpPr/>
            <p:nvPr/>
          </p:nvSpPr>
          <p:spPr>
            <a:xfrm>
              <a:off x="2564318" y="1015122"/>
              <a:ext cx="19034" cy="26609"/>
            </a:xfrm>
            <a:prstGeom prst="rect">
              <a:avLst/>
            </a:prstGeom>
            <a:solidFill>
              <a:srgbClr val="F0F5F8"/>
            </a:solidFill>
            <a:ln>
              <a:noFill/>
            </a:ln>
          </p:spPr>
        </p:sp>
        <p:sp>
          <p:nvSpPr>
            <p:cNvPr id="10593" name="Heatmap cell r38 c142"/>
            <p:cNvSpPr/>
            <p:nvPr/>
          </p:nvSpPr>
          <p:spPr>
            <a:xfrm>
              <a:off x="2583257" y="1015122"/>
              <a:ext cx="17140" cy="26609"/>
            </a:xfrm>
            <a:prstGeom prst="rect">
              <a:avLst/>
            </a:prstGeom>
            <a:solidFill>
              <a:srgbClr val="EEB1B7"/>
            </a:solidFill>
            <a:ln>
              <a:noFill/>
            </a:ln>
          </p:spPr>
        </p:sp>
        <p:sp>
          <p:nvSpPr>
            <p:cNvPr id="10594" name="Heatmap cell r38 c143"/>
            <p:cNvSpPr/>
            <p:nvPr/>
          </p:nvSpPr>
          <p:spPr>
            <a:xfrm>
              <a:off x="2600302" y="1015122"/>
              <a:ext cx="19034" cy="26609"/>
            </a:xfrm>
            <a:prstGeom prst="rect">
              <a:avLst/>
            </a:prstGeom>
            <a:solidFill>
              <a:srgbClr val="F4CED1"/>
            </a:solidFill>
            <a:ln>
              <a:noFill/>
            </a:ln>
          </p:spPr>
        </p:sp>
        <p:sp>
          <p:nvSpPr>
            <p:cNvPr id="10595" name="Heatmap cell r38 c144"/>
            <p:cNvSpPr/>
            <p:nvPr/>
          </p:nvSpPr>
          <p:spPr>
            <a:xfrm>
              <a:off x="2619241" y="1015122"/>
              <a:ext cx="17140" cy="26609"/>
            </a:xfrm>
            <a:prstGeom prst="rect">
              <a:avLst/>
            </a:prstGeom>
            <a:solidFill>
              <a:srgbClr val="CED9E4"/>
            </a:solidFill>
            <a:ln>
              <a:noFill/>
            </a:ln>
          </p:spPr>
        </p:sp>
        <p:sp>
          <p:nvSpPr>
            <p:cNvPr id="10596" name="Heatmap cell r38 c145"/>
            <p:cNvSpPr/>
            <p:nvPr/>
          </p:nvSpPr>
          <p:spPr>
            <a:xfrm>
              <a:off x="2636286" y="1015122"/>
              <a:ext cx="19034" cy="26609"/>
            </a:xfrm>
            <a:prstGeom prst="rect">
              <a:avLst/>
            </a:prstGeom>
            <a:solidFill>
              <a:srgbClr val="F1F5F8"/>
            </a:solidFill>
            <a:ln>
              <a:noFill/>
            </a:ln>
          </p:spPr>
        </p:sp>
        <p:sp>
          <p:nvSpPr>
            <p:cNvPr id="10597" name="Heatmap cell r38 c146"/>
            <p:cNvSpPr/>
            <p:nvPr/>
          </p:nvSpPr>
          <p:spPr>
            <a:xfrm>
              <a:off x="2655225" y="1015122"/>
              <a:ext cx="17140" cy="26609"/>
            </a:xfrm>
            <a:prstGeom prst="rect">
              <a:avLst/>
            </a:prstGeom>
            <a:solidFill>
              <a:srgbClr val="C3D1DF"/>
            </a:solidFill>
            <a:ln>
              <a:noFill/>
            </a:ln>
          </p:spPr>
        </p:sp>
        <p:sp>
          <p:nvSpPr>
            <p:cNvPr id="10598" name="Heatmap cell r38 c147"/>
            <p:cNvSpPr/>
            <p:nvPr/>
          </p:nvSpPr>
          <p:spPr>
            <a:xfrm>
              <a:off x="2672270" y="1015122"/>
              <a:ext cx="19034" cy="26609"/>
            </a:xfrm>
            <a:prstGeom prst="rect">
              <a:avLst/>
            </a:prstGeom>
            <a:solidFill>
              <a:srgbClr val="F5CFD2"/>
            </a:solidFill>
            <a:ln>
              <a:noFill/>
            </a:ln>
          </p:spPr>
        </p:sp>
        <p:sp>
          <p:nvSpPr>
            <p:cNvPr id="10599" name="Heatmap cell r38 c148"/>
            <p:cNvSpPr/>
            <p:nvPr/>
          </p:nvSpPr>
          <p:spPr>
            <a:xfrm>
              <a:off x="2691208" y="1015122"/>
              <a:ext cx="17140" cy="26609"/>
            </a:xfrm>
            <a:prstGeom prst="rect">
              <a:avLst/>
            </a:prstGeom>
            <a:solidFill>
              <a:srgbClr val="E27884"/>
            </a:solidFill>
            <a:ln>
              <a:noFill/>
            </a:ln>
          </p:spPr>
        </p:sp>
        <p:sp>
          <p:nvSpPr>
            <p:cNvPr id="10600" name="Heatmap cell r38 c149"/>
            <p:cNvSpPr/>
            <p:nvPr/>
          </p:nvSpPr>
          <p:spPr>
            <a:xfrm>
              <a:off x="2708253" y="1015122"/>
              <a:ext cx="19034" cy="26609"/>
            </a:xfrm>
            <a:prstGeom prst="rect">
              <a:avLst/>
            </a:prstGeom>
            <a:solidFill>
              <a:srgbClr val="E89199"/>
            </a:solidFill>
            <a:ln>
              <a:noFill/>
            </a:ln>
          </p:spPr>
        </p:sp>
        <p:sp>
          <p:nvSpPr>
            <p:cNvPr id="10601" name="Heatmap cell r38 c150"/>
            <p:cNvSpPr/>
            <p:nvPr/>
          </p:nvSpPr>
          <p:spPr>
            <a:xfrm>
              <a:off x="2727192" y="1015122"/>
              <a:ext cx="17140" cy="26609"/>
            </a:xfrm>
            <a:prstGeom prst="rect">
              <a:avLst/>
            </a:prstGeom>
            <a:solidFill>
              <a:srgbClr val="C9D6E2"/>
            </a:solidFill>
            <a:ln>
              <a:noFill/>
            </a:ln>
          </p:spPr>
        </p:sp>
        <p:sp>
          <p:nvSpPr>
            <p:cNvPr id="10602" name="Heatmap cell r38 c151"/>
            <p:cNvSpPr/>
            <p:nvPr/>
          </p:nvSpPr>
          <p:spPr>
            <a:xfrm>
              <a:off x="2744237" y="1015122"/>
              <a:ext cx="19034" cy="26609"/>
            </a:xfrm>
            <a:prstGeom prst="rect">
              <a:avLst/>
            </a:prstGeom>
            <a:solidFill>
              <a:srgbClr val="E3EAF0"/>
            </a:solidFill>
            <a:ln>
              <a:noFill/>
            </a:ln>
          </p:spPr>
        </p:sp>
        <p:sp>
          <p:nvSpPr>
            <p:cNvPr id="10603" name="Heatmap cell r38 c152"/>
            <p:cNvSpPr/>
            <p:nvPr/>
          </p:nvSpPr>
          <p:spPr>
            <a:xfrm>
              <a:off x="2763176" y="1015122"/>
              <a:ext cx="17140" cy="26609"/>
            </a:xfrm>
            <a:prstGeom prst="rect">
              <a:avLst/>
            </a:prstGeom>
            <a:solidFill>
              <a:srgbClr val="EA949C"/>
            </a:solidFill>
            <a:ln>
              <a:noFill/>
            </a:ln>
          </p:spPr>
        </p:sp>
        <p:sp>
          <p:nvSpPr>
            <p:cNvPr id="10604" name="Heatmap cell r38 c153"/>
            <p:cNvSpPr/>
            <p:nvPr/>
          </p:nvSpPr>
          <p:spPr>
            <a:xfrm>
              <a:off x="2780221" y="1015122"/>
              <a:ext cx="19034" cy="26609"/>
            </a:xfrm>
            <a:prstGeom prst="rect">
              <a:avLst/>
            </a:prstGeom>
            <a:solidFill>
              <a:srgbClr val="96AFC7"/>
            </a:solidFill>
            <a:ln>
              <a:noFill/>
            </a:ln>
          </p:spPr>
        </p:sp>
        <p:sp>
          <p:nvSpPr>
            <p:cNvPr id="10605" name="Heatmap cell r38 c154"/>
            <p:cNvSpPr/>
            <p:nvPr/>
          </p:nvSpPr>
          <p:spPr>
            <a:xfrm>
              <a:off x="2799160" y="1015122"/>
              <a:ext cx="17140" cy="26609"/>
            </a:xfrm>
            <a:prstGeom prst="rect">
              <a:avLst/>
            </a:prstGeom>
            <a:solidFill>
              <a:srgbClr val="C9D6E2"/>
            </a:solidFill>
            <a:ln>
              <a:noFill/>
            </a:ln>
          </p:spPr>
        </p:sp>
        <p:sp>
          <p:nvSpPr>
            <p:cNvPr id="10606" name="Heatmap cell r38 c155"/>
            <p:cNvSpPr/>
            <p:nvPr/>
          </p:nvSpPr>
          <p:spPr>
            <a:xfrm>
              <a:off x="2816205" y="1015122"/>
              <a:ext cx="19034" cy="26609"/>
            </a:xfrm>
            <a:prstGeom prst="rect">
              <a:avLst/>
            </a:prstGeom>
            <a:solidFill>
              <a:srgbClr val="BECFDD"/>
            </a:solidFill>
            <a:ln>
              <a:noFill/>
            </a:ln>
          </p:spPr>
        </p:sp>
        <p:sp>
          <p:nvSpPr>
            <p:cNvPr id="10607" name="Heatmap cell r38 c156"/>
            <p:cNvSpPr/>
            <p:nvPr/>
          </p:nvSpPr>
          <p:spPr>
            <a:xfrm>
              <a:off x="2835144" y="1015122"/>
              <a:ext cx="19034" cy="26609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10608" name="Heatmap cell r38 c157"/>
            <p:cNvSpPr/>
            <p:nvPr/>
          </p:nvSpPr>
          <p:spPr>
            <a:xfrm>
              <a:off x="2854082" y="1015122"/>
              <a:ext cx="17140" cy="26609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10609" name="Heatmap cell r38 c158"/>
            <p:cNvSpPr/>
            <p:nvPr/>
          </p:nvSpPr>
          <p:spPr>
            <a:xfrm>
              <a:off x="2871127" y="1015122"/>
              <a:ext cx="19034" cy="26609"/>
            </a:xfrm>
            <a:prstGeom prst="rect">
              <a:avLst/>
            </a:prstGeom>
            <a:solidFill>
              <a:srgbClr val="F0BDC2"/>
            </a:solidFill>
            <a:ln>
              <a:noFill/>
            </a:ln>
          </p:spPr>
        </p:sp>
        <p:sp>
          <p:nvSpPr>
            <p:cNvPr id="10610" name="Heatmap cell r38 c159"/>
            <p:cNvSpPr/>
            <p:nvPr/>
          </p:nvSpPr>
          <p:spPr>
            <a:xfrm>
              <a:off x="2890066" y="1015122"/>
              <a:ext cx="17140" cy="26609"/>
            </a:xfrm>
            <a:prstGeom prst="rect">
              <a:avLst/>
            </a:prstGeom>
            <a:solidFill>
              <a:srgbClr val="E06F7A"/>
            </a:solidFill>
            <a:ln>
              <a:noFill/>
            </a:ln>
          </p:spPr>
        </p:sp>
        <p:sp>
          <p:nvSpPr>
            <p:cNvPr id="10611" name="Heatmap cell r38 c160"/>
            <p:cNvSpPr/>
            <p:nvPr/>
          </p:nvSpPr>
          <p:spPr>
            <a:xfrm>
              <a:off x="2907111" y="1015122"/>
              <a:ext cx="19034" cy="26609"/>
            </a:xfrm>
            <a:prstGeom prst="rect">
              <a:avLst/>
            </a:prstGeom>
            <a:solidFill>
              <a:srgbClr val="FBF0F1"/>
            </a:solidFill>
            <a:ln>
              <a:noFill/>
            </a:ln>
          </p:spPr>
        </p:sp>
        <p:sp>
          <p:nvSpPr>
            <p:cNvPr id="10612" name="Heatmap cell r38 c161"/>
            <p:cNvSpPr/>
            <p:nvPr/>
          </p:nvSpPr>
          <p:spPr>
            <a:xfrm>
              <a:off x="2926050" y="1015122"/>
              <a:ext cx="17140" cy="26609"/>
            </a:xfrm>
            <a:prstGeom prst="rect">
              <a:avLst/>
            </a:prstGeom>
            <a:solidFill>
              <a:srgbClr val="F5CFD2"/>
            </a:solidFill>
            <a:ln>
              <a:noFill/>
            </a:ln>
          </p:spPr>
        </p:sp>
        <p:sp>
          <p:nvSpPr>
            <p:cNvPr id="10613" name="Heatmap cell r38 c162"/>
            <p:cNvSpPr/>
            <p:nvPr/>
          </p:nvSpPr>
          <p:spPr>
            <a:xfrm>
              <a:off x="2943095" y="1015122"/>
              <a:ext cx="19034" cy="26609"/>
            </a:xfrm>
            <a:prstGeom prst="rect">
              <a:avLst/>
            </a:prstGeom>
            <a:solidFill>
              <a:srgbClr val="F6D6DA"/>
            </a:solidFill>
            <a:ln>
              <a:noFill/>
            </a:ln>
          </p:spPr>
        </p:sp>
        <p:sp>
          <p:nvSpPr>
            <p:cNvPr id="10614" name="Heatmap cell r38 c163"/>
            <p:cNvSpPr/>
            <p:nvPr/>
          </p:nvSpPr>
          <p:spPr>
            <a:xfrm>
              <a:off x="2962034" y="1015122"/>
              <a:ext cx="17140" cy="26609"/>
            </a:xfrm>
            <a:prstGeom prst="rect">
              <a:avLst/>
            </a:prstGeom>
            <a:solidFill>
              <a:srgbClr val="F6D6DA"/>
            </a:solidFill>
            <a:ln>
              <a:noFill/>
            </a:ln>
          </p:spPr>
        </p:sp>
        <p:sp>
          <p:nvSpPr>
            <p:cNvPr id="10615" name="Heatmap cell r38 c164"/>
            <p:cNvSpPr/>
            <p:nvPr/>
          </p:nvSpPr>
          <p:spPr>
            <a:xfrm>
              <a:off x="2979079" y="1015122"/>
              <a:ext cx="19034" cy="26609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10616" name="Heatmap cell r38 c165"/>
            <p:cNvSpPr/>
            <p:nvPr/>
          </p:nvSpPr>
          <p:spPr>
            <a:xfrm>
              <a:off x="2998018" y="1015122"/>
              <a:ext cx="17140" cy="26609"/>
            </a:xfrm>
            <a:prstGeom prst="rect">
              <a:avLst/>
            </a:prstGeom>
            <a:solidFill>
              <a:srgbClr val="FAECEC"/>
            </a:solidFill>
            <a:ln>
              <a:noFill/>
            </a:ln>
          </p:spPr>
        </p:sp>
        <p:sp>
          <p:nvSpPr>
            <p:cNvPr id="10617" name="Heatmap cell r38 c166"/>
            <p:cNvSpPr/>
            <p:nvPr/>
          </p:nvSpPr>
          <p:spPr>
            <a:xfrm>
              <a:off x="3015062" y="1015122"/>
              <a:ext cx="19034" cy="26609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10618" name="Heatmap cell r38 c167"/>
            <p:cNvSpPr/>
            <p:nvPr/>
          </p:nvSpPr>
          <p:spPr>
            <a:xfrm>
              <a:off x="3034001" y="1015122"/>
              <a:ext cx="17140" cy="26609"/>
            </a:xfrm>
            <a:prstGeom prst="rect">
              <a:avLst/>
            </a:prstGeom>
            <a:solidFill>
              <a:srgbClr val="F1C0C4"/>
            </a:solidFill>
            <a:ln>
              <a:noFill/>
            </a:ln>
          </p:spPr>
        </p:sp>
        <p:sp>
          <p:nvSpPr>
            <p:cNvPr id="10619" name="Heatmap cell r38 c169"/>
            <p:cNvSpPr/>
            <p:nvPr/>
          </p:nvSpPr>
          <p:spPr>
            <a:xfrm>
              <a:off x="3069985" y="1015122"/>
              <a:ext cx="19034" cy="26609"/>
            </a:xfrm>
            <a:prstGeom prst="rect">
              <a:avLst/>
            </a:prstGeom>
            <a:solidFill>
              <a:srgbClr val="EFB4B9"/>
            </a:solidFill>
            <a:ln>
              <a:noFill/>
            </a:ln>
          </p:spPr>
        </p:sp>
        <p:sp>
          <p:nvSpPr>
            <p:cNvPr id="10620" name="Heatmap cell r38 c170"/>
            <p:cNvSpPr/>
            <p:nvPr/>
          </p:nvSpPr>
          <p:spPr>
            <a:xfrm>
              <a:off x="3088924" y="1015122"/>
              <a:ext cx="17140" cy="26609"/>
            </a:xfrm>
            <a:prstGeom prst="rect">
              <a:avLst/>
            </a:prstGeom>
            <a:solidFill>
              <a:srgbClr val="F6D5D9"/>
            </a:solidFill>
            <a:ln>
              <a:noFill/>
            </a:ln>
          </p:spPr>
        </p:sp>
        <p:sp>
          <p:nvSpPr>
            <p:cNvPr id="10621" name="Heatmap cell r38 c171"/>
            <p:cNvSpPr/>
            <p:nvPr/>
          </p:nvSpPr>
          <p:spPr>
            <a:xfrm>
              <a:off x="3105969" y="1015122"/>
              <a:ext cx="19034" cy="26609"/>
            </a:xfrm>
            <a:prstGeom prst="rect">
              <a:avLst/>
            </a:prstGeom>
            <a:solidFill>
              <a:srgbClr val="EFB9BE"/>
            </a:solidFill>
            <a:ln>
              <a:noFill/>
            </a:ln>
          </p:spPr>
        </p:sp>
        <p:sp>
          <p:nvSpPr>
            <p:cNvPr id="10622" name="Heatmap cell r38 c172"/>
            <p:cNvSpPr/>
            <p:nvPr/>
          </p:nvSpPr>
          <p:spPr>
            <a:xfrm>
              <a:off x="3124908" y="1015122"/>
              <a:ext cx="17140" cy="26609"/>
            </a:xfrm>
            <a:prstGeom prst="rect">
              <a:avLst/>
            </a:prstGeom>
            <a:solidFill>
              <a:srgbClr val="F1C3C8"/>
            </a:solidFill>
            <a:ln>
              <a:noFill/>
            </a:ln>
          </p:spPr>
        </p:sp>
        <p:sp>
          <p:nvSpPr>
            <p:cNvPr id="10623" name="Heatmap cell r38 c173"/>
            <p:cNvSpPr/>
            <p:nvPr/>
          </p:nvSpPr>
          <p:spPr>
            <a:xfrm>
              <a:off x="3141953" y="1015122"/>
              <a:ext cx="19034" cy="26609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</p:sp>
        <p:sp>
          <p:nvSpPr>
            <p:cNvPr id="10624" name="Heatmap cell r38 c174"/>
            <p:cNvSpPr/>
            <p:nvPr/>
          </p:nvSpPr>
          <p:spPr>
            <a:xfrm>
              <a:off x="3160892" y="1015122"/>
              <a:ext cx="17140" cy="26609"/>
            </a:xfrm>
            <a:prstGeom prst="rect">
              <a:avLst/>
            </a:prstGeom>
            <a:solidFill>
              <a:srgbClr val="ECAAAF"/>
            </a:solidFill>
            <a:ln>
              <a:noFill/>
            </a:ln>
          </p:spPr>
        </p:sp>
        <p:sp>
          <p:nvSpPr>
            <p:cNvPr id="10625" name="Heatmap cell r38 c175"/>
            <p:cNvSpPr/>
            <p:nvPr/>
          </p:nvSpPr>
          <p:spPr>
            <a:xfrm>
              <a:off x="3177936" y="1015122"/>
              <a:ext cx="19034" cy="26609"/>
            </a:xfrm>
            <a:prstGeom prst="rect">
              <a:avLst/>
            </a:prstGeom>
            <a:solidFill>
              <a:srgbClr val="F7DCDF"/>
            </a:solidFill>
            <a:ln>
              <a:noFill/>
            </a:ln>
          </p:spPr>
        </p:sp>
        <p:sp>
          <p:nvSpPr>
            <p:cNvPr id="10626" name="Heatmap cell r38 c176"/>
            <p:cNvSpPr/>
            <p:nvPr/>
          </p:nvSpPr>
          <p:spPr>
            <a:xfrm>
              <a:off x="3196875" y="1015122"/>
              <a:ext cx="17140" cy="26609"/>
            </a:xfrm>
            <a:prstGeom prst="rect">
              <a:avLst/>
            </a:prstGeom>
            <a:solidFill>
              <a:srgbClr val="EB9FA6"/>
            </a:solidFill>
            <a:ln>
              <a:noFill/>
            </a:ln>
          </p:spPr>
        </p:sp>
        <p:sp>
          <p:nvSpPr>
            <p:cNvPr id="10627" name="Heatmap cell r38 c177"/>
            <p:cNvSpPr/>
            <p:nvPr/>
          </p:nvSpPr>
          <p:spPr>
            <a:xfrm>
              <a:off x="3213920" y="1015122"/>
              <a:ext cx="19034" cy="26609"/>
            </a:xfrm>
            <a:prstGeom prst="rect">
              <a:avLst/>
            </a:prstGeom>
            <a:solidFill>
              <a:srgbClr val="CAD6E3"/>
            </a:solidFill>
            <a:ln>
              <a:noFill/>
            </a:ln>
          </p:spPr>
        </p:sp>
        <p:sp>
          <p:nvSpPr>
            <p:cNvPr id="10628" name="Heatmap cell r38 c179"/>
            <p:cNvSpPr/>
            <p:nvPr/>
          </p:nvSpPr>
          <p:spPr>
            <a:xfrm>
              <a:off x="3249904" y="1015122"/>
              <a:ext cx="19034" cy="26609"/>
            </a:xfrm>
            <a:prstGeom prst="rect">
              <a:avLst/>
            </a:prstGeom>
            <a:solidFill>
              <a:srgbClr val="F7D3D6"/>
            </a:solidFill>
            <a:ln>
              <a:noFill/>
            </a:ln>
          </p:spPr>
        </p:sp>
        <p:sp>
          <p:nvSpPr>
            <p:cNvPr id="10629" name="Heatmap cell r38 c180"/>
            <p:cNvSpPr/>
            <p:nvPr/>
          </p:nvSpPr>
          <p:spPr>
            <a:xfrm>
              <a:off x="3268843" y="1015122"/>
              <a:ext cx="17140" cy="26609"/>
            </a:xfrm>
            <a:prstGeom prst="rect">
              <a:avLst/>
            </a:prstGeom>
            <a:solidFill>
              <a:srgbClr val="EA9DA3"/>
            </a:solidFill>
            <a:ln>
              <a:noFill/>
            </a:ln>
          </p:spPr>
        </p:sp>
        <p:sp>
          <p:nvSpPr>
            <p:cNvPr id="10630" name="Heatmap cell r38 c181"/>
            <p:cNvSpPr/>
            <p:nvPr/>
          </p:nvSpPr>
          <p:spPr>
            <a:xfrm>
              <a:off x="3285888" y="1015122"/>
              <a:ext cx="19034" cy="26609"/>
            </a:xfrm>
            <a:prstGeom prst="rect">
              <a:avLst/>
            </a:prstGeom>
            <a:solidFill>
              <a:srgbClr val="F1C2C6"/>
            </a:solidFill>
            <a:ln>
              <a:noFill/>
            </a:ln>
          </p:spPr>
        </p:sp>
        <p:sp>
          <p:nvSpPr>
            <p:cNvPr id="10631" name="Heatmap cell r38 c182"/>
            <p:cNvSpPr/>
            <p:nvPr/>
          </p:nvSpPr>
          <p:spPr>
            <a:xfrm>
              <a:off x="3304827" y="1015122"/>
              <a:ext cx="19034" cy="26609"/>
            </a:xfrm>
            <a:prstGeom prst="rect">
              <a:avLst/>
            </a:prstGeom>
            <a:solidFill>
              <a:srgbClr val="F8DEE0"/>
            </a:solidFill>
            <a:ln>
              <a:noFill/>
            </a:ln>
          </p:spPr>
        </p:sp>
        <p:sp>
          <p:nvSpPr>
            <p:cNvPr id="10632" name="Heatmap cell r38 c183"/>
            <p:cNvSpPr/>
            <p:nvPr/>
          </p:nvSpPr>
          <p:spPr>
            <a:xfrm>
              <a:off x="3323765" y="1015122"/>
              <a:ext cx="17140" cy="26609"/>
            </a:xfrm>
            <a:prstGeom prst="rect">
              <a:avLst/>
            </a:prstGeom>
            <a:solidFill>
              <a:srgbClr val="F1C1C5"/>
            </a:solidFill>
            <a:ln>
              <a:noFill/>
            </a:ln>
          </p:spPr>
        </p:sp>
        <p:sp>
          <p:nvSpPr>
            <p:cNvPr id="10633" name="Heatmap cell r38 c184"/>
            <p:cNvSpPr/>
            <p:nvPr/>
          </p:nvSpPr>
          <p:spPr>
            <a:xfrm>
              <a:off x="3340810" y="1015122"/>
              <a:ext cx="19034" cy="26609"/>
            </a:xfrm>
            <a:prstGeom prst="rect">
              <a:avLst/>
            </a:prstGeom>
            <a:solidFill>
              <a:srgbClr val="F8E9EA"/>
            </a:solidFill>
            <a:ln>
              <a:noFill/>
            </a:ln>
          </p:spPr>
        </p:sp>
        <p:sp>
          <p:nvSpPr>
            <p:cNvPr id="10634" name="Heatmap cell r38 c185"/>
            <p:cNvSpPr/>
            <p:nvPr/>
          </p:nvSpPr>
          <p:spPr>
            <a:xfrm>
              <a:off x="3359749" y="1015122"/>
              <a:ext cx="17140" cy="26609"/>
            </a:xfrm>
            <a:prstGeom prst="rect">
              <a:avLst/>
            </a:prstGeom>
            <a:solidFill>
              <a:srgbClr val="F7DADC"/>
            </a:solidFill>
            <a:ln>
              <a:noFill/>
            </a:ln>
          </p:spPr>
        </p:sp>
        <p:sp>
          <p:nvSpPr>
            <p:cNvPr id="10635" name="Heatmap cell r38 c186"/>
            <p:cNvSpPr/>
            <p:nvPr/>
          </p:nvSpPr>
          <p:spPr>
            <a:xfrm>
              <a:off x="3376794" y="1015122"/>
              <a:ext cx="19034" cy="26609"/>
            </a:xfrm>
            <a:prstGeom prst="rect">
              <a:avLst/>
            </a:prstGeom>
            <a:solidFill>
              <a:srgbClr val="EFB5BA"/>
            </a:solidFill>
            <a:ln>
              <a:noFill/>
            </a:ln>
          </p:spPr>
        </p:sp>
        <p:sp>
          <p:nvSpPr>
            <p:cNvPr id="10636" name="Heatmap cell r38 c187"/>
            <p:cNvSpPr/>
            <p:nvPr/>
          </p:nvSpPr>
          <p:spPr>
            <a:xfrm>
              <a:off x="3395733" y="1015122"/>
              <a:ext cx="17140" cy="26609"/>
            </a:xfrm>
            <a:prstGeom prst="rect">
              <a:avLst/>
            </a:prstGeom>
            <a:solidFill>
              <a:srgbClr val="F7D7DB"/>
            </a:solidFill>
            <a:ln>
              <a:noFill/>
            </a:ln>
          </p:spPr>
        </p:sp>
        <p:sp>
          <p:nvSpPr>
            <p:cNvPr id="10637" name="Heatmap cell r38 c189"/>
            <p:cNvSpPr/>
            <p:nvPr/>
          </p:nvSpPr>
          <p:spPr>
            <a:xfrm>
              <a:off x="3431717" y="1015122"/>
              <a:ext cx="17140" cy="26609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10638" name="Heatmap cell r38 c190"/>
            <p:cNvSpPr/>
            <p:nvPr/>
          </p:nvSpPr>
          <p:spPr>
            <a:xfrm>
              <a:off x="3448762" y="1015122"/>
              <a:ext cx="19034" cy="26609"/>
            </a:xfrm>
            <a:prstGeom prst="rect">
              <a:avLst/>
            </a:prstGeom>
            <a:solidFill>
              <a:srgbClr val="E27882"/>
            </a:solidFill>
            <a:ln>
              <a:noFill/>
            </a:ln>
          </p:spPr>
        </p:sp>
        <p:sp>
          <p:nvSpPr>
            <p:cNvPr id="10639" name="Heatmap cell r38 c192"/>
            <p:cNvSpPr/>
            <p:nvPr/>
          </p:nvSpPr>
          <p:spPr>
            <a:xfrm>
              <a:off x="3484746" y="1015122"/>
              <a:ext cx="19034" cy="26609"/>
            </a:xfrm>
            <a:prstGeom prst="rect">
              <a:avLst/>
            </a:prstGeom>
            <a:solidFill>
              <a:srgbClr val="EA99A0"/>
            </a:solidFill>
            <a:ln>
              <a:noFill/>
            </a:ln>
          </p:spPr>
        </p:sp>
        <p:sp>
          <p:nvSpPr>
            <p:cNvPr id="10640" name="Heatmap cell r38 c193"/>
            <p:cNvSpPr/>
            <p:nvPr/>
          </p:nvSpPr>
          <p:spPr>
            <a:xfrm>
              <a:off x="3503684" y="1015122"/>
              <a:ext cx="17140" cy="26609"/>
            </a:xfrm>
            <a:prstGeom prst="rect">
              <a:avLst/>
            </a:prstGeom>
            <a:solidFill>
              <a:srgbClr val="E78B94"/>
            </a:solidFill>
            <a:ln>
              <a:noFill/>
            </a:ln>
          </p:spPr>
        </p:sp>
        <p:sp>
          <p:nvSpPr>
            <p:cNvPr id="10641" name="Heatmap cell r38 c195"/>
            <p:cNvSpPr/>
            <p:nvPr/>
          </p:nvSpPr>
          <p:spPr>
            <a:xfrm>
              <a:off x="3539668" y="1015122"/>
              <a:ext cx="19034" cy="26609"/>
            </a:xfrm>
            <a:prstGeom prst="rect">
              <a:avLst/>
            </a:prstGeom>
            <a:solidFill>
              <a:srgbClr val="F8F8FA"/>
            </a:solidFill>
            <a:ln>
              <a:noFill/>
            </a:ln>
          </p:spPr>
        </p:sp>
        <p:sp>
          <p:nvSpPr>
            <p:cNvPr id="10642" name="Heatmap cell r38 c196"/>
            <p:cNvSpPr/>
            <p:nvPr/>
          </p:nvSpPr>
          <p:spPr>
            <a:xfrm>
              <a:off x="3558607" y="1015122"/>
              <a:ext cx="17140" cy="26609"/>
            </a:xfrm>
            <a:prstGeom prst="rect">
              <a:avLst/>
            </a:prstGeom>
            <a:solidFill>
              <a:srgbClr val="F0BBC2"/>
            </a:solidFill>
            <a:ln>
              <a:noFill/>
            </a:ln>
          </p:spPr>
        </p:sp>
        <p:sp>
          <p:nvSpPr>
            <p:cNvPr id="10643" name="Heatmap cell r38 c197"/>
            <p:cNvSpPr/>
            <p:nvPr/>
          </p:nvSpPr>
          <p:spPr>
            <a:xfrm>
              <a:off x="3575652" y="1015122"/>
              <a:ext cx="19034" cy="26609"/>
            </a:xfrm>
            <a:prstGeom prst="rect">
              <a:avLst/>
            </a:prstGeom>
            <a:solidFill>
              <a:srgbClr val="EBA2A9"/>
            </a:solidFill>
            <a:ln>
              <a:noFill/>
            </a:ln>
          </p:spPr>
        </p:sp>
        <p:sp>
          <p:nvSpPr>
            <p:cNvPr id="10644" name="Heatmap cell r38 c198"/>
            <p:cNvSpPr/>
            <p:nvPr/>
          </p:nvSpPr>
          <p:spPr>
            <a:xfrm>
              <a:off x="3594591" y="1015122"/>
              <a:ext cx="17140" cy="26609"/>
            </a:xfrm>
            <a:prstGeom prst="rect">
              <a:avLst/>
            </a:prstGeom>
            <a:solidFill>
              <a:srgbClr val="EDACB3"/>
            </a:solidFill>
            <a:ln>
              <a:noFill/>
            </a:ln>
          </p:spPr>
        </p:sp>
        <p:sp>
          <p:nvSpPr>
            <p:cNvPr id="10645" name="Heatmap cell r38 c199"/>
            <p:cNvSpPr/>
            <p:nvPr/>
          </p:nvSpPr>
          <p:spPr>
            <a:xfrm>
              <a:off x="3611636" y="1015122"/>
              <a:ext cx="19034" cy="26609"/>
            </a:xfrm>
            <a:prstGeom prst="rect">
              <a:avLst/>
            </a:prstGeom>
            <a:solidFill>
              <a:srgbClr val="F0BAC0"/>
            </a:solidFill>
            <a:ln>
              <a:noFill/>
            </a:ln>
          </p:spPr>
        </p:sp>
        <p:sp>
          <p:nvSpPr>
            <p:cNvPr id="10646" name="Heatmap cell r38 c200"/>
            <p:cNvSpPr/>
            <p:nvPr/>
          </p:nvSpPr>
          <p:spPr>
            <a:xfrm>
              <a:off x="3630575" y="1015122"/>
              <a:ext cx="17140" cy="26609"/>
            </a:xfrm>
            <a:prstGeom prst="rect">
              <a:avLst/>
            </a:prstGeom>
            <a:solidFill>
              <a:srgbClr val="E5838B"/>
            </a:solidFill>
            <a:ln>
              <a:noFill/>
            </a:ln>
          </p:spPr>
        </p:sp>
        <p:sp>
          <p:nvSpPr>
            <p:cNvPr id="10647" name="Heatmap cell r38 c201"/>
            <p:cNvSpPr/>
            <p:nvPr/>
          </p:nvSpPr>
          <p:spPr>
            <a:xfrm>
              <a:off x="3647620" y="1015122"/>
              <a:ext cx="19034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10648" name="Heatmap cell r38 c202"/>
            <p:cNvSpPr/>
            <p:nvPr/>
          </p:nvSpPr>
          <p:spPr>
            <a:xfrm>
              <a:off x="3666558" y="1015122"/>
              <a:ext cx="17140" cy="26609"/>
            </a:xfrm>
            <a:prstGeom prst="rect">
              <a:avLst/>
            </a:prstGeom>
            <a:solidFill>
              <a:srgbClr val="F7D3D6"/>
            </a:solidFill>
            <a:ln>
              <a:noFill/>
            </a:ln>
          </p:spPr>
        </p:sp>
        <p:sp>
          <p:nvSpPr>
            <p:cNvPr id="10649" name="Heatmap cell r38 c203"/>
            <p:cNvSpPr/>
            <p:nvPr/>
          </p:nvSpPr>
          <p:spPr>
            <a:xfrm>
              <a:off x="3683603" y="1015122"/>
              <a:ext cx="19034" cy="26609"/>
            </a:xfrm>
            <a:prstGeom prst="rect">
              <a:avLst/>
            </a:prstGeom>
            <a:solidFill>
              <a:srgbClr val="BDCEDD"/>
            </a:solidFill>
            <a:ln>
              <a:noFill/>
            </a:ln>
          </p:spPr>
        </p:sp>
        <p:sp>
          <p:nvSpPr>
            <p:cNvPr id="10650" name="Heatmap cell r38 c205"/>
            <p:cNvSpPr/>
            <p:nvPr/>
          </p:nvSpPr>
          <p:spPr>
            <a:xfrm>
              <a:off x="3719587" y="1015122"/>
              <a:ext cx="19034" cy="26609"/>
            </a:xfrm>
            <a:prstGeom prst="rect">
              <a:avLst/>
            </a:prstGeom>
            <a:solidFill>
              <a:srgbClr val="F7DCDF"/>
            </a:solidFill>
            <a:ln>
              <a:noFill/>
            </a:ln>
          </p:spPr>
        </p:sp>
        <p:sp>
          <p:nvSpPr>
            <p:cNvPr id="10651" name="Heatmap cell r38 c206"/>
            <p:cNvSpPr/>
            <p:nvPr/>
          </p:nvSpPr>
          <p:spPr>
            <a:xfrm>
              <a:off x="3738526" y="1015122"/>
              <a:ext cx="17140" cy="26609"/>
            </a:xfrm>
            <a:prstGeom prst="rect">
              <a:avLst/>
            </a:prstGeom>
            <a:solidFill>
              <a:srgbClr val="F8DDDF"/>
            </a:solidFill>
            <a:ln>
              <a:noFill/>
            </a:ln>
          </p:spPr>
        </p:sp>
        <p:sp>
          <p:nvSpPr>
            <p:cNvPr id="10652" name="Heatmap cell r38 c207"/>
            <p:cNvSpPr/>
            <p:nvPr/>
          </p:nvSpPr>
          <p:spPr>
            <a:xfrm>
              <a:off x="3755571" y="1015122"/>
              <a:ext cx="19034" cy="26609"/>
            </a:xfrm>
            <a:prstGeom prst="rect">
              <a:avLst/>
            </a:prstGeom>
            <a:solidFill>
              <a:srgbClr val="E9969F"/>
            </a:solidFill>
            <a:ln>
              <a:noFill/>
            </a:ln>
          </p:spPr>
        </p:sp>
        <p:sp>
          <p:nvSpPr>
            <p:cNvPr id="10653" name="Heatmap cell r38 c208"/>
            <p:cNvSpPr/>
            <p:nvPr/>
          </p:nvSpPr>
          <p:spPr>
            <a:xfrm>
              <a:off x="3774510" y="1015122"/>
              <a:ext cx="19034" cy="26609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10654" name="Heatmap cell r38 c209"/>
            <p:cNvSpPr/>
            <p:nvPr/>
          </p:nvSpPr>
          <p:spPr>
            <a:xfrm>
              <a:off x="3793449" y="1015122"/>
              <a:ext cx="17140" cy="26609"/>
            </a:xfrm>
            <a:prstGeom prst="rect">
              <a:avLst/>
            </a:prstGeom>
            <a:solidFill>
              <a:srgbClr val="ECF0F6"/>
            </a:solidFill>
            <a:ln>
              <a:noFill/>
            </a:ln>
          </p:spPr>
        </p:sp>
        <p:sp>
          <p:nvSpPr>
            <p:cNvPr id="10655" name="Heatmap cell r38 c210"/>
            <p:cNvSpPr/>
            <p:nvPr/>
          </p:nvSpPr>
          <p:spPr>
            <a:xfrm>
              <a:off x="3810494" y="1015122"/>
              <a:ext cx="19034" cy="26609"/>
            </a:xfrm>
            <a:prstGeom prst="rect">
              <a:avLst/>
            </a:prstGeom>
            <a:solidFill>
              <a:srgbClr val="FDF9FA"/>
            </a:solidFill>
            <a:ln>
              <a:noFill/>
            </a:ln>
          </p:spPr>
        </p:sp>
        <p:sp>
          <p:nvSpPr>
            <p:cNvPr id="10656" name="Heatmap cell r38 c211"/>
            <p:cNvSpPr/>
            <p:nvPr/>
          </p:nvSpPr>
          <p:spPr>
            <a:xfrm>
              <a:off x="3829432" y="1015122"/>
              <a:ext cx="17140" cy="26609"/>
            </a:xfrm>
            <a:prstGeom prst="rect">
              <a:avLst/>
            </a:prstGeom>
            <a:solidFill>
              <a:srgbClr val="F8E9EA"/>
            </a:solidFill>
            <a:ln>
              <a:noFill/>
            </a:ln>
          </p:spPr>
        </p:sp>
        <p:sp>
          <p:nvSpPr>
            <p:cNvPr id="10657" name="Heatmap cell r38 c212"/>
            <p:cNvSpPr/>
            <p:nvPr/>
          </p:nvSpPr>
          <p:spPr>
            <a:xfrm>
              <a:off x="3846477" y="1015122"/>
              <a:ext cx="19034" cy="26609"/>
            </a:xfrm>
            <a:prstGeom prst="rect">
              <a:avLst/>
            </a:prstGeom>
            <a:solidFill>
              <a:srgbClr val="E4848E"/>
            </a:solidFill>
            <a:ln>
              <a:noFill/>
            </a:ln>
          </p:spPr>
        </p:sp>
        <p:sp>
          <p:nvSpPr>
            <p:cNvPr id="10658" name="Heatmap cell r38 c213"/>
            <p:cNvSpPr/>
            <p:nvPr/>
          </p:nvSpPr>
          <p:spPr>
            <a:xfrm>
              <a:off x="3865416" y="1015122"/>
              <a:ext cx="17140" cy="26609"/>
            </a:xfrm>
            <a:prstGeom prst="rect">
              <a:avLst/>
            </a:prstGeom>
            <a:solidFill>
              <a:srgbClr val="FBF1F3"/>
            </a:solidFill>
            <a:ln>
              <a:noFill/>
            </a:ln>
          </p:spPr>
        </p:sp>
        <p:sp>
          <p:nvSpPr>
            <p:cNvPr id="10659" name="Heatmap cell r38 c214"/>
            <p:cNvSpPr/>
            <p:nvPr/>
          </p:nvSpPr>
          <p:spPr>
            <a:xfrm>
              <a:off x="3882461" y="1015122"/>
              <a:ext cx="19034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10660" name="Heatmap cell r38 c215"/>
            <p:cNvSpPr/>
            <p:nvPr/>
          </p:nvSpPr>
          <p:spPr>
            <a:xfrm>
              <a:off x="3901400" y="1015122"/>
              <a:ext cx="17140" cy="26609"/>
            </a:xfrm>
            <a:prstGeom prst="rect">
              <a:avLst/>
            </a:prstGeom>
            <a:solidFill>
              <a:srgbClr val="E06E79"/>
            </a:solidFill>
            <a:ln>
              <a:noFill/>
            </a:ln>
          </p:spPr>
        </p:sp>
        <p:sp>
          <p:nvSpPr>
            <p:cNvPr id="10661" name="Heatmap cell r38 c216"/>
            <p:cNvSpPr/>
            <p:nvPr/>
          </p:nvSpPr>
          <p:spPr>
            <a:xfrm>
              <a:off x="3918445" y="1015122"/>
              <a:ext cx="19034" cy="26609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</p:sp>
        <p:sp>
          <p:nvSpPr>
            <p:cNvPr id="10662" name="Heatmap cell r38 c217"/>
            <p:cNvSpPr/>
            <p:nvPr/>
          </p:nvSpPr>
          <p:spPr>
            <a:xfrm>
              <a:off x="3937384" y="1015122"/>
              <a:ext cx="17140" cy="26609"/>
            </a:xfrm>
            <a:prstGeom prst="rect">
              <a:avLst/>
            </a:prstGeom>
            <a:solidFill>
              <a:srgbClr val="FBF5F5"/>
            </a:solidFill>
            <a:ln>
              <a:noFill/>
            </a:ln>
          </p:spPr>
        </p:sp>
        <p:sp>
          <p:nvSpPr>
            <p:cNvPr id="10663" name="Heatmap cell r38 c218"/>
            <p:cNvSpPr/>
            <p:nvPr/>
          </p:nvSpPr>
          <p:spPr>
            <a:xfrm>
              <a:off x="3954429" y="1015122"/>
              <a:ext cx="19034" cy="26609"/>
            </a:xfrm>
            <a:prstGeom prst="rect">
              <a:avLst/>
            </a:prstGeom>
            <a:solidFill>
              <a:srgbClr val="E78D93"/>
            </a:solidFill>
            <a:ln>
              <a:noFill/>
            </a:ln>
          </p:spPr>
        </p:sp>
        <p:sp>
          <p:nvSpPr>
            <p:cNvPr id="10664" name="Heatmap cell r38 c219"/>
            <p:cNvSpPr/>
            <p:nvPr/>
          </p:nvSpPr>
          <p:spPr>
            <a:xfrm>
              <a:off x="3973368" y="1015122"/>
              <a:ext cx="17140" cy="26609"/>
            </a:xfrm>
            <a:prstGeom prst="rect">
              <a:avLst/>
            </a:prstGeom>
            <a:solidFill>
              <a:srgbClr val="CF182A"/>
            </a:solidFill>
            <a:ln>
              <a:noFill/>
            </a:ln>
          </p:spPr>
        </p:sp>
        <p:sp>
          <p:nvSpPr>
            <p:cNvPr id="10665" name="Heatmap cell r38 c220"/>
            <p:cNvSpPr/>
            <p:nvPr/>
          </p:nvSpPr>
          <p:spPr>
            <a:xfrm>
              <a:off x="3990412" y="1015122"/>
              <a:ext cx="19034" cy="26609"/>
            </a:xfrm>
            <a:prstGeom prst="rect">
              <a:avLst/>
            </a:prstGeom>
            <a:solidFill>
              <a:srgbClr val="EDADB4"/>
            </a:solidFill>
            <a:ln>
              <a:noFill/>
            </a:ln>
          </p:spPr>
        </p:sp>
        <p:sp>
          <p:nvSpPr>
            <p:cNvPr id="10666" name="Heatmap cell r38 c221"/>
            <p:cNvSpPr/>
            <p:nvPr/>
          </p:nvSpPr>
          <p:spPr>
            <a:xfrm>
              <a:off x="4009351" y="1015122"/>
              <a:ext cx="19034" cy="26609"/>
            </a:xfrm>
            <a:prstGeom prst="rect">
              <a:avLst/>
            </a:prstGeom>
            <a:solidFill>
              <a:srgbClr val="E89097"/>
            </a:solidFill>
            <a:ln>
              <a:noFill/>
            </a:ln>
          </p:spPr>
        </p:sp>
        <p:sp>
          <p:nvSpPr>
            <p:cNvPr id="10667" name="Heatmap cell r38 c222"/>
            <p:cNvSpPr/>
            <p:nvPr/>
          </p:nvSpPr>
          <p:spPr>
            <a:xfrm>
              <a:off x="4028290" y="1015122"/>
              <a:ext cx="17140" cy="26609"/>
            </a:xfrm>
            <a:prstGeom prst="rect">
              <a:avLst/>
            </a:prstGeom>
            <a:solidFill>
              <a:srgbClr val="ECAAAF"/>
            </a:solidFill>
            <a:ln>
              <a:noFill/>
            </a:ln>
          </p:spPr>
        </p:sp>
        <p:sp>
          <p:nvSpPr>
            <p:cNvPr id="10668" name="Heatmap cell r38 c223"/>
            <p:cNvSpPr/>
            <p:nvPr/>
          </p:nvSpPr>
          <p:spPr>
            <a:xfrm>
              <a:off x="4045335" y="1015122"/>
              <a:ext cx="19034" cy="26609"/>
            </a:xfrm>
            <a:prstGeom prst="rect">
              <a:avLst/>
            </a:prstGeom>
            <a:solidFill>
              <a:srgbClr val="EEB1B7"/>
            </a:solidFill>
            <a:ln>
              <a:noFill/>
            </a:ln>
          </p:spPr>
        </p:sp>
        <p:sp>
          <p:nvSpPr>
            <p:cNvPr id="10669" name="Heatmap cell r39 c1"/>
            <p:cNvSpPr/>
            <p:nvPr/>
          </p:nvSpPr>
          <p:spPr>
            <a:xfrm>
              <a:off x="13257" y="1041636"/>
              <a:ext cx="45548" cy="28503"/>
            </a:xfrm>
            <a:prstGeom prst="rect">
              <a:avLst/>
            </a:prstGeom>
            <a:solidFill>
              <a:srgbClr val="F76666"/>
            </a:solidFill>
            <a:ln>
              <a:noFill/>
            </a:ln>
          </p:spPr>
        </p:sp>
        <p:sp>
          <p:nvSpPr>
            <p:cNvPr id="10670" name="Heatmap cell r39 c3"/>
            <p:cNvSpPr/>
            <p:nvPr/>
          </p:nvSpPr>
          <p:spPr>
            <a:xfrm>
              <a:off x="71968" y="1041636"/>
              <a:ext cx="17140" cy="28503"/>
            </a:xfrm>
            <a:prstGeom prst="rect">
              <a:avLst/>
            </a:prstGeom>
            <a:solidFill>
              <a:srgbClr val="D9E1EB"/>
            </a:solidFill>
            <a:ln>
              <a:noFill/>
            </a:ln>
          </p:spPr>
        </p:sp>
        <p:sp>
          <p:nvSpPr>
            <p:cNvPr id="10671" name="Heatmap cell r39 c4"/>
            <p:cNvSpPr/>
            <p:nvPr/>
          </p:nvSpPr>
          <p:spPr>
            <a:xfrm>
              <a:off x="89013" y="1041636"/>
              <a:ext cx="19034" cy="28503"/>
            </a:xfrm>
            <a:prstGeom prst="rect">
              <a:avLst/>
            </a:prstGeom>
            <a:solidFill>
              <a:srgbClr val="89A6C2"/>
            </a:solidFill>
            <a:ln>
              <a:noFill/>
            </a:ln>
          </p:spPr>
        </p:sp>
        <p:sp>
          <p:nvSpPr>
            <p:cNvPr id="10672" name="Heatmap cell r39 c5"/>
            <p:cNvSpPr/>
            <p:nvPr/>
          </p:nvSpPr>
          <p:spPr>
            <a:xfrm>
              <a:off x="107951" y="1041636"/>
              <a:ext cx="17140" cy="28503"/>
            </a:xfrm>
            <a:prstGeom prst="rect">
              <a:avLst/>
            </a:prstGeom>
            <a:solidFill>
              <a:srgbClr val="E1E9EF"/>
            </a:solidFill>
            <a:ln>
              <a:noFill/>
            </a:ln>
          </p:spPr>
        </p:sp>
        <p:sp>
          <p:nvSpPr>
            <p:cNvPr id="10673" name="Heatmap cell r39 c6"/>
            <p:cNvSpPr/>
            <p:nvPr/>
          </p:nvSpPr>
          <p:spPr>
            <a:xfrm>
              <a:off x="124996" y="1041636"/>
              <a:ext cx="19034" cy="28503"/>
            </a:xfrm>
            <a:prstGeom prst="rect">
              <a:avLst/>
            </a:prstGeom>
            <a:solidFill>
              <a:srgbClr val="FCF7F7"/>
            </a:solidFill>
            <a:ln>
              <a:noFill/>
            </a:ln>
          </p:spPr>
        </p:sp>
        <p:sp>
          <p:nvSpPr>
            <p:cNvPr id="10674" name="Heatmap cell r39 c7"/>
            <p:cNvSpPr/>
            <p:nvPr/>
          </p:nvSpPr>
          <p:spPr>
            <a:xfrm>
              <a:off x="143935" y="1041636"/>
              <a:ext cx="17140" cy="28503"/>
            </a:xfrm>
            <a:prstGeom prst="rect">
              <a:avLst/>
            </a:prstGeom>
            <a:solidFill>
              <a:srgbClr val="F4CED1"/>
            </a:solidFill>
            <a:ln>
              <a:noFill/>
            </a:ln>
          </p:spPr>
        </p:sp>
        <p:sp>
          <p:nvSpPr>
            <p:cNvPr id="10675" name="Heatmap cell r39 c8"/>
            <p:cNvSpPr/>
            <p:nvPr/>
          </p:nvSpPr>
          <p:spPr>
            <a:xfrm>
              <a:off x="160980" y="1041636"/>
              <a:ext cx="19034" cy="28503"/>
            </a:xfrm>
            <a:prstGeom prst="rect">
              <a:avLst/>
            </a:prstGeom>
            <a:solidFill>
              <a:srgbClr val="EAEEF4"/>
            </a:solidFill>
            <a:ln>
              <a:noFill/>
            </a:ln>
          </p:spPr>
        </p:sp>
        <p:sp>
          <p:nvSpPr>
            <p:cNvPr id="10676" name="Heatmap cell r39 c9"/>
            <p:cNvSpPr/>
            <p:nvPr/>
          </p:nvSpPr>
          <p:spPr>
            <a:xfrm>
              <a:off x="179919" y="1041636"/>
              <a:ext cx="19034" cy="28503"/>
            </a:xfrm>
            <a:prstGeom prst="rect">
              <a:avLst/>
            </a:prstGeom>
            <a:solidFill>
              <a:srgbClr val="F0F4F7"/>
            </a:solidFill>
            <a:ln>
              <a:noFill/>
            </a:ln>
          </p:spPr>
        </p:sp>
        <p:sp>
          <p:nvSpPr>
            <p:cNvPr id="10677" name="Heatmap cell r39 c10"/>
            <p:cNvSpPr/>
            <p:nvPr/>
          </p:nvSpPr>
          <p:spPr>
            <a:xfrm>
              <a:off x="198858" y="1041636"/>
              <a:ext cx="17140" cy="28503"/>
            </a:xfrm>
            <a:prstGeom prst="rect">
              <a:avLst/>
            </a:prstGeom>
            <a:solidFill>
              <a:srgbClr val="C5D2DF"/>
            </a:solidFill>
            <a:ln>
              <a:noFill/>
            </a:ln>
          </p:spPr>
        </p:sp>
        <p:sp>
          <p:nvSpPr>
            <p:cNvPr id="10678" name="Heatmap cell r39 c11"/>
            <p:cNvSpPr/>
            <p:nvPr/>
          </p:nvSpPr>
          <p:spPr>
            <a:xfrm>
              <a:off x="215903" y="1041636"/>
              <a:ext cx="19034" cy="28503"/>
            </a:xfrm>
            <a:prstGeom prst="rect">
              <a:avLst/>
            </a:prstGeom>
            <a:solidFill>
              <a:srgbClr val="AABDD2"/>
            </a:solidFill>
            <a:ln>
              <a:noFill/>
            </a:ln>
          </p:spPr>
        </p:sp>
        <p:sp>
          <p:nvSpPr>
            <p:cNvPr id="10679" name="Heatmap cell r39 c12"/>
            <p:cNvSpPr/>
            <p:nvPr/>
          </p:nvSpPr>
          <p:spPr>
            <a:xfrm>
              <a:off x="234842" y="1041636"/>
              <a:ext cx="17140" cy="28503"/>
            </a:xfrm>
            <a:prstGeom prst="rect">
              <a:avLst/>
            </a:prstGeom>
            <a:solidFill>
              <a:srgbClr val="CCD7E3"/>
            </a:solidFill>
            <a:ln>
              <a:noFill/>
            </a:ln>
          </p:spPr>
        </p:sp>
        <p:sp>
          <p:nvSpPr>
            <p:cNvPr id="10680" name="Heatmap cell r39 c13"/>
            <p:cNvSpPr/>
            <p:nvPr/>
          </p:nvSpPr>
          <p:spPr>
            <a:xfrm>
              <a:off x="251887" y="1041636"/>
              <a:ext cx="19034" cy="28503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10681" name="Heatmap cell r39 c14"/>
            <p:cNvSpPr/>
            <p:nvPr/>
          </p:nvSpPr>
          <p:spPr>
            <a:xfrm>
              <a:off x="270825" y="1041636"/>
              <a:ext cx="17140" cy="28503"/>
            </a:xfrm>
            <a:prstGeom prst="rect">
              <a:avLst/>
            </a:prstGeom>
            <a:solidFill>
              <a:srgbClr val="D2DDE7"/>
            </a:solidFill>
            <a:ln>
              <a:noFill/>
            </a:ln>
          </p:spPr>
        </p:sp>
        <p:sp>
          <p:nvSpPr>
            <p:cNvPr id="10682" name="Heatmap cell r39 c15"/>
            <p:cNvSpPr/>
            <p:nvPr/>
          </p:nvSpPr>
          <p:spPr>
            <a:xfrm>
              <a:off x="287870" y="1041636"/>
              <a:ext cx="19034" cy="28503"/>
            </a:xfrm>
            <a:prstGeom prst="rect">
              <a:avLst/>
            </a:prstGeom>
            <a:solidFill>
              <a:srgbClr val="F7DCDF"/>
            </a:solidFill>
            <a:ln>
              <a:noFill/>
            </a:ln>
          </p:spPr>
        </p:sp>
        <p:sp>
          <p:nvSpPr>
            <p:cNvPr id="10683" name="Heatmap cell r39 c16"/>
            <p:cNvSpPr/>
            <p:nvPr/>
          </p:nvSpPr>
          <p:spPr>
            <a:xfrm>
              <a:off x="306809" y="1041636"/>
              <a:ext cx="17140" cy="28503"/>
            </a:xfrm>
            <a:prstGeom prst="rect">
              <a:avLst/>
            </a:prstGeom>
            <a:solidFill>
              <a:srgbClr val="C5D2DF"/>
            </a:solidFill>
            <a:ln>
              <a:noFill/>
            </a:ln>
          </p:spPr>
        </p:sp>
        <p:sp>
          <p:nvSpPr>
            <p:cNvPr id="10684" name="Heatmap cell r39 c17"/>
            <p:cNvSpPr/>
            <p:nvPr/>
          </p:nvSpPr>
          <p:spPr>
            <a:xfrm>
              <a:off x="323854" y="1041636"/>
              <a:ext cx="19034" cy="28503"/>
            </a:xfrm>
            <a:prstGeom prst="rect">
              <a:avLst/>
            </a:prstGeom>
            <a:solidFill>
              <a:srgbClr val="F5F7F9"/>
            </a:solidFill>
            <a:ln>
              <a:noFill/>
            </a:ln>
          </p:spPr>
        </p:sp>
        <p:sp>
          <p:nvSpPr>
            <p:cNvPr id="10685" name="Heatmap cell r39 c18"/>
            <p:cNvSpPr/>
            <p:nvPr/>
          </p:nvSpPr>
          <p:spPr>
            <a:xfrm>
              <a:off x="342793" y="1041636"/>
              <a:ext cx="17140" cy="28503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10686" name="Heatmap cell r39 c19"/>
            <p:cNvSpPr/>
            <p:nvPr/>
          </p:nvSpPr>
          <p:spPr>
            <a:xfrm>
              <a:off x="359838" y="1041636"/>
              <a:ext cx="19034" cy="28503"/>
            </a:xfrm>
            <a:prstGeom prst="rect">
              <a:avLst/>
            </a:prstGeom>
            <a:solidFill>
              <a:srgbClr val="C5D2DF"/>
            </a:solidFill>
            <a:ln>
              <a:noFill/>
            </a:ln>
          </p:spPr>
        </p:sp>
        <p:sp>
          <p:nvSpPr>
            <p:cNvPr id="10687" name="Heatmap cell r39 c20"/>
            <p:cNvSpPr/>
            <p:nvPr/>
          </p:nvSpPr>
          <p:spPr>
            <a:xfrm>
              <a:off x="378777" y="1041636"/>
              <a:ext cx="17140" cy="28503"/>
            </a:xfrm>
            <a:prstGeom prst="rect">
              <a:avLst/>
            </a:prstGeom>
            <a:solidFill>
              <a:srgbClr val="CFDBE6"/>
            </a:solidFill>
            <a:ln>
              <a:noFill/>
            </a:ln>
          </p:spPr>
        </p:sp>
        <p:sp>
          <p:nvSpPr>
            <p:cNvPr id="10688" name="Heatmap cell r39 c21"/>
            <p:cNvSpPr/>
            <p:nvPr/>
          </p:nvSpPr>
          <p:spPr>
            <a:xfrm>
              <a:off x="395822" y="1041636"/>
              <a:ext cx="19034" cy="28503"/>
            </a:xfrm>
            <a:prstGeom prst="rect">
              <a:avLst/>
            </a:prstGeom>
            <a:solidFill>
              <a:srgbClr val="F5CFD2"/>
            </a:solidFill>
            <a:ln>
              <a:noFill/>
            </a:ln>
          </p:spPr>
        </p:sp>
        <p:sp>
          <p:nvSpPr>
            <p:cNvPr id="10689" name="Heatmap cell r39 c22"/>
            <p:cNvSpPr/>
            <p:nvPr/>
          </p:nvSpPr>
          <p:spPr>
            <a:xfrm>
              <a:off x="414760" y="1041636"/>
              <a:ext cx="19034" cy="28503"/>
            </a:xfrm>
            <a:prstGeom prst="rect">
              <a:avLst/>
            </a:prstGeom>
            <a:solidFill>
              <a:srgbClr val="CDD9E3"/>
            </a:solidFill>
            <a:ln>
              <a:noFill/>
            </a:ln>
          </p:spPr>
        </p:sp>
        <p:sp>
          <p:nvSpPr>
            <p:cNvPr id="10690" name="Heatmap cell r39 c23"/>
            <p:cNvSpPr/>
            <p:nvPr/>
          </p:nvSpPr>
          <p:spPr>
            <a:xfrm>
              <a:off x="433699" y="1041636"/>
              <a:ext cx="17140" cy="28503"/>
            </a:xfrm>
            <a:prstGeom prst="rect">
              <a:avLst/>
            </a:prstGeom>
            <a:solidFill>
              <a:srgbClr val="8FAAC5"/>
            </a:solidFill>
            <a:ln>
              <a:noFill/>
            </a:ln>
          </p:spPr>
        </p:sp>
        <p:sp>
          <p:nvSpPr>
            <p:cNvPr id="10691" name="Heatmap cell r39 c24"/>
            <p:cNvSpPr/>
            <p:nvPr/>
          </p:nvSpPr>
          <p:spPr>
            <a:xfrm>
              <a:off x="450744" y="1041636"/>
              <a:ext cx="19034" cy="28503"/>
            </a:xfrm>
            <a:prstGeom prst="rect">
              <a:avLst/>
            </a:prstGeom>
            <a:solidFill>
              <a:srgbClr val="D1DCE7"/>
            </a:solidFill>
            <a:ln>
              <a:noFill/>
            </a:ln>
          </p:spPr>
        </p:sp>
        <p:sp>
          <p:nvSpPr>
            <p:cNvPr id="10692" name="Heatmap cell r39 c25"/>
            <p:cNvSpPr/>
            <p:nvPr/>
          </p:nvSpPr>
          <p:spPr>
            <a:xfrm>
              <a:off x="469683" y="1041636"/>
              <a:ext cx="17140" cy="28503"/>
            </a:xfrm>
            <a:prstGeom prst="rect">
              <a:avLst/>
            </a:prstGeom>
            <a:solidFill>
              <a:srgbClr val="E9EEF4"/>
            </a:solidFill>
            <a:ln>
              <a:noFill/>
            </a:ln>
          </p:spPr>
        </p:sp>
        <p:sp>
          <p:nvSpPr>
            <p:cNvPr id="10693" name="Heatmap cell r39 c26"/>
            <p:cNvSpPr/>
            <p:nvPr/>
          </p:nvSpPr>
          <p:spPr>
            <a:xfrm>
              <a:off x="486728" y="1041636"/>
              <a:ext cx="19034" cy="28503"/>
            </a:xfrm>
            <a:prstGeom prst="rect">
              <a:avLst/>
            </a:prstGeom>
            <a:solidFill>
              <a:srgbClr val="C5D3E0"/>
            </a:solidFill>
            <a:ln>
              <a:noFill/>
            </a:ln>
          </p:spPr>
        </p:sp>
        <p:sp>
          <p:nvSpPr>
            <p:cNvPr id="10694" name="Heatmap cell r39 c27"/>
            <p:cNvSpPr/>
            <p:nvPr/>
          </p:nvSpPr>
          <p:spPr>
            <a:xfrm>
              <a:off x="505667" y="1041636"/>
              <a:ext cx="17140" cy="28503"/>
            </a:xfrm>
            <a:prstGeom prst="rect">
              <a:avLst/>
            </a:prstGeom>
            <a:solidFill>
              <a:srgbClr val="DAE2EB"/>
            </a:solidFill>
            <a:ln>
              <a:noFill/>
            </a:ln>
          </p:spPr>
        </p:sp>
        <p:sp>
          <p:nvSpPr>
            <p:cNvPr id="10695" name="Heatmap cell r39 c28"/>
            <p:cNvSpPr/>
            <p:nvPr/>
          </p:nvSpPr>
          <p:spPr>
            <a:xfrm>
              <a:off x="522712" y="1041636"/>
              <a:ext cx="19034" cy="28503"/>
            </a:xfrm>
            <a:prstGeom prst="rect">
              <a:avLst/>
            </a:prstGeom>
            <a:solidFill>
              <a:srgbClr val="CDD9E3"/>
            </a:solidFill>
            <a:ln>
              <a:noFill/>
            </a:ln>
          </p:spPr>
        </p:sp>
        <p:sp>
          <p:nvSpPr>
            <p:cNvPr id="10696" name="Heatmap cell r39 c29"/>
            <p:cNvSpPr/>
            <p:nvPr/>
          </p:nvSpPr>
          <p:spPr>
            <a:xfrm>
              <a:off x="541651" y="1041636"/>
              <a:ext cx="17140" cy="28503"/>
            </a:xfrm>
            <a:prstGeom prst="rect">
              <a:avLst/>
            </a:prstGeom>
            <a:solidFill>
              <a:srgbClr val="D2DDE7"/>
            </a:solidFill>
            <a:ln>
              <a:noFill/>
            </a:ln>
          </p:spPr>
        </p:sp>
        <p:sp>
          <p:nvSpPr>
            <p:cNvPr id="10697" name="Heatmap cell r39 c30"/>
            <p:cNvSpPr/>
            <p:nvPr/>
          </p:nvSpPr>
          <p:spPr>
            <a:xfrm>
              <a:off x="558696" y="1041636"/>
              <a:ext cx="19034" cy="28503"/>
            </a:xfrm>
            <a:prstGeom prst="rect">
              <a:avLst/>
            </a:prstGeom>
            <a:solidFill>
              <a:srgbClr val="EDF1F7"/>
            </a:solidFill>
            <a:ln>
              <a:noFill/>
            </a:ln>
          </p:spPr>
        </p:sp>
        <p:sp>
          <p:nvSpPr>
            <p:cNvPr id="10698" name="Heatmap cell r39 c31"/>
            <p:cNvSpPr/>
            <p:nvPr/>
          </p:nvSpPr>
          <p:spPr>
            <a:xfrm>
              <a:off x="577634" y="1041636"/>
              <a:ext cx="17140" cy="28503"/>
            </a:xfrm>
            <a:prstGeom prst="rect">
              <a:avLst/>
            </a:prstGeom>
            <a:solidFill>
              <a:srgbClr val="FAEEEF"/>
            </a:solidFill>
            <a:ln>
              <a:noFill/>
            </a:ln>
          </p:spPr>
        </p:sp>
        <p:sp>
          <p:nvSpPr>
            <p:cNvPr id="10699" name="Heatmap cell r39 c33"/>
            <p:cNvSpPr/>
            <p:nvPr/>
          </p:nvSpPr>
          <p:spPr>
            <a:xfrm>
              <a:off x="613618" y="1041636"/>
              <a:ext cx="17140" cy="28503"/>
            </a:xfrm>
            <a:prstGeom prst="rect">
              <a:avLst/>
            </a:prstGeom>
            <a:solidFill>
              <a:srgbClr val="E8ECF3"/>
            </a:solidFill>
            <a:ln>
              <a:noFill/>
            </a:ln>
          </p:spPr>
        </p:sp>
        <p:sp>
          <p:nvSpPr>
            <p:cNvPr id="10700" name="Heatmap cell r39 c34"/>
            <p:cNvSpPr/>
            <p:nvPr/>
          </p:nvSpPr>
          <p:spPr>
            <a:xfrm>
              <a:off x="630663" y="1041636"/>
              <a:ext cx="19034" cy="28503"/>
            </a:xfrm>
            <a:prstGeom prst="rect">
              <a:avLst/>
            </a:prstGeom>
            <a:solidFill>
              <a:srgbClr val="C4D2DF"/>
            </a:solidFill>
            <a:ln>
              <a:noFill/>
            </a:ln>
          </p:spPr>
        </p:sp>
        <p:sp>
          <p:nvSpPr>
            <p:cNvPr id="10701" name="Heatmap cell r39 c35"/>
            <p:cNvSpPr/>
            <p:nvPr/>
          </p:nvSpPr>
          <p:spPr>
            <a:xfrm>
              <a:off x="649602" y="1041636"/>
              <a:ext cx="19034" cy="28503"/>
            </a:xfrm>
            <a:prstGeom prst="rect">
              <a:avLst/>
            </a:prstGeom>
            <a:solidFill>
              <a:srgbClr val="9FB7CD"/>
            </a:solidFill>
            <a:ln>
              <a:noFill/>
            </a:ln>
          </p:spPr>
        </p:sp>
        <p:sp>
          <p:nvSpPr>
            <p:cNvPr id="10702" name="Heatmap cell r39 c36"/>
            <p:cNvSpPr/>
            <p:nvPr/>
          </p:nvSpPr>
          <p:spPr>
            <a:xfrm>
              <a:off x="668541" y="1041636"/>
              <a:ext cx="17140" cy="28503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10703" name="Heatmap cell r39 c37"/>
            <p:cNvSpPr/>
            <p:nvPr/>
          </p:nvSpPr>
          <p:spPr>
            <a:xfrm>
              <a:off x="685586" y="1041636"/>
              <a:ext cx="19034" cy="28503"/>
            </a:xfrm>
            <a:prstGeom prst="rect">
              <a:avLst/>
            </a:prstGeom>
            <a:solidFill>
              <a:srgbClr val="F7D9DB"/>
            </a:solidFill>
            <a:ln>
              <a:noFill/>
            </a:ln>
          </p:spPr>
        </p:sp>
        <p:sp>
          <p:nvSpPr>
            <p:cNvPr id="10704" name="Heatmap cell r39 c38"/>
            <p:cNvSpPr/>
            <p:nvPr/>
          </p:nvSpPr>
          <p:spPr>
            <a:xfrm>
              <a:off x="704525" y="1041636"/>
              <a:ext cx="17140" cy="28503"/>
            </a:xfrm>
            <a:prstGeom prst="rect">
              <a:avLst/>
            </a:prstGeom>
            <a:solidFill>
              <a:srgbClr val="F8F8FA"/>
            </a:solidFill>
            <a:ln>
              <a:noFill/>
            </a:ln>
          </p:spPr>
        </p:sp>
        <p:sp>
          <p:nvSpPr>
            <p:cNvPr id="10705" name="Heatmap cell r39 c39"/>
            <p:cNvSpPr/>
            <p:nvPr/>
          </p:nvSpPr>
          <p:spPr>
            <a:xfrm>
              <a:off x="721570" y="1041636"/>
              <a:ext cx="19034" cy="28503"/>
            </a:xfrm>
            <a:prstGeom prst="rect">
              <a:avLst/>
            </a:prstGeom>
            <a:solidFill>
              <a:srgbClr val="BCCDDD"/>
            </a:solidFill>
            <a:ln>
              <a:noFill/>
            </a:ln>
          </p:spPr>
        </p:sp>
        <p:sp>
          <p:nvSpPr>
            <p:cNvPr id="10706" name="Heatmap cell r39 c40"/>
            <p:cNvSpPr/>
            <p:nvPr/>
          </p:nvSpPr>
          <p:spPr>
            <a:xfrm>
              <a:off x="740508" y="1041636"/>
              <a:ext cx="17140" cy="28503"/>
            </a:xfrm>
            <a:prstGeom prst="rect">
              <a:avLst/>
            </a:prstGeom>
            <a:solidFill>
              <a:srgbClr val="F8DEE0"/>
            </a:solidFill>
            <a:ln>
              <a:noFill/>
            </a:ln>
          </p:spPr>
        </p:sp>
        <p:sp>
          <p:nvSpPr>
            <p:cNvPr id="10707" name="Heatmap cell r39 c41"/>
            <p:cNvSpPr/>
            <p:nvPr/>
          </p:nvSpPr>
          <p:spPr>
            <a:xfrm>
              <a:off x="757553" y="1041636"/>
              <a:ext cx="19034" cy="28503"/>
            </a:xfrm>
            <a:prstGeom prst="rect">
              <a:avLst/>
            </a:prstGeom>
            <a:solidFill>
              <a:srgbClr val="F5D1D4"/>
            </a:solidFill>
            <a:ln>
              <a:noFill/>
            </a:ln>
          </p:spPr>
        </p:sp>
        <p:sp>
          <p:nvSpPr>
            <p:cNvPr id="10708" name="Heatmap cell r39 c42"/>
            <p:cNvSpPr/>
            <p:nvPr/>
          </p:nvSpPr>
          <p:spPr>
            <a:xfrm>
              <a:off x="776492" y="1041636"/>
              <a:ext cx="17140" cy="28503"/>
            </a:xfrm>
            <a:prstGeom prst="rect">
              <a:avLst/>
            </a:prstGeom>
            <a:solidFill>
              <a:srgbClr val="C6D4E1"/>
            </a:solidFill>
            <a:ln>
              <a:noFill/>
            </a:ln>
          </p:spPr>
        </p:sp>
        <p:sp>
          <p:nvSpPr>
            <p:cNvPr id="10709" name="Heatmap cell r39 c43"/>
            <p:cNvSpPr/>
            <p:nvPr/>
          </p:nvSpPr>
          <p:spPr>
            <a:xfrm>
              <a:off x="793537" y="1041636"/>
              <a:ext cx="19034" cy="28503"/>
            </a:xfrm>
            <a:prstGeom prst="rect">
              <a:avLst/>
            </a:prstGeom>
            <a:solidFill>
              <a:srgbClr val="EBF0F6"/>
            </a:solidFill>
            <a:ln>
              <a:noFill/>
            </a:ln>
          </p:spPr>
        </p:sp>
        <p:sp>
          <p:nvSpPr>
            <p:cNvPr id="10710" name="Heatmap cell r39 c44"/>
            <p:cNvSpPr/>
            <p:nvPr/>
          </p:nvSpPr>
          <p:spPr>
            <a:xfrm>
              <a:off x="812476" y="1041636"/>
              <a:ext cx="17140" cy="28503"/>
            </a:xfrm>
            <a:prstGeom prst="rect">
              <a:avLst/>
            </a:prstGeom>
            <a:solidFill>
              <a:srgbClr val="9EB5CC"/>
            </a:solidFill>
            <a:ln>
              <a:noFill/>
            </a:ln>
          </p:spPr>
        </p:sp>
        <p:sp>
          <p:nvSpPr>
            <p:cNvPr id="10711" name="Heatmap cell r39 c45"/>
            <p:cNvSpPr/>
            <p:nvPr/>
          </p:nvSpPr>
          <p:spPr>
            <a:xfrm>
              <a:off x="829521" y="1041636"/>
              <a:ext cx="19034" cy="28503"/>
            </a:xfrm>
            <a:prstGeom prst="rect">
              <a:avLst/>
            </a:prstGeom>
            <a:solidFill>
              <a:srgbClr val="DCE3EB"/>
            </a:solidFill>
            <a:ln>
              <a:noFill/>
            </a:ln>
          </p:spPr>
        </p:sp>
        <p:sp>
          <p:nvSpPr>
            <p:cNvPr id="10712" name="Heatmap cell r39 c47"/>
            <p:cNvSpPr/>
            <p:nvPr/>
          </p:nvSpPr>
          <p:spPr>
            <a:xfrm>
              <a:off x="865505" y="1041636"/>
              <a:ext cx="19034" cy="28503"/>
            </a:xfrm>
            <a:prstGeom prst="rect">
              <a:avLst/>
            </a:prstGeom>
            <a:solidFill>
              <a:srgbClr val="E3EAF0"/>
            </a:solidFill>
            <a:ln>
              <a:noFill/>
            </a:ln>
          </p:spPr>
        </p:sp>
        <p:sp>
          <p:nvSpPr>
            <p:cNvPr id="10713" name="Heatmap cell r39 c48"/>
            <p:cNvSpPr/>
            <p:nvPr/>
          </p:nvSpPr>
          <p:spPr>
            <a:xfrm>
              <a:off x="884444" y="1041636"/>
              <a:ext cx="19034" cy="28503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10714" name="Heatmap cell r39 c49"/>
            <p:cNvSpPr/>
            <p:nvPr/>
          </p:nvSpPr>
          <p:spPr>
            <a:xfrm>
              <a:off x="903382" y="1041636"/>
              <a:ext cx="17140" cy="28503"/>
            </a:xfrm>
            <a:prstGeom prst="rect">
              <a:avLst/>
            </a:prstGeom>
            <a:solidFill>
              <a:srgbClr val="DBE3EB"/>
            </a:solidFill>
            <a:ln>
              <a:noFill/>
            </a:ln>
          </p:spPr>
        </p:sp>
        <p:sp>
          <p:nvSpPr>
            <p:cNvPr id="10715" name="Heatmap cell r39 c50"/>
            <p:cNvSpPr/>
            <p:nvPr/>
          </p:nvSpPr>
          <p:spPr>
            <a:xfrm>
              <a:off x="920427" y="1041636"/>
              <a:ext cx="19034" cy="28503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10716" name="Heatmap cell r39 c51"/>
            <p:cNvSpPr/>
            <p:nvPr/>
          </p:nvSpPr>
          <p:spPr>
            <a:xfrm>
              <a:off x="939366" y="1041636"/>
              <a:ext cx="17140" cy="28503"/>
            </a:xfrm>
            <a:prstGeom prst="rect">
              <a:avLst/>
            </a:prstGeom>
            <a:solidFill>
              <a:srgbClr val="C5D3E0"/>
            </a:solidFill>
            <a:ln>
              <a:noFill/>
            </a:ln>
          </p:spPr>
        </p:sp>
        <p:sp>
          <p:nvSpPr>
            <p:cNvPr id="10717" name="Heatmap cell r39 c52"/>
            <p:cNvSpPr/>
            <p:nvPr/>
          </p:nvSpPr>
          <p:spPr>
            <a:xfrm>
              <a:off x="956411" y="1041636"/>
              <a:ext cx="19034" cy="28503"/>
            </a:xfrm>
            <a:prstGeom prst="rect">
              <a:avLst/>
            </a:prstGeom>
            <a:solidFill>
              <a:srgbClr val="F8E4E7"/>
            </a:solidFill>
            <a:ln>
              <a:noFill/>
            </a:ln>
          </p:spPr>
        </p:sp>
        <p:sp>
          <p:nvSpPr>
            <p:cNvPr id="10718" name="Heatmap cell r39 c53"/>
            <p:cNvSpPr/>
            <p:nvPr/>
          </p:nvSpPr>
          <p:spPr>
            <a:xfrm>
              <a:off x="975350" y="1041636"/>
              <a:ext cx="17140" cy="28503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10719" name="Heatmap cell r39 c54"/>
            <p:cNvSpPr/>
            <p:nvPr/>
          </p:nvSpPr>
          <p:spPr>
            <a:xfrm>
              <a:off x="992395" y="1041636"/>
              <a:ext cx="19034" cy="28503"/>
            </a:xfrm>
            <a:prstGeom prst="rect">
              <a:avLst/>
            </a:prstGeom>
            <a:solidFill>
              <a:srgbClr val="F4CCD1"/>
            </a:solidFill>
            <a:ln>
              <a:noFill/>
            </a:ln>
          </p:spPr>
        </p:sp>
        <p:sp>
          <p:nvSpPr>
            <p:cNvPr id="10720" name="Heatmap cell r39 c55"/>
            <p:cNvSpPr/>
            <p:nvPr/>
          </p:nvSpPr>
          <p:spPr>
            <a:xfrm>
              <a:off x="1011334" y="1041636"/>
              <a:ext cx="17140" cy="28503"/>
            </a:xfrm>
            <a:prstGeom prst="rect">
              <a:avLst/>
            </a:prstGeom>
            <a:solidFill>
              <a:srgbClr val="B7C7D9"/>
            </a:solidFill>
            <a:ln>
              <a:noFill/>
            </a:ln>
          </p:spPr>
        </p:sp>
        <p:sp>
          <p:nvSpPr>
            <p:cNvPr id="10721" name="Heatmap cell r39 c56"/>
            <p:cNvSpPr/>
            <p:nvPr/>
          </p:nvSpPr>
          <p:spPr>
            <a:xfrm>
              <a:off x="1028379" y="1041636"/>
              <a:ext cx="19034" cy="28503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10722" name="Heatmap cell r39 c57"/>
            <p:cNvSpPr/>
            <p:nvPr/>
          </p:nvSpPr>
          <p:spPr>
            <a:xfrm>
              <a:off x="1047318" y="1041636"/>
              <a:ext cx="17140" cy="28503"/>
            </a:xfrm>
            <a:prstGeom prst="rect">
              <a:avLst/>
            </a:prstGeom>
            <a:solidFill>
              <a:srgbClr val="F8E6E8"/>
            </a:solidFill>
            <a:ln>
              <a:noFill/>
            </a:ln>
          </p:spPr>
        </p:sp>
        <p:sp>
          <p:nvSpPr>
            <p:cNvPr id="10723" name="Heatmap cell r39 c58"/>
            <p:cNvSpPr/>
            <p:nvPr/>
          </p:nvSpPr>
          <p:spPr>
            <a:xfrm>
              <a:off x="1064363" y="1041636"/>
              <a:ext cx="19034" cy="28503"/>
            </a:xfrm>
            <a:prstGeom prst="rect">
              <a:avLst/>
            </a:prstGeom>
            <a:solidFill>
              <a:srgbClr val="FCF8F9"/>
            </a:solidFill>
            <a:ln>
              <a:noFill/>
            </a:ln>
          </p:spPr>
        </p:sp>
        <p:sp>
          <p:nvSpPr>
            <p:cNvPr id="10724" name="Heatmap cell r39 c59"/>
            <p:cNvSpPr/>
            <p:nvPr/>
          </p:nvSpPr>
          <p:spPr>
            <a:xfrm>
              <a:off x="1083301" y="1041636"/>
              <a:ext cx="17140" cy="28503"/>
            </a:xfrm>
            <a:prstGeom prst="rect">
              <a:avLst/>
            </a:prstGeom>
            <a:solidFill>
              <a:srgbClr val="FBF3F4"/>
            </a:solidFill>
            <a:ln>
              <a:noFill/>
            </a:ln>
          </p:spPr>
        </p:sp>
        <p:sp>
          <p:nvSpPr>
            <p:cNvPr id="10725" name="Heatmap cell r39 c60"/>
            <p:cNvSpPr/>
            <p:nvPr/>
          </p:nvSpPr>
          <p:spPr>
            <a:xfrm>
              <a:off x="1100346" y="1041636"/>
              <a:ext cx="19034" cy="28503"/>
            </a:xfrm>
            <a:prstGeom prst="rect">
              <a:avLst/>
            </a:prstGeom>
            <a:solidFill>
              <a:srgbClr val="EBEFF5"/>
            </a:solidFill>
            <a:ln>
              <a:noFill/>
            </a:ln>
          </p:spPr>
        </p:sp>
        <p:sp>
          <p:nvSpPr>
            <p:cNvPr id="10726" name="Heatmap cell r39 c62"/>
            <p:cNvSpPr/>
            <p:nvPr/>
          </p:nvSpPr>
          <p:spPr>
            <a:xfrm>
              <a:off x="1138224" y="1041636"/>
              <a:ext cx="17140" cy="28503"/>
            </a:xfrm>
            <a:prstGeom prst="rect">
              <a:avLst/>
            </a:prstGeom>
            <a:solidFill>
              <a:srgbClr val="FCF8F9"/>
            </a:solidFill>
            <a:ln>
              <a:noFill/>
            </a:ln>
          </p:spPr>
        </p:sp>
        <p:sp>
          <p:nvSpPr>
            <p:cNvPr id="10727" name="Heatmap cell r39 c63"/>
            <p:cNvSpPr/>
            <p:nvPr/>
          </p:nvSpPr>
          <p:spPr>
            <a:xfrm>
              <a:off x="1155269" y="1041636"/>
              <a:ext cx="19034" cy="28503"/>
            </a:xfrm>
            <a:prstGeom prst="rect">
              <a:avLst/>
            </a:prstGeom>
            <a:solidFill>
              <a:srgbClr val="C6D4E1"/>
            </a:solidFill>
            <a:ln>
              <a:noFill/>
            </a:ln>
          </p:spPr>
        </p:sp>
        <p:sp>
          <p:nvSpPr>
            <p:cNvPr id="10728" name="Heatmap cell r39 c64"/>
            <p:cNvSpPr/>
            <p:nvPr/>
          </p:nvSpPr>
          <p:spPr>
            <a:xfrm>
              <a:off x="1174208" y="1041636"/>
              <a:ext cx="17140" cy="28503"/>
            </a:xfrm>
            <a:prstGeom prst="rect">
              <a:avLst/>
            </a:prstGeom>
            <a:solidFill>
              <a:srgbClr val="FAEBED"/>
            </a:solidFill>
            <a:ln>
              <a:noFill/>
            </a:ln>
          </p:spPr>
        </p:sp>
        <p:sp>
          <p:nvSpPr>
            <p:cNvPr id="10729" name="Heatmap cell r39 c65"/>
            <p:cNvSpPr/>
            <p:nvPr/>
          </p:nvSpPr>
          <p:spPr>
            <a:xfrm>
              <a:off x="1191253" y="1041636"/>
              <a:ext cx="19034" cy="28503"/>
            </a:xfrm>
            <a:prstGeom prst="rect">
              <a:avLst/>
            </a:prstGeom>
            <a:solidFill>
              <a:srgbClr val="7394B6"/>
            </a:solidFill>
            <a:ln>
              <a:noFill/>
            </a:ln>
          </p:spPr>
        </p:sp>
        <p:sp>
          <p:nvSpPr>
            <p:cNvPr id="10730" name="Heatmap cell r39 c66"/>
            <p:cNvSpPr/>
            <p:nvPr/>
          </p:nvSpPr>
          <p:spPr>
            <a:xfrm>
              <a:off x="1210192" y="1041636"/>
              <a:ext cx="17140" cy="28503"/>
            </a:xfrm>
            <a:prstGeom prst="rect">
              <a:avLst/>
            </a:prstGeom>
            <a:solidFill>
              <a:srgbClr val="E6EBF1"/>
            </a:solidFill>
            <a:ln>
              <a:noFill/>
            </a:ln>
          </p:spPr>
        </p:sp>
        <p:sp>
          <p:nvSpPr>
            <p:cNvPr id="10731" name="Heatmap cell r39 c67"/>
            <p:cNvSpPr/>
            <p:nvPr/>
          </p:nvSpPr>
          <p:spPr>
            <a:xfrm>
              <a:off x="1227236" y="1041636"/>
              <a:ext cx="19034" cy="28503"/>
            </a:xfrm>
            <a:prstGeom prst="rect">
              <a:avLst/>
            </a:prstGeom>
            <a:solidFill>
              <a:srgbClr val="E1E9EF"/>
            </a:solidFill>
            <a:ln>
              <a:noFill/>
            </a:ln>
          </p:spPr>
        </p:sp>
        <p:sp>
          <p:nvSpPr>
            <p:cNvPr id="10732" name="Heatmap cell r39 c68"/>
            <p:cNvSpPr/>
            <p:nvPr/>
          </p:nvSpPr>
          <p:spPr>
            <a:xfrm>
              <a:off x="1246175" y="1041636"/>
              <a:ext cx="17140" cy="28503"/>
            </a:xfrm>
            <a:prstGeom prst="rect">
              <a:avLst/>
            </a:prstGeom>
            <a:solidFill>
              <a:srgbClr val="E8ECF3"/>
            </a:solidFill>
            <a:ln>
              <a:noFill/>
            </a:ln>
          </p:spPr>
        </p:sp>
        <p:sp>
          <p:nvSpPr>
            <p:cNvPr id="10733" name="Heatmap cell r39 c69"/>
            <p:cNvSpPr/>
            <p:nvPr/>
          </p:nvSpPr>
          <p:spPr>
            <a:xfrm>
              <a:off x="1263220" y="1041636"/>
              <a:ext cx="19034" cy="28503"/>
            </a:xfrm>
            <a:prstGeom prst="rect">
              <a:avLst/>
            </a:prstGeom>
            <a:solidFill>
              <a:srgbClr val="E2EAEF"/>
            </a:solidFill>
            <a:ln>
              <a:noFill/>
            </a:ln>
          </p:spPr>
        </p:sp>
        <p:sp>
          <p:nvSpPr>
            <p:cNvPr id="10734" name="Heatmap cell r39 c70"/>
            <p:cNvSpPr/>
            <p:nvPr/>
          </p:nvSpPr>
          <p:spPr>
            <a:xfrm>
              <a:off x="1282159" y="1041636"/>
              <a:ext cx="17140" cy="28503"/>
            </a:xfrm>
            <a:prstGeom prst="rect">
              <a:avLst/>
            </a:prstGeom>
            <a:solidFill>
              <a:srgbClr val="CED9E4"/>
            </a:solidFill>
            <a:ln>
              <a:noFill/>
            </a:ln>
          </p:spPr>
        </p:sp>
        <p:sp>
          <p:nvSpPr>
            <p:cNvPr id="10735" name="Heatmap cell r39 c71"/>
            <p:cNvSpPr/>
            <p:nvPr/>
          </p:nvSpPr>
          <p:spPr>
            <a:xfrm>
              <a:off x="1299204" y="1041636"/>
              <a:ext cx="19034" cy="28503"/>
            </a:xfrm>
            <a:prstGeom prst="rect">
              <a:avLst/>
            </a:prstGeom>
            <a:solidFill>
              <a:srgbClr val="C2D0DE"/>
            </a:solidFill>
            <a:ln>
              <a:noFill/>
            </a:ln>
          </p:spPr>
        </p:sp>
        <p:sp>
          <p:nvSpPr>
            <p:cNvPr id="10736" name="Heatmap cell r39 c72"/>
            <p:cNvSpPr/>
            <p:nvPr/>
          </p:nvSpPr>
          <p:spPr>
            <a:xfrm>
              <a:off x="1318143" y="1041636"/>
              <a:ext cx="17140" cy="28503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10737" name="Heatmap cell r39 c73"/>
            <p:cNvSpPr/>
            <p:nvPr/>
          </p:nvSpPr>
          <p:spPr>
            <a:xfrm>
              <a:off x="1335188" y="1041636"/>
              <a:ext cx="19034" cy="28503"/>
            </a:xfrm>
            <a:prstGeom prst="rect">
              <a:avLst/>
            </a:prstGeom>
            <a:solidFill>
              <a:srgbClr val="E9EDF3"/>
            </a:solidFill>
            <a:ln>
              <a:noFill/>
            </a:ln>
          </p:spPr>
        </p:sp>
        <p:sp>
          <p:nvSpPr>
            <p:cNvPr id="10738" name="Heatmap cell r39 c74"/>
            <p:cNvSpPr/>
            <p:nvPr/>
          </p:nvSpPr>
          <p:spPr>
            <a:xfrm>
              <a:off x="1354127" y="1041636"/>
              <a:ext cx="17140" cy="28503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10739" name="Heatmap cell r39 c75"/>
            <p:cNvSpPr/>
            <p:nvPr/>
          </p:nvSpPr>
          <p:spPr>
            <a:xfrm>
              <a:off x="1371172" y="1041636"/>
              <a:ext cx="19034" cy="28503"/>
            </a:xfrm>
            <a:prstGeom prst="rect">
              <a:avLst/>
            </a:prstGeom>
            <a:solidFill>
              <a:srgbClr val="F7E2E4"/>
            </a:solidFill>
            <a:ln>
              <a:noFill/>
            </a:ln>
          </p:spPr>
        </p:sp>
        <p:sp>
          <p:nvSpPr>
            <p:cNvPr id="10740" name="Heatmap cell r39 c76"/>
            <p:cNvSpPr/>
            <p:nvPr/>
          </p:nvSpPr>
          <p:spPr>
            <a:xfrm>
              <a:off x="1390110" y="1041636"/>
              <a:ext cx="19034" cy="28503"/>
            </a:xfrm>
            <a:prstGeom prst="rect">
              <a:avLst/>
            </a:prstGeom>
            <a:solidFill>
              <a:srgbClr val="FAEBED"/>
            </a:solidFill>
            <a:ln>
              <a:noFill/>
            </a:ln>
          </p:spPr>
        </p:sp>
        <p:sp>
          <p:nvSpPr>
            <p:cNvPr id="10741" name="Heatmap cell r39 c77"/>
            <p:cNvSpPr/>
            <p:nvPr/>
          </p:nvSpPr>
          <p:spPr>
            <a:xfrm>
              <a:off x="1409049" y="1041636"/>
              <a:ext cx="17140" cy="28503"/>
            </a:xfrm>
            <a:prstGeom prst="rect">
              <a:avLst/>
            </a:prstGeom>
            <a:solidFill>
              <a:srgbClr val="E7EBF1"/>
            </a:solidFill>
            <a:ln>
              <a:noFill/>
            </a:ln>
          </p:spPr>
        </p:sp>
        <p:sp>
          <p:nvSpPr>
            <p:cNvPr id="10742" name="Heatmap cell r39 c78"/>
            <p:cNvSpPr/>
            <p:nvPr/>
          </p:nvSpPr>
          <p:spPr>
            <a:xfrm>
              <a:off x="1426094" y="1041636"/>
              <a:ext cx="19034" cy="28503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10743" name="Heatmap cell r39 c79"/>
            <p:cNvSpPr/>
            <p:nvPr/>
          </p:nvSpPr>
          <p:spPr>
            <a:xfrm>
              <a:off x="1445033" y="1041636"/>
              <a:ext cx="17140" cy="28503"/>
            </a:xfrm>
            <a:prstGeom prst="rect">
              <a:avLst/>
            </a:prstGeom>
            <a:solidFill>
              <a:srgbClr val="E8ECF3"/>
            </a:solidFill>
            <a:ln>
              <a:noFill/>
            </a:ln>
          </p:spPr>
        </p:sp>
        <p:sp>
          <p:nvSpPr>
            <p:cNvPr id="10744" name="Heatmap cell r39 c80"/>
            <p:cNvSpPr/>
            <p:nvPr/>
          </p:nvSpPr>
          <p:spPr>
            <a:xfrm>
              <a:off x="1462078" y="1041636"/>
              <a:ext cx="19034" cy="28503"/>
            </a:xfrm>
            <a:prstGeom prst="rect">
              <a:avLst/>
            </a:prstGeom>
            <a:solidFill>
              <a:srgbClr val="9FB6CD"/>
            </a:solidFill>
            <a:ln>
              <a:noFill/>
            </a:ln>
          </p:spPr>
        </p:sp>
        <p:sp>
          <p:nvSpPr>
            <p:cNvPr id="10745" name="Heatmap cell r39 c81"/>
            <p:cNvSpPr/>
            <p:nvPr/>
          </p:nvSpPr>
          <p:spPr>
            <a:xfrm>
              <a:off x="1481017" y="1041636"/>
              <a:ext cx="17140" cy="28503"/>
            </a:xfrm>
            <a:prstGeom prst="rect">
              <a:avLst/>
            </a:prstGeom>
            <a:solidFill>
              <a:srgbClr val="FDF9FA"/>
            </a:solidFill>
            <a:ln>
              <a:noFill/>
            </a:ln>
          </p:spPr>
        </p:sp>
        <p:sp>
          <p:nvSpPr>
            <p:cNvPr id="10746" name="Heatmap cell r39 c82"/>
            <p:cNvSpPr/>
            <p:nvPr/>
          </p:nvSpPr>
          <p:spPr>
            <a:xfrm>
              <a:off x="1498062" y="1041636"/>
              <a:ext cx="19034" cy="28503"/>
            </a:xfrm>
            <a:prstGeom prst="rect">
              <a:avLst/>
            </a:prstGeom>
            <a:solidFill>
              <a:srgbClr val="F8E3E6"/>
            </a:solidFill>
            <a:ln>
              <a:noFill/>
            </a:ln>
          </p:spPr>
        </p:sp>
        <p:sp>
          <p:nvSpPr>
            <p:cNvPr id="10747" name="Heatmap cell r39 c83"/>
            <p:cNvSpPr/>
            <p:nvPr/>
          </p:nvSpPr>
          <p:spPr>
            <a:xfrm>
              <a:off x="1517001" y="1041636"/>
              <a:ext cx="17140" cy="28503"/>
            </a:xfrm>
            <a:prstGeom prst="rect">
              <a:avLst/>
            </a:prstGeom>
            <a:solidFill>
              <a:srgbClr val="FAEEEF"/>
            </a:solidFill>
            <a:ln>
              <a:noFill/>
            </a:ln>
          </p:spPr>
        </p:sp>
        <p:sp>
          <p:nvSpPr>
            <p:cNvPr id="10748" name="Heatmap cell r39 c84"/>
            <p:cNvSpPr/>
            <p:nvPr/>
          </p:nvSpPr>
          <p:spPr>
            <a:xfrm>
              <a:off x="1534046" y="1041636"/>
              <a:ext cx="19034" cy="28503"/>
            </a:xfrm>
            <a:prstGeom prst="rect">
              <a:avLst/>
            </a:prstGeom>
            <a:solidFill>
              <a:srgbClr val="DCE3EB"/>
            </a:solidFill>
            <a:ln>
              <a:noFill/>
            </a:ln>
          </p:spPr>
        </p:sp>
        <p:sp>
          <p:nvSpPr>
            <p:cNvPr id="10749" name="Heatmap cell r39 c85"/>
            <p:cNvSpPr/>
            <p:nvPr/>
          </p:nvSpPr>
          <p:spPr>
            <a:xfrm>
              <a:off x="1552984" y="1041636"/>
              <a:ext cx="17140" cy="28503"/>
            </a:xfrm>
            <a:prstGeom prst="rect">
              <a:avLst/>
            </a:prstGeom>
            <a:solidFill>
              <a:srgbClr val="DFE7ED"/>
            </a:solidFill>
            <a:ln>
              <a:noFill/>
            </a:ln>
          </p:spPr>
        </p:sp>
        <p:sp>
          <p:nvSpPr>
            <p:cNvPr id="10750" name="Heatmap cell r39 c86"/>
            <p:cNvSpPr/>
            <p:nvPr/>
          </p:nvSpPr>
          <p:spPr>
            <a:xfrm>
              <a:off x="1570029" y="1041636"/>
              <a:ext cx="19034" cy="28503"/>
            </a:xfrm>
            <a:prstGeom prst="rect">
              <a:avLst/>
            </a:prstGeom>
            <a:solidFill>
              <a:srgbClr val="9DB5CC"/>
            </a:solidFill>
            <a:ln>
              <a:noFill/>
            </a:ln>
          </p:spPr>
        </p:sp>
        <p:sp>
          <p:nvSpPr>
            <p:cNvPr id="10751" name="Heatmap cell r39 c87"/>
            <p:cNvSpPr/>
            <p:nvPr/>
          </p:nvSpPr>
          <p:spPr>
            <a:xfrm>
              <a:off x="1588968" y="1041636"/>
              <a:ext cx="17140" cy="28503"/>
            </a:xfrm>
            <a:prstGeom prst="rect">
              <a:avLst/>
            </a:prstGeom>
            <a:solidFill>
              <a:srgbClr val="F5CFD2"/>
            </a:solidFill>
            <a:ln>
              <a:noFill/>
            </a:ln>
          </p:spPr>
        </p:sp>
        <p:sp>
          <p:nvSpPr>
            <p:cNvPr id="10752" name="Heatmap cell r39 c88"/>
            <p:cNvSpPr/>
            <p:nvPr/>
          </p:nvSpPr>
          <p:spPr>
            <a:xfrm>
              <a:off x="1606013" y="1041636"/>
              <a:ext cx="19034" cy="28503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10753" name="Heatmap cell r39 c90"/>
            <p:cNvSpPr/>
            <p:nvPr/>
          </p:nvSpPr>
          <p:spPr>
            <a:xfrm>
              <a:off x="1643891" y="1041636"/>
              <a:ext cx="17140" cy="28503"/>
            </a:xfrm>
            <a:prstGeom prst="rect">
              <a:avLst/>
            </a:prstGeom>
            <a:solidFill>
              <a:srgbClr val="F5CED2"/>
            </a:solidFill>
            <a:ln>
              <a:noFill/>
            </a:ln>
          </p:spPr>
        </p:sp>
        <p:sp>
          <p:nvSpPr>
            <p:cNvPr id="10754" name="Heatmap cell r39 c91"/>
            <p:cNvSpPr/>
            <p:nvPr/>
          </p:nvSpPr>
          <p:spPr>
            <a:xfrm>
              <a:off x="1660936" y="1041636"/>
              <a:ext cx="19034" cy="28503"/>
            </a:xfrm>
            <a:prstGeom prst="rect">
              <a:avLst/>
            </a:prstGeom>
            <a:solidFill>
              <a:srgbClr val="F8F8FA"/>
            </a:solidFill>
            <a:ln>
              <a:noFill/>
            </a:ln>
          </p:spPr>
        </p:sp>
        <p:sp>
          <p:nvSpPr>
            <p:cNvPr id="10755" name="Heatmap cell r39 c92"/>
            <p:cNvSpPr/>
            <p:nvPr/>
          </p:nvSpPr>
          <p:spPr>
            <a:xfrm>
              <a:off x="1679875" y="1041636"/>
              <a:ext cx="17140" cy="28503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10756" name="Heatmap cell r39 c93"/>
            <p:cNvSpPr/>
            <p:nvPr/>
          </p:nvSpPr>
          <p:spPr>
            <a:xfrm>
              <a:off x="1696920" y="1041636"/>
              <a:ext cx="19034" cy="28503"/>
            </a:xfrm>
            <a:prstGeom prst="rect">
              <a:avLst/>
            </a:prstGeom>
            <a:solidFill>
              <a:srgbClr val="F8DBDD"/>
            </a:solidFill>
            <a:ln>
              <a:noFill/>
            </a:ln>
          </p:spPr>
        </p:sp>
        <p:sp>
          <p:nvSpPr>
            <p:cNvPr id="10757" name="Heatmap cell r39 c95"/>
            <p:cNvSpPr/>
            <p:nvPr/>
          </p:nvSpPr>
          <p:spPr>
            <a:xfrm>
              <a:off x="1732903" y="1041636"/>
              <a:ext cx="19034" cy="28503"/>
            </a:xfrm>
            <a:prstGeom prst="rect">
              <a:avLst/>
            </a:prstGeom>
            <a:solidFill>
              <a:srgbClr val="7E9EBB"/>
            </a:solidFill>
            <a:ln>
              <a:noFill/>
            </a:ln>
          </p:spPr>
        </p:sp>
        <p:sp>
          <p:nvSpPr>
            <p:cNvPr id="10758" name="Heatmap cell r39 c96"/>
            <p:cNvSpPr/>
            <p:nvPr/>
          </p:nvSpPr>
          <p:spPr>
            <a:xfrm>
              <a:off x="1751842" y="1041636"/>
              <a:ext cx="17140" cy="28503"/>
            </a:xfrm>
            <a:prstGeom prst="rect">
              <a:avLst/>
            </a:prstGeom>
            <a:solidFill>
              <a:srgbClr val="D2DDE8"/>
            </a:solidFill>
            <a:ln>
              <a:noFill/>
            </a:ln>
          </p:spPr>
        </p:sp>
        <p:sp>
          <p:nvSpPr>
            <p:cNvPr id="10759" name="Heatmap cell r39 c97"/>
            <p:cNvSpPr/>
            <p:nvPr/>
          </p:nvSpPr>
          <p:spPr>
            <a:xfrm>
              <a:off x="1768887" y="1041636"/>
              <a:ext cx="19034" cy="28503"/>
            </a:xfrm>
            <a:prstGeom prst="rect">
              <a:avLst/>
            </a:prstGeom>
            <a:solidFill>
              <a:srgbClr val="BBCCDC"/>
            </a:solidFill>
            <a:ln>
              <a:noFill/>
            </a:ln>
          </p:spPr>
        </p:sp>
        <p:sp>
          <p:nvSpPr>
            <p:cNvPr id="10760" name="Heatmap cell r39 c98"/>
            <p:cNvSpPr/>
            <p:nvPr/>
          </p:nvSpPr>
          <p:spPr>
            <a:xfrm>
              <a:off x="1787826" y="1041636"/>
              <a:ext cx="17140" cy="28503"/>
            </a:xfrm>
            <a:prstGeom prst="rect">
              <a:avLst/>
            </a:prstGeom>
            <a:solidFill>
              <a:srgbClr val="E9EDF3"/>
            </a:solidFill>
            <a:ln>
              <a:noFill/>
            </a:ln>
          </p:spPr>
        </p:sp>
        <p:sp>
          <p:nvSpPr>
            <p:cNvPr id="10761" name="Heatmap cell r39 c99"/>
            <p:cNvSpPr/>
            <p:nvPr/>
          </p:nvSpPr>
          <p:spPr>
            <a:xfrm>
              <a:off x="1804871" y="1041636"/>
              <a:ext cx="19034" cy="28503"/>
            </a:xfrm>
            <a:prstGeom prst="rect">
              <a:avLst/>
            </a:prstGeom>
            <a:solidFill>
              <a:srgbClr val="FAECEC"/>
            </a:solidFill>
            <a:ln>
              <a:noFill/>
            </a:ln>
          </p:spPr>
        </p:sp>
        <p:sp>
          <p:nvSpPr>
            <p:cNvPr id="10762" name="Heatmap cell r39 c100"/>
            <p:cNvSpPr/>
            <p:nvPr/>
          </p:nvSpPr>
          <p:spPr>
            <a:xfrm>
              <a:off x="1823810" y="1041636"/>
              <a:ext cx="17140" cy="28503"/>
            </a:xfrm>
            <a:prstGeom prst="rect">
              <a:avLst/>
            </a:prstGeom>
            <a:solidFill>
              <a:srgbClr val="CCD7E3"/>
            </a:solidFill>
            <a:ln>
              <a:noFill/>
            </a:ln>
          </p:spPr>
        </p:sp>
        <p:sp>
          <p:nvSpPr>
            <p:cNvPr id="10763" name="Heatmap cell r39 c101"/>
            <p:cNvSpPr/>
            <p:nvPr/>
          </p:nvSpPr>
          <p:spPr>
            <a:xfrm>
              <a:off x="1840855" y="1041636"/>
              <a:ext cx="19034" cy="28503"/>
            </a:xfrm>
            <a:prstGeom prst="rect">
              <a:avLst/>
            </a:prstGeom>
            <a:solidFill>
              <a:srgbClr val="F6D5D9"/>
            </a:solidFill>
            <a:ln>
              <a:noFill/>
            </a:ln>
          </p:spPr>
        </p:sp>
        <p:sp>
          <p:nvSpPr>
            <p:cNvPr id="10764" name="Heatmap cell r39 c102"/>
            <p:cNvSpPr/>
            <p:nvPr/>
          </p:nvSpPr>
          <p:spPr>
            <a:xfrm>
              <a:off x="1859794" y="1041636"/>
              <a:ext cx="19034" cy="28503"/>
            </a:xfrm>
            <a:prstGeom prst="rect">
              <a:avLst/>
            </a:prstGeom>
            <a:solidFill>
              <a:srgbClr val="BBCCDC"/>
            </a:solidFill>
            <a:ln>
              <a:noFill/>
            </a:ln>
          </p:spPr>
        </p:sp>
        <p:sp>
          <p:nvSpPr>
            <p:cNvPr id="10765" name="Heatmap cell r39 c103"/>
            <p:cNvSpPr/>
            <p:nvPr/>
          </p:nvSpPr>
          <p:spPr>
            <a:xfrm>
              <a:off x="1878732" y="1041636"/>
              <a:ext cx="17140" cy="28503"/>
            </a:xfrm>
            <a:prstGeom prst="rect">
              <a:avLst/>
            </a:prstGeom>
            <a:solidFill>
              <a:srgbClr val="B1C4D5"/>
            </a:solidFill>
            <a:ln>
              <a:noFill/>
            </a:ln>
          </p:spPr>
        </p:sp>
        <p:sp>
          <p:nvSpPr>
            <p:cNvPr id="10766" name="Heatmap cell r39 c104"/>
            <p:cNvSpPr/>
            <p:nvPr/>
          </p:nvSpPr>
          <p:spPr>
            <a:xfrm>
              <a:off x="1895777" y="1041636"/>
              <a:ext cx="19034" cy="28503"/>
            </a:xfrm>
            <a:prstGeom prst="rect">
              <a:avLst/>
            </a:prstGeom>
            <a:solidFill>
              <a:srgbClr val="C5D3E0"/>
            </a:solidFill>
            <a:ln>
              <a:noFill/>
            </a:ln>
          </p:spPr>
        </p:sp>
        <p:sp>
          <p:nvSpPr>
            <p:cNvPr id="10767" name="Heatmap cell r39 c105"/>
            <p:cNvSpPr/>
            <p:nvPr/>
          </p:nvSpPr>
          <p:spPr>
            <a:xfrm>
              <a:off x="1914716" y="1041636"/>
              <a:ext cx="17140" cy="28503"/>
            </a:xfrm>
            <a:prstGeom prst="rect">
              <a:avLst/>
            </a:prstGeom>
            <a:solidFill>
              <a:srgbClr val="F8E3E6"/>
            </a:solidFill>
            <a:ln>
              <a:noFill/>
            </a:ln>
          </p:spPr>
        </p:sp>
        <p:sp>
          <p:nvSpPr>
            <p:cNvPr id="10768" name="Heatmap cell r39 c106"/>
            <p:cNvSpPr/>
            <p:nvPr/>
          </p:nvSpPr>
          <p:spPr>
            <a:xfrm>
              <a:off x="1931761" y="1041636"/>
              <a:ext cx="19034" cy="28503"/>
            </a:xfrm>
            <a:prstGeom prst="rect">
              <a:avLst/>
            </a:prstGeom>
            <a:solidFill>
              <a:srgbClr val="D4DFE9"/>
            </a:solidFill>
            <a:ln>
              <a:noFill/>
            </a:ln>
          </p:spPr>
        </p:sp>
        <p:sp>
          <p:nvSpPr>
            <p:cNvPr id="10769" name="Heatmap cell r39 c107"/>
            <p:cNvSpPr/>
            <p:nvPr/>
          </p:nvSpPr>
          <p:spPr>
            <a:xfrm>
              <a:off x="1950700" y="1041636"/>
              <a:ext cx="17140" cy="28503"/>
            </a:xfrm>
            <a:prstGeom prst="rect">
              <a:avLst/>
            </a:prstGeom>
            <a:solidFill>
              <a:srgbClr val="E7EBF1"/>
            </a:solidFill>
            <a:ln>
              <a:noFill/>
            </a:ln>
          </p:spPr>
        </p:sp>
        <p:sp>
          <p:nvSpPr>
            <p:cNvPr id="10770" name="Heatmap cell r39 c108"/>
            <p:cNvSpPr/>
            <p:nvPr/>
          </p:nvSpPr>
          <p:spPr>
            <a:xfrm>
              <a:off x="1967745" y="1041636"/>
              <a:ext cx="19034" cy="28503"/>
            </a:xfrm>
            <a:prstGeom prst="rect">
              <a:avLst/>
            </a:prstGeom>
            <a:solidFill>
              <a:srgbClr val="C2D0DE"/>
            </a:solidFill>
            <a:ln>
              <a:noFill/>
            </a:ln>
          </p:spPr>
        </p:sp>
        <p:sp>
          <p:nvSpPr>
            <p:cNvPr id="10771" name="Heatmap cell r39 c109"/>
            <p:cNvSpPr/>
            <p:nvPr/>
          </p:nvSpPr>
          <p:spPr>
            <a:xfrm>
              <a:off x="1986684" y="1041636"/>
              <a:ext cx="17140" cy="28503"/>
            </a:xfrm>
            <a:prstGeom prst="rect">
              <a:avLst/>
            </a:prstGeom>
            <a:solidFill>
              <a:srgbClr val="EEF3F6"/>
            </a:solidFill>
            <a:ln>
              <a:noFill/>
            </a:ln>
          </p:spPr>
        </p:sp>
        <p:sp>
          <p:nvSpPr>
            <p:cNvPr id="10772" name="Heatmap cell r39 c110"/>
            <p:cNvSpPr/>
            <p:nvPr/>
          </p:nvSpPr>
          <p:spPr>
            <a:xfrm>
              <a:off x="2003729" y="1041636"/>
              <a:ext cx="19034" cy="28503"/>
            </a:xfrm>
            <a:prstGeom prst="rect">
              <a:avLst/>
            </a:prstGeom>
            <a:solidFill>
              <a:srgbClr val="C3D1DF"/>
            </a:solidFill>
            <a:ln>
              <a:noFill/>
            </a:ln>
          </p:spPr>
        </p:sp>
        <p:sp>
          <p:nvSpPr>
            <p:cNvPr id="10773" name="Heatmap cell r39 c111"/>
            <p:cNvSpPr/>
            <p:nvPr/>
          </p:nvSpPr>
          <p:spPr>
            <a:xfrm>
              <a:off x="2022668" y="1041636"/>
              <a:ext cx="17140" cy="28503"/>
            </a:xfrm>
            <a:prstGeom prst="rect">
              <a:avLst/>
            </a:prstGeom>
            <a:solidFill>
              <a:srgbClr val="EBA6AC"/>
            </a:solidFill>
            <a:ln>
              <a:noFill/>
            </a:ln>
          </p:spPr>
        </p:sp>
        <p:sp>
          <p:nvSpPr>
            <p:cNvPr id="10774" name="Heatmap cell r39 c112"/>
            <p:cNvSpPr/>
            <p:nvPr/>
          </p:nvSpPr>
          <p:spPr>
            <a:xfrm>
              <a:off x="2039712" y="1041636"/>
              <a:ext cx="19034" cy="28503"/>
            </a:xfrm>
            <a:prstGeom prst="rect">
              <a:avLst/>
            </a:prstGeom>
            <a:solidFill>
              <a:srgbClr val="F3C6CB"/>
            </a:solidFill>
            <a:ln>
              <a:noFill/>
            </a:ln>
          </p:spPr>
        </p:sp>
        <p:sp>
          <p:nvSpPr>
            <p:cNvPr id="10775" name="Heatmap cell r39 c113"/>
            <p:cNvSpPr/>
            <p:nvPr/>
          </p:nvSpPr>
          <p:spPr>
            <a:xfrm>
              <a:off x="2058651" y="1041636"/>
              <a:ext cx="17140" cy="28503"/>
            </a:xfrm>
            <a:prstGeom prst="rect">
              <a:avLst/>
            </a:prstGeom>
            <a:solidFill>
              <a:srgbClr val="EAEEF4"/>
            </a:solidFill>
            <a:ln>
              <a:noFill/>
            </a:ln>
          </p:spPr>
        </p:sp>
        <p:sp>
          <p:nvSpPr>
            <p:cNvPr id="10776" name="Heatmap cell r39 c115"/>
            <p:cNvSpPr/>
            <p:nvPr/>
          </p:nvSpPr>
          <p:spPr>
            <a:xfrm>
              <a:off x="2094635" y="1041636"/>
              <a:ext cx="19034" cy="28503"/>
            </a:xfrm>
            <a:prstGeom prst="rect">
              <a:avLst/>
            </a:prstGeom>
            <a:solidFill>
              <a:srgbClr val="C2D0DE"/>
            </a:solidFill>
            <a:ln>
              <a:noFill/>
            </a:ln>
          </p:spPr>
        </p:sp>
        <p:sp>
          <p:nvSpPr>
            <p:cNvPr id="10777" name="Heatmap cell r39 c116"/>
            <p:cNvSpPr/>
            <p:nvPr/>
          </p:nvSpPr>
          <p:spPr>
            <a:xfrm>
              <a:off x="2113574" y="1041636"/>
              <a:ext cx="17140" cy="28503"/>
            </a:xfrm>
            <a:prstGeom prst="rect">
              <a:avLst/>
            </a:prstGeom>
            <a:solidFill>
              <a:srgbClr val="9FB6CD"/>
            </a:solidFill>
            <a:ln>
              <a:noFill/>
            </a:ln>
          </p:spPr>
        </p:sp>
        <p:sp>
          <p:nvSpPr>
            <p:cNvPr id="10778" name="Heatmap cell r39 c117"/>
            <p:cNvSpPr/>
            <p:nvPr/>
          </p:nvSpPr>
          <p:spPr>
            <a:xfrm>
              <a:off x="2130619" y="1041636"/>
              <a:ext cx="19034" cy="28503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10779" name="Heatmap cell r39 c118"/>
            <p:cNvSpPr/>
            <p:nvPr/>
          </p:nvSpPr>
          <p:spPr>
            <a:xfrm>
              <a:off x="2149558" y="1041636"/>
              <a:ext cx="17140" cy="28503"/>
            </a:xfrm>
            <a:prstGeom prst="rect">
              <a:avLst/>
            </a:prstGeom>
            <a:solidFill>
              <a:srgbClr val="F0BBC2"/>
            </a:solidFill>
            <a:ln>
              <a:noFill/>
            </a:ln>
          </p:spPr>
        </p:sp>
        <p:sp>
          <p:nvSpPr>
            <p:cNvPr id="10780" name="Heatmap cell r39 c119"/>
            <p:cNvSpPr/>
            <p:nvPr/>
          </p:nvSpPr>
          <p:spPr>
            <a:xfrm>
              <a:off x="2166603" y="1041636"/>
              <a:ext cx="19034" cy="28503"/>
            </a:xfrm>
            <a:prstGeom prst="rect">
              <a:avLst/>
            </a:prstGeom>
            <a:solidFill>
              <a:srgbClr val="D3DEE8"/>
            </a:solidFill>
            <a:ln>
              <a:noFill/>
            </a:ln>
          </p:spPr>
        </p:sp>
        <p:sp>
          <p:nvSpPr>
            <p:cNvPr id="10781" name="Heatmap cell r39 c120"/>
            <p:cNvSpPr/>
            <p:nvPr/>
          </p:nvSpPr>
          <p:spPr>
            <a:xfrm>
              <a:off x="2185542" y="1041636"/>
              <a:ext cx="17140" cy="28503"/>
            </a:xfrm>
            <a:prstGeom prst="rect">
              <a:avLst/>
            </a:prstGeom>
            <a:solidFill>
              <a:srgbClr val="AFC4D5"/>
            </a:solidFill>
            <a:ln>
              <a:noFill/>
            </a:ln>
          </p:spPr>
        </p:sp>
        <p:sp>
          <p:nvSpPr>
            <p:cNvPr id="10782" name="Heatmap cell r39 c121"/>
            <p:cNvSpPr/>
            <p:nvPr/>
          </p:nvSpPr>
          <p:spPr>
            <a:xfrm>
              <a:off x="2202586" y="1041636"/>
              <a:ext cx="19034" cy="28503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10783" name="Heatmap cell r39 c123"/>
            <p:cNvSpPr/>
            <p:nvPr/>
          </p:nvSpPr>
          <p:spPr>
            <a:xfrm>
              <a:off x="2238570" y="1041636"/>
              <a:ext cx="19034" cy="28503"/>
            </a:xfrm>
            <a:prstGeom prst="rect">
              <a:avLst/>
            </a:prstGeom>
            <a:solidFill>
              <a:srgbClr val="BBCCDC"/>
            </a:solidFill>
            <a:ln>
              <a:noFill/>
            </a:ln>
          </p:spPr>
        </p:sp>
        <p:sp>
          <p:nvSpPr>
            <p:cNvPr id="10784" name="Heatmap cell r39 c124"/>
            <p:cNvSpPr/>
            <p:nvPr/>
          </p:nvSpPr>
          <p:spPr>
            <a:xfrm>
              <a:off x="2257509" y="1041636"/>
              <a:ext cx="17140" cy="28503"/>
            </a:xfrm>
            <a:prstGeom prst="rect">
              <a:avLst/>
            </a:prstGeom>
            <a:solidFill>
              <a:srgbClr val="DAE2EB"/>
            </a:solidFill>
            <a:ln>
              <a:noFill/>
            </a:ln>
          </p:spPr>
        </p:sp>
        <p:sp>
          <p:nvSpPr>
            <p:cNvPr id="10785" name="Heatmap cell r39 c125"/>
            <p:cNvSpPr/>
            <p:nvPr/>
          </p:nvSpPr>
          <p:spPr>
            <a:xfrm>
              <a:off x="2274554" y="1041636"/>
              <a:ext cx="19034" cy="28503"/>
            </a:xfrm>
            <a:prstGeom prst="rect">
              <a:avLst/>
            </a:prstGeom>
            <a:solidFill>
              <a:srgbClr val="D6E0EA"/>
            </a:solidFill>
            <a:ln>
              <a:noFill/>
            </a:ln>
          </p:spPr>
        </p:sp>
        <p:sp>
          <p:nvSpPr>
            <p:cNvPr id="10786" name="Heatmap cell r39 c126"/>
            <p:cNvSpPr/>
            <p:nvPr/>
          </p:nvSpPr>
          <p:spPr>
            <a:xfrm>
              <a:off x="2293493" y="1041636"/>
              <a:ext cx="17140" cy="28503"/>
            </a:xfrm>
            <a:prstGeom prst="rect">
              <a:avLst/>
            </a:prstGeom>
            <a:solidFill>
              <a:srgbClr val="FCF8F9"/>
            </a:solidFill>
            <a:ln>
              <a:noFill/>
            </a:ln>
          </p:spPr>
        </p:sp>
        <p:sp>
          <p:nvSpPr>
            <p:cNvPr id="10787" name="Heatmap cell r39 c127"/>
            <p:cNvSpPr/>
            <p:nvPr/>
          </p:nvSpPr>
          <p:spPr>
            <a:xfrm>
              <a:off x="2310538" y="1041636"/>
              <a:ext cx="19034" cy="28503"/>
            </a:xfrm>
            <a:prstGeom prst="rect">
              <a:avLst/>
            </a:prstGeom>
            <a:solidFill>
              <a:srgbClr val="ABBED2"/>
            </a:solidFill>
            <a:ln>
              <a:noFill/>
            </a:ln>
          </p:spPr>
        </p:sp>
        <p:sp>
          <p:nvSpPr>
            <p:cNvPr id="10788" name="Heatmap cell r39 c128"/>
            <p:cNvSpPr/>
            <p:nvPr/>
          </p:nvSpPr>
          <p:spPr>
            <a:xfrm>
              <a:off x="2329477" y="1041636"/>
              <a:ext cx="19034" cy="28503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10789" name="Heatmap cell r39 c129"/>
            <p:cNvSpPr/>
            <p:nvPr/>
          </p:nvSpPr>
          <p:spPr>
            <a:xfrm>
              <a:off x="2348416" y="1041636"/>
              <a:ext cx="17140" cy="28503"/>
            </a:xfrm>
            <a:prstGeom prst="rect">
              <a:avLst/>
            </a:prstGeom>
            <a:solidFill>
              <a:srgbClr val="FAEBED"/>
            </a:solidFill>
            <a:ln>
              <a:noFill/>
            </a:ln>
          </p:spPr>
        </p:sp>
        <p:sp>
          <p:nvSpPr>
            <p:cNvPr id="10790" name="Heatmap cell r39 c130"/>
            <p:cNvSpPr/>
            <p:nvPr/>
          </p:nvSpPr>
          <p:spPr>
            <a:xfrm>
              <a:off x="2365460" y="1041636"/>
              <a:ext cx="19034" cy="28503"/>
            </a:xfrm>
            <a:prstGeom prst="rect">
              <a:avLst/>
            </a:prstGeom>
            <a:solidFill>
              <a:srgbClr val="E1E9EF"/>
            </a:solidFill>
            <a:ln>
              <a:noFill/>
            </a:ln>
          </p:spPr>
        </p:sp>
        <p:sp>
          <p:nvSpPr>
            <p:cNvPr id="10791" name="Heatmap cell r39 c131"/>
            <p:cNvSpPr/>
            <p:nvPr/>
          </p:nvSpPr>
          <p:spPr>
            <a:xfrm>
              <a:off x="2384399" y="1041636"/>
              <a:ext cx="17140" cy="28503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10792" name="Heatmap cell r39 c132"/>
            <p:cNvSpPr/>
            <p:nvPr/>
          </p:nvSpPr>
          <p:spPr>
            <a:xfrm>
              <a:off x="2401444" y="1041636"/>
              <a:ext cx="19034" cy="28503"/>
            </a:xfrm>
            <a:prstGeom prst="rect">
              <a:avLst/>
            </a:prstGeom>
            <a:solidFill>
              <a:srgbClr val="F4CACD"/>
            </a:solidFill>
            <a:ln>
              <a:noFill/>
            </a:ln>
          </p:spPr>
        </p:sp>
        <p:sp>
          <p:nvSpPr>
            <p:cNvPr id="10793" name="Heatmap cell r39 c133"/>
            <p:cNvSpPr/>
            <p:nvPr/>
          </p:nvSpPr>
          <p:spPr>
            <a:xfrm>
              <a:off x="2420383" y="1041636"/>
              <a:ext cx="17140" cy="28503"/>
            </a:xfrm>
            <a:prstGeom prst="rect">
              <a:avLst/>
            </a:prstGeom>
            <a:solidFill>
              <a:srgbClr val="BACADB"/>
            </a:solidFill>
            <a:ln>
              <a:noFill/>
            </a:ln>
          </p:spPr>
        </p:sp>
        <p:sp>
          <p:nvSpPr>
            <p:cNvPr id="10794" name="Heatmap cell r39 c134"/>
            <p:cNvSpPr/>
            <p:nvPr/>
          </p:nvSpPr>
          <p:spPr>
            <a:xfrm>
              <a:off x="2437428" y="1041636"/>
              <a:ext cx="19034" cy="28503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10795" name="Heatmap cell r39 c135"/>
            <p:cNvSpPr/>
            <p:nvPr/>
          </p:nvSpPr>
          <p:spPr>
            <a:xfrm>
              <a:off x="2456367" y="1041636"/>
              <a:ext cx="17140" cy="28503"/>
            </a:xfrm>
            <a:prstGeom prst="rect">
              <a:avLst/>
            </a:prstGeom>
            <a:solidFill>
              <a:srgbClr val="C5D2DF"/>
            </a:solidFill>
            <a:ln>
              <a:noFill/>
            </a:ln>
          </p:spPr>
        </p:sp>
        <p:sp>
          <p:nvSpPr>
            <p:cNvPr id="10796" name="Heatmap cell r39 c136"/>
            <p:cNvSpPr/>
            <p:nvPr/>
          </p:nvSpPr>
          <p:spPr>
            <a:xfrm>
              <a:off x="2473412" y="1041636"/>
              <a:ext cx="19034" cy="28503"/>
            </a:xfrm>
            <a:prstGeom prst="rect">
              <a:avLst/>
            </a:prstGeom>
            <a:solidFill>
              <a:srgbClr val="F0F4F7"/>
            </a:solidFill>
            <a:ln>
              <a:noFill/>
            </a:ln>
          </p:spPr>
        </p:sp>
        <p:sp>
          <p:nvSpPr>
            <p:cNvPr id="10797" name="Heatmap cell r39 c137"/>
            <p:cNvSpPr/>
            <p:nvPr/>
          </p:nvSpPr>
          <p:spPr>
            <a:xfrm>
              <a:off x="2492351" y="1041636"/>
              <a:ext cx="17140" cy="28503"/>
            </a:xfrm>
            <a:prstGeom prst="rect">
              <a:avLst/>
            </a:prstGeom>
            <a:solidFill>
              <a:srgbClr val="EEF3F6"/>
            </a:solidFill>
            <a:ln>
              <a:noFill/>
            </a:ln>
          </p:spPr>
        </p:sp>
        <p:sp>
          <p:nvSpPr>
            <p:cNvPr id="10798" name="Heatmap cell r39 c138"/>
            <p:cNvSpPr/>
            <p:nvPr/>
          </p:nvSpPr>
          <p:spPr>
            <a:xfrm>
              <a:off x="2509396" y="1041636"/>
              <a:ext cx="19034" cy="28503"/>
            </a:xfrm>
            <a:prstGeom prst="rect">
              <a:avLst/>
            </a:prstGeom>
            <a:solidFill>
              <a:srgbClr val="F0BCC3"/>
            </a:solidFill>
            <a:ln>
              <a:noFill/>
            </a:ln>
          </p:spPr>
        </p:sp>
        <p:sp>
          <p:nvSpPr>
            <p:cNvPr id="10799" name="Heatmap cell r39 c140"/>
            <p:cNvSpPr/>
            <p:nvPr/>
          </p:nvSpPr>
          <p:spPr>
            <a:xfrm>
              <a:off x="2545379" y="1041636"/>
              <a:ext cx="19034" cy="28503"/>
            </a:xfrm>
            <a:prstGeom prst="rect">
              <a:avLst/>
            </a:prstGeom>
            <a:solidFill>
              <a:srgbClr val="DEE6EC"/>
            </a:solidFill>
            <a:ln>
              <a:noFill/>
            </a:ln>
          </p:spPr>
        </p:sp>
        <p:sp>
          <p:nvSpPr>
            <p:cNvPr id="10800" name="Heatmap cell r39 c141"/>
            <p:cNvSpPr/>
            <p:nvPr/>
          </p:nvSpPr>
          <p:spPr>
            <a:xfrm>
              <a:off x="2564318" y="1041636"/>
              <a:ext cx="19034" cy="28503"/>
            </a:xfrm>
            <a:prstGeom prst="rect">
              <a:avLst/>
            </a:prstGeom>
            <a:solidFill>
              <a:srgbClr val="F8E9EA"/>
            </a:solidFill>
            <a:ln>
              <a:noFill/>
            </a:ln>
          </p:spPr>
        </p:sp>
        <p:sp>
          <p:nvSpPr>
            <p:cNvPr id="10801" name="Heatmap cell r39 c142"/>
            <p:cNvSpPr/>
            <p:nvPr/>
          </p:nvSpPr>
          <p:spPr>
            <a:xfrm>
              <a:off x="2583257" y="1041636"/>
              <a:ext cx="17140" cy="28503"/>
            </a:xfrm>
            <a:prstGeom prst="rect">
              <a:avLst/>
            </a:prstGeom>
            <a:solidFill>
              <a:srgbClr val="DAE2EB"/>
            </a:solidFill>
            <a:ln>
              <a:noFill/>
            </a:ln>
          </p:spPr>
        </p:sp>
        <p:sp>
          <p:nvSpPr>
            <p:cNvPr id="10802" name="Heatmap cell r39 c143"/>
            <p:cNvSpPr/>
            <p:nvPr/>
          </p:nvSpPr>
          <p:spPr>
            <a:xfrm>
              <a:off x="2600302" y="1041636"/>
              <a:ext cx="19034" cy="28503"/>
            </a:xfrm>
            <a:prstGeom prst="rect">
              <a:avLst/>
            </a:prstGeom>
            <a:solidFill>
              <a:srgbClr val="FAECEC"/>
            </a:solidFill>
            <a:ln>
              <a:noFill/>
            </a:ln>
          </p:spPr>
        </p:sp>
        <p:sp>
          <p:nvSpPr>
            <p:cNvPr id="10803" name="Heatmap cell r39 c144"/>
            <p:cNvSpPr/>
            <p:nvPr/>
          </p:nvSpPr>
          <p:spPr>
            <a:xfrm>
              <a:off x="2619241" y="1041636"/>
              <a:ext cx="17140" cy="28503"/>
            </a:xfrm>
            <a:prstGeom prst="rect">
              <a:avLst/>
            </a:prstGeom>
            <a:solidFill>
              <a:srgbClr val="F1C0C6"/>
            </a:solidFill>
            <a:ln>
              <a:noFill/>
            </a:ln>
          </p:spPr>
        </p:sp>
        <p:sp>
          <p:nvSpPr>
            <p:cNvPr id="10804" name="Heatmap cell r39 c145"/>
            <p:cNvSpPr/>
            <p:nvPr/>
          </p:nvSpPr>
          <p:spPr>
            <a:xfrm>
              <a:off x="2636286" y="1041636"/>
              <a:ext cx="19034" cy="28503"/>
            </a:xfrm>
            <a:prstGeom prst="rect">
              <a:avLst/>
            </a:prstGeom>
            <a:solidFill>
              <a:srgbClr val="E4EBEF"/>
            </a:solidFill>
            <a:ln>
              <a:noFill/>
            </a:ln>
          </p:spPr>
        </p:sp>
        <p:sp>
          <p:nvSpPr>
            <p:cNvPr id="10805" name="Heatmap cell r39 c146"/>
            <p:cNvSpPr/>
            <p:nvPr/>
          </p:nvSpPr>
          <p:spPr>
            <a:xfrm>
              <a:off x="2655225" y="1041636"/>
              <a:ext cx="17140" cy="28503"/>
            </a:xfrm>
            <a:prstGeom prst="rect">
              <a:avLst/>
            </a:prstGeom>
            <a:solidFill>
              <a:srgbClr val="CCD7E3"/>
            </a:solidFill>
            <a:ln>
              <a:noFill/>
            </a:ln>
          </p:spPr>
        </p:sp>
        <p:sp>
          <p:nvSpPr>
            <p:cNvPr id="10806" name="Heatmap cell r39 c147"/>
            <p:cNvSpPr/>
            <p:nvPr/>
          </p:nvSpPr>
          <p:spPr>
            <a:xfrm>
              <a:off x="2672270" y="1041636"/>
              <a:ext cx="19034" cy="28503"/>
            </a:xfrm>
            <a:prstGeom prst="rect">
              <a:avLst/>
            </a:prstGeom>
            <a:solidFill>
              <a:srgbClr val="CFDBE6"/>
            </a:solidFill>
            <a:ln>
              <a:noFill/>
            </a:ln>
          </p:spPr>
        </p:sp>
        <p:sp>
          <p:nvSpPr>
            <p:cNvPr id="10807" name="Heatmap cell r39 c148"/>
            <p:cNvSpPr/>
            <p:nvPr/>
          </p:nvSpPr>
          <p:spPr>
            <a:xfrm>
              <a:off x="2691208" y="1041636"/>
              <a:ext cx="17140" cy="28503"/>
            </a:xfrm>
            <a:prstGeom prst="rect">
              <a:avLst/>
            </a:prstGeom>
            <a:solidFill>
              <a:srgbClr val="B7C7D9"/>
            </a:solidFill>
            <a:ln>
              <a:noFill/>
            </a:ln>
          </p:spPr>
        </p:sp>
        <p:sp>
          <p:nvSpPr>
            <p:cNvPr id="10808" name="Heatmap cell r39 c149"/>
            <p:cNvSpPr/>
            <p:nvPr/>
          </p:nvSpPr>
          <p:spPr>
            <a:xfrm>
              <a:off x="2708253" y="1041636"/>
              <a:ext cx="19034" cy="28503"/>
            </a:xfrm>
            <a:prstGeom prst="rect">
              <a:avLst/>
            </a:prstGeom>
            <a:solidFill>
              <a:srgbClr val="A1B8CE"/>
            </a:solidFill>
            <a:ln>
              <a:noFill/>
            </a:ln>
          </p:spPr>
        </p:sp>
        <p:sp>
          <p:nvSpPr>
            <p:cNvPr id="10809" name="Heatmap cell r39 c150"/>
            <p:cNvSpPr/>
            <p:nvPr/>
          </p:nvSpPr>
          <p:spPr>
            <a:xfrm>
              <a:off x="2727192" y="1041636"/>
              <a:ext cx="17140" cy="28503"/>
            </a:xfrm>
            <a:prstGeom prst="rect">
              <a:avLst/>
            </a:prstGeom>
            <a:solidFill>
              <a:srgbClr val="F8DEE0"/>
            </a:solidFill>
            <a:ln>
              <a:noFill/>
            </a:ln>
          </p:spPr>
        </p:sp>
        <p:sp>
          <p:nvSpPr>
            <p:cNvPr id="10810" name="Heatmap cell r39 c151"/>
            <p:cNvSpPr/>
            <p:nvPr/>
          </p:nvSpPr>
          <p:spPr>
            <a:xfrm>
              <a:off x="2744237" y="1041636"/>
              <a:ext cx="19034" cy="28503"/>
            </a:xfrm>
            <a:prstGeom prst="rect">
              <a:avLst/>
            </a:prstGeom>
            <a:solidFill>
              <a:srgbClr val="EFB8BD"/>
            </a:solidFill>
            <a:ln>
              <a:noFill/>
            </a:ln>
          </p:spPr>
        </p:sp>
        <p:sp>
          <p:nvSpPr>
            <p:cNvPr id="10811" name="Heatmap cell r39 c152"/>
            <p:cNvSpPr/>
            <p:nvPr/>
          </p:nvSpPr>
          <p:spPr>
            <a:xfrm>
              <a:off x="2763176" y="1041636"/>
              <a:ext cx="17140" cy="28503"/>
            </a:xfrm>
            <a:prstGeom prst="rect">
              <a:avLst/>
            </a:prstGeom>
            <a:solidFill>
              <a:srgbClr val="C3D1DF"/>
            </a:solidFill>
            <a:ln>
              <a:noFill/>
            </a:ln>
          </p:spPr>
        </p:sp>
        <p:sp>
          <p:nvSpPr>
            <p:cNvPr id="10812" name="Heatmap cell r39 c153"/>
            <p:cNvSpPr/>
            <p:nvPr/>
          </p:nvSpPr>
          <p:spPr>
            <a:xfrm>
              <a:off x="2780221" y="1041636"/>
              <a:ext cx="19034" cy="28503"/>
            </a:xfrm>
            <a:prstGeom prst="rect">
              <a:avLst/>
            </a:prstGeom>
            <a:solidFill>
              <a:srgbClr val="EAEEF4"/>
            </a:solidFill>
            <a:ln>
              <a:noFill/>
            </a:ln>
          </p:spPr>
        </p:sp>
        <p:sp>
          <p:nvSpPr>
            <p:cNvPr id="10813" name="Heatmap cell r39 c155"/>
            <p:cNvSpPr/>
            <p:nvPr/>
          </p:nvSpPr>
          <p:spPr>
            <a:xfrm>
              <a:off x="2816205" y="1041636"/>
              <a:ext cx="19034" cy="28503"/>
            </a:xfrm>
            <a:prstGeom prst="rect">
              <a:avLst/>
            </a:prstGeom>
            <a:solidFill>
              <a:srgbClr val="E7EBF1"/>
            </a:solidFill>
            <a:ln>
              <a:noFill/>
            </a:ln>
          </p:spPr>
        </p:sp>
        <p:sp>
          <p:nvSpPr>
            <p:cNvPr id="10814" name="Heatmap cell r39 c156"/>
            <p:cNvSpPr/>
            <p:nvPr/>
          </p:nvSpPr>
          <p:spPr>
            <a:xfrm>
              <a:off x="2835144" y="1041636"/>
              <a:ext cx="19034" cy="28503"/>
            </a:xfrm>
            <a:prstGeom prst="rect">
              <a:avLst/>
            </a:prstGeom>
            <a:solidFill>
              <a:srgbClr val="ECABB0"/>
            </a:solidFill>
            <a:ln>
              <a:noFill/>
            </a:ln>
          </p:spPr>
        </p:sp>
        <p:sp>
          <p:nvSpPr>
            <p:cNvPr id="10815" name="Heatmap cell r39 c157"/>
            <p:cNvSpPr/>
            <p:nvPr/>
          </p:nvSpPr>
          <p:spPr>
            <a:xfrm>
              <a:off x="2854082" y="1041636"/>
              <a:ext cx="17140" cy="28503"/>
            </a:xfrm>
            <a:prstGeom prst="rect">
              <a:avLst/>
            </a:prstGeom>
            <a:solidFill>
              <a:srgbClr val="D2DDE8"/>
            </a:solidFill>
            <a:ln>
              <a:noFill/>
            </a:ln>
          </p:spPr>
        </p:sp>
        <p:sp>
          <p:nvSpPr>
            <p:cNvPr id="10816" name="Heatmap cell r39 c158"/>
            <p:cNvSpPr/>
            <p:nvPr/>
          </p:nvSpPr>
          <p:spPr>
            <a:xfrm>
              <a:off x="2871127" y="1041636"/>
              <a:ext cx="19034" cy="28503"/>
            </a:xfrm>
            <a:prstGeom prst="rect">
              <a:avLst/>
            </a:prstGeom>
            <a:solidFill>
              <a:srgbClr val="B4C5D6"/>
            </a:solidFill>
            <a:ln>
              <a:noFill/>
            </a:ln>
          </p:spPr>
        </p:sp>
        <p:sp>
          <p:nvSpPr>
            <p:cNvPr id="10817" name="Heatmap cell r39 c159"/>
            <p:cNvSpPr/>
            <p:nvPr/>
          </p:nvSpPr>
          <p:spPr>
            <a:xfrm>
              <a:off x="2890066" y="1041636"/>
              <a:ext cx="17140" cy="28503"/>
            </a:xfrm>
            <a:prstGeom prst="rect">
              <a:avLst/>
            </a:prstGeom>
            <a:solidFill>
              <a:srgbClr val="CFDAE4"/>
            </a:solidFill>
            <a:ln>
              <a:noFill/>
            </a:ln>
          </p:spPr>
        </p:sp>
        <p:sp>
          <p:nvSpPr>
            <p:cNvPr id="10818" name="Heatmap cell r39 c160"/>
            <p:cNvSpPr/>
            <p:nvPr/>
          </p:nvSpPr>
          <p:spPr>
            <a:xfrm>
              <a:off x="2907111" y="1041636"/>
              <a:ext cx="19034" cy="28503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10819" name="Heatmap cell r39 c161"/>
            <p:cNvSpPr/>
            <p:nvPr/>
          </p:nvSpPr>
          <p:spPr>
            <a:xfrm>
              <a:off x="2926050" y="1041636"/>
              <a:ext cx="17140" cy="28503"/>
            </a:xfrm>
            <a:prstGeom prst="rect">
              <a:avLst/>
            </a:prstGeom>
            <a:solidFill>
              <a:srgbClr val="F0BBC2"/>
            </a:solidFill>
            <a:ln>
              <a:noFill/>
            </a:ln>
          </p:spPr>
        </p:sp>
        <p:sp>
          <p:nvSpPr>
            <p:cNvPr id="10820" name="Heatmap cell r39 c162"/>
            <p:cNvSpPr/>
            <p:nvPr/>
          </p:nvSpPr>
          <p:spPr>
            <a:xfrm>
              <a:off x="2943095" y="1041636"/>
              <a:ext cx="19034" cy="28503"/>
            </a:xfrm>
            <a:prstGeom prst="rect">
              <a:avLst/>
            </a:prstGeom>
            <a:solidFill>
              <a:srgbClr val="EEB1B7"/>
            </a:solidFill>
            <a:ln>
              <a:noFill/>
            </a:ln>
          </p:spPr>
        </p:sp>
        <p:sp>
          <p:nvSpPr>
            <p:cNvPr id="10821" name="Heatmap cell r39 c163"/>
            <p:cNvSpPr/>
            <p:nvPr/>
          </p:nvSpPr>
          <p:spPr>
            <a:xfrm>
              <a:off x="2962034" y="1041636"/>
              <a:ext cx="17140" cy="28503"/>
            </a:xfrm>
            <a:prstGeom prst="rect">
              <a:avLst/>
            </a:prstGeom>
            <a:solidFill>
              <a:srgbClr val="F1C0C4"/>
            </a:solidFill>
            <a:ln>
              <a:noFill/>
            </a:ln>
          </p:spPr>
        </p:sp>
        <p:sp>
          <p:nvSpPr>
            <p:cNvPr id="10822" name="Heatmap cell r39 c164"/>
            <p:cNvSpPr/>
            <p:nvPr/>
          </p:nvSpPr>
          <p:spPr>
            <a:xfrm>
              <a:off x="2979079" y="1041636"/>
              <a:ext cx="19034" cy="28503"/>
            </a:xfrm>
            <a:prstGeom prst="rect">
              <a:avLst/>
            </a:prstGeom>
            <a:solidFill>
              <a:srgbClr val="F0BBC2"/>
            </a:solidFill>
            <a:ln>
              <a:noFill/>
            </a:ln>
          </p:spPr>
        </p:sp>
        <p:sp>
          <p:nvSpPr>
            <p:cNvPr id="10823" name="Heatmap cell r39 c165"/>
            <p:cNvSpPr/>
            <p:nvPr/>
          </p:nvSpPr>
          <p:spPr>
            <a:xfrm>
              <a:off x="2998018" y="1041636"/>
              <a:ext cx="17140" cy="28503"/>
            </a:xfrm>
            <a:prstGeom prst="rect">
              <a:avLst/>
            </a:prstGeom>
            <a:solidFill>
              <a:srgbClr val="F4CDD0"/>
            </a:solidFill>
            <a:ln>
              <a:noFill/>
            </a:ln>
          </p:spPr>
        </p:sp>
        <p:sp>
          <p:nvSpPr>
            <p:cNvPr id="10824" name="Heatmap cell r39 c166"/>
            <p:cNvSpPr/>
            <p:nvPr/>
          </p:nvSpPr>
          <p:spPr>
            <a:xfrm>
              <a:off x="3015062" y="1041636"/>
              <a:ext cx="19034" cy="28503"/>
            </a:xfrm>
            <a:prstGeom prst="rect">
              <a:avLst/>
            </a:prstGeom>
            <a:solidFill>
              <a:srgbClr val="F1C2C6"/>
            </a:solidFill>
            <a:ln>
              <a:noFill/>
            </a:ln>
          </p:spPr>
        </p:sp>
        <p:sp>
          <p:nvSpPr>
            <p:cNvPr id="10825" name="Heatmap cell r39 c167"/>
            <p:cNvSpPr/>
            <p:nvPr/>
          </p:nvSpPr>
          <p:spPr>
            <a:xfrm>
              <a:off x="3034001" y="1041636"/>
              <a:ext cx="17140" cy="28503"/>
            </a:xfrm>
            <a:prstGeom prst="rect">
              <a:avLst/>
            </a:prstGeom>
            <a:solidFill>
              <a:srgbClr val="FBF0F1"/>
            </a:solidFill>
            <a:ln>
              <a:noFill/>
            </a:ln>
          </p:spPr>
        </p:sp>
        <p:sp>
          <p:nvSpPr>
            <p:cNvPr id="10826" name="Heatmap cell r39 c168"/>
            <p:cNvSpPr/>
            <p:nvPr/>
          </p:nvSpPr>
          <p:spPr>
            <a:xfrm>
              <a:off x="3051046" y="1041636"/>
              <a:ext cx="19034" cy="28503"/>
            </a:xfrm>
            <a:prstGeom prst="rect">
              <a:avLst/>
            </a:prstGeom>
            <a:solidFill>
              <a:srgbClr val="FBF3F4"/>
            </a:solidFill>
            <a:ln>
              <a:noFill/>
            </a:ln>
          </p:spPr>
        </p:sp>
        <p:sp>
          <p:nvSpPr>
            <p:cNvPr id="10827" name="Heatmap cell r39 c169"/>
            <p:cNvSpPr/>
            <p:nvPr/>
          </p:nvSpPr>
          <p:spPr>
            <a:xfrm>
              <a:off x="3069985" y="1041636"/>
              <a:ext cx="19034" cy="28503"/>
            </a:xfrm>
            <a:prstGeom prst="rect">
              <a:avLst/>
            </a:prstGeom>
            <a:solidFill>
              <a:srgbClr val="EDB0B6"/>
            </a:solidFill>
            <a:ln>
              <a:noFill/>
            </a:ln>
          </p:spPr>
        </p:sp>
        <p:sp>
          <p:nvSpPr>
            <p:cNvPr id="10828" name="Heatmap cell r39 c170"/>
            <p:cNvSpPr/>
            <p:nvPr/>
          </p:nvSpPr>
          <p:spPr>
            <a:xfrm>
              <a:off x="3088924" y="1041636"/>
              <a:ext cx="17140" cy="28503"/>
            </a:xfrm>
            <a:prstGeom prst="rect">
              <a:avLst/>
            </a:prstGeom>
            <a:solidFill>
              <a:srgbClr val="E89097"/>
            </a:solidFill>
            <a:ln>
              <a:noFill/>
            </a:ln>
          </p:spPr>
        </p:sp>
        <p:sp>
          <p:nvSpPr>
            <p:cNvPr id="10829" name="Heatmap cell r39 c171"/>
            <p:cNvSpPr/>
            <p:nvPr/>
          </p:nvSpPr>
          <p:spPr>
            <a:xfrm>
              <a:off x="3105969" y="1041636"/>
              <a:ext cx="19034" cy="28503"/>
            </a:xfrm>
            <a:prstGeom prst="rect">
              <a:avLst/>
            </a:prstGeom>
            <a:solidFill>
              <a:srgbClr val="EFB8BD"/>
            </a:solidFill>
            <a:ln>
              <a:noFill/>
            </a:ln>
          </p:spPr>
        </p:sp>
        <p:sp>
          <p:nvSpPr>
            <p:cNvPr id="10830" name="Heatmap cell r39 c172"/>
            <p:cNvSpPr/>
            <p:nvPr/>
          </p:nvSpPr>
          <p:spPr>
            <a:xfrm>
              <a:off x="3124908" y="1041636"/>
              <a:ext cx="17140" cy="28503"/>
            </a:xfrm>
            <a:prstGeom prst="rect">
              <a:avLst/>
            </a:prstGeom>
            <a:solidFill>
              <a:srgbClr val="F3C9CE"/>
            </a:solidFill>
            <a:ln>
              <a:noFill/>
            </a:ln>
          </p:spPr>
        </p:sp>
        <p:sp>
          <p:nvSpPr>
            <p:cNvPr id="10831" name="Heatmap cell r39 c173"/>
            <p:cNvSpPr/>
            <p:nvPr/>
          </p:nvSpPr>
          <p:spPr>
            <a:xfrm>
              <a:off x="3141953" y="1041636"/>
              <a:ext cx="19034" cy="28503"/>
            </a:xfrm>
            <a:prstGeom prst="rect">
              <a:avLst/>
            </a:prstGeom>
            <a:solidFill>
              <a:srgbClr val="E37D87"/>
            </a:solidFill>
            <a:ln>
              <a:noFill/>
            </a:ln>
          </p:spPr>
        </p:sp>
        <p:sp>
          <p:nvSpPr>
            <p:cNvPr id="10832" name="Heatmap cell r39 c174"/>
            <p:cNvSpPr/>
            <p:nvPr/>
          </p:nvSpPr>
          <p:spPr>
            <a:xfrm>
              <a:off x="3160892" y="1041636"/>
              <a:ext cx="17140" cy="28503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</p:sp>
        <p:sp>
          <p:nvSpPr>
            <p:cNvPr id="10833" name="Heatmap cell r39 c175"/>
            <p:cNvSpPr/>
            <p:nvPr/>
          </p:nvSpPr>
          <p:spPr>
            <a:xfrm>
              <a:off x="3177936" y="1041636"/>
              <a:ext cx="19034" cy="28503"/>
            </a:xfrm>
            <a:prstGeom prst="rect">
              <a:avLst/>
            </a:prstGeom>
            <a:solidFill>
              <a:srgbClr val="EBA3AA"/>
            </a:solidFill>
            <a:ln>
              <a:noFill/>
            </a:ln>
          </p:spPr>
        </p:sp>
        <p:sp>
          <p:nvSpPr>
            <p:cNvPr id="10834" name="Heatmap cell r39 c176"/>
            <p:cNvSpPr/>
            <p:nvPr/>
          </p:nvSpPr>
          <p:spPr>
            <a:xfrm>
              <a:off x="3196875" y="1041636"/>
              <a:ext cx="17140" cy="28503"/>
            </a:xfrm>
            <a:prstGeom prst="rect">
              <a:avLst/>
            </a:prstGeom>
            <a:solidFill>
              <a:srgbClr val="F8E9EA"/>
            </a:solidFill>
            <a:ln>
              <a:noFill/>
            </a:ln>
          </p:spPr>
        </p:sp>
        <p:sp>
          <p:nvSpPr>
            <p:cNvPr id="10835" name="Heatmap cell r39 c177"/>
            <p:cNvSpPr/>
            <p:nvPr/>
          </p:nvSpPr>
          <p:spPr>
            <a:xfrm>
              <a:off x="3213920" y="1041636"/>
              <a:ext cx="19034" cy="28503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10836" name="Heatmap cell r39 c178"/>
            <p:cNvSpPr/>
            <p:nvPr/>
          </p:nvSpPr>
          <p:spPr>
            <a:xfrm>
              <a:off x="3232859" y="1041636"/>
              <a:ext cx="17140" cy="28503"/>
            </a:xfrm>
            <a:prstGeom prst="rect">
              <a:avLst/>
            </a:prstGeom>
            <a:solidFill>
              <a:srgbClr val="EB9EA4"/>
            </a:solidFill>
            <a:ln>
              <a:noFill/>
            </a:ln>
          </p:spPr>
        </p:sp>
        <p:sp>
          <p:nvSpPr>
            <p:cNvPr id="10837" name="Heatmap cell r39 c179"/>
            <p:cNvSpPr/>
            <p:nvPr/>
          </p:nvSpPr>
          <p:spPr>
            <a:xfrm>
              <a:off x="3249904" y="1041636"/>
              <a:ext cx="19034" cy="28503"/>
            </a:xfrm>
            <a:prstGeom prst="rect">
              <a:avLst/>
            </a:prstGeom>
            <a:solidFill>
              <a:srgbClr val="F4CACD"/>
            </a:solidFill>
            <a:ln>
              <a:noFill/>
            </a:ln>
          </p:spPr>
        </p:sp>
        <p:sp>
          <p:nvSpPr>
            <p:cNvPr id="10838" name="Heatmap cell r39 c180"/>
            <p:cNvSpPr/>
            <p:nvPr/>
          </p:nvSpPr>
          <p:spPr>
            <a:xfrm>
              <a:off x="3268843" y="1041636"/>
              <a:ext cx="17140" cy="28503"/>
            </a:xfrm>
            <a:prstGeom prst="rect">
              <a:avLst/>
            </a:prstGeom>
            <a:solidFill>
              <a:srgbClr val="F5CFD2"/>
            </a:solidFill>
            <a:ln>
              <a:noFill/>
            </a:ln>
          </p:spPr>
        </p:sp>
        <p:sp>
          <p:nvSpPr>
            <p:cNvPr id="10839" name="Heatmap cell r39 c181"/>
            <p:cNvSpPr/>
            <p:nvPr/>
          </p:nvSpPr>
          <p:spPr>
            <a:xfrm>
              <a:off x="3285888" y="1041636"/>
              <a:ext cx="19034" cy="28503"/>
            </a:xfrm>
            <a:prstGeom prst="rect">
              <a:avLst/>
            </a:prstGeom>
            <a:solidFill>
              <a:srgbClr val="FCF7F7"/>
            </a:solidFill>
            <a:ln>
              <a:noFill/>
            </a:ln>
          </p:spPr>
        </p:sp>
        <p:sp>
          <p:nvSpPr>
            <p:cNvPr id="10840" name="Heatmap cell r39 c182"/>
            <p:cNvSpPr/>
            <p:nvPr/>
          </p:nvSpPr>
          <p:spPr>
            <a:xfrm>
              <a:off x="3304827" y="1041636"/>
              <a:ext cx="19034" cy="28503"/>
            </a:xfrm>
            <a:prstGeom prst="rect">
              <a:avLst/>
            </a:prstGeom>
            <a:solidFill>
              <a:srgbClr val="E78E95"/>
            </a:solidFill>
            <a:ln>
              <a:noFill/>
            </a:ln>
          </p:spPr>
        </p:sp>
        <p:sp>
          <p:nvSpPr>
            <p:cNvPr id="10841" name="Heatmap cell r39 c183"/>
            <p:cNvSpPr/>
            <p:nvPr/>
          </p:nvSpPr>
          <p:spPr>
            <a:xfrm>
              <a:off x="3323765" y="1041636"/>
              <a:ext cx="17140" cy="28503"/>
            </a:xfrm>
            <a:prstGeom prst="rect">
              <a:avLst/>
            </a:prstGeom>
            <a:solidFill>
              <a:srgbClr val="F1C1C5"/>
            </a:solidFill>
            <a:ln>
              <a:noFill/>
            </a:ln>
          </p:spPr>
        </p:sp>
        <p:sp>
          <p:nvSpPr>
            <p:cNvPr id="10842" name="Heatmap cell r39 c184"/>
            <p:cNvSpPr/>
            <p:nvPr/>
          </p:nvSpPr>
          <p:spPr>
            <a:xfrm>
              <a:off x="3340810" y="1041636"/>
              <a:ext cx="19034" cy="28503"/>
            </a:xfrm>
            <a:prstGeom prst="rect">
              <a:avLst/>
            </a:prstGeom>
            <a:solidFill>
              <a:srgbClr val="E78B94"/>
            </a:solidFill>
            <a:ln>
              <a:noFill/>
            </a:ln>
          </p:spPr>
        </p:sp>
        <p:sp>
          <p:nvSpPr>
            <p:cNvPr id="10843" name="Heatmap cell r39 c185"/>
            <p:cNvSpPr/>
            <p:nvPr/>
          </p:nvSpPr>
          <p:spPr>
            <a:xfrm>
              <a:off x="3359749" y="1041636"/>
              <a:ext cx="17140" cy="28503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10844" name="Heatmap cell r39 c186"/>
            <p:cNvSpPr/>
            <p:nvPr/>
          </p:nvSpPr>
          <p:spPr>
            <a:xfrm>
              <a:off x="3376794" y="1041636"/>
              <a:ext cx="19034" cy="28503"/>
            </a:xfrm>
            <a:prstGeom prst="rect">
              <a:avLst/>
            </a:prstGeom>
            <a:solidFill>
              <a:srgbClr val="DBE3EB"/>
            </a:solidFill>
            <a:ln>
              <a:noFill/>
            </a:ln>
          </p:spPr>
        </p:sp>
        <p:sp>
          <p:nvSpPr>
            <p:cNvPr id="10845" name="Heatmap cell r39 c187"/>
            <p:cNvSpPr/>
            <p:nvPr/>
          </p:nvSpPr>
          <p:spPr>
            <a:xfrm>
              <a:off x="3395733" y="1041636"/>
              <a:ext cx="17140" cy="28503"/>
            </a:xfrm>
            <a:prstGeom prst="rect">
              <a:avLst/>
            </a:prstGeom>
            <a:solidFill>
              <a:srgbClr val="F7DADC"/>
            </a:solidFill>
            <a:ln>
              <a:noFill/>
            </a:ln>
          </p:spPr>
        </p:sp>
        <p:sp>
          <p:nvSpPr>
            <p:cNvPr id="10846" name="Heatmap cell r39 c188"/>
            <p:cNvSpPr/>
            <p:nvPr/>
          </p:nvSpPr>
          <p:spPr>
            <a:xfrm>
              <a:off x="3412778" y="1041636"/>
              <a:ext cx="19034" cy="28503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10847" name="Heatmap cell r39 c189"/>
            <p:cNvSpPr/>
            <p:nvPr/>
          </p:nvSpPr>
          <p:spPr>
            <a:xfrm>
              <a:off x="3431717" y="1041636"/>
              <a:ext cx="17140" cy="28503"/>
            </a:xfrm>
            <a:prstGeom prst="rect">
              <a:avLst/>
            </a:prstGeom>
            <a:solidFill>
              <a:srgbClr val="F7D9DB"/>
            </a:solidFill>
            <a:ln>
              <a:noFill/>
            </a:ln>
          </p:spPr>
        </p:sp>
        <p:sp>
          <p:nvSpPr>
            <p:cNvPr id="10848" name="Heatmap cell r39 c190"/>
            <p:cNvSpPr/>
            <p:nvPr/>
          </p:nvSpPr>
          <p:spPr>
            <a:xfrm>
              <a:off x="3448762" y="1041636"/>
              <a:ext cx="19034" cy="28503"/>
            </a:xfrm>
            <a:prstGeom prst="rect">
              <a:avLst/>
            </a:prstGeom>
            <a:solidFill>
              <a:srgbClr val="F8DEE0"/>
            </a:solidFill>
            <a:ln>
              <a:noFill/>
            </a:ln>
          </p:spPr>
        </p:sp>
        <p:sp>
          <p:nvSpPr>
            <p:cNvPr id="10849" name="Heatmap cell r39 c191"/>
            <p:cNvSpPr/>
            <p:nvPr/>
          </p:nvSpPr>
          <p:spPr>
            <a:xfrm>
              <a:off x="3467701" y="1041636"/>
              <a:ext cx="17140" cy="28503"/>
            </a:xfrm>
            <a:prstGeom prst="rect">
              <a:avLst/>
            </a:prstGeom>
            <a:solidFill>
              <a:srgbClr val="FCF7F7"/>
            </a:solidFill>
            <a:ln>
              <a:noFill/>
            </a:ln>
          </p:spPr>
        </p:sp>
        <p:sp>
          <p:nvSpPr>
            <p:cNvPr id="10850" name="Heatmap cell r39 c192"/>
            <p:cNvSpPr/>
            <p:nvPr/>
          </p:nvSpPr>
          <p:spPr>
            <a:xfrm>
              <a:off x="3484746" y="1041636"/>
              <a:ext cx="19034" cy="28503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10851" name="Heatmap cell r39 c193"/>
            <p:cNvSpPr/>
            <p:nvPr/>
          </p:nvSpPr>
          <p:spPr>
            <a:xfrm>
              <a:off x="3503684" y="1041636"/>
              <a:ext cx="17140" cy="28503"/>
            </a:xfrm>
            <a:prstGeom prst="rect">
              <a:avLst/>
            </a:prstGeom>
            <a:solidFill>
              <a:srgbClr val="F4CED1"/>
            </a:solidFill>
            <a:ln>
              <a:noFill/>
            </a:ln>
          </p:spPr>
        </p:sp>
        <p:sp>
          <p:nvSpPr>
            <p:cNvPr id="10852" name="Heatmap cell r39 c194"/>
            <p:cNvSpPr/>
            <p:nvPr/>
          </p:nvSpPr>
          <p:spPr>
            <a:xfrm>
              <a:off x="3520729" y="1041636"/>
              <a:ext cx="19034" cy="28503"/>
            </a:xfrm>
            <a:prstGeom prst="rect">
              <a:avLst/>
            </a:prstGeom>
            <a:solidFill>
              <a:srgbClr val="FBF1F3"/>
            </a:solidFill>
            <a:ln>
              <a:noFill/>
            </a:ln>
          </p:spPr>
        </p:sp>
        <p:sp>
          <p:nvSpPr>
            <p:cNvPr id="10853" name="Heatmap cell r39 c195"/>
            <p:cNvSpPr/>
            <p:nvPr/>
          </p:nvSpPr>
          <p:spPr>
            <a:xfrm>
              <a:off x="3539668" y="1041636"/>
              <a:ext cx="19034" cy="28503"/>
            </a:xfrm>
            <a:prstGeom prst="rect">
              <a:avLst/>
            </a:prstGeom>
            <a:solidFill>
              <a:srgbClr val="FAEBED"/>
            </a:solidFill>
            <a:ln>
              <a:noFill/>
            </a:ln>
          </p:spPr>
        </p:sp>
        <p:sp>
          <p:nvSpPr>
            <p:cNvPr id="10854" name="Heatmap cell r39 c196"/>
            <p:cNvSpPr/>
            <p:nvPr/>
          </p:nvSpPr>
          <p:spPr>
            <a:xfrm>
              <a:off x="3558607" y="1041636"/>
              <a:ext cx="17140" cy="28503"/>
            </a:xfrm>
            <a:prstGeom prst="rect">
              <a:avLst/>
            </a:prstGeom>
            <a:solidFill>
              <a:srgbClr val="EDB0B6"/>
            </a:solidFill>
            <a:ln>
              <a:noFill/>
            </a:ln>
          </p:spPr>
        </p:sp>
        <p:sp>
          <p:nvSpPr>
            <p:cNvPr id="10855" name="Heatmap cell r39 c197"/>
            <p:cNvSpPr/>
            <p:nvPr/>
          </p:nvSpPr>
          <p:spPr>
            <a:xfrm>
              <a:off x="3575652" y="1041636"/>
              <a:ext cx="19034" cy="28503"/>
            </a:xfrm>
            <a:prstGeom prst="rect">
              <a:avLst/>
            </a:prstGeom>
            <a:solidFill>
              <a:srgbClr val="E78992"/>
            </a:solidFill>
            <a:ln>
              <a:noFill/>
            </a:ln>
          </p:spPr>
        </p:sp>
        <p:sp>
          <p:nvSpPr>
            <p:cNvPr id="10856" name="Heatmap cell r39 c198"/>
            <p:cNvSpPr/>
            <p:nvPr/>
          </p:nvSpPr>
          <p:spPr>
            <a:xfrm>
              <a:off x="3594591" y="1041636"/>
              <a:ext cx="17140" cy="28503"/>
            </a:xfrm>
            <a:prstGeom prst="rect">
              <a:avLst/>
            </a:prstGeom>
            <a:solidFill>
              <a:srgbClr val="EA99A0"/>
            </a:solidFill>
            <a:ln>
              <a:noFill/>
            </a:ln>
          </p:spPr>
        </p:sp>
        <p:sp>
          <p:nvSpPr>
            <p:cNvPr id="10857" name="Heatmap cell r39 c199"/>
            <p:cNvSpPr/>
            <p:nvPr/>
          </p:nvSpPr>
          <p:spPr>
            <a:xfrm>
              <a:off x="3611636" y="1041636"/>
              <a:ext cx="19034" cy="28503"/>
            </a:xfrm>
            <a:prstGeom prst="rect">
              <a:avLst/>
            </a:prstGeom>
            <a:solidFill>
              <a:srgbClr val="F1C2C6"/>
            </a:solidFill>
            <a:ln>
              <a:noFill/>
            </a:ln>
          </p:spPr>
        </p:sp>
        <p:sp>
          <p:nvSpPr>
            <p:cNvPr id="10858" name="Heatmap cell r39 c200"/>
            <p:cNvSpPr/>
            <p:nvPr/>
          </p:nvSpPr>
          <p:spPr>
            <a:xfrm>
              <a:off x="3630575" y="1041636"/>
              <a:ext cx="17140" cy="28503"/>
            </a:xfrm>
            <a:prstGeom prst="rect">
              <a:avLst/>
            </a:prstGeom>
            <a:solidFill>
              <a:srgbClr val="F7D9DB"/>
            </a:solidFill>
            <a:ln>
              <a:noFill/>
            </a:ln>
          </p:spPr>
        </p:sp>
        <p:sp>
          <p:nvSpPr>
            <p:cNvPr id="10859" name="Heatmap cell r39 c201"/>
            <p:cNvSpPr/>
            <p:nvPr/>
          </p:nvSpPr>
          <p:spPr>
            <a:xfrm>
              <a:off x="3647620" y="1041636"/>
              <a:ext cx="19034" cy="28503"/>
            </a:xfrm>
            <a:prstGeom prst="rect">
              <a:avLst/>
            </a:prstGeom>
            <a:solidFill>
              <a:srgbClr val="ECF0F6"/>
            </a:solidFill>
            <a:ln>
              <a:noFill/>
            </a:ln>
          </p:spPr>
        </p:sp>
        <p:sp>
          <p:nvSpPr>
            <p:cNvPr id="10860" name="Heatmap cell r39 c202"/>
            <p:cNvSpPr/>
            <p:nvPr/>
          </p:nvSpPr>
          <p:spPr>
            <a:xfrm>
              <a:off x="3666558" y="1041636"/>
              <a:ext cx="17140" cy="28503"/>
            </a:xfrm>
            <a:prstGeom prst="rect">
              <a:avLst/>
            </a:prstGeom>
            <a:solidFill>
              <a:srgbClr val="ECACB1"/>
            </a:solidFill>
            <a:ln>
              <a:noFill/>
            </a:ln>
          </p:spPr>
        </p:sp>
        <p:sp>
          <p:nvSpPr>
            <p:cNvPr id="10861" name="Heatmap cell r39 c203"/>
            <p:cNvSpPr/>
            <p:nvPr/>
          </p:nvSpPr>
          <p:spPr>
            <a:xfrm>
              <a:off x="3683603" y="1041636"/>
              <a:ext cx="19034" cy="28503"/>
            </a:xfrm>
            <a:prstGeom prst="rect">
              <a:avLst/>
            </a:prstGeom>
            <a:solidFill>
              <a:srgbClr val="C3D1DF"/>
            </a:solidFill>
            <a:ln>
              <a:noFill/>
            </a:ln>
          </p:spPr>
        </p:sp>
        <p:sp>
          <p:nvSpPr>
            <p:cNvPr id="10862" name="Heatmap cell r39 c204"/>
            <p:cNvSpPr/>
            <p:nvPr/>
          </p:nvSpPr>
          <p:spPr>
            <a:xfrm>
              <a:off x="3702542" y="1041636"/>
              <a:ext cx="17140" cy="28503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10863" name="Heatmap cell r39 c205"/>
            <p:cNvSpPr/>
            <p:nvPr/>
          </p:nvSpPr>
          <p:spPr>
            <a:xfrm>
              <a:off x="3719587" y="1041636"/>
              <a:ext cx="19034" cy="28503"/>
            </a:xfrm>
            <a:prstGeom prst="rect">
              <a:avLst/>
            </a:prstGeom>
            <a:solidFill>
              <a:srgbClr val="F5CFD2"/>
            </a:solidFill>
            <a:ln>
              <a:noFill/>
            </a:ln>
          </p:spPr>
        </p:sp>
        <p:sp>
          <p:nvSpPr>
            <p:cNvPr id="10864" name="Heatmap cell r39 c206"/>
            <p:cNvSpPr/>
            <p:nvPr/>
          </p:nvSpPr>
          <p:spPr>
            <a:xfrm>
              <a:off x="3738526" y="1041636"/>
              <a:ext cx="17140" cy="28503"/>
            </a:xfrm>
            <a:prstGeom prst="rect">
              <a:avLst/>
            </a:prstGeom>
            <a:solidFill>
              <a:srgbClr val="F8E4E7"/>
            </a:solidFill>
            <a:ln>
              <a:noFill/>
            </a:ln>
          </p:spPr>
        </p:sp>
        <p:sp>
          <p:nvSpPr>
            <p:cNvPr id="10865" name="Heatmap cell r39 c207"/>
            <p:cNvSpPr/>
            <p:nvPr/>
          </p:nvSpPr>
          <p:spPr>
            <a:xfrm>
              <a:off x="3755571" y="1041636"/>
              <a:ext cx="19034" cy="28503"/>
            </a:xfrm>
            <a:prstGeom prst="rect">
              <a:avLst/>
            </a:prstGeom>
            <a:solidFill>
              <a:srgbClr val="EBA1A8"/>
            </a:solidFill>
            <a:ln>
              <a:noFill/>
            </a:ln>
          </p:spPr>
        </p:sp>
        <p:sp>
          <p:nvSpPr>
            <p:cNvPr id="10866" name="Heatmap cell r39 c208"/>
            <p:cNvSpPr/>
            <p:nvPr/>
          </p:nvSpPr>
          <p:spPr>
            <a:xfrm>
              <a:off x="3774510" y="1041636"/>
              <a:ext cx="19034" cy="28503"/>
            </a:xfrm>
            <a:prstGeom prst="rect">
              <a:avLst/>
            </a:prstGeom>
            <a:solidFill>
              <a:srgbClr val="F1C4C7"/>
            </a:solidFill>
            <a:ln>
              <a:noFill/>
            </a:ln>
          </p:spPr>
        </p:sp>
        <p:sp>
          <p:nvSpPr>
            <p:cNvPr id="10867" name="Heatmap cell r39 c209"/>
            <p:cNvSpPr/>
            <p:nvPr/>
          </p:nvSpPr>
          <p:spPr>
            <a:xfrm>
              <a:off x="3793449" y="1041636"/>
              <a:ext cx="17140" cy="28503"/>
            </a:xfrm>
            <a:prstGeom prst="rect">
              <a:avLst/>
            </a:prstGeom>
            <a:solidFill>
              <a:srgbClr val="F7D9DB"/>
            </a:solidFill>
            <a:ln>
              <a:noFill/>
            </a:ln>
          </p:spPr>
        </p:sp>
        <p:sp>
          <p:nvSpPr>
            <p:cNvPr id="10868" name="Heatmap cell r39 c211"/>
            <p:cNvSpPr/>
            <p:nvPr/>
          </p:nvSpPr>
          <p:spPr>
            <a:xfrm>
              <a:off x="3829432" y="1041636"/>
              <a:ext cx="17140" cy="28503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10869" name="Heatmap cell r39 c212"/>
            <p:cNvSpPr/>
            <p:nvPr/>
          </p:nvSpPr>
          <p:spPr>
            <a:xfrm>
              <a:off x="3846477" y="1041636"/>
              <a:ext cx="19034" cy="28503"/>
            </a:xfrm>
            <a:prstGeom prst="rect">
              <a:avLst/>
            </a:prstGeom>
            <a:solidFill>
              <a:srgbClr val="F4CCD1"/>
            </a:solidFill>
            <a:ln>
              <a:noFill/>
            </a:ln>
          </p:spPr>
        </p:sp>
        <p:sp>
          <p:nvSpPr>
            <p:cNvPr id="10870" name="Heatmap cell r39 c213"/>
            <p:cNvSpPr/>
            <p:nvPr/>
          </p:nvSpPr>
          <p:spPr>
            <a:xfrm>
              <a:off x="3865416" y="1041636"/>
              <a:ext cx="17140" cy="28503"/>
            </a:xfrm>
            <a:prstGeom prst="rect">
              <a:avLst/>
            </a:prstGeom>
            <a:solidFill>
              <a:srgbClr val="F6D6DA"/>
            </a:solidFill>
            <a:ln>
              <a:noFill/>
            </a:ln>
          </p:spPr>
        </p:sp>
        <p:sp>
          <p:nvSpPr>
            <p:cNvPr id="10871" name="Heatmap cell r39 c214"/>
            <p:cNvSpPr/>
            <p:nvPr/>
          </p:nvSpPr>
          <p:spPr>
            <a:xfrm>
              <a:off x="3882461" y="1041636"/>
              <a:ext cx="19034" cy="28503"/>
            </a:xfrm>
            <a:prstGeom prst="rect">
              <a:avLst/>
            </a:prstGeom>
            <a:solidFill>
              <a:srgbClr val="EFF3F7"/>
            </a:solidFill>
            <a:ln>
              <a:noFill/>
            </a:ln>
          </p:spPr>
        </p:sp>
        <p:sp>
          <p:nvSpPr>
            <p:cNvPr id="10872" name="Heatmap cell r39 c215"/>
            <p:cNvSpPr/>
            <p:nvPr/>
          </p:nvSpPr>
          <p:spPr>
            <a:xfrm>
              <a:off x="3901400" y="1041636"/>
              <a:ext cx="17140" cy="28503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10873" name="Heatmap cell r39 c216"/>
            <p:cNvSpPr/>
            <p:nvPr/>
          </p:nvSpPr>
          <p:spPr>
            <a:xfrm>
              <a:off x="3918445" y="1041636"/>
              <a:ext cx="19034" cy="28503"/>
            </a:xfrm>
            <a:prstGeom prst="rect">
              <a:avLst/>
            </a:prstGeom>
            <a:solidFill>
              <a:srgbClr val="96AFC7"/>
            </a:solidFill>
            <a:ln>
              <a:noFill/>
            </a:ln>
          </p:spPr>
        </p:sp>
        <p:sp>
          <p:nvSpPr>
            <p:cNvPr id="10874" name="Heatmap cell r39 c217"/>
            <p:cNvSpPr/>
            <p:nvPr/>
          </p:nvSpPr>
          <p:spPr>
            <a:xfrm>
              <a:off x="3937384" y="1041636"/>
              <a:ext cx="17140" cy="28503"/>
            </a:xfrm>
            <a:prstGeom prst="rect">
              <a:avLst/>
            </a:prstGeom>
            <a:solidFill>
              <a:srgbClr val="F7DADC"/>
            </a:solidFill>
            <a:ln>
              <a:noFill/>
            </a:ln>
          </p:spPr>
        </p:sp>
        <p:sp>
          <p:nvSpPr>
            <p:cNvPr id="10875" name="Heatmap cell r39 c218"/>
            <p:cNvSpPr/>
            <p:nvPr/>
          </p:nvSpPr>
          <p:spPr>
            <a:xfrm>
              <a:off x="3954429" y="1041636"/>
              <a:ext cx="19034" cy="28503"/>
            </a:xfrm>
            <a:prstGeom prst="rect">
              <a:avLst/>
            </a:prstGeom>
            <a:solidFill>
              <a:srgbClr val="E6EBF1"/>
            </a:solidFill>
            <a:ln>
              <a:noFill/>
            </a:ln>
          </p:spPr>
        </p:sp>
        <p:sp>
          <p:nvSpPr>
            <p:cNvPr id="10876" name="Heatmap cell r39 c220"/>
            <p:cNvSpPr/>
            <p:nvPr/>
          </p:nvSpPr>
          <p:spPr>
            <a:xfrm>
              <a:off x="3990412" y="1041636"/>
              <a:ext cx="19034" cy="28503"/>
            </a:xfrm>
            <a:prstGeom prst="rect">
              <a:avLst/>
            </a:prstGeom>
            <a:solidFill>
              <a:srgbClr val="EDACB3"/>
            </a:solidFill>
            <a:ln>
              <a:noFill/>
            </a:ln>
          </p:spPr>
        </p:sp>
        <p:sp>
          <p:nvSpPr>
            <p:cNvPr id="10877" name="Heatmap cell r39 c221"/>
            <p:cNvSpPr/>
            <p:nvPr/>
          </p:nvSpPr>
          <p:spPr>
            <a:xfrm>
              <a:off x="4009351" y="1041636"/>
              <a:ext cx="19034" cy="28503"/>
            </a:xfrm>
            <a:prstGeom prst="rect">
              <a:avLst/>
            </a:prstGeom>
            <a:solidFill>
              <a:srgbClr val="E8ECF3"/>
            </a:solidFill>
            <a:ln>
              <a:noFill/>
            </a:ln>
          </p:spPr>
        </p:sp>
        <p:sp>
          <p:nvSpPr>
            <p:cNvPr id="10878" name="Heatmap cell r39 c222"/>
            <p:cNvSpPr/>
            <p:nvPr/>
          </p:nvSpPr>
          <p:spPr>
            <a:xfrm>
              <a:off x="4028290" y="1041636"/>
              <a:ext cx="17140" cy="28503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10879" name="Heatmap cell r39 c223"/>
            <p:cNvSpPr/>
            <p:nvPr/>
          </p:nvSpPr>
          <p:spPr>
            <a:xfrm>
              <a:off x="4045335" y="1041636"/>
              <a:ext cx="19034" cy="28503"/>
            </a:xfrm>
            <a:prstGeom prst="rect">
              <a:avLst/>
            </a:prstGeom>
            <a:solidFill>
              <a:srgbClr val="EFB9BE"/>
            </a:solidFill>
            <a:ln>
              <a:noFill/>
            </a:ln>
          </p:spPr>
        </p:sp>
        <p:sp>
          <p:nvSpPr>
            <p:cNvPr id="10880" name="Heatmap cell r40 c1"/>
            <p:cNvSpPr/>
            <p:nvPr/>
          </p:nvSpPr>
          <p:spPr>
            <a:xfrm>
              <a:off x="13257" y="1070044"/>
              <a:ext cx="45548" cy="26609"/>
            </a:xfrm>
            <a:prstGeom prst="rect">
              <a:avLst/>
            </a:prstGeom>
            <a:solidFill>
              <a:srgbClr val="F76666"/>
            </a:solidFill>
            <a:ln>
              <a:noFill/>
            </a:ln>
          </p:spPr>
        </p:sp>
        <p:sp>
          <p:nvSpPr>
            <p:cNvPr id="10881" name="Heatmap cell r40 c4"/>
            <p:cNvSpPr/>
            <p:nvPr/>
          </p:nvSpPr>
          <p:spPr>
            <a:xfrm>
              <a:off x="89013" y="1070044"/>
              <a:ext cx="19034" cy="26609"/>
            </a:xfrm>
            <a:prstGeom prst="rect">
              <a:avLst/>
            </a:prstGeom>
            <a:solidFill>
              <a:srgbClr val="C9D6E2"/>
            </a:solidFill>
            <a:ln>
              <a:noFill/>
            </a:ln>
          </p:spPr>
        </p:sp>
        <p:sp>
          <p:nvSpPr>
            <p:cNvPr id="10882" name="Heatmap cell r40 c5"/>
            <p:cNvSpPr/>
            <p:nvPr/>
          </p:nvSpPr>
          <p:spPr>
            <a:xfrm>
              <a:off x="107951" y="1070044"/>
              <a:ext cx="17140" cy="26609"/>
            </a:xfrm>
            <a:prstGeom prst="rect">
              <a:avLst/>
            </a:prstGeom>
            <a:solidFill>
              <a:srgbClr val="EAEEF4"/>
            </a:solidFill>
            <a:ln>
              <a:noFill/>
            </a:ln>
          </p:spPr>
        </p:sp>
        <p:sp>
          <p:nvSpPr>
            <p:cNvPr id="10883" name="Heatmap cell r40 c6"/>
            <p:cNvSpPr/>
            <p:nvPr/>
          </p:nvSpPr>
          <p:spPr>
            <a:xfrm>
              <a:off x="124996" y="1070044"/>
              <a:ext cx="19034" cy="26609"/>
            </a:xfrm>
            <a:prstGeom prst="rect">
              <a:avLst/>
            </a:prstGeom>
            <a:solidFill>
              <a:srgbClr val="F8E3E6"/>
            </a:solidFill>
            <a:ln>
              <a:noFill/>
            </a:ln>
          </p:spPr>
        </p:sp>
        <p:sp>
          <p:nvSpPr>
            <p:cNvPr id="10884" name="Heatmap cell r40 c7"/>
            <p:cNvSpPr/>
            <p:nvPr/>
          </p:nvSpPr>
          <p:spPr>
            <a:xfrm>
              <a:off x="143935" y="1070044"/>
              <a:ext cx="17140" cy="26609"/>
            </a:xfrm>
            <a:prstGeom prst="rect">
              <a:avLst/>
            </a:prstGeom>
            <a:solidFill>
              <a:srgbClr val="F1C3C8"/>
            </a:solidFill>
            <a:ln>
              <a:noFill/>
            </a:ln>
          </p:spPr>
        </p:sp>
        <p:sp>
          <p:nvSpPr>
            <p:cNvPr id="10885" name="Heatmap cell r40 c8"/>
            <p:cNvSpPr/>
            <p:nvPr/>
          </p:nvSpPr>
          <p:spPr>
            <a:xfrm>
              <a:off x="160980" y="1070044"/>
              <a:ext cx="19034" cy="26609"/>
            </a:xfrm>
            <a:prstGeom prst="rect">
              <a:avLst/>
            </a:prstGeom>
            <a:solidFill>
              <a:srgbClr val="E9EEF4"/>
            </a:solidFill>
            <a:ln>
              <a:noFill/>
            </a:ln>
          </p:spPr>
        </p:sp>
        <p:sp>
          <p:nvSpPr>
            <p:cNvPr id="10886" name="Heatmap cell r40 c9"/>
            <p:cNvSpPr/>
            <p:nvPr/>
          </p:nvSpPr>
          <p:spPr>
            <a:xfrm>
              <a:off x="179919" y="1070044"/>
              <a:ext cx="19034" cy="26609"/>
            </a:xfrm>
            <a:prstGeom prst="rect">
              <a:avLst/>
            </a:prstGeom>
            <a:solidFill>
              <a:srgbClr val="F5F7F9"/>
            </a:solidFill>
            <a:ln>
              <a:noFill/>
            </a:ln>
          </p:spPr>
        </p:sp>
        <p:sp>
          <p:nvSpPr>
            <p:cNvPr id="10887" name="Heatmap cell r40 c10"/>
            <p:cNvSpPr/>
            <p:nvPr/>
          </p:nvSpPr>
          <p:spPr>
            <a:xfrm>
              <a:off x="198858" y="1070044"/>
              <a:ext cx="17140" cy="26609"/>
            </a:xfrm>
            <a:prstGeom prst="rect">
              <a:avLst/>
            </a:prstGeom>
            <a:solidFill>
              <a:srgbClr val="F7DCDF"/>
            </a:solidFill>
            <a:ln>
              <a:noFill/>
            </a:ln>
          </p:spPr>
        </p:sp>
        <p:sp>
          <p:nvSpPr>
            <p:cNvPr id="10888" name="Heatmap cell r40 c11"/>
            <p:cNvSpPr/>
            <p:nvPr/>
          </p:nvSpPr>
          <p:spPr>
            <a:xfrm>
              <a:off x="215903" y="1070044"/>
              <a:ext cx="19034" cy="26609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10889" name="Heatmap cell r40 c12"/>
            <p:cNvSpPr/>
            <p:nvPr/>
          </p:nvSpPr>
          <p:spPr>
            <a:xfrm>
              <a:off x="234842" y="1070044"/>
              <a:ext cx="17140" cy="26609"/>
            </a:xfrm>
            <a:prstGeom prst="rect">
              <a:avLst/>
            </a:prstGeom>
            <a:solidFill>
              <a:srgbClr val="9BB3CA"/>
            </a:solidFill>
            <a:ln>
              <a:noFill/>
            </a:ln>
          </p:spPr>
        </p:sp>
        <p:sp>
          <p:nvSpPr>
            <p:cNvPr id="10890" name="Heatmap cell r40 c13"/>
            <p:cNvSpPr/>
            <p:nvPr/>
          </p:nvSpPr>
          <p:spPr>
            <a:xfrm>
              <a:off x="251887" y="1070044"/>
              <a:ext cx="19034" cy="26609"/>
            </a:xfrm>
            <a:prstGeom prst="rect">
              <a:avLst/>
            </a:prstGeom>
            <a:solidFill>
              <a:srgbClr val="AABDD2"/>
            </a:solidFill>
            <a:ln>
              <a:noFill/>
            </a:ln>
          </p:spPr>
        </p:sp>
        <p:sp>
          <p:nvSpPr>
            <p:cNvPr id="10891" name="Heatmap cell r40 c14"/>
            <p:cNvSpPr/>
            <p:nvPr/>
          </p:nvSpPr>
          <p:spPr>
            <a:xfrm>
              <a:off x="270825" y="1070044"/>
              <a:ext cx="17140" cy="26609"/>
            </a:xfrm>
            <a:prstGeom prst="rect">
              <a:avLst/>
            </a:prstGeom>
            <a:solidFill>
              <a:srgbClr val="D2DDE8"/>
            </a:solidFill>
            <a:ln>
              <a:noFill/>
            </a:ln>
          </p:spPr>
        </p:sp>
        <p:sp>
          <p:nvSpPr>
            <p:cNvPr id="10892" name="Heatmap cell r40 c15"/>
            <p:cNvSpPr/>
            <p:nvPr/>
          </p:nvSpPr>
          <p:spPr>
            <a:xfrm>
              <a:off x="287870" y="1070044"/>
              <a:ext cx="19034" cy="26609"/>
            </a:xfrm>
            <a:prstGeom prst="rect">
              <a:avLst/>
            </a:prstGeom>
            <a:solidFill>
              <a:srgbClr val="F8DDDF"/>
            </a:solidFill>
            <a:ln>
              <a:noFill/>
            </a:ln>
          </p:spPr>
        </p:sp>
        <p:sp>
          <p:nvSpPr>
            <p:cNvPr id="10893" name="Heatmap cell r40 c16"/>
            <p:cNvSpPr/>
            <p:nvPr/>
          </p:nvSpPr>
          <p:spPr>
            <a:xfrm>
              <a:off x="306809" y="1070044"/>
              <a:ext cx="17140" cy="26609"/>
            </a:xfrm>
            <a:prstGeom prst="rect">
              <a:avLst/>
            </a:prstGeom>
            <a:solidFill>
              <a:srgbClr val="AFC3D5"/>
            </a:solidFill>
            <a:ln>
              <a:noFill/>
            </a:ln>
          </p:spPr>
        </p:sp>
        <p:sp>
          <p:nvSpPr>
            <p:cNvPr id="10894" name="Heatmap cell r40 c17"/>
            <p:cNvSpPr/>
            <p:nvPr/>
          </p:nvSpPr>
          <p:spPr>
            <a:xfrm>
              <a:off x="323854" y="1070044"/>
              <a:ext cx="19034" cy="26609"/>
            </a:xfrm>
            <a:prstGeom prst="rect">
              <a:avLst/>
            </a:prstGeom>
            <a:solidFill>
              <a:srgbClr val="F7D3D6"/>
            </a:solidFill>
            <a:ln>
              <a:noFill/>
            </a:ln>
          </p:spPr>
        </p:sp>
        <p:sp>
          <p:nvSpPr>
            <p:cNvPr id="10895" name="Heatmap cell r40 c18"/>
            <p:cNvSpPr/>
            <p:nvPr/>
          </p:nvSpPr>
          <p:spPr>
            <a:xfrm>
              <a:off x="342793" y="1070044"/>
              <a:ext cx="17140" cy="26609"/>
            </a:xfrm>
            <a:prstGeom prst="rect">
              <a:avLst/>
            </a:prstGeom>
            <a:solidFill>
              <a:srgbClr val="FCF8F9"/>
            </a:solidFill>
            <a:ln>
              <a:noFill/>
            </a:ln>
          </p:spPr>
        </p:sp>
        <p:sp>
          <p:nvSpPr>
            <p:cNvPr id="10896" name="Heatmap cell r40 c19"/>
            <p:cNvSpPr/>
            <p:nvPr/>
          </p:nvSpPr>
          <p:spPr>
            <a:xfrm>
              <a:off x="359838" y="1070044"/>
              <a:ext cx="19034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10897" name="Heatmap cell r40 c20"/>
            <p:cNvSpPr/>
            <p:nvPr/>
          </p:nvSpPr>
          <p:spPr>
            <a:xfrm>
              <a:off x="378777" y="1070044"/>
              <a:ext cx="17140" cy="26609"/>
            </a:xfrm>
            <a:prstGeom prst="rect">
              <a:avLst/>
            </a:prstGeom>
            <a:solidFill>
              <a:srgbClr val="9AB1C9"/>
            </a:solidFill>
            <a:ln>
              <a:noFill/>
            </a:ln>
          </p:spPr>
        </p:sp>
        <p:sp>
          <p:nvSpPr>
            <p:cNvPr id="10898" name="Heatmap cell r40 c21"/>
            <p:cNvSpPr/>
            <p:nvPr/>
          </p:nvSpPr>
          <p:spPr>
            <a:xfrm>
              <a:off x="395822" y="1070044"/>
              <a:ext cx="19034" cy="26609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10899" name="Heatmap cell r40 c22"/>
            <p:cNvSpPr/>
            <p:nvPr/>
          </p:nvSpPr>
          <p:spPr>
            <a:xfrm>
              <a:off x="414760" y="1070044"/>
              <a:ext cx="19034" cy="26609"/>
            </a:xfrm>
            <a:prstGeom prst="rect">
              <a:avLst/>
            </a:prstGeom>
            <a:solidFill>
              <a:srgbClr val="E3EAF0"/>
            </a:solidFill>
            <a:ln>
              <a:noFill/>
            </a:ln>
          </p:spPr>
        </p:sp>
        <p:sp>
          <p:nvSpPr>
            <p:cNvPr id="10900" name="Heatmap cell r40 c23"/>
            <p:cNvSpPr/>
            <p:nvPr/>
          </p:nvSpPr>
          <p:spPr>
            <a:xfrm>
              <a:off x="433699" y="1070044"/>
              <a:ext cx="17140" cy="26609"/>
            </a:xfrm>
            <a:prstGeom prst="rect">
              <a:avLst/>
            </a:prstGeom>
            <a:solidFill>
              <a:srgbClr val="97B0C8"/>
            </a:solidFill>
            <a:ln>
              <a:noFill/>
            </a:ln>
          </p:spPr>
        </p:sp>
        <p:sp>
          <p:nvSpPr>
            <p:cNvPr id="10901" name="Heatmap cell r40 c24"/>
            <p:cNvSpPr/>
            <p:nvPr/>
          </p:nvSpPr>
          <p:spPr>
            <a:xfrm>
              <a:off x="450744" y="1070044"/>
              <a:ext cx="19034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10902" name="Heatmap cell r40 c25"/>
            <p:cNvSpPr/>
            <p:nvPr/>
          </p:nvSpPr>
          <p:spPr>
            <a:xfrm>
              <a:off x="469683" y="1070044"/>
              <a:ext cx="17140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10903" name="Heatmap cell r40 c26"/>
            <p:cNvSpPr/>
            <p:nvPr/>
          </p:nvSpPr>
          <p:spPr>
            <a:xfrm>
              <a:off x="486728" y="1070044"/>
              <a:ext cx="19034" cy="26609"/>
            </a:xfrm>
            <a:prstGeom prst="rect">
              <a:avLst/>
            </a:prstGeom>
            <a:solidFill>
              <a:srgbClr val="F0F4F7"/>
            </a:solidFill>
            <a:ln>
              <a:noFill/>
            </a:ln>
          </p:spPr>
        </p:sp>
        <p:sp>
          <p:nvSpPr>
            <p:cNvPr id="10904" name="Heatmap cell r40 c27"/>
            <p:cNvSpPr/>
            <p:nvPr/>
          </p:nvSpPr>
          <p:spPr>
            <a:xfrm>
              <a:off x="505667" y="1070044"/>
              <a:ext cx="17140" cy="26609"/>
            </a:xfrm>
            <a:prstGeom prst="rect">
              <a:avLst/>
            </a:prstGeom>
            <a:solidFill>
              <a:srgbClr val="EBF0F6"/>
            </a:solidFill>
            <a:ln>
              <a:noFill/>
            </a:ln>
          </p:spPr>
        </p:sp>
        <p:sp>
          <p:nvSpPr>
            <p:cNvPr id="10905" name="Heatmap cell r40 c28"/>
            <p:cNvSpPr/>
            <p:nvPr/>
          </p:nvSpPr>
          <p:spPr>
            <a:xfrm>
              <a:off x="522712" y="1070044"/>
              <a:ext cx="19034" cy="26609"/>
            </a:xfrm>
            <a:prstGeom prst="rect">
              <a:avLst/>
            </a:prstGeom>
            <a:solidFill>
              <a:srgbClr val="C8D5E2"/>
            </a:solidFill>
            <a:ln>
              <a:noFill/>
            </a:ln>
          </p:spPr>
        </p:sp>
        <p:sp>
          <p:nvSpPr>
            <p:cNvPr id="10906" name="Heatmap cell r40 c30"/>
            <p:cNvSpPr/>
            <p:nvPr/>
          </p:nvSpPr>
          <p:spPr>
            <a:xfrm>
              <a:off x="558696" y="1070044"/>
              <a:ext cx="19034" cy="26609"/>
            </a:xfrm>
            <a:prstGeom prst="rect">
              <a:avLst/>
            </a:prstGeom>
            <a:solidFill>
              <a:srgbClr val="CFDAE4"/>
            </a:solidFill>
            <a:ln>
              <a:noFill/>
            </a:ln>
          </p:spPr>
        </p:sp>
        <p:sp>
          <p:nvSpPr>
            <p:cNvPr id="10907" name="Heatmap cell r40 c31"/>
            <p:cNvSpPr/>
            <p:nvPr/>
          </p:nvSpPr>
          <p:spPr>
            <a:xfrm>
              <a:off x="577634" y="1070044"/>
              <a:ext cx="17140" cy="26609"/>
            </a:xfrm>
            <a:prstGeom prst="rect">
              <a:avLst/>
            </a:prstGeom>
            <a:solidFill>
              <a:srgbClr val="1B4984"/>
            </a:solidFill>
            <a:ln>
              <a:noFill/>
            </a:ln>
          </p:spPr>
        </p:sp>
        <p:sp>
          <p:nvSpPr>
            <p:cNvPr id="10908" name="Heatmap cell r40 c32"/>
            <p:cNvSpPr/>
            <p:nvPr/>
          </p:nvSpPr>
          <p:spPr>
            <a:xfrm>
              <a:off x="594679" y="1070044"/>
              <a:ext cx="19034" cy="26609"/>
            </a:xfrm>
            <a:prstGeom prst="rect">
              <a:avLst/>
            </a:prstGeom>
            <a:solidFill>
              <a:srgbClr val="97B0C8"/>
            </a:solidFill>
            <a:ln>
              <a:noFill/>
            </a:ln>
          </p:spPr>
        </p:sp>
        <p:sp>
          <p:nvSpPr>
            <p:cNvPr id="10909" name="Heatmap cell r40 c33"/>
            <p:cNvSpPr/>
            <p:nvPr/>
          </p:nvSpPr>
          <p:spPr>
            <a:xfrm>
              <a:off x="613618" y="1070044"/>
              <a:ext cx="17140" cy="26609"/>
            </a:xfrm>
            <a:prstGeom prst="rect">
              <a:avLst/>
            </a:prstGeom>
            <a:solidFill>
              <a:srgbClr val="FCF8F9"/>
            </a:solidFill>
            <a:ln>
              <a:noFill/>
            </a:ln>
          </p:spPr>
        </p:sp>
        <p:sp>
          <p:nvSpPr>
            <p:cNvPr id="10910" name="Heatmap cell r40 c34"/>
            <p:cNvSpPr/>
            <p:nvPr/>
          </p:nvSpPr>
          <p:spPr>
            <a:xfrm>
              <a:off x="630663" y="1070044"/>
              <a:ext cx="19034" cy="26609"/>
            </a:xfrm>
            <a:prstGeom prst="rect">
              <a:avLst/>
            </a:prstGeom>
            <a:solidFill>
              <a:srgbClr val="F8DDDF"/>
            </a:solidFill>
            <a:ln>
              <a:noFill/>
            </a:ln>
          </p:spPr>
        </p:sp>
        <p:sp>
          <p:nvSpPr>
            <p:cNvPr id="10911" name="Heatmap cell r40 c35"/>
            <p:cNvSpPr/>
            <p:nvPr/>
          </p:nvSpPr>
          <p:spPr>
            <a:xfrm>
              <a:off x="649602" y="1070044"/>
              <a:ext cx="19034" cy="26609"/>
            </a:xfrm>
            <a:prstGeom prst="rect">
              <a:avLst/>
            </a:prstGeom>
            <a:solidFill>
              <a:srgbClr val="FCF8F9"/>
            </a:solidFill>
            <a:ln>
              <a:noFill/>
            </a:ln>
          </p:spPr>
        </p:sp>
        <p:sp>
          <p:nvSpPr>
            <p:cNvPr id="10912" name="Heatmap cell r40 c36"/>
            <p:cNvSpPr/>
            <p:nvPr/>
          </p:nvSpPr>
          <p:spPr>
            <a:xfrm>
              <a:off x="668541" y="1070044"/>
              <a:ext cx="17140" cy="26609"/>
            </a:xfrm>
            <a:prstGeom prst="rect">
              <a:avLst/>
            </a:prstGeom>
            <a:solidFill>
              <a:srgbClr val="F5CED2"/>
            </a:solidFill>
            <a:ln>
              <a:noFill/>
            </a:ln>
          </p:spPr>
        </p:sp>
        <p:sp>
          <p:nvSpPr>
            <p:cNvPr id="10913" name="Heatmap cell r40 c37"/>
            <p:cNvSpPr/>
            <p:nvPr/>
          </p:nvSpPr>
          <p:spPr>
            <a:xfrm>
              <a:off x="685586" y="1070044"/>
              <a:ext cx="19034" cy="26609"/>
            </a:xfrm>
            <a:prstGeom prst="rect">
              <a:avLst/>
            </a:prstGeom>
            <a:solidFill>
              <a:srgbClr val="EBF0F6"/>
            </a:solidFill>
            <a:ln>
              <a:noFill/>
            </a:ln>
          </p:spPr>
        </p:sp>
        <p:sp>
          <p:nvSpPr>
            <p:cNvPr id="10914" name="Heatmap cell r40 c38"/>
            <p:cNvSpPr/>
            <p:nvPr/>
          </p:nvSpPr>
          <p:spPr>
            <a:xfrm>
              <a:off x="704525" y="1070044"/>
              <a:ext cx="17140" cy="26609"/>
            </a:xfrm>
            <a:prstGeom prst="rect">
              <a:avLst/>
            </a:prstGeom>
            <a:solidFill>
              <a:srgbClr val="E3EAF0"/>
            </a:solidFill>
            <a:ln>
              <a:noFill/>
            </a:ln>
          </p:spPr>
        </p:sp>
        <p:sp>
          <p:nvSpPr>
            <p:cNvPr id="10915" name="Heatmap cell r40 c39"/>
            <p:cNvSpPr/>
            <p:nvPr/>
          </p:nvSpPr>
          <p:spPr>
            <a:xfrm>
              <a:off x="721570" y="1070044"/>
              <a:ext cx="19034" cy="26609"/>
            </a:xfrm>
            <a:prstGeom prst="rect">
              <a:avLst/>
            </a:prstGeom>
            <a:solidFill>
              <a:srgbClr val="F8E9EA"/>
            </a:solidFill>
            <a:ln>
              <a:noFill/>
            </a:ln>
          </p:spPr>
        </p:sp>
        <p:sp>
          <p:nvSpPr>
            <p:cNvPr id="10916" name="Heatmap cell r40 c40"/>
            <p:cNvSpPr/>
            <p:nvPr/>
          </p:nvSpPr>
          <p:spPr>
            <a:xfrm>
              <a:off x="740508" y="1070044"/>
              <a:ext cx="17140" cy="26609"/>
            </a:xfrm>
            <a:prstGeom prst="rect">
              <a:avLst/>
            </a:prstGeom>
            <a:solidFill>
              <a:srgbClr val="91ACC5"/>
            </a:solidFill>
            <a:ln>
              <a:noFill/>
            </a:ln>
          </p:spPr>
        </p:sp>
        <p:sp>
          <p:nvSpPr>
            <p:cNvPr id="10917" name="Heatmap cell r40 c41"/>
            <p:cNvSpPr/>
            <p:nvPr/>
          </p:nvSpPr>
          <p:spPr>
            <a:xfrm>
              <a:off x="757553" y="1070044"/>
              <a:ext cx="19034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10918" name="Heatmap cell r40 c42"/>
            <p:cNvSpPr/>
            <p:nvPr/>
          </p:nvSpPr>
          <p:spPr>
            <a:xfrm>
              <a:off x="776492" y="1070044"/>
              <a:ext cx="17140" cy="26609"/>
            </a:xfrm>
            <a:prstGeom prst="rect">
              <a:avLst/>
            </a:prstGeom>
            <a:solidFill>
              <a:srgbClr val="A3B9CF"/>
            </a:solidFill>
            <a:ln>
              <a:noFill/>
            </a:ln>
          </p:spPr>
        </p:sp>
        <p:sp>
          <p:nvSpPr>
            <p:cNvPr id="10919" name="Heatmap cell r40 c43"/>
            <p:cNvSpPr/>
            <p:nvPr/>
          </p:nvSpPr>
          <p:spPr>
            <a:xfrm>
              <a:off x="793537" y="1070044"/>
              <a:ext cx="19034" cy="26609"/>
            </a:xfrm>
            <a:prstGeom prst="rect">
              <a:avLst/>
            </a:prstGeom>
            <a:solidFill>
              <a:srgbClr val="7193B5"/>
            </a:solidFill>
            <a:ln>
              <a:noFill/>
            </a:ln>
          </p:spPr>
        </p:sp>
        <p:sp>
          <p:nvSpPr>
            <p:cNvPr id="10920" name="Heatmap cell r40 c44"/>
            <p:cNvSpPr/>
            <p:nvPr/>
          </p:nvSpPr>
          <p:spPr>
            <a:xfrm>
              <a:off x="812476" y="1070044"/>
              <a:ext cx="17140" cy="26609"/>
            </a:xfrm>
            <a:prstGeom prst="rect">
              <a:avLst/>
            </a:prstGeom>
            <a:solidFill>
              <a:srgbClr val="547DA6"/>
            </a:solidFill>
            <a:ln>
              <a:noFill/>
            </a:ln>
          </p:spPr>
        </p:sp>
        <p:sp>
          <p:nvSpPr>
            <p:cNvPr id="10921" name="Heatmap cell r40 c45"/>
            <p:cNvSpPr/>
            <p:nvPr/>
          </p:nvSpPr>
          <p:spPr>
            <a:xfrm>
              <a:off x="829521" y="1070044"/>
              <a:ext cx="19034" cy="26609"/>
            </a:xfrm>
            <a:prstGeom prst="rect">
              <a:avLst/>
            </a:prstGeom>
            <a:solidFill>
              <a:srgbClr val="F0F4F7"/>
            </a:solidFill>
            <a:ln>
              <a:noFill/>
            </a:ln>
          </p:spPr>
        </p:sp>
        <p:sp>
          <p:nvSpPr>
            <p:cNvPr id="10922" name="Heatmap cell r40 c46"/>
            <p:cNvSpPr/>
            <p:nvPr/>
          </p:nvSpPr>
          <p:spPr>
            <a:xfrm>
              <a:off x="848460" y="1070044"/>
              <a:ext cx="17140" cy="26609"/>
            </a:xfrm>
            <a:prstGeom prst="rect">
              <a:avLst/>
            </a:prstGeom>
            <a:solidFill>
              <a:srgbClr val="DCE3EB"/>
            </a:solidFill>
            <a:ln>
              <a:noFill/>
            </a:ln>
          </p:spPr>
        </p:sp>
        <p:sp>
          <p:nvSpPr>
            <p:cNvPr id="10923" name="Heatmap cell r40 c47"/>
            <p:cNvSpPr/>
            <p:nvPr/>
          </p:nvSpPr>
          <p:spPr>
            <a:xfrm>
              <a:off x="865505" y="1070044"/>
              <a:ext cx="19034" cy="26609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10924" name="Heatmap cell r40 c48"/>
            <p:cNvSpPr/>
            <p:nvPr/>
          </p:nvSpPr>
          <p:spPr>
            <a:xfrm>
              <a:off x="884444" y="1070044"/>
              <a:ext cx="19034" cy="26609"/>
            </a:xfrm>
            <a:prstGeom prst="rect">
              <a:avLst/>
            </a:prstGeom>
            <a:solidFill>
              <a:srgbClr val="1F558A"/>
            </a:solidFill>
            <a:ln>
              <a:noFill/>
            </a:ln>
          </p:spPr>
        </p:sp>
        <p:sp>
          <p:nvSpPr>
            <p:cNvPr id="10925" name="Heatmap cell r40 c49"/>
            <p:cNvSpPr/>
            <p:nvPr/>
          </p:nvSpPr>
          <p:spPr>
            <a:xfrm>
              <a:off x="903382" y="1070044"/>
              <a:ext cx="17140" cy="26609"/>
            </a:xfrm>
            <a:prstGeom prst="rect">
              <a:avLst/>
            </a:prstGeom>
            <a:solidFill>
              <a:srgbClr val="FBF5F5"/>
            </a:solidFill>
            <a:ln>
              <a:noFill/>
            </a:ln>
          </p:spPr>
        </p:sp>
        <p:sp>
          <p:nvSpPr>
            <p:cNvPr id="10926" name="Heatmap cell r40 c50"/>
            <p:cNvSpPr/>
            <p:nvPr/>
          </p:nvSpPr>
          <p:spPr>
            <a:xfrm>
              <a:off x="920427" y="1070044"/>
              <a:ext cx="19034" cy="26609"/>
            </a:xfrm>
            <a:prstGeom prst="rect">
              <a:avLst/>
            </a:prstGeom>
            <a:solidFill>
              <a:srgbClr val="F6D5D9"/>
            </a:solidFill>
            <a:ln>
              <a:noFill/>
            </a:ln>
          </p:spPr>
        </p:sp>
        <p:sp>
          <p:nvSpPr>
            <p:cNvPr id="10927" name="Heatmap cell r40 c51"/>
            <p:cNvSpPr/>
            <p:nvPr/>
          </p:nvSpPr>
          <p:spPr>
            <a:xfrm>
              <a:off x="939366" y="1070044"/>
              <a:ext cx="17140" cy="26609"/>
            </a:xfrm>
            <a:prstGeom prst="rect">
              <a:avLst/>
            </a:prstGeom>
            <a:solidFill>
              <a:srgbClr val="F1F5F8"/>
            </a:solidFill>
            <a:ln>
              <a:noFill/>
            </a:ln>
          </p:spPr>
        </p:sp>
        <p:sp>
          <p:nvSpPr>
            <p:cNvPr id="10928" name="Heatmap cell r40 c52"/>
            <p:cNvSpPr/>
            <p:nvPr/>
          </p:nvSpPr>
          <p:spPr>
            <a:xfrm>
              <a:off x="956411" y="1070044"/>
              <a:ext cx="19034" cy="26609"/>
            </a:xfrm>
            <a:prstGeom prst="rect">
              <a:avLst/>
            </a:prstGeom>
            <a:solidFill>
              <a:srgbClr val="FAEBED"/>
            </a:solidFill>
            <a:ln>
              <a:noFill/>
            </a:ln>
          </p:spPr>
        </p:sp>
        <p:sp>
          <p:nvSpPr>
            <p:cNvPr id="10929" name="Heatmap cell r40 c53"/>
            <p:cNvSpPr/>
            <p:nvPr/>
          </p:nvSpPr>
          <p:spPr>
            <a:xfrm>
              <a:off x="975350" y="1070044"/>
              <a:ext cx="17140" cy="26609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10930" name="Heatmap cell r40 c54"/>
            <p:cNvSpPr/>
            <p:nvPr/>
          </p:nvSpPr>
          <p:spPr>
            <a:xfrm>
              <a:off x="992395" y="1070044"/>
              <a:ext cx="19034" cy="26609"/>
            </a:xfrm>
            <a:prstGeom prst="rect">
              <a:avLst/>
            </a:prstGeom>
            <a:solidFill>
              <a:srgbClr val="ECF0F6"/>
            </a:solidFill>
            <a:ln>
              <a:noFill/>
            </a:ln>
          </p:spPr>
        </p:sp>
        <p:sp>
          <p:nvSpPr>
            <p:cNvPr id="10931" name="Heatmap cell r40 c55"/>
            <p:cNvSpPr/>
            <p:nvPr/>
          </p:nvSpPr>
          <p:spPr>
            <a:xfrm>
              <a:off x="1011334" y="1070044"/>
              <a:ext cx="17140" cy="26609"/>
            </a:xfrm>
            <a:prstGeom prst="rect">
              <a:avLst/>
            </a:prstGeom>
            <a:solidFill>
              <a:srgbClr val="FCF8F9"/>
            </a:solidFill>
            <a:ln>
              <a:noFill/>
            </a:ln>
          </p:spPr>
        </p:sp>
        <p:sp>
          <p:nvSpPr>
            <p:cNvPr id="10932" name="Heatmap cell r40 c56"/>
            <p:cNvSpPr/>
            <p:nvPr/>
          </p:nvSpPr>
          <p:spPr>
            <a:xfrm>
              <a:off x="1028379" y="1070044"/>
              <a:ext cx="19034" cy="26609"/>
            </a:xfrm>
            <a:prstGeom prst="rect">
              <a:avLst/>
            </a:prstGeom>
            <a:solidFill>
              <a:srgbClr val="EAEEF4"/>
            </a:solidFill>
            <a:ln>
              <a:noFill/>
            </a:ln>
          </p:spPr>
        </p:sp>
        <p:sp>
          <p:nvSpPr>
            <p:cNvPr id="10933" name="Heatmap cell r40 c58"/>
            <p:cNvSpPr/>
            <p:nvPr/>
          </p:nvSpPr>
          <p:spPr>
            <a:xfrm>
              <a:off x="1064363" y="1070044"/>
              <a:ext cx="19034" cy="26609"/>
            </a:xfrm>
            <a:prstGeom prst="rect">
              <a:avLst/>
            </a:prstGeom>
            <a:solidFill>
              <a:srgbClr val="F8E1E3"/>
            </a:solidFill>
            <a:ln>
              <a:noFill/>
            </a:ln>
          </p:spPr>
        </p:sp>
        <p:sp>
          <p:nvSpPr>
            <p:cNvPr id="10934" name="Heatmap cell r40 c59"/>
            <p:cNvSpPr/>
            <p:nvPr/>
          </p:nvSpPr>
          <p:spPr>
            <a:xfrm>
              <a:off x="1083301" y="1070044"/>
              <a:ext cx="17140" cy="26609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10935" name="Heatmap cell r40 c60"/>
            <p:cNvSpPr/>
            <p:nvPr/>
          </p:nvSpPr>
          <p:spPr>
            <a:xfrm>
              <a:off x="1100346" y="1070044"/>
              <a:ext cx="19034" cy="26609"/>
            </a:xfrm>
            <a:prstGeom prst="rect">
              <a:avLst/>
            </a:prstGeom>
            <a:solidFill>
              <a:srgbClr val="F8DBDD"/>
            </a:solidFill>
            <a:ln>
              <a:noFill/>
            </a:ln>
          </p:spPr>
        </p:sp>
        <p:sp>
          <p:nvSpPr>
            <p:cNvPr id="10936" name="Heatmap cell r40 c61"/>
            <p:cNvSpPr/>
            <p:nvPr/>
          </p:nvSpPr>
          <p:spPr>
            <a:xfrm>
              <a:off x="1119285" y="1070044"/>
              <a:ext cx="19034" cy="26609"/>
            </a:xfrm>
            <a:prstGeom prst="rect">
              <a:avLst/>
            </a:prstGeom>
            <a:solidFill>
              <a:srgbClr val="E8ECF3"/>
            </a:solidFill>
            <a:ln>
              <a:noFill/>
            </a:ln>
          </p:spPr>
        </p:sp>
        <p:sp>
          <p:nvSpPr>
            <p:cNvPr id="10937" name="Heatmap cell r40 c63"/>
            <p:cNvSpPr/>
            <p:nvPr/>
          </p:nvSpPr>
          <p:spPr>
            <a:xfrm>
              <a:off x="1155269" y="1070044"/>
              <a:ext cx="19034" cy="26609"/>
            </a:xfrm>
            <a:prstGeom prst="rect">
              <a:avLst/>
            </a:prstGeom>
            <a:solidFill>
              <a:srgbClr val="7696B7"/>
            </a:solidFill>
            <a:ln>
              <a:noFill/>
            </a:ln>
          </p:spPr>
        </p:sp>
        <p:sp>
          <p:nvSpPr>
            <p:cNvPr id="10938" name="Heatmap cell r40 c64"/>
            <p:cNvSpPr/>
            <p:nvPr/>
          </p:nvSpPr>
          <p:spPr>
            <a:xfrm>
              <a:off x="1174208" y="1070044"/>
              <a:ext cx="17140" cy="26609"/>
            </a:xfrm>
            <a:prstGeom prst="rect">
              <a:avLst/>
            </a:prstGeom>
            <a:solidFill>
              <a:srgbClr val="EBEFF5"/>
            </a:solidFill>
            <a:ln>
              <a:noFill/>
            </a:ln>
          </p:spPr>
        </p:sp>
        <p:sp>
          <p:nvSpPr>
            <p:cNvPr id="10939" name="Heatmap cell r40 c65"/>
            <p:cNvSpPr/>
            <p:nvPr/>
          </p:nvSpPr>
          <p:spPr>
            <a:xfrm>
              <a:off x="1191253" y="1070044"/>
              <a:ext cx="19034" cy="26609"/>
            </a:xfrm>
            <a:prstGeom prst="rect">
              <a:avLst/>
            </a:prstGeom>
            <a:solidFill>
              <a:srgbClr val="346494"/>
            </a:solidFill>
            <a:ln>
              <a:noFill/>
            </a:ln>
          </p:spPr>
        </p:sp>
        <p:sp>
          <p:nvSpPr>
            <p:cNvPr id="10940" name="Heatmap cell r40 c66"/>
            <p:cNvSpPr/>
            <p:nvPr/>
          </p:nvSpPr>
          <p:spPr>
            <a:xfrm>
              <a:off x="1210192" y="1070044"/>
              <a:ext cx="17140" cy="26609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10941" name="Heatmap cell r40 c67"/>
            <p:cNvSpPr/>
            <p:nvPr/>
          </p:nvSpPr>
          <p:spPr>
            <a:xfrm>
              <a:off x="1227236" y="1070044"/>
              <a:ext cx="19034" cy="26609"/>
            </a:xfrm>
            <a:prstGeom prst="rect">
              <a:avLst/>
            </a:prstGeom>
            <a:solidFill>
              <a:srgbClr val="D3DEE8"/>
            </a:solidFill>
            <a:ln>
              <a:noFill/>
            </a:ln>
          </p:spPr>
        </p:sp>
        <p:sp>
          <p:nvSpPr>
            <p:cNvPr id="10942" name="Heatmap cell r40 c68"/>
            <p:cNvSpPr/>
            <p:nvPr/>
          </p:nvSpPr>
          <p:spPr>
            <a:xfrm>
              <a:off x="1246175" y="1070044"/>
              <a:ext cx="17140" cy="26609"/>
            </a:xfrm>
            <a:prstGeom prst="rect">
              <a:avLst/>
            </a:prstGeom>
            <a:solidFill>
              <a:srgbClr val="F6D5D9"/>
            </a:solidFill>
            <a:ln>
              <a:noFill/>
            </a:ln>
          </p:spPr>
        </p:sp>
        <p:sp>
          <p:nvSpPr>
            <p:cNvPr id="10943" name="Heatmap cell r40 c70"/>
            <p:cNvSpPr/>
            <p:nvPr/>
          </p:nvSpPr>
          <p:spPr>
            <a:xfrm>
              <a:off x="1282159" y="1070044"/>
              <a:ext cx="17140" cy="26609"/>
            </a:xfrm>
            <a:prstGeom prst="rect">
              <a:avLst/>
            </a:prstGeom>
            <a:solidFill>
              <a:srgbClr val="EEF3F6"/>
            </a:solidFill>
            <a:ln>
              <a:noFill/>
            </a:ln>
          </p:spPr>
        </p:sp>
        <p:sp>
          <p:nvSpPr>
            <p:cNvPr id="10944" name="Heatmap cell r40 c71"/>
            <p:cNvSpPr/>
            <p:nvPr/>
          </p:nvSpPr>
          <p:spPr>
            <a:xfrm>
              <a:off x="1299204" y="1070044"/>
              <a:ext cx="19034" cy="26609"/>
            </a:xfrm>
            <a:prstGeom prst="rect">
              <a:avLst/>
            </a:prstGeom>
            <a:solidFill>
              <a:srgbClr val="F6F8F9"/>
            </a:solidFill>
            <a:ln>
              <a:noFill/>
            </a:ln>
          </p:spPr>
        </p:sp>
        <p:sp>
          <p:nvSpPr>
            <p:cNvPr id="10945" name="Heatmap cell r40 c72"/>
            <p:cNvSpPr/>
            <p:nvPr/>
          </p:nvSpPr>
          <p:spPr>
            <a:xfrm>
              <a:off x="1318143" y="1070044"/>
              <a:ext cx="17140" cy="26609"/>
            </a:xfrm>
            <a:prstGeom prst="rect">
              <a:avLst/>
            </a:prstGeom>
            <a:solidFill>
              <a:srgbClr val="FBF0F1"/>
            </a:solidFill>
            <a:ln>
              <a:noFill/>
            </a:ln>
          </p:spPr>
        </p:sp>
        <p:sp>
          <p:nvSpPr>
            <p:cNvPr id="10946" name="Heatmap cell r40 c73"/>
            <p:cNvSpPr/>
            <p:nvPr/>
          </p:nvSpPr>
          <p:spPr>
            <a:xfrm>
              <a:off x="1335188" y="1070044"/>
              <a:ext cx="19034" cy="26609"/>
            </a:xfrm>
            <a:prstGeom prst="rect">
              <a:avLst/>
            </a:prstGeom>
            <a:solidFill>
              <a:srgbClr val="F0F5F8"/>
            </a:solidFill>
            <a:ln>
              <a:noFill/>
            </a:ln>
          </p:spPr>
        </p:sp>
        <p:sp>
          <p:nvSpPr>
            <p:cNvPr id="10947" name="Heatmap cell r40 c74"/>
            <p:cNvSpPr/>
            <p:nvPr/>
          </p:nvSpPr>
          <p:spPr>
            <a:xfrm>
              <a:off x="1354127" y="1070044"/>
              <a:ext cx="17140" cy="26609"/>
            </a:xfrm>
            <a:prstGeom prst="rect">
              <a:avLst/>
            </a:prstGeom>
            <a:solidFill>
              <a:srgbClr val="FBF0F1"/>
            </a:solidFill>
            <a:ln>
              <a:noFill/>
            </a:ln>
          </p:spPr>
        </p:sp>
        <p:sp>
          <p:nvSpPr>
            <p:cNvPr id="10948" name="Heatmap cell r40 c75"/>
            <p:cNvSpPr/>
            <p:nvPr/>
          </p:nvSpPr>
          <p:spPr>
            <a:xfrm>
              <a:off x="1371172" y="1070044"/>
              <a:ext cx="19034" cy="26609"/>
            </a:xfrm>
            <a:prstGeom prst="rect">
              <a:avLst/>
            </a:prstGeom>
            <a:solidFill>
              <a:srgbClr val="FAEEEF"/>
            </a:solidFill>
            <a:ln>
              <a:noFill/>
            </a:ln>
          </p:spPr>
        </p:sp>
        <p:sp>
          <p:nvSpPr>
            <p:cNvPr id="10949" name="Heatmap cell r40 c76"/>
            <p:cNvSpPr/>
            <p:nvPr/>
          </p:nvSpPr>
          <p:spPr>
            <a:xfrm>
              <a:off x="1390110" y="1070044"/>
              <a:ext cx="19034" cy="26609"/>
            </a:xfrm>
            <a:prstGeom prst="rect">
              <a:avLst/>
            </a:prstGeom>
            <a:solidFill>
              <a:srgbClr val="EFF3F7"/>
            </a:solidFill>
            <a:ln>
              <a:noFill/>
            </a:ln>
          </p:spPr>
        </p:sp>
        <p:sp>
          <p:nvSpPr>
            <p:cNvPr id="10950" name="Heatmap cell r40 c77"/>
            <p:cNvSpPr/>
            <p:nvPr/>
          </p:nvSpPr>
          <p:spPr>
            <a:xfrm>
              <a:off x="1409049" y="1070044"/>
              <a:ext cx="17140" cy="26609"/>
            </a:xfrm>
            <a:prstGeom prst="rect">
              <a:avLst/>
            </a:prstGeom>
            <a:solidFill>
              <a:srgbClr val="F7D9DB"/>
            </a:solidFill>
            <a:ln>
              <a:noFill/>
            </a:ln>
          </p:spPr>
        </p:sp>
        <p:sp>
          <p:nvSpPr>
            <p:cNvPr id="10951" name="Heatmap cell r40 c78"/>
            <p:cNvSpPr/>
            <p:nvPr/>
          </p:nvSpPr>
          <p:spPr>
            <a:xfrm>
              <a:off x="1426094" y="1070044"/>
              <a:ext cx="19034" cy="26609"/>
            </a:xfrm>
            <a:prstGeom prst="rect">
              <a:avLst/>
            </a:prstGeom>
            <a:solidFill>
              <a:srgbClr val="FCF8F9"/>
            </a:solidFill>
            <a:ln>
              <a:noFill/>
            </a:ln>
          </p:spPr>
        </p:sp>
        <p:sp>
          <p:nvSpPr>
            <p:cNvPr id="10952" name="Heatmap cell r40 c79"/>
            <p:cNvSpPr/>
            <p:nvPr/>
          </p:nvSpPr>
          <p:spPr>
            <a:xfrm>
              <a:off x="1445033" y="1070044"/>
              <a:ext cx="17140" cy="26609"/>
            </a:xfrm>
            <a:prstGeom prst="rect">
              <a:avLst/>
            </a:prstGeom>
            <a:solidFill>
              <a:srgbClr val="F0BDC2"/>
            </a:solidFill>
            <a:ln>
              <a:noFill/>
            </a:ln>
          </p:spPr>
        </p:sp>
        <p:sp>
          <p:nvSpPr>
            <p:cNvPr id="10953" name="Heatmap cell r40 c80"/>
            <p:cNvSpPr/>
            <p:nvPr/>
          </p:nvSpPr>
          <p:spPr>
            <a:xfrm>
              <a:off x="1462078" y="1070044"/>
              <a:ext cx="19034" cy="26609"/>
            </a:xfrm>
            <a:prstGeom prst="rect">
              <a:avLst/>
            </a:prstGeom>
            <a:solidFill>
              <a:srgbClr val="F8E1E3"/>
            </a:solidFill>
            <a:ln>
              <a:noFill/>
            </a:ln>
          </p:spPr>
        </p:sp>
        <p:sp>
          <p:nvSpPr>
            <p:cNvPr id="10954" name="Heatmap cell r40 c81"/>
            <p:cNvSpPr/>
            <p:nvPr/>
          </p:nvSpPr>
          <p:spPr>
            <a:xfrm>
              <a:off x="1481017" y="1070044"/>
              <a:ext cx="17140" cy="26609"/>
            </a:xfrm>
            <a:prstGeom prst="rect">
              <a:avLst/>
            </a:prstGeom>
            <a:solidFill>
              <a:srgbClr val="EFF3F7"/>
            </a:solidFill>
            <a:ln>
              <a:noFill/>
            </a:ln>
          </p:spPr>
        </p:sp>
        <p:sp>
          <p:nvSpPr>
            <p:cNvPr id="10955" name="Heatmap cell r40 c82"/>
            <p:cNvSpPr/>
            <p:nvPr/>
          </p:nvSpPr>
          <p:spPr>
            <a:xfrm>
              <a:off x="1498062" y="1070044"/>
              <a:ext cx="19034" cy="26609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10956" name="Heatmap cell r40 c83"/>
            <p:cNvSpPr/>
            <p:nvPr/>
          </p:nvSpPr>
          <p:spPr>
            <a:xfrm>
              <a:off x="1517001" y="1070044"/>
              <a:ext cx="17140" cy="26609"/>
            </a:xfrm>
            <a:prstGeom prst="rect">
              <a:avLst/>
            </a:prstGeom>
            <a:solidFill>
              <a:srgbClr val="F7D3D6"/>
            </a:solidFill>
            <a:ln>
              <a:noFill/>
            </a:ln>
          </p:spPr>
        </p:sp>
        <p:sp>
          <p:nvSpPr>
            <p:cNvPr id="10957" name="Heatmap cell r40 c84"/>
            <p:cNvSpPr/>
            <p:nvPr/>
          </p:nvSpPr>
          <p:spPr>
            <a:xfrm>
              <a:off x="1534046" y="1070044"/>
              <a:ext cx="19034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10958" name="Heatmap cell r40 c85"/>
            <p:cNvSpPr/>
            <p:nvPr/>
          </p:nvSpPr>
          <p:spPr>
            <a:xfrm>
              <a:off x="1552984" y="1070044"/>
              <a:ext cx="17140" cy="26609"/>
            </a:xfrm>
            <a:prstGeom prst="rect">
              <a:avLst/>
            </a:prstGeom>
            <a:solidFill>
              <a:srgbClr val="C6D4E1"/>
            </a:solidFill>
            <a:ln>
              <a:noFill/>
            </a:ln>
          </p:spPr>
        </p:sp>
        <p:sp>
          <p:nvSpPr>
            <p:cNvPr id="10959" name="Heatmap cell r40 c86"/>
            <p:cNvSpPr/>
            <p:nvPr/>
          </p:nvSpPr>
          <p:spPr>
            <a:xfrm>
              <a:off x="1570029" y="1070044"/>
              <a:ext cx="19034" cy="26609"/>
            </a:xfrm>
            <a:prstGeom prst="rect">
              <a:avLst/>
            </a:prstGeom>
            <a:solidFill>
              <a:srgbClr val="EEF3F6"/>
            </a:solidFill>
            <a:ln>
              <a:noFill/>
            </a:ln>
          </p:spPr>
        </p:sp>
        <p:sp>
          <p:nvSpPr>
            <p:cNvPr id="10960" name="Heatmap cell r40 c87"/>
            <p:cNvSpPr/>
            <p:nvPr/>
          </p:nvSpPr>
          <p:spPr>
            <a:xfrm>
              <a:off x="1588968" y="1070044"/>
              <a:ext cx="17140" cy="26609"/>
            </a:xfrm>
            <a:prstGeom prst="rect">
              <a:avLst/>
            </a:prstGeom>
            <a:solidFill>
              <a:srgbClr val="F1C4C7"/>
            </a:solidFill>
            <a:ln>
              <a:noFill/>
            </a:ln>
          </p:spPr>
        </p:sp>
        <p:sp>
          <p:nvSpPr>
            <p:cNvPr id="10961" name="Heatmap cell r40 c88"/>
            <p:cNvSpPr/>
            <p:nvPr/>
          </p:nvSpPr>
          <p:spPr>
            <a:xfrm>
              <a:off x="1606013" y="1070044"/>
              <a:ext cx="19034" cy="26609"/>
            </a:xfrm>
            <a:prstGeom prst="rect">
              <a:avLst/>
            </a:prstGeom>
            <a:solidFill>
              <a:srgbClr val="ECF0F6"/>
            </a:solidFill>
            <a:ln>
              <a:noFill/>
            </a:ln>
          </p:spPr>
        </p:sp>
        <p:sp>
          <p:nvSpPr>
            <p:cNvPr id="10962" name="Heatmap cell r40 c89"/>
            <p:cNvSpPr/>
            <p:nvPr/>
          </p:nvSpPr>
          <p:spPr>
            <a:xfrm>
              <a:off x="1624952" y="1070044"/>
              <a:ext cx="19034" cy="26609"/>
            </a:xfrm>
            <a:prstGeom prst="rect">
              <a:avLst/>
            </a:prstGeom>
            <a:solidFill>
              <a:srgbClr val="C7D4E1"/>
            </a:solidFill>
            <a:ln>
              <a:noFill/>
            </a:ln>
          </p:spPr>
        </p:sp>
        <p:sp>
          <p:nvSpPr>
            <p:cNvPr id="10963" name="Heatmap cell r40 c90"/>
            <p:cNvSpPr/>
            <p:nvPr/>
          </p:nvSpPr>
          <p:spPr>
            <a:xfrm>
              <a:off x="1643891" y="1070044"/>
              <a:ext cx="17140" cy="26609"/>
            </a:xfrm>
            <a:prstGeom prst="rect">
              <a:avLst/>
            </a:prstGeom>
            <a:solidFill>
              <a:srgbClr val="EBA6AC"/>
            </a:solidFill>
            <a:ln>
              <a:noFill/>
            </a:ln>
          </p:spPr>
        </p:sp>
        <p:sp>
          <p:nvSpPr>
            <p:cNvPr id="10964" name="Heatmap cell r40 c91"/>
            <p:cNvSpPr/>
            <p:nvPr/>
          </p:nvSpPr>
          <p:spPr>
            <a:xfrm>
              <a:off x="1660936" y="1070044"/>
              <a:ext cx="19034" cy="26609"/>
            </a:xfrm>
            <a:prstGeom prst="rect">
              <a:avLst/>
            </a:prstGeom>
            <a:solidFill>
              <a:srgbClr val="B9C9DB"/>
            </a:solidFill>
            <a:ln>
              <a:noFill/>
            </a:ln>
          </p:spPr>
        </p:sp>
        <p:sp>
          <p:nvSpPr>
            <p:cNvPr id="10965" name="Heatmap cell r40 c92"/>
            <p:cNvSpPr/>
            <p:nvPr/>
          </p:nvSpPr>
          <p:spPr>
            <a:xfrm>
              <a:off x="1679875" y="1070044"/>
              <a:ext cx="17140" cy="26609"/>
            </a:xfrm>
            <a:prstGeom prst="rect">
              <a:avLst/>
            </a:prstGeom>
            <a:solidFill>
              <a:srgbClr val="A3B9CF"/>
            </a:solidFill>
            <a:ln>
              <a:noFill/>
            </a:ln>
          </p:spPr>
        </p:sp>
        <p:sp>
          <p:nvSpPr>
            <p:cNvPr id="10966" name="Heatmap cell r40 c93"/>
            <p:cNvSpPr/>
            <p:nvPr/>
          </p:nvSpPr>
          <p:spPr>
            <a:xfrm>
              <a:off x="1696920" y="1070044"/>
              <a:ext cx="19034" cy="26609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10967" name="Heatmap cell r40 c94"/>
            <p:cNvSpPr/>
            <p:nvPr/>
          </p:nvSpPr>
          <p:spPr>
            <a:xfrm>
              <a:off x="1715858" y="1070044"/>
              <a:ext cx="17140" cy="26609"/>
            </a:xfrm>
            <a:prstGeom prst="rect">
              <a:avLst/>
            </a:prstGeom>
            <a:solidFill>
              <a:srgbClr val="ECF0F6"/>
            </a:solidFill>
            <a:ln>
              <a:noFill/>
            </a:ln>
          </p:spPr>
        </p:sp>
        <p:sp>
          <p:nvSpPr>
            <p:cNvPr id="10968" name="Heatmap cell r40 c95"/>
            <p:cNvSpPr/>
            <p:nvPr/>
          </p:nvSpPr>
          <p:spPr>
            <a:xfrm>
              <a:off x="1732903" y="1070044"/>
              <a:ext cx="19034" cy="26609"/>
            </a:xfrm>
            <a:prstGeom prst="rect">
              <a:avLst/>
            </a:prstGeom>
            <a:solidFill>
              <a:srgbClr val="DDE4EC"/>
            </a:solidFill>
            <a:ln>
              <a:noFill/>
            </a:ln>
          </p:spPr>
        </p:sp>
        <p:sp>
          <p:nvSpPr>
            <p:cNvPr id="10969" name="Heatmap cell r40 c96"/>
            <p:cNvSpPr/>
            <p:nvPr/>
          </p:nvSpPr>
          <p:spPr>
            <a:xfrm>
              <a:off x="1751842" y="1070044"/>
              <a:ext cx="17140" cy="26609"/>
            </a:xfrm>
            <a:prstGeom prst="rect">
              <a:avLst/>
            </a:prstGeom>
            <a:solidFill>
              <a:srgbClr val="F9E8E9"/>
            </a:solidFill>
            <a:ln>
              <a:noFill/>
            </a:ln>
          </p:spPr>
        </p:sp>
        <p:sp>
          <p:nvSpPr>
            <p:cNvPr id="10970" name="Heatmap cell r40 c97"/>
            <p:cNvSpPr/>
            <p:nvPr/>
          </p:nvSpPr>
          <p:spPr>
            <a:xfrm>
              <a:off x="1768887" y="1070044"/>
              <a:ext cx="19034" cy="26609"/>
            </a:xfrm>
            <a:prstGeom prst="rect">
              <a:avLst/>
            </a:prstGeom>
            <a:solidFill>
              <a:srgbClr val="F4CED1"/>
            </a:solidFill>
            <a:ln>
              <a:noFill/>
            </a:ln>
          </p:spPr>
        </p:sp>
        <p:sp>
          <p:nvSpPr>
            <p:cNvPr id="10971" name="Heatmap cell r40 c98"/>
            <p:cNvSpPr/>
            <p:nvPr/>
          </p:nvSpPr>
          <p:spPr>
            <a:xfrm>
              <a:off x="1787826" y="1070044"/>
              <a:ext cx="17140" cy="26609"/>
            </a:xfrm>
            <a:prstGeom prst="rect">
              <a:avLst/>
            </a:prstGeom>
            <a:solidFill>
              <a:srgbClr val="8DA8C3"/>
            </a:solidFill>
            <a:ln>
              <a:noFill/>
            </a:ln>
          </p:spPr>
        </p:sp>
        <p:sp>
          <p:nvSpPr>
            <p:cNvPr id="10972" name="Heatmap cell r40 c99"/>
            <p:cNvSpPr/>
            <p:nvPr/>
          </p:nvSpPr>
          <p:spPr>
            <a:xfrm>
              <a:off x="1804871" y="1070044"/>
              <a:ext cx="19034" cy="26609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10973" name="Heatmap cell r40 c100"/>
            <p:cNvSpPr/>
            <p:nvPr/>
          </p:nvSpPr>
          <p:spPr>
            <a:xfrm>
              <a:off x="1823810" y="1070044"/>
              <a:ext cx="17140" cy="26609"/>
            </a:xfrm>
            <a:prstGeom prst="rect">
              <a:avLst/>
            </a:prstGeom>
            <a:solidFill>
              <a:srgbClr val="E3EAF0"/>
            </a:solidFill>
            <a:ln>
              <a:noFill/>
            </a:ln>
          </p:spPr>
        </p:sp>
        <p:sp>
          <p:nvSpPr>
            <p:cNvPr id="10974" name="Heatmap cell r40 c101"/>
            <p:cNvSpPr/>
            <p:nvPr/>
          </p:nvSpPr>
          <p:spPr>
            <a:xfrm>
              <a:off x="1840855" y="1070044"/>
              <a:ext cx="19034" cy="26609"/>
            </a:xfrm>
            <a:prstGeom prst="rect">
              <a:avLst/>
            </a:prstGeom>
            <a:solidFill>
              <a:srgbClr val="EEB1B7"/>
            </a:solidFill>
            <a:ln>
              <a:noFill/>
            </a:ln>
          </p:spPr>
        </p:sp>
        <p:sp>
          <p:nvSpPr>
            <p:cNvPr id="10975" name="Heatmap cell r40 c102"/>
            <p:cNvSpPr/>
            <p:nvPr/>
          </p:nvSpPr>
          <p:spPr>
            <a:xfrm>
              <a:off x="1859794" y="1070044"/>
              <a:ext cx="19034" cy="26609"/>
            </a:xfrm>
            <a:prstGeom prst="rect">
              <a:avLst/>
            </a:prstGeom>
            <a:solidFill>
              <a:srgbClr val="F8E6E8"/>
            </a:solidFill>
            <a:ln>
              <a:noFill/>
            </a:ln>
          </p:spPr>
        </p:sp>
        <p:sp>
          <p:nvSpPr>
            <p:cNvPr id="10976" name="Heatmap cell r40 c103"/>
            <p:cNvSpPr/>
            <p:nvPr/>
          </p:nvSpPr>
          <p:spPr>
            <a:xfrm>
              <a:off x="1878732" y="1070044"/>
              <a:ext cx="17140" cy="26609"/>
            </a:xfrm>
            <a:prstGeom prst="rect">
              <a:avLst/>
            </a:prstGeom>
            <a:solidFill>
              <a:srgbClr val="BFCFDF"/>
            </a:solidFill>
            <a:ln>
              <a:noFill/>
            </a:ln>
          </p:spPr>
        </p:sp>
        <p:sp>
          <p:nvSpPr>
            <p:cNvPr id="10977" name="Heatmap cell r40 c104"/>
            <p:cNvSpPr/>
            <p:nvPr/>
          </p:nvSpPr>
          <p:spPr>
            <a:xfrm>
              <a:off x="1895777" y="1070044"/>
              <a:ext cx="19034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10978" name="Heatmap cell r40 c105"/>
            <p:cNvSpPr/>
            <p:nvPr/>
          </p:nvSpPr>
          <p:spPr>
            <a:xfrm>
              <a:off x="1914716" y="1070044"/>
              <a:ext cx="17140" cy="26609"/>
            </a:xfrm>
            <a:prstGeom prst="rect">
              <a:avLst/>
            </a:prstGeom>
            <a:solidFill>
              <a:srgbClr val="DBE3EB"/>
            </a:solidFill>
            <a:ln>
              <a:noFill/>
            </a:ln>
          </p:spPr>
        </p:sp>
        <p:sp>
          <p:nvSpPr>
            <p:cNvPr id="10979" name="Heatmap cell r40 c106"/>
            <p:cNvSpPr/>
            <p:nvPr/>
          </p:nvSpPr>
          <p:spPr>
            <a:xfrm>
              <a:off x="1931761" y="1070044"/>
              <a:ext cx="19034" cy="26609"/>
            </a:xfrm>
            <a:prstGeom prst="rect">
              <a:avLst/>
            </a:prstGeom>
            <a:solidFill>
              <a:srgbClr val="F5D0D3"/>
            </a:solidFill>
            <a:ln>
              <a:noFill/>
            </a:ln>
          </p:spPr>
        </p:sp>
        <p:sp>
          <p:nvSpPr>
            <p:cNvPr id="10980" name="Heatmap cell r40 c107"/>
            <p:cNvSpPr/>
            <p:nvPr/>
          </p:nvSpPr>
          <p:spPr>
            <a:xfrm>
              <a:off x="1950700" y="1070044"/>
              <a:ext cx="17140" cy="26609"/>
            </a:xfrm>
            <a:prstGeom prst="rect">
              <a:avLst/>
            </a:prstGeom>
            <a:solidFill>
              <a:srgbClr val="AABDD2"/>
            </a:solidFill>
            <a:ln>
              <a:noFill/>
            </a:ln>
          </p:spPr>
        </p:sp>
        <p:sp>
          <p:nvSpPr>
            <p:cNvPr id="10981" name="Heatmap cell r40 c108"/>
            <p:cNvSpPr/>
            <p:nvPr/>
          </p:nvSpPr>
          <p:spPr>
            <a:xfrm>
              <a:off x="1967745" y="1070044"/>
              <a:ext cx="19034" cy="26609"/>
            </a:xfrm>
            <a:prstGeom prst="rect">
              <a:avLst/>
            </a:prstGeom>
            <a:solidFill>
              <a:srgbClr val="D7E1EB"/>
            </a:solidFill>
            <a:ln>
              <a:noFill/>
            </a:ln>
          </p:spPr>
        </p:sp>
        <p:sp>
          <p:nvSpPr>
            <p:cNvPr id="10982" name="Heatmap cell r40 c109"/>
            <p:cNvSpPr/>
            <p:nvPr/>
          </p:nvSpPr>
          <p:spPr>
            <a:xfrm>
              <a:off x="1986684" y="1070044"/>
              <a:ext cx="17140" cy="26609"/>
            </a:xfrm>
            <a:prstGeom prst="rect">
              <a:avLst/>
            </a:prstGeom>
            <a:solidFill>
              <a:srgbClr val="C4D2DF"/>
            </a:solidFill>
            <a:ln>
              <a:noFill/>
            </a:ln>
          </p:spPr>
        </p:sp>
        <p:sp>
          <p:nvSpPr>
            <p:cNvPr id="10983" name="Heatmap cell r40 c110"/>
            <p:cNvSpPr/>
            <p:nvPr/>
          </p:nvSpPr>
          <p:spPr>
            <a:xfrm>
              <a:off x="2003729" y="1070044"/>
              <a:ext cx="19034" cy="26609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</p:sp>
        <p:sp>
          <p:nvSpPr>
            <p:cNvPr id="10984" name="Heatmap cell r40 c111"/>
            <p:cNvSpPr/>
            <p:nvPr/>
          </p:nvSpPr>
          <p:spPr>
            <a:xfrm>
              <a:off x="2022668" y="1070044"/>
              <a:ext cx="17140" cy="26609"/>
            </a:xfrm>
            <a:prstGeom prst="rect">
              <a:avLst/>
            </a:prstGeom>
            <a:solidFill>
              <a:srgbClr val="EA9CA1"/>
            </a:solidFill>
            <a:ln>
              <a:noFill/>
            </a:ln>
          </p:spPr>
        </p:sp>
        <p:sp>
          <p:nvSpPr>
            <p:cNvPr id="10985" name="Heatmap cell r40 c112"/>
            <p:cNvSpPr/>
            <p:nvPr/>
          </p:nvSpPr>
          <p:spPr>
            <a:xfrm>
              <a:off x="2039712" y="1070044"/>
              <a:ext cx="19034" cy="26609"/>
            </a:xfrm>
            <a:prstGeom prst="rect">
              <a:avLst/>
            </a:prstGeom>
            <a:solidFill>
              <a:srgbClr val="F8E6E8"/>
            </a:solidFill>
            <a:ln>
              <a:noFill/>
            </a:ln>
          </p:spPr>
        </p:sp>
        <p:sp>
          <p:nvSpPr>
            <p:cNvPr id="10986" name="Heatmap cell r40 c113"/>
            <p:cNvSpPr/>
            <p:nvPr/>
          </p:nvSpPr>
          <p:spPr>
            <a:xfrm>
              <a:off x="2058651" y="1070044"/>
              <a:ext cx="17140" cy="26609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10987" name="Heatmap cell r40 c114"/>
            <p:cNvSpPr/>
            <p:nvPr/>
          </p:nvSpPr>
          <p:spPr>
            <a:xfrm>
              <a:off x="2075696" y="1070044"/>
              <a:ext cx="19034" cy="26609"/>
            </a:xfrm>
            <a:prstGeom prst="rect">
              <a:avLst/>
            </a:prstGeom>
            <a:solidFill>
              <a:srgbClr val="366695"/>
            </a:solidFill>
            <a:ln>
              <a:noFill/>
            </a:ln>
          </p:spPr>
        </p:sp>
        <p:sp>
          <p:nvSpPr>
            <p:cNvPr id="10988" name="Heatmap cell r40 c115"/>
            <p:cNvSpPr/>
            <p:nvPr/>
          </p:nvSpPr>
          <p:spPr>
            <a:xfrm>
              <a:off x="2094635" y="1070044"/>
              <a:ext cx="19034" cy="26609"/>
            </a:xfrm>
            <a:prstGeom prst="rect">
              <a:avLst/>
            </a:prstGeom>
            <a:solidFill>
              <a:srgbClr val="8FAAC5"/>
            </a:solidFill>
            <a:ln>
              <a:noFill/>
            </a:ln>
          </p:spPr>
        </p:sp>
        <p:sp>
          <p:nvSpPr>
            <p:cNvPr id="10989" name="Heatmap cell r40 c116"/>
            <p:cNvSpPr/>
            <p:nvPr/>
          </p:nvSpPr>
          <p:spPr>
            <a:xfrm>
              <a:off x="2113574" y="1070044"/>
              <a:ext cx="17140" cy="26609"/>
            </a:xfrm>
            <a:prstGeom prst="rect">
              <a:avLst/>
            </a:prstGeom>
            <a:solidFill>
              <a:srgbClr val="F1F5F8"/>
            </a:solidFill>
            <a:ln>
              <a:noFill/>
            </a:ln>
          </p:spPr>
        </p:sp>
        <p:sp>
          <p:nvSpPr>
            <p:cNvPr id="10990" name="Heatmap cell r40 c117"/>
            <p:cNvSpPr/>
            <p:nvPr/>
          </p:nvSpPr>
          <p:spPr>
            <a:xfrm>
              <a:off x="2130619" y="1070044"/>
              <a:ext cx="19034" cy="26609"/>
            </a:xfrm>
            <a:prstGeom prst="rect">
              <a:avLst/>
            </a:prstGeom>
            <a:solidFill>
              <a:srgbClr val="9FB6CD"/>
            </a:solidFill>
            <a:ln>
              <a:noFill/>
            </a:ln>
          </p:spPr>
        </p:sp>
        <p:sp>
          <p:nvSpPr>
            <p:cNvPr id="10991" name="Heatmap cell r40 c118"/>
            <p:cNvSpPr/>
            <p:nvPr/>
          </p:nvSpPr>
          <p:spPr>
            <a:xfrm>
              <a:off x="2149558" y="1070044"/>
              <a:ext cx="17140" cy="26609"/>
            </a:xfrm>
            <a:prstGeom prst="rect">
              <a:avLst/>
            </a:prstGeom>
            <a:solidFill>
              <a:srgbClr val="F8DDDF"/>
            </a:solidFill>
            <a:ln>
              <a:noFill/>
            </a:ln>
          </p:spPr>
        </p:sp>
        <p:sp>
          <p:nvSpPr>
            <p:cNvPr id="10992" name="Heatmap cell r40 c119"/>
            <p:cNvSpPr/>
            <p:nvPr/>
          </p:nvSpPr>
          <p:spPr>
            <a:xfrm>
              <a:off x="2166603" y="1070044"/>
              <a:ext cx="19034" cy="26609"/>
            </a:xfrm>
            <a:prstGeom prst="rect">
              <a:avLst/>
            </a:prstGeom>
            <a:solidFill>
              <a:srgbClr val="D4DFE9"/>
            </a:solidFill>
            <a:ln>
              <a:noFill/>
            </a:ln>
          </p:spPr>
        </p:sp>
        <p:sp>
          <p:nvSpPr>
            <p:cNvPr id="10993" name="Heatmap cell r40 c121"/>
            <p:cNvSpPr/>
            <p:nvPr/>
          </p:nvSpPr>
          <p:spPr>
            <a:xfrm>
              <a:off x="2202586" y="1070044"/>
              <a:ext cx="19034" cy="26609"/>
            </a:xfrm>
            <a:prstGeom prst="rect">
              <a:avLst/>
            </a:prstGeom>
            <a:solidFill>
              <a:srgbClr val="B5C6D7"/>
            </a:solidFill>
            <a:ln>
              <a:noFill/>
            </a:ln>
          </p:spPr>
        </p:sp>
        <p:sp>
          <p:nvSpPr>
            <p:cNvPr id="10994" name="Heatmap cell r40 c122"/>
            <p:cNvSpPr/>
            <p:nvPr/>
          </p:nvSpPr>
          <p:spPr>
            <a:xfrm>
              <a:off x="2221525" y="1070044"/>
              <a:ext cx="17140" cy="26609"/>
            </a:xfrm>
            <a:prstGeom prst="rect">
              <a:avLst/>
            </a:prstGeom>
            <a:solidFill>
              <a:srgbClr val="E37E87"/>
            </a:solidFill>
            <a:ln>
              <a:noFill/>
            </a:ln>
          </p:spPr>
        </p:sp>
        <p:sp>
          <p:nvSpPr>
            <p:cNvPr id="10995" name="Heatmap cell r40 c123"/>
            <p:cNvSpPr/>
            <p:nvPr/>
          </p:nvSpPr>
          <p:spPr>
            <a:xfrm>
              <a:off x="2238570" y="1070044"/>
              <a:ext cx="19034" cy="26609"/>
            </a:xfrm>
            <a:prstGeom prst="rect">
              <a:avLst/>
            </a:prstGeom>
            <a:solidFill>
              <a:srgbClr val="E88F96"/>
            </a:solidFill>
            <a:ln>
              <a:noFill/>
            </a:ln>
          </p:spPr>
        </p:sp>
        <p:sp>
          <p:nvSpPr>
            <p:cNvPr id="10996" name="Heatmap cell r40 c124"/>
            <p:cNvSpPr/>
            <p:nvPr/>
          </p:nvSpPr>
          <p:spPr>
            <a:xfrm>
              <a:off x="2257509" y="1070044"/>
              <a:ext cx="17140" cy="26609"/>
            </a:xfrm>
            <a:prstGeom prst="rect">
              <a:avLst/>
            </a:prstGeom>
            <a:solidFill>
              <a:srgbClr val="EFB8BC"/>
            </a:solidFill>
            <a:ln>
              <a:noFill/>
            </a:ln>
          </p:spPr>
        </p:sp>
        <p:sp>
          <p:nvSpPr>
            <p:cNvPr id="10997" name="Heatmap cell r40 c125"/>
            <p:cNvSpPr/>
            <p:nvPr/>
          </p:nvSpPr>
          <p:spPr>
            <a:xfrm>
              <a:off x="2274554" y="1070044"/>
              <a:ext cx="19034" cy="26609"/>
            </a:xfrm>
            <a:prstGeom prst="rect">
              <a:avLst/>
            </a:prstGeom>
            <a:solidFill>
              <a:srgbClr val="9CB4CA"/>
            </a:solidFill>
            <a:ln>
              <a:noFill/>
            </a:ln>
          </p:spPr>
        </p:sp>
        <p:sp>
          <p:nvSpPr>
            <p:cNvPr id="10998" name="Heatmap cell r40 c126"/>
            <p:cNvSpPr/>
            <p:nvPr/>
          </p:nvSpPr>
          <p:spPr>
            <a:xfrm>
              <a:off x="2293493" y="1070044"/>
              <a:ext cx="17140" cy="26609"/>
            </a:xfrm>
            <a:prstGeom prst="rect">
              <a:avLst/>
            </a:prstGeom>
            <a:solidFill>
              <a:srgbClr val="E8ECF3"/>
            </a:solidFill>
            <a:ln>
              <a:noFill/>
            </a:ln>
          </p:spPr>
        </p:sp>
        <p:sp>
          <p:nvSpPr>
            <p:cNvPr id="10999" name="Heatmap cell r40 c127"/>
            <p:cNvSpPr/>
            <p:nvPr/>
          </p:nvSpPr>
          <p:spPr>
            <a:xfrm>
              <a:off x="2310538" y="1070044"/>
              <a:ext cx="19034" cy="26609"/>
            </a:xfrm>
            <a:prstGeom prst="rect">
              <a:avLst/>
            </a:prstGeom>
            <a:solidFill>
              <a:srgbClr val="E9EDF3"/>
            </a:solidFill>
            <a:ln>
              <a:noFill/>
            </a:ln>
          </p:spPr>
        </p:sp>
        <p:sp>
          <p:nvSpPr>
            <p:cNvPr id="11000" name="Heatmap cell r40 c129"/>
            <p:cNvSpPr/>
            <p:nvPr/>
          </p:nvSpPr>
          <p:spPr>
            <a:xfrm>
              <a:off x="2348416" y="1070044"/>
              <a:ext cx="17140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11001" name="Heatmap cell r40 c130"/>
            <p:cNvSpPr/>
            <p:nvPr/>
          </p:nvSpPr>
          <p:spPr>
            <a:xfrm>
              <a:off x="2365460" y="1070044"/>
              <a:ext cx="19034" cy="26609"/>
            </a:xfrm>
            <a:prstGeom prst="rect">
              <a:avLst/>
            </a:prstGeom>
            <a:solidFill>
              <a:srgbClr val="B1C4D5"/>
            </a:solidFill>
            <a:ln>
              <a:noFill/>
            </a:ln>
          </p:spPr>
        </p:sp>
        <p:sp>
          <p:nvSpPr>
            <p:cNvPr id="11002" name="Heatmap cell r40 c131"/>
            <p:cNvSpPr/>
            <p:nvPr/>
          </p:nvSpPr>
          <p:spPr>
            <a:xfrm>
              <a:off x="2384399" y="1070044"/>
              <a:ext cx="17140" cy="26609"/>
            </a:xfrm>
            <a:prstGeom prst="rect">
              <a:avLst/>
            </a:prstGeom>
            <a:solidFill>
              <a:srgbClr val="F8DDDF"/>
            </a:solidFill>
            <a:ln>
              <a:noFill/>
            </a:ln>
          </p:spPr>
        </p:sp>
        <p:sp>
          <p:nvSpPr>
            <p:cNvPr id="11003" name="Heatmap cell r40 c132"/>
            <p:cNvSpPr/>
            <p:nvPr/>
          </p:nvSpPr>
          <p:spPr>
            <a:xfrm>
              <a:off x="2401444" y="1070044"/>
              <a:ext cx="19034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11004" name="Heatmap cell r40 c133"/>
            <p:cNvSpPr/>
            <p:nvPr/>
          </p:nvSpPr>
          <p:spPr>
            <a:xfrm>
              <a:off x="2420383" y="1070044"/>
              <a:ext cx="17140" cy="26609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11005" name="Heatmap cell r40 c134"/>
            <p:cNvSpPr/>
            <p:nvPr/>
          </p:nvSpPr>
          <p:spPr>
            <a:xfrm>
              <a:off x="2437428" y="1070044"/>
              <a:ext cx="19034" cy="26609"/>
            </a:xfrm>
            <a:prstGeom prst="rect">
              <a:avLst/>
            </a:prstGeom>
            <a:solidFill>
              <a:srgbClr val="FBF1F3"/>
            </a:solidFill>
            <a:ln>
              <a:noFill/>
            </a:ln>
          </p:spPr>
        </p:sp>
        <p:sp>
          <p:nvSpPr>
            <p:cNvPr id="11006" name="Heatmap cell r40 c135"/>
            <p:cNvSpPr/>
            <p:nvPr/>
          </p:nvSpPr>
          <p:spPr>
            <a:xfrm>
              <a:off x="2456367" y="1070044"/>
              <a:ext cx="17140" cy="26609"/>
            </a:xfrm>
            <a:prstGeom prst="rect">
              <a:avLst/>
            </a:prstGeom>
            <a:solidFill>
              <a:srgbClr val="6A8DB0"/>
            </a:solidFill>
            <a:ln>
              <a:noFill/>
            </a:ln>
          </p:spPr>
        </p:sp>
        <p:sp>
          <p:nvSpPr>
            <p:cNvPr id="11007" name="Heatmap cell r40 c136"/>
            <p:cNvSpPr/>
            <p:nvPr/>
          </p:nvSpPr>
          <p:spPr>
            <a:xfrm>
              <a:off x="2473412" y="1070044"/>
              <a:ext cx="19034" cy="26609"/>
            </a:xfrm>
            <a:prstGeom prst="rect">
              <a:avLst/>
            </a:prstGeom>
            <a:solidFill>
              <a:srgbClr val="D5DFEA"/>
            </a:solidFill>
            <a:ln>
              <a:noFill/>
            </a:ln>
          </p:spPr>
        </p:sp>
        <p:sp>
          <p:nvSpPr>
            <p:cNvPr id="11008" name="Heatmap cell r40 c137"/>
            <p:cNvSpPr/>
            <p:nvPr/>
          </p:nvSpPr>
          <p:spPr>
            <a:xfrm>
              <a:off x="2492351" y="1070044"/>
              <a:ext cx="17140" cy="26609"/>
            </a:xfrm>
            <a:prstGeom prst="rect">
              <a:avLst/>
            </a:prstGeom>
            <a:solidFill>
              <a:srgbClr val="F8E9EA"/>
            </a:solidFill>
            <a:ln>
              <a:noFill/>
            </a:ln>
          </p:spPr>
        </p:sp>
        <p:sp>
          <p:nvSpPr>
            <p:cNvPr id="11009" name="Heatmap cell r40 c138"/>
            <p:cNvSpPr/>
            <p:nvPr/>
          </p:nvSpPr>
          <p:spPr>
            <a:xfrm>
              <a:off x="2509396" y="1070044"/>
              <a:ext cx="19034" cy="26609"/>
            </a:xfrm>
            <a:prstGeom prst="rect">
              <a:avLst/>
            </a:prstGeom>
            <a:solidFill>
              <a:srgbClr val="F7E2E4"/>
            </a:solidFill>
            <a:ln>
              <a:noFill/>
            </a:ln>
          </p:spPr>
        </p:sp>
        <p:sp>
          <p:nvSpPr>
            <p:cNvPr id="11010" name="Heatmap cell r40 c140"/>
            <p:cNvSpPr/>
            <p:nvPr/>
          </p:nvSpPr>
          <p:spPr>
            <a:xfrm>
              <a:off x="2545379" y="1070044"/>
              <a:ext cx="19034" cy="26609"/>
            </a:xfrm>
            <a:prstGeom prst="rect">
              <a:avLst/>
            </a:prstGeom>
            <a:solidFill>
              <a:srgbClr val="ABBED2"/>
            </a:solidFill>
            <a:ln>
              <a:noFill/>
            </a:ln>
          </p:spPr>
        </p:sp>
        <p:sp>
          <p:nvSpPr>
            <p:cNvPr id="11011" name="Heatmap cell r40 c141"/>
            <p:cNvSpPr/>
            <p:nvPr/>
          </p:nvSpPr>
          <p:spPr>
            <a:xfrm>
              <a:off x="2564318" y="1070044"/>
              <a:ext cx="19034" cy="26609"/>
            </a:xfrm>
            <a:prstGeom prst="rect">
              <a:avLst/>
            </a:prstGeom>
            <a:solidFill>
              <a:srgbClr val="B6C7D9"/>
            </a:solidFill>
            <a:ln>
              <a:noFill/>
            </a:ln>
          </p:spPr>
        </p:sp>
        <p:sp>
          <p:nvSpPr>
            <p:cNvPr id="11012" name="Heatmap cell r40 c142"/>
            <p:cNvSpPr/>
            <p:nvPr/>
          </p:nvSpPr>
          <p:spPr>
            <a:xfrm>
              <a:off x="2583257" y="1070044"/>
              <a:ext cx="17140" cy="26609"/>
            </a:xfrm>
            <a:prstGeom prst="rect">
              <a:avLst/>
            </a:prstGeom>
            <a:solidFill>
              <a:srgbClr val="F6D4D7"/>
            </a:solidFill>
            <a:ln>
              <a:noFill/>
            </a:ln>
          </p:spPr>
        </p:sp>
        <p:sp>
          <p:nvSpPr>
            <p:cNvPr id="11013" name="Heatmap cell r40 c143"/>
            <p:cNvSpPr/>
            <p:nvPr/>
          </p:nvSpPr>
          <p:spPr>
            <a:xfrm>
              <a:off x="2600302" y="1070044"/>
              <a:ext cx="19034" cy="26609"/>
            </a:xfrm>
            <a:prstGeom prst="rect">
              <a:avLst/>
            </a:prstGeom>
            <a:solidFill>
              <a:srgbClr val="EBA9AE"/>
            </a:solidFill>
            <a:ln>
              <a:noFill/>
            </a:ln>
          </p:spPr>
        </p:sp>
        <p:sp>
          <p:nvSpPr>
            <p:cNvPr id="11014" name="Heatmap cell r40 c144"/>
            <p:cNvSpPr/>
            <p:nvPr/>
          </p:nvSpPr>
          <p:spPr>
            <a:xfrm>
              <a:off x="2619241" y="1070044"/>
              <a:ext cx="17140" cy="26609"/>
            </a:xfrm>
            <a:prstGeom prst="rect">
              <a:avLst/>
            </a:prstGeom>
            <a:solidFill>
              <a:srgbClr val="DFE7ED"/>
            </a:solidFill>
            <a:ln>
              <a:noFill/>
            </a:ln>
          </p:spPr>
        </p:sp>
        <p:sp>
          <p:nvSpPr>
            <p:cNvPr id="11015" name="Heatmap cell r40 c145"/>
            <p:cNvSpPr/>
            <p:nvPr/>
          </p:nvSpPr>
          <p:spPr>
            <a:xfrm>
              <a:off x="2636286" y="1070044"/>
              <a:ext cx="19034" cy="26609"/>
            </a:xfrm>
            <a:prstGeom prst="rect">
              <a:avLst/>
            </a:prstGeom>
            <a:solidFill>
              <a:srgbClr val="C9D6E2"/>
            </a:solidFill>
            <a:ln>
              <a:noFill/>
            </a:ln>
          </p:spPr>
        </p:sp>
        <p:sp>
          <p:nvSpPr>
            <p:cNvPr id="11016" name="Heatmap cell r40 c147"/>
            <p:cNvSpPr/>
            <p:nvPr/>
          </p:nvSpPr>
          <p:spPr>
            <a:xfrm>
              <a:off x="2672270" y="1070044"/>
              <a:ext cx="19034" cy="26609"/>
            </a:xfrm>
            <a:prstGeom prst="rect">
              <a:avLst/>
            </a:prstGeom>
            <a:solidFill>
              <a:srgbClr val="F9E8E9"/>
            </a:solidFill>
            <a:ln>
              <a:noFill/>
            </a:ln>
          </p:spPr>
        </p:sp>
        <p:sp>
          <p:nvSpPr>
            <p:cNvPr id="11017" name="Heatmap cell r40 c148"/>
            <p:cNvSpPr/>
            <p:nvPr/>
          </p:nvSpPr>
          <p:spPr>
            <a:xfrm>
              <a:off x="2691208" y="1070044"/>
              <a:ext cx="17140" cy="26609"/>
            </a:xfrm>
            <a:prstGeom prst="rect">
              <a:avLst/>
            </a:prstGeom>
            <a:solidFill>
              <a:srgbClr val="D2DDE7"/>
            </a:solidFill>
            <a:ln>
              <a:noFill/>
            </a:ln>
          </p:spPr>
        </p:sp>
        <p:sp>
          <p:nvSpPr>
            <p:cNvPr id="11018" name="Heatmap cell r40 c149"/>
            <p:cNvSpPr/>
            <p:nvPr/>
          </p:nvSpPr>
          <p:spPr>
            <a:xfrm>
              <a:off x="2708253" y="1070044"/>
              <a:ext cx="19034" cy="26609"/>
            </a:xfrm>
            <a:prstGeom prst="rect">
              <a:avLst/>
            </a:prstGeom>
            <a:solidFill>
              <a:srgbClr val="F0BDC2"/>
            </a:solidFill>
            <a:ln>
              <a:noFill/>
            </a:ln>
          </p:spPr>
        </p:sp>
        <p:sp>
          <p:nvSpPr>
            <p:cNvPr id="11019" name="Heatmap cell r40 c150"/>
            <p:cNvSpPr/>
            <p:nvPr/>
          </p:nvSpPr>
          <p:spPr>
            <a:xfrm>
              <a:off x="2727192" y="1070044"/>
              <a:ext cx="17140" cy="26609"/>
            </a:xfrm>
            <a:prstGeom prst="rect">
              <a:avLst/>
            </a:prstGeom>
            <a:solidFill>
              <a:srgbClr val="D5DFE9"/>
            </a:solidFill>
            <a:ln>
              <a:noFill/>
            </a:ln>
          </p:spPr>
        </p:sp>
        <p:sp>
          <p:nvSpPr>
            <p:cNvPr id="11020" name="Heatmap cell r40 c151"/>
            <p:cNvSpPr/>
            <p:nvPr/>
          </p:nvSpPr>
          <p:spPr>
            <a:xfrm>
              <a:off x="2744237" y="1070044"/>
              <a:ext cx="19034" cy="26609"/>
            </a:xfrm>
            <a:prstGeom prst="rect">
              <a:avLst/>
            </a:prstGeom>
            <a:solidFill>
              <a:srgbClr val="DBE3EB"/>
            </a:solidFill>
            <a:ln>
              <a:noFill/>
            </a:ln>
          </p:spPr>
        </p:sp>
        <p:sp>
          <p:nvSpPr>
            <p:cNvPr id="11021" name="Heatmap cell r40 c152"/>
            <p:cNvSpPr/>
            <p:nvPr/>
          </p:nvSpPr>
          <p:spPr>
            <a:xfrm>
              <a:off x="2763176" y="1070044"/>
              <a:ext cx="17140" cy="26609"/>
            </a:xfrm>
            <a:prstGeom prst="rect">
              <a:avLst/>
            </a:prstGeom>
            <a:solidFill>
              <a:srgbClr val="EBEFF5"/>
            </a:solidFill>
            <a:ln>
              <a:noFill/>
            </a:ln>
          </p:spPr>
        </p:sp>
        <p:sp>
          <p:nvSpPr>
            <p:cNvPr id="11022" name="Heatmap cell r40 c153"/>
            <p:cNvSpPr/>
            <p:nvPr/>
          </p:nvSpPr>
          <p:spPr>
            <a:xfrm>
              <a:off x="2780221" y="1070044"/>
              <a:ext cx="19034" cy="26609"/>
            </a:xfrm>
            <a:prstGeom prst="rect">
              <a:avLst/>
            </a:prstGeom>
            <a:solidFill>
              <a:srgbClr val="F7D7DB"/>
            </a:solidFill>
            <a:ln>
              <a:noFill/>
            </a:ln>
          </p:spPr>
        </p:sp>
        <p:sp>
          <p:nvSpPr>
            <p:cNvPr id="11023" name="Heatmap cell r40 c154"/>
            <p:cNvSpPr/>
            <p:nvPr/>
          </p:nvSpPr>
          <p:spPr>
            <a:xfrm>
              <a:off x="2799160" y="1070044"/>
              <a:ext cx="17140" cy="26609"/>
            </a:xfrm>
            <a:prstGeom prst="rect">
              <a:avLst/>
            </a:prstGeom>
            <a:solidFill>
              <a:srgbClr val="FDF9FA"/>
            </a:solidFill>
            <a:ln>
              <a:noFill/>
            </a:ln>
          </p:spPr>
        </p:sp>
        <p:sp>
          <p:nvSpPr>
            <p:cNvPr id="11024" name="Heatmap cell r40 c155"/>
            <p:cNvSpPr/>
            <p:nvPr/>
          </p:nvSpPr>
          <p:spPr>
            <a:xfrm>
              <a:off x="2816205" y="1070044"/>
              <a:ext cx="19034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11025" name="Heatmap cell r40 c156"/>
            <p:cNvSpPr/>
            <p:nvPr/>
          </p:nvSpPr>
          <p:spPr>
            <a:xfrm>
              <a:off x="2835144" y="1070044"/>
              <a:ext cx="19034" cy="26609"/>
            </a:xfrm>
            <a:prstGeom prst="rect">
              <a:avLst/>
            </a:prstGeom>
            <a:solidFill>
              <a:srgbClr val="C4D2DF"/>
            </a:solidFill>
            <a:ln>
              <a:noFill/>
            </a:ln>
          </p:spPr>
        </p:sp>
        <p:sp>
          <p:nvSpPr>
            <p:cNvPr id="11026" name="Heatmap cell r40 c157"/>
            <p:cNvSpPr/>
            <p:nvPr/>
          </p:nvSpPr>
          <p:spPr>
            <a:xfrm>
              <a:off x="2854082" y="1070044"/>
              <a:ext cx="17140" cy="26609"/>
            </a:xfrm>
            <a:prstGeom prst="rect">
              <a:avLst/>
            </a:prstGeom>
            <a:solidFill>
              <a:srgbClr val="FBF5F5"/>
            </a:solidFill>
            <a:ln>
              <a:noFill/>
            </a:ln>
          </p:spPr>
        </p:sp>
        <p:sp>
          <p:nvSpPr>
            <p:cNvPr id="11027" name="Heatmap cell r40 c158"/>
            <p:cNvSpPr/>
            <p:nvPr/>
          </p:nvSpPr>
          <p:spPr>
            <a:xfrm>
              <a:off x="2871127" y="1070044"/>
              <a:ext cx="19034" cy="26609"/>
            </a:xfrm>
            <a:prstGeom prst="rect">
              <a:avLst/>
            </a:prstGeom>
            <a:solidFill>
              <a:srgbClr val="EDADB4"/>
            </a:solidFill>
            <a:ln>
              <a:noFill/>
            </a:ln>
          </p:spPr>
        </p:sp>
        <p:sp>
          <p:nvSpPr>
            <p:cNvPr id="11028" name="Heatmap cell r40 c159"/>
            <p:cNvSpPr/>
            <p:nvPr/>
          </p:nvSpPr>
          <p:spPr>
            <a:xfrm>
              <a:off x="2890066" y="1070044"/>
              <a:ext cx="17140" cy="26609"/>
            </a:xfrm>
            <a:prstGeom prst="rect">
              <a:avLst/>
            </a:prstGeom>
            <a:solidFill>
              <a:srgbClr val="EDADB4"/>
            </a:solidFill>
            <a:ln>
              <a:noFill/>
            </a:ln>
          </p:spPr>
        </p:sp>
        <p:sp>
          <p:nvSpPr>
            <p:cNvPr id="11029" name="Heatmap cell r40 c160"/>
            <p:cNvSpPr/>
            <p:nvPr/>
          </p:nvSpPr>
          <p:spPr>
            <a:xfrm>
              <a:off x="2907111" y="1070044"/>
              <a:ext cx="19034" cy="26609"/>
            </a:xfrm>
            <a:prstGeom prst="rect">
              <a:avLst/>
            </a:prstGeom>
            <a:solidFill>
              <a:srgbClr val="C9D6E2"/>
            </a:solidFill>
            <a:ln>
              <a:noFill/>
            </a:ln>
          </p:spPr>
        </p:sp>
        <p:sp>
          <p:nvSpPr>
            <p:cNvPr id="11030" name="Heatmap cell r40 c161"/>
            <p:cNvSpPr/>
            <p:nvPr/>
          </p:nvSpPr>
          <p:spPr>
            <a:xfrm>
              <a:off x="2926050" y="1070044"/>
              <a:ext cx="17140" cy="26609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11031" name="Heatmap cell r40 c162"/>
            <p:cNvSpPr/>
            <p:nvPr/>
          </p:nvSpPr>
          <p:spPr>
            <a:xfrm>
              <a:off x="2943095" y="1070044"/>
              <a:ext cx="19034" cy="26609"/>
            </a:xfrm>
            <a:prstGeom prst="rect">
              <a:avLst/>
            </a:prstGeom>
            <a:solidFill>
              <a:srgbClr val="FDF9FA"/>
            </a:solidFill>
            <a:ln>
              <a:noFill/>
            </a:ln>
          </p:spPr>
        </p:sp>
        <p:sp>
          <p:nvSpPr>
            <p:cNvPr id="11032" name="Heatmap cell r40 c163"/>
            <p:cNvSpPr/>
            <p:nvPr/>
          </p:nvSpPr>
          <p:spPr>
            <a:xfrm>
              <a:off x="2962034" y="1070044"/>
              <a:ext cx="17140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11033" name="Heatmap cell r40 c164"/>
            <p:cNvSpPr/>
            <p:nvPr/>
          </p:nvSpPr>
          <p:spPr>
            <a:xfrm>
              <a:off x="2979079" y="1070044"/>
              <a:ext cx="19034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11034" name="Heatmap cell r40 c165"/>
            <p:cNvSpPr/>
            <p:nvPr/>
          </p:nvSpPr>
          <p:spPr>
            <a:xfrm>
              <a:off x="2998018" y="1070044"/>
              <a:ext cx="17140" cy="26609"/>
            </a:xfrm>
            <a:prstGeom prst="rect">
              <a:avLst/>
            </a:prstGeom>
            <a:solidFill>
              <a:srgbClr val="F9E7E8"/>
            </a:solidFill>
            <a:ln>
              <a:noFill/>
            </a:ln>
          </p:spPr>
        </p:sp>
        <p:sp>
          <p:nvSpPr>
            <p:cNvPr id="11035" name="Heatmap cell r40 c166"/>
            <p:cNvSpPr/>
            <p:nvPr/>
          </p:nvSpPr>
          <p:spPr>
            <a:xfrm>
              <a:off x="3015062" y="1070044"/>
              <a:ext cx="19034" cy="26609"/>
            </a:xfrm>
            <a:prstGeom prst="rect">
              <a:avLst/>
            </a:prstGeom>
            <a:solidFill>
              <a:srgbClr val="FCF7F7"/>
            </a:solidFill>
            <a:ln>
              <a:noFill/>
            </a:ln>
          </p:spPr>
        </p:sp>
        <p:sp>
          <p:nvSpPr>
            <p:cNvPr id="11036" name="Heatmap cell r40 c167"/>
            <p:cNvSpPr/>
            <p:nvPr/>
          </p:nvSpPr>
          <p:spPr>
            <a:xfrm>
              <a:off x="3034001" y="1070044"/>
              <a:ext cx="17140" cy="26609"/>
            </a:xfrm>
            <a:prstGeom prst="rect">
              <a:avLst/>
            </a:prstGeom>
            <a:solidFill>
              <a:srgbClr val="F9E7E8"/>
            </a:solidFill>
            <a:ln>
              <a:noFill/>
            </a:ln>
          </p:spPr>
        </p:sp>
        <p:sp>
          <p:nvSpPr>
            <p:cNvPr id="11037" name="Heatmap cell r40 c168"/>
            <p:cNvSpPr/>
            <p:nvPr/>
          </p:nvSpPr>
          <p:spPr>
            <a:xfrm>
              <a:off x="3051046" y="1070044"/>
              <a:ext cx="19034" cy="26609"/>
            </a:xfrm>
            <a:prstGeom prst="rect">
              <a:avLst/>
            </a:prstGeom>
            <a:solidFill>
              <a:srgbClr val="E2EAEF"/>
            </a:solidFill>
            <a:ln>
              <a:noFill/>
            </a:ln>
          </p:spPr>
        </p:sp>
        <p:sp>
          <p:nvSpPr>
            <p:cNvPr id="11038" name="Heatmap cell r40 c169"/>
            <p:cNvSpPr/>
            <p:nvPr/>
          </p:nvSpPr>
          <p:spPr>
            <a:xfrm>
              <a:off x="3069985" y="1070044"/>
              <a:ext cx="19034" cy="26609"/>
            </a:xfrm>
            <a:prstGeom prst="rect">
              <a:avLst/>
            </a:prstGeom>
            <a:solidFill>
              <a:srgbClr val="F9E7E8"/>
            </a:solidFill>
            <a:ln>
              <a:noFill/>
            </a:ln>
          </p:spPr>
        </p:sp>
        <p:sp>
          <p:nvSpPr>
            <p:cNvPr id="11039" name="Heatmap cell r40 c170"/>
            <p:cNvSpPr/>
            <p:nvPr/>
          </p:nvSpPr>
          <p:spPr>
            <a:xfrm>
              <a:off x="3088924" y="1070044"/>
              <a:ext cx="17140" cy="26609"/>
            </a:xfrm>
            <a:prstGeom prst="rect">
              <a:avLst/>
            </a:prstGeom>
            <a:solidFill>
              <a:srgbClr val="FCF8F9"/>
            </a:solidFill>
            <a:ln>
              <a:noFill/>
            </a:ln>
          </p:spPr>
        </p:sp>
        <p:sp>
          <p:nvSpPr>
            <p:cNvPr id="11040" name="Heatmap cell r40 c171"/>
            <p:cNvSpPr/>
            <p:nvPr/>
          </p:nvSpPr>
          <p:spPr>
            <a:xfrm>
              <a:off x="3105969" y="1070044"/>
              <a:ext cx="19034" cy="26609"/>
            </a:xfrm>
            <a:prstGeom prst="rect">
              <a:avLst/>
            </a:prstGeom>
            <a:solidFill>
              <a:srgbClr val="F8E9EA"/>
            </a:solidFill>
            <a:ln>
              <a:noFill/>
            </a:ln>
          </p:spPr>
        </p:sp>
        <p:sp>
          <p:nvSpPr>
            <p:cNvPr id="11041" name="Heatmap cell r40 c172"/>
            <p:cNvSpPr/>
            <p:nvPr/>
          </p:nvSpPr>
          <p:spPr>
            <a:xfrm>
              <a:off x="3124908" y="1070044"/>
              <a:ext cx="17140" cy="26609"/>
            </a:xfrm>
            <a:prstGeom prst="rect">
              <a:avLst/>
            </a:prstGeom>
            <a:solidFill>
              <a:srgbClr val="EFB9BE"/>
            </a:solidFill>
            <a:ln>
              <a:noFill/>
            </a:ln>
          </p:spPr>
        </p:sp>
        <p:sp>
          <p:nvSpPr>
            <p:cNvPr id="11042" name="Heatmap cell r40 c173"/>
            <p:cNvSpPr/>
            <p:nvPr/>
          </p:nvSpPr>
          <p:spPr>
            <a:xfrm>
              <a:off x="3141953" y="1070044"/>
              <a:ext cx="19034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11043" name="Heatmap cell r40 c174"/>
            <p:cNvSpPr/>
            <p:nvPr/>
          </p:nvSpPr>
          <p:spPr>
            <a:xfrm>
              <a:off x="3160892" y="1070044"/>
              <a:ext cx="17140" cy="26609"/>
            </a:xfrm>
            <a:prstGeom prst="rect">
              <a:avLst/>
            </a:prstGeom>
            <a:solidFill>
              <a:srgbClr val="5E85AB"/>
            </a:solidFill>
            <a:ln>
              <a:noFill/>
            </a:ln>
          </p:spPr>
        </p:sp>
        <p:sp>
          <p:nvSpPr>
            <p:cNvPr id="11044" name="Heatmap cell r40 c175"/>
            <p:cNvSpPr/>
            <p:nvPr/>
          </p:nvSpPr>
          <p:spPr>
            <a:xfrm>
              <a:off x="3177936" y="1070044"/>
              <a:ext cx="19034" cy="26609"/>
            </a:xfrm>
            <a:prstGeom prst="rect">
              <a:avLst/>
            </a:prstGeom>
            <a:solidFill>
              <a:srgbClr val="FCF7F7"/>
            </a:solidFill>
            <a:ln>
              <a:noFill/>
            </a:ln>
          </p:spPr>
        </p:sp>
        <p:sp>
          <p:nvSpPr>
            <p:cNvPr id="11045" name="Heatmap cell r40 c176"/>
            <p:cNvSpPr/>
            <p:nvPr/>
          </p:nvSpPr>
          <p:spPr>
            <a:xfrm>
              <a:off x="3196875" y="1070044"/>
              <a:ext cx="17140" cy="26609"/>
            </a:xfrm>
            <a:prstGeom prst="rect">
              <a:avLst/>
            </a:prstGeom>
            <a:solidFill>
              <a:srgbClr val="436F9C"/>
            </a:solidFill>
            <a:ln>
              <a:noFill/>
            </a:ln>
          </p:spPr>
        </p:sp>
        <p:sp>
          <p:nvSpPr>
            <p:cNvPr id="11046" name="Heatmap cell r40 c177"/>
            <p:cNvSpPr/>
            <p:nvPr/>
          </p:nvSpPr>
          <p:spPr>
            <a:xfrm>
              <a:off x="3213920" y="1070044"/>
              <a:ext cx="19034" cy="26609"/>
            </a:xfrm>
            <a:prstGeom prst="rect">
              <a:avLst/>
            </a:prstGeom>
            <a:solidFill>
              <a:srgbClr val="B1C4D5"/>
            </a:solidFill>
            <a:ln>
              <a:noFill/>
            </a:ln>
          </p:spPr>
        </p:sp>
        <p:sp>
          <p:nvSpPr>
            <p:cNvPr id="11047" name="Heatmap cell r40 c178"/>
            <p:cNvSpPr/>
            <p:nvPr/>
          </p:nvSpPr>
          <p:spPr>
            <a:xfrm>
              <a:off x="3232859" y="1070044"/>
              <a:ext cx="17140" cy="26609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11048" name="Heatmap cell r40 c179"/>
            <p:cNvSpPr/>
            <p:nvPr/>
          </p:nvSpPr>
          <p:spPr>
            <a:xfrm>
              <a:off x="3249904" y="1070044"/>
              <a:ext cx="19034" cy="26609"/>
            </a:xfrm>
            <a:prstGeom prst="rect">
              <a:avLst/>
            </a:prstGeom>
            <a:solidFill>
              <a:srgbClr val="FBF3F4"/>
            </a:solidFill>
            <a:ln>
              <a:noFill/>
            </a:ln>
          </p:spPr>
        </p:sp>
        <p:sp>
          <p:nvSpPr>
            <p:cNvPr id="11049" name="Heatmap cell r40 c180"/>
            <p:cNvSpPr/>
            <p:nvPr/>
          </p:nvSpPr>
          <p:spPr>
            <a:xfrm>
              <a:off x="3268843" y="1070044"/>
              <a:ext cx="17140" cy="26609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</p:sp>
        <p:sp>
          <p:nvSpPr>
            <p:cNvPr id="11050" name="Heatmap cell r40 c181"/>
            <p:cNvSpPr/>
            <p:nvPr/>
          </p:nvSpPr>
          <p:spPr>
            <a:xfrm>
              <a:off x="3285888" y="1070044"/>
              <a:ext cx="19034" cy="26609"/>
            </a:xfrm>
            <a:prstGeom prst="rect">
              <a:avLst/>
            </a:prstGeom>
            <a:solidFill>
              <a:srgbClr val="7B9BB9"/>
            </a:solidFill>
            <a:ln>
              <a:noFill/>
            </a:ln>
          </p:spPr>
        </p:sp>
        <p:sp>
          <p:nvSpPr>
            <p:cNvPr id="11051" name="Heatmap cell r40 c182"/>
            <p:cNvSpPr/>
            <p:nvPr/>
          </p:nvSpPr>
          <p:spPr>
            <a:xfrm>
              <a:off x="3304827" y="1070044"/>
              <a:ext cx="19034" cy="26609"/>
            </a:xfrm>
            <a:prstGeom prst="rect">
              <a:avLst/>
            </a:prstGeom>
            <a:solidFill>
              <a:srgbClr val="D4DFE9"/>
            </a:solidFill>
            <a:ln>
              <a:noFill/>
            </a:ln>
          </p:spPr>
        </p:sp>
        <p:sp>
          <p:nvSpPr>
            <p:cNvPr id="11052" name="Heatmap cell r40 c184"/>
            <p:cNvSpPr/>
            <p:nvPr/>
          </p:nvSpPr>
          <p:spPr>
            <a:xfrm>
              <a:off x="3340810" y="1070044"/>
              <a:ext cx="19034" cy="26609"/>
            </a:xfrm>
            <a:prstGeom prst="rect">
              <a:avLst/>
            </a:prstGeom>
            <a:solidFill>
              <a:srgbClr val="FBF0F1"/>
            </a:solidFill>
            <a:ln>
              <a:noFill/>
            </a:ln>
          </p:spPr>
        </p:sp>
        <p:sp>
          <p:nvSpPr>
            <p:cNvPr id="11053" name="Heatmap cell r40 c185"/>
            <p:cNvSpPr/>
            <p:nvPr/>
          </p:nvSpPr>
          <p:spPr>
            <a:xfrm>
              <a:off x="3359749" y="1070044"/>
              <a:ext cx="17140" cy="26609"/>
            </a:xfrm>
            <a:prstGeom prst="rect">
              <a:avLst/>
            </a:prstGeom>
            <a:solidFill>
              <a:srgbClr val="E9969F"/>
            </a:solidFill>
            <a:ln>
              <a:noFill/>
            </a:ln>
          </p:spPr>
        </p:sp>
        <p:sp>
          <p:nvSpPr>
            <p:cNvPr id="11054" name="Heatmap cell r40 c186"/>
            <p:cNvSpPr/>
            <p:nvPr/>
          </p:nvSpPr>
          <p:spPr>
            <a:xfrm>
              <a:off x="3376794" y="1070044"/>
              <a:ext cx="19034" cy="26609"/>
            </a:xfrm>
            <a:prstGeom prst="rect">
              <a:avLst/>
            </a:prstGeom>
            <a:solidFill>
              <a:srgbClr val="D5DFEA"/>
            </a:solidFill>
            <a:ln>
              <a:noFill/>
            </a:ln>
          </p:spPr>
        </p:sp>
        <p:sp>
          <p:nvSpPr>
            <p:cNvPr id="11055" name="Heatmap cell r40 c187"/>
            <p:cNvSpPr/>
            <p:nvPr/>
          </p:nvSpPr>
          <p:spPr>
            <a:xfrm>
              <a:off x="3395733" y="1070044"/>
              <a:ext cx="17140" cy="26609"/>
            </a:xfrm>
            <a:prstGeom prst="rect">
              <a:avLst/>
            </a:prstGeom>
            <a:solidFill>
              <a:srgbClr val="F9E7E8"/>
            </a:solidFill>
            <a:ln>
              <a:noFill/>
            </a:ln>
          </p:spPr>
        </p:sp>
        <p:sp>
          <p:nvSpPr>
            <p:cNvPr id="11056" name="Heatmap cell r40 c188"/>
            <p:cNvSpPr/>
            <p:nvPr/>
          </p:nvSpPr>
          <p:spPr>
            <a:xfrm>
              <a:off x="3412778" y="1070044"/>
              <a:ext cx="19034" cy="26609"/>
            </a:xfrm>
            <a:prstGeom prst="rect">
              <a:avLst/>
            </a:prstGeom>
            <a:solidFill>
              <a:srgbClr val="D1DCE7"/>
            </a:solidFill>
            <a:ln>
              <a:noFill/>
            </a:ln>
          </p:spPr>
        </p:sp>
        <p:sp>
          <p:nvSpPr>
            <p:cNvPr id="11057" name="Heatmap cell r40 c190"/>
            <p:cNvSpPr/>
            <p:nvPr/>
          </p:nvSpPr>
          <p:spPr>
            <a:xfrm>
              <a:off x="3448762" y="1070044"/>
              <a:ext cx="19034" cy="26609"/>
            </a:xfrm>
            <a:prstGeom prst="rect">
              <a:avLst/>
            </a:prstGeom>
            <a:solidFill>
              <a:srgbClr val="F3C6CB"/>
            </a:solidFill>
            <a:ln>
              <a:noFill/>
            </a:ln>
          </p:spPr>
        </p:sp>
        <p:sp>
          <p:nvSpPr>
            <p:cNvPr id="11058" name="Heatmap cell r40 c191"/>
            <p:cNvSpPr/>
            <p:nvPr/>
          </p:nvSpPr>
          <p:spPr>
            <a:xfrm>
              <a:off x="3467701" y="1070044"/>
              <a:ext cx="17140" cy="26609"/>
            </a:xfrm>
            <a:prstGeom prst="rect">
              <a:avLst/>
            </a:prstGeom>
            <a:solidFill>
              <a:srgbClr val="D0DBE6"/>
            </a:solidFill>
            <a:ln>
              <a:noFill/>
            </a:ln>
          </p:spPr>
        </p:sp>
        <p:sp>
          <p:nvSpPr>
            <p:cNvPr id="11059" name="Heatmap cell r40 c192"/>
            <p:cNvSpPr/>
            <p:nvPr/>
          </p:nvSpPr>
          <p:spPr>
            <a:xfrm>
              <a:off x="3484746" y="1070044"/>
              <a:ext cx="19034" cy="26609"/>
            </a:xfrm>
            <a:prstGeom prst="rect">
              <a:avLst/>
            </a:prstGeom>
            <a:solidFill>
              <a:srgbClr val="F1C0C4"/>
            </a:solidFill>
            <a:ln>
              <a:noFill/>
            </a:ln>
          </p:spPr>
        </p:sp>
        <p:sp>
          <p:nvSpPr>
            <p:cNvPr id="11060" name="Heatmap cell r40 c194"/>
            <p:cNvSpPr/>
            <p:nvPr/>
          </p:nvSpPr>
          <p:spPr>
            <a:xfrm>
              <a:off x="3520729" y="1070044"/>
              <a:ext cx="19034" cy="26609"/>
            </a:xfrm>
            <a:prstGeom prst="rect">
              <a:avLst/>
            </a:prstGeom>
            <a:solidFill>
              <a:srgbClr val="D6E0EA"/>
            </a:solidFill>
            <a:ln>
              <a:noFill/>
            </a:ln>
          </p:spPr>
        </p:sp>
        <p:sp>
          <p:nvSpPr>
            <p:cNvPr id="11061" name="Heatmap cell r40 c195"/>
            <p:cNvSpPr/>
            <p:nvPr/>
          </p:nvSpPr>
          <p:spPr>
            <a:xfrm>
              <a:off x="3539668" y="1070044"/>
              <a:ext cx="19034" cy="26609"/>
            </a:xfrm>
            <a:prstGeom prst="rect">
              <a:avLst/>
            </a:prstGeom>
            <a:solidFill>
              <a:srgbClr val="BDCEDD"/>
            </a:solidFill>
            <a:ln>
              <a:noFill/>
            </a:ln>
          </p:spPr>
        </p:sp>
        <p:sp>
          <p:nvSpPr>
            <p:cNvPr id="11062" name="Heatmap cell r40 c196"/>
            <p:cNvSpPr/>
            <p:nvPr/>
          </p:nvSpPr>
          <p:spPr>
            <a:xfrm>
              <a:off x="3558607" y="1070044"/>
              <a:ext cx="17140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11063" name="Heatmap cell r40 c197"/>
            <p:cNvSpPr/>
            <p:nvPr/>
          </p:nvSpPr>
          <p:spPr>
            <a:xfrm>
              <a:off x="3575652" y="1070044"/>
              <a:ext cx="19034" cy="26609"/>
            </a:xfrm>
            <a:prstGeom prst="rect">
              <a:avLst/>
            </a:prstGeom>
            <a:solidFill>
              <a:srgbClr val="B8C8DA"/>
            </a:solidFill>
            <a:ln>
              <a:noFill/>
            </a:ln>
          </p:spPr>
        </p:sp>
        <p:sp>
          <p:nvSpPr>
            <p:cNvPr id="11064" name="Heatmap cell r40 c198"/>
            <p:cNvSpPr/>
            <p:nvPr/>
          </p:nvSpPr>
          <p:spPr>
            <a:xfrm>
              <a:off x="3594591" y="1070044"/>
              <a:ext cx="17140" cy="26609"/>
            </a:xfrm>
            <a:prstGeom prst="rect">
              <a:avLst/>
            </a:prstGeom>
            <a:solidFill>
              <a:srgbClr val="95AEC6"/>
            </a:solidFill>
            <a:ln>
              <a:noFill/>
            </a:ln>
          </p:spPr>
        </p:sp>
        <p:sp>
          <p:nvSpPr>
            <p:cNvPr id="11065" name="Heatmap cell r40 c199"/>
            <p:cNvSpPr/>
            <p:nvPr/>
          </p:nvSpPr>
          <p:spPr>
            <a:xfrm>
              <a:off x="3611636" y="1070044"/>
              <a:ext cx="19034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11066" name="Heatmap cell r40 c200"/>
            <p:cNvSpPr/>
            <p:nvPr/>
          </p:nvSpPr>
          <p:spPr>
            <a:xfrm>
              <a:off x="3630575" y="1070044"/>
              <a:ext cx="17140" cy="26609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</p:sp>
        <p:sp>
          <p:nvSpPr>
            <p:cNvPr id="11067" name="Heatmap cell r40 c201"/>
            <p:cNvSpPr/>
            <p:nvPr/>
          </p:nvSpPr>
          <p:spPr>
            <a:xfrm>
              <a:off x="3647620" y="1070044"/>
              <a:ext cx="19034" cy="26609"/>
            </a:xfrm>
            <a:prstGeom prst="rect">
              <a:avLst/>
            </a:prstGeom>
            <a:solidFill>
              <a:srgbClr val="F7D9DB"/>
            </a:solidFill>
            <a:ln>
              <a:noFill/>
            </a:ln>
          </p:spPr>
        </p:sp>
        <p:sp>
          <p:nvSpPr>
            <p:cNvPr id="11068" name="Heatmap cell r40 c202"/>
            <p:cNvSpPr/>
            <p:nvPr/>
          </p:nvSpPr>
          <p:spPr>
            <a:xfrm>
              <a:off x="3666558" y="1070044"/>
              <a:ext cx="17140" cy="26609"/>
            </a:xfrm>
            <a:prstGeom prst="rect">
              <a:avLst/>
            </a:prstGeom>
            <a:solidFill>
              <a:srgbClr val="F4CCD1"/>
            </a:solidFill>
            <a:ln>
              <a:noFill/>
            </a:ln>
          </p:spPr>
        </p:sp>
        <p:sp>
          <p:nvSpPr>
            <p:cNvPr id="11069" name="Heatmap cell r40 c203"/>
            <p:cNvSpPr/>
            <p:nvPr/>
          </p:nvSpPr>
          <p:spPr>
            <a:xfrm>
              <a:off x="3683603" y="1070044"/>
              <a:ext cx="19034" cy="26609"/>
            </a:xfrm>
            <a:prstGeom prst="rect">
              <a:avLst/>
            </a:prstGeom>
            <a:solidFill>
              <a:srgbClr val="9BB3CA"/>
            </a:solidFill>
            <a:ln>
              <a:noFill/>
            </a:ln>
          </p:spPr>
        </p:sp>
        <p:sp>
          <p:nvSpPr>
            <p:cNvPr id="11070" name="Heatmap cell r40 c204"/>
            <p:cNvSpPr/>
            <p:nvPr/>
          </p:nvSpPr>
          <p:spPr>
            <a:xfrm>
              <a:off x="3702542" y="1070044"/>
              <a:ext cx="17140" cy="26609"/>
            </a:xfrm>
            <a:prstGeom prst="rect">
              <a:avLst/>
            </a:prstGeom>
            <a:solidFill>
              <a:srgbClr val="DBE3EB"/>
            </a:solidFill>
            <a:ln>
              <a:noFill/>
            </a:ln>
          </p:spPr>
        </p:sp>
        <p:sp>
          <p:nvSpPr>
            <p:cNvPr id="11071" name="Heatmap cell r40 c205"/>
            <p:cNvSpPr/>
            <p:nvPr/>
          </p:nvSpPr>
          <p:spPr>
            <a:xfrm>
              <a:off x="3719587" y="1070044"/>
              <a:ext cx="19034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11072" name="Heatmap cell r40 c206"/>
            <p:cNvSpPr/>
            <p:nvPr/>
          </p:nvSpPr>
          <p:spPr>
            <a:xfrm>
              <a:off x="3738526" y="1070044"/>
              <a:ext cx="17140" cy="26609"/>
            </a:xfrm>
            <a:prstGeom prst="rect">
              <a:avLst/>
            </a:prstGeom>
            <a:solidFill>
              <a:srgbClr val="ECF0F6"/>
            </a:solidFill>
            <a:ln>
              <a:noFill/>
            </a:ln>
          </p:spPr>
        </p:sp>
        <p:sp>
          <p:nvSpPr>
            <p:cNvPr id="11073" name="Heatmap cell r40 c207"/>
            <p:cNvSpPr/>
            <p:nvPr/>
          </p:nvSpPr>
          <p:spPr>
            <a:xfrm>
              <a:off x="3755571" y="1070044"/>
              <a:ext cx="19034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11074" name="Heatmap cell r40 c208"/>
            <p:cNvSpPr/>
            <p:nvPr/>
          </p:nvSpPr>
          <p:spPr>
            <a:xfrm>
              <a:off x="3774510" y="1070044"/>
              <a:ext cx="19034" cy="26609"/>
            </a:xfrm>
            <a:prstGeom prst="rect">
              <a:avLst/>
            </a:prstGeom>
            <a:solidFill>
              <a:srgbClr val="F8DEE0"/>
            </a:solidFill>
            <a:ln>
              <a:noFill/>
            </a:ln>
          </p:spPr>
        </p:sp>
        <p:sp>
          <p:nvSpPr>
            <p:cNvPr id="11075" name="Heatmap cell r40 c210"/>
            <p:cNvSpPr/>
            <p:nvPr/>
          </p:nvSpPr>
          <p:spPr>
            <a:xfrm>
              <a:off x="3810494" y="1070044"/>
              <a:ext cx="19034" cy="26609"/>
            </a:xfrm>
            <a:prstGeom prst="rect">
              <a:avLst/>
            </a:prstGeom>
            <a:solidFill>
              <a:srgbClr val="F8DBDD"/>
            </a:solidFill>
            <a:ln>
              <a:noFill/>
            </a:ln>
          </p:spPr>
        </p:sp>
        <p:sp>
          <p:nvSpPr>
            <p:cNvPr id="11076" name="Heatmap cell r40 c211"/>
            <p:cNvSpPr/>
            <p:nvPr/>
          </p:nvSpPr>
          <p:spPr>
            <a:xfrm>
              <a:off x="3829432" y="1070044"/>
              <a:ext cx="17140" cy="26609"/>
            </a:xfrm>
            <a:prstGeom prst="rect">
              <a:avLst/>
            </a:prstGeom>
            <a:solidFill>
              <a:srgbClr val="D5DFE9"/>
            </a:solidFill>
            <a:ln>
              <a:noFill/>
            </a:ln>
          </p:spPr>
        </p:sp>
        <p:sp>
          <p:nvSpPr>
            <p:cNvPr id="11077" name="Heatmap cell r40 c212"/>
            <p:cNvSpPr/>
            <p:nvPr/>
          </p:nvSpPr>
          <p:spPr>
            <a:xfrm>
              <a:off x="3846477" y="1070044"/>
              <a:ext cx="19034" cy="26609"/>
            </a:xfrm>
            <a:prstGeom prst="rect">
              <a:avLst/>
            </a:prstGeom>
            <a:solidFill>
              <a:srgbClr val="EDF1F7"/>
            </a:solidFill>
            <a:ln>
              <a:noFill/>
            </a:ln>
          </p:spPr>
        </p:sp>
        <p:sp>
          <p:nvSpPr>
            <p:cNvPr id="11078" name="Heatmap cell r40 c213"/>
            <p:cNvSpPr/>
            <p:nvPr/>
          </p:nvSpPr>
          <p:spPr>
            <a:xfrm>
              <a:off x="3865416" y="1070044"/>
              <a:ext cx="17140" cy="26609"/>
            </a:xfrm>
            <a:prstGeom prst="rect">
              <a:avLst/>
            </a:prstGeom>
            <a:solidFill>
              <a:srgbClr val="F9E8E9"/>
            </a:solidFill>
            <a:ln>
              <a:noFill/>
            </a:ln>
          </p:spPr>
        </p:sp>
        <p:sp>
          <p:nvSpPr>
            <p:cNvPr id="11079" name="Heatmap cell r40 c214"/>
            <p:cNvSpPr/>
            <p:nvPr/>
          </p:nvSpPr>
          <p:spPr>
            <a:xfrm>
              <a:off x="3882461" y="1070044"/>
              <a:ext cx="19034" cy="26609"/>
            </a:xfrm>
            <a:prstGeom prst="rect">
              <a:avLst/>
            </a:prstGeom>
            <a:solidFill>
              <a:srgbClr val="D0DBE6"/>
            </a:solidFill>
            <a:ln>
              <a:noFill/>
            </a:ln>
          </p:spPr>
        </p:sp>
        <p:sp>
          <p:nvSpPr>
            <p:cNvPr id="11080" name="Heatmap cell r40 c215"/>
            <p:cNvSpPr/>
            <p:nvPr/>
          </p:nvSpPr>
          <p:spPr>
            <a:xfrm>
              <a:off x="3901400" y="1070044"/>
              <a:ext cx="17140" cy="26609"/>
            </a:xfrm>
            <a:prstGeom prst="rect">
              <a:avLst/>
            </a:prstGeom>
            <a:solidFill>
              <a:srgbClr val="F1F5F8"/>
            </a:solidFill>
            <a:ln>
              <a:noFill/>
            </a:ln>
          </p:spPr>
        </p:sp>
        <p:sp>
          <p:nvSpPr>
            <p:cNvPr id="11081" name="Heatmap cell r40 c216"/>
            <p:cNvSpPr/>
            <p:nvPr/>
          </p:nvSpPr>
          <p:spPr>
            <a:xfrm>
              <a:off x="3918445" y="1070044"/>
              <a:ext cx="19034" cy="26609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11082" name="Heatmap cell r40 c217"/>
            <p:cNvSpPr/>
            <p:nvPr/>
          </p:nvSpPr>
          <p:spPr>
            <a:xfrm>
              <a:off x="3937384" y="1070044"/>
              <a:ext cx="17140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11083" name="Heatmap cell r40 c218"/>
            <p:cNvSpPr/>
            <p:nvPr/>
          </p:nvSpPr>
          <p:spPr>
            <a:xfrm>
              <a:off x="3954429" y="1070044"/>
              <a:ext cx="19034" cy="26609"/>
            </a:xfrm>
            <a:prstGeom prst="rect">
              <a:avLst/>
            </a:prstGeom>
            <a:solidFill>
              <a:srgbClr val="F8E1E3"/>
            </a:solidFill>
            <a:ln>
              <a:noFill/>
            </a:ln>
          </p:spPr>
        </p:sp>
        <p:sp>
          <p:nvSpPr>
            <p:cNvPr id="11084" name="Heatmap cell r40 c219"/>
            <p:cNvSpPr/>
            <p:nvPr/>
          </p:nvSpPr>
          <p:spPr>
            <a:xfrm>
              <a:off x="3973368" y="1070044"/>
              <a:ext cx="17140" cy="26609"/>
            </a:xfrm>
            <a:prstGeom prst="rect">
              <a:avLst/>
            </a:prstGeom>
            <a:solidFill>
              <a:srgbClr val="E7EBF1"/>
            </a:solidFill>
            <a:ln>
              <a:noFill/>
            </a:ln>
          </p:spPr>
        </p:sp>
        <p:sp>
          <p:nvSpPr>
            <p:cNvPr id="11085" name="Heatmap cell r40 c220"/>
            <p:cNvSpPr/>
            <p:nvPr/>
          </p:nvSpPr>
          <p:spPr>
            <a:xfrm>
              <a:off x="3990412" y="1070044"/>
              <a:ext cx="19034" cy="26609"/>
            </a:xfrm>
            <a:prstGeom prst="rect">
              <a:avLst/>
            </a:prstGeom>
            <a:solidFill>
              <a:srgbClr val="EFB8BC"/>
            </a:solidFill>
            <a:ln>
              <a:noFill/>
            </a:ln>
          </p:spPr>
        </p:sp>
        <p:sp>
          <p:nvSpPr>
            <p:cNvPr id="11086" name="Heatmap cell r40 c221"/>
            <p:cNvSpPr/>
            <p:nvPr/>
          </p:nvSpPr>
          <p:spPr>
            <a:xfrm>
              <a:off x="4009351" y="1070044"/>
              <a:ext cx="19034" cy="26609"/>
            </a:xfrm>
            <a:prstGeom prst="rect">
              <a:avLst/>
            </a:prstGeom>
            <a:solidFill>
              <a:srgbClr val="F9E8E9"/>
            </a:solidFill>
            <a:ln>
              <a:noFill/>
            </a:ln>
          </p:spPr>
        </p:sp>
        <p:sp>
          <p:nvSpPr>
            <p:cNvPr id="11087" name="Heatmap cell r40 c222"/>
            <p:cNvSpPr/>
            <p:nvPr/>
          </p:nvSpPr>
          <p:spPr>
            <a:xfrm>
              <a:off x="4028290" y="1070044"/>
              <a:ext cx="17140" cy="26609"/>
            </a:xfrm>
            <a:prstGeom prst="rect">
              <a:avLst/>
            </a:prstGeom>
            <a:solidFill>
              <a:srgbClr val="E9EEF4"/>
            </a:solidFill>
            <a:ln>
              <a:noFill/>
            </a:ln>
          </p:spPr>
        </p:sp>
        <p:sp>
          <p:nvSpPr>
            <p:cNvPr id="11088" name="Heatmap cell r40 c223"/>
            <p:cNvSpPr/>
            <p:nvPr/>
          </p:nvSpPr>
          <p:spPr>
            <a:xfrm>
              <a:off x="4045335" y="1070044"/>
              <a:ext cx="19034" cy="26609"/>
            </a:xfrm>
            <a:prstGeom prst="rect">
              <a:avLst/>
            </a:prstGeom>
            <a:solidFill>
              <a:srgbClr val="F8DDDF"/>
            </a:solidFill>
            <a:ln>
              <a:noFill/>
            </a:ln>
          </p:spPr>
        </p:sp>
        <p:sp>
          <p:nvSpPr>
            <p:cNvPr id="11089" name="Heatmap cell r41 c1"/>
            <p:cNvSpPr/>
            <p:nvPr/>
          </p:nvSpPr>
          <p:spPr>
            <a:xfrm>
              <a:off x="13257" y="1096559"/>
              <a:ext cx="45548" cy="26609"/>
            </a:xfrm>
            <a:prstGeom prst="rect">
              <a:avLst/>
            </a:prstGeom>
            <a:solidFill>
              <a:srgbClr val="F76666"/>
            </a:solidFill>
            <a:ln>
              <a:noFill/>
            </a:ln>
          </p:spPr>
        </p:sp>
        <p:sp>
          <p:nvSpPr>
            <p:cNvPr id="11090" name="Heatmap cell r41 c3"/>
            <p:cNvSpPr/>
            <p:nvPr/>
          </p:nvSpPr>
          <p:spPr>
            <a:xfrm>
              <a:off x="71968" y="1096559"/>
              <a:ext cx="17140" cy="26609"/>
            </a:xfrm>
            <a:prstGeom prst="rect">
              <a:avLst/>
            </a:prstGeom>
            <a:solidFill>
              <a:srgbClr val="DFE6ED"/>
            </a:solidFill>
            <a:ln>
              <a:noFill/>
            </a:ln>
          </p:spPr>
        </p:sp>
        <p:sp>
          <p:nvSpPr>
            <p:cNvPr id="11091" name="Heatmap cell r41 c4"/>
            <p:cNvSpPr/>
            <p:nvPr/>
          </p:nvSpPr>
          <p:spPr>
            <a:xfrm>
              <a:off x="89013" y="1096559"/>
              <a:ext cx="19034" cy="26609"/>
            </a:xfrm>
            <a:prstGeom prst="rect">
              <a:avLst/>
            </a:prstGeom>
            <a:solidFill>
              <a:srgbClr val="F0F4F7"/>
            </a:solidFill>
            <a:ln>
              <a:noFill/>
            </a:ln>
          </p:spPr>
        </p:sp>
        <p:sp>
          <p:nvSpPr>
            <p:cNvPr id="11092" name="Heatmap cell r41 c5"/>
            <p:cNvSpPr/>
            <p:nvPr/>
          </p:nvSpPr>
          <p:spPr>
            <a:xfrm>
              <a:off x="107951" y="1096559"/>
              <a:ext cx="17140" cy="26609"/>
            </a:xfrm>
            <a:prstGeom prst="rect">
              <a:avLst/>
            </a:prstGeom>
            <a:solidFill>
              <a:srgbClr val="F1C0C4"/>
            </a:solidFill>
            <a:ln>
              <a:noFill/>
            </a:ln>
          </p:spPr>
        </p:sp>
        <p:sp>
          <p:nvSpPr>
            <p:cNvPr id="11093" name="Heatmap cell r41 c6"/>
            <p:cNvSpPr/>
            <p:nvPr/>
          </p:nvSpPr>
          <p:spPr>
            <a:xfrm>
              <a:off x="124996" y="1096559"/>
              <a:ext cx="19034" cy="26609"/>
            </a:xfrm>
            <a:prstGeom prst="rect">
              <a:avLst/>
            </a:prstGeom>
            <a:solidFill>
              <a:srgbClr val="D7E1EB"/>
            </a:solidFill>
            <a:ln>
              <a:noFill/>
            </a:ln>
          </p:spPr>
        </p:sp>
        <p:sp>
          <p:nvSpPr>
            <p:cNvPr id="11094" name="Heatmap cell r41 c7"/>
            <p:cNvSpPr/>
            <p:nvPr/>
          </p:nvSpPr>
          <p:spPr>
            <a:xfrm>
              <a:off x="143935" y="1096559"/>
              <a:ext cx="17140" cy="26609"/>
            </a:xfrm>
            <a:prstGeom prst="rect">
              <a:avLst/>
            </a:prstGeom>
            <a:solidFill>
              <a:srgbClr val="E7929A"/>
            </a:solidFill>
            <a:ln>
              <a:noFill/>
            </a:ln>
          </p:spPr>
        </p:sp>
        <p:sp>
          <p:nvSpPr>
            <p:cNvPr id="11095" name="Heatmap cell r41 c8"/>
            <p:cNvSpPr/>
            <p:nvPr/>
          </p:nvSpPr>
          <p:spPr>
            <a:xfrm>
              <a:off x="160980" y="1096559"/>
              <a:ext cx="19034" cy="26609"/>
            </a:xfrm>
            <a:prstGeom prst="rect">
              <a:avLst/>
            </a:prstGeom>
            <a:solidFill>
              <a:srgbClr val="DCE3EB"/>
            </a:solidFill>
            <a:ln>
              <a:noFill/>
            </a:ln>
          </p:spPr>
        </p:sp>
        <p:sp>
          <p:nvSpPr>
            <p:cNvPr id="11096" name="Heatmap cell r41 c10"/>
            <p:cNvSpPr/>
            <p:nvPr/>
          </p:nvSpPr>
          <p:spPr>
            <a:xfrm>
              <a:off x="198858" y="1096559"/>
              <a:ext cx="17140" cy="26609"/>
            </a:xfrm>
            <a:prstGeom prst="rect">
              <a:avLst/>
            </a:prstGeom>
            <a:solidFill>
              <a:srgbClr val="D6E0EA"/>
            </a:solidFill>
            <a:ln>
              <a:noFill/>
            </a:ln>
          </p:spPr>
        </p:sp>
        <p:sp>
          <p:nvSpPr>
            <p:cNvPr id="11097" name="Heatmap cell r41 c11"/>
            <p:cNvSpPr/>
            <p:nvPr/>
          </p:nvSpPr>
          <p:spPr>
            <a:xfrm>
              <a:off x="215903" y="1096559"/>
              <a:ext cx="19034" cy="26609"/>
            </a:xfrm>
            <a:prstGeom prst="rect">
              <a:avLst/>
            </a:prstGeom>
            <a:solidFill>
              <a:srgbClr val="F0F5F8"/>
            </a:solidFill>
            <a:ln>
              <a:noFill/>
            </a:ln>
          </p:spPr>
        </p:sp>
        <p:sp>
          <p:nvSpPr>
            <p:cNvPr id="11098" name="Heatmap cell r41 c12"/>
            <p:cNvSpPr/>
            <p:nvPr/>
          </p:nvSpPr>
          <p:spPr>
            <a:xfrm>
              <a:off x="234842" y="1096559"/>
              <a:ext cx="17140" cy="26609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11099" name="Heatmap cell r41 c13"/>
            <p:cNvSpPr/>
            <p:nvPr/>
          </p:nvSpPr>
          <p:spPr>
            <a:xfrm>
              <a:off x="251887" y="1096559"/>
              <a:ext cx="19034" cy="26609"/>
            </a:xfrm>
            <a:prstGeom prst="rect">
              <a:avLst/>
            </a:prstGeom>
            <a:solidFill>
              <a:srgbClr val="ECF0F6"/>
            </a:solidFill>
            <a:ln>
              <a:noFill/>
            </a:ln>
          </p:spPr>
        </p:sp>
        <p:sp>
          <p:nvSpPr>
            <p:cNvPr id="11100" name="Heatmap cell r41 c14"/>
            <p:cNvSpPr/>
            <p:nvPr/>
          </p:nvSpPr>
          <p:spPr>
            <a:xfrm>
              <a:off x="270825" y="1096559"/>
              <a:ext cx="17140" cy="26609"/>
            </a:xfrm>
            <a:prstGeom prst="rect">
              <a:avLst/>
            </a:prstGeom>
            <a:solidFill>
              <a:srgbClr val="FDF9FA"/>
            </a:solidFill>
            <a:ln>
              <a:noFill/>
            </a:ln>
          </p:spPr>
        </p:sp>
        <p:sp>
          <p:nvSpPr>
            <p:cNvPr id="11101" name="Heatmap cell r41 c15"/>
            <p:cNvSpPr/>
            <p:nvPr/>
          </p:nvSpPr>
          <p:spPr>
            <a:xfrm>
              <a:off x="287870" y="1096559"/>
              <a:ext cx="19034" cy="26609"/>
            </a:xfrm>
            <a:prstGeom prst="rect">
              <a:avLst/>
            </a:prstGeom>
            <a:solidFill>
              <a:srgbClr val="DCE3EB"/>
            </a:solidFill>
            <a:ln>
              <a:noFill/>
            </a:ln>
          </p:spPr>
        </p:sp>
        <p:sp>
          <p:nvSpPr>
            <p:cNvPr id="11102" name="Heatmap cell r41 c16"/>
            <p:cNvSpPr/>
            <p:nvPr/>
          </p:nvSpPr>
          <p:spPr>
            <a:xfrm>
              <a:off x="306809" y="1096559"/>
              <a:ext cx="17140" cy="26609"/>
            </a:xfrm>
            <a:prstGeom prst="rect">
              <a:avLst/>
            </a:prstGeom>
            <a:solidFill>
              <a:srgbClr val="F8F8FA"/>
            </a:solidFill>
            <a:ln>
              <a:noFill/>
            </a:ln>
          </p:spPr>
        </p:sp>
        <p:sp>
          <p:nvSpPr>
            <p:cNvPr id="11103" name="Heatmap cell r41 c17"/>
            <p:cNvSpPr/>
            <p:nvPr/>
          </p:nvSpPr>
          <p:spPr>
            <a:xfrm>
              <a:off x="323854" y="1096559"/>
              <a:ext cx="19034" cy="26609"/>
            </a:xfrm>
            <a:prstGeom prst="rect">
              <a:avLst/>
            </a:prstGeom>
            <a:solidFill>
              <a:srgbClr val="E9EDF3"/>
            </a:solidFill>
            <a:ln>
              <a:noFill/>
            </a:ln>
          </p:spPr>
        </p:sp>
        <p:sp>
          <p:nvSpPr>
            <p:cNvPr id="11104" name="Heatmap cell r41 c18"/>
            <p:cNvSpPr/>
            <p:nvPr/>
          </p:nvSpPr>
          <p:spPr>
            <a:xfrm>
              <a:off x="342793" y="1096559"/>
              <a:ext cx="17140" cy="26609"/>
            </a:xfrm>
            <a:prstGeom prst="rect">
              <a:avLst/>
            </a:prstGeom>
            <a:solidFill>
              <a:srgbClr val="C9D6E2"/>
            </a:solidFill>
            <a:ln>
              <a:noFill/>
            </a:ln>
          </p:spPr>
        </p:sp>
        <p:sp>
          <p:nvSpPr>
            <p:cNvPr id="11105" name="Heatmap cell r41 c20"/>
            <p:cNvSpPr/>
            <p:nvPr/>
          </p:nvSpPr>
          <p:spPr>
            <a:xfrm>
              <a:off x="378777" y="1096559"/>
              <a:ext cx="17140" cy="26609"/>
            </a:xfrm>
            <a:prstGeom prst="rect">
              <a:avLst/>
            </a:prstGeom>
            <a:solidFill>
              <a:srgbClr val="F0F5F8"/>
            </a:solidFill>
            <a:ln>
              <a:noFill/>
            </a:ln>
          </p:spPr>
        </p:sp>
        <p:sp>
          <p:nvSpPr>
            <p:cNvPr id="11106" name="Heatmap cell r41 c21"/>
            <p:cNvSpPr/>
            <p:nvPr/>
          </p:nvSpPr>
          <p:spPr>
            <a:xfrm>
              <a:off x="395822" y="1096559"/>
              <a:ext cx="19034" cy="26609"/>
            </a:xfrm>
            <a:prstGeom prst="rect">
              <a:avLst/>
            </a:prstGeom>
            <a:solidFill>
              <a:srgbClr val="FCF7F7"/>
            </a:solidFill>
            <a:ln>
              <a:noFill/>
            </a:ln>
          </p:spPr>
        </p:sp>
        <p:sp>
          <p:nvSpPr>
            <p:cNvPr id="11107" name="Heatmap cell r41 c22"/>
            <p:cNvSpPr/>
            <p:nvPr/>
          </p:nvSpPr>
          <p:spPr>
            <a:xfrm>
              <a:off x="414760" y="1096559"/>
              <a:ext cx="19034" cy="26609"/>
            </a:xfrm>
            <a:prstGeom prst="rect">
              <a:avLst/>
            </a:prstGeom>
            <a:solidFill>
              <a:srgbClr val="F1C0C6"/>
            </a:solidFill>
            <a:ln>
              <a:noFill/>
            </a:ln>
          </p:spPr>
        </p:sp>
        <p:sp>
          <p:nvSpPr>
            <p:cNvPr id="11108" name="Heatmap cell r41 c23"/>
            <p:cNvSpPr/>
            <p:nvPr/>
          </p:nvSpPr>
          <p:spPr>
            <a:xfrm>
              <a:off x="433699" y="1096559"/>
              <a:ext cx="17140" cy="26609"/>
            </a:xfrm>
            <a:prstGeom prst="rect">
              <a:avLst/>
            </a:prstGeom>
            <a:solidFill>
              <a:srgbClr val="8FAAC5"/>
            </a:solidFill>
            <a:ln>
              <a:noFill/>
            </a:ln>
          </p:spPr>
        </p:sp>
        <p:sp>
          <p:nvSpPr>
            <p:cNvPr id="11109" name="Heatmap cell r41 c24"/>
            <p:cNvSpPr/>
            <p:nvPr/>
          </p:nvSpPr>
          <p:spPr>
            <a:xfrm>
              <a:off x="450744" y="1096559"/>
              <a:ext cx="19034" cy="26609"/>
            </a:xfrm>
            <a:prstGeom prst="rect">
              <a:avLst/>
            </a:prstGeom>
            <a:solidFill>
              <a:srgbClr val="809EBB"/>
            </a:solidFill>
            <a:ln>
              <a:noFill/>
            </a:ln>
          </p:spPr>
        </p:sp>
        <p:sp>
          <p:nvSpPr>
            <p:cNvPr id="11110" name="Heatmap cell r41 c25"/>
            <p:cNvSpPr/>
            <p:nvPr/>
          </p:nvSpPr>
          <p:spPr>
            <a:xfrm>
              <a:off x="469683" y="1096559"/>
              <a:ext cx="17140" cy="26609"/>
            </a:xfrm>
            <a:prstGeom prst="rect">
              <a:avLst/>
            </a:prstGeom>
            <a:solidFill>
              <a:srgbClr val="F8E4E7"/>
            </a:solidFill>
            <a:ln>
              <a:noFill/>
            </a:ln>
          </p:spPr>
        </p:sp>
        <p:sp>
          <p:nvSpPr>
            <p:cNvPr id="11111" name="Heatmap cell r41 c26"/>
            <p:cNvSpPr/>
            <p:nvPr/>
          </p:nvSpPr>
          <p:spPr>
            <a:xfrm>
              <a:off x="486728" y="1096559"/>
              <a:ext cx="19034" cy="26609"/>
            </a:xfrm>
            <a:prstGeom prst="rect">
              <a:avLst/>
            </a:prstGeom>
            <a:solidFill>
              <a:srgbClr val="F6F8F9"/>
            </a:solidFill>
            <a:ln>
              <a:noFill/>
            </a:ln>
          </p:spPr>
        </p:sp>
        <p:sp>
          <p:nvSpPr>
            <p:cNvPr id="11112" name="Heatmap cell r41 c27"/>
            <p:cNvSpPr/>
            <p:nvPr/>
          </p:nvSpPr>
          <p:spPr>
            <a:xfrm>
              <a:off x="505667" y="1096559"/>
              <a:ext cx="17140" cy="26609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</p:sp>
        <p:sp>
          <p:nvSpPr>
            <p:cNvPr id="11113" name="Heatmap cell r41 c28"/>
            <p:cNvSpPr/>
            <p:nvPr/>
          </p:nvSpPr>
          <p:spPr>
            <a:xfrm>
              <a:off x="522712" y="1096559"/>
              <a:ext cx="19034" cy="26609"/>
            </a:xfrm>
            <a:prstGeom prst="rect">
              <a:avLst/>
            </a:prstGeom>
            <a:solidFill>
              <a:srgbClr val="F1F5F8"/>
            </a:solidFill>
            <a:ln>
              <a:noFill/>
            </a:ln>
          </p:spPr>
        </p:sp>
        <p:sp>
          <p:nvSpPr>
            <p:cNvPr id="11114" name="Heatmap cell r41 c29"/>
            <p:cNvSpPr/>
            <p:nvPr/>
          </p:nvSpPr>
          <p:spPr>
            <a:xfrm>
              <a:off x="541651" y="1096559"/>
              <a:ext cx="17140" cy="26609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11115" name="Heatmap cell r41 c30"/>
            <p:cNvSpPr/>
            <p:nvPr/>
          </p:nvSpPr>
          <p:spPr>
            <a:xfrm>
              <a:off x="558696" y="1096559"/>
              <a:ext cx="19034" cy="26609"/>
            </a:xfrm>
            <a:prstGeom prst="rect">
              <a:avLst/>
            </a:prstGeom>
            <a:solidFill>
              <a:srgbClr val="D5DFEA"/>
            </a:solidFill>
            <a:ln>
              <a:noFill/>
            </a:ln>
          </p:spPr>
        </p:sp>
        <p:sp>
          <p:nvSpPr>
            <p:cNvPr id="11116" name="Heatmap cell r41 c31"/>
            <p:cNvSpPr/>
            <p:nvPr/>
          </p:nvSpPr>
          <p:spPr>
            <a:xfrm>
              <a:off x="577634" y="1096559"/>
              <a:ext cx="17140" cy="26609"/>
            </a:xfrm>
            <a:prstGeom prst="rect">
              <a:avLst/>
            </a:prstGeom>
            <a:solidFill>
              <a:srgbClr val="EFF3F7"/>
            </a:solidFill>
            <a:ln>
              <a:noFill/>
            </a:ln>
          </p:spPr>
        </p:sp>
        <p:sp>
          <p:nvSpPr>
            <p:cNvPr id="11117" name="Heatmap cell r41 c32"/>
            <p:cNvSpPr/>
            <p:nvPr/>
          </p:nvSpPr>
          <p:spPr>
            <a:xfrm>
              <a:off x="594679" y="1096559"/>
              <a:ext cx="19034" cy="26609"/>
            </a:xfrm>
            <a:prstGeom prst="rect">
              <a:avLst/>
            </a:prstGeom>
            <a:solidFill>
              <a:srgbClr val="F1F5F8"/>
            </a:solidFill>
            <a:ln>
              <a:noFill/>
            </a:ln>
          </p:spPr>
        </p:sp>
        <p:sp>
          <p:nvSpPr>
            <p:cNvPr id="11118" name="Heatmap cell r41 c33"/>
            <p:cNvSpPr/>
            <p:nvPr/>
          </p:nvSpPr>
          <p:spPr>
            <a:xfrm>
              <a:off x="613618" y="1096559"/>
              <a:ext cx="17140" cy="26609"/>
            </a:xfrm>
            <a:prstGeom prst="rect">
              <a:avLst/>
            </a:prstGeom>
            <a:solidFill>
              <a:srgbClr val="CCD7E3"/>
            </a:solidFill>
            <a:ln>
              <a:noFill/>
            </a:ln>
          </p:spPr>
        </p:sp>
        <p:sp>
          <p:nvSpPr>
            <p:cNvPr id="11119" name="Heatmap cell r41 c34"/>
            <p:cNvSpPr/>
            <p:nvPr/>
          </p:nvSpPr>
          <p:spPr>
            <a:xfrm>
              <a:off x="630663" y="1096559"/>
              <a:ext cx="19034" cy="26609"/>
            </a:xfrm>
            <a:prstGeom prst="rect">
              <a:avLst/>
            </a:prstGeom>
            <a:solidFill>
              <a:srgbClr val="BACADB"/>
            </a:solidFill>
            <a:ln>
              <a:noFill/>
            </a:ln>
          </p:spPr>
        </p:sp>
        <p:sp>
          <p:nvSpPr>
            <p:cNvPr id="11120" name="Heatmap cell r41 c35"/>
            <p:cNvSpPr/>
            <p:nvPr/>
          </p:nvSpPr>
          <p:spPr>
            <a:xfrm>
              <a:off x="649602" y="1096559"/>
              <a:ext cx="19034" cy="26609"/>
            </a:xfrm>
            <a:prstGeom prst="rect">
              <a:avLst/>
            </a:prstGeom>
            <a:solidFill>
              <a:srgbClr val="CDD9E3"/>
            </a:solidFill>
            <a:ln>
              <a:noFill/>
            </a:ln>
          </p:spPr>
        </p:sp>
        <p:sp>
          <p:nvSpPr>
            <p:cNvPr id="11121" name="Heatmap cell r41 c36"/>
            <p:cNvSpPr/>
            <p:nvPr/>
          </p:nvSpPr>
          <p:spPr>
            <a:xfrm>
              <a:off x="668541" y="1096559"/>
              <a:ext cx="17140" cy="26609"/>
            </a:xfrm>
            <a:prstGeom prst="rect">
              <a:avLst/>
            </a:prstGeom>
            <a:solidFill>
              <a:srgbClr val="E7EBF1"/>
            </a:solidFill>
            <a:ln>
              <a:noFill/>
            </a:ln>
          </p:spPr>
        </p:sp>
        <p:sp>
          <p:nvSpPr>
            <p:cNvPr id="11122" name="Heatmap cell r41 c37"/>
            <p:cNvSpPr/>
            <p:nvPr/>
          </p:nvSpPr>
          <p:spPr>
            <a:xfrm>
              <a:off x="685586" y="1096559"/>
              <a:ext cx="19034" cy="26609"/>
            </a:xfrm>
            <a:prstGeom prst="rect">
              <a:avLst/>
            </a:prstGeom>
            <a:solidFill>
              <a:srgbClr val="F8E6E8"/>
            </a:solidFill>
            <a:ln>
              <a:noFill/>
            </a:ln>
          </p:spPr>
        </p:sp>
        <p:sp>
          <p:nvSpPr>
            <p:cNvPr id="11123" name="Heatmap cell r41 c38"/>
            <p:cNvSpPr/>
            <p:nvPr/>
          </p:nvSpPr>
          <p:spPr>
            <a:xfrm>
              <a:off x="704525" y="1096559"/>
              <a:ext cx="17140" cy="26609"/>
            </a:xfrm>
            <a:prstGeom prst="rect">
              <a:avLst/>
            </a:prstGeom>
            <a:solidFill>
              <a:srgbClr val="7999B8"/>
            </a:solidFill>
            <a:ln>
              <a:noFill/>
            </a:ln>
          </p:spPr>
        </p:sp>
        <p:sp>
          <p:nvSpPr>
            <p:cNvPr id="11124" name="Heatmap cell r41 c39"/>
            <p:cNvSpPr/>
            <p:nvPr/>
          </p:nvSpPr>
          <p:spPr>
            <a:xfrm>
              <a:off x="721570" y="1096559"/>
              <a:ext cx="19034" cy="26609"/>
            </a:xfrm>
            <a:prstGeom prst="rect">
              <a:avLst/>
            </a:prstGeom>
            <a:solidFill>
              <a:srgbClr val="FBF1F3"/>
            </a:solidFill>
            <a:ln>
              <a:noFill/>
            </a:ln>
          </p:spPr>
        </p:sp>
        <p:sp>
          <p:nvSpPr>
            <p:cNvPr id="11125" name="Heatmap cell r41 c40"/>
            <p:cNvSpPr/>
            <p:nvPr/>
          </p:nvSpPr>
          <p:spPr>
            <a:xfrm>
              <a:off x="740508" y="1096559"/>
              <a:ext cx="17140" cy="26609"/>
            </a:xfrm>
            <a:prstGeom prst="rect">
              <a:avLst/>
            </a:prstGeom>
            <a:solidFill>
              <a:srgbClr val="E7EBF1"/>
            </a:solidFill>
            <a:ln>
              <a:noFill/>
            </a:ln>
          </p:spPr>
        </p:sp>
        <p:sp>
          <p:nvSpPr>
            <p:cNvPr id="11126" name="Heatmap cell r41 c41"/>
            <p:cNvSpPr/>
            <p:nvPr/>
          </p:nvSpPr>
          <p:spPr>
            <a:xfrm>
              <a:off x="757553" y="1096559"/>
              <a:ext cx="19034" cy="26609"/>
            </a:xfrm>
            <a:prstGeom prst="rect">
              <a:avLst/>
            </a:prstGeom>
            <a:solidFill>
              <a:srgbClr val="CFDBE6"/>
            </a:solidFill>
            <a:ln>
              <a:noFill/>
            </a:ln>
          </p:spPr>
        </p:sp>
        <p:sp>
          <p:nvSpPr>
            <p:cNvPr id="11127" name="Heatmap cell r41 c42"/>
            <p:cNvSpPr/>
            <p:nvPr/>
          </p:nvSpPr>
          <p:spPr>
            <a:xfrm>
              <a:off x="776492" y="1096559"/>
              <a:ext cx="17140" cy="26609"/>
            </a:xfrm>
            <a:prstGeom prst="rect">
              <a:avLst/>
            </a:prstGeom>
            <a:solidFill>
              <a:srgbClr val="EBF0F6"/>
            </a:solidFill>
            <a:ln>
              <a:noFill/>
            </a:ln>
          </p:spPr>
        </p:sp>
        <p:sp>
          <p:nvSpPr>
            <p:cNvPr id="11128" name="Heatmap cell r41 c43"/>
            <p:cNvSpPr/>
            <p:nvPr/>
          </p:nvSpPr>
          <p:spPr>
            <a:xfrm>
              <a:off x="793537" y="1096559"/>
              <a:ext cx="19034" cy="26609"/>
            </a:xfrm>
            <a:prstGeom prst="rect">
              <a:avLst/>
            </a:prstGeom>
            <a:solidFill>
              <a:srgbClr val="CFDAE4"/>
            </a:solidFill>
            <a:ln>
              <a:noFill/>
            </a:ln>
          </p:spPr>
        </p:sp>
        <p:sp>
          <p:nvSpPr>
            <p:cNvPr id="11129" name="Heatmap cell r41 c44"/>
            <p:cNvSpPr/>
            <p:nvPr/>
          </p:nvSpPr>
          <p:spPr>
            <a:xfrm>
              <a:off x="812476" y="1096559"/>
              <a:ext cx="17140" cy="26609"/>
            </a:xfrm>
            <a:prstGeom prst="rect">
              <a:avLst/>
            </a:prstGeom>
            <a:solidFill>
              <a:srgbClr val="DEE6EC"/>
            </a:solidFill>
            <a:ln>
              <a:noFill/>
            </a:ln>
          </p:spPr>
        </p:sp>
        <p:sp>
          <p:nvSpPr>
            <p:cNvPr id="11130" name="Heatmap cell r41 c45"/>
            <p:cNvSpPr/>
            <p:nvPr/>
          </p:nvSpPr>
          <p:spPr>
            <a:xfrm>
              <a:off x="829521" y="1096559"/>
              <a:ext cx="19034" cy="26609"/>
            </a:xfrm>
            <a:prstGeom prst="rect">
              <a:avLst/>
            </a:prstGeom>
            <a:solidFill>
              <a:srgbClr val="E9EDF3"/>
            </a:solidFill>
            <a:ln>
              <a:noFill/>
            </a:ln>
          </p:spPr>
        </p:sp>
        <p:sp>
          <p:nvSpPr>
            <p:cNvPr id="11131" name="Heatmap cell r41 c46"/>
            <p:cNvSpPr/>
            <p:nvPr/>
          </p:nvSpPr>
          <p:spPr>
            <a:xfrm>
              <a:off x="848460" y="1096559"/>
              <a:ext cx="17140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11132" name="Heatmap cell r41 c47"/>
            <p:cNvSpPr/>
            <p:nvPr/>
          </p:nvSpPr>
          <p:spPr>
            <a:xfrm>
              <a:off x="865505" y="1096559"/>
              <a:ext cx="19034" cy="26609"/>
            </a:xfrm>
            <a:prstGeom prst="rect">
              <a:avLst/>
            </a:prstGeom>
            <a:solidFill>
              <a:srgbClr val="BECFDD"/>
            </a:solidFill>
            <a:ln>
              <a:noFill/>
            </a:ln>
          </p:spPr>
        </p:sp>
        <p:sp>
          <p:nvSpPr>
            <p:cNvPr id="11133" name="Heatmap cell r41 c48"/>
            <p:cNvSpPr/>
            <p:nvPr/>
          </p:nvSpPr>
          <p:spPr>
            <a:xfrm>
              <a:off x="884444" y="1096559"/>
              <a:ext cx="19034" cy="26609"/>
            </a:xfrm>
            <a:prstGeom prst="rect">
              <a:avLst/>
            </a:prstGeom>
            <a:solidFill>
              <a:srgbClr val="CED9E4"/>
            </a:solidFill>
            <a:ln>
              <a:noFill/>
            </a:ln>
          </p:spPr>
        </p:sp>
        <p:sp>
          <p:nvSpPr>
            <p:cNvPr id="11134" name="Heatmap cell r41 c49"/>
            <p:cNvSpPr/>
            <p:nvPr/>
          </p:nvSpPr>
          <p:spPr>
            <a:xfrm>
              <a:off x="903382" y="1096559"/>
              <a:ext cx="17140" cy="26609"/>
            </a:xfrm>
            <a:prstGeom prst="rect">
              <a:avLst/>
            </a:prstGeom>
            <a:solidFill>
              <a:srgbClr val="F2C8CD"/>
            </a:solidFill>
            <a:ln>
              <a:noFill/>
            </a:ln>
          </p:spPr>
        </p:sp>
        <p:sp>
          <p:nvSpPr>
            <p:cNvPr id="11135" name="Heatmap cell r41 c50"/>
            <p:cNvSpPr/>
            <p:nvPr/>
          </p:nvSpPr>
          <p:spPr>
            <a:xfrm>
              <a:off x="920427" y="1096559"/>
              <a:ext cx="19034" cy="26609"/>
            </a:xfrm>
            <a:prstGeom prst="rect">
              <a:avLst/>
            </a:prstGeom>
            <a:solidFill>
              <a:srgbClr val="DAE2EB"/>
            </a:solidFill>
            <a:ln>
              <a:noFill/>
            </a:ln>
          </p:spPr>
        </p:sp>
        <p:sp>
          <p:nvSpPr>
            <p:cNvPr id="11136" name="Heatmap cell r41 c51"/>
            <p:cNvSpPr/>
            <p:nvPr/>
          </p:nvSpPr>
          <p:spPr>
            <a:xfrm>
              <a:off x="939366" y="1096559"/>
              <a:ext cx="17140" cy="26609"/>
            </a:xfrm>
            <a:prstGeom prst="rect">
              <a:avLst/>
            </a:prstGeom>
            <a:solidFill>
              <a:srgbClr val="FDF9FA"/>
            </a:solidFill>
            <a:ln>
              <a:noFill/>
            </a:ln>
          </p:spPr>
        </p:sp>
        <p:sp>
          <p:nvSpPr>
            <p:cNvPr id="11137" name="Heatmap cell r41 c52"/>
            <p:cNvSpPr/>
            <p:nvPr/>
          </p:nvSpPr>
          <p:spPr>
            <a:xfrm>
              <a:off x="956411" y="1096559"/>
              <a:ext cx="19034" cy="26609"/>
            </a:xfrm>
            <a:prstGeom prst="rect">
              <a:avLst/>
            </a:prstGeom>
            <a:solidFill>
              <a:srgbClr val="FBF1F3"/>
            </a:solidFill>
            <a:ln>
              <a:noFill/>
            </a:ln>
          </p:spPr>
        </p:sp>
        <p:sp>
          <p:nvSpPr>
            <p:cNvPr id="11138" name="Heatmap cell r41 c53"/>
            <p:cNvSpPr/>
            <p:nvPr/>
          </p:nvSpPr>
          <p:spPr>
            <a:xfrm>
              <a:off x="975350" y="1096559"/>
              <a:ext cx="17140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11139" name="Heatmap cell r41 c54"/>
            <p:cNvSpPr/>
            <p:nvPr/>
          </p:nvSpPr>
          <p:spPr>
            <a:xfrm>
              <a:off x="992395" y="1096559"/>
              <a:ext cx="19034" cy="26609"/>
            </a:xfrm>
            <a:prstGeom prst="rect">
              <a:avLst/>
            </a:prstGeom>
            <a:solidFill>
              <a:srgbClr val="D5DFEA"/>
            </a:solidFill>
            <a:ln>
              <a:noFill/>
            </a:ln>
          </p:spPr>
        </p:sp>
        <p:sp>
          <p:nvSpPr>
            <p:cNvPr id="11140" name="Heatmap cell r41 c56"/>
            <p:cNvSpPr/>
            <p:nvPr/>
          </p:nvSpPr>
          <p:spPr>
            <a:xfrm>
              <a:off x="1028379" y="1096559"/>
              <a:ext cx="19034" cy="26609"/>
            </a:xfrm>
            <a:prstGeom prst="rect">
              <a:avLst/>
            </a:prstGeom>
            <a:solidFill>
              <a:srgbClr val="F8E6E8"/>
            </a:solidFill>
            <a:ln>
              <a:noFill/>
            </a:ln>
          </p:spPr>
        </p:sp>
        <p:sp>
          <p:nvSpPr>
            <p:cNvPr id="11141" name="Heatmap cell r41 c57"/>
            <p:cNvSpPr/>
            <p:nvPr/>
          </p:nvSpPr>
          <p:spPr>
            <a:xfrm>
              <a:off x="1047318" y="1096559"/>
              <a:ext cx="17140" cy="26609"/>
            </a:xfrm>
            <a:prstGeom prst="rect">
              <a:avLst/>
            </a:prstGeom>
            <a:solidFill>
              <a:srgbClr val="C2D0DE"/>
            </a:solidFill>
            <a:ln>
              <a:noFill/>
            </a:ln>
          </p:spPr>
        </p:sp>
        <p:sp>
          <p:nvSpPr>
            <p:cNvPr id="11142" name="Heatmap cell r41 c58"/>
            <p:cNvSpPr/>
            <p:nvPr/>
          </p:nvSpPr>
          <p:spPr>
            <a:xfrm>
              <a:off x="1064363" y="1096559"/>
              <a:ext cx="19034" cy="26609"/>
            </a:xfrm>
            <a:prstGeom prst="rect">
              <a:avLst/>
            </a:prstGeom>
            <a:solidFill>
              <a:srgbClr val="829FBD"/>
            </a:solidFill>
            <a:ln>
              <a:noFill/>
            </a:ln>
          </p:spPr>
        </p:sp>
        <p:sp>
          <p:nvSpPr>
            <p:cNvPr id="11143" name="Heatmap cell r41 c59"/>
            <p:cNvSpPr/>
            <p:nvPr/>
          </p:nvSpPr>
          <p:spPr>
            <a:xfrm>
              <a:off x="1083301" y="1096559"/>
              <a:ext cx="17140" cy="26609"/>
            </a:xfrm>
            <a:prstGeom prst="rect">
              <a:avLst/>
            </a:prstGeom>
            <a:solidFill>
              <a:srgbClr val="6A8DB0"/>
            </a:solidFill>
            <a:ln>
              <a:noFill/>
            </a:ln>
          </p:spPr>
        </p:sp>
        <p:sp>
          <p:nvSpPr>
            <p:cNvPr id="11144" name="Heatmap cell r41 c60"/>
            <p:cNvSpPr/>
            <p:nvPr/>
          </p:nvSpPr>
          <p:spPr>
            <a:xfrm>
              <a:off x="1100346" y="1096559"/>
              <a:ext cx="19034" cy="26609"/>
            </a:xfrm>
            <a:prstGeom prst="rect">
              <a:avLst/>
            </a:prstGeom>
            <a:solidFill>
              <a:srgbClr val="E8ECF3"/>
            </a:solidFill>
            <a:ln>
              <a:noFill/>
            </a:ln>
          </p:spPr>
        </p:sp>
        <p:sp>
          <p:nvSpPr>
            <p:cNvPr id="11145" name="Heatmap cell r41 c61"/>
            <p:cNvSpPr/>
            <p:nvPr/>
          </p:nvSpPr>
          <p:spPr>
            <a:xfrm>
              <a:off x="1119285" y="1096559"/>
              <a:ext cx="19034" cy="26609"/>
            </a:xfrm>
            <a:prstGeom prst="rect">
              <a:avLst/>
            </a:prstGeom>
            <a:solidFill>
              <a:srgbClr val="F8F8FA"/>
            </a:solidFill>
            <a:ln>
              <a:noFill/>
            </a:ln>
          </p:spPr>
        </p:sp>
        <p:sp>
          <p:nvSpPr>
            <p:cNvPr id="11146" name="Heatmap cell r41 c62"/>
            <p:cNvSpPr/>
            <p:nvPr/>
          </p:nvSpPr>
          <p:spPr>
            <a:xfrm>
              <a:off x="1138224" y="1096559"/>
              <a:ext cx="17140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11147" name="Heatmap cell r41 c63"/>
            <p:cNvSpPr/>
            <p:nvPr/>
          </p:nvSpPr>
          <p:spPr>
            <a:xfrm>
              <a:off x="1155269" y="1096559"/>
              <a:ext cx="19034" cy="26609"/>
            </a:xfrm>
            <a:prstGeom prst="rect">
              <a:avLst/>
            </a:prstGeom>
            <a:solidFill>
              <a:srgbClr val="A9BCD2"/>
            </a:solidFill>
            <a:ln>
              <a:noFill/>
            </a:ln>
          </p:spPr>
        </p:sp>
        <p:sp>
          <p:nvSpPr>
            <p:cNvPr id="11148" name="Heatmap cell r41 c64"/>
            <p:cNvSpPr/>
            <p:nvPr/>
          </p:nvSpPr>
          <p:spPr>
            <a:xfrm>
              <a:off x="1174208" y="1096559"/>
              <a:ext cx="17140" cy="26609"/>
            </a:xfrm>
            <a:prstGeom prst="rect">
              <a:avLst/>
            </a:prstGeom>
            <a:solidFill>
              <a:srgbClr val="7B9BB9"/>
            </a:solidFill>
            <a:ln>
              <a:noFill/>
            </a:ln>
          </p:spPr>
        </p:sp>
        <p:sp>
          <p:nvSpPr>
            <p:cNvPr id="11149" name="Heatmap cell r41 c65"/>
            <p:cNvSpPr/>
            <p:nvPr/>
          </p:nvSpPr>
          <p:spPr>
            <a:xfrm>
              <a:off x="1191253" y="1096559"/>
              <a:ext cx="19034" cy="26609"/>
            </a:xfrm>
            <a:prstGeom prst="rect">
              <a:avLst/>
            </a:prstGeom>
            <a:solidFill>
              <a:srgbClr val="F0BDC2"/>
            </a:solidFill>
            <a:ln>
              <a:noFill/>
            </a:ln>
          </p:spPr>
        </p:sp>
        <p:sp>
          <p:nvSpPr>
            <p:cNvPr id="11150" name="Heatmap cell r41 c66"/>
            <p:cNvSpPr/>
            <p:nvPr/>
          </p:nvSpPr>
          <p:spPr>
            <a:xfrm>
              <a:off x="1210192" y="1096559"/>
              <a:ext cx="17140" cy="26609"/>
            </a:xfrm>
            <a:prstGeom prst="rect">
              <a:avLst/>
            </a:prstGeom>
            <a:solidFill>
              <a:srgbClr val="F0F4F7"/>
            </a:solidFill>
            <a:ln>
              <a:noFill/>
            </a:ln>
          </p:spPr>
        </p:sp>
        <p:sp>
          <p:nvSpPr>
            <p:cNvPr id="11151" name="Heatmap cell r41 c67"/>
            <p:cNvSpPr/>
            <p:nvPr/>
          </p:nvSpPr>
          <p:spPr>
            <a:xfrm>
              <a:off x="1227236" y="1096559"/>
              <a:ext cx="19034" cy="26609"/>
            </a:xfrm>
            <a:prstGeom prst="rect">
              <a:avLst/>
            </a:prstGeom>
            <a:solidFill>
              <a:srgbClr val="C5D2E0"/>
            </a:solidFill>
            <a:ln>
              <a:noFill/>
            </a:ln>
          </p:spPr>
        </p:sp>
        <p:sp>
          <p:nvSpPr>
            <p:cNvPr id="11152" name="Heatmap cell r41 c68"/>
            <p:cNvSpPr/>
            <p:nvPr/>
          </p:nvSpPr>
          <p:spPr>
            <a:xfrm>
              <a:off x="1246175" y="1096559"/>
              <a:ext cx="17140" cy="26609"/>
            </a:xfrm>
            <a:prstGeom prst="rect">
              <a:avLst/>
            </a:prstGeom>
            <a:solidFill>
              <a:srgbClr val="91ACC5"/>
            </a:solidFill>
            <a:ln>
              <a:noFill/>
            </a:ln>
          </p:spPr>
        </p:sp>
        <p:sp>
          <p:nvSpPr>
            <p:cNvPr id="11153" name="Heatmap cell r41 c69"/>
            <p:cNvSpPr/>
            <p:nvPr/>
          </p:nvSpPr>
          <p:spPr>
            <a:xfrm>
              <a:off x="1263220" y="1096559"/>
              <a:ext cx="19034" cy="26609"/>
            </a:xfrm>
            <a:prstGeom prst="rect">
              <a:avLst/>
            </a:prstGeom>
            <a:solidFill>
              <a:srgbClr val="A7BBD1"/>
            </a:solidFill>
            <a:ln>
              <a:noFill/>
            </a:ln>
          </p:spPr>
        </p:sp>
        <p:sp>
          <p:nvSpPr>
            <p:cNvPr id="11154" name="Heatmap cell r41 c70"/>
            <p:cNvSpPr/>
            <p:nvPr/>
          </p:nvSpPr>
          <p:spPr>
            <a:xfrm>
              <a:off x="1282159" y="1096559"/>
              <a:ext cx="17140" cy="26609"/>
            </a:xfrm>
            <a:prstGeom prst="rect">
              <a:avLst/>
            </a:prstGeom>
            <a:solidFill>
              <a:srgbClr val="F8F8FA"/>
            </a:solidFill>
            <a:ln>
              <a:noFill/>
            </a:ln>
          </p:spPr>
        </p:sp>
        <p:sp>
          <p:nvSpPr>
            <p:cNvPr id="11155" name="Heatmap cell r41 c71"/>
            <p:cNvSpPr/>
            <p:nvPr/>
          </p:nvSpPr>
          <p:spPr>
            <a:xfrm>
              <a:off x="1299204" y="1096559"/>
              <a:ext cx="19034" cy="26609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11156" name="Heatmap cell r41 c72"/>
            <p:cNvSpPr/>
            <p:nvPr/>
          </p:nvSpPr>
          <p:spPr>
            <a:xfrm>
              <a:off x="1318143" y="1096559"/>
              <a:ext cx="17140" cy="26609"/>
            </a:xfrm>
            <a:prstGeom prst="rect">
              <a:avLst/>
            </a:prstGeom>
            <a:solidFill>
              <a:srgbClr val="F9E8E9"/>
            </a:solidFill>
            <a:ln>
              <a:noFill/>
            </a:ln>
          </p:spPr>
        </p:sp>
        <p:sp>
          <p:nvSpPr>
            <p:cNvPr id="11157" name="Heatmap cell r41 c73"/>
            <p:cNvSpPr/>
            <p:nvPr/>
          </p:nvSpPr>
          <p:spPr>
            <a:xfrm>
              <a:off x="1335188" y="1096559"/>
              <a:ext cx="19034" cy="26609"/>
            </a:xfrm>
            <a:prstGeom prst="rect">
              <a:avLst/>
            </a:prstGeom>
            <a:solidFill>
              <a:srgbClr val="F9E8E9"/>
            </a:solidFill>
            <a:ln>
              <a:noFill/>
            </a:ln>
          </p:spPr>
        </p:sp>
        <p:sp>
          <p:nvSpPr>
            <p:cNvPr id="11158" name="Heatmap cell r41 c74"/>
            <p:cNvSpPr/>
            <p:nvPr/>
          </p:nvSpPr>
          <p:spPr>
            <a:xfrm>
              <a:off x="1354127" y="1096559"/>
              <a:ext cx="17140" cy="26609"/>
            </a:xfrm>
            <a:prstGeom prst="rect">
              <a:avLst/>
            </a:prstGeom>
            <a:solidFill>
              <a:srgbClr val="FAECEC"/>
            </a:solidFill>
            <a:ln>
              <a:noFill/>
            </a:ln>
          </p:spPr>
        </p:sp>
        <p:sp>
          <p:nvSpPr>
            <p:cNvPr id="11159" name="Heatmap cell r41 c76"/>
            <p:cNvSpPr/>
            <p:nvPr/>
          </p:nvSpPr>
          <p:spPr>
            <a:xfrm>
              <a:off x="1390110" y="1096559"/>
              <a:ext cx="19034" cy="26609"/>
            </a:xfrm>
            <a:prstGeom prst="rect">
              <a:avLst/>
            </a:prstGeom>
            <a:solidFill>
              <a:srgbClr val="FCF6F6"/>
            </a:solidFill>
            <a:ln>
              <a:noFill/>
            </a:ln>
          </p:spPr>
        </p:sp>
        <p:sp>
          <p:nvSpPr>
            <p:cNvPr id="11160" name="Heatmap cell r41 c77"/>
            <p:cNvSpPr/>
            <p:nvPr/>
          </p:nvSpPr>
          <p:spPr>
            <a:xfrm>
              <a:off x="1409049" y="1096559"/>
              <a:ext cx="17140" cy="26609"/>
            </a:xfrm>
            <a:prstGeom prst="rect">
              <a:avLst/>
            </a:prstGeom>
            <a:solidFill>
              <a:srgbClr val="DDE4EC"/>
            </a:solidFill>
            <a:ln>
              <a:noFill/>
            </a:ln>
          </p:spPr>
        </p:sp>
        <p:sp>
          <p:nvSpPr>
            <p:cNvPr id="11161" name="Heatmap cell r41 c78"/>
            <p:cNvSpPr/>
            <p:nvPr/>
          </p:nvSpPr>
          <p:spPr>
            <a:xfrm>
              <a:off x="1426094" y="1096559"/>
              <a:ext cx="19034" cy="26609"/>
            </a:xfrm>
            <a:prstGeom prst="rect">
              <a:avLst/>
            </a:prstGeom>
            <a:solidFill>
              <a:srgbClr val="CED9E4"/>
            </a:solidFill>
            <a:ln>
              <a:noFill/>
            </a:ln>
          </p:spPr>
        </p:sp>
        <p:sp>
          <p:nvSpPr>
            <p:cNvPr id="11162" name="Heatmap cell r41 c79"/>
            <p:cNvSpPr/>
            <p:nvPr/>
          </p:nvSpPr>
          <p:spPr>
            <a:xfrm>
              <a:off x="1445033" y="1096559"/>
              <a:ext cx="17140" cy="26609"/>
            </a:xfrm>
            <a:prstGeom prst="rect">
              <a:avLst/>
            </a:prstGeom>
            <a:solidFill>
              <a:srgbClr val="D0DBE6"/>
            </a:solidFill>
            <a:ln>
              <a:noFill/>
            </a:ln>
          </p:spPr>
        </p:sp>
        <p:sp>
          <p:nvSpPr>
            <p:cNvPr id="11163" name="Heatmap cell r41 c80"/>
            <p:cNvSpPr/>
            <p:nvPr/>
          </p:nvSpPr>
          <p:spPr>
            <a:xfrm>
              <a:off x="1462078" y="1096559"/>
              <a:ext cx="19034" cy="26609"/>
            </a:xfrm>
            <a:prstGeom prst="rect">
              <a:avLst/>
            </a:prstGeom>
            <a:solidFill>
              <a:srgbClr val="FAECEC"/>
            </a:solidFill>
            <a:ln>
              <a:noFill/>
            </a:ln>
          </p:spPr>
        </p:sp>
        <p:sp>
          <p:nvSpPr>
            <p:cNvPr id="11164" name="Heatmap cell r41 c81"/>
            <p:cNvSpPr/>
            <p:nvPr/>
          </p:nvSpPr>
          <p:spPr>
            <a:xfrm>
              <a:off x="1481017" y="1096559"/>
              <a:ext cx="17140" cy="26609"/>
            </a:xfrm>
            <a:prstGeom prst="rect">
              <a:avLst/>
            </a:prstGeom>
            <a:solidFill>
              <a:srgbClr val="BFCFDF"/>
            </a:solidFill>
            <a:ln>
              <a:noFill/>
            </a:ln>
          </p:spPr>
        </p:sp>
        <p:sp>
          <p:nvSpPr>
            <p:cNvPr id="11165" name="Heatmap cell r41 c82"/>
            <p:cNvSpPr/>
            <p:nvPr/>
          </p:nvSpPr>
          <p:spPr>
            <a:xfrm>
              <a:off x="1498062" y="1096559"/>
              <a:ext cx="19034" cy="26609"/>
            </a:xfrm>
            <a:prstGeom prst="rect">
              <a:avLst/>
            </a:prstGeom>
            <a:solidFill>
              <a:srgbClr val="FDF9FA"/>
            </a:solidFill>
            <a:ln>
              <a:noFill/>
            </a:ln>
          </p:spPr>
        </p:sp>
        <p:sp>
          <p:nvSpPr>
            <p:cNvPr id="11166" name="Heatmap cell r41 c83"/>
            <p:cNvSpPr/>
            <p:nvPr/>
          </p:nvSpPr>
          <p:spPr>
            <a:xfrm>
              <a:off x="1517001" y="1096559"/>
              <a:ext cx="17140" cy="26609"/>
            </a:xfrm>
            <a:prstGeom prst="rect">
              <a:avLst/>
            </a:prstGeom>
            <a:solidFill>
              <a:srgbClr val="F1BEC3"/>
            </a:solidFill>
            <a:ln>
              <a:noFill/>
            </a:ln>
          </p:spPr>
        </p:sp>
        <p:sp>
          <p:nvSpPr>
            <p:cNvPr id="11167" name="Heatmap cell r41 c84"/>
            <p:cNvSpPr/>
            <p:nvPr/>
          </p:nvSpPr>
          <p:spPr>
            <a:xfrm>
              <a:off x="1534046" y="1096559"/>
              <a:ext cx="19034" cy="26609"/>
            </a:xfrm>
            <a:prstGeom prst="rect">
              <a:avLst/>
            </a:prstGeom>
            <a:solidFill>
              <a:srgbClr val="EDADB4"/>
            </a:solidFill>
            <a:ln>
              <a:noFill/>
            </a:ln>
          </p:spPr>
        </p:sp>
        <p:sp>
          <p:nvSpPr>
            <p:cNvPr id="11168" name="Heatmap cell r41 c85"/>
            <p:cNvSpPr/>
            <p:nvPr/>
          </p:nvSpPr>
          <p:spPr>
            <a:xfrm>
              <a:off x="1552984" y="1096559"/>
              <a:ext cx="17140" cy="26609"/>
            </a:xfrm>
            <a:prstGeom prst="rect">
              <a:avLst/>
            </a:prstGeom>
            <a:solidFill>
              <a:srgbClr val="BBCCDC"/>
            </a:solidFill>
            <a:ln>
              <a:noFill/>
            </a:ln>
          </p:spPr>
        </p:sp>
        <p:sp>
          <p:nvSpPr>
            <p:cNvPr id="11169" name="Heatmap cell r41 c86"/>
            <p:cNvSpPr/>
            <p:nvPr/>
          </p:nvSpPr>
          <p:spPr>
            <a:xfrm>
              <a:off x="1570029" y="1096559"/>
              <a:ext cx="19034" cy="26609"/>
            </a:xfrm>
            <a:prstGeom prst="rect">
              <a:avLst/>
            </a:prstGeom>
            <a:solidFill>
              <a:srgbClr val="6A8EB0"/>
            </a:solidFill>
            <a:ln>
              <a:noFill/>
            </a:ln>
          </p:spPr>
        </p:sp>
        <p:sp>
          <p:nvSpPr>
            <p:cNvPr id="11170" name="Heatmap cell r41 c87"/>
            <p:cNvSpPr/>
            <p:nvPr/>
          </p:nvSpPr>
          <p:spPr>
            <a:xfrm>
              <a:off x="1588968" y="1096559"/>
              <a:ext cx="17140" cy="26609"/>
            </a:xfrm>
            <a:prstGeom prst="rect">
              <a:avLst/>
            </a:prstGeom>
            <a:solidFill>
              <a:srgbClr val="F7DCDF"/>
            </a:solidFill>
            <a:ln>
              <a:noFill/>
            </a:ln>
          </p:spPr>
        </p:sp>
        <p:sp>
          <p:nvSpPr>
            <p:cNvPr id="11171" name="Heatmap cell r41 c88"/>
            <p:cNvSpPr/>
            <p:nvPr/>
          </p:nvSpPr>
          <p:spPr>
            <a:xfrm>
              <a:off x="1606013" y="1096559"/>
              <a:ext cx="19034" cy="26609"/>
            </a:xfrm>
            <a:prstGeom prst="rect">
              <a:avLst/>
            </a:prstGeom>
            <a:solidFill>
              <a:srgbClr val="88A6C1"/>
            </a:solidFill>
            <a:ln>
              <a:noFill/>
            </a:ln>
          </p:spPr>
        </p:sp>
        <p:sp>
          <p:nvSpPr>
            <p:cNvPr id="11172" name="Heatmap cell r41 c89"/>
            <p:cNvSpPr/>
            <p:nvPr/>
          </p:nvSpPr>
          <p:spPr>
            <a:xfrm>
              <a:off x="1624952" y="1096559"/>
              <a:ext cx="19034" cy="26609"/>
            </a:xfrm>
            <a:prstGeom prst="rect">
              <a:avLst/>
            </a:prstGeom>
            <a:solidFill>
              <a:srgbClr val="9EB5CC"/>
            </a:solidFill>
            <a:ln>
              <a:noFill/>
            </a:ln>
          </p:spPr>
        </p:sp>
        <p:sp>
          <p:nvSpPr>
            <p:cNvPr id="11173" name="Heatmap cell r41 c90"/>
            <p:cNvSpPr/>
            <p:nvPr/>
          </p:nvSpPr>
          <p:spPr>
            <a:xfrm>
              <a:off x="1643891" y="1096559"/>
              <a:ext cx="17140" cy="26609"/>
            </a:xfrm>
            <a:prstGeom prst="rect">
              <a:avLst/>
            </a:prstGeom>
            <a:solidFill>
              <a:srgbClr val="BCCDDD"/>
            </a:solidFill>
            <a:ln>
              <a:noFill/>
            </a:ln>
          </p:spPr>
        </p:sp>
        <p:sp>
          <p:nvSpPr>
            <p:cNvPr id="11174" name="Heatmap cell r41 c91"/>
            <p:cNvSpPr/>
            <p:nvPr/>
          </p:nvSpPr>
          <p:spPr>
            <a:xfrm>
              <a:off x="1660936" y="1096559"/>
              <a:ext cx="19034" cy="26609"/>
            </a:xfrm>
            <a:prstGeom prst="rect">
              <a:avLst/>
            </a:prstGeom>
            <a:solidFill>
              <a:srgbClr val="F5D0D3"/>
            </a:solidFill>
            <a:ln>
              <a:noFill/>
            </a:ln>
          </p:spPr>
        </p:sp>
        <p:sp>
          <p:nvSpPr>
            <p:cNvPr id="11175" name="Heatmap cell r41 c92"/>
            <p:cNvSpPr/>
            <p:nvPr/>
          </p:nvSpPr>
          <p:spPr>
            <a:xfrm>
              <a:off x="1679875" y="1096559"/>
              <a:ext cx="17140" cy="26609"/>
            </a:xfrm>
            <a:prstGeom prst="rect">
              <a:avLst/>
            </a:prstGeom>
            <a:solidFill>
              <a:srgbClr val="C4D2DF"/>
            </a:solidFill>
            <a:ln>
              <a:noFill/>
            </a:ln>
          </p:spPr>
        </p:sp>
        <p:sp>
          <p:nvSpPr>
            <p:cNvPr id="11176" name="Heatmap cell r41 c93"/>
            <p:cNvSpPr/>
            <p:nvPr/>
          </p:nvSpPr>
          <p:spPr>
            <a:xfrm>
              <a:off x="1696920" y="1096559"/>
              <a:ext cx="19034" cy="26609"/>
            </a:xfrm>
            <a:prstGeom prst="rect">
              <a:avLst/>
            </a:prstGeom>
            <a:solidFill>
              <a:srgbClr val="E9EDF3"/>
            </a:solidFill>
            <a:ln>
              <a:noFill/>
            </a:ln>
          </p:spPr>
        </p:sp>
        <p:sp>
          <p:nvSpPr>
            <p:cNvPr id="11177" name="Heatmap cell r41 c94"/>
            <p:cNvSpPr/>
            <p:nvPr/>
          </p:nvSpPr>
          <p:spPr>
            <a:xfrm>
              <a:off x="1715858" y="1096559"/>
              <a:ext cx="17140" cy="26609"/>
            </a:xfrm>
            <a:prstGeom prst="rect">
              <a:avLst/>
            </a:prstGeom>
            <a:solidFill>
              <a:srgbClr val="DFE6ED"/>
            </a:solidFill>
            <a:ln>
              <a:noFill/>
            </a:ln>
          </p:spPr>
        </p:sp>
        <p:sp>
          <p:nvSpPr>
            <p:cNvPr id="11178" name="Heatmap cell r41 c95"/>
            <p:cNvSpPr/>
            <p:nvPr/>
          </p:nvSpPr>
          <p:spPr>
            <a:xfrm>
              <a:off x="1732903" y="1096559"/>
              <a:ext cx="19034" cy="26609"/>
            </a:xfrm>
            <a:prstGeom prst="rect">
              <a:avLst/>
            </a:prstGeom>
            <a:solidFill>
              <a:srgbClr val="B7C7D9"/>
            </a:solidFill>
            <a:ln>
              <a:noFill/>
            </a:ln>
          </p:spPr>
        </p:sp>
        <p:sp>
          <p:nvSpPr>
            <p:cNvPr id="11179" name="Heatmap cell r41 c96"/>
            <p:cNvSpPr/>
            <p:nvPr/>
          </p:nvSpPr>
          <p:spPr>
            <a:xfrm>
              <a:off x="1751842" y="1096559"/>
              <a:ext cx="17140" cy="26609"/>
            </a:xfrm>
            <a:prstGeom prst="rect">
              <a:avLst/>
            </a:prstGeom>
            <a:solidFill>
              <a:srgbClr val="92ADC6"/>
            </a:solidFill>
            <a:ln>
              <a:noFill/>
            </a:ln>
          </p:spPr>
        </p:sp>
        <p:sp>
          <p:nvSpPr>
            <p:cNvPr id="11180" name="Heatmap cell r41 c97"/>
            <p:cNvSpPr/>
            <p:nvPr/>
          </p:nvSpPr>
          <p:spPr>
            <a:xfrm>
              <a:off x="1768887" y="1096559"/>
              <a:ext cx="19034" cy="26609"/>
            </a:xfrm>
            <a:prstGeom prst="rect">
              <a:avLst/>
            </a:prstGeom>
            <a:solidFill>
              <a:srgbClr val="B5C5D7"/>
            </a:solidFill>
            <a:ln>
              <a:noFill/>
            </a:ln>
          </p:spPr>
        </p:sp>
        <p:sp>
          <p:nvSpPr>
            <p:cNvPr id="11181" name="Heatmap cell r41 c98"/>
            <p:cNvSpPr/>
            <p:nvPr/>
          </p:nvSpPr>
          <p:spPr>
            <a:xfrm>
              <a:off x="1787826" y="1096559"/>
              <a:ext cx="17140" cy="26609"/>
            </a:xfrm>
            <a:prstGeom prst="rect">
              <a:avLst/>
            </a:prstGeom>
            <a:solidFill>
              <a:srgbClr val="6C90B1"/>
            </a:solidFill>
            <a:ln>
              <a:noFill/>
            </a:ln>
          </p:spPr>
        </p:sp>
        <p:sp>
          <p:nvSpPr>
            <p:cNvPr id="11182" name="Heatmap cell r41 c99"/>
            <p:cNvSpPr/>
            <p:nvPr/>
          </p:nvSpPr>
          <p:spPr>
            <a:xfrm>
              <a:off x="1804871" y="1096559"/>
              <a:ext cx="19034" cy="26609"/>
            </a:xfrm>
            <a:prstGeom prst="rect">
              <a:avLst/>
            </a:prstGeom>
            <a:solidFill>
              <a:srgbClr val="6086AC"/>
            </a:solidFill>
            <a:ln>
              <a:noFill/>
            </a:ln>
          </p:spPr>
        </p:sp>
        <p:sp>
          <p:nvSpPr>
            <p:cNvPr id="11183" name="Heatmap cell r41 c100"/>
            <p:cNvSpPr/>
            <p:nvPr/>
          </p:nvSpPr>
          <p:spPr>
            <a:xfrm>
              <a:off x="1823810" y="1096559"/>
              <a:ext cx="17140" cy="26609"/>
            </a:xfrm>
            <a:prstGeom prst="rect">
              <a:avLst/>
            </a:prstGeom>
            <a:solidFill>
              <a:srgbClr val="F3C6CB"/>
            </a:solidFill>
            <a:ln>
              <a:noFill/>
            </a:ln>
          </p:spPr>
        </p:sp>
        <p:sp>
          <p:nvSpPr>
            <p:cNvPr id="11184" name="Heatmap cell r41 c101"/>
            <p:cNvSpPr/>
            <p:nvPr/>
          </p:nvSpPr>
          <p:spPr>
            <a:xfrm>
              <a:off x="1840855" y="1096559"/>
              <a:ext cx="19034" cy="26609"/>
            </a:xfrm>
            <a:prstGeom prst="rect">
              <a:avLst/>
            </a:prstGeom>
            <a:solidFill>
              <a:srgbClr val="C8D5E2"/>
            </a:solidFill>
            <a:ln>
              <a:noFill/>
            </a:ln>
          </p:spPr>
        </p:sp>
        <p:sp>
          <p:nvSpPr>
            <p:cNvPr id="11185" name="Heatmap cell r41 c102"/>
            <p:cNvSpPr/>
            <p:nvPr/>
          </p:nvSpPr>
          <p:spPr>
            <a:xfrm>
              <a:off x="1859794" y="1096559"/>
              <a:ext cx="19034" cy="26609"/>
            </a:xfrm>
            <a:prstGeom prst="rect">
              <a:avLst/>
            </a:prstGeom>
            <a:solidFill>
              <a:srgbClr val="ACC0D3"/>
            </a:solidFill>
            <a:ln>
              <a:noFill/>
            </a:ln>
          </p:spPr>
        </p:sp>
        <p:sp>
          <p:nvSpPr>
            <p:cNvPr id="11186" name="Heatmap cell r41 c103"/>
            <p:cNvSpPr/>
            <p:nvPr/>
          </p:nvSpPr>
          <p:spPr>
            <a:xfrm>
              <a:off x="1878732" y="1096559"/>
              <a:ext cx="17140" cy="26609"/>
            </a:xfrm>
            <a:prstGeom prst="rect">
              <a:avLst/>
            </a:prstGeom>
            <a:solidFill>
              <a:srgbClr val="EBEFF5"/>
            </a:solidFill>
            <a:ln>
              <a:noFill/>
            </a:ln>
          </p:spPr>
        </p:sp>
        <p:sp>
          <p:nvSpPr>
            <p:cNvPr id="11187" name="Heatmap cell r41 c104"/>
            <p:cNvSpPr/>
            <p:nvPr/>
          </p:nvSpPr>
          <p:spPr>
            <a:xfrm>
              <a:off x="1895777" y="1096559"/>
              <a:ext cx="19034" cy="26609"/>
            </a:xfrm>
            <a:prstGeom prst="rect">
              <a:avLst/>
            </a:prstGeom>
            <a:solidFill>
              <a:srgbClr val="84A1BE"/>
            </a:solidFill>
            <a:ln>
              <a:noFill/>
            </a:ln>
          </p:spPr>
        </p:sp>
        <p:sp>
          <p:nvSpPr>
            <p:cNvPr id="11188" name="Heatmap cell r41 c105"/>
            <p:cNvSpPr/>
            <p:nvPr/>
          </p:nvSpPr>
          <p:spPr>
            <a:xfrm>
              <a:off x="1914716" y="1096559"/>
              <a:ext cx="17140" cy="26609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</p:sp>
        <p:sp>
          <p:nvSpPr>
            <p:cNvPr id="11189" name="Heatmap cell r41 c106"/>
            <p:cNvSpPr/>
            <p:nvPr/>
          </p:nvSpPr>
          <p:spPr>
            <a:xfrm>
              <a:off x="1931761" y="1096559"/>
              <a:ext cx="19034" cy="26609"/>
            </a:xfrm>
            <a:prstGeom prst="rect">
              <a:avLst/>
            </a:prstGeom>
            <a:solidFill>
              <a:srgbClr val="FBF3F4"/>
            </a:solidFill>
            <a:ln>
              <a:noFill/>
            </a:ln>
          </p:spPr>
        </p:sp>
        <p:sp>
          <p:nvSpPr>
            <p:cNvPr id="11190" name="Heatmap cell r41 c107"/>
            <p:cNvSpPr/>
            <p:nvPr/>
          </p:nvSpPr>
          <p:spPr>
            <a:xfrm>
              <a:off x="1950700" y="1096559"/>
              <a:ext cx="17140" cy="26609"/>
            </a:xfrm>
            <a:prstGeom prst="rect">
              <a:avLst/>
            </a:prstGeom>
            <a:solidFill>
              <a:srgbClr val="BCCCDC"/>
            </a:solidFill>
            <a:ln>
              <a:noFill/>
            </a:ln>
          </p:spPr>
        </p:sp>
        <p:sp>
          <p:nvSpPr>
            <p:cNvPr id="11191" name="Heatmap cell r41 c108"/>
            <p:cNvSpPr/>
            <p:nvPr/>
          </p:nvSpPr>
          <p:spPr>
            <a:xfrm>
              <a:off x="1967745" y="1096559"/>
              <a:ext cx="19034" cy="26609"/>
            </a:xfrm>
            <a:prstGeom prst="rect">
              <a:avLst/>
            </a:prstGeom>
            <a:solidFill>
              <a:srgbClr val="E6EBF1"/>
            </a:solidFill>
            <a:ln>
              <a:noFill/>
            </a:ln>
          </p:spPr>
        </p:sp>
        <p:sp>
          <p:nvSpPr>
            <p:cNvPr id="11192" name="Heatmap cell r41 c109"/>
            <p:cNvSpPr/>
            <p:nvPr/>
          </p:nvSpPr>
          <p:spPr>
            <a:xfrm>
              <a:off x="1986684" y="1096559"/>
              <a:ext cx="17140" cy="26609"/>
            </a:xfrm>
            <a:prstGeom prst="rect">
              <a:avLst/>
            </a:prstGeom>
            <a:solidFill>
              <a:srgbClr val="F8E4E7"/>
            </a:solidFill>
            <a:ln>
              <a:noFill/>
            </a:ln>
          </p:spPr>
        </p:sp>
        <p:sp>
          <p:nvSpPr>
            <p:cNvPr id="11193" name="Heatmap cell r41 c110"/>
            <p:cNvSpPr/>
            <p:nvPr/>
          </p:nvSpPr>
          <p:spPr>
            <a:xfrm>
              <a:off x="2003729" y="1096559"/>
              <a:ext cx="19034" cy="26609"/>
            </a:xfrm>
            <a:prstGeom prst="rect">
              <a:avLst/>
            </a:prstGeom>
            <a:solidFill>
              <a:srgbClr val="ECF0F6"/>
            </a:solidFill>
            <a:ln>
              <a:noFill/>
            </a:ln>
          </p:spPr>
        </p:sp>
        <p:sp>
          <p:nvSpPr>
            <p:cNvPr id="11194" name="Heatmap cell r41 c111"/>
            <p:cNvSpPr/>
            <p:nvPr/>
          </p:nvSpPr>
          <p:spPr>
            <a:xfrm>
              <a:off x="2022668" y="1096559"/>
              <a:ext cx="17140" cy="26609"/>
            </a:xfrm>
            <a:prstGeom prst="rect">
              <a:avLst/>
            </a:prstGeom>
            <a:solidFill>
              <a:srgbClr val="EFB8BD"/>
            </a:solidFill>
            <a:ln>
              <a:noFill/>
            </a:ln>
          </p:spPr>
        </p:sp>
        <p:sp>
          <p:nvSpPr>
            <p:cNvPr id="11195" name="Heatmap cell r41 c112"/>
            <p:cNvSpPr/>
            <p:nvPr/>
          </p:nvSpPr>
          <p:spPr>
            <a:xfrm>
              <a:off x="2039712" y="1096559"/>
              <a:ext cx="19034" cy="26609"/>
            </a:xfrm>
            <a:prstGeom prst="rect">
              <a:avLst/>
            </a:prstGeom>
            <a:solidFill>
              <a:srgbClr val="F6F8F9"/>
            </a:solidFill>
            <a:ln>
              <a:noFill/>
            </a:ln>
          </p:spPr>
        </p:sp>
        <p:sp>
          <p:nvSpPr>
            <p:cNvPr id="11196" name="Heatmap cell r41 c113"/>
            <p:cNvSpPr/>
            <p:nvPr/>
          </p:nvSpPr>
          <p:spPr>
            <a:xfrm>
              <a:off x="2058651" y="1096559"/>
              <a:ext cx="17140" cy="26609"/>
            </a:xfrm>
            <a:prstGeom prst="rect">
              <a:avLst/>
            </a:prstGeom>
            <a:solidFill>
              <a:srgbClr val="EEF3F6"/>
            </a:solidFill>
            <a:ln>
              <a:noFill/>
            </a:ln>
          </p:spPr>
        </p:sp>
        <p:sp>
          <p:nvSpPr>
            <p:cNvPr id="11197" name="Heatmap cell r41 c114"/>
            <p:cNvSpPr/>
            <p:nvPr/>
          </p:nvSpPr>
          <p:spPr>
            <a:xfrm>
              <a:off x="2075696" y="1096559"/>
              <a:ext cx="19034" cy="26609"/>
            </a:xfrm>
            <a:prstGeom prst="rect">
              <a:avLst/>
            </a:prstGeom>
            <a:solidFill>
              <a:srgbClr val="EBEFF5"/>
            </a:solidFill>
            <a:ln>
              <a:noFill/>
            </a:ln>
          </p:spPr>
        </p:sp>
        <p:sp>
          <p:nvSpPr>
            <p:cNvPr id="11198" name="Heatmap cell r41 c115"/>
            <p:cNvSpPr/>
            <p:nvPr/>
          </p:nvSpPr>
          <p:spPr>
            <a:xfrm>
              <a:off x="2094635" y="1096559"/>
              <a:ext cx="19034" cy="26609"/>
            </a:xfrm>
            <a:prstGeom prst="rect">
              <a:avLst/>
            </a:prstGeom>
            <a:solidFill>
              <a:srgbClr val="EFF3F7"/>
            </a:solidFill>
            <a:ln>
              <a:noFill/>
            </a:ln>
          </p:spPr>
        </p:sp>
        <p:sp>
          <p:nvSpPr>
            <p:cNvPr id="11199" name="Heatmap cell r41 c116"/>
            <p:cNvSpPr/>
            <p:nvPr/>
          </p:nvSpPr>
          <p:spPr>
            <a:xfrm>
              <a:off x="2113574" y="1096559"/>
              <a:ext cx="17140" cy="26609"/>
            </a:xfrm>
            <a:prstGeom prst="rect">
              <a:avLst/>
            </a:prstGeom>
            <a:solidFill>
              <a:srgbClr val="AFC3D5"/>
            </a:solidFill>
            <a:ln>
              <a:noFill/>
            </a:ln>
          </p:spPr>
        </p:sp>
        <p:sp>
          <p:nvSpPr>
            <p:cNvPr id="11200" name="Heatmap cell r41 c117"/>
            <p:cNvSpPr/>
            <p:nvPr/>
          </p:nvSpPr>
          <p:spPr>
            <a:xfrm>
              <a:off x="2130619" y="1096559"/>
              <a:ext cx="19034" cy="26609"/>
            </a:xfrm>
            <a:prstGeom prst="rect">
              <a:avLst/>
            </a:prstGeom>
            <a:solidFill>
              <a:srgbClr val="A2B8CF"/>
            </a:solidFill>
            <a:ln>
              <a:noFill/>
            </a:ln>
          </p:spPr>
        </p:sp>
        <p:sp>
          <p:nvSpPr>
            <p:cNvPr id="11201" name="Heatmap cell r41 c118"/>
            <p:cNvSpPr/>
            <p:nvPr/>
          </p:nvSpPr>
          <p:spPr>
            <a:xfrm>
              <a:off x="2149558" y="1096559"/>
              <a:ext cx="17140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11202" name="Heatmap cell r41 c119"/>
            <p:cNvSpPr/>
            <p:nvPr/>
          </p:nvSpPr>
          <p:spPr>
            <a:xfrm>
              <a:off x="2166603" y="1096559"/>
              <a:ext cx="19034" cy="26609"/>
            </a:xfrm>
            <a:prstGeom prst="rect">
              <a:avLst/>
            </a:prstGeom>
            <a:solidFill>
              <a:srgbClr val="E1E9EF"/>
            </a:solidFill>
            <a:ln>
              <a:noFill/>
            </a:ln>
          </p:spPr>
        </p:sp>
        <p:sp>
          <p:nvSpPr>
            <p:cNvPr id="11203" name="Heatmap cell r41 c120"/>
            <p:cNvSpPr/>
            <p:nvPr/>
          </p:nvSpPr>
          <p:spPr>
            <a:xfrm>
              <a:off x="2185542" y="1096559"/>
              <a:ext cx="17140" cy="26609"/>
            </a:xfrm>
            <a:prstGeom prst="rect">
              <a:avLst/>
            </a:prstGeom>
            <a:solidFill>
              <a:srgbClr val="537CA4"/>
            </a:solidFill>
            <a:ln>
              <a:noFill/>
            </a:ln>
          </p:spPr>
        </p:sp>
        <p:sp>
          <p:nvSpPr>
            <p:cNvPr id="11204" name="Heatmap cell r41 c121"/>
            <p:cNvSpPr/>
            <p:nvPr/>
          </p:nvSpPr>
          <p:spPr>
            <a:xfrm>
              <a:off x="2202586" y="1096559"/>
              <a:ext cx="19034" cy="26609"/>
            </a:xfrm>
            <a:prstGeom prst="rect">
              <a:avLst/>
            </a:prstGeom>
            <a:solidFill>
              <a:srgbClr val="EEF3F6"/>
            </a:solidFill>
            <a:ln>
              <a:noFill/>
            </a:ln>
          </p:spPr>
        </p:sp>
        <p:sp>
          <p:nvSpPr>
            <p:cNvPr id="11205" name="Heatmap cell r41 c122"/>
            <p:cNvSpPr/>
            <p:nvPr/>
          </p:nvSpPr>
          <p:spPr>
            <a:xfrm>
              <a:off x="2221525" y="1096559"/>
              <a:ext cx="17140" cy="26609"/>
            </a:xfrm>
            <a:prstGeom prst="rect">
              <a:avLst/>
            </a:prstGeom>
            <a:solidFill>
              <a:srgbClr val="2B5E90"/>
            </a:solidFill>
            <a:ln>
              <a:noFill/>
            </a:ln>
          </p:spPr>
        </p:sp>
        <p:sp>
          <p:nvSpPr>
            <p:cNvPr id="11206" name="Heatmap cell r41 c123"/>
            <p:cNvSpPr/>
            <p:nvPr/>
          </p:nvSpPr>
          <p:spPr>
            <a:xfrm>
              <a:off x="2238570" y="1096559"/>
              <a:ext cx="19034" cy="26609"/>
            </a:xfrm>
            <a:prstGeom prst="rect">
              <a:avLst/>
            </a:prstGeom>
            <a:solidFill>
              <a:srgbClr val="DDE4EC"/>
            </a:solidFill>
            <a:ln>
              <a:noFill/>
            </a:ln>
          </p:spPr>
        </p:sp>
        <p:sp>
          <p:nvSpPr>
            <p:cNvPr id="11207" name="Heatmap cell r41 c124"/>
            <p:cNvSpPr/>
            <p:nvPr/>
          </p:nvSpPr>
          <p:spPr>
            <a:xfrm>
              <a:off x="2257509" y="1096559"/>
              <a:ext cx="17140" cy="26609"/>
            </a:xfrm>
            <a:prstGeom prst="rect">
              <a:avLst/>
            </a:prstGeom>
            <a:solidFill>
              <a:srgbClr val="DFE7ED"/>
            </a:solidFill>
            <a:ln>
              <a:noFill/>
            </a:ln>
          </p:spPr>
        </p:sp>
        <p:sp>
          <p:nvSpPr>
            <p:cNvPr id="11208" name="Heatmap cell r41 c125"/>
            <p:cNvSpPr/>
            <p:nvPr/>
          </p:nvSpPr>
          <p:spPr>
            <a:xfrm>
              <a:off x="2274554" y="1096559"/>
              <a:ext cx="19034" cy="26609"/>
            </a:xfrm>
            <a:prstGeom prst="rect">
              <a:avLst/>
            </a:prstGeom>
            <a:solidFill>
              <a:srgbClr val="557EA6"/>
            </a:solidFill>
            <a:ln>
              <a:noFill/>
            </a:ln>
          </p:spPr>
        </p:sp>
        <p:sp>
          <p:nvSpPr>
            <p:cNvPr id="11209" name="Heatmap cell r41 c126"/>
            <p:cNvSpPr/>
            <p:nvPr/>
          </p:nvSpPr>
          <p:spPr>
            <a:xfrm>
              <a:off x="2293493" y="1096559"/>
              <a:ext cx="17140" cy="26609"/>
            </a:xfrm>
            <a:prstGeom prst="rect">
              <a:avLst/>
            </a:prstGeom>
            <a:solidFill>
              <a:srgbClr val="83A0BD"/>
            </a:solidFill>
            <a:ln>
              <a:noFill/>
            </a:ln>
          </p:spPr>
        </p:sp>
        <p:sp>
          <p:nvSpPr>
            <p:cNvPr id="11210" name="Heatmap cell r41 c127"/>
            <p:cNvSpPr/>
            <p:nvPr/>
          </p:nvSpPr>
          <p:spPr>
            <a:xfrm>
              <a:off x="2310538" y="1096559"/>
              <a:ext cx="19034" cy="26609"/>
            </a:xfrm>
            <a:prstGeom prst="rect">
              <a:avLst/>
            </a:prstGeom>
            <a:solidFill>
              <a:srgbClr val="1E5287"/>
            </a:solidFill>
            <a:ln>
              <a:noFill/>
            </a:ln>
          </p:spPr>
        </p:sp>
        <p:sp>
          <p:nvSpPr>
            <p:cNvPr id="11211" name="Heatmap cell r41 c128"/>
            <p:cNvSpPr/>
            <p:nvPr/>
          </p:nvSpPr>
          <p:spPr>
            <a:xfrm>
              <a:off x="2329477" y="1096559"/>
              <a:ext cx="19034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11212" name="Heatmap cell r41 c129"/>
            <p:cNvSpPr/>
            <p:nvPr/>
          </p:nvSpPr>
          <p:spPr>
            <a:xfrm>
              <a:off x="2348416" y="1096559"/>
              <a:ext cx="17140" cy="26609"/>
            </a:xfrm>
            <a:prstGeom prst="rect">
              <a:avLst/>
            </a:prstGeom>
            <a:solidFill>
              <a:srgbClr val="A6BAD0"/>
            </a:solidFill>
            <a:ln>
              <a:noFill/>
            </a:ln>
          </p:spPr>
        </p:sp>
        <p:sp>
          <p:nvSpPr>
            <p:cNvPr id="11213" name="Heatmap cell r41 c130"/>
            <p:cNvSpPr/>
            <p:nvPr/>
          </p:nvSpPr>
          <p:spPr>
            <a:xfrm>
              <a:off x="2365460" y="1096559"/>
              <a:ext cx="19034" cy="26609"/>
            </a:xfrm>
            <a:prstGeom prst="rect">
              <a:avLst/>
            </a:prstGeom>
            <a:solidFill>
              <a:srgbClr val="88A4C1"/>
            </a:solidFill>
            <a:ln>
              <a:noFill/>
            </a:ln>
          </p:spPr>
        </p:sp>
        <p:sp>
          <p:nvSpPr>
            <p:cNvPr id="11214" name="Heatmap cell r41 c132"/>
            <p:cNvSpPr/>
            <p:nvPr/>
          </p:nvSpPr>
          <p:spPr>
            <a:xfrm>
              <a:off x="2401444" y="1096559"/>
              <a:ext cx="19034" cy="26609"/>
            </a:xfrm>
            <a:prstGeom prst="rect">
              <a:avLst/>
            </a:prstGeom>
            <a:solidFill>
              <a:srgbClr val="F5D0D3"/>
            </a:solidFill>
            <a:ln>
              <a:noFill/>
            </a:ln>
          </p:spPr>
        </p:sp>
        <p:sp>
          <p:nvSpPr>
            <p:cNvPr id="11215" name="Heatmap cell r41 c133"/>
            <p:cNvSpPr/>
            <p:nvPr/>
          </p:nvSpPr>
          <p:spPr>
            <a:xfrm>
              <a:off x="2420383" y="1096559"/>
              <a:ext cx="17140" cy="26609"/>
            </a:xfrm>
            <a:prstGeom prst="rect">
              <a:avLst/>
            </a:prstGeom>
            <a:solidFill>
              <a:srgbClr val="E4EBEF"/>
            </a:solidFill>
            <a:ln>
              <a:noFill/>
            </a:ln>
          </p:spPr>
        </p:sp>
        <p:sp>
          <p:nvSpPr>
            <p:cNvPr id="11216" name="Heatmap cell r41 c134"/>
            <p:cNvSpPr/>
            <p:nvPr/>
          </p:nvSpPr>
          <p:spPr>
            <a:xfrm>
              <a:off x="2437428" y="1096559"/>
              <a:ext cx="19034" cy="26609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11217" name="Heatmap cell r41 c135"/>
            <p:cNvSpPr/>
            <p:nvPr/>
          </p:nvSpPr>
          <p:spPr>
            <a:xfrm>
              <a:off x="2456367" y="1096559"/>
              <a:ext cx="17140" cy="26609"/>
            </a:xfrm>
            <a:prstGeom prst="rect">
              <a:avLst/>
            </a:prstGeom>
            <a:solidFill>
              <a:srgbClr val="FBF3F4"/>
            </a:solidFill>
            <a:ln>
              <a:noFill/>
            </a:ln>
          </p:spPr>
        </p:sp>
        <p:sp>
          <p:nvSpPr>
            <p:cNvPr id="11218" name="Heatmap cell r41 c136"/>
            <p:cNvSpPr/>
            <p:nvPr/>
          </p:nvSpPr>
          <p:spPr>
            <a:xfrm>
              <a:off x="2473412" y="1096559"/>
              <a:ext cx="19034" cy="26609"/>
            </a:xfrm>
            <a:prstGeom prst="rect">
              <a:avLst/>
            </a:prstGeom>
            <a:solidFill>
              <a:srgbClr val="F6D4D7"/>
            </a:solidFill>
            <a:ln>
              <a:noFill/>
            </a:ln>
          </p:spPr>
        </p:sp>
        <p:sp>
          <p:nvSpPr>
            <p:cNvPr id="11219" name="Heatmap cell r41 c137"/>
            <p:cNvSpPr/>
            <p:nvPr/>
          </p:nvSpPr>
          <p:spPr>
            <a:xfrm>
              <a:off x="2492351" y="1096559"/>
              <a:ext cx="17140" cy="26609"/>
            </a:xfrm>
            <a:prstGeom prst="rect">
              <a:avLst/>
            </a:prstGeom>
            <a:solidFill>
              <a:srgbClr val="F8E3E6"/>
            </a:solidFill>
            <a:ln>
              <a:noFill/>
            </a:ln>
          </p:spPr>
        </p:sp>
        <p:sp>
          <p:nvSpPr>
            <p:cNvPr id="11220" name="Heatmap cell r41 c138"/>
            <p:cNvSpPr/>
            <p:nvPr/>
          </p:nvSpPr>
          <p:spPr>
            <a:xfrm>
              <a:off x="2509396" y="1096559"/>
              <a:ext cx="19034" cy="26609"/>
            </a:xfrm>
            <a:prstGeom prst="rect">
              <a:avLst/>
            </a:prstGeom>
            <a:solidFill>
              <a:srgbClr val="F8DEE0"/>
            </a:solidFill>
            <a:ln>
              <a:noFill/>
            </a:ln>
          </p:spPr>
        </p:sp>
        <p:sp>
          <p:nvSpPr>
            <p:cNvPr id="11221" name="Heatmap cell r41 c140"/>
            <p:cNvSpPr/>
            <p:nvPr/>
          </p:nvSpPr>
          <p:spPr>
            <a:xfrm>
              <a:off x="2545379" y="1096559"/>
              <a:ext cx="19034" cy="26609"/>
            </a:xfrm>
            <a:prstGeom prst="rect">
              <a:avLst/>
            </a:prstGeom>
            <a:solidFill>
              <a:srgbClr val="AABDD2"/>
            </a:solidFill>
            <a:ln>
              <a:noFill/>
            </a:ln>
          </p:spPr>
        </p:sp>
        <p:sp>
          <p:nvSpPr>
            <p:cNvPr id="11222" name="Heatmap cell r41 c141"/>
            <p:cNvSpPr/>
            <p:nvPr/>
          </p:nvSpPr>
          <p:spPr>
            <a:xfrm>
              <a:off x="2564318" y="1096559"/>
              <a:ext cx="19034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11223" name="Heatmap cell r41 c142"/>
            <p:cNvSpPr/>
            <p:nvPr/>
          </p:nvSpPr>
          <p:spPr>
            <a:xfrm>
              <a:off x="2583257" y="1096559"/>
              <a:ext cx="17140" cy="26609"/>
            </a:xfrm>
            <a:prstGeom prst="rect">
              <a:avLst/>
            </a:prstGeom>
            <a:solidFill>
              <a:srgbClr val="BECFDD"/>
            </a:solidFill>
            <a:ln>
              <a:noFill/>
            </a:ln>
          </p:spPr>
        </p:sp>
        <p:sp>
          <p:nvSpPr>
            <p:cNvPr id="11224" name="Heatmap cell r41 c143"/>
            <p:cNvSpPr/>
            <p:nvPr/>
          </p:nvSpPr>
          <p:spPr>
            <a:xfrm>
              <a:off x="2600302" y="1096559"/>
              <a:ext cx="19034" cy="26609"/>
            </a:xfrm>
            <a:prstGeom prst="rect">
              <a:avLst/>
            </a:prstGeom>
            <a:solidFill>
              <a:srgbClr val="FBF0F1"/>
            </a:solidFill>
            <a:ln>
              <a:noFill/>
            </a:ln>
          </p:spPr>
        </p:sp>
        <p:sp>
          <p:nvSpPr>
            <p:cNvPr id="11225" name="Heatmap cell r41 c144"/>
            <p:cNvSpPr/>
            <p:nvPr/>
          </p:nvSpPr>
          <p:spPr>
            <a:xfrm>
              <a:off x="2619241" y="1096559"/>
              <a:ext cx="17140" cy="26609"/>
            </a:xfrm>
            <a:prstGeom prst="rect">
              <a:avLst/>
            </a:prstGeom>
            <a:solidFill>
              <a:srgbClr val="A0B7CE"/>
            </a:solidFill>
            <a:ln>
              <a:noFill/>
            </a:ln>
          </p:spPr>
        </p:sp>
        <p:sp>
          <p:nvSpPr>
            <p:cNvPr id="11226" name="Heatmap cell r41 c145"/>
            <p:cNvSpPr/>
            <p:nvPr/>
          </p:nvSpPr>
          <p:spPr>
            <a:xfrm>
              <a:off x="2636286" y="1096559"/>
              <a:ext cx="19034" cy="26609"/>
            </a:xfrm>
            <a:prstGeom prst="rect">
              <a:avLst/>
            </a:prstGeom>
            <a:solidFill>
              <a:srgbClr val="D2DDE7"/>
            </a:solidFill>
            <a:ln>
              <a:noFill/>
            </a:ln>
          </p:spPr>
        </p:sp>
        <p:sp>
          <p:nvSpPr>
            <p:cNvPr id="11227" name="Heatmap cell r41 c146"/>
            <p:cNvSpPr/>
            <p:nvPr/>
          </p:nvSpPr>
          <p:spPr>
            <a:xfrm>
              <a:off x="2655225" y="1096559"/>
              <a:ext cx="17140" cy="26609"/>
            </a:xfrm>
            <a:prstGeom prst="rect">
              <a:avLst/>
            </a:prstGeom>
            <a:solidFill>
              <a:srgbClr val="FBF5F5"/>
            </a:solidFill>
            <a:ln>
              <a:noFill/>
            </a:ln>
          </p:spPr>
        </p:sp>
        <p:sp>
          <p:nvSpPr>
            <p:cNvPr id="11228" name="Heatmap cell r41 c147"/>
            <p:cNvSpPr/>
            <p:nvPr/>
          </p:nvSpPr>
          <p:spPr>
            <a:xfrm>
              <a:off x="2672270" y="1096559"/>
              <a:ext cx="19034" cy="26609"/>
            </a:xfrm>
            <a:prstGeom prst="rect">
              <a:avLst/>
            </a:prstGeom>
            <a:solidFill>
              <a:srgbClr val="F1F5F8"/>
            </a:solidFill>
            <a:ln>
              <a:noFill/>
            </a:ln>
          </p:spPr>
        </p:sp>
        <p:sp>
          <p:nvSpPr>
            <p:cNvPr id="11229" name="Heatmap cell r41 c148"/>
            <p:cNvSpPr/>
            <p:nvPr/>
          </p:nvSpPr>
          <p:spPr>
            <a:xfrm>
              <a:off x="2691208" y="1096559"/>
              <a:ext cx="17140" cy="26609"/>
            </a:xfrm>
            <a:prstGeom prst="rect">
              <a:avLst/>
            </a:prstGeom>
            <a:solidFill>
              <a:srgbClr val="BACADB"/>
            </a:solidFill>
            <a:ln>
              <a:noFill/>
            </a:ln>
          </p:spPr>
        </p:sp>
        <p:sp>
          <p:nvSpPr>
            <p:cNvPr id="11230" name="Heatmap cell r41 c150"/>
            <p:cNvSpPr/>
            <p:nvPr/>
          </p:nvSpPr>
          <p:spPr>
            <a:xfrm>
              <a:off x="2727192" y="1096559"/>
              <a:ext cx="17140" cy="26609"/>
            </a:xfrm>
            <a:prstGeom prst="rect">
              <a:avLst/>
            </a:prstGeom>
            <a:solidFill>
              <a:srgbClr val="A0B7CE"/>
            </a:solidFill>
            <a:ln>
              <a:noFill/>
            </a:ln>
          </p:spPr>
        </p:sp>
        <p:sp>
          <p:nvSpPr>
            <p:cNvPr id="11231" name="Heatmap cell r41 c151"/>
            <p:cNvSpPr/>
            <p:nvPr/>
          </p:nvSpPr>
          <p:spPr>
            <a:xfrm>
              <a:off x="2744237" y="1096559"/>
              <a:ext cx="19034" cy="26609"/>
            </a:xfrm>
            <a:prstGeom prst="rect">
              <a:avLst/>
            </a:prstGeom>
            <a:solidFill>
              <a:srgbClr val="C7D4E1"/>
            </a:solidFill>
            <a:ln>
              <a:noFill/>
            </a:ln>
          </p:spPr>
        </p:sp>
        <p:sp>
          <p:nvSpPr>
            <p:cNvPr id="11232" name="Heatmap cell r41 c152"/>
            <p:cNvSpPr/>
            <p:nvPr/>
          </p:nvSpPr>
          <p:spPr>
            <a:xfrm>
              <a:off x="2763176" y="1096559"/>
              <a:ext cx="17140" cy="26609"/>
            </a:xfrm>
            <a:prstGeom prst="rect">
              <a:avLst/>
            </a:prstGeom>
            <a:solidFill>
              <a:srgbClr val="D0DBE6"/>
            </a:solidFill>
            <a:ln>
              <a:noFill/>
            </a:ln>
          </p:spPr>
        </p:sp>
        <p:sp>
          <p:nvSpPr>
            <p:cNvPr id="11233" name="Heatmap cell r41 c153"/>
            <p:cNvSpPr/>
            <p:nvPr/>
          </p:nvSpPr>
          <p:spPr>
            <a:xfrm>
              <a:off x="2780221" y="1096559"/>
              <a:ext cx="19034" cy="26609"/>
            </a:xfrm>
            <a:prstGeom prst="rect">
              <a:avLst/>
            </a:prstGeom>
            <a:solidFill>
              <a:srgbClr val="E6EBF1"/>
            </a:solidFill>
            <a:ln>
              <a:noFill/>
            </a:ln>
          </p:spPr>
        </p:sp>
        <p:sp>
          <p:nvSpPr>
            <p:cNvPr id="11234" name="Heatmap cell r41 c154"/>
            <p:cNvSpPr/>
            <p:nvPr/>
          </p:nvSpPr>
          <p:spPr>
            <a:xfrm>
              <a:off x="2799160" y="1096559"/>
              <a:ext cx="17140" cy="26609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11235" name="Heatmap cell r41 c155"/>
            <p:cNvSpPr/>
            <p:nvPr/>
          </p:nvSpPr>
          <p:spPr>
            <a:xfrm>
              <a:off x="2816205" y="1096559"/>
              <a:ext cx="19034" cy="26609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11236" name="Heatmap cell r41 c156"/>
            <p:cNvSpPr/>
            <p:nvPr/>
          </p:nvSpPr>
          <p:spPr>
            <a:xfrm>
              <a:off x="2835144" y="1096559"/>
              <a:ext cx="19034" cy="26609"/>
            </a:xfrm>
            <a:prstGeom prst="rect">
              <a:avLst/>
            </a:prstGeom>
            <a:solidFill>
              <a:srgbClr val="CDD9E3"/>
            </a:solidFill>
            <a:ln>
              <a:noFill/>
            </a:ln>
          </p:spPr>
        </p:sp>
        <p:sp>
          <p:nvSpPr>
            <p:cNvPr id="11237" name="Heatmap cell r41 c157"/>
            <p:cNvSpPr/>
            <p:nvPr/>
          </p:nvSpPr>
          <p:spPr>
            <a:xfrm>
              <a:off x="2854082" y="1096559"/>
              <a:ext cx="17140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11238" name="Heatmap cell r41 c158"/>
            <p:cNvSpPr/>
            <p:nvPr/>
          </p:nvSpPr>
          <p:spPr>
            <a:xfrm>
              <a:off x="2871127" y="1096559"/>
              <a:ext cx="19034" cy="26609"/>
            </a:xfrm>
            <a:prstGeom prst="rect">
              <a:avLst/>
            </a:prstGeom>
            <a:solidFill>
              <a:srgbClr val="9BB3CA"/>
            </a:solidFill>
            <a:ln>
              <a:noFill/>
            </a:ln>
          </p:spPr>
        </p:sp>
        <p:sp>
          <p:nvSpPr>
            <p:cNvPr id="11239" name="Heatmap cell r41 c159"/>
            <p:cNvSpPr/>
            <p:nvPr/>
          </p:nvSpPr>
          <p:spPr>
            <a:xfrm>
              <a:off x="2890066" y="1096559"/>
              <a:ext cx="17140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11240" name="Heatmap cell r41 c160"/>
            <p:cNvSpPr/>
            <p:nvPr/>
          </p:nvSpPr>
          <p:spPr>
            <a:xfrm>
              <a:off x="2907111" y="1096559"/>
              <a:ext cx="19034" cy="26609"/>
            </a:xfrm>
            <a:prstGeom prst="rect">
              <a:avLst/>
            </a:prstGeom>
            <a:solidFill>
              <a:srgbClr val="C6D4E1"/>
            </a:solidFill>
            <a:ln>
              <a:noFill/>
            </a:ln>
          </p:spPr>
        </p:sp>
        <p:sp>
          <p:nvSpPr>
            <p:cNvPr id="11241" name="Heatmap cell r41 c161"/>
            <p:cNvSpPr/>
            <p:nvPr/>
          </p:nvSpPr>
          <p:spPr>
            <a:xfrm>
              <a:off x="2926050" y="1096559"/>
              <a:ext cx="17140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11242" name="Heatmap cell r41 c162"/>
            <p:cNvSpPr/>
            <p:nvPr/>
          </p:nvSpPr>
          <p:spPr>
            <a:xfrm>
              <a:off x="2943095" y="1096559"/>
              <a:ext cx="19034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11243" name="Heatmap cell r41 c163"/>
            <p:cNvSpPr/>
            <p:nvPr/>
          </p:nvSpPr>
          <p:spPr>
            <a:xfrm>
              <a:off x="2962034" y="1096559"/>
              <a:ext cx="17140" cy="26609"/>
            </a:xfrm>
            <a:prstGeom prst="rect">
              <a:avLst/>
            </a:prstGeom>
            <a:solidFill>
              <a:srgbClr val="F6D5D9"/>
            </a:solidFill>
            <a:ln>
              <a:noFill/>
            </a:ln>
          </p:spPr>
        </p:sp>
        <p:sp>
          <p:nvSpPr>
            <p:cNvPr id="11244" name="Heatmap cell r41 c164"/>
            <p:cNvSpPr/>
            <p:nvPr/>
          </p:nvSpPr>
          <p:spPr>
            <a:xfrm>
              <a:off x="2979079" y="1096559"/>
              <a:ext cx="19034" cy="26609"/>
            </a:xfrm>
            <a:prstGeom prst="rect">
              <a:avLst/>
            </a:prstGeom>
            <a:solidFill>
              <a:srgbClr val="F7D7DB"/>
            </a:solidFill>
            <a:ln>
              <a:noFill/>
            </a:ln>
          </p:spPr>
        </p:sp>
        <p:sp>
          <p:nvSpPr>
            <p:cNvPr id="11245" name="Heatmap cell r41 c165"/>
            <p:cNvSpPr/>
            <p:nvPr/>
          </p:nvSpPr>
          <p:spPr>
            <a:xfrm>
              <a:off x="2998018" y="1096559"/>
              <a:ext cx="17140" cy="26609"/>
            </a:xfrm>
            <a:prstGeom prst="rect">
              <a:avLst/>
            </a:prstGeom>
            <a:solidFill>
              <a:srgbClr val="F9E7E8"/>
            </a:solidFill>
            <a:ln>
              <a:noFill/>
            </a:ln>
          </p:spPr>
        </p:sp>
        <p:sp>
          <p:nvSpPr>
            <p:cNvPr id="11246" name="Heatmap cell r41 c166"/>
            <p:cNvSpPr/>
            <p:nvPr/>
          </p:nvSpPr>
          <p:spPr>
            <a:xfrm>
              <a:off x="3015062" y="1096559"/>
              <a:ext cx="19034" cy="26609"/>
            </a:xfrm>
            <a:prstGeom prst="rect">
              <a:avLst/>
            </a:prstGeom>
            <a:solidFill>
              <a:srgbClr val="F7D7DB"/>
            </a:solidFill>
            <a:ln>
              <a:noFill/>
            </a:ln>
          </p:spPr>
        </p:sp>
        <p:sp>
          <p:nvSpPr>
            <p:cNvPr id="11247" name="Heatmap cell r41 c167"/>
            <p:cNvSpPr/>
            <p:nvPr/>
          </p:nvSpPr>
          <p:spPr>
            <a:xfrm>
              <a:off x="3034001" y="1096559"/>
              <a:ext cx="17140" cy="26609"/>
            </a:xfrm>
            <a:prstGeom prst="rect">
              <a:avLst/>
            </a:prstGeom>
            <a:solidFill>
              <a:srgbClr val="F8E4E7"/>
            </a:solidFill>
            <a:ln>
              <a:noFill/>
            </a:ln>
          </p:spPr>
        </p:sp>
        <p:sp>
          <p:nvSpPr>
            <p:cNvPr id="11248" name="Heatmap cell r41 c168"/>
            <p:cNvSpPr/>
            <p:nvPr/>
          </p:nvSpPr>
          <p:spPr>
            <a:xfrm>
              <a:off x="3051046" y="1096559"/>
              <a:ext cx="19034" cy="26609"/>
            </a:xfrm>
            <a:prstGeom prst="rect">
              <a:avLst/>
            </a:prstGeom>
            <a:solidFill>
              <a:srgbClr val="F9E7E8"/>
            </a:solidFill>
            <a:ln>
              <a:noFill/>
            </a:ln>
          </p:spPr>
        </p:sp>
        <p:sp>
          <p:nvSpPr>
            <p:cNvPr id="11249" name="Heatmap cell r41 c169"/>
            <p:cNvSpPr/>
            <p:nvPr/>
          </p:nvSpPr>
          <p:spPr>
            <a:xfrm>
              <a:off x="3069985" y="1096559"/>
              <a:ext cx="19034" cy="26609"/>
            </a:xfrm>
            <a:prstGeom prst="rect">
              <a:avLst/>
            </a:prstGeom>
            <a:solidFill>
              <a:srgbClr val="F8E6E8"/>
            </a:solidFill>
            <a:ln>
              <a:noFill/>
            </a:ln>
          </p:spPr>
        </p:sp>
        <p:sp>
          <p:nvSpPr>
            <p:cNvPr id="11250" name="Heatmap cell r41 c170"/>
            <p:cNvSpPr/>
            <p:nvPr/>
          </p:nvSpPr>
          <p:spPr>
            <a:xfrm>
              <a:off x="3088924" y="1096559"/>
              <a:ext cx="17140" cy="26609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</p:sp>
        <p:sp>
          <p:nvSpPr>
            <p:cNvPr id="11251" name="Heatmap cell r41 c172"/>
            <p:cNvSpPr/>
            <p:nvPr/>
          </p:nvSpPr>
          <p:spPr>
            <a:xfrm>
              <a:off x="3124908" y="1096559"/>
              <a:ext cx="17140" cy="26609"/>
            </a:xfrm>
            <a:prstGeom prst="rect">
              <a:avLst/>
            </a:prstGeom>
            <a:solidFill>
              <a:srgbClr val="AABDD2"/>
            </a:solidFill>
            <a:ln>
              <a:noFill/>
            </a:ln>
          </p:spPr>
        </p:sp>
        <p:sp>
          <p:nvSpPr>
            <p:cNvPr id="11252" name="Heatmap cell r41 c173"/>
            <p:cNvSpPr/>
            <p:nvPr/>
          </p:nvSpPr>
          <p:spPr>
            <a:xfrm>
              <a:off x="3141953" y="1096559"/>
              <a:ext cx="19034" cy="26609"/>
            </a:xfrm>
            <a:prstGeom prst="rect">
              <a:avLst/>
            </a:prstGeom>
            <a:solidFill>
              <a:srgbClr val="F8F8FA"/>
            </a:solidFill>
            <a:ln>
              <a:noFill/>
            </a:ln>
          </p:spPr>
        </p:sp>
        <p:sp>
          <p:nvSpPr>
            <p:cNvPr id="11253" name="Heatmap cell r41 c174"/>
            <p:cNvSpPr/>
            <p:nvPr/>
          </p:nvSpPr>
          <p:spPr>
            <a:xfrm>
              <a:off x="3160892" y="1096559"/>
              <a:ext cx="17140" cy="26609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11254" name="Heatmap cell r41 c175"/>
            <p:cNvSpPr/>
            <p:nvPr/>
          </p:nvSpPr>
          <p:spPr>
            <a:xfrm>
              <a:off x="3177936" y="1096559"/>
              <a:ext cx="19034" cy="26609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11255" name="Heatmap cell r41 c176"/>
            <p:cNvSpPr/>
            <p:nvPr/>
          </p:nvSpPr>
          <p:spPr>
            <a:xfrm>
              <a:off x="3196875" y="1096559"/>
              <a:ext cx="17140" cy="26609"/>
            </a:xfrm>
            <a:prstGeom prst="rect">
              <a:avLst/>
            </a:prstGeom>
            <a:solidFill>
              <a:srgbClr val="D6E0EA"/>
            </a:solidFill>
            <a:ln>
              <a:noFill/>
            </a:ln>
          </p:spPr>
        </p:sp>
        <p:sp>
          <p:nvSpPr>
            <p:cNvPr id="11256" name="Heatmap cell r41 c177"/>
            <p:cNvSpPr/>
            <p:nvPr/>
          </p:nvSpPr>
          <p:spPr>
            <a:xfrm>
              <a:off x="3213920" y="1096559"/>
              <a:ext cx="19034" cy="26609"/>
            </a:xfrm>
            <a:prstGeom prst="rect">
              <a:avLst/>
            </a:prstGeom>
            <a:solidFill>
              <a:srgbClr val="F5CFD2"/>
            </a:solidFill>
            <a:ln>
              <a:noFill/>
            </a:ln>
          </p:spPr>
        </p:sp>
        <p:sp>
          <p:nvSpPr>
            <p:cNvPr id="11257" name="Heatmap cell r41 c178"/>
            <p:cNvSpPr/>
            <p:nvPr/>
          </p:nvSpPr>
          <p:spPr>
            <a:xfrm>
              <a:off x="3232859" y="1096559"/>
              <a:ext cx="17140" cy="26609"/>
            </a:xfrm>
            <a:prstGeom prst="rect">
              <a:avLst/>
            </a:prstGeom>
            <a:solidFill>
              <a:srgbClr val="FDF9FA"/>
            </a:solidFill>
            <a:ln>
              <a:noFill/>
            </a:ln>
          </p:spPr>
        </p:sp>
        <p:sp>
          <p:nvSpPr>
            <p:cNvPr id="11258" name="Heatmap cell r41 c179"/>
            <p:cNvSpPr/>
            <p:nvPr/>
          </p:nvSpPr>
          <p:spPr>
            <a:xfrm>
              <a:off x="3249904" y="1096559"/>
              <a:ext cx="19034" cy="26609"/>
            </a:xfrm>
            <a:prstGeom prst="rect">
              <a:avLst/>
            </a:prstGeom>
            <a:solidFill>
              <a:srgbClr val="F3C6CB"/>
            </a:solidFill>
            <a:ln>
              <a:noFill/>
            </a:ln>
          </p:spPr>
        </p:sp>
        <p:sp>
          <p:nvSpPr>
            <p:cNvPr id="11259" name="Heatmap cell r41 c180"/>
            <p:cNvSpPr/>
            <p:nvPr/>
          </p:nvSpPr>
          <p:spPr>
            <a:xfrm>
              <a:off x="3268843" y="1096559"/>
              <a:ext cx="17140" cy="26609"/>
            </a:xfrm>
            <a:prstGeom prst="rect">
              <a:avLst/>
            </a:prstGeom>
            <a:solidFill>
              <a:srgbClr val="D4DFE9"/>
            </a:solidFill>
            <a:ln>
              <a:noFill/>
            </a:ln>
          </p:spPr>
        </p:sp>
        <p:sp>
          <p:nvSpPr>
            <p:cNvPr id="11260" name="Heatmap cell r41 c182"/>
            <p:cNvSpPr/>
            <p:nvPr/>
          </p:nvSpPr>
          <p:spPr>
            <a:xfrm>
              <a:off x="3304827" y="1096559"/>
              <a:ext cx="19034" cy="26609"/>
            </a:xfrm>
            <a:prstGeom prst="rect">
              <a:avLst/>
            </a:prstGeom>
            <a:solidFill>
              <a:srgbClr val="E8ECF3"/>
            </a:solidFill>
            <a:ln>
              <a:noFill/>
            </a:ln>
          </p:spPr>
        </p:sp>
        <p:sp>
          <p:nvSpPr>
            <p:cNvPr id="11261" name="Heatmap cell r41 c183"/>
            <p:cNvSpPr/>
            <p:nvPr/>
          </p:nvSpPr>
          <p:spPr>
            <a:xfrm>
              <a:off x="3323765" y="1096559"/>
              <a:ext cx="17140" cy="26609"/>
            </a:xfrm>
            <a:prstGeom prst="rect">
              <a:avLst/>
            </a:prstGeom>
            <a:solidFill>
              <a:srgbClr val="FCF6F6"/>
            </a:solidFill>
            <a:ln>
              <a:noFill/>
            </a:ln>
          </p:spPr>
        </p:sp>
        <p:sp>
          <p:nvSpPr>
            <p:cNvPr id="11262" name="Heatmap cell r41 c184"/>
            <p:cNvSpPr/>
            <p:nvPr/>
          </p:nvSpPr>
          <p:spPr>
            <a:xfrm>
              <a:off x="3340810" y="1096559"/>
              <a:ext cx="19034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11263" name="Heatmap cell r41 c185"/>
            <p:cNvSpPr/>
            <p:nvPr/>
          </p:nvSpPr>
          <p:spPr>
            <a:xfrm>
              <a:off x="3359749" y="1096559"/>
              <a:ext cx="17140" cy="26609"/>
            </a:xfrm>
            <a:prstGeom prst="rect">
              <a:avLst/>
            </a:prstGeom>
            <a:solidFill>
              <a:srgbClr val="EBA6AC"/>
            </a:solidFill>
            <a:ln>
              <a:noFill/>
            </a:ln>
          </p:spPr>
        </p:sp>
        <p:sp>
          <p:nvSpPr>
            <p:cNvPr id="11264" name="Heatmap cell r41 c186"/>
            <p:cNvSpPr/>
            <p:nvPr/>
          </p:nvSpPr>
          <p:spPr>
            <a:xfrm>
              <a:off x="3376794" y="1096559"/>
              <a:ext cx="19034" cy="26609"/>
            </a:xfrm>
            <a:prstGeom prst="rect">
              <a:avLst/>
            </a:prstGeom>
            <a:solidFill>
              <a:srgbClr val="9FB7CD"/>
            </a:solidFill>
            <a:ln>
              <a:noFill/>
            </a:ln>
          </p:spPr>
        </p:sp>
        <p:sp>
          <p:nvSpPr>
            <p:cNvPr id="11265" name="Heatmap cell r41 c187"/>
            <p:cNvSpPr/>
            <p:nvPr/>
          </p:nvSpPr>
          <p:spPr>
            <a:xfrm>
              <a:off x="3395733" y="1096559"/>
              <a:ext cx="17140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11266" name="Heatmap cell r41 c188"/>
            <p:cNvSpPr/>
            <p:nvPr/>
          </p:nvSpPr>
          <p:spPr>
            <a:xfrm>
              <a:off x="3412778" y="1096559"/>
              <a:ext cx="19034" cy="26609"/>
            </a:xfrm>
            <a:prstGeom prst="rect">
              <a:avLst/>
            </a:prstGeom>
            <a:solidFill>
              <a:srgbClr val="FBF0F1"/>
            </a:solidFill>
            <a:ln>
              <a:noFill/>
            </a:ln>
          </p:spPr>
        </p:sp>
        <p:sp>
          <p:nvSpPr>
            <p:cNvPr id="11267" name="Heatmap cell r41 c189"/>
            <p:cNvSpPr/>
            <p:nvPr/>
          </p:nvSpPr>
          <p:spPr>
            <a:xfrm>
              <a:off x="3431717" y="1096559"/>
              <a:ext cx="17140" cy="26609"/>
            </a:xfrm>
            <a:prstGeom prst="rect">
              <a:avLst/>
            </a:prstGeom>
            <a:solidFill>
              <a:srgbClr val="AFC3D5"/>
            </a:solidFill>
            <a:ln>
              <a:noFill/>
            </a:ln>
          </p:spPr>
        </p:sp>
        <p:sp>
          <p:nvSpPr>
            <p:cNvPr id="11268" name="Heatmap cell r41 c190"/>
            <p:cNvSpPr/>
            <p:nvPr/>
          </p:nvSpPr>
          <p:spPr>
            <a:xfrm>
              <a:off x="3448762" y="1096559"/>
              <a:ext cx="19034" cy="26609"/>
            </a:xfrm>
            <a:prstGeom prst="rect">
              <a:avLst/>
            </a:prstGeom>
            <a:solidFill>
              <a:srgbClr val="DEE6EC"/>
            </a:solidFill>
            <a:ln>
              <a:noFill/>
            </a:ln>
          </p:spPr>
        </p:sp>
        <p:sp>
          <p:nvSpPr>
            <p:cNvPr id="11269" name="Heatmap cell r41 c191"/>
            <p:cNvSpPr/>
            <p:nvPr/>
          </p:nvSpPr>
          <p:spPr>
            <a:xfrm>
              <a:off x="3467701" y="1096559"/>
              <a:ext cx="17140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11270" name="Heatmap cell r41 c192"/>
            <p:cNvSpPr/>
            <p:nvPr/>
          </p:nvSpPr>
          <p:spPr>
            <a:xfrm>
              <a:off x="3484746" y="1096559"/>
              <a:ext cx="19034" cy="26609"/>
            </a:xfrm>
            <a:prstGeom prst="rect">
              <a:avLst/>
            </a:prstGeom>
            <a:solidFill>
              <a:srgbClr val="EDB0B6"/>
            </a:solidFill>
            <a:ln>
              <a:noFill/>
            </a:ln>
          </p:spPr>
        </p:sp>
        <p:sp>
          <p:nvSpPr>
            <p:cNvPr id="11271" name="Heatmap cell r41 c193"/>
            <p:cNvSpPr/>
            <p:nvPr/>
          </p:nvSpPr>
          <p:spPr>
            <a:xfrm>
              <a:off x="3503684" y="1096559"/>
              <a:ext cx="17140" cy="26609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11272" name="Heatmap cell r41 c194"/>
            <p:cNvSpPr/>
            <p:nvPr/>
          </p:nvSpPr>
          <p:spPr>
            <a:xfrm>
              <a:off x="3520729" y="1096559"/>
              <a:ext cx="19034" cy="26609"/>
            </a:xfrm>
            <a:prstGeom prst="rect">
              <a:avLst/>
            </a:prstGeom>
            <a:solidFill>
              <a:srgbClr val="F5D1D4"/>
            </a:solidFill>
            <a:ln>
              <a:noFill/>
            </a:ln>
          </p:spPr>
        </p:sp>
        <p:sp>
          <p:nvSpPr>
            <p:cNvPr id="11273" name="Heatmap cell r41 c195"/>
            <p:cNvSpPr/>
            <p:nvPr/>
          </p:nvSpPr>
          <p:spPr>
            <a:xfrm>
              <a:off x="3539668" y="1096559"/>
              <a:ext cx="19034" cy="26609"/>
            </a:xfrm>
            <a:prstGeom prst="rect">
              <a:avLst/>
            </a:prstGeom>
            <a:solidFill>
              <a:srgbClr val="FBF0F1"/>
            </a:solidFill>
            <a:ln>
              <a:noFill/>
            </a:ln>
          </p:spPr>
        </p:sp>
        <p:sp>
          <p:nvSpPr>
            <p:cNvPr id="11274" name="Heatmap cell r41 c196"/>
            <p:cNvSpPr/>
            <p:nvPr/>
          </p:nvSpPr>
          <p:spPr>
            <a:xfrm>
              <a:off x="3558607" y="1096559"/>
              <a:ext cx="17140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11275" name="Heatmap cell r41 c197"/>
            <p:cNvSpPr/>
            <p:nvPr/>
          </p:nvSpPr>
          <p:spPr>
            <a:xfrm>
              <a:off x="3575652" y="1096559"/>
              <a:ext cx="19034" cy="26609"/>
            </a:xfrm>
            <a:prstGeom prst="rect">
              <a:avLst/>
            </a:prstGeom>
            <a:solidFill>
              <a:srgbClr val="CAD6E3"/>
            </a:solidFill>
            <a:ln>
              <a:noFill/>
            </a:ln>
          </p:spPr>
        </p:sp>
        <p:sp>
          <p:nvSpPr>
            <p:cNvPr id="11276" name="Heatmap cell r41 c198"/>
            <p:cNvSpPr/>
            <p:nvPr/>
          </p:nvSpPr>
          <p:spPr>
            <a:xfrm>
              <a:off x="3594591" y="1096559"/>
              <a:ext cx="17140" cy="26609"/>
            </a:xfrm>
            <a:prstGeom prst="rect">
              <a:avLst/>
            </a:prstGeom>
            <a:solidFill>
              <a:srgbClr val="D7E1EB"/>
            </a:solidFill>
            <a:ln>
              <a:noFill/>
            </a:ln>
          </p:spPr>
        </p:sp>
        <p:sp>
          <p:nvSpPr>
            <p:cNvPr id="11277" name="Heatmap cell r41 c199"/>
            <p:cNvSpPr/>
            <p:nvPr/>
          </p:nvSpPr>
          <p:spPr>
            <a:xfrm>
              <a:off x="3611636" y="1096559"/>
              <a:ext cx="19034" cy="26609"/>
            </a:xfrm>
            <a:prstGeom prst="rect">
              <a:avLst/>
            </a:prstGeom>
            <a:solidFill>
              <a:srgbClr val="F6F8F9"/>
            </a:solidFill>
            <a:ln>
              <a:noFill/>
            </a:ln>
          </p:spPr>
        </p:sp>
        <p:sp>
          <p:nvSpPr>
            <p:cNvPr id="11278" name="Heatmap cell r41 c200"/>
            <p:cNvSpPr/>
            <p:nvPr/>
          </p:nvSpPr>
          <p:spPr>
            <a:xfrm>
              <a:off x="3630575" y="1096559"/>
              <a:ext cx="17140" cy="26609"/>
            </a:xfrm>
            <a:prstGeom prst="rect">
              <a:avLst/>
            </a:prstGeom>
            <a:solidFill>
              <a:srgbClr val="CAD6E3"/>
            </a:solidFill>
            <a:ln>
              <a:noFill/>
            </a:ln>
          </p:spPr>
        </p:sp>
        <p:sp>
          <p:nvSpPr>
            <p:cNvPr id="11279" name="Heatmap cell r41 c201"/>
            <p:cNvSpPr/>
            <p:nvPr/>
          </p:nvSpPr>
          <p:spPr>
            <a:xfrm>
              <a:off x="3647620" y="1096559"/>
              <a:ext cx="19034" cy="26609"/>
            </a:xfrm>
            <a:prstGeom prst="rect">
              <a:avLst/>
            </a:prstGeom>
            <a:solidFill>
              <a:srgbClr val="F8F8FA"/>
            </a:solidFill>
            <a:ln>
              <a:noFill/>
            </a:ln>
          </p:spPr>
        </p:sp>
        <p:sp>
          <p:nvSpPr>
            <p:cNvPr id="11280" name="Heatmap cell r41 c202"/>
            <p:cNvSpPr/>
            <p:nvPr/>
          </p:nvSpPr>
          <p:spPr>
            <a:xfrm>
              <a:off x="3666558" y="1096559"/>
              <a:ext cx="17140" cy="26609"/>
            </a:xfrm>
            <a:prstGeom prst="rect">
              <a:avLst/>
            </a:prstGeom>
            <a:solidFill>
              <a:srgbClr val="DFE7ED"/>
            </a:solidFill>
            <a:ln>
              <a:noFill/>
            </a:ln>
          </p:spPr>
        </p:sp>
        <p:sp>
          <p:nvSpPr>
            <p:cNvPr id="11281" name="Heatmap cell r41 c203"/>
            <p:cNvSpPr/>
            <p:nvPr/>
          </p:nvSpPr>
          <p:spPr>
            <a:xfrm>
              <a:off x="3683603" y="1096559"/>
              <a:ext cx="19034" cy="26609"/>
            </a:xfrm>
            <a:prstGeom prst="rect">
              <a:avLst/>
            </a:prstGeom>
            <a:solidFill>
              <a:srgbClr val="F8E4E7"/>
            </a:solidFill>
            <a:ln>
              <a:noFill/>
            </a:ln>
          </p:spPr>
        </p:sp>
        <p:sp>
          <p:nvSpPr>
            <p:cNvPr id="11282" name="Heatmap cell r41 c204"/>
            <p:cNvSpPr/>
            <p:nvPr/>
          </p:nvSpPr>
          <p:spPr>
            <a:xfrm>
              <a:off x="3702542" y="1096559"/>
              <a:ext cx="17140" cy="26609"/>
            </a:xfrm>
            <a:prstGeom prst="rect">
              <a:avLst/>
            </a:prstGeom>
            <a:solidFill>
              <a:srgbClr val="F7D3D6"/>
            </a:solidFill>
            <a:ln>
              <a:noFill/>
            </a:ln>
          </p:spPr>
        </p:sp>
        <p:sp>
          <p:nvSpPr>
            <p:cNvPr id="11283" name="Heatmap cell r41 c205"/>
            <p:cNvSpPr/>
            <p:nvPr/>
          </p:nvSpPr>
          <p:spPr>
            <a:xfrm>
              <a:off x="3719587" y="1096559"/>
              <a:ext cx="19034" cy="26609"/>
            </a:xfrm>
            <a:prstGeom prst="rect">
              <a:avLst/>
            </a:prstGeom>
            <a:solidFill>
              <a:srgbClr val="BCCCDC"/>
            </a:solidFill>
            <a:ln>
              <a:noFill/>
            </a:ln>
          </p:spPr>
        </p:sp>
        <p:sp>
          <p:nvSpPr>
            <p:cNvPr id="11284" name="Heatmap cell r41 c206"/>
            <p:cNvSpPr/>
            <p:nvPr/>
          </p:nvSpPr>
          <p:spPr>
            <a:xfrm>
              <a:off x="3738526" y="1096559"/>
              <a:ext cx="17140" cy="26609"/>
            </a:xfrm>
            <a:prstGeom prst="rect">
              <a:avLst/>
            </a:prstGeom>
            <a:solidFill>
              <a:srgbClr val="85A2BE"/>
            </a:solidFill>
            <a:ln>
              <a:noFill/>
            </a:ln>
          </p:spPr>
        </p:sp>
        <p:sp>
          <p:nvSpPr>
            <p:cNvPr id="11285" name="Heatmap cell r41 c207"/>
            <p:cNvSpPr/>
            <p:nvPr/>
          </p:nvSpPr>
          <p:spPr>
            <a:xfrm>
              <a:off x="3755571" y="1096559"/>
              <a:ext cx="19034" cy="26609"/>
            </a:xfrm>
            <a:prstGeom prst="rect">
              <a:avLst/>
            </a:prstGeom>
            <a:solidFill>
              <a:srgbClr val="DF6A75"/>
            </a:solidFill>
            <a:ln>
              <a:noFill/>
            </a:ln>
          </p:spPr>
        </p:sp>
        <p:sp>
          <p:nvSpPr>
            <p:cNvPr id="11286" name="Heatmap cell r41 c208"/>
            <p:cNvSpPr/>
            <p:nvPr/>
          </p:nvSpPr>
          <p:spPr>
            <a:xfrm>
              <a:off x="3774510" y="1096559"/>
              <a:ext cx="19034" cy="26609"/>
            </a:xfrm>
            <a:prstGeom prst="rect">
              <a:avLst/>
            </a:prstGeom>
            <a:solidFill>
              <a:srgbClr val="F7DCDF"/>
            </a:solidFill>
            <a:ln>
              <a:noFill/>
            </a:ln>
          </p:spPr>
        </p:sp>
        <p:sp>
          <p:nvSpPr>
            <p:cNvPr id="11287" name="Heatmap cell r41 c209"/>
            <p:cNvSpPr/>
            <p:nvPr/>
          </p:nvSpPr>
          <p:spPr>
            <a:xfrm>
              <a:off x="3793449" y="1096559"/>
              <a:ext cx="17140" cy="26609"/>
            </a:xfrm>
            <a:prstGeom prst="rect">
              <a:avLst/>
            </a:prstGeom>
            <a:solidFill>
              <a:srgbClr val="B8C9DA"/>
            </a:solidFill>
            <a:ln>
              <a:noFill/>
            </a:ln>
          </p:spPr>
        </p:sp>
        <p:sp>
          <p:nvSpPr>
            <p:cNvPr id="11288" name="Heatmap cell r41 c210"/>
            <p:cNvSpPr/>
            <p:nvPr/>
          </p:nvSpPr>
          <p:spPr>
            <a:xfrm>
              <a:off x="3810494" y="1096559"/>
              <a:ext cx="19034" cy="26609"/>
            </a:xfrm>
            <a:prstGeom prst="rect">
              <a:avLst/>
            </a:prstGeom>
            <a:solidFill>
              <a:srgbClr val="F7D3D6"/>
            </a:solidFill>
            <a:ln>
              <a:noFill/>
            </a:ln>
          </p:spPr>
        </p:sp>
        <p:sp>
          <p:nvSpPr>
            <p:cNvPr id="11289" name="Heatmap cell r41 c211"/>
            <p:cNvSpPr/>
            <p:nvPr/>
          </p:nvSpPr>
          <p:spPr>
            <a:xfrm>
              <a:off x="3829432" y="1096559"/>
              <a:ext cx="17140" cy="26609"/>
            </a:xfrm>
            <a:prstGeom prst="rect">
              <a:avLst/>
            </a:prstGeom>
            <a:solidFill>
              <a:srgbClr val="F9E8E9"/>
            </a:solidFill>
            <a:ln>
              <a:noFill/>
            </a:ln>
          </p:spPr>
        </p:sp>
        <p:sp>
          <p:nvSpPr>
            <p:cNvPr id="11290" name="Heatmap cell r41 c212"/>
            <p:cNvSpPr/>
            <p:nvPr/>
          </p:nvSpPr>
          <p:spPr>
            <a:xfrm>
              <a:off x="3846477" y="1096559"/>
              <a:ext cx="19034" cy="26609"/>
            </a:xfrm>
            <a:prstGeom prst="rect">
              <a:avLst/>
            </a:prstGeom>
            <a:solidFill>
              <a:srgbClr val="D5DFE9"/>
            </a:solidFill>
            <a:ln>
              <a:noFill/>
            </a:ln>
          </p:spPr>
        </p:sp>
        <p:sp>
          <p:nvSpPr>
            <p:cNvPr id="11291" name="Heatmap cell r41 c213"/>
            <p:cNvSpPr/>
            <p:nvPr/>
          </p:nvSpPr>
          <p:spPr>
            <a:xfrm>
              <a:off x="3865416" y="1096559"/>
              <a:ext cx="17140" cy="26609"/>
            </a:xfrm>
            <a:prstGeom prst="rect">
              <a:avLst/>
            </a:prstGeom>
            <a:solidFill>
              <a:srgbClr val="F7DCDF"/>
            </a:solidFill>
            <a:ln>
              <a:noFill/>
            </a:ln>
          </p:spPr>
        </p:sp>
        <p:sp>
          <p:nvSpPr>
            <p:cNvPr id="11292" name="Heatmap cell r41 c214"/>
            <p:cNvSpPr/>
            <p:nvPr/>
          </p:nvSpPr>
          <p:spPr>
            <a:xfrm>
              <a:off x="3882461" y="1096559"/>
              <a:ext cx="19034" cy="26609"/>
            </a:xfrm>
            <a:prstGeom prst="rect">
              <a:avLst/>
            </a:prstGeom>
            <a:solidFill>
              <a:srgbClr val="E88F96"/>
            </a:solidFill>
            <a:ln>
              <a:noFill/>
            </a:ln>
          </p:spPr>
        </p:sp>
        <p:sp>
          <p:nvSpPr>
            <p:cNvPr id="11293" name="Heatmap cell r41 c215"/>
            <p:cNvSpPr/>
            <p:nvPr/>
          </p:nvSpPr>
          <p:spPr>
            <a:xfrm>
              <a:off x="3901400" y="1096559"/>
              <a:ext cx="17140" cy="26609"/>
            </a:xfrm>
            <a:prstGeom prst="rect">
              <a:avLst/>
            </a:prstGeom>
            <a:solidFill>
              <a:srgbClr val="C4D2DF"/>
            </a:solidFill>
            <a:ln>
              <a:noFill/>
            </a:ln>
          </p:spPr>
        </p:sp>
        <p:sp>
          <p:nvSpPr>
            <p:cNvPr id="11294" name="Heatmap cell r41 c216"/>
            <p:cNvSpPr/>
            <p:nvPr/>
          </p:nvSpPr>
          <p:spPr>
            <a:xfrm>
              <a:off x="3918445" y="1096559"/>
              <a:ext cx="19034" cy="26609"/>
            </a:xfrm>
            <a:prstGeom prst="rect">
              <a:avLst/>
            </a:prstGeom>
            <a:solidFill>
              <a:srgbClr val="96AFC7"/>
            </a:solidFill>
            <a:ln>
              <a:noFill/>
            </a:ln>
          </p:spPr>
        </p:sp>
        <p:sp>
          <p:nvSpPr>
            <p:cNvPr id="11295" name="Heatmap cell r41 c217"/>
            <p:cNvSpPr/>
            <p:nvPr/>
          </p:nvSpPr>
          <p:spPr>
            <a:xfrm>
              <a:off x="3937384" y="1096559"/>
              <a:ext cx="17140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11296" name="Heatmap cell r41 c218"/>
            <p:cNvSpPr/>
            <p:nvPr/>
          </p:nvSpPr>
          <p:spPr>
            <a:xfrm>
              <a:off x="3954429" y="1096559"/>
              <a:ext cx="19034" cy="26609"/>
            </a:xfrm>
            <a:prstGeom prst="rect">
              <a:avLst/>
            </a:prstGeom>
            <a:solidFill>
              <a:srgbClr val="F1BEC3"/>
            </a:solidFill>
            <a:ln>
              <a:noFill/>
            </a:ln>
          </p:spPr>
        </p:sp>
        <p:sp>
          <p:nvSpPr>
            <p:cNvPr id="11297" name="Heatmap cell r41 c219"/>
            <p:cNvSpPr/>
            <p:nvPr/>
          </p:nvSpPr>
          <p:spPr>
            <a:xfrm>
              <a:off x="3973368" y="1096559"/>
              <a:ext cx="17140" cy="26609"/>
            </a:xfrm>
            <a:prstGeom prst="rect">
              <a:avLst/>
            </a:prstGeom>
            <a:solidFill>
              <a:srgbClr val="E1E9EF"/>
            </a:solidFill>
            <a:ln>
              <a:noFill/>
            </a:ln>
          </p:spPr>
        </p:sp>
        <p:sp>
          <p:nvSpPr>
            <p:cNvPr id="11298" name="Heatmap cell r41 c220"/>
            <p:cNvSpPr/>
            <p:nvPr/>
          </p:nvSpPr>
          <p:spPr>
            <a:xfrm>
              <a:off x="3990412" y="1096559"/>
              <a:ext cx="19034" cy="26609"/>
            </a:xfrm>
            <a:prstGeom prst="rect">
              <a:avLst/>
            </a:prstGeom>
            <a:solidFill>
              <a:srgbClr val="F8DEE0"/>
            </a:solidFill>
            <a:ln>
              <a:noFill/>
            </a:ln>
          </p:spPr>
        </p:sp>
        <p:sp>
          <p:nvSpPr>
            <p:cNvPr id="11299" name="Heatmap cell r41 c221"/>
            <p:cNvSpPr/>
            <p:nvPr/>
          </p:nvSpPr>
          <p:spPr>
            <a:xfrm>
              <a:off x="4009351" y="1096559"/>
              <a:ext cx="19034" cy="26609"/>
            </a:xfrm>
            <a:prstGeom prst="rect">
              <a:avLst/>
            </a:prstGeom>
            <a:solidFill>
              <a:srgbClr val="F0BCC3"/>
            </a:solidFill>
            <a:ln>
              <a:noFill/>
            </a:ln>
          </p:spPr>
        </p:sp>
        <p:sp>
          <p:nvSpPr>
            <p:cNvPr id="11300" name="Heatmap cell r41 c222"/>
            <p:cNvSpPr/>
            <p:nvPr/>
          </p:nvSpPr>
          <p:spPr>
            <a:xfrm>
              <a:off x="4028290" y="1096559"/>
              <a:ext cx="17140" cy="26609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11301" name="Heatmap cell r41 c223"/>
            <p:cNvSpPr/>
            <p:nvPr/>
          </p:nvSpPr>
          <p:spPr>
            <a:xfrm>
              <a:off x="4045335" y="1096559"/>
              <a:ext cx="19034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11302" name="Heatmap cell r42 c1"/>
            <p:cNvSpPr/>
            <p:nvPr/>
          </p:nvSpPr>
          <p:spPr>
            <a:xfrm>
              <a:off x="13257" y="1123073"/>
              <a:ext cx="45548" cy="28503"/>
            </a:xfrm>
            <a:prstGeom prst="rect">
              <a:avLst/>
            </a:prstGeom>
            <a:solidFill>
              <a:srgbClr val="F76666"/>
            </a:solidFill>
            <a:ln>
              <a:noFill/>
            </a:ln>
          </p:spPr>
        </p:sp>
        <p:sp>
          <p:nvSpPr>
            <p:cNvPr id="11303" name="Heatmap cell r42 c3"/>
            <p:cNvSpPr/>
            <p:nvPr/>
          </p:nvSpPr>
          <p:spPr>
            <a:xfrm>
              <a:off x="71968" y="1123073"/>
              <a:ext cx="17140" cy="28503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11304" name="Heatmap cell r42 c4"/>
            <p:cNvSpPr/>
            <p:nvPr/>
          </p:nvSpPr>
          <p:spPr>
            <a:xfrm>
              <a:off x="89013" y="1123073"/>
              <a:ext cx="19034" cy="28503"/>
            </a:xfrm>
            <a:prstGeom prst="rect">
              <a:avLst/>
            </a:prstGeom>
            <a:solidFill>
              <a:srgbClr val="D5DFE9"/>
            </a:solidFill>
            <a:ln>
              <a:noFill/>
            </a:ln>
          </p:spPr>
        </p:sp>
        <p:sp>
          <p:nvSpPr>
            <p:cNvPr id="11305" name="Heatmap cell r42 c5"/>
            <p:cNvSpPr/>
            <p:nvPr/>
          </p:nvSpPr>
          <p:spPr>
            <a:xfrm>
              <a:off x="107951" y="1123073"/>
              <a:ext cx="17140" cy="28503"/>
            </a:xfrm>
            <a:prstGeom prst="rect">
              <a:avLst/>
            </a:prstGeom>
            <a:solidFill>
              <a:srgbClr val="F4CED1"/>
            </a:solidFill>
            <a:ln>
              <a:noFill/>
            </a:ln>
          </p:spPr>
        </p:sp>
        <p:sp>
          <p:nvSpPr>
            <p:cNvPr id="11306" name="Heatmap cell r42 c7"/>
            <p:cNvSpPr/>
            <p:nvPr/>
          </p:nvSpPr>
          <p:spPr>
            <a:xfrm>
              <a:off x="143935" y="1123073"/>
              <a:ext cx="17140" cy="28503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11307" name="Heatmap cell r42 c8"/>
            <p:cNvSpPr/>
            <p:nvPr/>
          </p:nvSpPr>
          <p:spPr>
            <a:xfrm>
              <a:off x="160980" y="1123073"/>
              <a:ext cx="19034" cy="28503"/>
            </a:xfrm>
            <a:prstGeom prst="rect">
              <a:avLst/>
            </a:prstGeom>
            <a:solidFill>
              <a:srgbClr val="F4CED1"/>
            </a:solidFill>
            <a:ln>
              <a:noFill/>
            </a:ln>
          </p:spPr>
        </p:sp>
        <p:sp>
          <p:nvSpPr>
            <p:cNvPr id="11308" name="Heatmap cell r42 c9"/>
            <p:cNvSpPr/>
            <p:nvPr/>
          </p:nvSpPr>
          <p:spPr>
            <a:xfrm>
              <a:off x="179919" y="1123073"/>
              <a:ext cx="19034" cy="28503"/>
            </a:xfrm>
            <a:prstGeom prst="rect">
              <a:avLst/>
            </a:prstGeom>
            <a:solidFill>
              <a:srgbClr val="E8ECF3"/>
            </a:solidFill>
            <a:ln>
              <a:noFill/>
            </a:ln>
          </p:spPr>
        </p:sp>
        <p:sp>
          <p:nvSpPr>
            <p:cNvPr id="11309" name="Heatmap cell r42 c10"/>
            <p:cNvSpPr/>
            <p:nvPr/>
          </p:nvSpPr>
          <p:spPr>
            <a:xfrm>
              <a:off x="198858" y="1123073"/>
              <a:ext cx="17140" cy="28503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11310" name="Heatmap cell r42 c11"/>
            <p:cNvSpPr/>
            <p:nvPr/>
          </p:nvSpPr>
          <p:spPr>
            <a:xfrm>
              <a:off x="215903" y="1123073"/>
              <a:ext cx="19034" cy="28503"/>
            </a:xfrm>
            <a:prstGeom prst="rect">
              <a:avLst/>
            </a:prstGeom>
            <a:solidFill>
              <a:srgbClr val="F8E3E6"/>
            </a:solidFill>
            <a:ln>
              <a:noFill/>
            </a:ln>
          </p:spPr>
        </p:sp>
        <p:sp>
          <p:nvSpPr>
            <p:cNvPr id="11311" name="Heatmap cell r42 c12"/>
            <p:cNvSpPr/>
            <p:nvPr/>
          </p:nvSpPr>
          <p:spPr>
            <a:xfrm>
              <a:off x="234842" y="1123073"/>
              <a:ext cx="17140" cy="28503"/>
            </a:xfrm>
            <a:prstGeom prst="rect">
              <a:avLst/>
            </a:prstGeom>
            <a:solidFill>
              <a:srgbClr val="F7D9DB"/>
            </a:solidFill>
            <a:ln>
              <a:noFill/>
            </a:ln>
          </p:spPr>
        </p:sp>
        <p:sp>
          <p:nvSpPr>
            <p:cNvPr id="11312" name="Heatmap cell r42 c13"/>
            <p:cNvSpPr/>
            <p:nvPr/>
          </p:nvSpPr>
          <p:spPr>
            <a:xfrm>
              <a:off x="251887" y="1123073"/>
              <a:ext cx="19034" cy="28503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11313" name="Heatmap cell r42 c14"/>
            <p:cNvSpPr/>
            <p:nvPr/>
          </p:nvSpPr>
          <p:spPr>
            <a:xfrm>
              <a:off x="270825" y="1123073"/>
              <a:ext cx="17140" cy="28503"/>
            </a:xfrm>
            <a:prstGeom prst="rect">
              <a:avLst/>
            </a:prstGeom>
            <a:solidFill>
              <a:srgbClr val="F7D3D6"/>
            </a:solidFill>
            <a:ln>
              <a:noFill/>
            </a:ln>
          </p:spPr>
        </p:sp>
        <p:sp>
          <p:nvSpPr>
            <p:cNvPr id="11314" name="Heatmap cell r42 c15"/>
            <p:cNvSpPr/>
            <p:nvPr/>
          </p:nvSpPr>
          <p:spPr>
            <a:xfrm>
              <a:off x="287870" y="1123073"/>
              <a:ext cx="19034" cy="28503"/>
            </a:xfrm>
            <a:prstGeom prst="rect">
              <a:avLst/>
            </a:prstGeom>
            <a:solidFill>
              <a:srgbClr val="FBF0F1"/>
            </a:solidFill>
            <a:ln>
              <a:noFill/>
            </a:ln>
          </p:spPr>
        </p:sp>
        <p:sp>
          <p:nvSpPr>
            <p:cNvPr id="11315" name="Heatmap cell r42 c16"/>
            <p:cNvSpPr/>
            <p:nvPr/>
          </p:nvSpPr>
          <p:spPr>
            <a:xfrm>
              <a:off x="306809" y="1123073"/>
              <a:ext cx="17140" cy="28503"/>
            </a:xfrm>
            <a:prstGeom prst="rect">
              <a:avLst/>
            </a:prstGeom>
            <a:solidFill>
              <a:srgbClr val="BDCEDD"/>
            </a:solidFill>
            <a:ln>
              <a:noFill/>
            </a:ln>
          </p:spPr>
        </p:sp>
        <p:sp>
          <p:nvSpPr>
            <p:cNvPr id="11316" name="Heatmap cell r42 c17"/>
            <p:cNvSpPr/>
            <p:nvPr/>
          </p:nvSpPr>
          <p:spPr>
            <a:xfrm>
              <a:off x="323854" y="1123073"/>
              <a:ext cx="19034" cy="28503"/>
            </a:xfrm>
            <a:prstGeom prst="rect">
              <a:avLst/>
            </a:prstGeom>
            <a:solidFill>
              <a:srgbClr val="DDE4EC"/>
            </a:solidFill>
            <a:ln>
              <a:noFill/>
            </a:ln>
          </p:spPr>
        </p:sp>
        <p:sp>
          <p:nvSpPr>
            <p:cNvPr id="11317" name="Heatmap cell r42 c18"/>
            <p:cNvSpPr/>
            <p:nvPr/>
          </p:nvSpPr>
          <p:spPr>
            <a:xfrm>
              <a:off x="342793" y="1123073"/>
              <a:ext cx="17140" cy="28503"/>
            </a:xfrm>
            <a:prstGeom prst="rect">
              <a:avLst/>
            </a:prstGeom>
            <a:solidFill>
              <a:srgbClr val="CFDAE4"/>
            </a:solidFill>
            <a:ln>
              <a:noFill/>
            </a:ln>
          </p:spPr>
        </p:sp>
        <p:sp>
          <p:nvSpPr>
            <p:cNvPr id="11318" name="Heatmap cell r42 c19"/>
            <p:cNvSpPr/>
            <p:nvPr/>
          </p:nvSpPr>
          <p:spPr>
            <a:xfrm>
              <a:off x="359838" y="1123073"/>
              <a:ext cx="19034" cy="28503"/>
            </a:xfrm>
            <a:prstGeom prst="rect">
              <a:avLst/>
            </a:prstGeom>
            <a:solidFill>
              <a:srgbClr val="F0BAC0"/>
            </a:solidFill>
            <a:ln>
              <a:noFill/>
            </a:ln>
          </p:spPr>
        </p:sp>
        <p:sp>
          <p:nvSpPr>
            <p:cNvPr id="11319" name="Heatmap cell r42 c20"/>
            <p:cNvSpPr/>
            <p:nvPr/>
          </p:nvSpPr>
          <p:spPr>
            <a:xfrm>
              <a:off x="378777" y="1123073"/>
              <a:ext cx="17140" cy="28503"/>
            </a:xfrm>
            <a:prstGeom prst="rect">
              <a:avLst/>
            </a:prstGeom>
            <a:solidFill>
              <a:srgbClr val="EFB5BA"/>
            </a:solidFill>
            <a:ln>
              <a:noFill/>
            </a:ln>
          </p:spPr>
        </p:sp>
        <p:sp>
          <p:nvSpPr>
            <p:cNvPr id="11320" name="Heatmap cell r42 c21"/>
            <p:cNvSpPr/>
            <p:nvPr/>
          </p:nvSpPr>
          <p:spPr>
            <a:xfrm>
              <a:off x="395822" y="1123073"/>
              <a:ext cx="19034" cy="28503"/>
            </a:xfrm>
            <a:prstGeom prst="rect">
              <a:avLst/>
            </a:prstGeom>
            <a:solidFill>
              <a:srgbClr val="F8DBDD"/>
            </a:solidFill>
            <a:ln>
              <a:noFill/>
            </a:ln>
          </p:spPr>
        </p:sp>
        <p:sp>
          <p:nvSpPr>
            <p:cNvPr id="11321" name="Heatmap cell r42 c22"/>
            <p:cNvSpPr/>
            <p:nvPr/>
          </p:nvSpPr>
          <p:spPr>
            <a:xfrm>
              <a:off x="414760" y="1123073"/>
              <a:ext cx="19034" cy="28503"/>
            </a:xfrm>
            <a:prstGeom prst="rect">
              <a:avLst/>
            </a:prstGeom>
            <a:solidFill>
              <a:srgbClr val="F8DDDF"/>
            </a:solidFill>
            <a:ln>
              <a:noFill/>
            </a:ln>
          </p:spPr>
        </p:sp>
        <p:sp>
          <p:nvSpPr>
            <p:cNvPr id="11322" name="Heatmap cell r42 c23"/>
            <p:cNvSpPr/>
            <p:nvPr/>
          </p:nvSpPr>
          <p:spPr>
            <a:xfrm>
              <a:off x="433699" y="1123073"/>
              <a:ext cx="17140" cy="28503"/>
            </a:xfrm>
            <a:prstGeom prst="rect">
              <a:avLst/>
            </a:prstGeom>
            <a:solidFill>
              <a:srgbClr val="7696B7"/>
            </a:solidFill>
            <a:ln>
              <a:noFill/>
            </a:ln>
          </p:spPr>
        </p:sp>
        <p:sp>
          <p:nvSpPr>
            <p:cNvPr id="11323" name="Heatmap cell r42 c24"/>
            <p:cNvSpPr/>
            <p:nvPr/>
          </p:nvSpPr>
          <p:spPr>
            <a:xfrm>
              <a:off x="450744" y="1123073"/>
              <a:ext cx="19034" cy="28503"/>
            </a:xfrm>
            <a:prstGeom prst="rect">
              <a:avLst/>
            </a:prstGeom>
            <a:solidFill>
              <a:srgbClr val="E1E9EF"/>
            </a:solidFill>
            <a:ln>
              <a:noFill/>
            </a:ln>
          </p:spPr>
        </p:sp>
        <p:sp>
          <p:nvSpPr>
            <p:cNvPr id="11324" name="Heatmap cell r42 c25"/>
            <p:cNvSpPr/>
            <p:nvPr/>
          </p:nvSpPr>
          <p:spPr>
            <a:xfrm>
              <a:off x="469683" y="1123073"/>
              <a:ext cx="17140" cy="28503"/>
            </a:xfrm>
            <a:prstGeom prst="rect">
              <a:avLst/>
            </a:prstGeom>
            <a:solidFill>
              <a:srgbClr val="FAECEC"/>
            </a:solidFill>
            <a:ln>
              <a:noFill/>
            </a:ln>
          </p:spPr>
        </p:sp>
        <p:sp>
          <p:nvSpPr>
            <p:cNvPr id="11325" name="Heatmap cell r42 c26"/>
            <p:cNvSpPr/>
            <p:nvPr/>
          </p:nvSpPr>
          <p:spPr>
            <a:xfrm>
              <a:off x="486728" y="1123073"/>
              <a:ext cx="19034" cy="28503"/>
            </a:xfrm>
            <a:prstGeom prst="rect">
              <a:avLst/>
            </a:prstGeom>
            <a:solidFill>
              <a:srgbClr val="D5DFEA"/>
            </a:solidFill>
            <a:ln>
              <a:noFill/>
            </a:ln>
          </p:spPr>
        </p:sp>
        <p:sp>
          <p:nvSpPr>
            <p:cNvPr id="11326" name="Heatmap cell r42 c27"/>
            <p:cNvSpPr/>
            <p:nvPr/>
          </p:nvSpPr>
          <p:spPr>
            <a:xfrm>
              <a:off x="505667" y="1123073"/>
              <a:ext cx="17140" cy="28503"/>
            </a:xfrm>
            <a:prstGeom prst="rect">
              <a:avLst/>
            </a:prstGeom>
            <a:solidFill>
              <a:srgbClr val="95AEC6"/>
            </a:solidFill>
            <a:ln>
              <a:noFill/>
            </a:ln>
          </p:spPr>
        </p:sp>
        <p:sp>
          <p:nvSpPr>
            <p:cNvPr id="11327" name="Heatmap cell r42 c28"/>
            <p:cNvSpPr/>
            <p:nvPr/>
          </p:nvSpPr>
          <p:spPr>
            <a:xfrm>
              <a:off x="522712" y="1123073"/>
              <a:ext cx="19034" cy="28503"/>
            </a:xfrm>
            <a:prstGeom prst="rect">
              <a:avLst/>
            </a:prstGeom>
            <a:solidFill>
              <a:srgbClr val="D1DCE7"/>
            </a:solidFill>
            <a:ln>
              <a:noFill/>
            </a:ln>
          </p:spPr>
        </p:sp>
        <p:sp>
          <p:nvSpPr>
            <p:cNvPr id="11328" name="Heatmap cell r42 c30"/>
            <p:cNvSpPr/>
            <p:nvPr/>
          </p:nvSpPr>
          <p:spPr>
            <a:xfrm>
              <a:off x="558696" y="1123073"/>
              <a:ext cx="19034" cy="28503"/>
            </a:xfrm>
            <a:prstGeom prst="rect">
              <a:avLst/>
            </a:prstGeom>
            <a:solidFill>
              <a:srgbClr val="C2D0DE"/>
            </a:solidFill>
            <a:ln>
              <a:noFill/>
            </a:ln>
          </p:spPr>
        </p:sp>
        <p:sp>
          <p:nvSpPr>
            <p:cNvPr id="11329" name="Heatmap cell r42 c31"/>
            <p:cNvSpPr/>
            <p:nvPr/>
          </p:nvSpPr>
          <p:spPr>
            <a:xfrm>
              <a:off x="577634" y="1123073"/>
              <a:ext cx="17140" cy="28503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11330" name="Heatmap cell r42 c32"/>
            <p:cNvSpPr/>
            <p:nvPr/>
          </p:nvSpPr>
          <p:spPr>
            <a:xfrm>
              <a:off x="594679" y="1123073"/>
              <a:ext cx="19034" cy="28503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11331" name="Heatmap cell r42 c33"/>
            <p:cNvSpPr/>
            <p:nvPr/>
          </p:nvSpPr>
          <p:spPr>
            <a:xfrm>
              <a:off x="613618" y="1123073"/>
              <a:ext cx="17140" cy="28503"/>
            </a:xfrm>
            <a:prstGeom prst="rect">
              <a:avLst/>
            </a:prstGeom>
            <a:solidFill>
              <a:srgbClr val="F7DADC"/>
            </a:solidFill>
            <a:ln>
              <a:noFill/>
            </a:ln>
          </p:spPr>
        </p:sp>
        <p:sp>
          <p:nvSpPr>
            <p:cNvPr id="11332" name="Heatmap cell r42 c34"/>
            <p:cNvSpPr/>
            <p:nvPr/>
          </p:nvSpPr>
          <p:spPr>
            <a:xfrm>
              <a:off x="630663" y="1123073"/>
              <a:ext cx="19034" cy="28503"/>
            </a:xfrm>
            <a:prstGeom prst="rect">
              <a:avLst/>
            </a:prstGeom>
            <a:solidFill>
              <a:srgbClr val="F8DDDF"/>
            </a:solidFill>
            <a:ln>
              <a:noFill/>
            </a:ln>
          </p:spPr>
        </p:sp>
        <p:sp>
          <p:nvSpPr>
            <p:cNvPr id="11333" name="Heatmap cell r42 c35"/>
            <p:cNvSpPr/>
            <p:nvPr/>
          </p:nvSpPr>
          <p:spPr>
            <a:xfrm>
              <a:off x="649602" y="1123073"/>
              <a:ext cx="19034" cy="28503"/>
            </a:xfrm>
            <a:prstGeom prst="rect">
              <a:avLst/>
            </a:prstGeom>
            <a:solidFill>
              <a:srgbClr val="F7D7DB"/>
            </a:solidFill>
            <a:ln>
              <a:noFill/>
            </a:ln>
          </p:spPr>
        </p:sp>
        <p:sp>
          <p:nvSpPr>
            <p:cNvPr id="11334" name="Heatmap cell r42 c36"/>
            <p:cNvSpPr/>
            <p:nvPr/>
          </p:nvSpPr>
          <p:spPr>
            <a:xfrm>
              <a:off x="668541" y="1123073"/>
              <a:ext cx="17140" cy="28503"/>
            </a:xfrm>
            <a:prstGeom prst="rect">
              <a:avLst/>
            </a:prstGeom>
            <a:solidFill>
              <a:srgbClr val="ECA8AE"/>
            </a:solidFill>
            <a:ln>
              <a:noFill/>
            </a:ln>
          </p:spPr>
        </p:sp>
        <p:sp>
          <p:nvSpPr>
            <p:cNvPr id="11335" name="Heatmap cell r42 c37"/>
            <p:cNvSpPr/>
            <p:nvPr/>
          </p:nvSpPr>
          <p:spPr>
            <a:xfrm>
              <a:off x="685586" y="1123073"/>
              <a:ext cx="19034" cy="28503"/>
            </a:xfrm>
            <a:prstGeom prst="rect">
              <a:avLst/>
            </a:prstGeom>
            <a:solidFill>
              <a:srgbClr val="FAECEC"/>
            </a:solidFill>
            <a:ln>
              <a:noFill/>
            </a:ln>
          </p:spPr>
        </p:sp>
        <p:sp>
          <p:nvSpPr>
            <p:cNvPr id="11336" name="Heatmap cell r42 c38"/>
            <p:cNvSpPr/>
            <p:nvPr/>
          </p:nvSpPr>
          <p:spPr>
            <a:xfrm>
              <a:off x="704525" y="1123073"/>
              <a:ext cx="17140" cy="28503"/>
            </a:xfrm>
            <a:prstGeom prst="rect">
              <a:avLst/>
            </a:prstGeom>
            <a:solidFill>
              <a:srgbClr val="CFDAE4"/>
            </a:solidFill>
            <a:ln>
              <a:noFill/>
            </a:ln>
          </p:spPr>
        </p:sp>
        <p:sp>
          <p:nvSpPr>
            <p:cNvPr id="11337" name="Heatmap cell r42 c39"/>
            <p:cNvSpPr/>
            <p:nvPr/>
          </p:nvSpPr>
          <p:spPr>
            <a:xfrm>
              <a:off x="721570" y="1123073"/>
              <a:ext cx="19034" cy="28503"/>
            </a:xfrm>
            <a:prstGeom prst="rect">
              <a:avLst/>
            </a:prstGeom>
            <a:solidFill>
              <a:srgbClr val="F4CED1"/>
            </a:solidFill>
            <a:ln>
              <a:noFill/>
            </a:ln>
          </p:spPr>
        </p:sp>
        <p:sp>
          <p:nvSpPr>
            <p:cNvPr id="11338" name="Heatmap cell r42 c40"/>
            <p:cNvSpPr/>
            <p:nvPr/>
          </p:nvSpPr>
          <p:spPr>
            <a:xfrm>
              <a:off x="740508" y="1123073"/>
              <a:ext cx="17140" cy="28503"/>
            </a:xfrm>
            <a:prstGeom prst="rect">
              <a:avLst/>
            </a:prstGeom>
            <a:solidFill>
              <a:srgbClr val="DAE2EB"/>
            </a:solidFill>
            <a:ln>
              <a:noFill/>
            </a:ln>
          </p:spPr>
        </p:sp>
        <p:sp>
          <p:nvSpPr>
            <p:cNvPr id="11339" name="Heatmap cell r42 c41"/>
            <p:cNvSpPr/>
            <p:nvPr/>
          </p:nvSpPr>
          <p:spPr>
            <a:xfrm>
              <a:off x="757553" y="1123073"/>
              <a:ext cx="19034" cy="28503"/>
            </a:xfrm>
            <a:prstGeom prst="rect">
              <a:avLst/>
            </a:prstGeom>
            <a:solidFill>
              <a:srgbClr val="DEE6EC"/>
            </a:solidFill>
            <a:ln>
              <a:noFill/>
            </a:ln>
          </p:spPr>
        </p:sp>
        <p:sp>
          <p:nvSpPr>
            <p:cNvPr id="11340" name="Heatmap cell r42 c42"/>
            <p:cNvSpPr/>
            <p:nvPr/>
          </p:nvSpPr>
          <p:spPr>
            <a:xfrm>
              <a:off x="776492" y="1123073"/>
              <a:ext cx="17140" cy="28503"/>
            </a:xfrm>
            <a:prstGeom prst="rect">
              <a:avLst/>
            </a:prstGeom>
            <a:solidFill>
              <a:srgbClr val="EBF0F6"/>
            </a:solidFill>
            <a:ln>
              <a:noFill/>
            </a:ln>
          </p:spPr>
        </p:sp>
        <p:sp>
          <p:nvSpPr>
            <p:cNvPr id="11341" name="Heatmap cell r42 c43"/>
            <p:cNvSpPr/>
            <p:nvPr/>
          </p:nvSpPr>
          <p:spPr>
            <a:xfrm>
              <a:off x="793537" y="1123073"/>
              <a:ext cx="19034" cy="28503"/>
            </a:xfrm>
            <a:prstGeom prst="rect">
              <a:avLst/>
            </a:prstGeom>
            <a:solidFill>
              <a:srgbClr val="DDE4EC"/>
            </a:solidFill>
            <a:ln>
              <a:noFill/>
            </a:ln>
          </p:spPr>
        </p:sp>
        <p:sp>
          <p:nvSpPr>
            <p:cNvPr id="11342" name="Heatmap cell r42 c45"/>
            <p:cNvSpPr/>
            <p:nvPr/>
          </p:nvSpPr>
          <p:spPr>
            <a:xfrm>
              <a:off x="829521" y="1123073"/>
              <a:ext cx="19034" cy="28503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11343" name="Heatmap cell r42 c46"/>
            <p:cNvSpPr/>
            <p:nvPr/>
          </p:nvSpPr>
          <p:spPr>
            <a:xfrm>
              <a:off x="848460" y="1123073"/>
              <a:ext cx="17140" cy="28503"/>
            </a:xfrm>
            <a:prstGeom prst="rect">
              <a:avLst/>
            </a:prstGeom>
            <a:solidFill>
              <a:srgbClr val="F4CACD"/>
            </a:solidFill>
            <a:ln>
              <a:noFill/>
            </a:ln>
          </p:spPr>
        </p:sp>
        <p:sp>
          <p:nvSpPr>
            <p:cNvPr id="11344" name="Heatmap cell r42 c47"/>
            <p:cNvSpPr/>
            <p:nvPr/>
          </p:nvSpPr>
          <p:spPr>
            <a:xfrm>
              <a:off x="865505" y="1123073"/>
              <a:ext cx="19034" cy="28503"/>
            </a:xfrm>
            <a:prstGeom prst="rect">
              <a:avLst/>
            </a:prstGeom>
            <a:solidFill>
              <a:srgbClr val="EBF0F6"/>
            </a:solidFill>
            <a:ln>
              <a:noFill/>
            </a:ln>
          </p:spPr>
        </p:sp>
        <p:sp>
          <p:nvSpPr>
            <p:cNvPr id="11345" name="Heatmap cell r42 c48"/>
            <p:cNvSpPr/>
            <p:nvPr/>
          </p:nvSpPr>
          <p:spPr>
            <a:xfrm>
              <a:off x="884444" y="1123073"/>
              <a:ext cx="19034" cy="28503"/>
            </a:xfrm>
            <a:prstGeom prst="rect">
              <a:avLst/>
            </a:prstGeom>
            <a:solidFill>
              <a:srgbClr val="E9EDF3"/>
            </a:solidFill>
            <a:ln>
              <a:noFill/>
            </a:ln>
          </p:spPr>
        </p:sp>
        <p:sp>
          <p:nvSpPr>
            <p:cNvPr id="11346" name="Heatmap cell r42 c49"/>
            <p:cNvSpPr/>
            <p:nvPr/>
          </p:nvSpPr>
          <p:spPr>
            <a:xfrm>
              <a:off x="903382" y="1123073"/>
              <a:ext cx="17140" cy="28503"/>
            </a:xfrm>
            <a:prstGeom prst="rect">
              <a:avLst/>
            </a:prstGeom>
            <a:solidFill>
              <a:srgbClr val="F1C4C7"/>
            </a:solidFill>
            <a:ln>
              <a:noFill/>
            </a:ln>
          </p:spPr>
        </p:sp>
        <p:sp>
          <p:nvSpPr>
            <p:cNvPr id="11347" name="Heatmap cell r42 c50"/>
            <p:cNvSpPr/>
            <p:nvPr/>
          </p:nvSpPr>
          <p:spPr>
            <a:xfrm>
              <a:off x="920427" y="1123073"/>
              <a:ext cx="19034" cy="28503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11348" name="Heatmap cell r42 c51"/>
            <p:cNvSpPr/>
            <p:nvPr/>
          </p:nvSpPr>
          <p:spPr>
            <a:xfrm>
              <a:off x="939366" y="1123073"/>
              <a:ext cx="17140" cy="28503"/>
            </a:xfrm>
            <a:prstGeom prst="rect">
              <a:avLst/>
            </a:prstGeom>
            <a:solidFill>
              <a:srgbClr val="F2C8CD"/>
            </a:solidFill>
            <a:ln>
              <a:noFill/>
            </a:ln>
          </p:spPr>
        </p:sp>
        <p:sp>
          <p:nvSpPr>
            <p:cNvPr id="11349" name="Heatmap cell r42 c53"/>
            <p:cNvSpPr/>
            <p:nvPr/>
          </p:nvSpPr>
          <p:spPr>
            <a:xfrm>
              <a:off x="975350" y="1123073"/>
              <a:ext cx="17140" cy="28503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11350" name="Heatmap cell r42 c54"/>
            <p:cNvSpPr/>
            <p:nvPr/>
          </p:nvSpPr>
          <p:spPr>
            <a:xfrm>
              <a:off x="992395" y="1123073"/>
              <a:ext cx="19034" cy="28503"/>
            </a:xfrm>
            <a:prstGeom prst="rect">
              <a:avLst/>
            </a:prstGeom>
            <a:solidFill>
              <a:srgbClr val="FAECEC"/>
            </a:solidFill>
            <a:ln>
              <a:noFill/>
            </a:ln>
          </p:spPr>
        </p:sp>
        <p:sp>
          <p:nvSpPr>
            <p:cNvPr id="11351" name="Heatmap cell r42 c55"/>
            <p:cNvSpPr/>
            <p:nvPr/>
          </p:nvSpPr>
          <p:spPr>
            <a:xfrm>
              <a:off x="1011334" y="1123073"/>
              <a:ext cx="17140" cy="28503"/>
            </a:xfrm>
            <a:prstGeom prst="rect">
              <a:avLst/>
            </a:prstGeom>
            <a:solidFill>
              <a:srgbClr val="FBF1F3"/>
            </a:solidFill>
            <a:ln>
              <a:noFill/>
            </a:ln>
          </p:spPr>
        </p:sp>
        <p:sp>
          <p:nvSpPr>
            <p:cNvPr id="11352" name="Heatmap cell r42 c56"/>
            <p:cNvSpPr/>
            <p:nvPr/>
          </p:nvSpPr>
          <p:spPr>
            <a:xfrm>
              <a:off x="1028379" y="1123073"/>
              <a:ext cx="19034" cy="28503"/>
            </a:xfrm>
            <a:prstGeom prst="rect">
              <a:avLst/>
            </a:prstGeom>
            <a:solidFill>
              <a:srgbClr val="ECABB0"/>
            </a:solidFill>
            <a:ln>
              <a:noFill/>
            </a:ln>
          </p:spPr>
        </p:sp>
        <p:sp>
          <p:nvSpPr>
            <p:cNvPr id="11353" name="Heatmap cell r42 c57"/>
            <p:cNvSpPr/>
            <p:nvPr/>
          </p:nvSpPr>
          <p:spPr>
            <a:xfrm>
              <a:off x="1047318" y="1123073"/>
              <a:ext cx="17140" cy="28503"/>
            </a:xfrm>
            <a:prstGeom prst="rect">
              <a:avLst/>
            </a:prstGeom>
            <a:solidFill>
              <a:srgbClr val="D3DEE8"/>
            </a:solidFill>
            <a:ln>
              <a:noFill/>
            </a:ln>
          </p:spPr>
        </p:sp>
        <p:sp>
          <p:nvSpPr>
            <p:cNvPr id="11354" name="Heatmap cell r42 c58"/>
            <p:cNvSpPr/>
            <p:nvPr/>
          </p:nvSpPr>
          <p:spPr>
            <a:xfrm>
              <a:off x="1064363" y="1123073"/>
              <a:ext cx="19034" cy="28503"/>
            </a:xfrm>
            <a:prstGeom prst="rect">
              <a:avLst/>
            </a:prstGeom>
            <a:solidFill>
              <a:srgbClr val="F9E8E9"/>
            </a:solidFill>
            <a:ln>
              <a:noFill/>
            </a:ln>
          </p:spPr>
        </p:sp>
        <p:sp>
          <p:nvSpPr>
            <p:cNvPr id="11355" name="Heatmap cell r42 c59"/>
            <p:cNvSpPr/>
            <p:nvPr/>
          </p:nvSpPr>
          <p:spPr>
            <a:xfrm>
              <a:off x="1083301" y="1123073"/>
              <a:ext cx="17140" cy="28503"/>
            </a:xfrm>
            <a:prstGeom prst="rect">
              <a:avLst/>
            </a:prstGeom>
            <a:solidFill>
              <a:srgbClr val="F7D9DB"/>
            </a:solidFill>
            <a:ln>
              <a:noFill/>
            </a:ln>
          </p:spPr>
        </p:sp>
        <p:sp>
          <p:nvSpPr>
            <p:cNvPr id="11356" name="Heatmap cell r42 c60"/>
            <p:cNvSpPr/>
            <p:nvPr/>
          </p:nvSpPr>
          <p:spPr>
            <a:xfrm>
              <a:off x="1100346" y="1123073"/>
              <a:ext cx="19034" cy="28503"/>
            </a:xfrm>
            <a:prstGeom prst="rect">
              <a:avLst/>
            </a:prstGeom>
            <a:solidFill>
              <a:srgbClr val="DDE4EC"/>
            </a:solidFill>
            <a:ln>
              <a:noFill/>
            </a:ln>
          </p:spPr>
        </p:sp>
        <p:sp>
          <p:nvSpPr>
            <p:cNvPr id="11357" name="Heatmap cell r42 c61"/>
            <p:cNvSpPr/>
            <p:nvPr/>
          </p:nvSpPr>
          <p:spPr>
            <a:xfrm>
              <a:off x="1119285" y="1123073"/>
              <a:ext cx="19034" cy="28503"/>
            </a:xfrm>
            <a:prstGeom prst="rect">
              <a:avLst/>
            </a:prstGeom>
            <a:solidFill>
              <a:srgbClr val="CAD6E3"/>
            </a:solidFill>
            <a:ln>
              <a:noFill/>
            </a:ln>
          </p:spPr>
        </p:sp>
        <p:sp>
          <p:nvSpPr>
            <p:cNvPr id="11358" name="Heatmap cell r42 c62"/>
            <p:cNvSpPr/>
            <p:nvPr/>
          </p:nvSpPr>
          <p:spPr>
            <a:xfrm>
              <a:off x="1138224" y="1123073"/>
              <a:ext cx="17140" cy="28503"/>
            </a:xfrm>
            <a:prstGeom prst="rect">
              <a:avLst/>
            </a:prstGeom>
            <a:solidFill>
              <a:srgbClr val="F8E6E8"/>
            </a:solidFill>
            <a:ln>
              <a:noFill/>
            </a:ln>
          </p:spPr>
        </p:sp>
        <p:sp>
          <p:nvSpPr>
            <p:cNvPr id="11359" name="Heatmap cell r42 c63"/>
            <p:cNvSpPr/>
            <p:nvPr/>
          </p:nvSpPr>
          <p:spPr>
            <a:xfrm>
              <a:off x="1155269" y="1123073"/>
              <a:ext cx="19034" cy="28503"/>
            </a:xfrm>
            <a:prstGeom prst="rect">
              <a:avLst/>
            </a:prstGeom>
            <a:solidFill>
              <a:srgbClr val="FCF7F7"/>
            </a:solidFill>
            <a:ln>
              <a:noFill/>
            </a:ln>
          </p:spPr>
        </p:sp>
        <p:sp>
          <p:nvSpPr>
            <p:cNvPr id="11360" name="Heatmap cell r42 c64"/>
            <p:cNvSpPr/>
            <p:nvPr/>
          </p:nvSpPr>
          <p:spPr>
            <a:xfrm>
              <a:off x="1174208" y="1123073"/>
              <a:ext cx="17140" cy="28503"/>
            </a:xfrm>
            <a:prstGeom prst="rect">
              <a:avLst/>
            </a:prstGeom>
            <a:solidFill>
              <a:srgbClr val="F7D9DB"/>
            </a:solidFill>
            <a:ln>
              <a:noFill/>
            </a:ln>
          </p:spPr>
        </p:sp>
        <p:sp>
          <p:nvSpPr>
            <p:cNvPr id="11361" name="Heatmap cell r42 c65"/>
            <p:cNvSpPr/>
            <p:nvPr/>
          </p:nvSpPr>
          <p:spPr>
            <a:xfrm>
              <a:off x="1191253" y="1123073"/>
              <a:ext cx="19034" cy="28503"/>
            </a:xfrm>
            <a:prstGeom prst="rect">
              <a:avLst/>
            </a:prstGeom>
            <a:solidFill>
              <a:srgbClr val="F0F5F8"/>
            </a:solidFill>
            <a:ln>
              <a:noFill/>
            </a:ln>
          </p:spPr>
        </p:sp>
        <p:sp>
          <p:nvSpPr>
            <p:cNvPr id="11362" name="Heatmap cell r42 c66"/>
            <p:cNvSpPr/>
            <p:nvPr/>
          </p:nvSpPr>
          <p:spPr>
            <a:xfrm>
              <a:off x="1210192" y="1123073"/>
              <a:ext cx="17140" cy="28503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11363" name="Heatmap cell r42 c67"/>
            <p:cNvSpPr/>
            <p:nvPr/>
          </p:nvSpPr>
          <p:spPr>
            <a:xfrm>
              <a:off x="1227236" y="1123073"/>
              <a:ext cx="19034" cy="28503"/>
            </a:xfrm>
            <a:prstGeom prst="rect">
              <a:avLst/>
            </a:prstGeom>
            <a:solidFill>
              <a:srgbClr val="F9E7E8"/>
            </a:solidFill>
            <a:ln>
              <a:noFill/>
            </a:ln>
          </p:spPr>
        </p:sp>
        <p:sp>
          <p:nvSpPr>
            <p:cNvPr id="11364" name="Heatmap cell r42 c68"/>
            <p:cNvSpPr/>
            <p:nvPr/>
          </p:nvSpPr>
          <p:spPr>
            <a:xfrm>
              <a:off x="1246175" y="1123073"/>
              <a:ext cx="17140" cy="28503"/>
            </a:xfrm>
            <a:prstGeom prst="rect">
              <a:avLst/>
            </a:prstGeom>
            <a:solidFill>
              <a:srgbClr val="FBF0F1"/>
            </a:solidFill>
            <a:ln>
              <a:noFill/>
            </a:ln>
          </p:spPr>
        </p:sp>
        <p:sp>
          <p:nvSpPr>
            <p:cNvPr id="11365" name="Heatmap cell r42 c69"/>
            <p:cNvSpPr/>
            <p:nvPr/>
          </p:nvSpPr>
          <p:spPr>
            <a:xfrm>
              <a:off x="1263220" y="1123073"/>
              <a:ext cx="19034" cy="28503"/>
            </a:xfrm>
            <a:prstGeom prst="rect">
              <a:avLst/>
            </a:prstGeom>
            <a:solidFill>
              <a:srgbClr val="D2DDE8"/>
            </a:solidFill>
            <a:ln>
              <a:noFill/>
            </a:ln>
          </p:spPr>
        </p:sp>
        <p:sp>
          <p:nvSpPr>
            <p:cNvPr id="11366" name="Heatmap cell r42 c71"/>
            <p:cNvSpPr/>
            <p:nvPr/>
          </p:nvSpPr>
          <p:spPr>
            <a:xfrm>
              <a:off x="1299204" y="1123073"/>
              <a:ext cx="19034" cy="28503"/>
            </a:xfrm>
            <a:prstGeom prst="rect">
              <a:avLst/>
            </a:prstGeom>
            <a:solidFill>
              <a:srgbClr val="F3C7CC"/>
            </a:solidFill>
            <a:ln>
              <a:noFill/>
            </a:ln>
          </p:spPr>
        </p:sp>
        <p:sp>
          <p:nvSpPr>
            <p:cNvPr id="11367" name="Heatmap cell r42 c72"/>
            <p:cNvSpPr/>
            <p:nvPr/>
          </p:nvSpPr>
          <p:spPr>
            <a:xfrm>
              <a:off x="1318143" y="1123073"/>
              <a:ext cx="17140" cy="28503"/>
            </a:xfrm>
            <a:prstGeom prst="rect">
              <a:avLst/>
            </a:prstGeom>
            <a:solidFill>
              <a:srgbClr val="B5C6D7"/>
            </a:solidFill>
            <a:ln>
              <a:noFill/>
            </a:ln>
          </p:spPr>
        </p:sp>
        <p:sp>
          <p:nvSpPr>
            <p:cNvPr id="11368" name="Heatmap cell r42 c73"/>
            <p:cNvSpPr/>
            <p:nvPr/>
          </p:nvSpPr>
          <p:spPr>
            <a:xfrm>
              <a:off x="1335188" y="1123073"/>
              <a:ext cx="19034" cy="28503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11369" name="Heatmap cell r42 c74"/>
            <p:cNvSpPr/>
            <p:nvPr/>
          </p:nvSpPr>
          <p:spPr>
            <a:xfrm>
              <a:off x="1354127" y="1123073"/>
              <a:ext cx="17140" cy="28503"/>
            </a:xfrm>
            <a:prstGeom prst="rect">
              <a:avLst/>
            </a:prstGeom>
            <a:solidFill>
              <a:srgbClr val="FCF7F7"/>
            </a:solidFill>
            <a:ln>
              <a:noFill/>
            </a:ln>
          </p:spPr>
        </p:sp>
        <p:sp>
          <p:nvSpPr>
            <p:cNvPr id="11370" name="Heatmap cell r42 c76"/>
            <p:cNvSpPr/>
            <p:nvPr/>
          </p:nvSpPr>
          <p:spPr>
            <a:xfrm>
              <a:off x="1390110" y="1123073"/>
              <a:ext cx="19034" cy="28503"/>
            </a:xfrm>
            <a:prstGeom prst="rect">
              <a:avLst/>
            </a:prstGeom>
            <a:solidFill>
              <a:srgbClr val="FCF6F6"/>
            </a:solidFill>
            <a:ln>
              <a:noFill/>
            </a:ln>
          </p:spPr>
        </p:sp>
        <p:sp>
          <p:nvSpPr>
            <p:cNvPr id="11371" name="Heatmap cell r42 c77"/>
            <p:cNvSpPr/>
            <p:nvPr/>
          </p:nvSpPr>
          <p:spPr>
            <a:xfrm>
              <a:off x="1409049" y="1123073"/>
              <a:ext cx="17140" cy="28503"/>
            </a:xfrm>
            <a:prstGeom prst="rect">
              <a:avLst/>
            </a:prstGeom>
            <a:solidFill>
              <a:srgbClr val="CED9E4"/>
            </a:solidFill>
            <a:ln>
              <a:noFill/>
            </a:ln>
          </p:spPr>
        </p:sp>
        <p:sp>
          <p:nvSpPr>
            <p:cNvPr id="11372" name="Heatmap cell r42 c78"/>
            <p:cNvSpPr/>
            <p:nvPr/>
          </p:nvSpPr>
          <p:spPr>
            <a:xfrm>
              <a:off x="1426094" y="1123073"/>
              <a:ext cx="19034" cy="28503"/>
            </a:xfrm>
            <a:prstGeom prst="rect">
              <a:avLst/>
            </a:prstGeom>
            <a:solidFill>
              <a:srgbClr val="F8DDDF"/>
            </a:solidFill>
            <a:ln>
              <a:noFill/>
            </a:ln>
          </p:spPr>
        </p:sp>
        <p:sp>
          <p:nvSpPr>
            <p:cNvPr id="11373" name="Heatmap cell r42 c79"/>
            <p:cNvSpPr/>
            <p:nvPr/>
          </p:nvSpPr>
          <p:spPr>
            <a:xfrm>
              <a:off x="1445033" y="1123073"/>
              <a:ext cx="17140" cy="28503"/>
            </a:xfrm>
            <a:prstGeom prst="rect">
              <a:avLst/>
            </a:prstGeom>
            <a:solidFill>
              <a:srgbClr val="EDF1F7"/>
            </a:solidFill>
            <a:ln>
              <a:noFill/>
            </a:ln>
          </p:spPr>
        </p:sp>
        <p:sp>
          <p:nvSpPr>
            <p:cNvPr id="11374" name="Heatmap cell r42 c80"/>
            <p:cNvSpPr/>
            <p:nvPr/>
          </p:nvSpPr>
          <p:spPr>
            <a:xfrm>
              <a:off x="1462078" y="1123073"/>
              <a:ext cx="19034" cy="28503"/>
            </a:xfrm>
            <a:prstGeom prst="rect">
              <a:avLst/>
            </a:prstGeom>
            <a:solidFill>
              <a:srgbClr val="EBA1A8"/>
            </a:solidFill>
            <a:ln>
              <a:noFill/>
            </a:ln>
          </p:spPr>
        </p:sp>
        <p:sp>
          <p:nvSpPr>
            <p:cNvPr id="11375" name="Heatmap cell r42 c81"/>
            <p:cNvSpPr/>
            <p:nvPr/>
          </p:nvSpPr>
          <p:spPr>
            <a:xfrm>
              <a:off x="1481017" y="1123073"/>
              <a:ext cx="17140" cy="28503"/>
            </a:xfrm>
            <a:prstGeom prst="rect">
              <a:avLst/>
            </a:prstGeom>
            <a:solidFill>
              <a:srgbClr val="FCF6F6"/>
            </a:solidFill>
            <a:ln>
              <a:noFill/>
            </a:ln>
          </p:spPr>
        </p:sp>
        <p:sp>
          <p:nvSpPr>
            <p:cNvPr id="11376" name="Heatmap cell r42 c82"/>
            <p:cNvSpPr/>
            <p:nvPr/>
          </p:nvSpPr>
          <p:spPr>
            <a:xfrm>
              <a:off x="1498062" y="1123073"/>
              <a:ext cx="19034" cy="28503"/>
            </a:xfrm>
            <a:prstGeom prst="rect">
              <a:avLst/>
            </a:prstGeom>
            <a:solidFill>
              <a:srgbClr val="F7D3D6"/>
            </a:solidFill>
            <a:ln>
              <a:noFill/>
            </a:ln>
          </p:spPr>
        </p:sp>
        <p:sp>
          <p:nvSpPr>
            <p:cNvPr id="11377" name="Heatmap cell r42 c83"/>
            <p:cNvSpPr/>
            <p:nvPr/>
          </p:nvSpPr>
          <p:spPr>
            <a:xfrm>
              <a:off x="1517001" y="1123073"/>
              <a:ext cx="17140" cy="28503"/>
            </a:xfrm>
            <a:prstGeom prst="rect">
              <a:avLst/>
            </a:prstGeom>
            <a:solidFill>
              <a:srgbClr val="F8E6E8"/>
            </a:solidFill>
            <a:ln>
              <a:noFill/>
            </a:ln>
          </p:spPr>
        </p:sp>
        <p:sp>
          <p:nvSpPr>
            <p:cNvPr id="11378" name="Heatmap cell r42 c84"/>
            <p:cNvSpPr/>
            <p:nvPr/>
          </p:nvSpPr>
          <p:spPr>
            <a:xfrm>
              <a:off x="1534046" y="1123073"/>
              <a:ext cx="19034" cy="28503"/>
            </a:xfrm>
            <a:prstGeom prst="rect">
              <a:avLst/>
            </a:prstGeom>
            <a:solidFill>
              <a:srgbClr val="E2EAEF"/>
            </a:solidFill>
            <a:ln>
              <a:noFill/>
            </a:ln>
          </p:spPr>
        </p:sp>
        <p:sp>
          <p:nvSpPr>
            <p:cNvPr id="11379" name="Heatmap cell r42 c85"/>
            <p:cNvSpPr/>
            <p:nvPr/>
          </p:nvSpPr>
          <p:spPr>
            <a:xfrm>
              <a:off x="1552984" y="1123073"/>
              <a:ext cx="17140" cy="28503"/>
            </a:xfrm>
            <a:prstGeom prst="rect">
              <a:avLst/>
            </a:prstGeom>
            <a:solidFill>
              <a:srgbClr val="B6C7D9"/>
            </a:solidFill>
            <a:ln>
              <a:noFill/>
            </a:ln>
          </p:spPr>
        </p:sp>
        <p:sp>
          <p:nvSpPr>
            <p:cNvPr id="11380" name="Heatmap cell r42 c86"/>
            <p:cNvSpPr/>
            <p:nvPr/>
          </p:nvSpPr>
          <p:spPr>
            <a:xfrm>
              <a:off x="1570029" y="1123073"/>
              <a:ext cx="19034" cy="28503"/>
            </a:xfrm>
            <a:prstGeom prst="rect">
              <a:avLst/>
            </a:prstGeom>
            <a:solidFill>
              <a:srgbClr val="D5DFE9"/>
            </a:solidFill>
            <a:ln>
              <a:noFill/>
            </a:ln>
          </p:spPr>
        </p:sp>
        <p:sp>
          <p:nvSpPr>
            <p:cNvPr id="11381" name="Heatmap cell r42 c87"/>
            <p:cNvSpPr/>
            <p:nvPr/>
          </p:nvSpPr>
          <p:spPr>
            <a:xfrm>
              <a:off x="1588968" y="1123073"/>
              <a:ext cx="17140" cy="28503"/>
            </a:xfrm>
            <a:prstGeom prst="rect">
              <a:avLst/>
            </a:prstGeom>
            <a:solidFill>
              <a:srgbClr val="E4858D"/>
            </a:solidFill>
            <a:ln>
              <a:noFill/>
            </a:ln>
          </p:spPr>
        </p:sp>
        <p:sp>
          <p:nvSpPr>
            <p:cNvPr id="11382" name="Heatmap cell r42 c88"/>
            <p:cNvSpPr/>
            <p:nvPr/>
          </p:nvSpPr>
          <p:spPr>
            <a:xfrm>
              <a:off x="1606013" y="1123073"/>
              <a:ext cx="19034" cy="28503"/>
            </a:xfrm>
            <a:prstGeom prst="rect">
              <a:avLst/>
            </a:prstGeom>
            <a:solidFill>
              <a:srgbClr val="F6D6DA"/>
            </a:solidFill>
            <a:ln>
              <a:noFill/>
            </a:ln>
          </p:spPr>
        </p:sp>
        <p:sp>
          <p:nvSpPr>
            <p:cNvPr id="11383" name="Heatmap cell r42 c89"/>
            <p:cNvSpPr/>
            <p:nvPr/>
          </p:nvSpPr>
          <p:spPr>
            <a:xfrm>
              <a:off x="1624952" y="1123073"/>
              <a:ext cx="19034" cy="28503"/>
            </a:xfrm>
            <a:prstGeom prst="rect">
              <a:avLst/>
            </a:prstGeom>
            <a:solidFill>
              <a:srgbClr val="D6E0EA"/>
            </a:solidFill>
            <a:ln>
              <a:noFill/>
            </a:ln>
          </p:spPr>
        </p:sp>
        <p:sp>
          <p:nvSpPr>
            <p:cNvPr id="11384" name="Heatmap cell r42 c90"/>
            <p:cNvSpPr/>
            <p:nvPr/>
          </p:nvSpPr>
          <p:spPr>
            <a:xfrm>
              <a:off x="1643891" y="1123073"/>
              <a:ext cx="17140" cy="28503"/>
            </a:xfrm>
            <a:prstGeom prst="rect">
              <a:avLst/>
            </a:prstGeom>
            <a:solidFill>
              <a:srgbClr val="EBF0F6"/>
            </a:solidFill>
            <a:ln>
              <a:noFill/>
            </a:ln>
          </p:spPr>
        </p:sp>
        <p:sp>
          <p:nvSpPr>
            <p:cNvPr id="11385" name="Heatmap cell r42 c91"/>
            <p:cNvSpPr/>
            <p:nvPr/>
          </p:nvSpPr>
          <p:spPr>
            <a:xfrm>
              <a:off x="1660936" y="1123073"/>
              <a:ext cx="19034" cy="28503"/>
            </a:xfrm>
            <a:prstGeom prst="rect">
              <a:avLst/>
            </a:prstGeom>
            <a:solidFill>
              <a:srgbClr val="F5CFD2"/>
            </a:solidFill>
            <a:ln>
              <a:noFill/>
            </a:ln>
          </p:spPr>
        </p:sp>
        <p:sp>
          <p:nvSpPr>
            <p:cNvPr id="11386" name="Heatmap cell r42 c92"/>
            <p:cNvSpPr/>
            <p:nvPr/>
          </p:nvSpPr>
          <p:spPr>
            <a:xfrm>
              <a:off x="1679875" y="1123073"/>
              <a:ext cx="17140" cy="28503"/>
            </a:xfrm>
            <a:prstGeom prst="rect">
              <a:avLst/>
            </a:prstGeom>
            <a:solidFill>
              <a:srgbClr val="F5D1D4"/>
            </a:solidFill>
            <a:ln>
              <a:noFill/>
            </a:ln>
          </p:spPr>
        </p:sp>
        <p:sp>
          <p:nvSpPr>
            <p:cNvPr id="11387" name="Heatmap cell r42 c93"/>
            <p:cNvSpPr/>
            <p:nvPr/>
          </p:nvSpPr>
          <p:spPr>
            <a:xfrm>
              <a:off x="1696920" y="1123073"/>
              <a:ext cx="19034" cy="28503"/>
            </a:xfrm>
            <a:prstGeom prst="rect">
              <a:avLst/>
            </a:prstGeom>
            <a:solidFill>
              <a:srgbClr val="EBF0F6"/>
            </a:solidFill>
            <a:ln>
              <a:noFill/>
            </a:ln>
          </p:spPr>
        </p:sp>
        <p:sp>
          <p:nvSpPr>
            <p:cNvPr id="11388" name="Heatmap cell r42 c94"/>
            <p:cNvSpPr/>
            <p:nvPr/>
          </p:nvSpPr>
          <p:spPr>
            <a:xfrm>
              <a:off x="1715858" y="1123073"/>
              <a:ext cx="17140" cy="28503"/>
            </a:xfrm>
            <a:prstGeom prst="rect">
              <a:avLst/>
            </a:prstGeom>
            <a:solidFill>
              <a:srgbClr val="F0F5F8"/>
            </a:solidFill>
            <a:ln>
              <a:noFill/>
            </a:ln>
          </p:spPr>
        </p:sp>
        <p:sp>
          <p:nvSpPr>
            <p:cNvPr id="11389" name="Heatmap cell r42 c95"/>
            <p:cNvSpPr/>
            <p:nvPr/>
          </p:nvSpPr>
          <p:spPr>
            <a:xfrm>
              <a:off x="1732903" y="1123073"/>
              <a:ext cx="19034" cy="28503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11390" name="Heatmap cell r42 c96"/>
            <p:cNvSpPr/>
            <p:nvPr/>
          </p:nvSpPr>
          <p:spPr>
            <a:xfrm>
              <a:off x="1751842" y="1123073"/>
              <a:ext cx="17140" cy="28503"/>
            </a:xfrm>
            <a:prstGeom prst="rect">
              <a:avLst/>
            </a:prstGeom>
            <a:solidFill>
              <a:srgbClr val="FBF0F1"/>
            </a:solidFill>
            <a:ln>
              <a:noFill/>
            </a:ln>
          </p:spPr>
        </p:sp>
        <p:sp>
          <p:nvSpPr>
            <p:cNvPr id="11391" name="Heatmap cell r42 c97"/>
            <p:cNvSpPr/>
            <p:nvPr/>
          </p:nvSpPr>
          <p:spPr>
            <a:xfrm>
              <a:off x="1768887" y="1123073"/>
              <a:ext cx="19034" cy="28503"/>
            </a:xfrm>
            <a:prstGeom prst="rect">
              <a:avLst/>
            </a:prstGeom>
            <a:solidFill>
              <a:srgbClr val="F8E6E8"/>
            </a:solidFill>
            <a:ln>
              <a:noFill/>
            </a:ln>
          </p:spPr>
        </p:sp>
        <p:sp>
          <p:nvSpPr>
            <p:cNvPr id="11392" name="Heatmap cell r42 c98"/>
            <p:cNvSpPr/>
            <p:nvPr/>
          </p:nvSpPr>
          <p:spPr>
            <a:xfrm>
              <a:off x="1787826" y="1123073"/>
              <a:ext cx="17140" cy="28503"/>
            </a:xfrm>
            <a:prstGeom prst="rect">
              <a:avLst/>
            </a:prstGeom>
            <a:solidFill>
              <a:srgbClr val="F1C3C8"/>
            </a:solidFill>
            <a:ln>
              <a:noFill/>
            </a:ln>
          </p:spPr>
        </p:sp>
        <p:sp>
          <p:nvSpPr>
            <p:cNvPr id="11393" name="Heatmap cell r42 c99"/>
            <p:cNvSpPr/>
            <p:nvPr/>
          </p:nvSpPr>
          <p:spPr>
            <a:xfrm>
              <a:off x="1804871" y="1123073"/>
              <a:ext cx="19034" cy="28503"/>
            </a:xfrm>
            <a:prstGeom prst="rect">
              <a:avLst/>
            </a:prstGeom>
            <a:solidFill>
              <a:srgbClr val="F6D5D9"/>
            </a:solidFill>
            <a:ln>
              <a:noFill/>
            </a:ln>
          </p:spPr>
        </p:sp>
        <p:sp>
          <p:nvSpPr>
            <p:cNvPr id="11394" name="Heatmap cell r42 c100"/>
            <p:cNvSpPr/>
            <p:nvPr/>
          </p:nvSpPr>
          <p:spPr>
            <a:xfrm>
              <a:off x="1823810" y="1123073"/>
              <a:ext cx="17140" cy="28503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11395" name="Heatmap cell r42 c101"/>
            <p:cNvSpPr/>
            <p:nvPr/>
          </p:nvSpPr>
          <p:spPr>
            <a:xfrm>
              <a:off x="1840855" y="1123073"/>
              <a:ext cx="19034" cy="28503"/>
            </a:xfrm>
            <a:prstGeom prst="rect">
              <a:avLst/>
            </a:prstGeom>
            <a:solidFill>
              <a:srgbClr val="D4DFE9"/>
            </a:solidFill>
            <a:ln>
              <a:noFill/>
            </a:ln>
          </p:spPr>
        </p:sp>
        <p:sp>
          <p:nvSpPr>
            <p:cNvPr id="11396" name="Heatmap cell r42 c103"/>
            <p:cNvSpPr/>
            <p:nvPr/>
          </p:nvSpPr>
          <p:spPr>
            <a:xfrm>
              <a:off x="1878732" y="1123073"/>
              <a:ext cx="17140" cy="28503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11397" name="Heatmap cell r42 c104"/>
            <p:cNvSpPr/>
            <p:nvPr/>
          </p:nvSpPr>
          <p:spPr>
            <a:xfrm>
              <a:off x="1895777" y="1123073"/>
              <a:ext cx="19034" cy="28503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11398" name="Heatmap cell r42 c105"/>
            <p:cNvSpPr/>
            <p:nvPr/>
          </p:nvSpPr>
          <p:spPr>
            <a:xfrm>
              <a:off x="1914716" y="1123073"/>
              <a:ext cx="17140" cy="28503"/>
            </a:xfrm>
            <a:prstGeom prst="rect">
              <a:avLst/>
            </a:prstGeom>
            <a:solidFill>
              <a:srgbClr val="F5D0D3"/>
            </a:solidFill>
            <a:ln>
              <a:noFill/>
            </a:ln>
          </p:spPr>
        </p:sp>
        <p:sp>
          <p:nvSpPr>
            <p:cNvPr id="11399" name="Heatmap cell r42 c106"/>
            <p:cNvSpPr/>
            <p:nvPr/>
          </p:nvSpPr>
          <p:spPr>
            <a:xfrm>
              <a:off x="1931761" y="1123073"/>
              <a:ext cx="19034" cy="28503"/>
            </a:xfrm>
            <a:prstGeom prst="rect">
              <a:avLst/>
            </a:prstGeom>
            <a:solidFill>
              <a:srgbClr val="EFB8BC"/>
            </a:solidFill>
            <a:ln>
              <a:noFill/>
            </a:ln>
          </p:spPr>
        </p:sp>
        <p:sp>
          <p:nvSpPr>
            <p:cNvPr id="11400" name="Heatmap cell r42 c107"/>
            <p:cNvSpPr/>
            <p:nvPr/>
          </p:nvSpPr>
          <p:spPr>
            <a:xfrm>
              <a:off x="1950700" y="1123073"/>
              <a:ext cx="17140" cy="28503"/>
            </a:xfrm>
            <a:prstGeom prst="rect">
              <a:avLst/>
            </a:prstGeom>
            <a:solidFill>
              <a:srgbClr val="F4CACD"/>
            </a:solidFill>
            <a:ln>
              <a:noFill/>
            </a:ln>
          </p:spPr>
        </p:sp>
        <p:sp>
          <p:nvSpPr>
            <p:cNvPr id="11401" name="Heatmap cell r42 c108"/>
            <p:cNvSpPr/>
            <p:nvPr/>
          </p:nvSpPr>
          <p:spPr>
            <a:xfrm>
              <a:off x="1967745" y="1123073"/>
              <a:ext cx="19034" cy="28503"/>
            </a:xfrm>
            <a:prstGeom prst="rect">
              <a:avLst/>
            </a:prstGeom>
            <a:solidFill>
              <a:srgbClr val="ECF0F6"/>
            </a:solidFill>
            <a:ln>
              <a:noFill/>
            </a:ln>
          </p:spPr>
        </p:sp>
        <p:sp>
          <p:nvSpPr>
            <p:cNvPr id="11402" name="Heatmap cell r42 c109"/>
            <p:cNvSpPr/>
            <p:nvPr/>
          </p:nvSpPr>
          <p:spPr>
            <a:xfrm>
              <a:off x="1986684" y="1123073"/>
              <a:ext cx="17140" cy="28503"/>
            </a:xfrm>
            <a:prstGeom prst="rect">
              <a:avLst/>
            </a:prstGeom>
            <a:solidFill>
              <a:srgbClr val="174380"/>
            </a:solidFill>
            <a:ln>
              <a:noFill/>
            </a:ln>
          </p:spPr>
        </p:sp>
        <p:sp>
          <p:nvSpPr>
            <p:cNvPr id="11403" name="Heatmap cell r42 c110"/>
            <p:cNvSpPr/>
            <p:nvPr/>
          </p:nvSpPr>
          <p:spPr>
            <a:xfrm>
              <a:off x="2003729" y="1123073"/>
              <a:ext cx="19034" cy="28503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11404" name="Heatmap cell r42 c111"/>
            <p:cNvSpPr/>
            <p:nvPr/>
          </p:nvSpPr>
          <p:spPr>
            <a:xfrm>
              <a:off x="2022668" y="1123073"/>
              <a:ext cx="17140" cy="28503"/>
            </a:xfrm>
            <a:prstGeom prst="rect">
              <a:avLst/>
            </a:prstGeom>
            <a:solidFill>
              <a:srgbClr val="E06E79"/>
            </a:solidFill>
            <a:ln>
              <a:noFill/>
            </a:ln>
          </p:spPr>
        </p:sp>
        <p:sp>
          <p:nvSpPr>
            <p:cNvPr id="11405" name="Heatmap cell r42 c112"/>
            <p:cNvSpPr/>
            <p:nvPr/>
          </p:nvSpPr>
          <p:spPr>
            <a:xfrm>
              <a:off x="2039712" y="1123073"/>
              <a:ext cx="19034" cy="28503"/>
            </a:xfrm>
            <a:prstGeom prst="rect">
              <a:avLst/>
            </a:prstGeom>
            <a:solidFill>
              <a:srgbClr val="F8E4E7"/>
            </a:solidFill>
            <a:ln>
              <a:noFill/>
            </a:ln>
          </p:spPr>
        </p:sp>
        <p:sp>
          <p:nvSpPr>
            <p:cNvPr id="11406" name="Heatmap cell r42 c113"/>
            <p:cNvSpPr/>
            <p:nvPr/>
          </p:nvSpPr>
          <p:spPr>
            <a:xfrm>
              <a:off x="2058651" y="1123073"/>
              <a:ext cx="17140" cy="28503"/>
            </a:xfrm>
            <a:prstGeom prst="rect">
              <a:avLst/>
            </a:prstGeom>
            <a:solidFill>
              <a:srgbClr val="FDF9FA"/>
            </a:solidFill>
            <a:ln>
              <a:noFill/>
            </a:ln>
          </p:spPr>
        </p:sp>
        <p:sp>
          <p:nvSpPr>
            <p:cNvPr id="11407" name="Heatmap cell r42 c114"/>
            <p:cNvSpPr/>
            <p:nvPr/>
          </p:nvSpPr>
          <p:spPr>
            <a:xfrm>
              <a:off x="2075696" y="1123073"/>
              <a:ext cx="19034" cy="28503"/>
            </a:xfrm>
            <a:prstGeom prst="rect">
              <a:avLst/>
            </a:prstGeom>
            <a:solidFill>
              <a:srgbClr val="F1BEC3"/>
            </a:solidFill>
            <a:ln>
              <a:noFill/>
            </a:ln>
          </p:spPr>
        </p:sp>
        <p:sp>
          <p:nvSpPr>
            <p:cNvPr id="11408" name="Heatmap cell r42 c115"/>
            <p:cNvSpPr/>
            <p:nvPr/>
          </p:nvSpPr>
          <p:spPr>
            <a:xfrm>
              <a:off x="2094635" y="1123073"/>
              <a:ext cx="19034" cy="28503"/>
            </a:xfrm>
            <a:prstGeom prst="rect">
              <a:avLst/>
            </a:prstGeom>
            <a:solidFill>
              <a:srgbClr val="E7EBF1"/>
            </a:solidFill>
            <a:ln>
              <a:noFill/>
            </a:ln>
          </p:spPr>
        </p:sp>
        <p:sp>
          <p:nvSpPr>
            <p:cNvPr id="11409" name="Heatmap cell r42 c116"/>
            <p:cNvSpPr/>
            <p:nvPr/>
          </p:nvSpPr>
          <p:spPr>
            <a:xfrm>
              <a:off x="2113574" y="1123073"/>
              <a:ext cx="17140" cy="28503"/>
            </a:xfrm>
            <a:prstGeom prst="rect">
              <a:avLst/>
            </a:prstGeom>
            <a:solidFill>
              <a:srgbClr val="DFE6ED"/>
            </a:solidFill>
            <a:ln>
              <a:noFill/>
            </a:ln>
          </p:spPr>
        </p:sp>
        <p:sp>
          <p:nvSpPr>
            <p:cNvPr id="11410" name="Heatmap cell r42 c117"/>
            <p:cNvSpPr/>
            <p:nvPr/>
          </p:nvSpPr>
          <p:spPr>
            <a:xfrm>
              <a:off x="2130619" y="1123073"/>
              <a:ext cx="19034" cy="28503"/>
            </a:xfrm>
            <a:prstGeom prst="rect">
              <a:avLst/>
            </a:prstGeom>
            <a:solidFill>
              <a:srgbClr val="B8C9DA"/>
            </a:solidFill>
            <a:ln>
              <a:noFill/>
            </a:ln>
          </p:spPr>
        </p:sp>
        <p:sp>
          <p:nvSpPr>
            <p:cNvPr id="11411" name="Heatmap cell r42 c118"/>
            <p:cNvSpPr/>
            <p:nvPr/>
          </p:nvSpPr>
          <p:spPr>
            <a:xfrm>
              <a:off x="2149558" y="1123073"/>
              <a:ext cx="17140" cy="28503"/>
            </a:xfrm>
            <a:prstGeom prst="rect">
              <a:avLst/>
            </a:prstGeom>
            <a:solidFill>
              <a:srgbClr val="F8DDDF"/>
            </a:solidFill>
            <a:ln>
              <a:noFill/>
            </a:ln>
          </p:spPr>
        </p:sp>
        <p:sp>
          <p:nvSpPr>
            <p:cNvPr id="11412" name="Heatmap cell r42 c119"/>
            <p:cNvSpPr/>
            <p:nvPr/>
          </p:nvSpPr>
          <p:spPr>
            <a:xfrm>
              <a:off x="2166603" y="1123073"/>
              <a:ext cx="19034" cy="28503"/>
            </a:xfrm>
            <a:prstGeom prst="rect">
              <a:avLst/>
            </a:prstGeom>
            <a:solidFill>
              <a:srgbClr val="D0DBE6"/>
            </a:solidFill>
            <a:ln>
              <a:noFill/>
            </a:ln>
          </p:spPr>
        </p:sp>
        <p:sp>
          <p:nvSpPr>
            <p:cNvPr id="11413" name="Heatmap cell r42 c120"/>
            <p:cNvSpPr/>
            <p:nvPr/>
          </p:nvSpPr>
          <p:spPr>
            <a:xfrm>
              <a:off x="2185542" y="1123073"/>
              <a:ext cx="17140" cy="28503"/>
            </a:xfrm>
            <a:prstGeom prst="rect">
              <a:avLst/>
            </a:prstGeom>
            <a:solidFill>
              <a:srgbClr val="DFE6ED"/>
            </a:solidFill>
            <a:ln>
              <a:noFill/>
            </a:ln>
          </p:spPr>
        </p:sp>
        <p:sp>
          <p:nvSpPr>
            <p:cNvPr id="11414" name="Heatmap cell r42 c121"/>
            <p:cNvSpPr/>
            <p:nvPr/>
          </p:nvSpPr>
          <p:spPr>
            <a:xfrm>
              <a:off x="2202586" y="1123073"/>
              <a:ext cx="19034" cy="28503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11415" name="Heatmap cell r42 c122"/>
            <p:cNvSpPr/>
            <p:nvPr/>
          </p:nvSpPr>
          <p:spPr>
            <a:xfrm>
              <a:off x="2221525" y="1123073"/>
              <a:ext cx="17140" cy="28503"/>
            </a:xfrm>
            <a:prstGeom prst="rect">
              <a:avLst/>
            </a:prstGeom>
            <a:solidFill>
              <a:srgbClr val="F0BBC2"/>
            </a:solidFill>
            <a:ln>
              <a:noFill/>
            </a:ln>
          </p:spPr>
        </p:sp>
        <p:sp>
          <p:nvSpPr>
            <p:cNvPr id="11416" name="Heatmap cell r42 c123"/>
            <p:cNvSpPr/>
            <p:nvPr/>
          </p:nvSpPr>
          <p:spPr>
            <a:xfrm>
              <a:off x="2238570" y="1123073"/>
              <a:ext cx="19034" cy="28503"/>
            </a:xfrm>
            <a:prstGeom prst="rect">
              <a:avLst/>
            </a:prstGeom>
            <a:solidFill>
              <a:srgbClr val="EFB8BC"/>
            </a:solidFill>
            <a:ln>
              <a:noFill/>
            </a:ln>
          </p:spPr>
        </p:sp>
        <p:sp>
          <p:nvSpPr>
            <p:cNvPr id="11417" name="Heatmap cell r42 c124"/>
            <p:cNvSpPr/>
            <p:nvPr/>
          </p:nvSpPr>
          <p:spPr>
            <a:xfrm>
              <a:off x="2257509" y="1123073"/>
              <a:ext cx="17140" cy="28503"/>
            </a:xfrm>
            <a:prstGeom prst="rect">
              <a:avLst/>
            </a:prstGeom>
            <a:solidFill>
              <a:srgbClr val="EDAFB5"/>
            </a:solidFill>
            <a:ln>
              <a:noFill/>
            </a:ln>
          </p:spPr>
        </p:sp>
        <p:sp>
          <p:nvSpPr>
            <p:cNvPr id="11418" name="Heatmap cell r42 c125"/>
            <p:cNvSpPr/>
            <p:nvPr/>
          </p:nvSpPr>
          <p:spPr>
            <a:xfrm>
              <a:off x="2274554" y="1123073"/>
              <a:ext cx="19034" cy="28503"/>
            </a:xfrm>
            <a:prstGeom prst="rect">
              <a:avLst/>
            </a:prstGeom>
            <a:solidFill>
              <a:srgbClr val="CAD6E3"/>
            </a:solidFill>
            <a:ln>
              <a:noFill/>
            </a:ln>
          </p:spPr>
        </p:sp>
        <p:sp>
          <p:nvSpPr>
            <p:cNvPr id="11419" name="Heatmap cell r42 c126"/>
            <p:cNvSpPr/>
            <p:nvPr/>
          </p:nvSpPr>
          <p:spPr>
            <a:xfrm>
              <a:off x="2293493" y="1123073"/>
              <a:ext cx="17140" cy="28503"/>
            </a:xfrm>
            <a:prstGeom prst="rect">
              <a:avLst/>
            </a:prstGeom>
            <a:solidFill>
              <a:srgbClr val="F8E4E7"/>
            </a:solidFill>
            <a:ln>
              <a:noFill/>
            </a:ln>
          </p:spPr>
        </p:sp>
        <p:sp>
          <p:nvSpPr>
            <p:cNvPr id="11420" name="Heatmap cell r42 c127"/>
            <p:cNvSpPr/>
            <p:nvPr/>
          </p:nvSpPr>
          <p:spPr>
            <a:xfrm>
              <a:off x="2310538" y="1123073"/>
              <a:ext cx="19034" cy="28503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11421" name="Heatmap cell r42 c128"/>
            <p:cNvSpPr/>
            <p:nvPr/>
          </p:nvSpPr>
          <p:spPr>
            <a:xfrm>
              <a:off x="2329477" y="1123073"/>
              <a:ext cx="19034" cy="28503"/>
            </a:xfrm>
            <a:prstGeom prst="rect">
              <a:avLst/>
            </a:prstGeom>
            <a:solidFill>
              <a:srgbClr val="F2C8CD"/>
            </a:solidFill>
            <a:ln>
              <a:noFill/>
            </a:ln>
          </p:spPr>
        </p:sp>
        <p:sp>
          <p:nvSpPr>
            <p:cNvPr id="11422" name="Heatmap cell r42 c129"/>
            <p:cNvSpPr/>
            <p:nvPr/>
          </p:nvSpPr>
          <p:spPr>
            <a:xfrm>
              <a:off x="2348416" y="1123073"/>
              <a:ext cx="17140" cy="28503"/>
            </a:xfrm>
            <a:prstGeom prst="rect">
              <a:avLst/>
            </a:prstGeom>
            <a:solidFill>
              <a:srgbClr val="DF6C75"/>
            </a:solidFill>
            <a:ln>
              <a:noFill/>
            </a:ln>
          </p:spPr>
        </p:sp>
        <p:sp>
          <p:nvSpPr>
            <p:cNvPr id="11423" name="Heatmap cell r42 c130"/>
            <p:cNvSpPr/>
            <p:nvPr/>
          </p:nvSpPr>
          <p:spPr>
            <a:xfrm>
              <a:off x="2365460" y="1123073"/>
              <a:ext cx="19034" cy="28503"/>
            </a:xfrm>
            <a:prstGeom prst="rect">
              <a:avLst/>
            </a:prstGeom>
            <a:solidFill>
              <a:srgbClr val="FBF3F4"/>
            </a:solidFill>
            <a:ln>
              <a:noFill/>
            </a:ln>
          </p:spPr>
        </p:sp>
        <p:sp>
          <p:nvSpPr>
            <p:cNvPr id="11424" name="Heatmap cell r42 c131"/>
            <p:cNvSpPr/>
            <p:nvPr/>
          </p:nvSpPr>
          <p:spPr>
            <a:xfrm>
              <a:off x="2384399" y="1123073"/>
              <a:ext cx="17140" cy="28503"/>
            </a:xfrm>
            <a:prstGeom prst="rect">
              <a:avLst/>
            </a:prstGeom>
            <a:solidFill>
              <a:srgbClr val="F4CACD"/>
            </a:solidFill>
            <a:ln>
              <a:noFill/>
            </a:ln>
          </p:spPr>
        </p:sp>
        <p:sp>
          <p:nvSpPr>
            <p:cNvPr id="11425" name="Heatmap cell r42 c132"/>
            <p:cNvSpPr/>
            <p:nvPr/>
          </p:nvSpPr>
          <p:spPr>
            <a:xfrm>
              <a:off x="2401444" y="1123073"/>
              <a:ext cx="19034" cy="28503"/>
            </a:xfrm>
            <a:prstGeom prst="rect">
              <a:avLst/>
            </a:prstGeom>
            <a:solidFill>
              <a:srgbClr val="F9E8E9"/>
            </a:solidFill>
            <a:ln>
              <a:noFill/>
            </a:ln>
          </p:spPr>
        </p:sp>
        <p:sp>
          <p:nvSpPr>
            <p:cNvPr id="11426" name="Heatmap cell r42 c133"/>
            <p:cNvSpPr/>
            <p:nvPr/>
          </p:nvSpPr>
          <p:spPr>
            <a:xfrm>
              <a:off x="2420383" y="1123073"/>
              <a:ext cx="17140" cy="28503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11427" name="Heatmap cell r42 c134"/>
            <p:cNvSpPr/>
            <p:nvPr/>
          </p:nvSpPr>
          <p:spPr>
            <a:xfrm>
              <a:off x="2437428" y="1123073"/>
              <a:ext cx="19034" cy="28503"/>
            </a:xfrm>
            <a:prstGeom prst="rect">
              <a:avLst/>
            </a:prstGeom>
            <a:solidFill>
              <a:srgbClr val="EDAEB5"/>
            </a:solidFill>
            <a:ln>
              <a:noFill/>
            </a:ln>
          </p:spPr>
        </p:sp>
        <p:sp>
          <p:nvSpPr>
            <p:cNvPr id="11428" name="Heatmap cell r42 c135"/>
            <p:cNvSpPr/>
            <p:nvPr/>
          </p:nvSpPr>
          <p:spPr>
            <a:xfrm>
              <a:off x="2456367" y="1123073"/>
              <a:ext cx="17140" cy="28503"/>
            </a:xfrm>
            <a:prstGeom prst="rect">
              <a:avLst/>
            </a:prstGeom>
            <a:solidFill>
              <a:srgbClr val="BFCFDF"/>
            </a:solidFill>
            <a:ln>
              <a:noFill/>
            </a:ln>
          </p:spPr>
        </p:sp>
        <p:sp>
          <p:nvSpPr>
            <p:cNvPr id="11429" name="Heatmap cell r42 c136"/>
            <p:cNvSpPr/>
            <p:nvPr/>
          </p:nvSpPr>
          <p:spPr>
            <a:xfrm>
              <a:off x="2473412" y="1123073"/>
              <a:ext cx="19034" cy="28503"/>
            </a:xfrm>
            <a:prstGeom prst="rect">
              <a:avLst/>
            </a:prstGeom>
            <a:solidFill>
              <a:srgbClr val="1B4984"/>
            </a:solidFill>
            <a:ln>
              <a:noFill/>
            </a:ln>
          </p:spPr>
        </p:sp>
        <p:sp>
          <p:nvSpPr>
            <p:cNvPr id="11430" name="Heatmap cell r42 c137"/>
            <p:cNvSpPr/>
            <p:nvPr/>
          </p:nvSpPr>
          <p:spPr>
            <a:xfrm>
              <a:off x="2492351" y="1123073"/>
              <a:ext cx="17140" cy="28503"/>
            </a:xfrm>
            <a:prstGeom prst="rect">
              <a:avLst/>
            </a:prstGeom>
            <a:solidFill>
              <a:srgbClr val="F3C9CE"/>
            </a:solidFill>
            <a:ln>
              <a:noFill/>
            </a:ln>
          </p:spPr>
        </p:sp>
        <p:sp>
          <p:nvSpPr>
            <p:cNvPr id="11431" name="Heatmap cell r42 c138"/>
            <p:cNvSpPr/>
            <p:nvPr/>
          </p:nvSpPr>
          <p:spPr>
            <a:xfrm>
              <a:off x="2509396" y="1123073"/>
              <a:ext cx="19034" cy="28503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11432" name="Heatmap cell r42 c139"/>
            <p:cNvSpPr/>
            <p:nvPr/>
          </p:nvSpPr>
          <p:spPr>
            <a:xfrm>
              <a:off x="2528334" y="1123073"/>
              <a:ext cx="17140" cy="28503"/>
            </a:xfrm>
            <a:prstGeom prst="rect">
              <a:avLst/>
            </a:prstGeom>
            <a:solidFill>
              <a:srgbClr val="F0F4F7"/>
            </a:solidFill>
            <a:ln>
              <a:noFill/>
            </a:ln>
          </p:spPr>
        </p:sp>
        <p:sp>
          <p:nvSpPr>
            <p:cNvPr id="11433" name="Heatmap cell r42 c141"/>
            <p:cNvSpPr/>
            <p:nvPr/>
          </p:nvSpPr>
          <p:spPr>
            <a:xfrm>
              <a:off x="2564318" y="1123073"/>
              <a:ext cx="19034" cy="28503"/>
            </a:xfrm>
            <a:prstGeom prst="rect">
              <a:avLst/>
            </a:prstGeom>
            <a:solidFill>
              <a:srgbClr val="F8E9EA"/>
            </a:solidFill>
            <a:ln>
              <a:noFill/>
            </a:ln>
          </p:spPr>
        </p:sp>
        <p:sp>
          <p:nvSpPr>
            <p:cNvPr id="11434" name="Heatmap cell r42 c142"/>
            <p:cNvSpPr/>
            <p:nvPr/>
          </p:nvSpPr>
          <p:spPr>
            <a:xfrm>
              <a:off x="2583257" y="1123073"/>
              <a:ext cx="17140" cy="28503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11435" name="Heatmap cell r42 c143"/>
            <p:cNvSpPr/>
            <p:nvPr/>
          </p:nvSpPr>
          <p:spPr>
            <a:xfrm>
              <a:off x="2600302" y="1123073"/>
              <a:ext cx="19034" cy="28503"/>
            </a:xfrm>
            <a:prstGeom prst="rect">
              <a:avLst/>
            </a:prstGeom>
            <a:solidFill>
              <a:srgbClr val="EEB1B7"/>
            </a:solidFill>
            <a:ln>
              <a:noFill/>
            </a:ln>
          </p:spPr>
        </p:sp>
        <p:sp>
          <p:nvSpPr>
            <p:cNvPr id="11436" name="Heatmap cell r42 c144"/>
            <p:cNvSpPr/>
            <p:nvPr/>
          </p:nvSpPr>
          <p:spPr>
            <a:xfrm>
              <a:off x="2619241" y="1123073"/>
              <a:ext cx="17140" cy="28503"/>
            </a:xfrm>
            <a:prstGeom prst="rect">
              <a:avLst/>
            </a:prstGeom>
            <a:solidFill>
              <a:srgbClr val="B1C4D5"/>
            </a:solidFill>
            <a:ln>
              <a:noFill/>
            </a:ln>
          </p:spPr>
        </p:sp>
        <p:sp>
          <p:nvSpPr>
            <p:cNvPr id="11437" name="Heatmap cell r42 c145"/>
            <p:cNvSpPr/>
            <p:nvPr/>
          </p:nvSpPr>
          <p:spPr>
            <a:xfrm>
              <a:off x="2636286" y="1123073"/>
              <a:ext cx="19034" cy="28503"/>
            </a:xfrm>
            <a:prstGeom prst="rect">
              <a:avLst/>
            </a:prstGeom>
            <a:solidFill>
              <a:srgbClr val="F8E6E8"/>
            </a:solidFill>
            <a:ln>
              <a:noFill/>
            </a:ln>
          </p:spPr>
        </p:sp>
        <p:sp>
          <p:nvSpPr>
            <p:cNvPr id="11438" name="Heatmap cell r42 c146"/>
            <p:cNvSpPr/>
            <p:nvPr/>
          </p:nvSpPr>
          <p:spPr>
            <a:xfrm>
              <a:off x="2655225" y="1123073"/>
              <a:ext cx="17140" cy="28503"/>
            </a:xfrm>
            <a:prstGeom prst="rect">
              <a:avLst/>
            </a:prstGeom>
            <a:solidFill>
              <a:srgbClr val="F8E1E3"/>
            </a:solidFill>
            <a:ln>
              <a:noFill/>
            </a:ln>
          </p:spPr>
        </p:sp>
        <p:sp>
          <p:nvSpPr>
            <p:cNvPr id="11439" name="Heatmap cell r42 c147"/>
            <p:cNvSpPr/>
            <p:nvPr/>
          </p:nvSpPr>
          <p:spPr>
            <a:xfrm>
              <a:off x="2672270" y="1123073"/>
              <a:ext cx="19034" cy="28503"/>
            </a:xfrm>
            <a:prstGeom prst="rect">
              <a:avLst/>
            </a:prstGeom>
            <a:solidFill>
              <a:srgbClr val="FAEBED"/>
            </a:solidFill>
            <a:ln>
              <a:noFill/>
            </a:ln>
          </p:spPr>
        </p:sp>
        <p:sp>
          <p:nvSpPr>
            <p:cNvPr id="11440" name="Heatmap cell r42 c148"/>
            <p:cNvSpPr/>
            <p:nvPr/>
          </p:nvSpPr>
          <p:spPr>
            <a:xfrm>
              <a:off x="2691208" y="1123073"/>
              <a:ext cx="17140" cy="28503"/>
            </a:xfrm>
            <a:prstGeom prst="rect">
              <a:avLst/>
            </a:prstGeom>
            <a:solidFill>
              <a:srgbClr val="DAE2EB"/>
            </a:solidFill>
            <a:ln>
              <a:noFill/>
            </a:ln>
          </p:spPr>
        </p:sp>
        <p:sp>
          <p:nvSpPr>
            <p:cNvPr id="11441" name="Heatmap cell r42 c149"/>
            <p:cNvSpPr/>
            <p:nvPr/>
          </p:nvSpPr>
          <p:spPr>
            <a:xfrm>
              <a:off x="2708253" y="1123073"/>
              <a:ext cx="19034" cy="28503"/>
            </a:xfrm>
            <a:prstGeom prst="rect">
              <a:avLst/>
            </a:prstGeom>
            <a:solidFill>
              <a:srgbClr val="F7DCDF"/>
            </a:solidFill>
            <a:ln>
              <a:noFill/>
            </a:ln>
          </p:spPr>
        </p:sp>
        <p:sp>
          <p:nvSpPr>
            <p:cNvPr id="11442" name="Heatmap cell r42 c150"/>
            <p:cNvSpPr/>
            <p:nvPr/>
          </p:nvSpPr>
          <p:spPr>
            <a:xfrm>
              <a:off x="2727192" y="1123073"/>
              <a:ext cx="17140" cy="28503"/>
            </a:xfrm>
            <a:prstGeom prst="rect">
              <a:avLst/>
            </a:prstGeom>
            <a:solidFill>
              <a:srgbClr val="C5D2E0"/>
            </a:solidFill>
            <a:ln>
              <a:noFill/>
            </a:ln>
          </p:spPr>
        </p:sp>
        <p:sp>
          <p:nvSpPr>
            <p:cNvPr id="11443" name="Heatmap cell r42 c151"/>
            <p:cNvSpPr/>
            <p:nvPr/>
          </p:nvSpPr>
          <p:spPr>
            <a:xfrm>
              <a:off x="2744237" y="1123073"/>
              <a:ext cx="19034" cy="28503"/>
            </a:xfrm>
            <a:prstGeom prst="rect">
              <a:avLst/>
            </a:prstGeom>
            <a:solidFill>
              <a:srgbClr val="B7C7D9"/>
            </a:solidFill>
            <a:ln>
              <a:noFill/>
            </a:ln>
          </p:spPr>
        </p:sp>
        <p:sp>
          <p:nvSpPr>
            <p:cNvPr id="11444" name="Heatmap cell r42 c152"/>
            <p:cNvSpPr/>
            <p:nvPr/>
          </p:nvSpPr>
          <p:spPr>
            <a:xfrm>
              <a:off x="2763176" y="1123073"/>
              <a:ext cx="17140" cy="28503"/>
            </a:xfrm>
            <a:prstGeom prst="rect">
              <a:avLst/>
            </a:prstGeom>
            <a:solidFill>
              <a:srgbClr val="FAEEEF"/>
            </a:solidFill>
            <a:ln>
              <a:noFill/>
            </a:ln>
          </p:spPr>
        </p:sp>
        <p:sp>
          <p:nvSpPr>
            <p:cNvPr id="11445" name="Heatmap cell r42 c153"/>
            <p:cNvSpPr/>
            <p:nvPr/>
          </p:nvSpPr>
          <p:spPr>
            <a:xfrm>
              <a:off x="2780221" y="1123073"/>
              <a:ext cx="19034" cy="28503"/>
            </a:xfrm>
            <a:prstGeom prst="rect">
              <a:avLst/>
            </a:prstGeom>
            <a:solidFill>
              <a:srgbClr val="F6D5D9"/>
            </a:solidFill>
            <a:ln>
              <a:noFill/>
            </a:ln>
          </p:spPr>
        </p:sp>
        <p:sp>
          <p:nvSpPr>
            <p:cNvPr id="11446" name="Heatmap cell r42 c154"/>
            <p:cNvSpPr/>
            <p:nvPr/>
          </p:nvSpPr>
          <p:spPr>
            <a:xfrm>
              <a:off x="2799160" y="1123073"/>
              <a:ext cx="17140" cy="28503"/>
            </a:xfrm>
            <a:prstGeom prst="rect">
              <a:avLst/>
            </a:prstGeom>
            <a:solidFill>
              <a:srgbClr val="E8ECF3"/>
            </a:solidFill>
            <a:ln>
              <a:noFill/>
            </a:ln>
          </p:spPr>
        </p:sp>
        <p:sp>
          <p:nvSpPr>
            <p:cNvPr id="11447" name="Heatmap cell r42 c155"/>
            <p:cNvSpPr/>
            <p:nvPr/>
          </p:nvSpPr>
          <p:spPr>
            <a:xfrm>
              <a:off x="2816205" y="1123073"/>
              <a:ext cx="19034" cy="28503"/>
            </a:xfrm>
            <a:prstGeom prst="rect">
              <a:avLst/>
            </a:prstGeom>
            <a:solidFill>
              <a:srgbClr val="ECA8AE"/>
            </a:solidFill>
            <a:ln>
              <a:noFill/>
            </a:ln>
          </p:spPr>
        </p:sp>
        <p:sp>
          <p:nvSpPr>
            <p:cNvPr id="11448" name="Heatmap cell r42 c156"/>
            <p:cNvSpPr/>
            <p:nvPr/>
          </p:nvSpPr>
          <p:spPr>
            <a:xfrm>
              <a:off x="2835144" y="1123073"/>
              <a:ext cx="19034" cy="28503"/>
            </a:xfrm>
            <a:prstGeom prst="rect">
              <a:avLst/>
            </a:prstGeom>
            <a:solidFill>
              <a:srgbClr val="EAEEF4"/>
            </a:solidFill>
            <a:ln>
              <a:noFill/>
            </a:ln>
          </p:spPr>
        </p:sp>
        <p:sp>
          <p:nvSpPr>
            <p:cNvPr id="11449" name="Heatmap cell r42 c157"/>
            <p:cNvSpPr/>
            <p:nvPr/>
          </p:nvSpPr>
          <p:spPr>
            <a:xfrm>
              <a:off x="2854082" y="1123073"/>
              <a:ext cx="17140" cy="28503"/>
            </a:xfrm>
            <a:prstGeom prst="rect">
              <a:avLst/>
            </a:prstGeom>
            <a:solidFill>
              <a:srgbClr val="F1C0C6"/>
            </a:solidFill>
            <a:ln>
              <a:noFill/>
            </a:ln>
          </p:spPr>
        </p:sp>
        <p:sp>
          <p:nvSpPr>
            <p:cNvPr id="11450" name="Heatmap cell r42 c158"/>
            <p:cNvSpPr/>
            <p:nvPr/>
          </p:nvSpPr>
          <p:spPr>
            <a:xfrm>
              <a:off x="2871127" y="1123073"/>
              <a:ext cx="19034" cy="28503"/>
            </a:xfrm>
            <a:prstGeom prst="rect">
              <a:avLst/>
            </a:prstGeom>
            <a:solidFill>
              <a:srgbClr val="F8E9EA"/>
            </a:solidFill>
            <a:ln>
              <a:noFill/>
            </a:ln>
          </p:spPr>
        </p:sp>
        <p:sp>
          <p:nvSpPr>
            <p:cNvPr id="11451" name="Heatmap cell r42 c159"/>
            <p:cNvSpPr/>
            <p:nvPr/>
          </p:nvSpPr>
          <p:spPr>
            <a:xfrm>
              <a:off x="2890066" y="1123073"/>
              <a:ext cx="17140" cy="28503"/>
            </a:xfrm>
            <a:prstGeom prst="rect">
              <a:avLst/>
            </a:prstGeom>
            <a:solidFill>
              <a:srgbClr val="F9E8E9"/>
            </a:solidFill>
            <a:ln>
              <a:noFill/>
            </a:ln>
          </p:spPr>
        </p:sp>
        <p:sp>
          <p:nvSpPr>
            <p:cNvPr id="11452" name="Heatmap cell r42 c160"/>
            <p:cNvSpPr/>
            <p:nvPr/>
          </p:nvSpPr>
          <p:spPr>
            <a:xfrm>
              <a:off x="2907111" y="1123073"/>
              <a:ext cx="19034" cy="28503"/>
            </a:xfrm>
            <a:prstGeom prst="rect">
              <a:avLst/>
            </a:prstGeom>
            <a:solidFill>
              <a:srgbClr val="C4D2DF"/>
            </a:solidFill>
            <a:ln>
              <a:noFill/>
            </a:ln>
          </p:spPr>
        </p:sp>
        <p:sp>
          <p:nvSpPr>
            <p:cNvPr id="11453" name="Heatmap cell r42 c161"/>
            <p:cNvSpPr/>
            <p:nvPr/>
          </p:nvSpPr>
          <p:spPr>
            <a:xfrm>
              <a:off x="2926050" y="1123073"/>
              <a:ext cx="17140" cy="28503"/>
            </a:xfrm>
            <a:prstGeom prst="rect">
              <a:avLst/>
            </a:prstGeom>
            <a:solidFill>
              <a:srgbClr val="F2C8CD"/>
            </a:solidFill>
            <a:ln>
              <a:noFill/>
            </a:ln>
          </p:spPr>
        </p:sp>
        <p:sp>
          <p:nvSpPr>
            <p:cNvPr id="11454" name="Heatmap cell r42 c162"/>
            <p:cNvSpPr/>
            <p:nvPr/>
          </p:nvSpPr>
          <p:spPr>
            <a:xfrm>
              <a:off x="2943095" y="1123073"/>
              <a:ext cx="19034" cy="28503"/>
            </a:xfrm>
            <a:prstGeom prst="rect">
              <a:avLst/>
            </a:prstGeom>
            <a:solidFill>
              <a:srgbClr val="F3C6CB"/>
            </a:solidFill>
            <a:ln>
              <a:noFill/>
            </a:ln>
          </p:spPr>
        </p:sp>
        <p:sp>
          <p:nvSpPr>
            <p:cNvPr id="11455" name="Heatmap cell r42 c163"/>
            <p:cNvSpPr/>
            <p:nvPr/>
          </p:nvSpPr>
          <p:spPr>
            <a:xfrm>
              <a:off x="2962034" y="1123073"/>
              <a:ext cx="17140" cy="28503"/>
            </a:xfrm>
            <a:prstGeom prst="rect">
              <a:avLst/>
            </a:prstGeom>
            <a:solidFill>
              <a:srgbClr val="F5CFD2"/>
            </a:solidFill>
            <a:ln>
              <a:noFill/>
            </a:ln>
          </p:spPr>
        </p:sp>
        <p:sp>
          <p:nvSpPr>
            <p:cNvPr id="11456" name="Heatmap cell r42 c164"/>
            <p:cNvSpPr/>
            <p:nvPr/>
          </p:nvSpPr>
          <p:spPr>
            <a:xfrm>
              <a:off x="2979079" y="1123073"/>
              <a:ext cx="19034" cy="28503"/>
            </a:xfrm>
            <a:prstGeom prst="rect">
              <a:avLst/>
            </a:prstGeom>
            <a:solidFill>
              <a:srgbClr val="F4CDD0"/>
            </a:solidFill>
            <a:ln>
              <a:noFill/>
            </a:ln>
          </p:spPr>
        </p:sp>
        <p:sp>
          <p:nvSpPr>
            <p:cNvPr id="11457" name="Heatmap cell r42 c165"/>
            <p:cNvSpPr/>
            <p:nvPr/>
          </p:nvSpPr>
          <p:spPr>
            <a:xfrm>
              <a:off x="2998018" y="1123073"/>
              <a:ext cx="17140" cy="28503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11458" name="Heatmap cell r42 c166"/>
            <p:cNvSpPr/>
            <p:nvPr/>
          </p:nvSpPr>
          <p:spPr>
            <a:xfrm>
              <a:off x="3015062" y="1123073"/>
              <a:ext cx="19034" cy="28503"/>
            </a:xfrm>
            <a:prstGeom prst="rect">
              <a:avLst/>
            </a:prstGeom>
            <a:solidFill>
              <a:srgbClr val="F5CED2"/>
            </a:solidFill>
            <a:ln>
              <a:noFill/>
            </a:ln>
          </p:spPr>
        </p:sp>
        <p:sp>
          <p:nvSpPr>
            <p:cNvPr id="11459" name="Heatmap cell r42 c167"/>
            <p:cNvSpPr/>
            <p:nvPr/>
          </p:nvSpPr>
          <p:spPr>
            <a:xfrm>
              <a:off x="3034001" y="1123073"/>
              <a:ext cx="17140" cy="28503"/>
            </a:xfrm>
            <a:prstGeom prst="rect">
              <a:avLst/>
            </a:prstGeom>
            <a:solidFill>
              <a:srgbClr val="F8DBDD"/>
            </a:solidFill>
            <a:ln>
              <a:noFill/>
            </a:ln>
          </p:spPr>
        </p:sp>
        <p:sp>
          <p:nvSpPr>
            <p:cNvPr id="11460" name="Heatmap cell r42 c168"/>
            <p:cNvSpPr/>
            <p:nvPr/>
          </p:nvSpPr>
          <p:spPr>
            <a:xfrm>
              <a:off x="3051046" y="1123073"/>
              <a:ext cx="19034" cy="28503"/>
            </a:xfrm>
            <a:prstGeom prst="rect">
              <a:avLst/>
            </a:prstGeom>
            <a:solidFill>
              <a:srgbClr val="F5D0D3"/>
            </a:solidFill>
            <a:ln>
              <a:noFill/>
            </a:ln>
          </p:spPr>
        </p:sp>
        <p:sp>
          <p:nvSpPr>
            <p:cNvPr id="11461" name="Heatmap cell r42 c169"/>
            <p:cNvSpPr/>
            <p:nvPr/>
          </p:nvSpPr>
          <p:spPr>
            <a:xfrm>
              <a:off x="3069985" y="1123073"/>
              <a:ext cx="19034" cy="28503"/>
            </a:xfrm>
            <a:prstGeom prst="rect">
              <a:avLst/>
            </a:prstGeom>
            <a:solidFill>
              <a:srgbClr val="F6D5D9"/>
            </a:solidFill>
            <a:ln>
              <a:noFill/>
            </a:ln>
          </p:spPr>
        </p:sp>
        <p:sp>
          <p:nvSpPr>
            <p:cNvPr id="11462" name="Heatmap cell r42 c170"/>
            <p:cNvSpPr/>
            <p:nvPr/>
          </p:nvSpPr>
          <p:spPr>
            <a:xfrm>
              <a:off x="3088924" y="1123073"/>
              <a:ext cx="17140" cy="28503"/>
            </a:xfrm>
            <a:prstGeom prst="rect">
              <a:avLst/>
            </a:prstGeom>
            <a:solidFill>
              <a:srgbClr val="FBF5F5"/>
            </a:solidFill>
            <a:ln>
              <a:noFill/>
            </a:ln>
          </p:spPr>
        </p:sp>
        <p:sp>
          <p:nvSpPr>
            <p:cNvPr id="11463" name="Heatmap cell r42 c171"/>
            <p:cNvSpPr/>
            <p:nvPr/>
          </p:nvSpPr>
          <p:spPr>
            <a:xfrm>
              <a:off x="3105969" y="1123073"/>
              <a:ext cx="19034" cy="28503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11464" name="Heatmap cell r42 c172"/>
            <p:cNvSpPr/>
            <p:nvPr/>
          </p:nvSpPr>
          <p:spPr>
            <a:xfrm>
              <a:off x="3124908" y="1123073"/>
              <a:ext cx="17140" cy="28503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11465" name="Heatmap cell r42 c173"/>
            <p:cNvSpPr/>
            <p:nvPr/>
          </p:nvSpPr>
          <p:spPr>
            <a:xfrm>
              <a:off x="3141953" y="1123073"/>
              <a:ext cx="19034" cy="28503"/>
            </a:xfrm>
            <a:prstGeom prst="rect">
              <a:avLst/>
            </a:prstGeom>
            <a:solidFill>
              <a:srgbClr val="FBF3F4"/>
            </a:solidFill>
            <a:ln>
              <a:noFill/>
            </a:ln>
          </p:spPr>
        </p:sp>
        <p:sp>
          <p:nvSpPr>
            <p:cNvPr id="11466" name="Heatmap cell r42 c174"/>
            <p:cNvSpPr/>
            <p:nvPr/>
          </p:nvSpPr>
          <p:spPr>
            <a:xfrm>
              <a:off x="3160892" y="1123073"/>
              <a:ext cx="17140" cy="28503"/>
            </a:xfrm>
            <a:prstGeom prst="rect">
              <a:avLst/>
            </a:prstGeom>
            <a:solidFill>
              <a:srgbClr val="D63E4D"/>
            </a:solidFill>
            <a:ln>
              <a:noFill/>
            </a:ln>
          </p:spPr>
        </p:sp>
        <p:sp>
          <p:nvSpPr>
            <p:cNvPr id="11467" name="Heatmap cell r42 c175"/>
            <p:cNvSpPr/>
            <p:nvPr/>
          </p:nvSpPr>
          <p:spPr>
            <a:xfrm>
              <a:off x="3177936" y="1123073"/>
              <a:ext cx="19034" cy="28503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11468" name="Heatmap cell r42 c177"/>
            <p:cNvSpPr/>
            <p:nvPr/>
          </p:nvSpPr>
          <p:spPr>
            <a:xfrm>
              <a:off x="3213920" y="1123073"/>
              <a:ext cx="19034" cy="28503"/>
            </a:xfrm>
            <a:prstGeom prst="rect">
              <a:avLst/>
            </a:prstGeom>
            <a:solidFill>
              <a:srgbClr val="F7D7DB"/>
            </a:solidFill>
            <a:ln>
              <a:noFill/>
            </a:ln>
          </p:spPr>
        </p:sp>
        <p:sp>
          <p:nvSpPr>
            <p:cNvPr id="11469" name="Heatmap cell r42 c178"/>
            <p:cNvSpPr/>
            <p:nvPr/>
          </p:nvSpPr>
          <p:spPr>
            <a:xfrm>
              <a:off x="3232859" y="1123073"/>
              <a:ext cx="17140" cy="28503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11470" name="Heatmap cell r42 c179"/>
            <p:cNvSpPr/>
            <p:nvPr/>
          </p:nvSpPr>
          <p:spPr>
            <a:xfrm>
              <a:off x="3249904" y="1123073"/>
              <a:ext cx="19034" cy="28503"/>
            </a:xfrm>
            <a:prstGeom prst="rect">
              <a:avLst/>
            </a:prstGeom>
            <a:solidFill>
              <a:srgbClr val="F1C4C7"/>
            </a:solidFill>
            <a:ln>
              <a:noFill/>
            </a:ln>
          </p:spPr>
        </p:sp>
        <p:sp>
          <p:nvSpPr>
            <p:cNvPr id="11471" name="Heatmap cell r42 c180"/>
            <p:cNvSpPr/>
            <p:nvPr/>
          </p:nvSpPr>
          <p:spPr>
            <a:xfrm>
              <a:off x="3268843" y="1123073"/>
              <a:ext cx="17140" cy="28503"/>
            </a:xfrm>
            <a:prstGeom prst="rect">
              <a:avLst/>
            </a:prstGeom>
            <a:solidFill>
              <a:srgbClr val="C3D1DF"/>
            </a:solidFill>
            <a:ln>
              <a:noFill/>
            </a:ln>
          </p:spPr>
        </p:sp>
        <p:sp>
          <p:nvSpPr>
            <p:cNvPr id="11472" name="Heatmap cell r42 c181"/>
            <p:cNvSpPr/>
            <p:nvPr/>
          </p:nvSpPr>
          <p:spPr>
            <a:xfrm>
              <a:off x="3285888" y="1123073"/>
              <a:ext cx="19034" cy="28503"/>
            </a:xfrm>
            <a:prstGeom prst="rect">
              <a:avLst/>
            </a:prstGeom>
            <a:solidFill>
              <a:srgbClr val="D43442"/>
            </a:solidFill>
            <a:ln>
              <a:noFill/>
            </a:ln>
          </p:spPr>
        </p:sp>
        <p:sp>
          <p:nvSpPr>
            <p:cNvPr id="11473" name="Heatmap cell r42 c182"/>
            <p:cNvSpPr/>
            <p:nvPr/>
          </p:nvSpPr>
          <p:spPr>
            <a:xfrm>
              <a:off x="3304827" y="1123073"/>
              <a:ext cx="19034" cy="28503"/>
            </a:xfrm>
            <a:prstGeom prst="rect">
              <a:avLst/>
            </a:prstGeom>
            <a:solidFill>
              <a:srgbClr val="F5D1D4"/>
            </a:solidFill>
            <a:ln>
              <a:noFill/>
            </a:ln>
          </p:spPr>
        </p:sp>
        <p:sp>
          <p:nvSpPr>
            <p:cNvPr id="11474" name="Heatmap cell r42 c183"/>
            <p:cNvSpPr/>
            <p:nvPr/>
          </p:nvSpPr>
          <p:spPr>
            <a:xfrm>
              <a:off x="3323765" y="1123073"/>
              <a:ext cx="17140" cy="28503"/>
            </a:xfrm>
            <a:prstGeom prst="rect">
              <a:avLst/>
            </a:prstGeom>
            <a:solidFill>
              <a:srgbClr val="EEB1B7"/>
            </a:solidFill>
            <a:ln>
              <a:noFill/>
            </a:ln>
          </p:spPr>
        </p:sp>
        <p:sp>
          <p:nvSpPr>
            <p:cNvPr id="11475" name="Heatmap cell r42 c184"/>
            <p:cNvSpPr/>
            <p:nvPr/>
          </p:nvSpPr>
          <p:spPr>
            <a:xfrm>
              <a:off x="3340810" y="1123073"/>
              <a:ext cx="19034" cy="28503"/>
            </a:xfrm>
            <a:prstGeom prst="rect">
              <a:avLst/>
            </a:prstGeom>
            <a:solidFill>
              <a:srgbClr val="FBF3F4"/>
            </a:solidFill>
            <a:ln>
              <a:noFill/>
            </a:ln>
          </p:spPr>
        </p:sp>
        <p:sp>
          <p:nvSpPr>
            <p:cNvPr id="11476" name="Heatmap cell r42 c185"/>
            <p:cNvSpPr/>
            <p:nvPr/>
          </p:nvSpPr>
          <p:spPr>
            <a:xfrm>
              <a:off x="3359749" y="1123073"/>
              <a:ext cx="17140" cy="28503"/>
            </a:xfrm>
            <a:prstGeom prst="rect">
              <a:avLst/>
            </a:prstGeom>
            <a:solidFill>
              <a:srgbClr val="EBA3AA"/>
            </a:solidFill>
            <a:ln>
              <a:noFill/>
            </a:ln>
          </p:spPr>
        </p:sp>
        <p:sp>
          <p:nvSpPr>
            <p:cNvPr id="11477" name="Heatmap cell r42 c186"/>
            <p:cNvSpPr/>
            <p:nvPr/>
          </p:nvSpPr>
          <p:spPr>
            <a:xfrm>
              <a:off x="3376794" y="1123073"/>
              <a:ext cx="19034" cy="28503"/>
            </a:xfrm>
            <a:prstGeom prst="rect">
              <a:avLst/>
            </a:prstGeom>
            <a:solidFill>
              <a:srgbClr val="B6C7D9"/>
            </a:solidFill>
            <a:ln>
              <a:noFill/>
            </a:ln>
          </p:spPr>
        </p:sp>
        <p:sp>
          <p:nvSpPr>
            <p:cNvPr id="11478" name="Heatmap cell r42 c187"/>
            <p:cNvSpPr/>
            <p:nvPr/>
          </p:nvSpPr>
          <p:spPr>
            <a:xfrm>
              <a:off x="3395733" y="1123073"/>
              <a:ext cx="17140" cy="28503"/>
            </a:xfrm>
            <a:prstGeom prst="rect">
              <a:avLst/>
            </a:prstGeom>
            <a:solidFill>
              <a:srgbClr val="F8E1E3"/>
            </a:solidFill>
            <a:ln>
              <a:noFill/>
            </a:ln>
          </p:spPr>
        </p:sp>
        <p:sp>
          <p:nvSpPr>
            <p:cNvPr id="11479" name="Heatmap cell r42 c188"/>
            <p:cNvSpPr/>
            <p:nvPr/>
          </p:nvSpPr>
          <p:spPr>
            <a:xfrm>
              <a:off x="3412778" y="1123073"/>
              <a:ext cx="19034" cy="28503"/>
            </a:xfrm>
            <a:prstGeom prst="rect">
              <a:avLst/>
            </a:prstGeom>
            <a:solidFill>
              <a:srgbClr val="F3C9CE"/>
            </a:solidFill>
            <a:ln>
              <a:noFill/>
            </a:ln>
          </p:spPr>
        </p:sp>
        <p:sp>
          <p:nvSpPr>
            <p:cNvPr id="11480" name="Heatmap cell r42 c189"/>
            <p:cNvSpPr/>
            <p:nvPr/>
          </p:nvSpPr>
          <p:spPr>
            <a:xfrm>
              <a:off x="3431717" y="1123073"/>
              <a:ext cx="17140" cy="28503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11481" name="Heatmap cell r42 c190"/>
            <p:cNvSpPr/>
            <p:nvPr/>
          </p:nvSpPr>
          <p:spPr>
            <a:xfrm>
              <a:off x="3448762" y="1123073"/>
              <a:ext cx="19034" cy="28503"/>
            </a:xfrm>
            <a:prstGeom prst="rect">
              <a:avLst/>
            </a:prstGeom>
            <a:solidFill>
              <a:srgbClr val="C9D6E2"/>
            </a:solidFill>
            <a:ln>
              <a:noFill/>
            </a:ln>
          </p:spPr>
        </p:sp>
        <p:sp>
          <p:nvSpPr>
            <p:cNvPr id="11482" name="Heatmap cell r42 c191"/>
            <p:cNvSpPr/>
            <p:nvPr/>
          </p:nvSpPr>
          <p:spPr>
            <a:xfrm>
              <a:off x="3467701" y="1123073"/>
              <a:ext cx="17140" cy="28503"/>
            </a:xfrm>
            <a:prstGeom prst="rect">
              <a:avLst/>
            </a:prstGeom>
            <a:solidFill>
              <a:srgbClr val="F1C0C6"/>
            </a:solidFill>
            <a:ln>
              <a:noFill/>
            </a:ln>
          </p:spPr>
        </p:sp>
        <p:sp>
          <p:nvSpPr>
            <p:cNvPr id="11483" name="Heatmap cell r42 c193"/>
            <p:cNvSpPr/>
            <p:nvPr/>
          </p:nvSpPr>
          <p:spPr>
            <a:xfrm>
              <a:off x="3503684" y="1123073"/>
              <a:ext cx="17140" cy="28503"/>
            </a:xfrm>
            <a:prstGeom prst="rect">
              <a:avLst/>
            </a:prstGeom>
            <a:solidFill>
              <a:srgbClr val="9EB5CC"/>
            </a:solidFill>
            <a:ln>
              <a:noFill/>
            </a:ln>
          </p:spPr>
        </p:sp>
        <p:sp>
          <p:nvSpPr>
            <p:cNvPr id="11484" name="Heatmap cell r42 c194"/>
            <p:cNvSpPr/>
            <p:nvPr/>
          </p:nvSpPr>
          <p:spPr>
            <a:xfrm>
              <a:off x="3520729" y="1123073"/>
              <a:ext cx="19034" cy="28503"/>
            </a:xfrm>
            <a:prstGeom prst="rect">
              <a:avLst/>
            </a:prstGeom>
            <a:solidFill>
              <a:srgbClr val="F1C1C5"/>
            </a:solidFill>
            <a:ln>
              <a:noFill/>
            </a:ln>
          </p:spPr>
        </p:sp>
        <p:sp>
          <p:nvSpPr>
            <p:cNvPr id="11485" name="Heatmap cell r42 c195"/>
            <p:cNvSpPr/>
            <p:nvPr/>
          </p:nvSpPr>
          <p:spPr>
            <a:xfrm>
              <a:off x="3539668" y="1123073"/>
              <a:ext cx="19034" cy="28503"/>
            </a:xfrm>
            <a:prstGeom prst="rect">
              <a:avLst/>
            </a:prstGeom>
            <a:solidFill>
              <a:srgbClr val="F1C0C6"/>
            </a:solidFill>
            <a:ln>
              <a:noFill/>
            </a:ln>
          </p:spPr>
        </p:sp>
        <p:sp>
          <p:nvSpPr>
            <p:cNvPr id="11486" name="Heatmap cell r42 c196"/>
            <p:cNvSpPr/>
            <p:nvPr/>
          </p:nvSpPr>
          <p:spPr>
            <a:xfrm>
              <a:off x="3558607" y="1123073"/>
              <a:ext cx="17140" cy="28503"/>
            </a:xfrm>
            <a:prstGeom prst="rect">
              <a:avLst/>
            </a:prstGeom>
            <a:solidFill>
              <a:srgbClr val="FDF9FA"/>
            </a:solidFill>
            <a:ln>
              <a:noFill/>
            </a:ln>
          </p:spPr>
        </p:sp>
        <p:sp>
          <p:nvSpPr>
            <p:cNvPr id="11487" name="Heatmap cell r42 c197"/>
            <p:cNvSpPr/>
            <p:nvPr/>
          </p:nvSpPr>
          <p:spPr>
            <a:xfrm>
              <a:off x="3575652" y="1123073"/>
              <a:ext cx="19034" cy="28503"/>
            </a:xfrm>
            <a:prstGeom prst="rect">
              <a:avLst/>
            </a:prstGeom>
            <a:solidFill>
              <a:srgbClr val="F8E3E6"/>
            </a:solidFill>
            <a:ln>
              <a:noFill/>
            </a:ln>
          </p:spPr>
        </p:sp>
        <p:sp>
          <p:nvSpPr>
            <p:cNvPr id="11488" name="Heatmap cell r42 c198"/>
            <p:cNvSpPr/>
            <p:nvPr/>
          </p:nvSpPr>
          <p:spPr>
            <a:xfrm>
              <a:off x="3594591" y="1123073"/>
              <a:ext cx="17140" cy="28503"/>
            </a:xfrm>
            <a:prstGeom prst="rect">
              <a:avLst/>
            </a:prstGeom>
            <a:solidFill>
              <a:srgbClr val="F8E3E6"/>
            </a:solidFill>
            <a:ln>
              <a:noFill/>
            </a:ln>
          </p:spPr>
        </p:sp>
        <p:sp>
          <p:nvSpPr>
            <p:cNvPr id="11489" name="Heatmap cell r42 c199"/>
            <p:cNvSpPr/>
            <p:nvPr/>
          </p:nvSpPr>
          <p:spPr>
            <a:xfrm>
              <a:off x="3611636" y="1123073"/>
              <a:ext cx="19034" cy="28503"/>
            </a:xfrm>
            <a:prstGeom prst="rect">
              <a:avLst/>
            </a:prstGeom>
            <a:solidFill>
              <a:srgbClr val="F7D3D6"/>
            </a:solidFill>
            <a:ln>
              <a:noFill/>
            </a:ln>
          </p:spPr>
        </p:sp>
        <p:sp>
          <p:nvSpPr>
            <p:cNvPr id="11490" name="Heatmap cell r42 c200"/>
            <p:cNvSpPr/>
            <p:nvPr/>
          </p:nvSpPr>
          <p:spPr>
            <a:xfrm>
              <a:off x="3630575" y="1123073"/>
              <a:ext cx="17140" cy="28503"/>
            </a:xfrm>
            <a:prstGeom prst="rect">
              <a:avLst/>
            </a:prstGeom>
            <a:solidFill>
              <a:srgbClr val="ADC2D4"/>
            </a:solidFill>
            <a:ln>
              <a:noFill/>
            </a:ln>
          </p:spPr>
        </p:sp>
        <p:sp>
          <p:nvSpPr>
            <p:cNvPr id="11491" name="Heatmap cell r42 c201"/>
            <p:cNvSpPr/>
            <p:nvPr/>
          </p:nvSpPr>
          <p:spPr>
            <a:xfrm>
              <a:off x="3647620" y="1123073"/>
              <a:ext cx="19034" cy="28503"/>
            </a:xfrm>
            <a:prstGeom prst="rect">
              <a:avLst/>
            </a:prstGeom>
            <a:solidFill>
              <a:srgbClr val="FBF5F5"/>
            </a:solidFill>
            <a:ln>
              <a:noFill/>
            </a:ln>
          </p:spPr>
        </p:sp>
        <p:sp>
          <p:nvSpPr>
            <p:cNvPr id="11492" name="Heatmap cell r42 c202"/>
            <p:cNvSpPr/>
            <p:nvPr/>
          </p:nvSpPr>
          <p:spPr>
            <a:xfrm>
              <a:off x="3666558" y="1123073"/>
              <a:ext cx="17140" cy="28503"/>
            </a:xfrm>
            <a:prstGeom prst="rect">
              <a:avLst/>
            </a:prstGeom>
            <a:solidFill>
              <a:srgbClr val="AFC3D5"/>
            </a:solidFill>
            <a:ln>
              <a:noFill/>
            </a:ln>
          </p:spPr>
        </p:sp>
        <p:sp>
          <p:nvSpPr>
            <p:cNvPr id="11493" name="Heatmap cell r42 c203"/>
            <p:cNvSpPr/>
            <p:nvPr/>
          </p:nvSpPr>
          <p:spPr>
            <a:xfrm>
              <a:off x="3683603" y="1123073"/>
              <a:ext cx="19034" cy="28503"/>
            </a:xfrm>
            <a:prstGeom prst="rect">
              <a:avLst/>
            </a:prstGeom>
            <a:solidFill>
              <a:srgbClr val="FAECEC"/>
            </a:solidFill>
            <a:ln>
              <a:noFill/>
            </a:ln>
          </p:spPr>
        </p:sp>
        <p:sp>
          <p:nvSpPr>
            <p:cNvPr id="11494" name="Heatmap cell r42 c204"/>
            <p:cNvSpPr/>
            <p:nvPr/>
          </p:nvSpPr>
          <p:spPr>
            <a:xfrm>
              <a:off x="3702542" y="1123073"/>
              <a:ext cx="17140" cy="28503"/>
            </a:xfrm>
            <a:prstGeom prst="rect">
              <a:avLst/>
            </a:prstGeom>
            <a:solidFill>
              <a:srgbClr val="F4CCD1"/>
            </a:solidFill>
            <a:ln>
              <a:noFill/>
            </a:ln>
          </p:spPr>
        </p:sp>
        <p:sp>
          <p:nvSpPr>
            <p:cNvPr id="11495" name="Heatmap cell r42 c205"/>
            <p:cNvSpPr/>
            <p:nvPr/>
          </p:nvSpPr>
          <p:spPr>
            <a:xfrm>
              <a:off x="3719587" y="1123073"/>
              <a:ext cx="19034" cy="28503"/>
            </a:xfrm>
            <a:prstGeom prst="rect">
              <a:avLst/>
            </a:prstGeom>
            <a:solidFill>
              <a:srgbClr val="96AFC7"/>
            </a:solidFill>
            <a:ln>
              <a:noFill/>
            </a:ln>
          </p:spPr>
        </p:sp>
        <p:sp>
          <p:nvSpPr>
            <p:cNvPr id="11496" name="Heatmap cell r42 c206"/>
            <p:cNvSpPr/>
            <p:nvPr/>
          </p:nvSpPr>
          <p:spPr>
            <a:xfrm>
              <a:off x="3738526" y="1123073"/>
              <a:ext cx="17140" cy="28503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11497" name="Heatmap cell r42 c207"/>
            <p:cNvSpPr/>
            <p:nvPr/>
          </p:nvSpPr>
          <p:spPr>
            <a:xfrm>
              <a:off x="3755571" y="1123073"/>
              <a:ext cx="19034" cy="28503"/>
            </a:xfrm>
            <a:prstGeom prst="rect">
              <a:avLst/>
            </a:prstGeom>
            <a:solidFill>
              <a:srgbClr val="F7DCDF"/>
            </a:solidFill>
            <a:ln>
              <a:noFill/>
            </a:ln>
          </p:spPr>
        </p:sp>
        <p:sp>
          <p:nvSpPr>
            <p:cNvPr id="11498" name="Heatmap cell r42 c208"/>
            <p:cNvSpPr/>
            <p:nvPr/>
          </p:nvSpPr>
          <p:spPr>
            <a:xfrm>
              <a:off x="3774510" y="1123073"/>
              <a:ext cx="19034" cy="28503"/>
            </a:xfrm>
            <a:prstGeom prst="rect">
              <a:avLst/>
            </a:prstGeom>
            <a:solidFill>
              <a:srgbClr val="EFB7BB"/>
            </a:solidFill>
            <a:ln>
              <a:noFill/>
            </a:ln>
          </p:spPr>
        </p:sp>
        <p:sp>
          <p:nvSpPr>
            <p:cNvPr id="11499" name="Heatmap cell r42 c209"/>
            <p:cNvSpPr/>
            <p:nvPr/>
          </p:nvSpPr>
          <p:spPr>
            <a:xfrm>
              <a:off x="3793449" y="1123073"/>
              <a:ext cx="17140" cy="28503"/>
            </a:xfrm>
            <a:prstGeom prst="rect">
              <a:avLst/>
            </a:prstGeom>
            <a:solidFill>
              <a:srgbClr val="FDF9FA"/>
            </a:solidFill>
            <a:ln>
              <a:noFill/>
            </a:ln>
          </p:spPr>
        </p:sp>
        <p:sp>
          <p:nvSpPr>
            <p:cNvPr id="11500" name="Heatmap cell r42 c210"/>
            <p:cNvSpPr/>
            <p:nvPr/>
          </p:nvSpPr>
          <p:spPr>
            <a:xfrm>
              <a:off x="3810494" y="1123073"/>
              <a:ext cx="19034" cy="28503"/>
            </a:xfrm>
            <a:prstGeom prst="rect">
              <a:avLst/>
            </a:prstGeom>
            <a:solidFill>
              <a:srgbClr val="F7E2E4"/>
            </a:solidFill>
            <a:ln>
              <a:noFill/>
            </a:ln>
          </p:spPr>
        </p:sp>
        <p:sp>
          <p:nvSpPr>
            <p:cNvPr id="11501" name="Heatmap cell r42 c211"/>
            <p:cNvSpPr/>
            <p:nvPr/>
          </p:nvSpPr>
          <p:spPr>
            <a:xfrm>
              <a:off x="3829432" y="1123073"/>
              <a:ext cx="17140" cy="28503"/>
            </a:xfrm>
            <a:prstGeom prst="rect">
              <a:avLst/>
            </a:prstGeom>
            <a:solidFill>
              <a:srgbClr val="F4CACD"/>
            </a:solidFill>
            <a:ln>
              <a:noFill/>
            </a:ln>
          </p:spPr>
        </p:sp>
        <p:sp>
          <p:nvSpPr>
            <p:cNvPr id="11502" name="Heatmap cell r42 c212"/>
            <p:cNvSpPr/>
            <p:nvPr/>
          </p:nvSpPr>
          <p:spPr>
            <a:xfrm>
              <a:off x="3846477" y="1123073"/>
              <a:ext cx="19034" cy="28503"/>
            </a:xfrm>
            <a:prstGeom prst="rect">
              <a:avLst/>
            </a:prstGeom>
            <a:solidFill>
              <a:srgbClr val="A4BAD0"/>
            </a:solidFill>
            <a:ln>
              <a:noFill/>
            </a:ln>
          </p:spPr>
        </p:sp>
        <p:sp>
          <p:nvSpPr>
            <p:cNvPr id="11503" name="Heatmap cell r42 c213"/>
            <p:cNvSpPr/>
            <p:nvPr/>
          </p:nvSpPr>
          <p:spPr>
            <a:xfrm>
              <a:off x="3865416" y="1123073"/>
              <a:ext cx="17140" cy="28503"/>
            </a:xfrm>
            <a:prstGeom prst="rect">
              <a:avLst/>
            </a:prstGeom>
            <a:solidFill>
              <a:srgbClr val="FAEBED"/>
            </a:solidFill>
            <a:ln>
              <a:noFill/>
            </a:ln>
          </p:spPr>
        </p:sp>
        <p:sp>
          <p:nvSpPr>
            <p:cNvPr id="11504" name="Heatmap cell r42 c214"/>
            <p:cNvSpPr/>
            <p:nvPr/>
          </p:nvSpPr>
          <p:spPr>
            <a:xfrm>
              <a:off x="3882461" y="1123073"/>
              <a:ext cx="19034" cy="28503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11505" name="Heatmap cell r42 c215"/>
            <p:cNvSpPr/>
            <p:nvPr/>
          </p:nvSpPr>
          <p:spPr>
            <a:xfrm>
              <a:off x="3901400" y="1123073"/>
              <a:ext cx="17140" cy="28503"/>
            </a:xfrm>
            <a:prstGeom prst="rect">
              <a:avLst/>
            </a:prstGeom>
            <a:solidFill>
              <a:srgbClr val="A8BCD1"/>
            </a:solidFill>
            <a:ln>
              <a:noFill/>
            </a:ln>
          </p:spPr>
        </p:sp>
        <p:sp>
          <p:nvSpPr>
            <p:cNvPr id="11506" name="Heatmap cell r42 c216"/>
            <p:cNvSpPr/>
            <p:nvPr/>
          </p:nvSpPr>
          <p:spPr>
            <a:xfrm>
              <a:off x="3918445" y="1123073"/>
              <a:ext cx="19034" cy="28503"/>
            </a:xfrm>
            <a:prstGeom prst="rect">
              <a:avLst/>
            </a:prstGeom>
            <a:solidFill>
              <a:srgbClr val="96AFC7"/>
            </a:solidFill>
            <a:ln>
              <a:noFill/>
            </a:ln>
          </p:spPr>
        </p:sp>
        <p:sp>
          <p:nvSpPr>
            <p:cNvPr id="11507" name="Heatmap cell r42 c217"/>
            <p:cNvSpPr/>
            <p:nvPr/>
          </p:nvSpPr>
          <p:spPr>
            <a:xfrm>
              <a:off x="3937384" y="1123073"/>
              <a:ext cx="17140" cy="28503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11508" name="Heatmap cell r42 c218"/>
            <p:cNvSpPr/>
            <p:nvPr/>
          </p:nvSpPr>
          <p:spPr>
            <a:xfrm>
              <a:off x="3954429" y="1123073"/>
              <a:ext cx="19034" cy="28503"/>
            </a:xfrm>
            <a:prstGeom prst="rect">
              <a:avLst/>
            </a:prstGeom>
            <a:solidFill>
              <a:srgbClr val="FAEBED"/>
            </a:solidFill>
            <a:ln>
              <a:noFill/>
            </a:ln>
          </p:spPr>
        </p:sp>
        <p:sp>
          <p:nvSpPr>
            <p:cNvPr id="11509" name="Heatmap cell r42 c219"/>
            <p:cNvSpPr/>
            <p:nvPr/>
          </p:nvSpPr>
          <p:spPr>
            <a:xfrm>
              <a:off x="3973368" y="1123073"/>
              <a:ext cx="17140" cy="28503"/>
            </a:xfrm>
            <a:prstGeom prst="rect">
              <a:avLst/>
            </a:prstGeom>
            <a:solidFill>
              <a:srgbClr val="DBE3EB"/>
            </a:solidFill>
            <a:ln>
              <a:noFill/>
            </a:ln>
          </p:spPr>
        </p:sp>
        <p:sp>
          <p:nvSpPr>
            <p:cNvPr id="11510" name="Heatmap cell r42 c220"/>
            <p:cNvSpPr/>
            <p:nvPr/>
          </p:nvSpPr>
          <p:spPr>
            <a:xfrm>
              <a:off x="3990412" y="1123073"/>
              <a:ext cx="19034" cy="28503"/>
            </a:xfrm>
            <a:prstGeom prst="rect">
              <a:avLst/>
            </a:prstGeom>
            <a:solidFill>
              <a:srgbClr val="EDB0B6"/>
            </a:solidFill>
            <a:ln>
              <a:noFill/>
            </a:ln>
          </p:spPr>
        </p:sp>
        <p:sp>
          <p:nvSpPr>
            <p:cNvPr id="11511" name="Heatmap cell r42 c221"/>
            <p:cNvSpPr/>
            <p:nvPr/>
          </p:nvSpPr>
          <p:spPr>
            <a:xfrm>
              <a:off x="4009351" y="1123073"/>
              <a:ext cx="19034" cy="28503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11512" name="Heatmap cell r42 c222"/>
            <p:cNvSpPr/>
            <p:nvPr/>
          </p:nvSpPr>
          <p:spPr>
            <a:xfrm>
              <a:off x="4028290" y="1123073"/>
              <a:ext cx="17140" cy="28503"/>
            </a:xfrm>
            <a:prstGeom prst="rect">
              <a:avLst/>
            </a:prstGeom>
            <a:solidFill>
              <a:srgbClr val="E3EAF0"/>
            </a:solidFill>
            <a:ln>
              <a:noFill/>
            </a:ln>
          </p:spPr>
        </p:sp>
        <p:sp>
          <p:nvSpPr>
            <p:cNvPr id="11513" name="Heatmap cell r43 c1"/>
            <p:cNvSpPr/>
            <p:nvPr/>
          </p:nvSpPr>
          <p:spPr>
            <a:xfrm>
              <a:off x="13257" y="1151481"/>
              <a:ext cx="45548" cy="26609"/>
            </a:xfrm>
            <a:prstGeom prst="rect">
              <a:avLst/>
            </a:prstGeom>
            <a:solidFill>
              <a:srgbClr val="F76666"/>
            </a:solidFill>
            <a:ln>
              <a:noFill/>
            </a:ln>
          </p:spPr>
        </p:sp>
        <p:sp>
          <p:nvSpPr>
            <p:cNvPr id="11514" name="Heatmap cell r43 c3"/>
            <p:cNvSpPr/>
            <p:nvPr/>
          </p:nvSpPr>
          <p:spPr>
            <a:xfrm>
              <a:off x="71968" y="1151481"/>
              <a:ext cx="17140" cy="26609"/>
            </a:xfrm>
            <a:prstGeom prst="rect">
              <a:avLst/>
            </a:prstGeom>
            <a:solidFill>
              <a:srgbClr val="F8F8FA"/>
            </a:solidFill>
            <a:ln>
              <a:noFill/>
            </a:ln>
          </p:spPr>
        </p:sp>
        <p:sp>
          <p:nvSpPr>
            <p:cNvPr id="11515" name="Heatmap cell r43 c4"/>
            <p:cNvSpPr/>
            <p:nvPr/>
          </p:nvSpPr>
          <p:spPr>
            <a:xfrm>
              <a:off x="89013" y="1151481"/>
              <a:ext cx="19034" cy="26609"/>
            </a:xfrm>
            <a:prstGeom prst="rect">
              <a:avLst/>
            </a:prstGeom>
            <a:solidFill>
              <a:srgbClr val="F0F4F7"/>
            </a:solidFill>
            <a:ln>
              <a:noFill/>
            </a:ln>
          </p:spPr>
        </p:sp>
        <p:sp>
          <p:nvSpPr>
            <p:cNvPr id="11516" name="Heatmap cell r43 c5"/>
            <p:cNvSpPr/>
            <p:nvPr/>
          </p:nvSpPr>
          <p:spPr>
            <a:xfrm>
              <a:off x="107951" y="1151481"/>
              <a:ext cx="17140" cy="26609"/>
            </a:xfrm>
            <a:prstGeom prst="rect">
              <a:avLst/>
            </a:prstGeom>
            <a:solidFill>
              <a:srgbClr val="E4858D"/>
            </a:solidFill>
            <a:ln>
              <a:noFill/>
            </a:ln>
          </p:spPr>
        </p:sp>
        <p:sp>
          <p:nvSpPr>
            <p:cNvPr id="11517" name="Heatmap cell r43 c6"/>
            <p:cNvSpPr/>
            <p:nvPr/>
          </p:nvSpPr>
          <p:spPr>
            <a:xfrm>
              <a:off x="124996" y="1151481"/>
              <a:ext cx="19034" cy="26609"/>
            </a:xfrm>
            <a:prstGeom prst="rect">
              <a:avLst/>
            </a:prstGeom>
            <a:solidFill>
              <a:srgbClr val="D2DDE7"/>
            </a:solidFill>
            <a:ln>
              <a:noFill/>
            </a:ln>
          </p:spPr>
        </p:sp>
        <p:sp>
          <p:nvSpPr>
            <p:cNvPr id="11518" name="Heatmap cell r43 c7"/>
            <p:cNvSpPr/>
            <p:nvPr/>
          </p:nvSpPr>
          <p:spPr>
            <a:xfrm>
              <a:off x="143935" y="1151481"/>
              <a:ext cx="17140" cy="26609"/>
            </a:xfrm>
            <a:prstGeom prst="rect">
              <a:avLst/>
            </a:prstGeom>
            <a:solidFill>
              <a:srgbClr val="D5DFE9"/>
            </a:solidFill>
            <a:ln>
              <a:noFill/>
            </a:ln>
          </p:spPr>
        </p:sp>
        <p:sp>
          <p:nvSpPr>
            <p:cNvPr id="11519" name="Heatmap cell r43 c8"/>
            <p:cNvSpPr/>
            <p:nvPr/>
          </p:nvSpPr>
          <p:spPr>
            <a:xfrm>
              <a:off x="160980" y="1151481"/>
              <a:ext cx="19034" cy="26609"/>
            </a:xfrm>
            <a:prstGeom prst="rect">
              <a:avLst/>
            </a:prstGeom>
            <a:solidFill>
              <a:srgbClr val="F8E9EA"/>
            </a:solidFill>
            <a:ln>
              <a:noFill/>
            </a:ln>
          </p:spPr>
        </p:sp>
        <p:sp>
          <p:nvSpPr>
            <p:cNvPr id="11520" name="Heatmap cell r43 c9"/>
            <p:cNvSpPr/>
            <p:nvPr/>
          </p:nvSpPr>
          <p:spPr>
            <a:xfrm>
              <a:off x="179919" y="1151481"/>
              <a:ext cx="19034" cy="26609"/>
            </a:xfrm>
            <a:prstGeom prst="rect">
              <a:avLst/>
            </a:prstGeom>
            <a:solidFill>
              <a:srgbClr val="E9EDF3"/>
            </a:solidFill>
            <a:ln>
              <a:noFill/>
            </a:ln>
          </p:spPr>
        </p:sp>
        <p:sp>
          <p:nvSpPr>
            <p:cNvPr id="11521" name="Heatmap cell r43 c10"/>
            <p:cNvSpPr/>
            <p:nvPr/>
          </p:nvSpPr>
          <p:spPr>
            <a:xfrm>
              <a:off x="198858" y="1151481"/>
              <a:ext cx="17140" cy="26609"/>
            </a:xfrm>
            <a:prstGeom prst="rect">
              <a:avLst/>
            </a:prstGeom>
            <a:solidFill>
              <a:srgbClr val="B9C9DB"/>
            </a:solidFill>
            <a:ln>
              <a:noFill/>
            </a:ln>
          </p:spPr>
        </p:sp>
        <p:sp>
          <p:nvSpPr>
            <p:cNvPr id="11522" name="Heatmap cell r43 c11"/>
            <p:cNvSpPr/>
            <p:nvPr/>
          </p:nvSpPr>
          <p:spPr>
            <a:xfrm>
              <a:off x="215903" y="1151481"/>
              <a:ext cx="19034" cy="26609"/>
            </a:xfrm>
            <a:prstGeom prst="rect">
              <a:avLst/>
            </a:prstGeom>
            <a:solidFill>
              <a:srgbClr val="F6D4D7"/>
            </a:solidFill>
            <a:ln>
              <a:noFill/>
            </a:ln>
          </p:spPr>
        </p:sp>
        <p:sp>
          <p:nvSpPr>
            <p:cNvPr id="11523" name="Heatmap cell r43 c12"/>
            <p:cNvSpPr/>
            <p:nvPr/>
          </p:nvSpPr>
          <p:spPr>
            <a:xfrm>
              <a:off x="234842" y="1151481"/>
              <a:ext cx="17140" cy="26609"/>
            </a:xfrm>
            <a:prstGeom prst="rect">
              <a:avLst/>
            </a:prstGeom>
            <a:solidFill>
              <a:srgbClr val="D5DFE9"/>
            </a:solidFill>
            <a:ln>
              <a:noFill/>
            </a:ln>
          </p:spPr>
        </p:sp>
        <p:sp>
          <p:nvSpPr>
            <p:cNvPr id="11524" name="Heatmap cell r43 c13"/>
            <p:cNvSpPr/>
            <p:nvPr/>
          </p:nvSpPr>
          <p:spPr>
            <a:xfrm>
              <a:off x="251887" y="1151481"/>
              <a:ext cx="19034" cy="26609"/>
            </a:xfrm>
            <a:prstGeom prst="rect">
              <a:avLst/>
            </a:prstGeom>
            <a:solidFill>
              <a:srgbClr val="CCD7E3"/>
            </a:solidFill>
            <a:ln>
              <a:noFill/>
            </a:ln>
          </p:spPr>
        </p:sp>
        <p:sp>
          <p:nvSpPr>
            <p:cNvPr id="11525" name="Heatmap cell r43 c14"/>
            <p:cNvSpPr/>
            <p:nvPr/>
          </p:nvSpPr>
          <p:spPr>
            <a:xfrm>
              <a:off x="270825" y="1151481"/>
              <a:ext cx="17140" cy="26609"/>
            </a:xfrm>
            <a:prstGeom prst="rect">
              <a:avLst/>
            </a:prstGeom>
            <a:solidFill>
              <a:srgbClr val="EFB4B9"/>
            </a:solidFill>
            <a:ln>
              <a:noFill/>
            </a:ln>
          </p:spPr>
        </p:sp>
        <p:sp>
          <p:nvSpPr>
            <p:cNvPr id="11526" name="Heatmap cell r43 c15"/>
            <p:cNvSpPr/>
            <p:nvPr/>
          </p:nvSpPr>
          <p:spPr>
            <a:xfrm>
              <a:off x="287870" y="1151481"/>
              <a:ext cx="19034" cy="26609"/>
            </a:xfrm>
            <a:prstGeom prst="rect">
              <a:avLst/>
            </a:prstGeom>
            <a:solidFill>
              <a:srgbClr val="C5D2DF"/>
            </a:solidFill>
            <a:ln>
              <a:noFill/>
            </a:ln>
          </p:spPr>
        </p:sp>
        <p:sp>
          <p:nvSpPr>
            <p:cNvPr id="11527" name="Heatmap cell r43 c16"/>
            <p:cNvSpPr/>
            <p:nvPr/>
          </p:nvSpPr>
          <p:spPr>
            <a:xfrm>
              <a:off x="306809" y="1151481"/>
              <a:ext cx="17140" cy="26609"/>
            </a:xfrm>
            <a:prstGeom prst="rect">
              <a:avLst/>
            </a:prstGeom>
            <a:solidFill>
              <a:srgbClr val="DDE4EC"/>
            </a:solidFill>
            <a:ln>
              <a:noFill/>
            </a:ln>
          </p:spPr>
        </p:sp>
        <p:sp>
          <p:nvSpPr>
            <p:cNvPr id="11528" name="Heatmap cell r43 c17"/>
            <p:cNvSpPr/>
            <p:nvPr/>
          </p:nvSpPr>
          <p:spPr>
            <a:xfrm>
              <a:off x="323854" y="1151481"/>
              <a:ext cx="19034" cy="26609"/>
            </a:xfrm>
            <a:prstGeom prst="rect">
              <a:avLst/>
            </a:prstGeom>
            <a:solidFill>
              <a:srgbClr val="FBF3F4"/>
            </a:solidFill>
            <a:ln>
              <a:noFill/>
            </a:ln>
          </p:spPr>
        </p:sp>
        <p:sp>
          <p:nvSpPr>
            <p:cNvPr id="11529" name="Heatmap cell r43 c18"/>
            <p:cNvSpPr/>
            <p:nvPr/>
          </p:nvSpPr>
          <p:spPr>
            <a:xfrm>
              <a:off x="342793" y="1151481"/>
              <a:ext cx="17140" cy="26609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11530" name="Heatmap cell r43 c19"/>
            <p:cNvSpPr/>
            <p:nvPr/>
          </p:nvSpPr>
          <p:spPr>
            <a:xfrm>
              <a:off x="359838" y="1151481"/>
              <a:ext cx="19034" cy="26609"/>
            </a:xfrm>
            <a:prstGeom prst="rect">
              <a:avLst/>
            </a:prstGeom>
            <a:solidFill>
              <a:srgbClr val="ECA0A8"/>
            </a:solidFill>
            <a:ln>
              <a:noFill/>
            </a:ln>
          </p:spPr>
        </p:sp>
        <p:sp>
          <p:nvSpPr>
            <p:cNvPr id="11531" name="Heatmap cell r43 c21"/>
            <p:cNvSpPr/>
            <p:nvPr/>
          </p:nvSpPr>
          <p:spPr>
            <a:xfrm>
              <a:off x="395822" y="1151481"/>
              <a:ext cx="19034" cy="26609"/>
            </a:xfrm>
            <a:prstGeom prst="rect">
              <a:avLst/>
            </a:prstGeom>
            <a:solidFill>
              <a:srgbClr val="DAE2EB"/>
            </a:solidFill>
            <a:ln>
              <a:noFill/>
            </a:ln>
          </p:spPr>
        </p:sp>
        <p:sp>
          <p:nvSpPr>
            <p:cNvPr id="11532" name="Heatmap cell r43 c22"/>
            <p:cNvSpPr/>
            <p:nvPr/>
          </p:nvSpPr>
          <p:spPr>
            <a:xfrm>
              <a:off x="414760" y="1151481"/>
              <a:ext cx="19034" cy="26609"/>
            </a:xfrm>
            <a:prstGeom prst="rect">
              <a:avLst/>
            </a:prstGeom>
            <a:solidFill>
              <a:srgbClr val="DF6873"/>
            </a:solidFill>
            <a:ln>
              <a:noFill/>
            </a:ln>
          </p:spPr>
        </p:sp>
        <p:sp>
          <p:nvSpPr>
            <p:cNvPr id="11533" name="Heatmap cell r43 c23"/>
            <p:cNvSpPr/>
            <p:nvPr/>
          </p:nvSpPr>
          <p:spPr>
            <a:xfrm>
              <a:off x="433699" y="1151481"/>
              <a:ext cx="17140" cy="26609"/>
            </a:xfrm>
            <a:prstGeom prst="rect">
              <a:avLst/>
            </a:prstGeom>
            <a:solidFill>
              <a:srgbClr val="D4DFE9"/>
            </a:solidFill>
            <a:ln>
              <a:noFill/>
            </a:ln>
          </p:spPr>
        </p:sp>
        <p:sp>
          <p:nvSpPr>
            <p:cNvPr id="11534" name="Heatmap cell r43 c24"/>
            <p:cNvSpPr/>
            <p:nvPr/>
          </p:nvSpPr>
          <p:spPr>
            <a:xfrm>
              <a:off x="450744" y="1151481"/>
              <a:ext cx="19034" cy="26609"/>
            </a:xfrm>
            <a:prstGeom prst="rect">
              <a:avLst/>
            </a:prstGeom>
            <a:solidFill>
              <a:srgbClr val="D5DFEA"/>
            </a:solidFill>
            <a:ln>
              <a:noFill/>
            </a:ln>
          </p:spPr>
        </p:sp>
        <p:sp>
          <p:nvSpPr>
            <p:cNvPr id="11535" name="Heatmap cell r43 c25"/>
            <p:cNvSpPr/>
            <p:nvPr/>
          </p:nvSpPr>
          <p:spPr>
            <a:xfrm>
              <a:off x="469683" y="1151481"/>
              <a:ext cx="17140" cy="26609"/>
            </a:xfrm>
            <a:prstGeom prst="rect">
              <a:avLst/>
            </a:prstGeom>
            <a:solidFill>
              <a:srgbClr val="EB9EA4"/>
            </a:solidFill>
            <a:ln>
              <a:noFill/>
            </a:ln>
          </p:spPr>
        </p:sp>
        <p:sp>
          <p:nvSpPr>
            <p:cNvPr id="11536" name="Heatmap cell r43 c26"/>
            <p:cNvSpPr/>
            <p:nvPr/>
          </p:nvSpPr>
          <p:spPr>
            <a:xfrm>
              <a:off x="486728" y="1151481"/>
              <a:ext cx="19034" cy="26609"/>
            </a:xfrm>
            <a:prstGeom prst="rect">
              <a:avLst/>
            </a:prstGeom>
            <a:solidFill>
              <a:srgbClr val="B9C9DB"/>
            </a:solidFill>
            <a:ln>
              <a:noFill/>
            </a:ln>
          </p:spPr>
        </p:sp>
        <p:sp>
          <p:nvSpPr>
            <p:cNvPr id="11537" name="Heatmap cell r43 c27"/>
            <p:cNvSpPr/>
            <p:nvPr/>
          </p:nvSpPr>
          <p:spPr>
            <a:xfrm>
              <a:off x="505667" y="1151481"/>
              <a:ext cx="17140" cy="26609"/>
            </a:xfrm>
            <a:prstGeom prst="rect">
              <a:avLst/>
            </a:prstGeom>
            <a:solidFill>
              <a:srgbClr val="F8F8FA"/>
            </a:solidFill>
            <a:ln>
              <a:noFill/>
            </a:ln>
          </p:spPr>
        </p:sp>
        <p:sp>
          <p:nvSpPr>
            <p:cNvPr id="11538" name="Heatmap cell r43 c28"/>
            <p:cNvSpPr/>
            <p:nvPr/>
          </p:nvSpPr>
          <p:spPr>
            <a:xfrm>
              <a:off x="522712" y="1151481"/>
              <a:ext cx="19034" cy="26609"/>
            </a:xfrm>
            <a:prstGeom prst="rect">
              <a:avLst/>
            </a:prstGeom>
            <a:solidFill>
              <a:srgbClr val="D3DEE8"/>
            </a:solidFill>
            <a:ln>
              <a:noFill/>
            </a:ln>
          </p:spPr>
        </p:sp>
        <p:sp>
          <p:nvSpPr>
            <p:cNvPr id="11539" name="Heatmap cell r43 c29"/>
            <p:cNvSpPr/>
            <p:nvPr/>
          </p:nvSpPr>
          <p:spPr>
            <a:xfrm>
              <a:off x="541651" y="1151481"/>
              <a:ext cx="17140" cy="26609"/>
            </a:xfrm>
            <a:prstGeom prst="rect">
              <a:avLst/>
            </a:prstGeom>
            <a:solidFill>
              <a:srgbClr val="F7E2E4"/>
            </a:solidFill>
            <a:ln>
              <a:noFill/>
            </a:ln>
          </p:spPr>
        </p:sp>
        <p:sp>
          <p:nvSpPr>
            <p:cNvPr id="11540" name="Heatmap cell r43 c30"/>
            <p:cNvSpPr/>
            <p:nvPr/>
          </p:nvSpPr>
          <p:spPr>
            <a:xfrm>
              <a:off x="558696" y="1151481"/>
              <a:ext cx="19034" cy="26609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</p:sp>
        <p:sp>
          <p:nvSpPr>
            <p:cNvPr id="11541" name="Heatmap cell r43 c31"/>
            <p:cNvSpPr/>
            <p:nvPr/>
          </p:nvSpPr>
          <p:spPr>
            <a:xfrm>
              <a:off x="577634" y="1151481"/>
              <a:ext cx="17140" cy="26609"/>
            </a:xfrm>
            <a:prstGeom prst="rect">
              <a:avLst/>
            </a:prstGeom>
            <a:solidFill>
              <a:srgbClr val="F2C8CD"/>
            </a:solidFill>
            <a:ln>
              <a:noFill/>
            </a:ln>
          </p:spPr>
        </p:sp>
        <p:sp>
          <p:nvSpPr>
            <p:cNvPr id="11542" name="Heatmap cell r43 c32"/>
            <p:cNvSpPr/>
            <p:nvPr/>
          </p:nvSpPr>
          <p:spPr>
            <a:xfrm>
              <a:off x="594679" y="1151481"/>
              <a:ext cx="19034" cy="26609"/>
            </a:xfrm>
            <a:prstGeom prst="rect">
              <a:avLst/>
            </a:prstGeom>
            <a:solidFill>
              <a:srgbClr val="FCF6F6"/>
            </a:solidFill>
            <a:ln>
              <a:noFill/>
            </a:ln>
          </p:spPr>
        </p:sp>
        <p:sp>
          <p:nvSpPr>
            <p:cNvPr id="11543" name="Heatmap cell r43 c33"/>
            <p:cNvSpPr/>
            <p:nvPr/>
          </p:nvSpPr>
          <p:spPr>
            <a:xfrm>
              <a:off x="613618" y="1151481"/>
              <a:ext cx="17140" cy="26609"/>
            </a:xfrm>
            <a:prstGeom prst="rect">
              <a:avLst/>
            </a:prstGeom>
            <a:solidFill>
              <a:srgbClr val="F1F5F8"/>
            </a:solidFill>
            <a:ln>
              <a:noFill/>
            </a:ln>
          </p:spPr>
        </p:sp>
        <p:sp>
          <p:nvSpPr>
            <p:cNvPr id="11544" name="Heatmap cell r43 c34"/>
            <p:cNvSpPr/>
            <p:nvPr/>
          </p:nvSpPr>
          <p:spPr>
            <a:xfrm>
              <a:off x="630663" y="1151481"/>
              <a:ext cx="19034" cy="26609"/>
            </a:xfrm>
            <a:prstGeom prst="rect">
              <a:avLst/>
            </a:prstGeom>
            <a:solidFill>
              <a:srgbClr val="C5D2DF"/>
            </a:solidFill>
            <a:ln>
              <a:noFill/>
            </a:ln>
          </p:spPr>
        </p:sp>
        <p:sp>
          <p:nvSpPr>
            <p:cNvPr id="11545" name="Heatmap cell r43 c35"/>
            <p:cNvSpPr/>
            <p:nvPr/>
          </p:nvSpPr>
          <p:spPr>
            <a:xfrm>
              <a:off x="649602" y="1151481"/>
              <a:ext cx="19034" cy="26609"/>
            </a:xfrm>
            <a:prstGeom prst="rect">
              <a:avLst/>
            </a:prstGeom>
            <a:solidFill>
              <a:srgbClr val="D5DFEA"/>
            </a:solidFill>
            <a:ln>
              <a:noFill/>
            </a:ln>
          </p:spPr>
        </p:sp>
        <p:sp>
          <p:nvSpPr>
            <p:cNvPr id="11546" name="Heatmap cell r43 c36"/>
            <p:cNvSpPr/>
            <p:nvPr/>
          </p:nvSpPr>
          <p:spPr>
            <a:xfrm>
              <a:off x="668541" y="1151481"/>
              <a:ext cx="17140" cy="26609"/>
            </a:xfrm>
            <a:prstGeom prst="rect">
              <a:avLst/>
            </a:prstGeom>
            <a:solidFill>
              <a:srgbClr val="F9E7E8"/>
            </a:solidFill>
            <a:ln>
              <a:noFill/>
            </a:ln>
          </p:spPr>
        </p:sp>
        <p:sp>
          <p:nvSpPr>
            <p:cNvPr id="11547" name="Heatmap cell r43 c37"/>
            <p:cNvSpPr/>
            <p:nvPr/>
          </p:nvSpPr>
          <p:spPr>
            <a:xfrm>
              <a:off x="685586" y="1151481"/>
              <a:ext cx="19034" cy="26609"/>
            </a:xfrm>
            <a:prstGeom prst="rect">
              <a:avLst/>
            </a:prstGeom>
            <a:solidFill>
              <a:srgbClr val="EBEFF5"/>
            </a:solidFill>
            <a:ln>
              <a:noFill/>
            </a:ln>
          </p:spPr>
        </p:sp>
        <p:sp>
          <p:nvSpPr>
            <p:cNvPr id="11548" name="Heatmap cell r43 c38"/>
            <p:cNvSpPr/>
            <p:nvPr/>
          </p:nvSpPr>
          <p:spPr>
            <a:xfrm>
              <a:off x="704525" y="1151481"/>
              <a:ext cx="17140" cy="26609"/>
            </a:xfrm>
            <a:prstGeom prst="rect">
              <a:avLst/>
            </a:prstGeom>
            <a:solidFill>
              <a:srgbClr val="F4CDD0"/>
            </a:solidFill>
            <a:ln>
              <a:noFill/>
            </a:ln>
          </p:spPr>
        </p:sp>
        <p:sp>
          <p:nvSpPr>
            <p:cNvPr id="11549" name="Heatmap cell r43 c39"/>
            <p:cNvSpPr/>
            <p:nvPr/>
          </p:nvSpPr>
          <p:spPr>
            <a:xfrm>
              <a:off x="721570" y="1151481"/>
              <a:ext cx="19034" cy="26609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</p:sp>
        <p:sp>
          <p:nvSpPr>
            <p:cNvPr id="11550" name="Heatmap cell r43 c40"/>
            <p:cNvSpPr/>
            <p:nvPr/>
          </p:nvSpPr>
          <p:spPr>
            <a:xfrm>
              <a:off x="740508" y="1151481"/>
              <a:ext cx="17140" cy="26609"/>
            </a:xfrm>
            <a:prstGeom prst="rect">
              <a:avLst/>
            </a:prstGeom>
            <a:solidFill>
              <a:srgbClr val="E68791"/>
            </a:solidFill>
            <a:ln>
              <a:noFill/>
            </a:ln>
          </p:spPr>
        </p:sp>
        <p:sp>
          <p:nvSpPr>
            <p:cNvPr id="11551" name="Heatmap cell r43 c41"/>
            <p:cNvSpPr/>
            <p:nvPr/>
          </p:nvSpPr>
          <p:spPr>
            <a:xfrm>
              <a:off x="757553" y="1151481"/>
              <a:ext cx="19034" cy="26609"/>
            </a:xfrm>
            <a:prstGeom prst="rect">
              <a:avLst/>
            </a:prstGeom>
            <a:solidFill>
              <a:srgbClr val="F7D7DB"/>
            </a:solidFill>
            <a:ln>
              <a:noFill/>
            </a:ln>
          </p:spPr>
        </p:sp>
        <p:sp>
          <p:nvSpPr>
            <p:cNvPr id="11552" name="Heatmap cell r43 c42"/>
            <p:cNvSpPr/>
            <p:nvPr/>
          </p:nvSpPr>
          <p:spPr>
            <a:xfrm>
              <a:off x="776492" y="1151481"/>
              <a:ext cx="17140" cy="26609"/>
            </a:xfrm>
            <a:prstGeom prst="rect">
              <a:avLst/>
            </a:prstGeom>
            <a:solidFill>
              <a:srgbClr val="BDCEDD"/>
            </a:solidFill>
            <a:ln>
              <a:noFill/>
            </a:ln>
          </p:spPr>
        </p:sp>
        <p:sp>
          <p:nvSpPr>
            <p:cNvPr id="11553" name="Heatmap cell r43 c43"/>
            <p:cNvSpPr/>
            <p:nvPr/>
          </p:nvSpPr>
          <p:spPr>
            <a:xfrm>
              <a:off x="793537" y="1151481"/>
              <a:ext cx="19034" cy="26609"/>
            </a:xfrm>
            <a:prstGeom prst="rect">
              <a:avLst/>
            </a:prstGeom>
            <a:solidFill>
              <a:srgbClr val="F7D9DB"/>
            </a:solidFill>
            <a:ln>
              <a:noFill/>
            </a:ln>
          </p:spPr>
        </p:sp>
        <p:sp>
          <p:nvSpPr>
            <p:cNvPr id="11554" name="Heatmap cell r43 c44"/>
            <p:cNvSpPr/>
            <p:nvPr/>
          </p:nvSpPr>
          <p:spPr>
            <a:xfrm>
              <a:off x="812476" y="1151481"/>
              <a:ext cx="17140" cy="26609"/>
            </a:xfrm>
            <a:prstGeom prst="rect">
              <a:avLst/>
            </a:prstGeom>
            <a:solidFill>
              <a:srgbClr val="F8E3E6"/>
            </a:solidFill>
            <a:ln>
              <a:noFill/>
            </a:ln>
          </p:spPr>
        </p:sp>
        <p:sp>
          <p:nvSpPr>
            <p:cNvPr id="11555" name="Heatmap cell r43 c45"/>
            <p:cNvSpPr/>
            <p:nvPr/>
          </p:nvSpPr>
          <p:spPr>
            <a:xfrm>
              <a:off x="829521" y="1151481"/>
              <a:ext cx="19034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11556" name="Heatmap cell r43 c46"/>
            <p:cNvSpPr/>
            <p:nvPr/>
          </p:nvSpPr>
          <p:spPr>
            <a:xfrm>
              <a:off x="848460" y="1151481"/>
              <a:ext cx="17140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11557" name="Heatmap cell r43 c47"/>
            <p:cNvSpPr/>
            <p:nvPr/>
          </p:nvSpPr>
          <p:spPr>
            <a:xfrm>
              <a:off x="865505" y="1151481"/>
              <a:ext cx="19034" cy="26609"/>
            </a:xfrm>
            <a:prstGeom prst="rect">
              <a:avLst/>
            </a:prstGeom>
            <a:solidFill>
              <a:srgbClr val="EFB8BD"/>
            </a:solidFill>
            <a:ln>
              <a:noFill/>
            </a:ln>
          </p:spPr>
        </p:sp>
        <p:sp>
          <p:nvSpPr>
            <p:cNvPr id="11558" name="Heatmap cell r43 c48"/>
            <p:cNvSpPr/>
            <p:nvPr/>
          </p:nvSpPr>
          <p:spPr>
            <a:xfrm>
              <a:off x="884444" y="1151481"/>
              <a:ext cx="19034" cy="26609"/>
            </a:xfrm>
            <a:prstGeom prst="rect">
              <a:avLst/>
            </a:prstGeom>
            <a:solidFill>
              <a:srgbClr val="FBF0F1"/>
            </a:solidFill>
            <a:ln>
              <a:noFill/>
            </a:ln>
          </p:spPr>
        </p:sp>
        <p:sp>
          <p:nvSpPr>
            <p:cNvPr id="11559" name="Heatmap cell r43 c49"/>
            <p:cNvSpPr/>
            <p:nvPr/>
          </p:nvSpPr>
          <p:spPr>
            <a:xfrm>
              <a:off x="903382" y="1151481"/>
              <a:ext cx="17140" cy="26609"/>
            </a:xfrm>
            <a:prstGeom prst="rect">
              <a:avLst/>
            </a:prstGeom>
            <a:solidFill>
              <a:srgbClr val="C4D2DF"/>
            </a:solidFill>
            <a:ln>
              <a:noFill/>
            </a:ln>
          </p:spPr>
        </p:sp>
        <p:sp>
          <p:nvSpPr>
            <p:cNvPr id="11560" name="Heatmap cell r43 c50"/>
            <p:cNvSpPr/>
            <p:nvPr/>
          </p:nvSpPr>
          <p:spPr>
            <a:xfrm>
              <a:off x="920427" y="1151481"/>
              <a:ext cx="19034" cy="26609"/>
            </a:xfrm>
            <a:prstGeom prst="rect">
              <a:avLst/>
            </a:prstGeom>
            <a:solidFill>
              <a:srgbClr val="EEF3F6"/>
            </a:solidFill>
            <a:ln>
              <a:noFill/>
            </a:ln>
          </p:spPr>
        </p:sp>
        <p:sp>
          <p:nvSpPr>
            <p:cNvPr id="11561" name="Heatmap cell r43 c51"/>
            <p:cNvSpPr/>
            <p:nvPr/>
          </p:nvSpPr>
          <p:spPr>
            <a:xfrm>
              <a:off x="939366" y="1151481"/>
              <a:ext cx="17140" cy="26609"/>
            </a:xfrm>
            <a:prstGeom prst="rect">
              <a:avLst/>
            </a:prstGeom>
            <a:solidFill>
              <a:srgbClr val="F5CED2"/>
            </a:solidFill>
            <a:ln>
              <a:noFill/>
            </a:ln>
          </p:spPr>
        </p:sp>
        <p:sp>
          <p:nvSpPr>
            <p:cNvPr id="11562" name="Heatmap cell r43 c52"/>
            <p:cNvSpPr/>
            <p:nvPr/>
          </p:nvSpPr>
          <p:spPr>
            <a:xfrm>
              <a:off x="956411" y="1151481"/>
              <a:ext cx="19034" cy="26609"/>
            </a:xfrm>
            <a:prstGeom prst="rect">
              <a:avLst/>
            </a:prstGeom>
            <a:solidFill>
              <a:srgbClr val="F1C3C8"/>
            </a:solidFill>
            <a:ln>
              <a:noFill/>
            </a:ln>
          </p:spPr>
        </p:sp>
        <p:sp>
          <p:nvSpPr>
            <p:cNvPr id="11563" name="Heatmap cell r43 c53"/>
            <p:cNvSpPr/>
            <p:nvPr/>
          </p:nvSpPr>
          <p:spPr>
            <a:xfrm>
              <a:off x="975350" y="1151481"/>
              <a:ext cx="17140" cy="26609"/>
            </a:xfrm>
            <a:prstGeom prst="rect">
              <a:avLst/>
            </a:prstGeom>
            <a:solidFill>
              <a:srgbClr val="E4EBEF"/>
            </a:solidFill>
            <a:ln>
              <a:noFill/>
            </a:ln>
          </p:spPr>
        </p:sp>
        <p:sp>
          <p:nvSpPr>
            <p:cNvPr id="11564" name="Heatmap cell r43 c54"/>
            <p:cNvSpPr/>
            <p:nvPr/>
          </p:nvSpPr>
          <p:spPr>
            <a:xfrm>
              <a:off x="992395" y="1151481"/>
              <a:ext cx="19034" cy="26609"/>
            </a:xfrm>
            <a:prstGeom prst="rect">
              <a:avLst/>
            </a:prstGeom>
            <a:solidFill>
              <a:srgbClr val="CED9E4"/>
            </a:solidFill>
            <a:ln>
              <a:noFill/>
            </a:ln>
          </p:spPr>
        </p:sp>
        <p:sp>
          <p:nvSpPr>
            <p:cNvPr id="11565" name="Heatmap cell r43 c55"/>
            <p:cNvSpPr/>
            <p:nvPr/>
          </p:nvSpPr>
          <p:spPr>
            <a:xfrm>
              <a:off x="1011334" y="1151481"/>
              <a:ext cx="17140" cy="26609"/>
            </a:xfrm>
            <a:prstGeom prst="rect">
              <a:avLst/>
            </a:prstGeom>
            <a:solidFill>
              <a:srgbClr val="F0F4F7"/>
            </a:solidFill>
            <a:ln>
              <a:noFill/>
            </a:ln>
          </p:spPr>
        </p:sp>
        <p:sp>
          <p:nvSpPr>
            <p:cNvPr id="11566" name="Heatmap cell r43 c56"/>
            <p:cNvSpPr/>
            <p:nvPr/>
          </p:nvSpPr>
          <p:spPr>
            <a:xfrm>
              <a:off x="1028379" y="1151481"/>
              <a:ext cx="19034" cy="26609"/>
            </a:xfrm>
            <a:prstGeom prst="rect">
              <a:avLst/>
            </a:prstGeom>
            <a:solidFill>
              <a:srgbClr val="809FBC"/>
            </a:solidFill>
            <a:ln>
              <a:noFill/>
            </a:ln>
          </p:spPr>
        </p:sp>
        <p:sp>
          <p:nvSpPr>
            <p:cNvPr id="11567" name="Heatmap cell r43 c57"/>
            <p:cNvSpPr/>
            <p:nvPr/>
          </p:nvSpPr>
          <p:spPr>
            <a:xfrm>
              <a:off x="1047318" y="1151481"/>
              <a:ext cx="17140" cy="26609"/>
            </a:xfrm>
            <a:prstGeom prst="rect">
              <a:avLst/>
            </a:prstGeom>
            <a:solidFill>
              <a:srgbClr val="F7DCDF"/>
            </a:solidFill>
            <a:ln>
              <a:noFill/>
            </a:ln>
          </p:spPr>
        </p:sp>
        <p:sp>
          <p:nvSpPr>
            <p:cNvPr id="11568" name="Heatmap cell r43 c58"/>
            <p:cNvSpPr/>
            <p:nvPr/>
          </p:nvSpPr>
          <p:spPr>
            <a:xfrm>
              <a:off x="1064363" y="1151481"/>
              <a:ext cx="19034" cy="26609"/>
            </a:xfrm>
            <a:prstGeom prst="rect">
              <a:avLst/>
            </a:prstGeom>
            <a:solidFill>
              <a:srgbClr val="F8DBDD"/>
            </a:solidFill>
            <a:ln>
              <a:noFill/>
            </a:ln>
          </p:spPr>
        </p:sp>
        <p:sp>
          <p:nvSpPr>
            <p:cNvPr id="11569" name="Heatmap cell r43 c59"/>
            <p:cNvSpPr/>
            <p:nvPr/>
          </p:nvSpPr>
          <p:spPr>
            <a:xfrm>
              <a:off x="1083301" y="1151481"/>
              <a:ext cx="17140" cy="26609"/>
            </a:xfrm>
            <a:prstGeom prst="rect">
              <a:avLst/>
            </a:prstGeom>
            <a:solidFill>
              <a:srgbClr val="F6D6DA"/>
            </a:solidFill>
            <a:ln>
              <a:noFill/>
            </a:ln>
          </p:spPr>
        </p:sp>
        <p:sp>
          <p:nvSpPr>
            <p:cNvPr id="11570" name="Heatmap cell r43 c60"/>
            <p:cNvSpPr/>
            <p:nvPr/>
          </p:nvSpPr>
          <p:spPr>
            <a:xfrm>
              <a:off x="1100346" y="1151481"/>
              <a:ext cx="19034" cy="26609"/>
            </a:xfrm>
            <a:prstGeom prst="rect">
              <a:avLst/>
            </a:prstGeom>
            <a:solidFill>
              <a:srgbClr val="FCF6F6"/>
            </a:solidFill>
            <a:ln>
              <a:noFill/>
            </a:ln>
          </p:spPr>
        </p:sp>
        <p:sp>
          <p:nvSpPr>
            <p:cNvPr id="11571" name="Heatmap cell r43 c61"/>
            <p:cNvSpPr/>
            <p:nvPr/>
          </p:nvSpPr>
          <p:spPr>
            <a:xfrm>
              <a:off x="1119285" y="1151481"/>
              <a:ext cx="19034" cy="26609"/>
            </a:xfrm>
            <a:prstGeom prst="rect">
              <a:avLst/>
            </a:prstGeom>
            <a:solidFill>
              <a:srgbClr val="7394B6"/>
            </a:solidFill>
            <a:ln>
              <a:noFill/>
            </a:ln>
          </p:spPr>
        </p:sp>
        <p:sp>
          <p:nvSpPr>
            <p:cNvPr id="11572" name="Heatmap cell r43 c62"/>
            <p:cNvSpPr/>
            <p:nvPr/>
          </p:nvSpPr>
          <p:spPr>
            <a:xfrm>
              <a:off x="1138224" y="1151481"/>
              <a:ext cx="17140" cy="26609"/>
            </a:xfrm>
            <a:prstGeom prst="rect">
              <a:avLst/>
            </a:prstGeom>
            <a:solidFill>
              <a:srgbClr val="FAECEC"/>
            </a:solidFill>
            <a:ln>
              <a:noFill/>
            </a:ln>
          </p:spPr>
        </p:sp>
        <p:sp>
          <p:nvSpPr>
            <p:cNvPr id="11573" name="Heatmap cell r43 c63"/>
            <p:cNvSpPr/>
            <p:nvPr/>
          </p:nvSpPr>
          <p:spPr>
            <a:xfrm>
              <a:off x="1155269" y="1151481"/>
              <a:ext cx="19034" cy="26609"/>
            </a:xfrm>
            <a:prstGeom prst="rect">
              <a:avLst/>
            </a:prstGeom>
            <a:solidFill>
              <a:srgbClr val="E3EAF0"/>
            </a:solidFill>
            <a:ln>
              <a:noFill/>
            </a:ln>
          </p:spPr>
        </p:sp>
        <p:sp>
          <p:nvSpPr>
            <p:cNvPr id="11574" name="Heatmap cell r43 c64"/>
            <p:cNvSpPr/>
            <p:nvPr/>
          </p:nvSpPr>
          <p:spPr>
            <a:xfrm>
              <a:off x="1174208" y="1151481"/>
              <a:ext cx="17140" cy="26609"/>
            </a:xfrm>
            <a:prstGeom prst="rect">
              <a:avLst/>
            </a:prstGeom>
            <a:solidFill>
              <a:srgbClr val="F4CED1"/>
            </a:solidFill>
            <a:ln>
              <a:noFill/>
            </a:ln>
          </p:spPr>
        </p:sp>
        <p:sp>
          <p:nvSpPr>
            <p:cNvPr id="11575" name="Heatmap cell r43 c66"/>
            <p:cNvSpPr/>
            <p:nvPr/>
          </p:nvSpPr>
          <p:spPr>
            <a:xfrm>
              <a:off x="1210192" y="1151481"/>
              <a:ext cx="17140" cy="26609"/>
            </a:xfrm>
            <a:prstGeom prst="rect">
              <a:avLst/>
            </a:prstGeom>
            <a:solidFill>
              <a:srgbClr val="EBA3AB"/>
            </a:solidFill>
            <a:ln>
              <a:noFill/>
            </a:ln>
          </p:spPr>
        </p:sp>
        <p:sp>
          <p:nvSpPr>
            <p:cNvPr id="11576" name="Heatmap cell r43 c67"/>
            <p:cNvSpPr/>
            <p:nvPr/>
          </p:nvSpPr>
          <p:spPr>
            <a:xfrm>
              <a:off x="1227236" y="1151481"/>
              <a:ext cx="19034" cy="26609"/>
            </a:xfrm>
            <a:prstGeom prst="rect">
              <a:avLst/>
            </a:prstGeom>
            <a:solidFill>
              <a:srgbClr val="F9E7E8"/>
            </a:solidFill>
            <a:ln>
              <a:noFill/>
            </a:ln>
          </p:spPr>
        </p:sp>
        <p:sp>
          <p:nvSpPr>
            <p:cNvPr id="11577" name="Heatmap cell r43 c68"/>
            <p:cNvSpPr/>
            <p:nvPr/>
          </p:nvSpPr>
          <p:spPr>
            <a:xfrm>
              <a:off x="1246175" y="1151481"/>
              <a:ext cx="17140" cy="26609"/>
            </a:xfrm>
            <a:prstGeom prst="rect">
              <a:avLst/>
            </a:prstGeom>
            <a:solidFill>
              <a:srgbClr val="F8E6E8"/>
            </a:solidFill>
            <a:ln>
              <a:noFill/>
            </a:ln>
          </p:spPr>
        </p:sp>
        <p:sp>
          <p:nvSpPr>
            <p:cNvPr id="11578" name="Heatmap cell r43 c69"/>
            <p:cNvSpPr/>
            <p:nvPr/>
          </p:nvSpPr>
          <p:spPr>
            <a:xfrm>
              <a:off x="1263220" y="1151481"/>
              <a:ext cx="19034" cy="26609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11579" name="Heatmap cell r43 c70"/>
            <p:cNvSpPr/>
            <p:nvPr/>
          </p:nvSpPr>
          <p:spPr>
            <a:xfrm>
              <a:off x="1282159" y="1151481"/>
              <a:ext cx="17140" cy="26609"/>
            </a:xfrm>
            <a:prstGeom prst="rect">
              <a:avLst/>
            </a:prstGeom>
            <a:solidFill>
              <a:srgbClr val="F3C5C8"/>
            </a:solidFill>
            <a:ln>
              <a:noFill/>
            </a:ln>
          </p:spPr>
        </p:sp>
        <p:sp>
          <p:nvSpPr>
            <p:cNvPr id="11580" name="Heatmap cell r43 c71"/>
            <p:cNvSpPr/>
            <p:nvPr/>
          </p:nvSpPr>
          <p:spPr>
            <a:xfrm>
              <a:off x="1299204" y="1151481"/>
              <a:ext cx="19034" cy="26609"/>
            </a:xfrm>
            <a:prstGeom prst="rect">
              <a:avLst/>
            </a:prstGeom>
            <a:solidFill>
              <a:srgbClr val="F4CDD0"/>
            </a:solidFill>
            <a:ln>
              <a:noFill/>
            </a:ln>
          </p:spPr>
        </p:sp>
        <p:sp>
          <p:nvSpPr>
            <p:cNvPr id="11581" name="Heatmap cell r43 c72"/>
            <p:cNvSpPr/>
            <p:nvPr/>
          </p:nvSpPr>
          <p:spPr>
            <a:xfrm>
              <a:off x="1318143" y="1151481"/>
              <a:ext cx="17140" cy="26609"/>
            </a:xfrm>
            <a:prstGeom prst="rect">
              <a:avLst/>
            </a:prstGeom>
            <a:solidFill>
              <a:srgbClr val="F0BCC3"/>
            </a:solidFill>
            <a:ln>
              <a:noFill/>
            </a:ln>
          </p:spPr>
        </p:sp>
        <p:sp>
          <p:nvSpPr>
            <p:cNvPr id="11582" name="Heatmap cell r43 c73"/>
            <p:cNvSpPr/>
            <p:nvPr/>
          </p:nvSpPr>
          <p:spPr>
            <a:xfrm>
              <a:off x="1335188" y="1151481"/>
              <a:ext cx="19034" cy="26609"/>
            </a:xfrm>
            <a:prstGeom prst="rect">
              <a:avLst/>
            </a:prstGeom>
            <a:solidFill>
              <a:srgbClr val="F0F5F8"/>
            </a:solidFill>
            <a:ln>
              <a:noFill/>
            </a:ln>
          </p:spPr>
        </p:sp>
        <p:sp>
          <p:nvSpPr>
            <p:cNvPr id="11583" name="Heatmap cell r43 c74"/>
            <p:cNvSpPr/>
            <p:nvPr/>
          </p:nvSpPr>
          <p:spPr>
            <a:xfrm>
              <a:off x="1354127" y="1151481"/>
              <a:ext cx="17140" cy="26609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11584" name="Heatmap cell r43 c75"/>
            <p:cNvSpPr/>
            <p:nvPr/>
          </p:nvSpPr>
          <p:spPr>
            <a:xfrm>
              <a:off x="1371172" y="1151481"/>
              <a:ext cx="19034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11585" name="Heatmap cell r43 c76"/>
            <p:cNvSpPr/>
            <p:nvPr/>
          </p:nvSpPr>
          <p:spPr>
            <a:xfrm>
              <a:off x="1390110" y="1151481"/>
              <a:ext cx="19034" cy="26609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</p:sp>
        <p:sp>
          <p:nvSpPr>
            <p:cNvPr id="11586" name="Heatmap cell r43 c77"/>
            <p:cNvSpPr/>
            <p:nvPr/>
          </p:nvSpPr>
          <p:spPr>
            <a:xfrm>
              <a:off x="1409049" y="1151481"/>
              <a:ext cx="17140" cy="26609"/>
            </a:xfrm>
            <a:prstGeom prst="rect">
              <a:avLst/>
            </a:prstGeom>
            <a:solidFill>
              <a:srgbClr val="E9EEF4"/>
            </a:solidFill>
            <a:ln>
              <a:noFill/>
            </a:ln>
          </p:spPr>
        </p:sp>
        <p:sp>
          <p:nvSpPr>
            <p:cNvPr id="11587" name="Heatmap cell r43 c78"/>
            <p:cNvSpPr/>
            <p:nvPr/>
          </p:nvSpPr>
          <p:spPr>
            <a:xfrm>
              <a:off x="1426094" y="1151481"/>
              <a:ext cx="19034" cy="26609"/>
            </a:xfrm>
            <a:prstGeom prst="rect">
              <a:avLst/>
            </a:prstGeom>
            <a:solidFill>
              <a:srgbClr val="91ACC7"/>
            </a:solidFill>
            <a:ln>
              <a:noFill/>
            </a:ln>
          </p:spPr>
        </p:sp>
        <p:sp>
          <p:nvSpPr>
            <p:cNvPr id="11588" name="Heatmap cell r43 c79"/>
            <p:cNvSpPr/>
            <p:nvPr/>
          </p:nvSpPr>
          <p:spPr>
            <a:xfrm>
              <a:off x="1445033" y="1151481"/>
              <a:ext cx="17140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11589" name="Heatmap cell r43 c80"/>
            <p:cNvSpPr/>
            <p:nvPr/>
          </p:nvSpPr>
          <p:spPr>
            <a:xfrm>
              <a:off x="1462078" y="1151481"/>
              <a:ext cx="19034" cy="26609"/>
            </a:xfrm>
            <a:prstGeom prst="rect">
              <a:avLst/>
            </a:prstGeom>
            <a:solidFill>
              <a:srgbClr val="F7DADC"/>
            </a:solidFill>
            <a:ln>
              <a:noFill/>
            </a:ln>
          </p:spPr>
        </p:sp>
        <p:sp>
          <p:nvSpPr>
            <p:cNvPr id="11590" name="Heatmap cell r43 c81"/>
            <p:cNvSpPr/>
            <p:nvPr/>
          </p:nvSpPr>
          <p:spPr>
            <a:xfrm>
              <a:off x="1481017" y="1151481"/>
              <a:ext cx="17140" cy="26609"/>
            </a:xfrm>
            <a:prstGeom prst="rect">
              <a:avLst/>
            </a:prstGeom>
            <a:solidFill>
              <a:srgbClr val="F1C3C8"/>
            </a:solidFill>
            <a:ln>
              <a:noFill/>
            </a:ln>
          </p:spPr>
        </p:sp>
        <p:sp>
          <p:nvSpPr>
            <p:cNvPr id="11591" name="Heatmap cell r43 c83"/>
            <p:cNvSpPr/>
            <p:nvPr/>
          </p:nvSpPr>
          <p:spPr>
            <a:xfrm>
              <a:off x="1517001" y="1151481"/>
              <a:ext cx="17140" cy="26609"/>
            </a:xfrm>
            <a:prstGeom prst="rect">
              <a:avLst/>
            </a:prstGeom>
            <a:solidFill>
              <a:srgbClr val="C4D2DF"/>
            </a:solidFill>
            <a:ln>
              <a:noFill/>
            </a:ln>
          </p:spPr>
        </p:sp>
        <p:sp>
          <p:nvSpPr>
            <p:cNvPr id="11592" name="Heatmap cell r43 c84"/>
            <p:cNvSpPr/>
            <p:nvPr/>
          </p:nvSpPr>
          <p:spPr>
            <a:xfrm>
              <a:off x="1534046" y="1151481"/>
              <a:ext cx="19034" cy="26609"/>
            </a:xfrm>
            <a:prstGeom prst="rect">
              <a:avLst/>
            </a:prstGeom>
            <a:solidFill>
              <a:srgbClr val="FCF7F7"/>
            </a:solidFill>
            <a:ln>
              <a:noFill/>
            </a:ln>
          </p:spPr>
        </p:sp>
        <p:sp>
          <p:nvSpPr>
            <p:cNvPr id="11593" name="Heatmap cell r43 c85"/>
            <p:cNvSpPr/>
            <p:nvPr/>
          </p:nvSpPr>
          <p:spPr>
            <a:xfrm>
              <a:off x="1552984" y="1151481"/>
              <a:ext cx="17140" cy="26609"/>
            </a:xfrm>
            <a:prstGeom prst="rect">
              <a:avLst/>
            </a:prstGeom>
            <a:solidFill>
              <a:srgbClr val="EDAFB5"/>
            </a:solidFill>
            <a:ln>
              <a:noFill/>
            </a:ln>
          </p:spPr>
        </p:sp>
        <p:sp>
          <p:nvSpPr>
            <p:cNvPr id="11594" name="Heatmap cell r43 c86"/>
            <p:cNvSpPr/>
            <p:nvPr/>
          </p:nvSpPr>
          <p:spPr>
            <a:xfrm>
              <a:off x="1570029" y="1151481"/>
              <a:ext cx="19034" cy="26609"/>
            </a:xfrm>
            <a:prstGeom prst="rect">
              <a:avLst/>
            </a:prstGeom>
            <a:solidFill>
              <a:srgbClr val="FBF1F3"/>
            </a:solidFill>
            <a:ln>
              <a:noFill/>
            </a:ln>
          </p:spPr>
        </p:sp>
        <p:sp>
          <p:nvSpPr>
            <p:cNvPr id="11595" name="Heatmap cell r43 c87"/>
            <p:cNvSpPr/>
            <p:nvPr/>
          </p:nvSpPr>
          <p:spPr>
            <a:xfrm>
              <a:off x="1588968" y="1151481"/>
              <a:ext cx="17140" cy="26609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11596" name="Heatmap cell r43 c88"/>
            <p:cNvSpPr/>
            <p:nvPr/>
          </p:nvSpPr>
          <p:spPr>
            <a:xfrm>
              <a:off x="1606013" y="1151481"/>
              <a:ext cx="19034" cy="26609"/>
            </a:xfrm>
            <a:prstGeom prst="rect">
              <a:avLst/>
            </a:prstGeom>
            <a:solidFill>
              <a:srgbClr val="F4CCD1"/>
            </a:solidFill>
            <a:ln>
              <a:noFill/>
            </a:ln>
          </p:spPr>
        </p:sp>
        <p:sp>
          <p:nvSpPr>
            <p:cNvPr id="11597" name="Heatmap cell r43 c89"/>
            <p:cNvSpPr/>
            <p:nvPr/>
          </p:nvSpPr>
          <p:spPr>
            <a:xfrm>
              <a:off x="1624952" y="1151481"/>
              <a:ext cx="19034" cy="26609"/>
            </a:xfrm>
            <a:prstGeom prst="rect">
              <a:avLst/>
            </a:prstGeom>
            <a:solidFill>
              <a:srgbClr val="F4CCD1"/>
            </a:solidFill>
            <a:ln>
              <a:noFill/>
            </a:ln>
          </p:spPr>
        </p:sp>
        <p:sp>
          <p:nvSpPr>
            <p:cNvPr id="11598" name="Heatmap cell r43 c92"/>
            <p:cNvSpPr/>
            <p:nvPr/>
          </p:nvSpPr>
          <p:spPr>
            <a:xfrm>
              <a:off x="1679875" y="1151481"/>
              <a:ext cx="17140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11599" name="Heatmap cell r43 c93"/>
            <p:cNvSpPr/>
            <p:nvPr/>
          </p:nvSpPr>
          <p:spPr>
            <a:xfrm>
              <a:off x="1696920" y="1151481"/>
              <a:ext cx="19034" cy="26609"/>
            </a:xfrm>
            <a:prstGeom prst="rect">
              <a:avLst/>
            </a:prstGeom>
            <a:solidFill>
              <a:srgbClr val="9FB6CD"/>
            </a:solidFill>
            <a:ln>
              <a:noFill/>
            </a:ln>
          </p:spPr>
        </p:sp>
        <p:sp>
          <p:nvSpPr>
            <p:cNvPr id="11600" name="Heatmap cell r43 c95"/>
            <p:cNvSpPr/>
            <p:nvPr/>
          </p:nvSpPr>
          <p:spPr>
            <a:xfrm>
              <a:off x="1732903" y="1151481"/>
              <a:ext cx="19034" cy="26609"/>
            </a:xfrm>
            <a:prstGeom prst="rect">
              <a:avLst/>
            </a:prstGeom>
            <a:solidFill>
              <a:srgbClr val="F3C9CE"/>
            </a:solidFill>
            <a:ln>
              <a:noFill/>
            </a:ln>
          </p:spPr>
        </p:sp>
        <p:sp>
          <p:nvSpPr>
            <p:cNvPr id="11601" name="Heatmap cell r43 c96"/>
            <p:cNvSpPr/>
            <p:nvPr/>
          </p:nvSpPr>
          <p:spPr>
            <a:xfrm>
              <a:off x="1751842" y="1151481"/>
              <a:ext cx="17140" cy="26609"/>
            </a:xfrm>
            <a:prstGeom prst="rect">
              <a:avLst/>
            </a:prstGeom>
            <a:solidFill>
              <a:srgbClr val="F8E1E3"/>
            </a:solidFill>
            <a:ln>
              <a:noFill/>
            </a:ln>
          </p:spPr>
        </p:sp>
        <p:sp>
          <p:nvSpPr>
            <p:cNvPr id="11602" name="Heatmap cell r43 c97"/>
            <p:cNvSpPr/>
            <p:nvPr/>
          </p:nvSpPr>
          <p:spPr>
            <a:xfrm>
              <a:off x="1768887" y="1151481"/>
              <a:ext cx="19034" cy="26609"/>
            </a:xfrm>
            <a:prstGeom prst="rect">
              <a:avLst/>
            </a:prstGeom>
            <a:solidFill>
              <a:srgbClr val="F4CED1"/>
            </a:solidFill>
            <a:ln>
              <a:noFill/>
            </a:ln>
          </p:spPr>
        </p:sp>
        <p:sp>
          <p:nvSpPr>
            <p:cNvPr id="11603" name="Heatmap cell r43 c98"/>
            <p:cNvSpPr/>
            <p:nvPr/>
          </p:nvSpPr>
          <p:spPr>
            <a:xfrm>
              <a:off x="1787826" y="1151481"/>
              <a:ext cx="17140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11604" name="Heatmap cell r43 c99"/>
            <p:cNvSpPr/>
            <p:nvPr/>
          </p:nvSpPr>
          <p:spPr>
            <a:xfrm>
              <a:off x="1804871" y="1151481"/>
              <a:ext cx="19034" cy="26609"/>
            </a:xfrm>
            <a:prstGeom prst="rect">
              <a:avLst/>
            </a:prstGeom>
            <a:solidFill>
              <a:srgbClr val="F7D3D6"/>
            </a:solidFill>
            <a:ln>
              <a:noFill/>
            </a:ln>
          </p:spPr>
        </p:sp>
        <p:sp>
          <p:nvSpPr>
            <p:cNvPr id="11605" name="Heatmap cell r43 c100"/>
            <p:cNvSpPr/>
            <p:nvPr/>
          </p:nvSpPr>
          <p:spPr>
            <a:xfrm>
              <a:off x="1823810" y="1151481"/>
              <a:ext cx="17140" cy="26609"/>
            </a:xfrm>
            <a:prstGeom prst="rect">
              <a:avLst/>
            </a:prstGeom>
            <a:solidFill>
              <a:srgbClr val="5881A8"/>
            </a:solidFill>
            <a:ln>
              <a:noFill/>
            </a:ln>
          </p:spPr>
        </p:sp>
        <p:sp>
          <p:nvSpPr>
            <p:cNvPr id="11606" name="Heatmap cell r43 c101"/>
            <p:cNvSpPr/>
            <p:nvPr/>
          </p:nvSpPr>
          <p:spPr>
            <a:xfrm>
              <a:off x="1840855" y="1151481"/>
              <a:ext cx="19034" cy="26609"/>
            </a:xfrm>
            <a:prstGeom prst="rect">
              <a:avLst/>
            </a:prstGeom>
            <a:solidFill>
              <a:srgbClr val="E9EEF4"/>
            </a:solidFill>
            <a:ln>
              <a:noFill/>
            </a:ln>
          </p:spPr>
        </p:sp>
        <p:sp>
          <p:nvSpPr>
            <p:cNvPr id="11607" name="Heatmap cell r43 c102"/>
            <p:cNvSpPr/>
            <p:nvPr/>
          </p:nvSpPr>
          <p:spPr>
            <a:xfrm>
              <a:off x="1859794" y="1151481"/>
              <a:ext cx="19034" cy="26609"/>
            </a:xfrm>
            <a:prstGeom prst="rect">
              <a:avLst/>
            </a:prstGeom>
            <a:solidFill>
              <a:srgbClr val="F6D5D9"/>
            </a:solidFill>
            <a:ln>
              <a:noFill/>
            </a:ln>
          </p:spPr>
        </p:sp>
        <p:sp>
          <p:nvSpPr>
            <p:cNvPr id="11608" name="Heatmap cell r43 c103"/>
            <p:cNvSpPr/>
            <p:nvPr/>
          </p:nvSpPr>
          <p:spPr>
            <a:xfrm>
              <a:off x="1878732" y="1151481"/>
              <a:ext cx="17140" cy="26609"/>
            </a:xfrm>
            <a:prstGeom prst="rect">
              <a:avLst/>
            </a:prstGeom>
            <a:solidFill>
              <a:srgbClr val="AFC4D5"/>
            </a:solidFill>
            <a:ln>
              <a:noFill/>
            </a:ln>
          </p:spPr>
        </p:sp>
        <p:sp>
          <p:nvSpPr>
            <p:cNvPr id="11609" name="Heatmap cell r43 c104"/>
            <p:cNvSpPr/>
            <p:nvPr/>
          </p:nvSpPr>
          <p:spPr>
            <a:xfrm>
              <a:off x="1895777" y="1151481"/>
              <a:ext cx="19034" cy="26609"/>
            </a:xfrm>
            <a:prstGeom prst="rect">
              <a:avLst/>
            </a:prstGeom>
            <a:solidFill>
              <a:srgbClr val="EEB1B7"/>
            </a:solidFill>
            <a:ln>
              <a:noFill/>
            </a:ln>
          </p:spPr>
        </p:sp>
        <p:sp>
          <p:nvSpPr>
            <p:cNvPr id="11610" name="Heatmap cell r43 c105"/>
            <p:cNvSpPr/>
            <p:nvPr/>
          </p:nvSpPr>
          <p:spPr>
            <a:xfrm>
              <a:off x="1914716" y="1151481"/>
              <a:ext cx="17140" cy="26609"/>
            </a:xfrm>
            <a:prstGeom prst="rect">
              <a:avLst/>
            </a:prstGeom>
            <a:solidFill>
              <a:srgbClr val="F8E4E7"/>
            </a:solidFill>
            <a:ln>
              <a:noFill/>
            </a:ln>
          </p:spPr>
        </p:sp>
        <p:sp>
          <p:nvSpPr>
            <p:cNvPr id="11611" name="Heatmap cell r43 c108"/>
            <p:cNvSpPr/>
            <p:nvPr/>
          </p:nvSpPr>
          <p:spPr>
            <a:xfrm>
              <a:off x="1967745" y="1151481"/>
              <a:ext cx="19034" cy="26609"/>
            </a:xfrm>
            <a:prstGeom prst="rect">
              <a:avLst/>
            </a:prstGeom>
            <a:solidFill>
              <a:srgbClr val="E37B85"/>
            </a:solidFill>
            <a:ln>
              <a:noFill/>
            </a:ln>
          </p:spPr>
        </p:sp>
        <p:sp>
          <p:nvSpPr>
            <p:cNvPr id="11612" name="Heatmap cell r43 c109"/>
            <p:cNvSpPr/>
            <p:nvPr/>
          </p:nvSpPr>
          <p:spPr>
            <a:xfrm>
              <a:off x="1986684" y="1151481"/>
              <a:ext cx="17140" cy="26609"/>
            </a:xfrm>
            <a:prstGeom prst="rect">
              <a:avLst/>
            </a:prstGeom>
            <a:solidFill>
              <a:srgbClr val="EFB9BE"/>
            </a:solidFill>
            <a:ln>
              <a:noFill/>
            </a:ln>
          </p:spPr>
        </p:sp>
        <p:sp>
          <p:nvSpPr>
            <p:cNvPr id="11613" name="Heatmap cell r43 c110"/>
            <p:cNvSpPr/>
            <p:nvPr/>
          </p:nvSpPr>
          <p:spPr>
            <a:xfrm>
              <a:off x="2003729" y="1151481"/>
              <a:ext cx="19034" cy="26609"/>
            </a:xfrm>
            <a:prstGeom prst="rect">
              <a:avLst/>
            </a:prstGeom>
            <a:solidFill>
              <a:srgbClr val="FCF7F7"/>
            </a:solidFill>
            <a:ln>
              <a:noFill/>
            </a:ln>
          </p:spPr>
        </p:sp>
        <p:sp>
          <p:nvSpPr>
            <p:cNvPr id="11614" name="Heatmap cell r43 c111"/>
            <p:cNvSpPr/>
            <p:nvPr/>
          </p:nvSpPr>
          <p:spPr>
            <a:xfrm>
              <a:off x="2022668" y="1151481"/>
              <a:ext cx="17140" cy="26609"/>
            </a:xfrm>
            <a:prstGeom prst="rect">
              <a:avLst/>
            </a:prstGeom>
            <a:solidFill>
              <a:srgbClr val="ACC1D3"/>
            </a:solidFill>
            <a:ln>
              <a:noFill/>
            </a:ln>
          </p:spPr>
        </p:sp>
        <p:sp>
          <p:nvSpPr>
            <p:cNvPr id="11615" name="Heatmap cell r43 c112"/>
            <p:cNvSpPr/>
            <p:nvPr/>
          </p:nvSpPr>
          <p:spPr>
            <a:xfrm>
              <a:off x="2039712" y="1151481"/>
              <a:ext cx="19034" cy="26609"/>
            </a:xfrm>
            <a:prstGeom prst="rect">
              <a:avLst/>
            </a:prstGeom>
            <a:solidFill>
              <a:srgbClr val="DFE6ED"/>
            </a:solidFill>
            <a:ln>
              <a:noFill/>
            </a:ln>
          </p:spPr>
        </p:sp>
        <p:sp>
          <p:nvSpPr>
            <p:cNvPr id="11616" name="Heatmap cell r43 c113"/>
            <p:cNvSpPr/>
            <p:nvPr/>
          </p:nvSpPr>
          <p:spPr>
            <a:xfrm>
              <a:off x="2058651" y="1151481"/>
              <a:ext cx="17140" cy="26609"/>
            </a:xfrm>
            <a:prstGeom prst="rect">
              <a:avLst/>
            </a:prstGeom>
            <a:solidFill>
              <a:srgbClr val="F2C8CD"/>
            </a:solidFill>
            <a:ln>
              <a:noFill/>
            </a:ln>
          </p:spPr>
        </p:sp>
        <p:sp>
          <p:nvSpPr>
            <p:cNvPr id="11617" name="Heatmap cell r43 c114"/>
            <p:cNvSpPr/>
            <p:nvPr/>
          </p:nvSpPr>
          <p:spPr>
            <a:xfrm>
              <a:off x="2075696" y="1151481"/>
              <a:ext cx="19034" cy="26609"/>
            </a:xfrm>
            <a:prstGeom prst="rect">
              <a:avLst/>
            </a:prstGeom>
            <a:solidFill>
              <a:srgbClr val="DCE3EB"/>
            </a:solidFill>
            <a:ln>
              <a:noFill/>
            </a:ln>
          </p:spPr>
        </p:sp>
        <p:sp>
          <p:nvSpPr>
            <p:cNvPr id="11618" name="Heatmap cell r43 c115"/>
            <p:cNvSpPr/>
            <p:nvPr/>
          </p:nvSpPr>
          <p:spPr>
            <a:xfrm>
              <a:off x="2094635" y="1151481"/>
              <a:ext cx="19034" cy="26609"/>
            </a:xfrm>
            <a:prstGeom prst="rect">
              <a:avLst/>
            </a:prstGeom>
            <a:solidFill>
              <a:srgbClr val="EA99A0"/>
            </a:solidFill>
            <a:ln>
              <a:noFill/>
            </a:ln>
          </p:spPr>
        </p:sp>
        <p:sp>
          <p:nvSpPr>
            <p:cNvPr id="11619" name="Heatmap cell r43 c116"/>
            <p:cNvSpPr/>
            <p:nvPr/>
          </p:nvSpPr>
          <p:spPr>
            <a:xfrm>
              <a:off x="2113574" y="1151481"/>
              <a:ext cx="17140" cy="26609"/>
            </a:xfrm>
            <a:prstGeom prst="rect">
              <a:avLst/>
            </a:prstGeom>
            <a:solidFill>
              <a:srgbClr val="C4D2DF"/>
            </a:solidFill>
            <a:ln>
              <a:noFill/>
            </a:ln>
          </p:spPr>
        </p:sp>
        <p:sp>
          <p:nvSpPr>
            <p:cNvPr id="11620" name="Heatmap cell r43 c117"/>
            <p:cNvSpPr/>
            <p:nvPr/>
          </p:nvSpPr>
          <p:spPr>
            <a:xfrm>
              <a:off x="2130619" y="1151481"/>
              <a:ext cx="19034" cy="26609"/>
            </a:xfrm>
            <a:prstGeom prst="rect">
              <a:avLst/>
            </a:prstGeom>
            <a:solidFill>
              <a:srgbClr val="EBF0F6"/>
            </a:solidFill>
            <a:ln>
              <a:noFill/>
            </a:ln>
          </p:spPr>
        </p:sp>
        <p:sp>
          <p:nvSpPr>
            <p:cNvPr id="11621" name="Heatmap cell r43 c118"/>
            <p:cNvSpPr/>
            <p:nvPr/>
          </p:nvSpPr>
          <p:spPr>
            <a:xfrm>
              <a:off x="2149558" y="1151481"/>
              <a:ext cx="17140" cy="26609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11622" name="Heatmap cell r43 c119"/>
            <p:cNvSpPr/>
            <p:nvPr/>
          </p:nvSpPr>
          <p:spPr>
            <a:xfrm>
              <a:off x="2166603" y="1151481"/>
              <a:ext cx="19034" cy="26609"/>
            </a:xfrm>
            <a:prstGeom prst="rect">
              <a:avLst/>
            </a:prstGeom>
            <a:solidFill>
              <a:srgbClr val="E7EBF1"/>
            </a:solidFill>
            <a:ln>
              <a:noFill/>
            </a:ln>
          </p:spPr>
        </p:sp>
        <p:sp>
          <p:nvSpPr>
            <p:cNvPr id="11623" name="Heatmap cell r43 c120"/>
            <p:cNvSpPr/>
            <p:nvPr/>
          </p:nvSpPr>
          <p:spPr>
            <a:xfrm>
              <a:off x="2185542" y="1151481"/>
              <a:ext cx="17140" cy="26609"/>
            </a:xfrm>
            <a:prstGeom prst="rect">
              <a:avLst/>
            </a:prstGeom>
            <a:solidFill>
              <a:srgbClr val="F7E2E4"/>
            </a:solidFill>
            <a:ln>
              <a:noFill/>
            </a:ln>
          </p:spPr>
        </p:sp>
        <p:sp>
          <p:nvSpPr>
            <p:cNvPr id="11624" name="Heatmap cell r43 c121"/>
            <p:cNvSpPr/>
            <p:nvPr/>
          </p:nvSpPr>
          <p:spPr>
            <a:xfrm>
              <a:off x="2202586" y="1151481"/>
              <a:ext cx="19034" cy="26609"/>
            </a:xfrm>
            <a:prstGeom prst="rect">
              <a:avLst/>
            </a:prstGeom>
            <a:solidFill>
              <a:srgbClr val="DFE7ED"/>
            </a:solidFill>
            <a:ln>
              <a:noFill/>
            </a:ln>
          </p:spPr>
        </p:sp>
        <p:sp>
          <p:nvSpPr>
            <p:cNvPr id="11625" name="Heatmap cell r43 c122"/>
            <p:cNvSpPr/>
            <p:nvPr/>
          </p:nvSpPr>
          <p:spPr>
            <a:xfrm>
              <a:off x="2221525" y="1151481"/>
              <a:ext cx="17140" cy="26609"/>
            </a:xfrm>
            <a:prstGeom prst="rect">
              <a:avLst/>
            </a:prstGeom>
            <a:solidFill>
              <a:srgbClr val="EBA4AC"/>
            </a:solidFill>
            <a:ln>
              <a:noFill/>
            </a:ln>
          </p:spPr>
        </p:sp>
        <p:sp>
          <p:nvSpPr>
            <p:cNvPr id="11626" name="Heatmap cell r43 c123"/>
            <p:cNvSpPr/>
            <p:nvPr/>
          </p:nvSpPr>
          <p:spPr>
            <a:xfrm>
              <a:off x="2238570" y="1151481"/>
              <a:ext cx="19034" cy="26609"/>
            </a:xfrm>
            <a:prstGeom prst="rect">
              <a:avLst/>
            </a:prstGeom>
            <a:solidFill>
              <a:srgbClr val="F8DEE0"/>
            </a:solidFill>
            <a:ln>
              <a:noFill/>
            </a:ln>
          </p:spPr>
        </p:sp>
        <p:sp>
          <p:nvSpPr>
            <p:cNvPr id="11627" name="Heatmap cell r43 c124"/>
            <p:cNvSpPr/>
            <p:nvPr/>
          </p:nvSpPr>
          <p:spPr>
            <a:xfrm>
              <a:off x="2257509" y="1151481"/>
              <a:ext cx="17140" cy="26609"/>
            </a:xfrm>
            <a:prstGeom prst="rect">
              <a:avLst/>
            </a:prstGeom>
            <a:solidFill>
              <a:srgbClr val="FBF5F5"/>
            </a:solidFill>
            <a:ln>
              <a:noFill/>
            </a:ln>
          </p:spPr>
        </p:sp>
        <p:sp>
          <p:nvSpPr>
            <p:cNvPr id="11628" name="Heatmap cell r43 c125"/>
            <p:cNvSpPr/>
            <p:nvPr/>
          </p:nvSpPr>
          <p:spPr>
            <a:xfrm>
              <a:off x="2274554" y="1151481"/>
              <a:ext cx="19034" cy="26609"/>
            </a:xfrm>
            <a:prstGeom prst="rect">
              <a:avLst/>
            </a:prstGeom>
            <a:solidFill>
              <a:srgbClr val="F3C5CA"/>
            </a:solidFill>
            <a:ln>
              <a:noFill/>
            </a:ln>
          </p:spPr>
        </p:sp>
        <p:sp>
          <p:nvSpPr>
            <p:cNvPr id="11629" name="Heatmap cell r43 c126"/>
            <p:cNvSpPr/>
            <p:nvPr/>
          </p:nvSpPr>
          <p:spPr>
            <a:xfrm>
              <a:off x="2293493" y="1151481"/>
              <a:ext cx="17140" cy="26609"/>
            </a:xfrm>
            <a:prstGeom prst="rect">
              <a:avLst/>
            </a:prstGeom>
            <a:solidFill>
              <a:srgbClr val="FAEEEF"/>
            </a:solidFill>
            <a:ln>
              <a:noFill/>
            </a:ln>
          </p:spPr>
        </p:sp>
        <p:sp>
          <p:nvSpPr>
            <p:cNvPr id="11630" name="Heatmap cell r43 c128"/>
            <p:cNvSpPr/>
            <p:nvPr/>
          </p:nvSpPr>
          <p:spPr>
            <a:xfrm>
              <a:off x="2329477" y="1151481"/>
              <a:ext cx="19034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11631" name="Heatmap cell r43 c129"/>
            <p:cNvSpPr/>
            <p:nvPr/>
          </p:nvSpPr>
          <p:spPr>
            <a:xfrm>
              <a:off x="2348416" y="1151481"/>
              <a:ext cx="17140" cy="26609"/>
            </a:xfrm>
            <a:prstGeom prst="rect">
              <a:avLst/>
            </a:prstGeom>
            <a:solidFill>
              <a:srgbClr val="D2DDE8"/>
            </a:solidFill>
            <a:ln>
              <a:noFill/>
            </a:ln>
          </p:spPr>
        </p:sp>
        <p:sp>
          <p:nvSpPr>
            <p:cNvPr id="11632" name="Heatmap cell r43 c130"/>
            <p:cNvSpPr/>
            <p:nvPr/>
          </p:nvSpPr>
          <p:spPr>
            <a:xfrm>
              <a:off x="2365460" y="1151481"/>
              <a:ext cx="19034" cy="26609"/>
            </a:xfrm>
            <a:prstGeom prst="rect">
              <a:avLst/>
            </a:prstGeom>
            <a:solidFill>
              <a:srgbClr val="F8E6E8"/>
            </a:solidFill>
            <a:ln>
              <a:noFill/>
            </a:ln>
          </p:spPr>
        </p:sp>
        <p:sp>
          <p:nvSpPr>
            <p:cNvPr id="11633" name="Heatmap cell r43 c131"/>
            <p:cNvSpPr/>
            <p:nvPr/>
          </p:nvSpPr>
          <p:spPr>
            <a:xfrm>
              <a:off x="2384399" y="1151481"/>
              <a:ext cx="17140" cy="26609"/>
            </a:xfrm>
            <a:prstGeom prst="rect">
              <a:avLst/>
            </a:prstGeom>
            <a:solidFill>
              <a:srgbClr val="F8E1E3"/>
            </a:solidFill>
            <a:ln>
              <a:noFill/>
            </a:ln>
          </p:spPr>
        </p:sp>
        <p:sp>
          <p:nvSpPr>
            <p:cNvPr id="11634" name="Heatmap cell r43 c132"/>
            <p:cNvSpPr/>
            <p:nvPr/>
          </p:nvSpPr>
          <p:spPr>
            <a:xfrm>
              <a:off x="2401444" y="1151481"/>
              <a:ext cx="19034" cy="26609"/>
            </a:xfrm>
            <a:prstGeom prst="rect">
              <a:avLst/>
            </a:prstGeom>
            <a:solidFill>
              <a:srgbClr val="F6D6DA"/>
            </a:solidFill>
            <a:ln>
              <a:noFill/>
            </a:ln>
          </p:spPr>
        </p:sp>
        <p:sp>
          <p:nvSpPr>
            <p:cNvPr id="11635" name="Heatmap cell r43 c133"/>
            <p:cNvSpPr/>
            <p:nvPr/>
          </p:nvSpPr>
          <p:spPr>
            <a:xfrm>
              <a:off x="2420383" y="1151481"/>
              <a:ext cx="17140" cy="26609"/>
            </a:xfrm>
            <a:prstGeom prst="rect">
              <a:avLst/>
            </a:prstGeom>
            <a:solidFill>
              <a:srgbClr val="FBF1F3"/>
            </a:solidFill>
            <a:ln>
              <a:noFill/>
            </a:ln>
          </p:spPr>
        </p:sp>
        <p:sp>
          <p:nvSpPr>
            <p:cNvPr id="11636" name="Heatmap cell r43 c134"/>
            <p:cNvSpPr/>
            <p:nvPr/>
          </p:nvSpPr>
          <p:spPr>
            <a:xfrm>
              <a:off x="2437428" y="1151481"/>
              <a:ext cx="19034" cy="26609"/>
            </a:xfrm>
            <a:prstGeom prst="rect">
              <a:avLst/>
            </a:prstGeom>
            <a:solidFill>
              <a:srgbClr val="DDE4EC"/>
            </a:solidFill>
            <a:ln>
              <a:noFill/>
            </a:ln>
          </p:spPr>
        </p:sp>
        <p:sp>
          <p:nvSpPr>
            <p:cNvPr id="11637" name="Heatmap cell r43 c135"/>
            <p:cNvSpPr/>
            <p:nvPr/>
          </p:nvSpPr>
          <p:spPr>
            <a:xfrm>
              <a:off x="2456367" y="1151481"/>
              <a:ext cx="17140" cy="26609"/>
            </a:xfrm>
            <a:prstGeom prst="rect">
              <a:avLst/>
            </a:prstGeom>
            <a:solidFill>
              <a:srgbClr val="DF6B77"/>
            </a:solidFill>
            <a:ln>
              <a:noFill/>
            </a:ln>
          </p:spPr>
        </p:sp>
        <p:sp>
          <p:nvSpPr>
            <p:cNvPr id="11638" name="Heatmap cell r43 c136"/>
            <p:cNvSpPr/>
            <p:nvPr/>
          </p:nvSpPr>
          <p:spPr>
            <a:xfrm>
              <a:off x="2473412" y="1151481"/>
              <a:ext cx="19034" cy="26609"/>
            </a:xfrm>
            <a:prstGeom prst="rect">
              <a:avLst/>
            </a:prstGeom>
            <a:solidFill>
              <a:srgbClr val="F0BBC2"/>
            </a:solidFill>
            <a:ln>
              <a:noFill/>
            </a:ln>
          </p:spPr>
        </p:sp>
        <p:sp>
          <p:nvSpPr>
            <p:cNvPr id="11639" name="Heatmap cell r43 c137"/>
            <p:cNvSpPr/>
            <p:nvPr/>
          </p:nvSpPr>
          <p:spPr>
            <a:xfrm>
              <a:off x="2492351" y="1151481"/>
              <a:ext cx="17140" cy="26609"/>
            </a:xfrm>
            <a:prstGeom prst="rect">
              <a:avLst/>
            </a:prstGeom>
            <a:solidFill>
              <a:srgbClr val="FDF9FA"/>
            </a:solidFill>
            <a:ln>
              <a:noFill/>
            </a:ln>
          </p:spPr>
        </p:sp>
        <p:sp>
          <p:nvSpPr>
            <p:cNvPr id="11640" name="Heatmap cell r43 c138"/>
            <p:cNvSpPr/>
            <p:nvPr/>
          </p:nvSpPr>
          <p:spPr>
            <a:xfrm>
              <a:off x="2509396" y="1151481"/>
              <a:ext cx="19034" cy="26609"/>
            </a:xfrm>
            <a:prstGeom prst="rect">
              <a:avLst/>
            </a:prstGeom>
            <a:solidFill>
              <a:srgbClr val="E8ECF3"/>
            </a:solidFill>
            <a:ln>
              <a:noFill/>
            </a:ln>
          </p:spPr>
        </p:sp>
        <p:sp>
          <p:nvSpPr>
            <p:cNvPr id="11641" name="Heatmap cell r43 c139"/>
            <p:cNvSpPr/>
            <p:nvPr/>
          </p:nvSpPr>
          <p:spPr>
            <a:xfrm>
              <a:off x="2528334" y="1151481"/>
              <a:ext cx="17140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11642" name="Heatmap cell r43 c140"/>
            <p:cNvSpPr/>
            <p:nvPr/>
          </p:nvSpPr>
          <p:spPr>
            <a:xfrm>
              <a:off x="2545379" y="1151481"/>
              <a:ext cx="19034" cy="26609"/>
            </a:xfrm>
            <a:prstGeom prst="rect">
              <a:avLst/>
            </a:prstGeom>
            <a:solidFill>
              <a:srgbClr val="F7D7DB"/>
            </a:solidFill>
            <a:ln>
              <a:noFill/>
            </a:ln>
          </p:spPr>
        </p:sp>
        <p:sp>
          <p:nvSpPr>
            <p:cNvPr id="11643" name="Heatmap cell r43 c141"/>
            <p:cNvSpPr/>
            <p:nvPr/>
          </p:nvSpPr>
          <p:spPr>
            <a:xfrm>
              <a:off x="2564318" y="1151481"/>
              <a:ext cx="19034" cy="26609"/>
            </a:xfrm>
            <a:prstGeom prst="rect">
              <a:avLst/>
            </a:prstGeom>
            <a:solidFill>
              <a:srgbClr val="F8E3E6"/>
            </a:solidFill>
            <a:ln>
              <a:noFill/>
            </a:ln>
          </p:spPr>
        </p:sp>
        <p:sp>
          <p:nvSpPr>
            <p:cNvPr id="11644" name="Heatmap cell r43 c142"/>
            <p:cNvSpPr/>
            <p:nvPr/>
          </p:nvSpPr>
          <p:spPr>
            <a:xfrm>
              <a:off x="2583257" y="1151481"/>
              <a:ext cx="17140" cy="26609"/>
            </a:xfrm>
            <a:prstGeom prst="rect">
              <a:avLst/>
            </a:prstGeom>
            <a:solidFill>
              <a:srgbClr val="FDF9FA"/>
            </a:solidFill>
            <a:ln>
              <a:noFill/>
            </a:ln>
          </p:spPr>
        </p:sp>
        <p:sp>
          <p:nvSpPr>
            <p:cNvPr id="11645" name="Heatmap cell r43 c143"/>
            <p:cNvSpPr/>
            <p:nvPr/>
          </p:nvSpPr>
          <p:spPr>
            <a:xfrm>
              <a:off x="2600302" y="1151481"/>
              <a:ext cx="19034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11646" name="Heatmap cell r43 c144"/>
            <p:cNvSpPr/>
            <p:nvPr/>
          </p:nvSpPr>
          <p:spPr>
            <a:xfrm>
              <a:off x="2619241" y="1151481"/>
              <a:ext cx="17140" cy="26609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11647" name="Heatmap cell r43 c145"/>
            <p:cNvSpPr/>
            <p:nvPr/>
          </p:nvSpPr>
          <p:spPr>
            <a:xfrm>
              <a:off x="2636286" y="1151481"/>
              <a:ext cx="19034" cy="26609"/>
            </a:xfrm>
            <a:prstGeom prst="rect">
              <a:avLst/>
            </a:prstGeom>
            <a:solidFill>
              <a:srgbClr val="D7E1EB"/>
            </a:solidFill>
            <a:ln>
              <a:noFill/>
            </a:ln>
          </p:spPr>
        </p:sp>
        <p:sp>
          <p:nvSpPr>
            <p:cNvPr id="11648" name="Heatmap cell r43 c146"/>
            <p:cNvSpPr/>
            <p:nvPr/>
          </p:nvSpPr>
          <p:spPr>
            <a:xfrm>
              <a:off x="2655225" y="1151481"/>
              <a:ext cx="17140" cy="26609"/>
            </a:xfrm>
            <a:prstGeom prst="rect">
              <a:avLst/>
            </a:prstGeom>
            <a:solidFill>
              <a:srgbClr val="F4CED1"/>
            </a:solidFill>
            <a:ln>
              <a:noFill/>
            </a:ln>
          </p:spPr>
        </p:sp>
        <p:sp>
          <p:nvSpPr>
            <p:cNvPr id="11649" name="Heatmap cell r43 c147"/>
            <p:cNvSpPr/>
            <p:nvPr/>
          </p:nvSpPr>
          <p:spPr>
            <a:xfrm>
              <a:off x="2672270" y="1151481"/>
              <a:ext cx="19034" cy="26609"/>
            </a:xfrm>
            <a:prstGeom prst="rect">
              <a:avLst/>
            </a:prstGeom>
            <a:solidFill>
              <a:srgbClr val="F3C9CE"/>
            </a:solidFill>
            <a:ln>
              <a:noFill/>
            </a:ln>
          </p:spPr>
        </p:sp>
        <p:sp>
          <p:nvSpPr>
            <p:cNvPr id="11650" name="Heatmap cell r43 c148"/>
            <p:cNvSpPr/>
            <p:nvPr/>
          </p:nvSpPr>
          <p:spPr>
            <a:xfrm>
              <a:off x="2691208" y="1151481"/>
              <a:ext cx="17140" cy="26609"/>
            </a:xfrm>
            <a:prstGeom prst="rect">
              <a:avLst/>
            </a:prstGeom>
            <a:solidFill>
              <a:srgbClr val="DBE3EB"/>
            </a:solidFill>
            <a:ln>
              <a:noFill/>
            </a:ln>
          </p:spPr>
        </p:sp>
        <p:sp>
          <p:nvSpPr>
            <p:cNvPr id="11651" name="Heatmap cell r43 c149"/>
            <p:cNvSpPr/>
            <p:nvPr/>
          </p:nvSpPr>
          <p:spPr>
            <a:xfrm>
              <a:off x="2708253" y="1151481"/>
              <a:ext cx="19034" cy="26609"/>
            </a:xfrm>
            <a:prstGeom prst="rect">
              <a:avLst/>
            </a:prstGeom>
            <a:solidFill>
              <a:srgbClr val="FBF5F5"/>
            </a:solidFill>
            <a:ln>
              <a:noFill/>
            </a:ln>
          </p:spPr>
        </p:sp>
        <p:sp>
          <p:nvSpPr>
            <p:cNvPr id="11652" name="Heatmap cell r43 c150"/>
            <p:cNvSpPr/>
            <p:nvPr/>
          </p:nvSpPr>
          <p:spPr>
            <a:xfrm>
              <a:off x="2727192" y="1151481"/>
              <a:ext cx="17140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11653" name="Heatmap cell r43 c151"/>
            <p:cNvSpPr/>
            <p:nvPr/>
          </p:nvSpPr>
          <p:spPr>
            <a:xfrm>
              <a:off x="2744237" y="1151481"/>
              <a:ext cx="19034" cy="26609"/>
            </a:xfrm>
            <a:prstGeom prst="rect">
              <a:avLst/>
            </a:prstGeom>
            <a:solidFill>
              <a:srgbClr val="F8E4E7"/>
            </a:solidFill>
            <a:ln>
              <a:noFill/>
            </a:ln>
          </p:spPr>
        </p:sp>
        <p:sp>
          <p:nvSpPr>
            <p:cNvPr id="11654" name="Heatmap cell r43 c152"/>
            <p:cNvSpPr/>
            <p:nvPr/>
          </p:nvSpPr>
          <p:spPr>
            <a:xfrm>
              <a:off x="2763176" y="1151481"/>
              <a:ext cx="17140" cy="26609"/>
            </a:xfrm>
            <a:prstGeom prst="rect">
              <a:avLst/>
            </a:prstGeom>
            <a:solidFill>
              <a:srgbClr val="F1F5F8"/>
            </a:solidFill>
            <a:ln>
              <a:noFill/>
            </a:ln>
          </p:spPr>
        </p:sp>
        <p:sp>
          <p:nvSpPr>
            <p:cNvPr id="11655" name="Heatmap cell r43 c153"/>
            <p:cNvSpPr/>
            <p:nvPr/>
          </p:nvSpPr>
          <p:spPr>
            <a:xfrm>
              <a:off x="2780221" y="1151481"/>
              <a:ext cx="19034" cy="26609"/>
            </a:xfrm>
            <a:prstGeom prst="rect">
              <a:avLst/>
            </a:prstGeom>
            <a:solidFill>
              <a:srgbClr val="F4CACD"/>
            </a:solidFill>
            <a:ln>
              <a:noFill/>
            </a:ln>
          </p:spPr>
        </p:sp>
        <p:sp>
          <p:nvSpPr>
            <p:cNvPr id="11656" name="Heatmap cell r43 c155"/>
            <p:cNvSpPr/>
            <p:nvPr/>
          </p:nvSpPr>
          <p:spPr>
            <a:xfrm>
              <a:off x="2816205" y="1151481"/>
              <a:ext cx="19034" cy="26609"/>
            </a:xfrm>
            <a:prstGeom prst="rect">
              <a:avLst/>
            </a:prstGeom>
            <a:solidFill>
              <a:srgbClr val="EEB1B7"/>
            </a:solidFill>
            <a:ln>
              <a:noFill/>
            </a:ln>
          </p:spPr>
        </p:sp>
        <p:sp>
          <p:nvSpPr>
            <p:cNvPr id="11657" name="Heatmap cell r43 c156"/>
            <p:cNvSpPr/>
            <p:nvPr/>
          </p:nvSpPr>
          <p:spPr>
            <a:xfrm>
              <a:off x="2835144" y="1151481"/>
              <a:ext cx="19034" cy="26609"/>
            </a:xfrm>
            <a:prstGeom prst="rect">
              <a:avLst/>
            </a:prstGeom>
            <a:solidFill>
              <a:srgbClr val="FAEBED"/>
            </a:solidFill>
            <a:ln>
              <a:noFill/>
            </a:ln>
          </p:spPr>
        </p:sp>
        <p:sp>
          <p:nvSpPr>
            <p:cNvPr id="11658" name="Heatmap cell r43 c157"/>
            <p:cNvSpPr/>
            <p:nvPr/>
          </p:nvSpPr>
          <p:spPr>
            <a:xfrm>
              <a:off x="2854082" y="1151481"/>
              <a:ext cx="17140" cy="26609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11659" name="Heatmap cell r43 c158"/>
            <p:cNvSpPr/>
            <p:nvPr/>
          </p:nvSpPr>
          <p:spPr>
            <a:xfrm>
              <a:off x="2871127" y="1151481"/>
              <a:ext cx="19034" cy="26609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11660" name="Heatmap cell r43 c159"/>
            <p:cNvSpPr/>
            <p:nvPr/>
          </p:nvSpPr>
          <p:spPr>
            <a:xfrm>
              <a:off x="2890066" y="1151481"/>
              <a:ext cx="17140" cy="26609"/>
            </a:xfrm>
            <a:prstGeom prst="rect">
              <a:avLst/>
            </a:prstGeom>
            <a:solidFill>
              <a:srgbClr val="FCF6F6"/>
            </a:solidFill>
            <a:ln>
              <a:noFill/>
            </a:ln>
          </p:spPr>
        </p:sp>
        <p:sp>
          <p:nvSpPr>
            <p:cNvPr id="11661" name="Heatmap cell r43 c160"/>
            <p:cNvSpPr/>
            <p:nvPr/>
          </p:nvSpPr>
          <p:spPr>
            <a:xfrm>
              <a:off x="2907111" y="1151481"/>
              <a:ext cx="19034" cy="26609"/>
            </a:xfrm>
            <a:prstGeom prst="rect">
              <a:avLst/>
            </a:prstGeom>
            <a:solidFill>
              <a:srgbClr val="C5D3E0"/>
            </a:solidFill>
            <a:ln>
              <a:noFill/>
            </a:ln>
          </p:spPr>
        </p:sp>
        <p:sp>
          <p:nvSpPr>
            <p:cNvPr id="11662" name="Heatmap cell r43 c161"/>
            <p:cNvSpPr/>
            <p:nvPr/>
          </p:nvSpPr>
          <p:spPr>
            <a:xfrm>
              <a:off x="2926050" y="1151481"/>
              <a:ext cx="17140" cy="26609"/>
            </a:xfrm>
            <a:prstGeom prst="rect">
              <a:avLst/>
            </a:prstGeom>
            <a:solidFill>
              <a:srgbClr val="F7D3D6"/>
            </a:solidFill>
            <a:ln>
              <a:noFill/>
            </a:ln>
          </p:spPr>
        </p:sp>
        <p:sp>
          <p:nvSpPr>
            <p:cNvPr id="11663" name="Heatmap cell r43 c162"/>
            <p:cNvSpPr/>
            <p:nvPr/>
          </p:nvSpPr>
          <p:spPr>
            <a:xfrm>
              <a:off x="2943095" y="1151481"/>
              <a:ext cx="19034" cy="26609"/>
            </a:xfrm>
            <a:prstGeom prst="rect">
              <a:avLst/>
            </a:prstGeom>
            <a:solidFill>
              <a:srgbClr val="F6D6DA"/>
            </a:solidFill>
            <a:ln>
              <a:noFill/>
            </a:ln>
          </p:spPr>
        </p:sp>
        <p:sp>
          <p:nvSpPr>
            <p:cNvPr id="11664" name="Heatmap cell r43 c163"/>
            <p:cNvSpPr/>
            <p:nvPr/>
          </p:nvSpPr>
          <p:spPr>
            <a:xfrm>
              <a:off x="2962034" y="1151481"/>
              <a:ext cx="17140" cy="26609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11665" name="Heatmap cell r43 c164"/>
            <p:cNvSpPr/>
            <p:nvPr/>
          </p:nvSpPr>
          <p:spPr>
            <a:xfrm>
              <a:off x="2979079" y="1151481"/>
              <a:ext cx="19034" cy="26609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11666" name="Heatmap cell r43 c165"/>
            <p:cNvSpPr/>
            <p:nvPr/>
          </p:nvSpPr>
          <p:spPr>
            <a:xfrm>
              <a:off x="2998018" y="1151481"/>
              <a:ext cx="17140" cy="26609"/>
            </a:xfrm>
            <a:prstGeom prst="rect">
              <a:avLst/>
            </a:prstGeom>
            <a:solidFill>
              <a:srgbClr val="F8DEE0"/>
            </a:solidFill>
            <a:ln>
              <a:noFill/>
            </a:ln>
          </p:spPr>
        </p:sp>
        <p:sp>
          <p:nvSpPr>
            <p:cNvPr id="11667" name="Heatmap cell r43 c166"/>
            <p:cNvSpPr/>
            <p:nvPr/>
          </p:nvSpPr>
          <p:spPr>
            <a:xfrm>
              <a:off x="3015062" y="1151481"/>
              <a:ext cx="19034" cy="26609"/>
            </a:xfrm>
            <a:prstGeom prst="rect">
              <a:avLst/>
            </a:prstGeom>
            <a:solidFill>
              <a:srgbClr val="F7D9DB"/>
            </a:solidFill>
            <a:ln>
              <a:noFill/>
            </a:ln>
          </p:spPr>
        </p:sp>
        <p:sp>
          <p:nvSpPr>
            <p:cNvPr id="11668" name="Heatmap cell r43 c167"/>
            <p:cNvSpPr/>
            <p:nvPr/>
          </p:nvSpPr>
          <p:spPr>
            <a:xfrm>
              <a:off x="3034001" y="1151481"/>
              <a:ext cx="17140" cy="26609"/>
            </a:xfrm>
            <a:prstGeom prst="rect">
              <a:avLst/>
            </a:prstGeom>
            <a:solidFill>
              <a:srgbClr val="F9E7E8"/>
            </a:solidFill>
            <a:ln>
              <a:noFill/>
            </a:ln>
          </p:spPr>
        </p:sp>
        <p:sp>
          <p:nvSpPr>
            <p:cNvPr id="11669" name="Heatmap cell r43 c168"/>
            <p:cNvSpPr/>
            <p:nvPr/>
          </p:nvSpPr>
          <p:spPr>
            <a:xfrm>
              <a:off x="3051046" y="1151481"/>
              <a:ext cx="19034" cy="26609"/>
            </a:xfrm>
            <a:prstGeom prst="rect">
              <a:avLst/>
            </a:prstGeom>
            <a:solidFill>
              <a:srgbClr val="F0F5F8"/>
            </a:solidFill>
            <a:ln>
              <a:noFill/>
            </a:ln>
          </p:spPr>
        </p:sp>
        <p:sp>
          <p:nvSpPr>
            <p:cNvPr id="11670" name="Heatmap cell r43 c169"/>
            <p:cNvSpPr/>
            <p:nvPr/>
          </p:nvSpPr>
          <p:spPr>
            <a:xfrm>
              <a:off x="3069985" y="1151481"/>
              <a:ext cx="19034" cy="26609"/>
            </a:xfrm>
            <a:prstGeom prst="rect">
              <a:avLst/>
            </a:prstGeom>
            <a:solidFill>
              <a:srgbClr val="F6D6DA"/>
            </a:solidFill>
            <a:ln>
              <a:noFill/>
            </a:ln>
          </p:spPr>
        </p:sp>
        <p:sp>
          <p:nvSpPr>
            <p:cNvPr id="11671" name="Heatmap cell r43 c170"/>
            <p:cNvSpPr/>
            <p:nvPr/>
          </p:nvSpPr>
          <p:spPr>
            <a:xfrm>
              <a:off x="3088924" y="1151481"/>
              <a:ext cx="17140" cy="26609"/>
            </a:xfrm>
            <a:prstGeom prst="rect">
              <a:avLst/>
            </a:prstGeom>
            <a:solidFill>
              <a:srgbClr val="F8DEE0"/>
            </a:solidFill>
            <a:ln>
              <a:noFill/>
            </a:ln>
          </p:spPr>
        </p:sp>
        <p:sp>
          <p:nvSpPr>
            <p:cNvPr id="11672" name="Heatmap cell r43 c171"/>
            <p:cNvSpPr/>
            <p:nvPr/>
          </p:nvSpPr>
          <p:spPr>
            <a:xfrm>
              <a:off x="3105969" y="1151481"/>
              <a:ext cx="19034" cy="26609"/>
            </a:xfrm>
            <a:prstGeom prst="rect">
              <a:avLst/>
            </a:prstGeom>
            <a:solidFill>
              <a:srgbClr val="F3C7CC"/>
            </a:solidFill>
            <a:ln>
              <a:noFill/>
            </a:ln>
          </p:spPr>
        </p:sp>
        <p:sp>
          <p:nvSpPr>
            <p:cNvPr id="11673" name="Heatmap cell r43 c172"/>
            <p:cNvSpPr/>
            <p:nvPr/>
          </p:nvSpPr>
          <p:spPr>
            <a:xfrm>
              <a:off x="3124908" y="1151481"/>
              <a:ext cx="17140" cy="26609"/>
            </a:xfrm>
            <a:prstGeom prst="rect">
              <a:avLst/>
            </a:prstGeom>
            <a:solidFill>
              <a:srgbClr val="ECF0F6"/>
            </a:solidFill>
            <a:ln>
              <a:noFill/>
            </a:ln>
          </p:spPr>
        </p:sp>
        <p:sp>
          <p:nvSpPr>
            <p:cNvPr id="11674" name="Heatmap cell r43 c173"/>
            <p:cNvSpPr/>
            <p:nvPr/>
          </p:nvSpPr>
          <p:spPr>
            <a:xfrm>
              <a:off x="3141953" y="1151481"/>
              <a:ext cx="19034" cy="26609"/>
            </a:xfrm>
            <a:prstGeom prst="rect">
              <a:avLst/>
            </a:prstGeom>
            <a:solidFill>
              <a:srgbClr val="EFB8BD"/>
            </a:solidFill>
            <a:ln>
              <a:noFill/>
            </a:ln>
          </p:spPr>
        </p:sp>
        <p:sp>
          <p:nvSpPr>
            <p:cNvPr id="11675" name="Heatmap cell r43 c174"/>
            <p:cNvSpPr/>
            <p:nvPr/>
          </p:nvSpPr>
          <p:spPr>
            <a:xfrm>
              <a:off x="3160892" y="1151481"/>
              <a:ext cx="17140" cy="26609"/>
            </a:xfrm>
            <a:prstGeom prst="rect">
              <a:avLst/>
            </a:prstGeom>
            <a:solidFill>
              <a:srgbClr val="E37C86"/>
            </a:solidFill>
            <a:ln>
              <a:noFill/>
            </a:ln>
          </p:spPr>
        </p:sp>
        <p:sp>
          <p:nvSpPr>
            <p:cNvPr id="11676" name="Heatmap cell r43 c175"/>
            <p:cNvSpPr/>
            <p:nvPr/>
          </p:nvSpPr>
          <p:spPr>
            <a:xfrm>
              <a:off x="3177936" y="1151481"/>
              <a:ext cx="19034" cy="26609"/>
            </a:xfrm>
            <a:prstGeom prst="rect">
              <a:avLst/>
            </a:prstGeom>
            <a:solidFill>
              <a:srgbClr val="F8E3E6"/>
            </a:solidFill>
            <a:ln>
              <a:noFill/>
            </a:ln>
          </p:spPr>
        </p:sp>
        <p:sp>
          <p:nvSpPr>
            <p:cNvPr id="11677" name="Heatmap cell r43 c176"/>
            <p:cNvSpPr/>
            <p:nvPr/>
          </p:nvSpPr>
          <p:spPr>
            <a:xfrm>
              <a:off x="3196875" y="1151481"/>
              <a:ext cx="17140" cy="26609"/>
            </a:xfrm>
            <a:prstGeom prst="rect">
              <a:avLst/>
            </a:prstGeom>
            <a:solidFill>
              <a:srgbClr val="E9959D"/>
            </a:solidFill>
            <a:ln>
              <a:noFill/>
            </a:ln>
          </p:spPr>
        </p:sp>
        <p:sp>
          <p:nvSpPr>
            <p:cNvPr id="11678" name="Heatmap cell r43 c177"/>
            <p:cNvSpPr/>
            <p:nvPr/>
          </p:nvSpPr>
          <p:spPr>
            <a:xfrm>
              <a:off x="3213920" y="1151481"/>
              <a:ext cx="19034" cy="26609"/>
            </a:xfrm>
            <a:prstGeom prst="rect">
              <a:avLst/>
            </a:prstGeom>
            <a:solidFill>
              <a:srgbClr val="E89097"/>
            </a:solidFill>
            <a:ln>
              <a:noFill/>
            </a:ln>
          </p:spPr>
        </p:sp>
        <p:sp>
          <p:nvSpPr>
            <p:cNvPr id="11679" name="Heatmap cell r43 c178"/>
            <p:cNvSpPr/>
            <p:nvPr/>
          </p:nvSpPr>
          <p:spPr>
            <a:xfrm>
              <a:off x="3232859" y="1151481"/>
              <a:ext cx="17140" cy="26609"/>
            </a:xfrm>
            <a:prstGeom prst="rect">
              <a:avLst/>
            </a:prstGeom>
            <a:solidFill>
              <a:srgbClr val="F2C8CD"/>
            </a:solidFill>
            <a:ln>
              <a:noFill/>
            </a:ln>
          </p:spPr>
        </p:sp>
        <p:sp>
          <p:nvSpPr>
            <p:cNvPr id="11680" name="Heatmap cell r43 c179"/>
            <p:cNvSpPr/>
            <p:nvPr/>
          </p:nvSpPr>
          <p:spPr>
            <a:xfrm>
              <a:off x="3249904" y="1151481"/>
              <a:ext cx="19034" cy="26609"/>
            </a:xfrm>
            <a:prstGeom prst="rect">
              <a:avLst/>
            </a:prstGeom>
            <a:solidFill>
              <a:srgbClr val="F8DEE0"/>
            </a:solidFill>
            <a:ln>
              <a:noFill/>
            </a:ln>
          </p:spPr>
        </p:sp>
        <p:sp>
          <p:nvSpPr>
            <p:cNvPr id="11681" name="Heatmap cell r43 c180"/>
            <p:cNvSpPr/>
            <p:nvPr/>
          </p:nvSpPr>
          <p:spPr>
            <a:xfrm>
              <a:off x="3268843" y="1151481"/>
              <a:ext cx="17140" cy="26609"/>
            </a:xfrm>
            <a:prstGeom prst="rect">
              <a:avLst/>
            </a:prstGeom>
            <a:solidFill>
              <a:srgbClr val="D4DFE9"/>
            </a:solidFill>
            <a:ln>
              <a:noFill/>
            </a:ln>
          </p:spPr>
        </p:sp>
        <p:sp>
          <p:nvSpPr>
            <p:cNvPr id="11682" name="Heatmap cell r43 c181"/>
            <p:cNvSpPr/>
            <p:nvPr/>
          </p:nvSpPr>
          <p:spPr>
            <a:xfrm>
              <a:off x="3285888" y="1151481"/>
              <a:ext cx="19034" cy="26609"/>
            </a:xfrm>
            <a:prstGeom prst="rect">
              <a:avLst/>
            </a:prstGeom>
            <a:solidFill>
              <a:srgbClr val="E4828A"/>
            </a:solidFill>
            <a:ln>
              <a:noFill/>
            </a:ln>
          </p:spPr>
        </p:sp>
        <p:sp>
          <p:nvSpPr>
            <p:cNvPr id="11683" name="Heatmap cell r43 c182"/>
            <p:cNvSpPr/>
            <p:nvPr/>
          </p:nvSpPr>
          <p:spPr>
            <a:xfrm>
              <a:off x="3304827" y="1151481"/>
              <a:ext cx="19034" cy="26609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11684" name="Heatmap cell r43 c183"/>
            <p:cNvSpPr/>
            <p:nvPr/>
          </p:nvSpPr>
          <p:spPr>
            <a:xfrm>
              <a:off x="3323765" y="1151481"/>
              <a:ext cx="17140" cy="26609"/>
            </a:xfrm>
            <a:prstGeom prst="rect">
              <a:avLst/>
            </a:prstGeom>
            <a:solidFill>
              <a:srgbClr val="F7D3D6"/>
            </a:solidFill>
            <a:ln>
              <a:noFill/>
            </a:ln>
          </p:spPr>
        </p:sp>
        <p:sp>
          <p:nvSpPr>
            <p:cNvPr id="11685" name="Heatmap cell r43 c184"/>
            <p:cNvSpPr/>
            <p:nvPr/>
          </p:nvSpPr>
          <p:spPr>
            <a:xfrm>
              <a:off x="3340810" y="1151481"/>
              <a:ext cx="19034" cy="26609"/>
            </a:xfrm>
            <a:prstGeom prst="rect">
              <a:avLst/>
            </a:prstGeom>
            <a:solidFill>
              <a:srgbClr val="F1C0C4"/>
            </a:solidFill>
            <a:ln>
              <a:noFill/>
            </a:ln>
          </p:spPr>
        </p:sp>
        <p:sp>
          <p:nvSpPr>
            <p:cNvPr id="11686" name="Heatmap cell r43 c185"/>
            <p:cNvSpPr/>
            <p:nvPr/>
          </p:nvSpPr>
          <p:spPr>
            <a:xfrm>
              <a:off x="3359749" y="1151481"/>
              <a:ext cx="17140" cy="26609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11687" name="Heatmap cell r43 c186"/>
            <p:cNvSpPr/>
            <p:nvPr/>
          </p:nvSpPr>
          <p:spPr>
            <a:xfrm>
              <a:off x="3376794" y="1151481"/>
              <a:ext cx="19034" cy="26609"/>
            </a:xfrm>
            <a:prstGeom prst="rect">
              <a:avLst/>
            </a:prstGeom>
            <a:solidFill>
              <a:srgbClr val="E1E9EF"/>
            </a:solidFill>
            <a:ln>
              <a:noFill/>
            </a:ln>
          </p:spPr>
        </p:sp>
        <p:sp>
          <p:nvSpPr>
            <p:cNvPr id="11688" name="Heatmap cell r43 c187"/>
            <p:cNvSpPr/>
            <p:nvPr/>
          </p:nvSpPr>
          <p:spPr>
            <a:xfrm>
              <a:off x="3395733" y="1151481"/>
              <a:ext cx="17140" cy="26609"/>
            </a:xfrm>
            <a:prstGeom prst="rect">
              <a:avLst/>
            </a:prstGeom>
            <a:solidFill>
              <a:srgbClr val="F8E1E3"/>
            </a:solidFill>
            <a:ln>
              <a:noFill/>
            </a:ln>
          </p:spPr>
        </p:sp>
        <p:sp>
          <p:nvSpPr>
            <p:cNvPr id="11689" name="Heatmap cell r43 c188"/>
            <p:cNvSpPr/>
            <p:nvPr/>
          </p:nvSpPr>
          <p:spPr>
            <a:xfrm>
              <a:off x="3412778" y="1151481"/>
              <a:ext cx="19034" cy="26609"/>
            </a:xfrm>
            <a:prstGeom prst="rect">
              <a:avLst/>
            </a:prstGeom>
            <a:solidFill>
              <a:srgbClr val="F3C7CC"/>
            </a:solidFill>
            <a:ln>
              <a:noFill/>
            </a:ln>
          </p:spPr>
        </p:sp>
        <p:sp>
          <p:nvSpPr>
            <p:cNvPr id="11690" name="Heatmap cell r43 c189"/>
            <p:cNvSpPr/>
            <p:nvPr/>
          </p:nvSpPr>
          <p:spPr>
            <a:xfrm>
              <a:off x="3431717" y="1151481"/>
              <a:ext cx="17140" cy="26609"/>
            </a:xfrm>
            <a:prstGeom prst="rect">
              <a:avLst/>
            </a:prstGeom>
            <a:solidFill>
              <a:srgbClr val="FBF5F5"/>
            </a:solidFill>
            <a:ln>
              <a:noFill/>
            </a:ln>
          </p:spPr>
        </p:sp>
        <p:sp>
          <p:nvSpPr>
            <p:cNvPr id="11691" name="Heatmap cell r43 c191"/>
            <p:cNvSpPr/>
            <p:nvPr/>
          </p:nvSpPr>
          <p:spPr>
            <a:xfrm>
              <a:off x="3467701" y="1151481"/>
              <a:ext cx="17140" cy="26609"/>
            </a:xfrm>
            <a:prstGeom prst="rect">
              <a:avLst/>
            </a:prstGeom>
            <a:solidFill>
              <a:srgbClr val="F7D9DB"/>
            </a:solidFill>
            <a:ln>
              <a:noFill/>
            </a:ln>
          </p:spPr>
        </p:sp>
        <p:sp>
          <p:nvSpPr>
            <p:cNvPr id="11692" name="Heatmap cell r43 c192"/>
            <p:cNvSpPr/>
            <p:nvPr/>
          </p:nvSpPr>
          <p:spPr>
            <a:xfrm>
              <a:off x="3484746" y="1151481"/>
              <a:ext cx="19034" cy="26609"/>
            </a:xfrm>
            <a:prstGeom prst="rect">
              <a:avLst/>
            </a:prstGeom>
            <a:solidFill>
              <a:srgbClr val="BBCCDC"/>
            </a:solidFill>
            <a:ln>
              <a:noFill/>
            </a:ln>
          </p:spPr>
        </p:sp>
        <p:sp>
          <p:nvSpPr>
            <p:cNvPr id="11693" name="Heatmap cell r43 c193"/>
            <p:cNvSpPr/>
            <p:nvPr/>
          </p:nvSpPr>
          <p:spPr>
            <a:xfrm>
              <a:off x="3503684" y="1151481"/>
              <a:ext cx="17140" cy="26609"/>
            </a:xfrm>
            <a:prstGeom prst="rect">
              <a:avLst/>
            </a:prstGeom>
            <a:solidFill>
              <a:srgbClr val="9EB5CC"/>
            </a:solidFill>
            <a:ln>
              <a:noFill/>
            </a:ln>
          </p:spPr>
        </p:sp>
        <p:sp>
          <p:nvSpPr>
            <p:cNvPr id="11694" name="Heatmap cell r43 c194"/>
            <p:cNvSpPr/>
            <p:nvPr/>
          </p:nvSpPr>
          <p:spPr>
            <a:xfrm>
              <a:off x="3520729" y="1151481"/>
              <a:ext cx="19034" cy="26609"/>
            </a:xfrm>
            <a:prstGeom prst="rect">
              <a:avLst/>
            </a:prstGeom>
            <a:solidFill>
              <a:srgbClr val="F7D7DB"/>
            </a:solidFill>
            <a:ln>
              <a:noFill/>
            </a:ln>
          </p:spPr>
        </p:sp>
        <p:sp>
          <p:nvSpPr>
            <p:cNvPr id="11695" name="Heatmap cell r43 c195"/>
            <p:cNvSpPr/>
            <p:nvPr/>
          </p:nvSpPr>
          <p:spPr>
            <a:xfrm>
              <a:off x="3539668" y="1151481"/>
              <a:ext cx="19034" cy="26609"/>
            </a:xfrm>
            <a:prstGeom prst="rect">
              <a:avLst/>
            </a:prstGeom>
            <a:solidFill>
              <a:srgbClr val="F1C0C6"/>
            </a:solidFill>
            <a:ln>
              <a:noFill/>
            </a:ln>
          </p:spPr>
        </p:sp>
        <p:sp>
          <p:nvSpPr>
            <p:cNvPr id="11696" name="Heatmap cell r43 c196"/>
            <p:cNvSpPr/>
            <p:nvPr/>
          </p:nvSpPr>
          <p:spPr>
            <a:xfrm>
              <a:off x="3558607" y="1151481"/>
              <a:ext cx="17140" cy="26609"/>
            </a:xfrm>
            <a:prstGeom prst="rect">
              <a:avLst/>
            </a:prstGeom>
            <a:solidFill>
              <a:srgbClr val="C7D4E1"/>
            </a:solidFill>
            <a:ln>
              <a:noFill/>
            </a:ln>
          </p:spPr>
        </p:sp>
        <p:sp>
          <p:nvSpPr>
            <p:cNvPr id="11697" name="Heatmap cell r43 c197"/>
            <p:cNvSpPr/>
            <p:nvPr/>
          </p:nvSpPr>
          <p:spPr>
            <a:xfrm>
              <a:off x="3575652" y="1151481"/>
              <a:ext cx="19034" cy="26609"/>
            </a:xfrm>
            <a:prstGeom prst="rect">
              <a:avLst/>
            </a:prstGeom>
            <a:solidFill>
              <a:srgbClr val="D1DCE7"/>
            </a:solidFill>
            <a:ln>
              <a:noFill/>
            </a:ln>
          </p:spPr>
        </p:sp>
        <p:sp>
          <p:nvSpPr>
            <p:cNvPr id="11698" name="Heatmap cell r43 c198"/>
            <p:cNvSpPr/>
            <p:nvPr/>
          </p:nvSpPr>
          <p:spPr>
            <a:xfrm>
              <a:off x="3594591" y="1151481"/>
              <a:ext cx="17140" cy="26609"/>
            </a:xfrm>
            <a:prstGeom prst="rect">
              <a:avLst/>
            </a:prstGeom>
            <a:solidFill>
              <a:srgbClr val="E7EBF1"/>
            </a:solidFill>
            <a:ln>
              <a:noFill/>
            </a:ln>
          </p:spPr>
        </p:sp>
        <p:sp>
          <p:nvSpPr>
            <p:cNvPr id="11699" name="Heatmap cell r43 c199"/>
            <p:cNvSpPr/>
            <p:nvPr/>
          </p:nvSpPr>
          <p:spPr>
            <a:xfrm>
              <a:off x="3611636" y="1151481"/>
              <a:ext cx="19034" cy="26609"/>
            </a:xfrm>
            <a:prstGeom prst="rect">
              <a:avLst/>
            </a:prstGeom>
            <a:solidFill>
              <a:srgbClr val="F7DADC"/>
            </a:solidFill>
            <a:ln>
              <a:noFill/>
            </a:ln>
          </p:spPr>
        </p:sp>
        <p:sp>
          <p:nvSpPr>
            <p:cNvPr id="11700" name="Heatmap cell r43 c200"/>
            <p:cNvSpPr/>
            <p:nvPr/>
          </p:nvSpPr>
          <p:spPr>
            <a:xfrm>
              <a:off x="3630575" y="1151481"/>
              <a:ext cx="17140" cy="26609"/>
            </a:xfrm>
            <a:prstGeom prst="rect">
              <a:avLst/>
            </a:prstGeom>
            <a:solidFill>
              <a:srgbClr val="CED9E4"/>
            </a:solidFill>
            <a:ln>
              <a:noFill/>
            </a:ln>
          </p:spPr>
        </p:sp>
        <p:sp>
          <p:nvSpPr>
            <p:cNvPr id="11701" name="Heatmap cell r43 c201"/>
            <p:cNvSpPr/>
            <p:nvPr/>
          </p:nvSpPr>
          <p:spPr>
            <a:xfrm>
              <a:off x="3647620" y="1151481"/>
              <a:ext cx="19034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11702" name="Heatmap cell r43 c202"/>
            <p:cNvSpPr/>
            <p:nvPr/>
          </p:nvSpPr>
          <p:spPr>
            <a:xfrm>
              <a:off x="3666558" y="1151481"/>
              <a:ext cx="17140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11703" name="Heatmap cell r43 c203"/>
            <p:cNvSpPr/>
            <p:nvPr/>
          </p:nvSpPr>
          <p:spPr>
            <a:xfrm>
              <a:off x="3683603" y="1151481"/>
              <a:ext cx="19034" cy="26609"/>
            </a:xfrm>
            <a:prstGeom prst="rect">
              <a:avLst/>
            </a:prstGeom>
            <a:solidFill>
              <a:srgbClr val="F1C0C4"/>
            </a:solidFill>
            <a:ln>
              <a:noFill/>
            </a:ln>
          </p:spPr>
        </p:sp>
        <p:sp>
          <p:nvSpPr>
            <p:cNvPr id="11704" name="Heatmap cell r43 c204"/>
            <p:cNvSpPr/>
            <p:nvPr/>
          </p:nvSpPr>
          <p:spPr>
            <a:xfrm>
              <a:off x="3702542" y="1151481"/>
              <a:ext cx="17140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11705" name="Heatmap cell r43 c205"/>
            <p:cNvSpPr/>
            <p:nvPr/>
          </p:nvSpPr>
          <p:spPr>
            <a:xfrm>
              <a:off x="3719587" y="1151481"/>
              <a:ext cx="19034" cy="26609"/>
            </a:xfrm>
            <a:prstGeom prst="rect">
              <a:avLst/>
            </a:prstGeom>
            <a:solidFill>
              <a:srgbClr val="F8E4E7"/>
            </a:solidFill>
            <a:ln>
              <a:noFill/>
            </a:ln>
          </p:spPr>
        </p:sp>
        <p:sp>
          <p:nvSpPr>
            <p:cNvPr id="11706" name="Heatmap cell r43 c206"/>
            <p:cNvSpPr/>
            <p:nvPr/>
          </p:nvSpPr>
          <p:spPr>
            <a:xfrm>
              <a:off x="3738526" y="1151481"/>
              <a:ext cx="17140" cy="26609"/>
            </a:xfrm>
            <a:prstGeom prst="rect">
              <a:avLst/>
            </a:prstGeom>
            <a:solidFill>
              <a:srgbClr val="D3DEE8"/>
            </a:solidFill>
            <a:ln>
              <a:noFill/>
            </a:ln>
          </p:spPr>
        </p:sp>
        <p:sp>
          <p:nvSpPr>
            <p:cNvPr id="11707" name="Heatmap cell r43 c207"/>
            <p:cNvSpPr/>
            <p:nvPr/>
          </p:nvSpPr>
          <p:spPr>
            <a:xfrm>
              <a:off x="3755571" y="1151481"/>
              <a:ext cx="19034" cy="26609"/>
            </a:xfrm>
            <a:prstGeom prst="rect">
              <a:avLst/>
            </a:prstGeom>
            <a:solidFill>
              <a:srgbClr val="ECA8AE"/>
            </a:solidFill>
            <a:ln>
              <a:noFill/>
            </a:ln>
          </p:spPr>
        </p:sp>
        <p:sp>
          <p:nvSpPr>
            <p:cNvPr id="11708" name="Heatmap cell r43 c208"/>
            <p:cNvSpPr/>
            <p:nvPr/>
          </p:nvSpPr>
          <p:spPr>
            <a:xfrm>
              <a:off x="3774510" y="1151481"/>
              <a:ext cx="19034" cy="26609"/>
            </a:xfrm>
            <a:prstGeom prst="rect">
              <a:avLst/>
            </a:prstGeom>
            <a:solidFill>
              <a:srgbClr val="FCF6F6"/>
            </a:solidFill>
            <a:ln>
              <a:noFill/>
            </a:ln>
          </p:spPr>
        </p:sp>
        <p:sp>
          <p:nvSpPr>
            <p:cNvPr id="11709" name="Heatmap cell r43 c211"/>
            <p:cNvSpPr/>
            <p:nvPr/>
          </p:nvSpPr>
          <p:spPr>
            <a:xfrm>
              <a:off x="3829432" y="1151481"/>
              <a:ext cx="17140" cy="26609"/>
            </a:xfrm>
            <a:prstGeom prst="rect">
              <a:avLst/>
            </a:prstGeom>
            <a:solidFill>
              <a:srgbClr val="E3EAF0"/>
            </a:solidFill>
            <a:ln>
              <a:noFill/>
            </a:ln>
          </p:spPr>
        </p:sp>
        <p:sp>
          <p:nvSpPr>
            <p:cNvPr id="11710" name="Heatmap cell r43 c212"/>
            <p:cNvSpPr/>
            <p:nvPr/>
          </p:nvSpPr>
          <p:spPr>
            <a:xfrm>
              <a:off x="3846477" y="1151481"/>
              <a:ext cx="19034" cy="26609"/>
            </a:xfrm>
            <a:prstGeom prst="rect">
              <a:avLst/>
            </a:prstGeom>
            <a:solidFill>
              <a:srgbClr val="A4BAD0"/>
            </a:solidFill>
            <a:ln>
              <a:noFill/>
            </a:ln>
          </p:spPr>
        </p:sp>
        <p:sp>
          <p:nvSpPr>
            <p:cNvPr id="11711" name="Heatmap cell r43 c213"/>
            <p:cNvSpPr/>
            <p:nvPr/>
          </p:nvSpPr>
          <p:spPr>
            <a:xfrm>
              <a:off x="3865416" y="1151481"/>
              <a:ext cx="17140" cy="26609"/>
            </a:xfrm>
            <a:prstGeom prst="rect">
              <a:avLst/>
            </a:prstGeom>
            <a:solidFill>
              <a:srgbClr val="F8E4E7"/>
            </a:solidFill>
            <a:ln>
              <a:noFill/>
            </a:ln>
          </p:spPr>
        </p:sp>
        <p:sp>
          <p:nvSpPr>
            <p:cNvPr id="11712" name="Heatmap cell r43 c214"/>
            <p:cNvSpPr/>
            <p:nvPr/>
          </p:nvSpPr>
          <p:spPr>
            <a:xfrm>
              <a:off x="3882461" y="1151481"/>
              <a:ext cx="19034" cy="26609"/>
            </a:xfrm>
            <a:prstGeom prst="rect">
              <a:avLst/>
            </a:prstGeom>
            <a:solidFill>
              <a:srgbClr val="F8F8FA"/>
            </a:solidFill>
            <a:ln>
              <a:noFill/>
            </a:ln>
          </p:spPr>
        </p:sp>
        <p:sp>
          <p:nvSpPr>
            <p:cNvPr id="11713" name="Heatmap cell r43 c215"/>
            <p:cNvSpPr/>
            <p:nvPr/>
          </p:nvSpPr>
          <p:spPr>
            <a:xfrm>
              <a:off x="3901400" y="1151481"/>
              <a:ext cx="17140" cy="26609"/>
            </a:xfrm>
            <a:prstGeom prst="rect">
              <a:avLst/>
            </a:prstGeom>
            <a:solidFill>
              <a:srgbClr val="C6D4E1"/>
            </a:solidFill>
            <a:ln>
              <a:noFill/>
            </a:ln>
          </p:spPr>
        </p:sp>
        <p:sp>
          <p:nvSpPr>
            <p:cNvPr id="11714" name="Heatmap cell r43 c216"/>
            <p:cNvSpPr/>
            <p:nvPr/>
          </p:nvSpPr>
          <p:spPr>
            <a:xfrm>
              <a:off x="3918445" y="1151481"/>
              <a:ext cx="19034" cy="26609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</p:sp>
        <p:sp>
          <p:nvSpPr>
            <p:cNvPr id="11715" name="Heatmap cell r43 c217"/>
            <p:cNvSpPr/>
            <p:nvPr/>
          </p:nvSpPr>
          <p:spPr>
            <a:xfrm>
              <a:off x="3937384" y="1151481"/>
              <a:ext cx="17140" cy="26609"/>
            </a:xfrm>
            <a:prstGeom prst="rect">
              <a:avLst/>
            </a:prstGeom>
            <a:solidFill>
              <a:srgbClr val="F8E4E7"/>
            </a:solidFill>
            <a:ln>
              <a:noFill/>
            </a:ln>
          </p:spPr>
        </p:sp>
        <p:sp>
          <p:nvSpPr>
            <p:cNvPr id="11716" name="Heatmap cell r43 c218"/>
            <p:cNvSpPr/>
            <p:nvPr/>
          </p:nvSpPr>
          <p:spPr>
            <a:xfrm>
              <a:off x="3954429" y="1151481"/>
              <a:ext cx="19034" cy="26609"/>
            </a:xfrm>
            <a:prstGeom prst="rect">
              <a:avLst/>
            </a:prstGeom>
            <a:solidFill>
              <a:srgbClr val="B7C7D9"/>
            </a:solidFill>
            <a:ln>
              <a:noFill/>
            </a:ln>
          </p:spPr>
        </p:sp>
        <p:sp>
          <p:nvSpPr>
            <p:cNvPr id="11717" name="Heatmap cell r43 c219"/>
            <p:cNvSpPr/>
            <p:nvPr/>
          </p:nvSpPr>
          <p:spPr>
            <a:xfrm>
              <a:off x="3973368" y="1151481"/>
              <a:ext cx="17140" cy="26609"/>
            </a:xfrm>
            <a:prstGeom prst="rect">
              <a:avLst/>
            </a:prstGeom>
            <a:solidFill>
              <a:srgbClr val="DEE6EC"/>
            </a:solidFill>
            <a:ln>
              <a:noFill/>
            </a:ln>
          </p:spPr>
        </p:sp>
        <p:sp>
          <p:nvSpPr>
            <p:cNvPr id="11718" name="Heatmap cell r43 c220"/>
            <p:cNvSpPr/>
            <p:nvPr/>
          </p:nvSpPr>
          <p:spPr>
            <a:xfrm>
              <a:off x="3990412" y="1151481"/>
              <a:ext cx="19034" cy="26609"/>
            </a:xfrm>
            <a:prstGeom prst="rect">
              <a:avLst/>
            </a:prstGeom>
            <a:solidFill>
              <a:srgbClr val="E9959E"/>
            </a:solidFill>
            <a:ln>
              <a:noFill/>
            </a:ln>
          </p:spPr>
        </p:sp>
        <p:sp>
          <p:nvSpPr>
            <p:cNvPr id="11719" name="Heatmap cell r43 c221"/>
            <p:cNvSpPr/>
            <p:nvPr/>
          </p:nvSpPr>
          <p:spPr>
            <a:xfrm>
              <a:off x="4009351" y="1151481"/>
              <a:ext cx="19034" cy="26609"/>
            </a:xfrm>
            <a:prstGeom prst="rect">
              <a:avLst/>
            </a:prstGeom>
            <a:solidFill>
              <a:srgbClr val="B6C7D9"/>
            </a:solidFill>
            <a:ln>
              <a:noFill/>
            </a:ln>
          </p:spPr>
        </p:sp>
        <p:sp>
          <p:nvSpPr>
            <p:cNvPr id="11720" name="Heatmap cell r43 c222"/>
            <p:cNvSpPr/>
            <p:nvPr/>
          </p:nvSpPr>
          <p:spPr>
            <a:xfrm>
              <a:off x="4028290" y="1151481"/>
              <a:ext cx="17140" cy="26609"/>
            </a:xfrm>
            <a:prstGeom prst="rect">
              <a:avLst/>
            </a:prstGeom>
            <a:solidFill>
              <a:srgbClr val="EFB7BB"/>
            </a:solidFill>
            <a:ln>
              <a:noFill/>
            </a:ln>
          </p:spPr>
        </p:sp>
        <p:sp>
          <p:nvSpPr>
            <p:cNvPr id="11721" name="Heatmap cell r43 c223"/>
            <p:cNvSpPr/>
            <p:nvPr/>
          </p:nvSpPr>
          <p:spPr>
            <a:xfrm>
              <a:off x="4045335" y="1151481"/>
              <a:ext cx="19034" cy="26609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11722" name="Heatmap cell r44 c1"/>
            <p:cNvSpPr/>
            <p:nvPr/>
          </p:nvSpPr>
          <p:spPr>
            <a:xfrm>
              <a:off x="13257" y="1177996"/>
              <a:ext cx="45548" cy="26609"/>
            </a:xfrm>
            <a:prstGeom prst="rect">
              <a:avLst/>
            </a:prstGeom>
            <a:solidFill>
              <a:srgbClr val="F76666"/>
            </a:solidFill>
            <a:ln>
              <a:noFill/>
            </a:ln>
          </p:spPr>
        </p:sp>
        <p:sp>
          <p:nvSpPr>
            <p:cNvPr id="11723" name="Heatmap cell r44 c3"/>
            <p:cNvSpPr/>
            <p:nvPr/>
          </p:nvSpPr>
          <p:spPr>
            <a:xfrm>
              <a:off x="71968" y="1177996"/>
              <a:ext cx="17140" cy="26609"/>
            </a:xfrm>
            <a:prstGeom prst="rect">
              <a:avLst/>
            </a:prstGeom>
            <a:solidFill>
              <a:srgbClr val="97B0C8"/>
            </a:solidFill>
            <a:ln>
              <a:noFill/>
            </a:ln>
          </p:spPr>
        </p:sp>
        <p:sp>
          <p:nvSpPr>
            <p:cNvPr id="11724" name="Heatmap cell r44 c4"/>
            <p:cNvSpPr/>
            <p:nvPr/>
          </p:nvSpPr>
          <p:spPr>
            <a:xfrm>
              <a:off x="89013" y="1177996"/>
              <a:ext cx="19034" cy="26609"/>
            </a:xfrm>
            <a:prstGeom prst="rect">
              <a:avLst/>
            </a:prstGeom>
            <a:solidFill>
              <a:srgbClr val="FAEBED"/>
            </a:solidFill>
            <a:ln>
              <a:noFill/>
            </a:ln>
          </p:spPr>
        </p:sp>
        <p:sp>
          <p:nvSpPr>
            <p:cNvPr id="11725" name="Heatmap cell r44 c5"/>
            <p:cNvSpPr/>
            <p:nvPr/>
          </p:nvSpPr>
          <p:spPr>
            <a:xfrm>
              <a:off x="107951" y="1177996"/>
              <a:ext cx="17140" cy="26609"/>
            </a:xfrm>
            <a:prstGeom prst="rect">
              <a:avLst/>
            </a:prstGeom>
            <a:solidFill>
              <a:srgbClr val="F4CACD"/>
            </a:solidFill>
            <a:ln>
              <a:noFill/>
            </a:ln>
          </p:spPr>
        </p:sp>
        <p:sp>
          <p:nvSpPr>
            <p:cNvPr id="11726" name="Heatmap cell r44 c6"/>
            <p:cNvSpPr/>
            <p:nvPr/>
          </p:nvSpPr>
          <p:spPr>
            <a:xfrm>
              <a:off x="124996" y="1177996"/>
              <a:ext cx="19034" cy="26609"/>
            </a:xfrm>
            <a:prstGeom prst="rect">
              <a:avLst/>
            </a:prstGeom>
            <a:solidFill>
              <a:srgbClr val="C5D2E0"/>
            </a:solidFill>
            <a:ln>
              <a:noFill/>
            </a:ln>
          </p:spPr>
        </p:sp>
        <p:sp>
          <p:nvSpPr>
            <p:cNvPr id="11727" name="Heatmap cell r44 c7"/>
            <p:cNvSpPr/>
            <p:nvPr/>
          </p:nvSpPr>
          <p:spPr>
            <a:xfrm>
              <a:off x="143935" y="1177996"/>
              <a:ext cx="17140" cy="26609"/>
            </a:xfrm>
            <a:prstGeom prst="rect">
              <a:avLst/>
            </a:prstGeom>
            <a:solidFill>
              <a:srgbClr val="B5C5D7"/>
            </a:solidFill>
            <a:ln>
              <a:noFill/>
            </a:ln>
          </p:spPr>
        </p:sp>
        <p:sp>
          <p:nvSpPr>
            <p:cNvPr id="11728" name="Heatmap cell r44 c8"/>
            <p:cNvSpPr/>
            <p:nvPr/>
          </p:nvSpPr>
          <p:spPr>
            <a:xfrm>
              <a:off x="160980" y="1177996"/>
              <a:ext cx="19034" cy="26609"/>
            </a:xfrm>
            <a:prstGeom prst="rect">
              <a:avLst/>
            </a:prstGeom>
            <a:solidFill>
              <a:srgbClr val="E9EDF3"/>
            </a:solidFill>
            <a:ln>
              <a:noFill/>
            </a:ln>
          </p:spPr>
        </p:sp>
        <p:sp>
          <p:nvSpPr>
            <p:cNvPr id="11729" name="Heatmap cell r44 c9"/>
            <p:cNvSpPr/>
            <p:nvPr/>
          </p:nvSpPr>
          <p:spPr>
            <a:xfrm>
              <a:off x="179919" y="1177996"/>
              <a:ext cx="19034" cy="26609"/>
            </a:xfrm>
            <a:prstGeom prst="rect">
              <a:avLst/>
            </a:prstGeom>
            <a:solidFill>
              <a:srgbClr val="F8E4E7"/>
            </a:solidFill>
            <a:ln>
              <a:noFill/>
            </a:ln>
          </p:spPr>
        </p:sp>
        <p:sp>
          <p:nvSpPr>
            <p:cNvPr id="11730" name="Heatmap cell r44 c10"/>
            <p:cNvSpPr/>
            <p:nvPr/>
          </p:nvSpPr>
          <p:spPr>
            <a:xfrm>
              <a:off x="198858" y="1177996"/>
              <a:ext cx="17140" cy="26609"/>
            </a:xfrm>
            <a:prstGeom prst="rect">
              <a:avLst/>
            </a:prstGeom>
            <a:solidFill>
              <a:srgbClr val="EEF3F6"/>
            </a:solidFill>
            <a:ln>
              <a:noFill/>
            </a:ln>
          </p:spPr>
        </p:sp>
        <p:sp>
          <p:nvSpPr>
            <p:cNvPr id="11731" name="Heatmap cell r44 c11"/>
            <p:cNvSpPr/>
            <p:nvPr/>
          </p:nvSpPr>
          <p:spPr>
            <a:xfrm>
              <a:off x="215903" y="1177996"/>
              <a:ext cx="19034" cy="26609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11732" name="Heatmap cell r44 c12"/>
            <p:cNvSpPr/>
            <p:nvPr/>
          </p:nvSpPr>
          <p:spPr>
            <a:xfrm>
              <a:off x="234842" y="1177996"/>
              <a:ext cx="17140" cy="26609"/>
            </a:xfrm>
            <a:prstGeom prst="rect">
              <a:avLst/>
            </a:prstGeom>
            <a:solidFill>
              <a:srgbClr val="7D9DBA"/>
            </a:solidFill>
            <a:ln>
              <a:noFill/>
            </a:ln>
          </p:spPr>
        </p:sp>
        <p:sp>
          <p:nvSpPr>
            <p:cNvPr id="11733" name="Heatmap cell r44 c13"/>
            <p:cNvSpPr/>
            <p:nvPr/>
          </p:nvSpPr>
          <p:spPr>
            <a:xfrm>
              <a:off x="251887" y="1177996"/>
              <a:ext cx="19034" cy="26609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11734" name="Heatmap cell r44 c14"/>
            <p:cNvSpPr/>
            <p:nvPr/>
          </p:nvSpPr>
          <p:spPr>
            <a:xfrm>
              <a:off x="270825" y="1177996"/>
              <a:ext cx="17140" cy="26609"/>
            </a:xfrm>
            <a:prstGeom prst="rect">
              <a:avLst/>
            </a:prstGeom>
            <a:solidFill>
              <a:srgbClr val="F4CACD"/>
            </a:solidFill>
            <a:ln>
              <a:noFill/>
            </a:ln>
          </p:spPr>
        </p:sp>
        <p:sp>
          <p:nvSpPr>
            <p:cNvPr id="11735" name="Heatmap cell r44 c15"/>
            <p:cNvSpPr/>
            <p:nvPr/>
          </p:nvSpPr>
          <p:spPr>
            <a:xfrm>
              <a:off x="287870" y="1177996"/>
              <a:ext cx="19034" cy="26609"/>
            </a:xfrm>
            <a:prstGeom prst="rect">
              <a:avLst/>
            </a:prstGeom>
            <a:solidFill>
              <a:srgbClr val="DFE6ED"/>
            </a:solidFill>
            <a:ln>
              <a:noFill/>
            </a:ln>
          </p:spPr>
        </p:sp>
        <p:sp>
          <p:nvSpPr>
            <p:cNvPr id="11736" name="Heatmap cell r44 c16"/>
            <p:cNvSpPr/>
            <p:nvPr/>
          </p:nvSpPr>
          <p:spPr>
            <a:xfrm>
              <a:off x="306809" y="1177996"/>
              <a:ext cx="17140" cy="26609"/>
            </a:xfrm>
            <a:prstGeom prst="rect">
              <a:avLst/>
            </a:prstGeom>
            <a:solidFill>
              <a:srgbClr val="F8E1E3"/>
            </a:solidFill>
            <a:ln>
              <a:noFill/>
            </a:ln>
          </p:spPr>
        </p:sp>
        <p:sp>
          <p:nvSpPr>
            <p:cNvPr id="11737" name="Heatmap cell r44 c18"/>
            <p:cNvSpPr/>
            <p:nvPr/>
          </p:nvSpPr>
          <p:spPr>
            <a:xfrm>
              <a:off x="342793" y="1177996"/>
              <a:ext cx="17140" cy="26609"/>
            </a:xfrm>
            <a:prstGeom prst="rect">
              <a:avLst/>
            </a:prstGeom>
            <a:solidFill>
              <a:srgbClr val="C9D6E2"/>
            </a:solidFill>
            <a:ln>
              <a:noFill/>
            </a:ln>
          </p:spPr>
        </p:sp>
        <p:sp>
          <p:nvSpPr>
            <p:cNvPr id="11738" name="Heatmap cell r44 c19"/>
            <p:cNvSpPr/>
            <p:nvPr/>
          </p:nvSpPr>
          <p:spPr>
            <a:xfrm>
              <a:off x="359838" y="1177996"/>
              <a:ext cx="19034" cy="26609"/>
            </a:xfrm>
            <a:prstGeom prst="rect">
              <a:avLst/>
            </a:prstGeom>
            <a:solidFill>
              <a:srgbClr val="F7DCDF"/>
            </a:solidFill>
            <a:ln>
              <a:noFill/>
            </a:ln>
          </p:spPr>
        </p:sp>
        <p:sp>
          <p:nvSpPr>
            <p:cNvPr id="11739" name="Heatmap cell r44 c20"/>
            <p:cNvSpPr/>
            <p:nvPr/>
          </p:nvSpPr>
          <p:spPr>
            <a:xfrm>
              <a:off x="378777" y="1177996"/>
              <a:ext cx="17140" cy="26609"/>
            </a:xfrm>
            <a:prstGeom prst="rect">
              <a:avLst/>
            </a:prstGeom>
            <a:solidFill>
              <a:srgbClr val="C3D1DF"/>
            </a:solidFill>
            <a:ln>
              <a:noFill/>
            </a:ln>
          </p:spPr>
        </p:sp>
        <p:sp>
          <p:nvSpPr>
            <p:cNvPr id="11740" name="Heatmap cell r44 c21"/>
            <p:cNvSpPr/>
            <p:nvPr/>
          </p:nvSpPr>
          <p:spPr>
            <a:xfrm>
              <a:off x="395822" y="1177996"/>
              <a:ext cx="19034" cy="26609"/>
            </a:xfrm>
            <a:prstGeom prst="rect">
              <a:avLst/>
            </a:prstGeom>
            <a:solidFill>
              <a:srgbClr val="D1DCE7"/>
            </a:solidFill>
            <a:ln>
              <a:noFill/>
            </a:ln>
          </p:spPr>
        </p:sp>
        <p:sp>
          <p:nvSpPr>
            <p:cNvPr id="11741" name="Heatmap cell r44 c22"/>
            <p:cNvSpPr/>
            <p:nvPr/>
          </p:nvSpPr>
          <p:spPr>
            <a:xfrm>
              <a:off x="414760" y="1177996"/>
              <a:ext cx="19034" cy="26609"/>
            </a:xfrm>
            <a:prstGeom prst="rect">
              <a:avLst/>
            </a:prstGeom>
            <a:solidFill>
              <a:srgbClr val="F1C4C7"/>
            </a:solidFill>
            <a:ln>
              <a:noFill/>
            </a:ln>
          </p:spPr>
        </p:sp>
        <p:sp>
          <p:nvSpPr>
            <p:cNvPr id="11742" name="Heatmap cell r44 c23"/>
            <p:cNvSpPr/>
            <p:nvPr/>
          </p:nvSpPr>
          <p:spPr>
            <a:xfrm>
              <a:off x="433699" y="1177996"/>
              <a:ext cx="17140" cy="26609"/>
            </a:xfrm>
            <a:prstGeom prst="rect">
              <a:avLst/>
            </a:prstGeom>
            <a:solidFill>
              <a:srgbClr val="BACADB"/>
            </a:solidFill>
            <a:ln>
              <a:noFill/>
            </a:ln>
          </p:spPr>
        </p:sp>
        <p:sp>
          <p:nvSpPr>
            <p:cNvPr id="11743" name="Heatmap cell r44 c24"/>
            <p:cNvSpPr/>
            <p:nvPr/>
          </p:nvSpPr>
          <p:spPr>
            <a:xfrm>
              <a:off x="450744" y="1177996"/>
              <a:ext cx="19034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11744" name="Heatmap cell r44 c25"/>
            <p:cNvSpPr/>
            <p:nvPr/>
          </p:nvSpPr>
          <p:spPr>
            <a:xfrm>
              <a:off x="469683" y="1177996"/>
              <a:ext cx="17140" cy="26609"/>
            </a:xfrm>
            <a:prstGeom prst="rect">
              <a:avLst/>
            </a:prstGeom>
            <a:solidFill>
              <a:srgbClr val="F1C0C4"/>
            </a:solidFill>
            <a:ln>
              <a:noFill/>
            </a:ln>
          </p:spPr>
        </p:sp>
        <p:sp>
          <p:nvSpPr>
            <p:cNvPr id="11745" name="Heatmap cell r44 c26"/>
            <p:cNvSpPr/>
            <p:nvPr/>
          </p:nvSpPr>
          <p:spPr>
            <a:xfrm>
              <a:off x="486728" y="1177996"/>
              <a:ext cx="19034" cy="26609"/>
            </a:xfrm>
            <a:prstGeom prst="rect">
              <a:avLst/>
            </a:prstGeom>
            <a:solidFill>
              <a:srgbClr val="B7C7D9"/>
            </a:solidFill>
            <a:ln>
              <a:noFill/>
            </a:ln>
          </p:spPr>
        </p:sp>
        <p:sp>
          <p:nvSpPr>
            <p:cNvPr id="11746" name="Heatmap cell r44 c27"/>
            <p:cNvSpPr/>
            <p:nvPr/>
          </p:nvSpPr>
          <p:spPr>
            <a:xfrm>
              <a:off x="505667" y="1177996"/>
              <a:ext cx="17140" cy="26609"/>
            </a:xfrm>
            <a:prstGeom prst="rect">
              <a:avLst/>
            </a:prstGeom>
            <a:solidFill>
              <a:srgbClr val="F5CFD2"/>
            </a:solidFill>
            <a:ln>
              <a:noFill/>
            </a:ln>
          </p:spPr>
        </p:sp>
        <p:sp>
          <p:nvSpPr>
            <p:cNvPr id="11747" name="Heatmap cell r44 c28"/>
            <p:cNvSpPr/>
            <p:nvPr/>
          </p:nvSpPr>
          <p:spPr>
            <a:xfrm>
              <a:off x="522712" y="1177996"/>
              <a:ext cx="19034" cy="26609"/>
            </a:xfrm>
            <a:prstGeom prst="rect">
              <a:avLst/>
            </a:prstGeom>
            <a:solidFill>
              <a:srgbClr val="FCF7F7"/>
            </a:solidFill>
            <a:ln>
              <a:noFill/>
            </a:ln>
          </p:spPr>
        </p:sp>
        <p:sp>
          <p:nvSpPr>
            <p:cNvPr id="11748" name="Heatmap cell r44 c29"/>
            <p:cNvSpPr/>
            <p:nvPr/>
          </p:nvSpPr>
          <p:spPr>
            <a:xfrm>
              <a:off x="541651" y="1177996"/>
              <a:ext cx="17140" cy="26609"/>
            </a:xfrm>
            <a:prstGeom prst="rect">
              <a:avLst/>
            </a:prstGeom>
            <a:solidFill>
              <a:srgbClr val="FCF7F7"/>
            </a:solidFill>
            <a:ln>
              <a:noFill/>
            </a:ln>
          </p:spPr>
        </p:sp>
        <p:sp>
          <p:nvSpPr>
            <p:cNvPr id="11749" name="Heatmap cell r44 c30"/>
            <p:cNvSpPr/>
            <p:nvPr/>
          </p:nvSpPr>
          <p:spPr>
            <a:xfrm>
              <a:off x="558696" y="1177996"/>
              <a:ext cx="19034" cy="26609"/>
            </a:xfrm>
            <a:prstGeom prst="rect">
              <a:avLst/>
            </a:prstGeom>
            <a:solidFill>
              <a:srgbClr val="E1E9EF"/>
            </a:solidFill>
            <a:ln>
              <a:noFill/>
            </a:ln>
          </p:spPr>
        </p:sp>
        <p:sp>
          <p:nvSpPr>
            <p:cNvPr id="11750" name="Heatmap cell r44 c31"/>
            <p:cNvSpPr/>
            <p:nvPr/>
          </p:nvSpPr>
          <p:spPr>
            <a:xfrm>
              <a:off x="577634" y="1177996"/>
              <a:ext cx="17140" cy="26609"/>
            </a:xfrm>
            <a:prstGeom prst="rect">
              <a:avLst/>
            </a:prstGeom>
            <a:solidFill>
              <a:srgbClr val="1B4984"/>
            </a:solidFill>
            <a:ln>
              <a:noFill/>
            </a:ln>
          </p:spPr>
        </p:sp>
        <p:sp>
          <p:nvSpPr>
            <p:cNvPr id="11751" name="Heatmap cell r44 c32"/>
            <p:cNvSpPr/>
            <p:nvPr/>
          </p:nvSpPr>
          <p:spPr>
            <a:xfrm>
              <a:off x="594679" y="1177996"/>
              <a:ext cx="19034" cy="26609"/>
            </a:xfrm>
            <a:prstGeom prst="rect">
              <a:avLst/>
            </a:prstGeom>
            <a:solidFill>
              <a:srgbClr val="9DB5CC"/>
            </a:solidFill>
            <a:ln>
              <a:noFill/>
            </a:ln>
          </p:spPr>
        </p:sp>
        <p:sp>
          <p:nvSpPr>
            <p:cNvPr id="11752" name="Heatmap cell r44 c33"/>
            <p:cNvSpPr/>
            <p:nvPr/>
          </p:nvSpPr>
          <p:spPr>
            <a:xfrm>
              <a:off x="613618" y="1177996"/>
              <a:ext cx="17140" cy="26609"/>
            </a:xfrm>
            <a:prstGeom prst="rect">
              <a:avLst/>
            </a:prstGeom>
            <a:solidFill>
              <a:srgbClr val="C3D1DF"/>
            </a:solidFill>
            <a:ln>
              <a:noFill/>
            </a:ln>
          </p:spPr>
        </p:sp>
        <p:sp>
          <p:nvSpPr>
            <p:cNvPr id="11753" name="Heatmap cell r44 c34"/>
            <p:cNvSpPr/>
            <p:nvPr/>
          </p:nvSpPr>
          <p:spPr>
            <a:xfrm>
              <a:off x="630663" y="1177996"/>
              <a:ext cx="19034" cy="26609"/>
            </a:xfrm>
            <a:prstGeom prst="rect">
              <a:avLst/>
            </a:prstGeom>
            <a:solidFill>
              <a:srgbClr val="E2EAEF"/>
            </a:solidFill>
            <a:ln>
              <a:noFill/>
            </a:ln>
          </p:spPr>
        </p:sp>
        <p:sp>
          <p:nvSpPr>
            <p:cNvPr id="11754" name="Heatmap cell r44 c35"/>
            <p:cNvSpPr/>
            <p:nvPr/>
          </p:nvSpPr>
          <p:spPr>
            <a:xfrm>
              <a:off x="649602" y="1177996"/>
              <a:ext cx="19034" cy="26609"/>
            </a:xfrm>
            <a:prstGeom prst="rect">
              <a:avLst/>
            </a:prstGeom>
            <a:solidFill>
              <a:srgbClr val="FCF6F6"/>
            </a:solidFill>
            <a:ln>
              <a:noFill/>
            </a:ln>
          </p:spPr>
        </p:sp>
        <p:sp>
          <p:nvSpPr>
            <p:cNvPr id="11755" name="Heatmap cell r44 c36"/>
            <p:cNvSpPr/>
            <p:nvPr/>
          </p:nvSpPr>
          <p:spPr>
            <a:xfrm>
              <a:off x="668541" y="1177996"/>
              <a:ext cx="17140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11756" name="Heatmap cell r44 c37"/>
            <p:cNvSpPr/>
            <p:nvPr/>
          </p:nvSpPr>
          <p:spPr>
            <a:xfrm>
              <a:off x="685586" y="1177996"/>
              <a:ext cx="19034" cy="26609"/>
            </a:xfrm>
            <a:prstGeom prst="rect">
              <a:avLst/>
            </a:prstGeom>
            <a:solidFill>
              <a:srgbClr val="F5CFD2"/>
            </a:solidFill>
            <a:ln>
              <a:noFill/>
            </a:ln>
          </p:spPr>
        </p:sp>
        <p:sp>
          <p:nvSpPr>
            <p:cNvPr id="11757" name="Heatmap cell r44 c38"/>
            <p:cNvSpPr/>
            <p:nvPr/>
          </p:nvSpPr>
          <p:spPr>
            <a:xfrm>
              <a:off x="704525" y="1177996"/>
              <a:ext cx="17140" cy="26609"/>
            </a:xfrm>
            <a:prstGeom prst="rect">
              <a:avLst/>
            </a:prstGeom>
            <a:solidFill>
              <a:srgbClr val="95AEC6"/>
            </a:solidFill>
            <a:ln>
              <a:noFill/>
            </a:ln>
          </p:spPr>
        </p:sp>
        <p:sp>
          <p:nvSpPr>
            <p:cNvPr id="11758" name="Heatmap cell r44 c39"/>
            <p:cNvSpPr/>
            <p:nvPr/>
          </p:nvSpPr>
          <p:spPr>
            <a:xfrm>
              <a:off x="721570" y="1177996"/>
              <a:ext cx="19034" cy="26609"/>
            </a:xfrm>
            <a:prstGeom prst="rect">
              <a:avLst/>
            </a:prstGeom>
            <a:solidFill>
              <a:srgbClr val="BECFDD"/>
            </a:solidFill>
            <a:ln>
              <a:noFill/>
            </a:ln>
          </p:spPr>
        </p:sp>
        <p:sp>
          <p:nvSpPr>
            <p:cNvPr id="11759" name="Heatmap cell r44 c40"/>
            <p:cNvSpPr/>
            <p:nvPr/>
          </p:nvSpPr>
          <p:spPr>
            <a:xfrm>
              <a:off x="740508" y="1177996"/>
              <a:ext cx="17140" cy="26609"/>
            </a:xfrm>
            <a:prstGeom prst="rect">
              <a:avLst/>
            </a:prstGeom>
            <a:solidFill>
              <a:srgbClr val="F8F8FA"/>
            </a:solidFill>
            <a:ln>
              <a:noFill/>
            </a:ln>
          </p:spPr>
        </p:sp>
        <p:sp>
          <p:nvSpPr>
            <p:cNvPr id="11760" name="Heatmap cell r44 c41"/>
            <p:cNvSpPr/>
            <p:nvPr/>
          </p:nvSpPr>
          <p:spPr>
            <a:xfrm>
              <a:off x="757553" y="1177996"/>
              <a:ext cx="19034" cy="26609"/>
            </a:xfrm>
            <a:prstGeom prst="rect">
              <a:avLst/>
            </a:prstGeom>
            <a:solidFill>
              <a:srgbClr val="F1F5F8"/>
            </a:solidFill>
            <a:ln>
              <a:noFill/>
            </a:ln>
          </p:spPr>
        </p:sp>
        <p:sp>
          <p:nvSpPr>
            <p:cNvPr id="11761" name="Heatmap cell r44 c42"/>
            <p:cNvSpPr/>
            <p:nvPr/>
          </p:nvSpPr>
          <p:spPr>
            <a:xfrm>
              <a:off x="776492" y="1177996"/>
              <a:ext cx="17140" cy="26609"/>
            </a:xfrm>
            <a:prstGeom prst="rect">
              <a:avLst/>
            </a:prstGeom>
            <a:solidFill>
              <a:srgbClr val="EFF3F7"/>
            </a:solidFill>
            <a:ln>
              <a:noFill/>
            </a:ln>
          </p:spPr>
        </p:sp>
        <p:sp>
          <p:nvSpPr>
            <p:cNvPr id="11762" name="Heatmap cell r44 c43"/>
            <p:cNvSpPr/>
            <p:nvPr/>
          </p:nvSpPr>
          <p:spPr>
            <a:xfrm>
              <a:off x="793537" y="1177996"/>
              <a:ext cx="19034" cy="26609"/>
            </a:xfrm>
            <a:prstGeom prst="rect">
              <a:avLst/>
            </a:prstGeom>
            <a:solidFill>
              <a:srgbClr val="D1DCE7"/>
            </a:solidFill>
            <a:ln>
              <a:noFill/>
            </a:ln>
          </p:spPr>
        </p:sp>
        <p:sp>
          <p:nvSpPr>
            <p:cNvPr id="11763" name="Heatmap cell r44 c45"/>
            <p:cNvSpPr/>
            <p:nvPr/>
          </p:nvSpPr>
          <p:spPr>
            <a:xfrm>
              <a:off x="829521" y="1177996"/>
              <a:ext cx="19034" cy="26609"/>
            </a:xfrm>
            <a:prstGeom prst="rect">
              <a:avLst/>
            </a:prstGeom>
            <a:solidFill>
              <a:srgbClr val="F5CFD2"/>
            </a:solidFill>
            <a:ln>
              <a:noFill/>
            </a:ln>
          </p:spPr>
        </p:sp>
        <p:sp>
          <p:nvSpPr>
            <p:cNvPr id="11764" name="Heatmap cell r44 c46"/>
            <p:cNvSpPr/>
            <p:nvPr/>
          </p:nvSpPr>
          <p:spPr>
            <a:xfrm>
              <a:off x="848460" y="1177996"/>
              <a:ext cx="17140" cy="26609"/>
            </a:xfrm>
            <a:prstGeom prst="rect">
              <a:avLst/>
            </a:prstGeom>
            <a:solidFill>
              <a:srgbClr val="F8E1E3"/>
            </a:solidFill>
            <a:ln>
              <a:noFill/>
            </a:ln>
          </p:spPr>
        </p:sp>
        <p:sp>
          <p:nvSpPr>
            <p:cNvPr id="11765" name="Heatmap cell r44 c47"/>
            <p:cNvSpPr/>
            <p:nvPr/>
          </p:nvSpPr>
          <p:spPr>
            <a:xfrm>
              <a:off x="865505" y="1177996"/>
              <a:ext cx="19034" cy="26609"/>
            </a:xfrm>
            <a:prstGeom prst="rect">
              <a:avLst/>
            </a:prstGeom>
            <a:solidFill>
              <a:srgbClr val="F1C1C5"/>
            </a:solidFill>
            <a:ln>
              <a:noFill/>
            </a:ln>
          </p:spPr>
        </p:sp>
        <p:sp>
          <p:nvSpPr>
            <p:cNvPr id="11766" name="Heatmap cell r44 c48"/>
            <p:cNvSpPr/>
            <p:nvPr/>
          </p:nvSpPr>
          <p:spPr>
            <a:xfrm>
              <a:off x="884444" y="1177996"/>
              <a:ext cx="19034" cy="26609"/>
            </a:xfrm>
            <a:prstGeom prst="rect">
              <a:avLst/>
            </a:prstGeom>
            <a:solidFill>
              <a:srgbClr val="F8DDDF"/>
            </a:solidFill>
            <a:ln>
              <a:noFill/>
            </a:ln>
          </p:spPr>
        </p:sp>
        <p:sp>
          <p:nvSpPr>
            <p:cNvPr id="11767" name="Heatmap cell r44 c49"/>
            <p:cNvSpPr/>
            <p:nvPr/>
          </p:nvSpPr>
          <p:spPr>
            <a:xfrm>
              <a:off x="903382" y="1177996"/>
              <a:ext cx="17140" cy="26609"/>
            </a:xfrm>
            <a:prstGeom prst="rect">
              <a:avLst/>
            </a:prstGeom>
            <a:solidFill>
              <a:srgbClr val="F1F5F8"/>
            </a:solidFill>
            <a:ln>
              <a:noFill/>
            </a:ln>
          </p:spPr>
        </p:sp>
        <p:sp>
          <p:nvSpPr>
            <p:cNvPr id="11768" name="Heatmap cell r44 c50"/>
            <p:cNvSpPr/>
            <p:nvPr/>
          </p:nvSpPr>
          <p:spPr>
            <a:xfrm>
              <a:off x="920427" y="1177996"/>
              <a:ext cx="19034" cy="26609"/>
            </a:xfrm>
            <a:prstGeom prst="rect">
              <a:avLst/>
            </a:prstGeom>
            <a:solidFill>
              <a:srgbClr val="FBF5F5"/>
            </a:solidFill>
            <a:ln>
              <a:noFill/>
            </a:ln>
          </p:spPr>
        </p:sp>
        <p:sp>
          <p:nvSpPr>
            <p:cNvPr id="11769" name="Heatmap cell r44 c51"/>
            <p:cNvSpPr/>
            <p:nvPr/>
          </p:nvSpPr>
          <p:spPr>
            <a:xfrm>
              <a:off x="939366" y="1177996"/>
              <a:ext cx="17140" cy="26609"/>
            </a:xfrm>
            <a:prstGeom prst="rect">
              <a:avLst/>
            </a:prstGeom>
            <a:solidFill>
              <a:srgbClr val="F0F5F8"/>
            </a:solidFill>
            <a:ln>
              <a:noFill/>
            </a:ln>
          </p:spPr>
        </p:sp>
        <p:sp>
          <p:nvSpPr>
            <p:cNvPr id="11770" name="Heatmap cell r44 c52"/>
            <p:cNvSpPr/>
            <p:nvPr/>
          </p:nvSpPr>
          <p:spPr>
            <a:xfrm>
              <a:off x="956411" y="1177996"/>
              <a:ext cx="19034" cy="26609"/>
            </a:xfrm>
            <a:prstGeom prst="rect">
              <a:avLst/>
            </a:prstGeom>
            <a:solidFill>
              <a:srgbClr val="F5F7F9"/>
            </a:solidFill>
            <a:ln>
              <a:noFill/>
            </a:ln>
          </p:spPr>
        </p:sp>
        <p:sp>
          <p:nvSpPr>
            <p:cNvPr id="11771" name="Heatmap cell r44 c53"/>
            <p:cNvSpPr/>
            <p:nvPr/>
          </p:nvSpPr>
          <p:spPr>
            <a:xfrm>
              <a:off x="975350" y="1177996"/>
              <a:ext cx="17140" cy="26609"/>
            </a:xfrm>
            <a:prstGeom prst="rect">
              <a:avLst/>
            </a:prstGeom>
            <a:solidFill>
              <a:srgbClr val="F6F8F9"/>
            </a:solidFill>
            <a:ln>
              <a:noFill/>
            </a:ln>
          </p:spPr>
        </p:sp>
        <p:sp>
          <p:nvSpPr>
            <p:cNvPr id="11772" name="Heatmap cell r44 c54"/>
            <p:cNvSpPr/>
            <p:nvPr/>
          </p:nvSpPr>
          <p:spPr>
            <a:xfrm>
              <a:off x="992395" y="1177996"/>
              <a:ext cx="19034" cy="26609"/>
            </a:xfrm>
            <a:prstGeom prst="rect">
              <a:avLst/>
            </a:prstGeom>
            <a:solidFill>
              <a:srgbClr val="DDE4EC"/>
            </a:solidFill>
            <a:ln>
              <a:noFill/>
            </a:ln>
          </p:spPr>
        </p:sp>
        <p:sp>
          <p:nvSpPr>
            <p:cNvPr id="11773" name="Heatmap cell r44 c56"/>
            <p:cNvSpPr/>
            <p:nvPr/>
          </p:nvSpPr>
          <p:spPr>
            <a:xfrm>
              <a:off x="1028379" y="1177996"/>
              <a:ext cx="19034" cy="26609"/>
            </a:xfrm>
            <a:prstGeom prst="rect">
              <a:avLst/>
            </a:prstGeom>
            <a:solidFill>
              <a:srgbClr val="91ACC7"/>
            </a:solidFill>
            <a:ln>
              <a:noFill/>
            </a:ln>
          </p:spPr>
        </p:sp>
        <p:sp>
          <p:nvSpPr>
            <p:cNvPr id="11774" name="Heatmap cell r44 c57"/>
            <p:cNvSpPr/>
            <p:nvPr/>
          </p:nvSpPr>
          <p:spPr>
            <a:xfrm>
              <a:off x="1047318" y="1177996"/>
              <a:ext cx="17140" cy="26609"/>
            </a:xfrm>
            <a:prstGeom prst="rect">
              <a:avLst/>
            </a:prstGeom>
            <a:solidFill>
              <a:srgbClr val="CAD6E3"/>
            </a:solidFill>
            <a:ln>
              <a:noFill/>
            </a:ln>
          </p:spPr>
        </p:sp>
        <p:sp>
          <p:nvSpPr>
            <p:cNvPr id="11775" name="Heatmap cell r44 c58"/>
            <p:cNvSpPr/>
            <p:nvPr/>
          </p:nvSpPr>
          <p:spPr>
            <a:xfrm>
              <a:off x="1064363" y="1177996"/>
              <a:ext cx="19034" cy="26609"/>
            </a:xfrm>
            <a:prstGeom prst="rect">
              <a:avLst/>
            </a:prstGeom>
            <a:solidFill>
              <a:srgbClr val="B5C5D7"/>
            </a:solidFill>
            <a:ln>
              <a:noFill/>
            </a:ln>
          </p:spPr>
        </p:sp>
        <p:sp>
          <p:nvSpPr>
            <p:cNvPr id="11776" name="Heatmap cell r44 c59"/>
            <p:cNvSpPr/>
            <p:nvPr/>
          </p:nvSpPr>
          <p:spPr>
            <a:xfrm>
              <a:off x="1083301" y="1177996"/>
              <a:ext cx="17140" cy="26609"/>
            </a:xfrm>
            <a:prstGeom prst="rect">
              <a:avLst/>
            </a:prstGeom>
            <a:solidFill>
              <a:srgbClr val="436F9C"/>
            </a:solidFill>
            <a:ln>
              <a:noFill/>
            </a:ln>
          </p:spPr>
        </p:sp>
        <p:sp>
          <p:nvSpPr>
            <p:cNvPr id="11777" name="Heatmap cell r44 c60"/>
            <p:cNvSpPr/>
            <p:nvPr/>
          </p:nvSpPr>
          <p:spPr>
            <a:xfrm>
              <a:off x="1100346" y="1177996"/>
              <a:ext cx="19034" cy="26609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11778" name="Heatmap cell r44 c61"/>
            <p:cNvSpPr/>
            <p:nvPr/>
          </p:nvSpPr>
          <p:spPr>
            <a:xfrm>
              <a:off x="1119285" y="1177996"/>
              <a:ext cx="19034" cy="26609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11779" name="Heatmap cell r44 c62"/>
            <p:cNvSpPr/>
            <p:nvPr/>
          </p:nvSpPr>
          <p:spPr>
            <a:xfrm>
              <a:off x="1138224" y="1177996"/>
              <a:ext cx="17140" cy="26609"/>
            </a:xfrm>
            <a:prstGeom prst="rect">
              <a:avLst/>
            </a:prstGeom>
            <a:solidFill>
              <a:srgbClr val="F6F8F9"/>
            </a:solidFill>
            <a:ln>
              <a:noFill/>
            </a:ln>
          </p:spPr>
        </p:sp>
        <p:sp>
          <p:nvSpPr>
            <p:cNvPr id="11780" name="Heatmap cell r44 c63"/>
            <p:cNvSpPr/>
            <p:nvPr/>
          </p:nvSpPr>
          <p:spPr>
            <a:xfrm>
              <a:off x="1155269" y="1177996"/>
              <a:ext cx="19034" cy="26609"/>
            </a:xfrm>
            <a:prstGeom prst="rect">
              <a:avLst/>
            </a:prstGeom>
            <a:solidFill>
              <a:srgbClr val="FBF0F1"/>
            </a:solidFill>
            <a:ln>
              <a:noFill/>
            </a:ln>
          </p:spPr>
        </p:sp>
        <p:sp>
          <p:nvSpPr>
            <p:cNvPr id="11781" name="Heatmap cell r44 c64"/>
            <p:cNvSpPr/>
            <p:nvPr/>
          </p:nvSpPr>
          <p:spPr>
            <a:xfrm>
              <a:off x="1174208" y="1177996"/>
              <a:ext cx="17140" cy="26609"/>
            </a:xfrm>
            <a:prstGeom prst="rect">
              <a:avLst/>
            </a:prstGeom>
            <a:solidFill>
              <a:srgbClr val="6F92B4"/>
            </a:solidFill>
            <a:ln>
              <a:noFill/>
            </a:ln>
          </p:spPr>
        </p:sp>
        <p:sp>
          <p:nvSpPr>
            <p:cNvPr id="11782" name="Heatmap cell r44 c65"/>
            <p:cNvSpPr/>
            <p:nvPr/>
          </p:nvSpPr>
          <p:spPr>
            <a:xfrm>
              <a:off x="1191253" y="1177996"/>
              <a:ext cx="19034" cy="26609"/>
            </a:xfrm>
            <a:prstGeom prst="rect">
              <a:avLst/>
            </a:prstGeom>
            <a:solidFill>
              <a:srgbClr val="A8BCD1"/>
            </a:solidFill>
            <a:ln>
              <a:noFill/>
            </a:ln>
          </p:spPr>
        </p:sp>
        <p:sp>
          <p:nvSpPr>
            <p:cNvPr id="11783" name="Heatmap cell r44 c66"/>
            <p:cNvSpPr/>
            <p:nvPr/>
          </p:nvSpPr>
          <p:spPr>
            <a:xfrm>
              <a:off x="1210192" y="1177996"/>
              <a:ext cx="17140" cy="26609"/>
            </a:xfrm>
            <a:prstGeom prst="rect">
              <a:avLst/>
            </a:prstGeom>
            <a:solidFill>
              <a:srgbClr val="FCF6F6"/>
            </a:solidFill>
            <a:ln>
              <a:noFill/>
            </a:ln>
          </p:spPr>
        </p:sp>
        <p:sp>
          <p:nvSpPr>
            <p:cNvPr id="11784" name="Heatmap cell r44 c67"/>
            <p:cNvSpPr/>
            <p:nvPr/>
          </p:nvSpPr>
          <p:spPr>
            <a:xfrm>
              <a:off x="1227236" y="1177996"/>
              <a:ext cx="19034" cy="26609"/>
            </a:xfrm>
            <a:prstGeom prst="rect">
              <a:avLst/>
            </a:prstGeom>
            <a:solidFill>
              <a:srgbClr val="A0B7CE"/>
            </a:solidFill>
            <a:ln>
              <a:noFill/>
            </a:ln>
          </p:spPr>
        </p:sp>
        <p:sp>
          <p:nvSpPr>
            <p:cNvPr id="11785" name="Heatmap cell r44 c68"/>
            <p:cNvSpPr/>
            <p:nvPr/>
          </p:nvSpPr>
          <p:spPr>
            <a:xfrm>
              <a:off x="1246175" y="1177996"/>
              <a:ext cx="17140" cy="26609"/>
            </a:xfrm>
            <a:prstGeom prst="rect">
              <a:avLst/>
            </a:prstGeom>
            <a:solidFill>
              <a:srgbClr val="AFC3D5"/>
            </a:solidFill>
            <a:ln>
              <a:noFill/>
            </a:ln>
          </p:spPr>
        </p:sp>
        <p:sp>
          <p:nvSpPr>
            <p:cNvPr id="11786" name="Heatmap cell r44 c69"/>
            <p:cNvSpPr/>
            <p:nvPr/>
          </p:nvSpPr>
          <p:spPr>
            <a:xfrm>
              <a:off x="1263220" y="1177996"/>
              <a:ext cx="19034" cy="26609"/>
            </a:xfrm>
            <a:prstGeom prst="rect">
              <a:avLst/>
            </a:prstGeom>
            <a:solidFill>
              <a:srgbClr val="C4D2DF"/>
            </a:solidFill>
            <a:ln>
              <a:noFill/>
            </a:ln>
          </p:spPr>
        </p:sp>
        <p:sp>
          <p:nvSpPr>
            <p:cNvPr id="11787" name="Heatmap cell r44 c70"/>
            <p:cNvSpPr/>
            <p:nvPr/>
          </p:nvSpPr>
          <p:spPr>
            <a:xfrm>
              <a:off x="1282159" y="1177996"/>
              <a:ext cx="17140" cy="26609"/>
            </a:xfrm>
            <a:prstGeom prst="rect">
              <a:avLst/>
            </a:prstGeom>
            <a:solidFill>
              <a:srgbClr val="96AFC7"/>
            </a:solidFill>
            <a:ln>
              <a:noFill/>
            </a:ln>
          </p:spPr>
        </p:sp>
        <p:sp>
          <p:nvSpPr>
            <p:cNvPr id="11788" name="Heatmap cell r44 c71"/>
            <p:cNvSpPr/>
            <p:nvPr/>
          </p:nvSpPr>
          <p:spPr>
            <a:xfrm>
              <a:off x="1299204" y="1177996"/>
              <a:ext cx="19034" cy="26609"/>
            </a:xfrm>
            <a:prstGeom prst="rect">
              <a:avLst/>
            </a:prstGeom>
            <a:solidFill>
              <a:srgbClr val="E7EBF1"/>
            </a:solidFill>
            <a:ln>
              <a:noFill/>
            </a:ln>
          </p:spPr>
        </p:sp>
        <p:sp>
          <p:nvSpPr>
            <p:cNvPr id="11789" name="Heatmap cell r44 c72"/>
            <p:cNvSpPr/>
            <p:nvPr/>
          </p:nvSpPr>
          <p:spPr>
            <a:xfrm>
              <a:off x="1318143" y="1177996"/>
              <a:ext cx="17140" cy="26609"/>
            </a:xfrm>
            <a:prstGeom prst="rect">
              <a:avLst/>
            </a:prstGeom>
            <a:solidFill>
              <a:srgbClr val="F8E6E8"/>
            </a:solidFill>
            <a:ln>
              <a:noFill/>
            </a:ln>
          </p:spPr>
        </p:sp>
        <p:sp>
          <p:nvSpPr>
            <p:cNvPr id="11790" name="Heatmap cell r44 c73"/>
            <p:cNvSpPr/>
            <p:nvPr/>
          </p:nvSpPr>
          <p:spPr>
            <a:xfrm>
              <a:off x="1335188" y="1177996"/>
              <a:ext cx="19034" cy="26609"/>
            </a:xfrm>
            <a:prstGeom prst="rect">
              <a:avLst/>
            </a:prstGeom>
            <a:solidFill>
              <a:srgbClr val="9DB5CC"/>
            </a:solidFill>
            <a:ln>
              <a:noFill/>
            </a:ln>
          </p:spPr>
        </p:sp>
        <p:sp>
          <p:nvSpPr>
            <p:cNvPr id="11791" name="Heatmap cell r44 c74"/>
            <p:cNvSpPr/>
            <p:nvPr/>
          </p:nvSpPr>
          <p:spPr>
            <a:xfrm>
              <a:off x="1354127" y="1177996"/>
              <a:ext cx="17140" cy="26609"/>
            </a:xfrm>
            <a:prstGeom prst="rect">
              <a:avLst/>
            </a:prstGeom>
            <a:solidFill>
              <a:srgbClr val="F5D0D3"/>
            </a:solidFill>
            <a:ln>
              <a:noFill/>
            </a:ln>
          </p:spPr>
        </p:sp>
        <p:sp>
          <p:nvSpPr>
            <p:cNvPr id="11792" name="Heatmap cell r44 c75"/>
            <p:cNvSpPr/>
            <p:nvPr/>
          </p:nvSpPr>
          <p:spPr>
            <a:xfrm>
              <a:off x="1371172" y="1177996"/>
              <a:ext cx="19034" cy="26609"/>
            </a:xfrm>
            <a:prstGeom prst="rect">
              <a:avLst/>
            </a:prstGeom>
            <a:solidFill>
              <a:srgbClr val="BACADB"/>
            </a:solidFill>
            <a:ln>
              <a:noFill/>
            </a:ln>
          </p:spPr>
        </p:sp>
        <p:sp>
          <p:nvSpPr>
            <p:cNvPr id="11793" name="Heatmap cell r44 c76"/>
            <p:cNvSpPr/>
            <p:nvPr/>
          </p:nvSpPr>
          <p:spPr>
            <a:xfrm>
              <a:off x="1390110" y="1177996"/>
              <a:ext cx="19034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11794" name="Heatmap cell r44 c77"/>
            <p:cNvSpPr/>
            <p:nvPr/>
          </p:nvSpPr>
          <p:spPr>
            <a:xfrm>
              <a:off x="1409049" y="1177996"/>
              <a:ext cx="17140" cy="26609"/>
            </a:xfrm>
            <a:prstGeom prst="rect">
              <a:avLst/>
            </a:prstGeom>
            <a:solidFill>
              <a:srgbClr val="F9E8E9"/>
            </a:solidFill>
            <a:ln>
              <a:noFill/>
            </a:ln>
          </p:spPr>
        </p:sp>
        <p:sp>
          <p:nvSpPr>
            <p:cNvPr id="11795" name="Heatmap cell r44 c78"/>
            <p:cNvSpPr/>
            <p:nvPr/>
          </p:nvSpPr>
          <p:spPr>
            <a:xfrm>
              <a:off x="1426094" y="1177996"/>
              <a:ext cx="19034" cy="26609"/>
            </a:xfrm>
            <a:prstGeom prst="rect">
              <a:avLst/>
            </a:prstGeom>
            <a:solidFill>
              <a:srgbClr val="C5D3E0"/>
            </a:solidFill>
            <a:ln>
              <a:noFill/>
            </a:ln>
          </p:spPr>
        </p:sp>
        <p:sp>
          <p:nvSpPr>
            <p:cNvPr id="11796" name="Heatmap cell r44 c79"/>
            <p:cNvSpPr/>
            <p:nvPr/>
          </p:nvSpPr>
          <p:spPr>
            <a:xfrm>
              <a:off x="1445033" y="1177996"/>
              <a:ext cx="17140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11797" name="Heatmap cell r44 c81"/>
            <p:cNvSpPr/>
            <p:nvPr/>
          </p:nvSpPr>
          <p:spPr>
            <a:xfrm>
              <a:off x="1481017" y="1177996"/>
              <a:ext cx="17140" cy="26609"/>
            </a:xfrm>
            <a:prstGeom prst="rect">
              <a:avLst/>
            </a:prstGeom>
            <a:solidFill>
              <a:srgbClr val="F8E4E7"/>
            </a:solidFill>
            <a:ln>
              <a:noFill/>
            </a:ln>
          </p:spPr>
        </p:sp>
        <p:sp>
          <p:nvSpPr>
            <p:cNvPr id="11798" name="Heatmap cell r44 c82"/>
            <p:cNvSpPr/>
            <p:nvPr/>
          </p:nvSpPr>
          <p:spPr>
            <a:xfrm>
              <a:off x="1498062" y="1177996"/>
              <a:ext cx="19034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11799" name="Heatmap cell r44 c83"/>
            <p:cNvSpPr/>
            <p:nvPr/>
          </p:nvSpPr>
          <p:spPr>
            <a:xfrm>
              <a:off x="1517001" y="1177996"/>
              <a:ext cx="17140" cy="26609"/>
            </a:xfrm>
            <a:prstGeom prst="rect">
              <a:avLst/>
            </a:prstGeom>
            <a:solidFill>
              <a:srgbClr val="5680A7"/>
            </a:solidFill>
            <a:ln>
              <a:noFill/>
            </a:ln>
          </p:spPr>
        </p:sp>
        <p:sp>
          <p:nvSpPr>
            <p:cNvPr id="11800" name="Heatmap cell r44 c84"/>
            <p:cNvSpPr/>
            <p:nvPr/>
          </p:nvSpPr>
          <p:spPr>
            <a:xfrm>
              <a:off x="1534046" y="1177996"/>
              <a:ext cx="19034" cy="26609"/>
            </a:xfrm>
            <a:prstGeom prst="rect">
              <a:avLst/>
            </a:prstGeom>
            <a:solidFill>
              <a:srgbClr val="F5F7F9"/>
            </a:solidFill>
            <a:ln>
              <a:noFill/>
            </a:ln>
          </p:spPr>
        </p:sp>
        <p:sp>
          <p:nvSpPr>
            <p:cNvPr id="11801" name="Heatmap cell r44 c85"/>
            <p:cNvSpPr/>
            <p:nvPr/>
          </p:nvSpPr>
          <p:spPr>
            <a:xfrm>
              <a:off x="1552984" y="1177996"/>
              <a:ext cx="17140" cy="26609"/>
            </a:xfrm>
            <a:prstGeom prst="rect">
              <a:avLst/>
            </a:prstGeom>
            <a:solidFill>
              <a:srgbClr val="FAECEC"/>
            </a:solidFill>
            <a:ln>
              <a:noFill/>
            </a:ln>
          </p:spPr>
        </p:sp>
        <p:sp>
          <p:nvSpPr>
            <p:cNvPr id="11802" name="Heatmap cell r44 c86"/>
            <p:cNvSpPr/>
            <p:nvPr/>
          </p:nvSpPr>
          <p:spPr>
            <a:xfrm>
              <a:off x="1570029" y="1177996"/>
              <a:ext cx="19034" cy="26609"/>
            </a:xfrm>
            <a:prstGeom prst="rect">
              <a:avLst/>
            </a:prstGeom>
            <a:solidFill>
              <a:srgbClr val="BDCEDD"/>
            </a:solidFill>
            <a:ln>
              <a:noFill/>
            </a:ln>
          </p:spPr>
        </p:sp>
        <p:sp>
          <p:nvSpPr>
            <p:cNvPr id="11803" name="Heatmap cell r44 c87"/>
            <p:cNvSpPr/>
            <p:nvPr/>
          </p:nvSpPr>
          <p:spPr>
            <a:xfrm>
              <a:off x="1588968" y="1177996"/>
              <a:ext cx="17140" cy="26609"/>
            </a:xfrm>
            <a:prstGeom prst="rect">
              <a:avLst/>
            </a:prstGeom>
            <a:solidFill>
              <a:srgbClr val="C7D4E1"/>
            </a:solidFill>
            <a:ln>
              <a:noFill/>
            </a:ln>
          </p:spPr>
        </p:sp>
        <p:sp>
          <p:nvSpPr>
            <p:cNvPr id="11804" name="Heatmap cell r44 c88"/>
            <p:cNvSpPr/>
            <p:nvPr/>
          </p:nvSpPr>
          <p:spPr>
            <a:xfrm>
              <a:off x="1606013" y="1177996"/>
              <a:ext cx="19034" cy="26609"/>
            </a:xfrm>
            <a:prstGeom prst="rect">
              <a:avLst/>
            </a:prstGeom>
            <a:solidFill>
              <a:srgbClr val="6689AE"/>
            </a:solidFill>
            <a:ln>
              <a:noFill/>
            </a:ln>
          </p:spPr>
        </p:sp>
        <p:sp>
          <p:nvSpPr>
            <p:cNvPr id="11805" name="Heatmap cell r44 c89"/>
            <p:cNvSpPr/>
            <p:nvPr/>
          </p:nvSpPr>
          <p:spPr>
            <a:xfrm>
              <a:off x="1624952" y="1177996"/>
              <a:ext cx="19034" cy="26609"/>
            </a:xfrm>
            <a:prstGeom prst="rect">
              <a:avLst/>
            </a:prstGeom>
            <a:solidFill>
              <a:srgbClr val="FAEEEF"/>
            </a:solidFill>
            <a:ln>
              <a:noFill/>
            </a:ln>
          </p:spPr>
        </p:sp>
        <p:sp>
          <p:nvSpPr>
            <p:cNvPr id="11806" name="Heatmap cell r44 c90"/>
            <p:cNvSpPr/>
            <p:nvPr/>
          </p:nvSpPr>
          <p:spPr>
            <a:xfrm>
              <a:off x="1643891" y="1177996"/>
              <a:ext cx="17140" cy="26609"/>
            </a:xfrm>
            <a:prstGeom prst="rect">
              <a:avLst/>
            </a:prstGeom>
            <a:solidFill>
              <a:srgbClr val="C3D1DF"/>
            </a:solidFill>
            <a:ln>
              <a:noFill/>
            </a:ln>
          </p:spPr>
        </p:sp>
        <p:sp>
          <p:nvSpPr>
            <p:cNvPr id="11807" name="Heatmap cell r44 c91"/>
            <p:cNvSpPr/>
            <p:nvPr/>
          </p:nvSpPr>
          <p:spPr>
            <a:xfrm>
              <a:off x="1660936" y="1177996"/>
              <a:ext cx="19034" cy="26609"/>
            </a:xfrm>
            <a:prstGeom prst="rect">
              <a:avLst/>
            </a:prstGeom>
            <a:solidFill>
              <a:srgbClr val="B9C9DB"/>
            </a:solidFill>
            <a:ln>
              <a:noFill/>
            </a:ln>
          </p:spPr>
        </p:sp>
        <p:sp>
          <p:nvSpPr>
            <p:cNvPr id="11808" name="Heatmap cell r44 c92"/>
            <p:cNvSpPr/>
            <p:nvPr/>
          </p:nvSpPr>
          <p:spPr>
            <a:xfrm>
              <a:off x="1679875" y="1177996"/>
              <a:ext cx="17140" cy="26609"/>
            </a:xfrm>
            <a:prstGeom prst="rect">
              <a:avLst/>
            </a:prstGeom>
            <a:solidFill>
              <a:srgbClr val="CFDBE6"/>
            </a:solidFill>
            <a:ln>
              <a:noFill/>
            </a:ln>
          </p:spPr>
        </p:sp>
        <p:sp>
          <p:nvSpPr>
            <p:cNvPr id="11809" name="Heatmap cell r44 c93"/>
            <p:cNvSpPr/>
            <p:nvPr/>
          </p:nvSpPr>
          <p:spPr>
            <a:xfrm>
              <a:off x="1696920" y="1177996"/>
              <a:ext cx="19034" cy="26609"/>
            </a:xfrm>
            <a:prstGeom prst="rect">
              <a:avLst/>
            </a:prstGeom>
            <a:solidFill>
              <a:srgbClr val="D5DFE9"/>
            </a:solidFill>
            <a:ln>
              <a:noFill/>
            </a:ln>
          </p:spPr>
        </p:sp>
        <p:sp>
          <p:nvSpPr>
            <p:cNvPr id="11810" name="Heatmap cell r44 c94"/>
            <p:cNvSpPr/>
            <p:nvPr/>
          </p:nvSpPr>
          <p:spPr>
            <a:xfrm>
              <a:off x="1715858" y="1177996"/>
              <a:ext cx="17140" cy="26609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</p:sp>
        <p:sp>
          <p:nvSpPr>
            <p:cNvPr id="11811" name="Heatmap cell r44 c95"/>
            <p:cNvSpPr/>
            <p:nvPr/>
          </p:nvSpPr>
          <p:spPr>
            <a:xfrm>
              <a:off x="1732903" y="1177996"/>
              <a:ext cx="19034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11812" name="Heatmap cell r44 c96"/>
            <p:cNvSpPr/>
            <p:nvPr/>
          </p:nvSpPr>
          <p:spPr>
            <a:xfrm>
              <a:off x="1751842" y="1177996"/>
              <a:ext cx="17140" cy="26609"/>
            </a:xfrm>
            <a:prstGeom prst="rect">
              <a:avLst/>
            </a:prstGeom>
            <a:solidFill>
              <a:srgbClr val="CED9E4"/>
            </a:solidFill>
            <a:ln>
              <a:noFill/>
            </a:ln>
          </p:spPr>
        </p:sp>
        <p:sp>
          <p:nvSpPr>
            <p:cNvPr id="11813" name="Heatmap cell r44 c97"/>
            <p:cNvSpPr/>
            <p:nvPr/>
          </p:nvSpPr>
          <p:spPr>
            <a:xfrm>
              <a:off x="1768887" y="1177996"/>
              <a:ext cx="19034" cy="26609"/>
            </a:xfrm>
            <a:prstGeom prst="rect">
              <a:avLst/>
            </a:prstGeom>
            <a:solidFill>
              <a:srgbClr val="A4BAD0"/>
            </a:solidFill>
            <a:ln>
              <a:noFill/>
            </a:ln>
          </p:spPr>
        </p:sp>
        <p:sp>
          <p:nvSpPr>
            <p:cNvPr id="11814" name="Heatmap cell r44 c98"/>
            <p:cNvSpPr/>
            <p:nvPr/>
          </p:nvSpPr>
          <p:spPr>
            <a:xfrm>
              <a:off x="1787826" y="1177996"/>
              <a:ext cx="17140" cy="26609"/>
            </a:xfrm>
            <a:prstGeom prst="rect">
              <a:avLst/>
            </a:prstGeom>
            <a:solidFill>
              <a:srgbClr val="CDD9E3"/>
            </a:solidFill>
            <a:ln>
              <a:noFill/>
            </a:ln>
          </p:spPr>
        </p:sp>
        <p:sp>
          <p:nvSpPr>
            <p:cNvPr id="11815" name="Heatmap cell r44 c99"/>
            <p:cNvSpPr/>
            <p:nvPr/>
          </p:nvSpPr>
          <p:spPr>
            <a:xfrm>
              <a:off x="1804871" y="1177996"/>
              <a:ext cx="19034" cy="26609"/>
            </a:xfrm>
            <a:prstGeom prst="rect">
              <a:avLst/>
            </a:prstGeom>
            <a:solidFill>
              <a:srgbClr val="184581"/>
            </a:solidFill>
            <a:ln>
              <a:noFill/>
            </a:ln>
          </p:spPr>
        </p:sp>
        <p:sp>
          <p:nvSpPr>
            <p:cNvPr id="11816" name="Heatmap cell r44 c100"/>
            <p:cNvSpPr/>
            <p:nvPr/>
          </p:nvSpPr>
          <p:spPr>
            <a:xfrm>
              <a:off x="1823810" y="1177996"/>
              <a:ext cx="17140" cy="26609"/>
            </a:xfrm>
            <a:prstGeom prst="rect">
              <a:avLst/>
            </a:prstGeom>
            <a:solidFill>
              <a:srgbClr val="CAD6E3"/>
            </a:solidFill>
            <a:ln>
              <a:noFill/>
            </a:ln>
          </p:spPr>
        </p:sp>
        <p:sp>
          <p:nvSpPr>
            <p:cNvPr id="11817" name="Heatmap cell r44 c102"/>
            <p:cNvSpPr/>
            <p:nvPr/>
          </p:nvSpPr>
          <p:spPr>
            <a:xfrm>
              <a:off x="1859794" y="1177996"/>
              <a:ext cx="19034" cy="26609"/>
            </a:xfrm>
            <a:prstGeom prst="rect">
              <a:avLst/>
            </a:prstGeom>
            <a:solidFill>
              <a:srgbClr val="799AB8"/>
            </a:solidFill>
            <a:ln>
              <a:noFill/>
            </a:ln>
          </p:spPr>
        </p:sp>
        <p:sp>
          <p:nvSpPr>
            <p:cNvPr id="11818" name="Heatmap cell r44 c103"/>
            <p:cNvSpPr/>
            <p:nvPr/>
          </p:nvSpPr>
          <p:spPr>
            <a:xfrm>
              <a:off x="1878732" y="1177996"/>
              <a:ext cx="17140" cy="26609"/>
            </a:xfrm>
            <a:prstGeom prst="rect">
              <a:avLst/>
            </a:prstGeom>
            <a:solidFill>
              <a:srgbClr val="B8C9DA"/>
            </a:solidFill>
            <a:ln>
              <a:noFill/>
            </a:ln>
          </p:spPr>
        </p:sp>
        <p:sp>
          <p:nvSpPr>
            <p:cNvPr id="11819" name="Heatmap cell r44 c104"/>
            <p:cNvSpPr/>
            <p:nvPr/>
          </p:nvSpPr>
          <p:spPr>
            <a:xfrm>
              <a:off x="1895777" y="1177996"/>
              <a:ext cx="19034" cy="26609"/>
            </a:xfrm>
            <a:prstGeom prst="rect">
              <a:avLst/>
            </a:prstGeom>
            <a:solidFill>
              <a:srgbClr val="C8D5E2"/>
            </a:solidFill>
            <a:ln>
              <a:noFill/>
            </a:ln>
          </p:spPr>
        </p:sp>
        <p:sp>
          <p:nvSpPr>
            <p:cNvPr id="11820" name="Heatmap cell r44 c105"/>
            <p:cNvSpPr/>
            <p:nvPr/>
          </p:nvSpPr>
          <p:spPr>
            <a:xfrm>
              <a:off x="1914716" y="1177996"/>
              <a:ext cx="17140" cy="26609"/>
            </a:xfrm>
            <a:prstGeom prst="rect">
              <a:avLst/>
            </a:prstGeom>
            <a:solidFill>
              <a:srgbClr val="FAEEEF"/>
            </a:solidFill>
            <a:ln>
              <a:noFill/>
            </a:ln>
          </p:spPr>
        </p:sp>
        <p:sp>
          <p:nvSpPr>
            <p:cNvPr id="11821" name="Heatmap cell r44 c106"/>
            <p:cNvSpPr/>
            <p:nvPr/>
          </p:nvSpPr>
          <p:spPr>
            <a:xfrm>
              <a:off x="1931761" y="1177996"/>
              <a:ext cx="19034" cy="26609"/>
            </a:xfrm>
            <a:prstGeom prst="rect">
              <a:avLst/>
            </a:prstGeom>
            <a:solidFill>
              <a:srgbClr val="F8F8FA"/>
            </a:solidFill>
            <a:ln>
              <a:noFill/>
            </a:ln>
          </p:spPr>
        </p:sp>
        <p:sp>
          <p:nvSpPr>
            <p:cNvPr id="11822" name="Heatmap cell r44 c107"/>
            <p:cNvSpPr/>
            <p:nvPr/>
          </p:nvSpPr>
          <p:spPr>
            <a:xfrm>
              <a:off x="1950700" y="1177996"/>
              <a:ext cx="17140" cy="26609"/>
            </a:xfrm>
            <a:prstGeom prst="rect">
              <a:avLst/>
            </a:prstGeom>
            <a:solidFill>
              <a:srgbClr val="CFDBE6"/>
            </a:solidFill>
            <a:ln>
              <a:noFill/>
            </a:ln>
          </p:spPr>
        </p:sp>
        <p:sp>
          <p:nvSpPr>
            <p:cNvPr id="11823" name="Heatmap cell r44 c108"/>
            <p:cNvSpPr/>
            <p:nvPr/>
          </p:nvSpPr>
          <p:spPr>
            <a:xfrm>
              <a:off x="1967745" y="1177996"/>
              <a:ext cx="19034" cy="26609"/>
            </a:xfrm>
            <a:prstGeom prst="rect">
              <a:avLst/>
            </a:prstGeom>
            <a:solidFill>
              <a:srgbClr val="BACADB"/>
            </a:solidFill>
            <a:ln>
              <a:noFill/>
            </a:ln>
          </p:spPr>
        </p:sp>
        <p:sp>
          <p:nvSpPr>
            <p:cNvPr id="11824" name="Heatmap cell r44 c109"/>
            <p:cNvSpPr/>
            <p:nvPr/>
          </p:nvSpPr>
          <p:spPr>
            <a:xfrm>
              <a:off x="1986684" y="1177996"/>
              <a:ext cx="17140" cy="26609"/>
            </a:xfrm>
            <a:prstGeom prst="rect">
              <a:avLst/>
            </a:prstGeom>
            <a:solidFill>
              <a:srgbClr val="D5DFE9"/>
            </a:solidFill>
            <a:ln>
              <a:noFill/>
            </a:ln>
          </p:spPr>
        </p:sp>
        <p:sp>
          <p:nvSpPr>
            <p:cNvPr id="11825" name="Heatmap cell r44 c110"/>
            <p:cNvSpPr/>
            <p:nvPr/>
          </p:nvSpPr>
          <p:spPr>
            <a:xfrm>
              <a:off x="2003729" y="1177996"/>
              <a:ext cx="19034" cy="26609"/>
            </a:xfrm>
            <a:prstGeom prst="rect">
              <a:avLst/>
            </a:prstGeom>
            <a:solidFill>
              <a:srgbClr val="C2D0DE"/>
            </a:solidFill>
            <a:ln>
              <a:noFill/>
            </a:ln>
          </p:spPr>
        </p:sp>
        <p:sp>
          <p:nvSpPr>
            <p:cNvPr id="11826" name="Heatmap cell r44 c111"/>
            <p:cNvSpPr/>
            <p:nvPr/>
          </p:nvSpPr>
          <p:spPr>
            <a:xfrm>
              <a:off x="2022668" y="1177996"/>
              <a:ext cx="17140" cy="26609"/>
            </a:xfrm>
            <a:prstGeom prst="rect">
              <a:avLst/>
            </a:prstGeom>
            <a:solidFill>
              <a:srgbClr val="D1DCE7"/>
            </a:solidFill>
            <a:ln>
              <a:noFill/>
            </a:ln>
          </p:spPr>
        </p:sp>
        <p:sp>
          <p:nvSpPr>
            <p:cNvPr id="11827" name="Heatmap cell r44 c112"/>
            <p:cNvSpPr/>
            <p:nvPr/>
          </p:nvSpPr>
          <p:spPr>
            <a:xfrm>
              <a:off x="2039712" y="1177996"/>
              <a:ext cx="19034" cy="26609"/>
            </a:xfrm>
            <a:prstGeom prst="rect">
              <a:avLst/>
            </a:prstGeom>
            <a:solidFill>
              <a:srgbClr val="FCF6F6"/>
            </a:solidFill>
            <a:ln>
              <a:noFill/>
            </a:ln>
          </p:spPr>
        </p:sp>
        <p:sp>
          <p:nvSpPr>
            <p:cNvPr id="11828" name="Heatmap cell r44 c113"/>
            <p:cNvSpPr/>
            <p:nvPr/>
          </p:nvSpPr>
          <p:spPr>
            <a:xfrm>
              <a:off x="2058651" y="1177996"/>
              <a:ext cx="17140" cy="26609"/>
            </a:xfrm>
            <a:prstGeom prst="rect">
              <a:avLst/>
            </a:prstGeom>
            <a:solidFill>
              <a:srgbClr val="97B0C8"/>
            </a:solidFill>
            <a:ln>
              <a:noFill/>
            </a:ln>
          </p:spPr>
        </p:sp>
        <p:sp>
          <p:nvSpPr>
            <p:cNvPr id="11829" name="Heatmap cell r44 c114"/>
            <p:cNvSpPr/>
            <p:nvPr/>
          </p:nvSpPr>
          <p:spPr>
            <a:xfrm>
              <a:off x="2075696" y="1177996"/>
              <a:ext cx="19034" cy="26609"/>
            </a:xfrm>
            <a:prstGeom prst="rect">
              <a:avLst/>
            </a:prstGeom>
            <a:solidFill>
              <a:srgbClr val="B4C5D6"/>
            </a:solidFill>
            <a:ln>
              <a:noFill/>
            </a:ln>
          </p:spPr>
        </p:sp>
        <p:sp>
          <p:nvSpPr>
            <p:cNvPr id="11830" name="Heatmap cell r44 c115"/>
            <p:cNvSpPr/>
            <p:nvPr/>
          </p:nvSpPr>
          <p:spPr>
            <a:xfrm>
              <a:off x="2094635" y="1177996"/>
              <a:ext cx="19034" cy="26609"/>
            </a:xfrm>
            <a:prstGeom prst="rect">
              <a:avLst/>
            </a:prstGeom>
            <a:solidFill>
              <a:srgbClr val="E6EBF1"/>
            </a:solidFill>
            <a:ln>
              <a:noFill/>
            </a:ln>
          </p:spPr>
        </p:sp>
        <p:sp>
          <p:nvSpPr>
            <p:cNvPr id="11831" name="Heatmap cell r44 c116"/>
            <p:cNvSpPr/>
            <p:nvPr/>
          </p:nvSpPr>
          <p:spPr>
            <a:xfrm>
              <a:off x="2113574" y="1177996"/>
              <a:ext cx="17140" cy="26609"/>
            </a:xfrm>
            <a:prstGeom prst="rect">
              <a:avLst/>
            </a:prstGeom>
            <a:solidFill>
              <a:srgbClr val="E9EEF4"/>
            </a:solidFill>
            <a:ln>
              <a:noFill/>
            </a:ln>
          </p:spPr>
        </p:sp>
        <p:sp>
          <p:nvSpPr>
            <p:cNvPr id="11832" name="Heatmap cell r44 c117"/>
            <p:cNvSpPr/>
            <p:nvPr/>
          </p:nvSpPr>
          <p:spPr>
            <a:xfrm>
              <a:off x="2130619" y="1177996"/>
              <a:ext cx="19034" cy="26609"/>
            </a:xfrm>
            <a:prstGeom prst="rect">
              <a:avLst/>
            </a:prstGeom>
            <a:solidFill>
              <a:srgbClr val="EBEFF5"/>
            </a:solidFill>
            <a:ln>
              <a:noFill/>
            </a:ln>
          </p:spPr>
        </p:sp>
        <p:sp>
          <p:nvSpPr>
            <p:cNvPr id="11833" name="Heatmap cell r44 c118"/>
            <p:cNvSpPr/>
            <p:nvPr/>
          </p:nvSpPr>
          <p:spPr>
            <a:xfrm>
              <a:off x="2149558" y="1177996"/>
              <a:ext cx="17140" cy="26609"/>
            </a:xfrm>
            <a:prstGeom prst="rect">
              <a:avLst/>
            </a:prstGeom>
            <a:solidFill>
              <a:srgbClr val="D5DFE9"/>
            </a:solidFill>
            <a:ln>
              <a:noFill/>
            </a:ln>
          </p:spPr>
        </p:sp>
        <p:sp>
          <p:nvSpPr>
            <p:cNvPr id="11834" name="Heatmap cell r44 c119"/>
            <p:cNvSpPr/>
            <p:nvPr/>
          </p:nvSpPr>
          <p:spPr>
            <a:xfrm>
              <a:off x="2166603" y="1177996"/>
              <a:ext cx="19034" cy="26609"/>
            </a:xfrm>
            <a:prstGeom prst="rect">
              <a:avLst/>
            </a:prstGeom>
            <a:solidFill>
              <a:srgbClr val="EBA3AA"/>
            </a:solidFill>
            <a:ln>
              <a:noFill/>
            </a:ln>
          </p:spPr>
        </p:sp>
        <p:sp>
          <p:nvSpPr>
            <p:cNvPr id="11835" name="Heatmap cell r44 c120"/>
            <p:cNvSpPr/>
            <p:nvPr/>
          </p:nvSpPr>
          <p:spPr>
            <a:xfrm>
              <a:off x="2185542" y="1177996"/>
              <a:ext cx="17140" cy="26609"/>
            </a:xfrm>
            <a:prstGeom prst="rect">
              <a:avLst/>
            </a:prstGeom>
            <a:solidFill>
              <a:srgbClr val="90ABC5"/>
            </a:solidFill>
            <a:ln>
              <a:noFill/>
            </a:ln>
          </p:spPr>
        </p:sp>
        <p:sp>
          <p:nvSpPr>
            <p:cNvPr id="11836" name="Heatmap cell r44 c121"/>
            <p:cNvSpPr/>
            <p:nvPr/>
          </p:nvSpPr>
          <p:spPr>
            <a:xfrm>
              <a:off x="2202586" y="1177996"/>
              <a:ext cx="19034" cy="26609"/>
            </a:xfrm>
            <a:prstGeom prst="rect">
              <a:avLst/>
            </a:prstGeom>
            <a:solidFill>
              <a:srgbClr val="EFB8BD"/>
            </a:solidFill>
            <a:ln>
              <a:noFill/>
            </a:ln>
          </p:spPr>
        </p:sp>
        <p:sp>
          <p:nvSpPr>
            <p:cNvPr id="11837" name="Heatmap cell r44 c122"/>
            <p:cNvSpPr/>
            <p:nvPr/>
          </p:nvSpPr>
          <p:spPr>
            <a:xfrm>
              <a:off x="2221525" y="1177996"/>
              <a:ext cx="17140" cy="26609"/>
            </a:xfrm>
            <a:prstGeom prst="rect">
              <a:avLst/>
            </a:prstGeom>
            <a:solidFill>
              <a:srgbClr val="A1B8CE"/>
            </a:solidFill>
            <a:ln>
              <a:noFill/>
            </a:ln>
          </p:spPr>
        </p:sp>
        <p:sp>
          <p:nvSpPr>
            <p:cNvPr id="11838" name="Heatmap cell r44 c123"/>
            <p:cNvSpPr/>
            <p:nvPr/>
          </p:nvSpPr>
          <p:spPr>
            <a:xfrm>
              <a:off x="2238570" y="1177996"/>
              <a:ext cx="19034" cy="26609"/>
            </a:xfrm>
            <a:prstGeom prst="rect">
              <a:avLst/>
            </a:prstGeom>
            <a:solidFill>
              <a:srgbClr val="A3B9CF"/>
            </a:solidFill>
            <a:ln>
              <a:noFill/>
            </a:ln>
          </p:spPr>
        </p:sp>
        <p:sp>
          <p:nvSpPr>
            <p:cNvPr id="11839" name="Heatmap cell r44 c124"/>
            <p:cNvSpPr/>
            <p:nvPr/>
          </p:nvSpPr>
          <p:spPr>
            <a:xfrm>
              <a:off x="2257509" y="1177996"/>
              <a:ext cx="17140" cy="26609"/>
            </a:xfrm>
            <a:prstGeom prst="rect">
              <a:avLst/>
            </a:prstGeom>
            <a:solidFill>
              <a:srgbClr val="B5C5D7"/>
            </a:solidFill>
            <a:ln>
              <a:noFill/>
            </a:ln>
          </p:spPr>
        </p:sp>
        <p:sp>
          <p:nvSpPr>
            <p:cNvPr id="11840" name="Heatmap cell r44 c125"/>
            <p:cNvSpPr/>
            <p:nvPr/>
          </p:nvSpPr>
          <p:spPr>
            <a:xfrm>
              <a:off x="2274554" y="1177996"/>
              <a:ext cx="19034" cy="26609"/>
            </a:xfrm>
            <a:prstGeom prst="rect">
              <a:avLst/>
            </a:prstGeom>
            <a:solidFill>
              <a:srgbClr val="F8E9EA"/>
            </a:solidFill>
            <a:ln>
              <a:noFill/>
            </a:ln>
          </p:spPr>
        </p:sp>
        <p:sp>
          <p:nvSpPr>
            <p:cNvPr id="11841" name="Heatmap cell r44 c126"/>
            <p:cNvSpPr/>
            <p:nvPr/>
          </p:nvSpPr>
          <p:spPr>
            <a:xfrm>
              <a:off x="2293493" y="1177996"/>
              <a:ext cx="17140" cy="26609"/>
            </a:xfrm>
            <a:prstGeom prst="rect">
              <a:avLst/>
            </a:prstGeom>
            <a:solidFill>
              <a:srgbClr val="EBF0F6"/>
            </a:solidFill>
            <a:ln>
              <a:noFill/>
            </a:ln>
          </p:spPr>
        </p:sp>
        <p:sp>
          <p:nvSpPr>
            <p:cNvPr id="11842" name="Heatmap cell r44 c127"/>
            <p:cNvSpPr/>
            <p:nvPr/>
          </p:nvSpPr>
          <p:spPr>
            <a:xfrm>
              <a:off x="2310538" y="1177996"/>
              <a:ext cx="19034" cy="26609"/>
            </a:xfrm>
            <a:prstGeom prst="rect">
              <a:avLst/>
            </a:prstGeom>
            <a:solidFill>
              <a:srgbClr val="BCCDDD"/>
            </a:solidFill>
            <a:ln>
              <a:noFill/>
            </a:ln>
          </p:spPr>
        </p:sp>
        <p:sp>
          <p:nvSpPr>
            <p:cNvPr id="11843" name="Heatmap cell r44 c129"/>
            <p:cNvSpPr/>
            <p:nvPr/>
          </p:nvSpPr>
          <p:spPr>
            <a:xfrm>
              <a:off x="2348416" y="1177996"/>
              <a:ext cx="17140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11844" name="Heatmap cell r44 c130"/>
            <p:cNvSpPr/>
            <p:nvPr/>
          </p:nvSpPr>
          <p:spPr>
            <a:xfrm>
              <a:off x="2365460" y="1177996"/>
              <a:ext cx="19034" cy="26609"/>
            </a:xfrm>
            <a:prstGeom prst="rect">
              <a:avLst/>
            </a:prstGeom>
            <a:solidFill>
              <a:srgbClr val="E9EDF3"/>
            </a:solidFill>
            <a:ln>
              <a:noFill/>
            </a:ln>
          </p:spPr>
        </p:sp>
        <p:sp>
          <p:nvSpPr>
            <p:cNvPr id="11845" name="Heatmap cell r44 c131"/>
            <p:cNvSpPr/>
            <p:nvPr/>
          </p:nvSpPr>
          <p:spPr>
            <a:xfrm>
              <a:off x="2384399" y="1177996"/>
              <a:ext cx="17140" cy="26609"/>
            </a:xfrm>
            <a:prstGeom prst="rect">
              <a:avLst/>
            </a:prstGeom>
            <a:solidFill>
              <a:srgbClr val="EDF1F7"/>
            </a:solidFill>
            <a:ln>
              <a:noFill/>
            </a:ln>
          </p:spPr>
        </p:sp>
        <p:sp>
          <p:nvSpPr>
            <p:cNvPr id="11846" name="Heatmap cell r44 c132"/>
            <p:cNvSpPr/>
            <p:nvPr/>
          </p:nvSpPr>
          <p:spPr>
            <a:xfrm>
              <a:off x="2401444" y="1177996"/>
              <a:ext cx="19034" cy="26609"/>
            </a:xfrm>
            <a:prstGeom prst="rect">
              <a:avLst/>
            </a:prstGeom>
            <a:solidFill>
              <a:srgbClr val="DAE2EB"/>
            </a:solidFill>
            <a:ln>
              <a:noFill/>
            </a:ln>
          </p:spPr>
        </p:sp>
        <p:sp>
          <p:nvSpPr>
            <p:cNvPr id="11847" name="Heatmap cell r44 c133"/>
            <p:cNvSpPr/>
            <p:nvPr/>
          </p:nvSpPr>
          <p:spPr>
            <a:xfrm>
              <a:off x="2420383" y="1177996"/>
              <a:ext cx="17140" cy="26609"/>
            </a:xfrm>
            <a:prstGeom prst="rect">
              <a:avLst/>
            </a:prstGeom>
            <a:solidFill>
              <a:srgbClr val="F5D0D3"/>
            </a:solidFill>
            <a:ln>
              <a:noFill/>
            </a:ln>
          </p:spPr>
        </p:sp>
        <p:sp>
          <p:nvSpPr>
            <p:cNvPr id="11848" name="Heatmap cell r44 c134"/>
            <p:cNvSpPr/>
            <p:nvPr/>
          </p:nvSpPr>
          <p:spPr>
            <a:xfrm>
              <a:off x="2437428" y="1177996"/>
              <a:ext cx="19034" cy="26609"/>
            </a:xfrm>
            <a:prstGeom prst="rect">
              <a:avLst/>
            </a:prstGeom>
            <a:solidFill>
              <a:srgbClr val="E8ECF3"/>
            </a:solidFill>
            <a:ln>
              <a:noFill/>
            </a:ln>
          </p:spPr>
        </p:sp>
        <p:sp>
          <p:nvSpPr>
            <p:cNvPr id="11849" name="Heatmap cell r44 c135"/>
            <p:cNvSpPr/>
            <p:nvPr/>
          </p:nvSpPr>
          <p:spPr>
            <a:xfrm>
              <a:off x="2456367" y="1177996"/>
              <a:ext cx="17140" cy="26609"/>
            </a:xfrm>
            <a:prstGeom prst="rect">
              <a:avLst/>
            </a:prstGeom>
            <a:solidFill>
              <a:srgbClr val="5E84AA"/>
            </a:solidFill>
            <a:ln>
              <a:noFill/>
            </a:ln>
          </p:spPr>
        </p:sp>
        <p:sp>
          <p:nvSpPr>
            <p:cNvPr id="11850" name="Heatmap cell r44 c136"/>
            <p:cNvSpPr/>
            <p:nvPr/>
          </p:nvSpPr>
          <p:spPr>
            <a:xfrm>
              <a:off x="2473412" y="1177996"/>
              <a:ext cx="19034" cy="26609"/>
            </a:xfrm>
            <a:prstGeom prst="rect">
              <a:avLst/>
            </a:prstGeom>
            <a:solidFill>
              <a:srgbClr val="DEE6EC"/>
            </a:solidFill>
            <a:ln>
              <a:noFill/>
            </a:ln>
          </p:spPr>
        </p:sp>
        <p:sp>
          <p:nvSpPr>
            <p:cNvPr id="11851" name="Heatmap cell r44 c137"/>
            <p:cNvSpPr/>
            <p:nvPr/>
          </p:nvSpPr>
          <p:spPr>
            <a:xfrm>
              <a:off x="2492351" y="1177996"/>
              <a:ext cx="17140" cy="26609"/>
            </a:xfrm>
            <a:prstGeom prst="rect">
              <a:avLst/>
            </a:prstGeom>
            <a:solidFill>
              <a:srgbClr val="14397A"/>
            </a:solidFill>
            <a:ln>
              <a:noFill/>
            </a:ln>
          </p:spPr>
        </p:sp>
        <p:sp>
          <p:nvSpPr>
            <p:cNvPr id="11852" name="Heatmap cell r44 c138"/>
            <p:cNvSpPr/>
            <p:nvPr/>
          </p:nvSpPr>
          <p:spPr>
            <a:xfrm>
              <a:off x="2509396" y="1177996"/>
              <a:ext cx="19034" cy="26609"/>
            </a:xfrm>
            <a:prstGeom prst="rect">
              <a:avLst/>
            </a:prstGeom>
            <a:solidFill>
              <a:srgbClr val="B8C8DA"/>
            </a:solidFill>
            <a:ln>
              <a:noFill/>
            </a:ln>
          </p:spPr>
        </p:sp>
        <p:sp>
          <p:nvSpPr>
            <p:cNvPr id="11853" name="Heatmap cell r44 c139"/>
            <p:cNvSpPr/>
            <p:nvPr/>
          </p:nvSpPr>
          <p:spPr>
            <a:xfrm>
              <a:off x="2528334" y="1177996"/>
              <a:ext cx="17140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11854" name="Heatmap cell r44 c140"/>
            <p:cNvSpPr/>
            <p:nvPr/>
          </p:nvSpPr>
          <p:spPr>
            <a:xfrm>
              <a:off x="2545379" y="1177996"/>
              <a:ext cx="19034" cy="26609"/>
            </a:xfrm>
            <a:prstGeom prst="rect">
              <a:avLst/>
            </a:prstGeom>
            <a:solidFill>
              <a:srgbClr val="E9EEF4"/>
            </a:solidFill>
            <a:ln>
              <a:noFill/>
            </a:ln>
          </p:spPr>
        </p:sp>
        <p:sp>
          <p:nvSpPr>
            <p:cNvPr id="11855" name="Heatmap cell r44 c141"/>
            <p:cNvSpPr/>
            <p:nvPr/>
          </p:nvSpPr>
          <p:spPr>
            <a:xfrm>
              <a:off x="2564318" y="1177996"/>
              <a:ext cx="19034" cy="26609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11856" name="Heatmap cell r44 c142"/>
            <p:cNvSpPr/>
            <p:nvPr/>
          </p:nvSpPr>
          <p:spPr>
            <a:xfrm>
              <a:off x="2583257" y="1177996"/>
              <a:ext cx="17140" cy="26609"/>
            </a:xfrm>
            <a:prstGeom prst="rect">
              <a:avLst/>
            </a:prstGeom>
            <a:solidFill>
              <a:srgbClr val="C7D4E1"/>
            </a:solidFill>
            <a:ln>
              <a:noFill/>
            </a:ln>
          </p:spPr>
        </p:sp>
        <p:sp>
          <p:nvSpPr>
            <p:cNvPr id="11857" name="Heatmap cell r44 c143"/>
            <p:cNvSpPr/>
            <p:nvPr/>
          </p:nvSpPr>
          <p:spPr>
            <a:xfrm>
              <a:off x="2600302" y="1177996"/>
              <a:ext cx="19034" cy="26609"/>
            </a:xfrm>
            <a:prstGeom prst="rect">
              <a:avLst/>
            </a:prstGeom>
            <a:solidFill>
              <a:srgbClr val="E6EBF1"/>
            </a:solidFill>
            <a:ln>
              <a:noFill/>
            </a:ln>
          </p:spPr>
        </p:sp>
        <p:sp>
          <p:nvSpPr>
            <p:cNvPr id="11858" name="Heatmap cell r44 c144"/>
            <p:cNvSpPr/>
            <p:nvPr/>
          </p:nvSpPr>
          <p:spPr>
            <a:xfrm>
              <a:off x="2619241" y="1177996"/>
              <a:ext cx="17140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11859" name="Heatmap cell r44 c145"/>
            <p:cNvSpPr/>
            <p:nvPr/>
          </p:nvSpPr>
          <p:spPr>
            <a:xfrm>
              <a:off x="2636286" y="1177996"/>
              <a:ext cx="19034" cy="26609"/>
            </a:xfrm>
            <a:prstGeom prst="rect">
              <a:avLst/>
            </a:prstGeom>
            <a:solidFill>
              <a:srgbClr val="CFDBE6"/>
            </a:solidFill>
            <a:ln>
              <a:noFill/>
            </a:ln>
          </p:spPr>
        </p:sp>
        <p:sp>
          <p:nvSpPr>
            <p:cNvPr id="11860" name="Heatmap cell r44 c146"/>
            <p:cNvSpPr/>
            <p:nvPr/>
          </p:nvSpPr>
          <p:spPr>
            <a:xfrm>
              <a:off x="2655225" y="1177996"/>
              <a:ext cx="17140" cy="26609"/>
            </a:xfrm>
            <a:prstGeom prst="rect">
              <a:avLst/>
            </a:prstGeom>
            <a:solidFill>
              <a:srgbClr val="F8E9EA"/>
            </a:solidFill>
            <a:ln>
              <a:noFill/>
            </a:ln>
          </p:spPr>
        </p:sp>
        <p:sp>
          <p:nvSpPr>
            <p:cNvPr id="11861" name="Heatmap cell r44 c147"/>
            <p:cNvSpPr/>
            <p:nvPr/>
          </p:nvSpPr>
          <p:spPr>
            <a:xfrm>
              <a:off x="2672270" y="1177996"/>
              <a:ext cx="19034" cy="26609"/>
            </a:xfrm>
            <a:prstGeom prst="rect">
              <a:avLst/>
            </a:prstGeom>
            <a:solidFill>
              <a:srgbClr val="F8E9EA"/>
            </a:solidFill>
            <a:ln>
              <a:noFill/>
            </a:ln>
          </p:spPr>
        </p:sp>
        <p:sp>
          <p:nvSpPr>
            <p:cNvPr id="11862" name="Heatmap cell r44 c148"/>
            <p:cNvSpPr/>
            <p:nvPr/>
          </p:nvSpPr>
          <p:spPr>
            <a:xfrm>
              <a:off x="2691208" y="1177996"/>
              <a:ext cx="17140" cy="26609"/>
            </a:xfrm>
            <a:prstGeom prst="rect">
              <a:avLst/>
            </a:prstGeom>
            <a:solidFill>
              <a:srgbClr val="ABBED2"/>
            </a:solidFill>
            <a:ln>
              <a:noFill/>
            </a:ln>
          </p:spPr>
        </p:sp>
        <p:sp>
          <p:nvSpPr>
            <p:cNvPr id="11863" name="Heatmap cell r44 c149"/>
            <p:cNvSpPr/>
            <p:nvPr/>
          </p:nvSpPr>
          <p:spPr>
            <a:xfrm>
              <a:off x="2708253" y="1177996"/>
              <a:ext cx="19034" cy="26609"/>
            </a:xfrm>
            <a:prstGeom prst="rect">
              <a:avLst/>
            </a:prstGeom>
            <a:solidFill>
              <a:srgbClr val="799AB8"/>
            </a:solidFill>
            <a:ln>
              <a:noFill/>
            </a:ln>
          </p:spPr>
        </p:sp>
        <p:sp>
          <p:nvSpPr>
            <p:cNvPr id="11864" name="Heatmap cell r44 c150"/>
            <p:cNvSpPr/>
            <p:nvPr/>
          </p:nvSpPr>
          <p:spPr>
            <a:xfrm>
              <a:off x="2727192" y="1177996"/>
              <a:ext cx="17140" cy="26609"/>
            </a:xfrm>
            <a:prstGeom prst="rect">
              <a:avLst/>
            </a:prstGeom>
            <a:solidFill>
              <a:srgbClr val="E78993"/>
            </a:solidFill>
            <a:ln>
              <a:noFill/>
            </a:ln>
          </p:spPr>
        </p:sp>
        <p:sp>
          <p:nvSpPr>
            <p:cNvPr id="11865" name="Heatmap cell r44 c151"/>
            <p:cNvSpPr/>
            <p:nvPr/>
          </p:nvSpPr>
          <p:spPr>
            <a:xfrm>
              <a:off x="2744237" y="1177996"/>
              <a:ext cx="19034" cy="26609"/>
            </a:xfrm>
            <a:prstGeom prst="rect">
              <a:avLst/>
            </a:prstGeom>
            <a:solidFill>
              <a:srgbClr val="D0DBE6"/>
            </a:solidFill>
            <a:ln>
              <a:noFill/>
            </a:ln>
          </p:spPr>
        </p:sp>
        <p:sp>
          <p:nvSpPr>
            <p:cNvPr id="11866" name="Heatmap cell r44 c152"/>
            <p:cNvSpPr/>
            <p:nvPr/>
          </p:nvSpPr>
          <p:spPr>
            <a:xfrm>
              <a:off x="2763176" y="1177996"/>
              <a:ext cx="17140" cy="26609"/>
            </a:xfrm>
            <a:prstGeom prst="rect">
              <a:avLst/>
            </a:prstGeom>
            <a:solidFill>
              <a:srgbClr val="BECFDD"/>
            </a:solidFill>
            <a:ln>
              <a:noFill/>
            </a:ln>
          </p:spPr>
        </p:sp>
        <p:sp>
          <p:nvSpPr>
            <p:cNvPr id="11867" name="Heatmap cell r44 c153"/>
            <p:cNvSpPr/>
            <p:nvPr/>
          </p:nvSpPr>
          <p:spPr>
            <a:xfrm>
              <a:off x="2780221" y="1177996"/>
              <a:ext cx="19034" cy="26609"/>
            </a:xfrm>
            <a:prstGeom prst="rect">
              <a:avLst/>
            </a:prstGeom>
            <a:solidFill>
              <a:srgbClr val="F6D6DA"/>
            </a:solidFill>
            <a:ln>
              <a:noFill/>
            </a:ln>
          </p:spPr>
        </p:sp>
        <p:sp>
          <p:nvSpPr>
            <p:cNvPr id="11868" name="Heatmap cell r44 c154"/>
            <p:cNvSpPr/>
            <p:nvPr/>
          </p:nvSpPr>
          <p:spPr>
            <a:xfrm>
              <a:off x="2799160" y="1177996"/>
              <a:ext cx="17140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11869" name="Heatmap cell r44 c155"/>
            <p:cNvSpPr/>
            <p:nvPr/>
          </p:nvSpPr>
          <p:spPr>
            <a:xfrm>
              <a:off x="2816205" y="1177996"/>
              <a:ext cx="19034" cy="26609"/>
            </a:xfrm>
            <a:prstGeom prst="rect">
              <a:avLst/>
            </a:prstGeom>
            <a:solidFill>
              <a:srgbClr val="F0BDC2"/>
            </a:solidFill>
            <a:ln>
              <a:noFill/>
            </a:ln>
          </p:spPr>
        </p:sp>
        <p:sp>
          <p:nvSpPr>
            <p:cNvPr id="11870" name="Heatmap cell r44 c156"/>
            <p:cNvSpPr/>
            <p:nvPr/>
          </p:nvSpPr>
          <p:spPr>
            <a:xfrm>
              <a:off x="2835144" y="1177996"/>
              <a:ext cx="19034" cy="26609"/>
            </a:xfrm>
            <a:prstGeom prst="rect">
              <a:avLst/>
            </a:prstGeom>
            <a:solidFill>
              <a:srgbClr val="EFB7BB"/>
            </a:solidFill>
            <a:ln>
              <a:noFill/>
            </a:ln>
          </p:spPr>
        </p:sp>
        <p:sp>
          <p:nvSpPr>
            <p:cNvPr id="11871" name="Heatmap cell r44 c157"/>
            <p:cNvSpPr/>
            <p:nvPr/>
          </p:nvSpPr>
          <p:spPr>
            <a:xfrm>
              <a:off x="2854082" y="1177996"/>
              <a:ext cx="17140" cy="26609"/>
            </a:xfrm>
            <a:prstGeom prst="rect">
              <a:avLst/>
            </a:prstGeom>
            <a:solidFill>
              <a:srgbClr val="AFC4D5"/>
            </a:solidFill>
            <a:ln>
              <a:noFill/>
            </a:ln>
          </p:spPr>
        </p:sp>
        <p:sp>
          <p:nvSpPr>
            <p:cNvPr id="11872" name="Heatmap cell r44 c158"/>
            <p:cNvSpPr/>
            <p:nvPr/>
          </p:nvSpPr>
          <p:spPr>
            <a:xfrm>
              <a:off x="2871127" y="1177996"/>
              <a:ext cx="19034" cy="26609"/>
            </a:xfrm>
            <a:prstGeom prst="rect">
              <a:avLst/>
            </a:prstGeom>
            <a:solidFill>
              <a:srgbClr val="D5DFE9"/>
            </a:solidFill>
            <a:ln>
              <a:noFill/>
            </a:ln>
          </p:spPr>
        </p:sp>
        <p:sp>
          <p:nvSpPr>
            <p:cNvPr id="11873" name="Heatmap cell r44 c159"/>
            <p:cNvSpPr/>
            <p:nvPr/>
          </p:nvSpPr>
          <p:spPr>
            <a:xfrm>
              <a:off x="2890066" y="1177996"/>
              <a:ext cx="17140" cy="26609"/>
            </a:xfrm>
            <a:prstGeom prst="rect">
              <a:avLst/>
            </a:prstGeom>
            <a:solidFill>
              <a:srgbClr val="BBCCDC"/>
            </a:solidFill>
            <a:ln>
              <a:noFill/>
            </a:ln>
          </p:spPr>
        </p:sp>
        <p:sp>
          <p:nvSpPr>
            <p:cNvPr id="11874" name="Heatmap cell r44 c160"/>
            <p:cNvSpPr/>
            <p:nvPr/>
          </p:nvSpPr>
          <p:spPr>
            <a:xfrm>
              <a:off x="2907111" y="1177996"/>
              <a:ext cx="19034" cy="26609"/>
            </a:xfrm>
            <a:prstGeom prst="rect">
              <a:avLst/>
            </a:prstGeom>
            <a:solidFill>
              <a:srgbClr val="EFB6BA"/>
            </a:solidFill>
            <a:ln>
              <a:noFill/>
            </a:ln>
          </p:spPr>
        </p:sp>
        <p:sp>
          <p:nvSpPr>
            <p:cNvPr id="11875" name="Heatmap cell r44 c161"/>
            <p:cNvSpPr/>
            <p:nvPr/>
          </p:nvSpPr>
          <p:spPr>
            <a:xfrm>
              <a:off x="2926050" y="1177996"/>
              <a:ext cx="17140" cy="26609"/>
            </a:xfrm>
            <a:prstGeom prst="rect">
              <a:avLst/>
            </a:prstGeom>
            <a:solidFill>
              <a:srgbClr val="F8E6E8"/>
            </a:solidFill>
            <a:ln>
              <a:noFill/>
            </a:ln>
          </p:spPr>
        </p:sp>
        <p:sp>
          <p:nvSpPr>
            <p:cNvPr id="11876" name="Heatmap cell r44 c162"/>
            <p:cNvSpPr/>
            <p:nvPr/>
          </p:nvSpPr>
          <p:spPr>
            <a:xfrm>
              <a:off x="2943095" y="1177996"/>
              <a:ext cx="19034" cy="26609"/>
            </a:xfrm>
            <a:prstGeom prst="rect">
              <a:avLst/>
            </a:prstGeom>
            <a:solidFill>
              <a:srgbClr val="FAEBED"/>
            </a:solidFill>
            <a:ln>
              <a:noFill/>
            </a:ln>
          </p:spPr>
        </p:sp>
        <p:sp>
          <p:nvSpPr>
            <p:cNvPr id="11877" name="Heatmap cell r44 c163"/>
            <p:cNvSpPr/>
            <p:nvPr/>
          </p:nvSpPr>
          <p:spPr>
            <a:xfrm>
              <a:off x="2962034" y="1177996"/>
              <a:ext cx="17140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11878" name="Heatmap cell r44 c164"/>
            <p:cNvSpPr/>
            <p:nvPr/>
          </p:nvSpPr>
          <p:spPr>
            <a:xfrm>
              <a:off x="2979079" y="1177996"/>
              <a:ext cx="19034" cy="26609"/>
            </a:xfrm>
            <a:prstGeom prst="rect">
              <a:avLst/>
            </a:prstGeom>
            <a:solidFill>
              <a:srgbClr val="FAEBED"/>
            </a:solidFill>
            <a:ln>
              <a:noFill/>
            </a:ln>
          </p:spPr>
        </p:sp>
        <p:sp>
          <p:nvSpPr>
            <p:cNvPr id="11879" name="Heatmap cell r44 c165"/>
            <p:cNvSpPr/>
            <p:nvPr/>
          </p:nvSpPr>
          <p:spPr>
            <a:xfrm>
              <a:off x="2998018" y="1177996"/>
              <a:ext cx="17140" cy="26609"/>
            </a:xfrm>
            <a:prstGeom prst="rect">
              <a:avLst/>
            </a:prstGeom>
            <a:solidFill>
              <a:srgbClr val="FDF9FA"/>
            </a:solidFill>
            <a:ln>
              <a:noFill/>
            </a:ln>
          </p:spPr>
        </p:sp>
        <p:sp>
          <p:nvSpPr>
            <p:cNvPr id="11880" name="Heatmap cell r44 c166"/>
            <p:cNvSpPr/>
            <p:nvPr/>
          </p:nvSpPr>
          <p:spPr>
            <a:xfrm>
              <a:off x="3015062" y="1177996"/>
              <a:ext cx="19034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11881" name="Heatmap cell r44 c167"/>
            <p:cNvSpPr/>
            <p:nvPr/>
          </p:nvSpPr>
          <p:spPr>
            <a:xfrm>
              <a:off x="3034001" y="1177996"/>
              <a:ext cx="17140" cy="26609"/>
            </a:xfrm>
            <a:prstGeom prst="rect">
              <a:avLst/>
            </a:prstGeom>
            <a:solidFill>
              <a:srgbClr val="F8E4E7"/>
            </a:solidFill>
            <a:ln>
              <a:noFill/>
            </a:ln>
          </p:spPr>
        </p:sp>
        <p:sp>
          <p:nvSpPr>
            <p:cNvPr id="11882" name="Heatmap cell r44 c168"/>
            <p:cNvSpPr/>
            <p:nvPr/>
          </p:nvSpPr>
          <p:spPr>
            <a:xfrm>
              <a:off x="3051046" y="1177996"/>
              <a:ext cx="19034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11883" name="Heatmap cell r44 c169"/>
            <p:cNvSpPr/>
            <p:nvPr/>
          </p:nvSpPr>
          <p:spPr>
            <a:xfrm>
              <a:off x="3069985" y="1177996"/>
              <a:ext cx="19034" cy="26609"/>
            </a:xfrm>
            <a:prstGeom prst="rect">
              <a:avLst/>
            </a:prstGeom>
            <a:solidFill>
              <a:srgbClr val="F8E4E7"/>
            </a:solidFill>
            <a:ln>
              <a:noFill/>
            </a:ln>
          </p:spPr>
        </p:sp>
        <p:sp>
          <p:nvSpPr>
            <p:cNvPr id="11884" name="Heatmap cell r44 c170"/>
            <p:cNvSpPr/>
            <p:nvPr/>
          </p:nvSpPr>
          <p:spPr>
            <a:xfrm>
              <a:off x="3088924" y="1177996"/>
              <a:ext cx="17140" cy="26609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11885" name="Heatmap cell r44 c171"/>
            <p:cNvSpPr/>
            <p:nvPr/>
          </p:nvSpPr>
          <p:spPr>
            <a:xfrm>
              <a:off x="3105969" y="1177996"/>
              <a:ext cx="19034" cy="26609"/>
            </a:xfrm>
            <a:prstGeom prst="rect">
              <a:avLst/>
            </a:prstGeom>
            <a:solidFill>
              <a:srgbClr val="F1C1C5"/>
            </a:solidFill>
            <a:ln>
              <a:noFill/>
            </a:ln>
          </p:spPr>
        </p:sp>
        <p:sp>
          <p:nvSpPr>
            <p:cNvPr id="11886" name="Heatmap cell r44 c172"/>
            <p:cNvSpPr/>
            <p:nvPr/>
          </p:nvSpPr>
          <p:spPr>
            <a:xfrm>
              <a:off x="3124908" y="1177996"/>
              <a:ext cx="17140" cy="26609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11887" name="Heatmap cell r44 c173"/>
            <p:cNvSpPr/>
            <p:nvPr/>
          </p:nvSpPr>
          <p:spPr>
            <a:xfrm>
              <a:off x="3141953" y="1177996"/>
              <a:ext cx="19034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11888" name="Heatmap cell r44 c174"/>
            <p:cNvSpPr/>
            <p:nvPr/>
          </p:nvSpPr>
          <p:spPr>
            <a:xfrm>
              <a:off x="3160892" y="1177996"/>
              <a:ext cx="17140" cy="26609"/>
            </a:xfrm>
            <a:prstGeom prst="rect">
              <a:avLst/>
            </a:prstGeom>
            <a:solidFill>
              <a:srgbClr val="F2C8CD"/>
            </a:solidFill>
            <a:ln>
              <a:noFill/>
            </a:ln>
          </p:spPr>
        </p:sp>
        <p:sp>
          <p:nvSpPr>
            <p:cNvPr id="11889" name="Heatmap cell r44 c175"/>
            <p:cNvSpPr/>
            <p:nvPr/>
          </p:nvSpPr>
          <p:spPr>
            <a:xfrm>
              <a:off x="3177936" y="1177996"/>
              <a:ext cx="19034" cy="26609"/>
            </a:xfrm>
            <a:prstGeom prst="rect">
              <a:avLst/>
            </a:prstGeom>
            <a:solidFill>
              <a:srgbClr val="F9E7E8"/>
            </a:solidFill>
            <a:ln>
              <a:noFill/>
            </a:ln>
          </p:spPr>
        </p:sp>
        <p:sp>
          <p:nvSpPr>
            <p:cNvPr id="11890" name="Heatmap cell r44 c176"/>
            <p:cNvSpPr/>
            <p:nvPr/>
          </p:nvSpPr>
          <p:spPr>
            <a:xfrm>
              <a:off x="3196875" y="1177996"/>
              <a:ext cx="17140" cy="26609"/>
            </a:xfrm>
            <a:prstGeom prst="rect">
              <a:avLst/>
            </a:prstGeom>
            <a:solidFill>
              <a:srgbClr val="EA9AA1"/>
            </a:solidFill>
            <a:ln>
              <a:noFill/>
            </a:ln>
          </p:spPr>
        </p:sp>
        <p:sp>
          <p:nvSpPr>
            <p:cNvPr id="11891" name="Heatmap cell r44 c177"/>
            <p:cNvSpPr/>
            <p:nvPr/>
          </p:nvSpPr>
          <p:spPr>
            <a:xfrm>
              <a:off x="3213920" y="1177996"/>
              <a:ext cx="19034" cy="26609"/>
            </a:xfrm>
            <a:prstGeom prst="rect">
              <a:avLst/>
            </a:prstGeom>
            <a:solidFill>
              <a:srgbClr val="EB9EA4"/>
            </a:solidFill>
            <a:ln>
              <a:noFill/>
            </a:ln>
          </p:spPr>
        </p:sp>
        <p:sp>
          <p:nvSpPr>
            <p:cNvPr id="11892" name="Heatmap cell r44 c178"/>
            <p:cNvSpPr/>
            <p:nvPr/>
          </p:nvSpPr>
          <p:spPr>
            <a:xfrm>
              <a:off x="3232859" y="1177996"/>
              <a:ext cx="17140" cy="26609"/>
            </a:xfrm>
            <a:prstGeom prst="rect">
              <a:avLst/>
            </a:prstGeom>
            <a:solidFill>
              <a:srgbClr val="FBF0F1"/>
            </a:solidFill>
            <a:ln>
              <a:noFill/>
            </a:ln>
          </p:spPr>
        </p:sp>
        <p:sp>
          <p:nvSpPr>
            <p:cNvPr id="11893" name="Heatmap cell r44 c179"/>
            <p:cNvSpPr/>
            <p:nvPr/>
          </p:nvSpPr>
          <p:spPr>
            <a:xfrm>
              <a:off x="3249904" y="1177996"/>
              <a:ext cx="19034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11894" name="Heatmap cell r44 c180"/>
            <p:cNvSpPr/>
            <p:nvPr/>
          </p:nvSpPr>
          <p:spPr>
            <a:xfrm>
              <a:off x="3268843" y="1177996"/>
              <a:ext cx="17140" cy="26609"/>
            </a:xfrm>
            <a:prstGeom prst="rect">
              <a:avLst/>
            </a:prstGeom>
            <a:solidFill>
              <a:srgbClr val="F3C5CA"/>
            </a:solidFill>
            <a:ln>
              <a:noFill/>
            </a:ln>
          </p:spPr>
        </p:sp>
        <p:sp>
          <p:nvSpPr>
            <p:cNvPr id="11895" name="Heatmap cell r44 c181"/>
            <p:cNvSpPr/>
            <p:nvPr/>
          </p:nvSpPr>
          <p:spPr>
            <a:xfrm>
              <a:off x="3285888" y="1177996"/>
              <a:ext cx="19034" cy="26609"/>
            </a:xfrm>
            <a:prstGeom prst="rect">
              <a:avLst/>
            </a:prstGeom>
            <a:solidFill>
              <a:srgbClr val="F3C5C8"/>
            </a:solidFill>
            <a:ln>
              <a:noFill/>
            </a:ln>
          </p:spPr>
        </p:sp>
        <p:sp>
          <p:nvSpPr>
            <p:cNvPr id="11896" name="Heatmap cell r44 c183"/>
            <p:cNvSpPr/>
            <p:nvPr/>
          </p:nvSpPr>
          <p:spPr>
            <a:xfrm>
              <a:off x="3323765" y="1177996"/>
              <a:ext cx="17140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11897" name="Heatmap cell r44 c184"/>
            <p:cNvSpPr/>
            <p:nvPr/>
          </p:nvSpPr>
          <p:spPr>
            <a:xfrm>
              <a:off x="3340810" y="1177996"/>
              <a:ext cx="19034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11898" name="Heatmap cell r44 c185"/>
            <p:cNvSpPr/>
            <p:nvPr/>
          </p:nvSpPr>
          <p:spPr>
            <a:xfrm>
              <a:off x="3359749" y="1177996"/>
              <a:ext cx="17140" cy="26609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11899" name="Heatmap cell r44 c186"/>
            <p:cNvSpPr/>
            <p:nvPr/>
          </p:nvSpPr>
          <p:spPr>
            <a:xfrm>
              <a:off x="3376794" y="1177996"/>
              <a:ext cx="19034" cy="26609"/>
            </a:xfrm>
            <a:prstGeom prst="rect">
              <a:avLst/>
            </a:prstGeom>
            <a:solidFill>
              <a:srgbClr val="E6EBF1"/>
            </a:solidFill>
            <a:ln>
              <a:noFill/>
            </a:ln>
          </p:spPr>
        </p:sp>
        <p:sp>
          <p:nvSpPr>
            <p:cNvPr id="11900" name="Heatmap cell r44 c187"/>
            <p:cNvSpPr/>
            <p:nvPr/>
          </p:nvSpPr>
          <p:spPr>
            <a:xfrm>
              <a:off x="3395733" y="1177996"/>
              <a:ext cx="17140" cy="26609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11901" name="Heatmap cell r44 c188"/>
            <p:cNvSpPr/>
            <p:nvPr/>
          </p:nvSpPr>
          <p:spPr>
            <a:xfrm>
              <a:off x="3412778" y="1177996"/>
              <a:ext cx="19034" cy="26609"/>
            </a:xfrm>
            <a:prstGeom prst="rect">
              <a:avLst/>
            </a:prstGeom>
            <a:solidFill>
              <a:srgbClr val="F7D7DB"/>
            </a:solidFill>
            <a:ln>
              <a:noFill/>
            </a:ln>
          </p:spPr>
        </p:sp>
        <p:sp>
          <p:nvSpPr>
            <p:cNvPr id="11902" name="Heatmap cell r44 c189"/>
            <p:cNvSpPr/>
            <p:nvPr/>
          </p:nvSpPr>
          <p:spPr>
            <a:xfrm>
              <a:off x="3431717" y="1177996"/>
              <a:ext cx="17140" cy="26609"/>
            </a:xfrm>
            <a:prstGeom prst="rect">
              <a:avLst/>
            </a:prstGeom>
            <a:solidFill>
              <a:srgbClr val="E3EAF0"/>
            </a:solidFill>
            <a:ln>
              <a:noFill/>
            </a:ln>
          </p:spPr>
        </p:sp>
        <p:sp>
          <p:nvSpPr>
            <p:cNvPr id="11903" name="Heatmap cell r44 c190"/>
            <p:cNvSpPr/>
            <p:nvPr/>
          </p:nvSpPr>
          <p:spPr>
            <a:xfrm>
              <a:off x="3448762" y="1177996"/>
              <a:ext cx="19034" cy="26609"/>
            </a:xfrm>
            <a:prstGeom prst="rect">
              <a:avLst/>
            </a:prstGeom>
            <a:solidFill>
              <a:srgbClr val="F1C0C6"/>
            </a:solidFill>
            <a:ln>
              <a:noFill/>
            </a:ln>
          </p:spPr>
        </p:sp>
        <p:sp>
          <p:nvSpPr>
            <p:cNvPr id="11904" name="Heatmap cell r44 c191"/>
            <p:cNvSpPr/>
            <p:nvPr/>
          </p:nvSpPr>
          <p:spPr>
            <a:xfrm>
              <a:off x="3467701" y="1177996"/>
              <a:ext cx="17140" cy="26609"/>
            </a:xfrm>
            <a:prstGeom prst="rect">
              <a:avLst/>
            </a:prstGeom>
            <a:solidFill>
              <a:srgbClr val="FBF0F1"/>
            </a:solidFill>
            <a:ln>
              <a:noFill/>
            </a:ln>
          </p:spPr>
        </p:sp>
        <p:sp>
          <p:nvSpPr>
            <p:cNvPr id="11905" name="Heatmap cell r44 c192"/>
            <p:cNvSpPr/>
            <p:nvPr/>
          </p:nvSpPr>
          <p:spPr>
            <a:xfrm>
              <a:off x="3484746" y="1177996"/>
              <a:ext cx="19034" cy="26609"/>
            </a:xfrm>
            <a:prstGeom prst="rect">
              <a:avLst/>
            </a:prstGeom>
            <a:solidFill>
              <a:srgbClr val="85A1BE"/>
            </a:solidFill>
            <a:ln>
              <a:noFill/>
            </a:ln>
          </p:spPr>
        </p:sp>
        <p:sp>
          <p:nvSpPr>
            <p:cNvPr id="11906" name="Heatmap cell r44 c193"/>
            <p:cNvSpPr/>
            <p:nvPr/>
          </p:nvSpPr>
          <p:spPr>
            <a:xfrm>
              <a:off x="3503684" y="1177996"/>
              <a:ext cx="17140" cy="26609"/>
            </a:xfrm>
            <a:prstGeom prst="rect">
              <a:avLst/>
            </a:prstGeom>
            <a:solidFill>
              <a:srgbClr val="F0BBC2"/>
            </a:solidFill>
            <a:ln>
              <a:noFill/>
            </a:ln>
          </p:spPr>
        </p:sp>
        <p:sp>
          <p:nvSpPr>
            <p:cNvPr id="11907" name="Heatmap cell r44 c194"/>
            <p:cNvSpPr/>
            <p:nvPr/>
          </p:nvSpPr>
          <p:spPr>
            <a:xfrm>
              <a:off x="3520729" y="1177996"/>
              <a:ext cx="19034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11908" name="Heatmap cell r44 c195"/>
            <p:cNvSpPr/>
            <p:nvPr/>
          </p:nvSpPr>
          <p:spPr>
            <a:xfrm>
              <a:off x="3539668" y="1177996"/>
              <a:ext cx="19034" cy="26609"/>
            </a:xfrm>
            <a:prstGeom prst="rect">
              <a:avLst/>
            </a:prstGeom>
            <a:solidFill>
              <a:srgbClr val="F7D7DB"/>
            </a:solidFill>
            <a:ln>
              <a:noFill/>
            </a:ln>
          </p:spPr>
        </p:sp>
        <p:sp>
          <p:nvSpPr>
            <p:cNvPr id="11909" name="Heatmap cell r44 c196"/>
            <p:cNvSpPr/>
            <p:nvPr/>
          </p:nvSpPr>
          <p:spPr>
            <a:xfrm>
              <a:off x="3558607" y="1177996"/>
              <a:ext cx="17140" cy="26609"/>
            </a:xfrm>
            <a:prstGeom prst="rect">
              <a:avLst/>
            </a:prstGeom>
            <a:solidFill>
              <a:srgbClr val="ADC2D4"/>
            </a:solidFill>
            <a:ln>
              <a:noFill/>
            </a:ln>
          </p:spPr>
        </p:sp>
        <p:sp>
          <p:nvSpPr>
            <p:cNvPr id="11910" name="Heatmap cell r44 c197"/>
            <p:cNvSpPr/>
            <p:nvPr/>
          </p:nvSpPr>
          <p:spPr>
            <a:xfrm>
              <a:off x="3575652" y="1177996"/>
              <a:ext cx="19034" cy="26609"/>
            </a:xfrm>
            <a:prstGeom prst="rect">
              <a:avLst/>
            </a:prstGeom>
            <a:solidFill>
              <a:srgbClr val="DDE4EC"/>
            </a:solidFill>
            <a:ln>
              <a:noFill/>
            </a:ln>
          </p:spPr>
        </p:sp>
        <p:sp>
          <p:nvSpPr>
            <p:cNvPr id="11911" name="Heatmap cell r44 c199"/>
            <p:cNvSpPr/>
            <p:nvPr/>
          </p:nvSpPr>
          <p:spPr>
            <a:xfrm>
              <a:off x="3611636" y="1177996"/>
              <a:ext cx="19034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11912" name="Heatmap cell r44 c200"/>
            <p:cNvSpPr/>
            <p:nvPr/>
          </p:nvSpPr>
          <p:spPr>
            <a:xfrm>
              <a:off x="3630575" y="1177996"/>
              <a:ext cx="17140" cy="26609"/>
            </a:xfrm>
            <a:prstGeom prst="rect">
              <a:avLst/>
            </a:prstGeom>
            <a:solidFill>
              <a:srgbClr val="F2C8CD"/>
            </a:solidFill>
            <a:ln>
              <a:noFill/>
            </a:ln>
          </p:spPr>
        </p:sp>
        <p:sp>
          <p:nvSpPr>
            <p:cNvPr id="11913" name="Heatmap cell r44 c201"/>
            <p:cNvSpPr/>
            <p:nvPr/>
          </p:nvSpPr>
          <p:spPr>
            <a:xfrm>
              <a:off x="3647620" y="1177996"/>
              <a:ext cx="19034" cy="26609"/>
            </a:xfrm>
            <a:prstGeom prst="rect">
              <a:avLst/>
            </a:prstGeom>
            <a:solidFill>
              <a:srgbClr val="F0BBC2"/>
            </a:solidFill>
            <a:ln>
              <a:noFill/>
            </a:ln>
          </p:spPr>
        </p:sp>
        <p:sp>
          <p:nvSpPr>
            <p:cNvPr id="11914" name="Heatmap cell r44 c202"/>
            <p:cNvSpPr/>
            <p:nvPr/>
          </p:nvSpPr>
          <p:spPr>
            <a:xfrm>
              <a:off x="3666558" y="1177996"/>
              <a:ext cx="17140" cy="26609"/>
            </a:xfrm>
            <a:prstGeom prst="rect">
              <a:avLst/>
            </a:prstGeom>
            <a:solidFill>
              <a:srgbClr val="B3C5D6"/>
            </a:solidFill>
            <a:ln>
              <a:noFill/>
            </a:ln>
          </p:spPr>
        </p:sp>
        <p:sp>
          <p:nvSpPr>
            <p:cNvPr id="11915" name="Heatmap cell r44 c203"/>
            <p:cNvSpPr/>
            <p:nvPr/>
          </p:nvSpPr>
          <p:spPr>
            <a:xfrm>
              <a:off x="3683603" y="1177996"/>
              <a:ext cx="19034" cy="26609"/>
            </a:xfrm>
            <a:prstGeom prst="rect">
              <a:avLst/>
            </a:prstGeom>
            <a:solidFill>
              <a:srgbClr val="EA99A0"/>
            </a:solidFill>
            <a:ln>
              <a:noFill/>
            </a:ln>
          </p:spPr>
        </p:sp>
        <p:sp>
          <p:nvSpPr>
            <p:cNvPr id="11916" name="Heatmap cell r44 c204"/>
            <p:cNvSpPr/>
            <p:nvPr/>
          </p:nvSpPr>
          <p:spPr>
            <a:xfrm>
              <a:off x="3702542" y="1177996"/>
              <a:ext cx="17140" cy="26609"/>
            </a:xfrm>
            <a:prstGeom prst="rect">
              <a:avLst/>
            </a:prstGeom>
            <a:solidFill>
              <a:srgbClr val="FBF3F4"/>
            </a:solidFill>
            <a:ln>
              <a:noFill/>
            </a:ln>
          </p:spPr>
        </p:sp>
        <p:sp>
          <p:nvSpPr>
            <p:cNvPr id="11917" name="Heatmap cell r44 c205"/>
            <p:cNvSpPr/>
            <p:nvPr/>
          </p:nvSpPr>
          <p:spPr>
            <a:xfrm>
              <a:off x="3719587" y="1177996"/>
              <a:ext cx="19034" cy="26609"/>
            </a:xfrm>
            <a:prstGeom prst="rect">
              <a:avLst/>
            </a:prstGeom>
            <a:solidFill>
              <a:srgbClr val="ACC1D3"/>
            </a:solidFill>
            <a:ln>
              <a:noFill/>
            </a:ln>
          </p:spPr>
        </p:sp>
        <p:sp>
          <p:nvSpPr>
            <p:cNvPr id="11918" name="Heatmap cell r44 c206"/>
            <p:cNvSpPr/>
            <p:nvPr/>
          </p:nvSpPr>
          <p:spPr>
            <a:xfrm>
              <a:off x="3738526" y="1177996"/>
              <a:ext cx="17140" cy="26609"/>
            </a:xfrm>
            <a:prstGeom prst="rect">
              <a:avLst/>
            </a:prstGeom>
            <a:solidFill>
              <a:srgbClr val="F2C8CD"/>
            </a:solidFill>
            <a:ln>
              <a:noFill/>
            </a:ln>
          </p:spPr>
        </p:sp>
        <p:sp>
          <p:nvSpPr>
            <p:cNvPr id="11919" name="Heatmap cell r44 c207"/>
            <p:cNvSpPr/>
            <p:nvPr/>
          </p:nvSpPr>
          <p:spPr>
            <a:xfrm>
              <a:off x="3755571" y="1177996"/>
              <a:ext cx="19034" cy="26609"/>
            </a:xfrm>
            <a:prstGeom prst="rect">
              <a:avLst/>
            </a:prstGeom>
            <a:solidFill>
              <a:srgbClr val="F8F8FA"/>
            </a:solidFill>
            <a:ln>
              <a:noFill/>
            </a:ln>
          </p:spPr>
        </p:sp>
        <p:sp>
          <p:nvSpPr>
            <p:cNvPr id="11920" name="Heatmap cell r44 c208"/>
            <p:cNvSpPr/>
            <p:nvPr/>
          </p:nvSpPr>
          <p:spPr>
            <a:xfrm>
              <a:off x="3774510" y="1177996"/>
              <a:ext cx="19034" cy="26609"/>
            </a:xfrm>
            <a:prstGeom prst="rect">
              <a:avLst/>
            </a:prstGeom>
            <a:solidFill>
              <a:srgbClr val="ECF0F6"/>
            </a:solidFill>
            <a:ln>
              <a:noFill/>
            </a:ln>
          </p:spPr>
        </p:sp>
        <p:sp>
          <p:nvSpPr>
            <p:cNvPr id="11921" name="Heatmap cell r44 c209"/>
            <p:cNvSpPr/>
            <p:nvPr/>
          </p:nvSpPr>
          <p:spPr>
            <a:xfrm>
              <a:off x="3793449" y="1177996"/>
              <a:ext cx="17140" cy="26609"/>
            </a:xfrm>
            <a:prstGeom prst="rect">
              <a:avLst/>
            </a:prstGeom>
            <a:solidFill>
              <a:srgbClr val="CED9E4"/>
            </a:solidFill>
            <a:ln>
              <a:noFill/>
            </a:ln>
          </p:spPr>
        </p:sp>
        <p:sp>
          <p:nvSpPr>
            <p:cNvPr id="11922" name="Heatmap cell r44 c210"/>
            <p:cNvSpPr/>
            <p:nvPr/>
          </p:nvSpPr>
          <p:spPr>
            <a:xfrm>
              <a:off x="3810494" y="1177996"/>
              <a:ext cx="19034" cy="26609"/>
            </a:xfrm>
            <a:prstGeom prst="rect">
              <a:avLst/>
            </a:prstGeom>
            <a:solidFill>
              <a:srgbClr val="FBF5F5"/>
            </a:solidFill>
            <a:ln>
              <a:noFill/>
            </a:ln>
          </p:spPr>
        </p:sp>
        <p:sp>
          <p:nvSpPr>
            <p:cNvPr id="11923" name="Heatmap cell r44 c211"/>
            <p:cNvSpPr/>
            <p:nvPr/>
          </p:nvSpPr>
          <p:spPr>
            <a:xfrm>
              <a:off x="3829432" y="1177996"/>
              <a:ext cx="17140" cy="26609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11924" name="Heatmap cell r44 c212"/>
            <p:cNvSpPr/>
            <p:nvPr/>
          </p:nvSpPr>
          <p:spPr>
            <a:xfrm>
              <a:off x="3846477" y="1177996"/>
              <a:ext cx="19034" cy="26609"/>
            </a:xfrm>
            <a:prstGeom prst="rect">
              <a:avLst/>
            </a:prstGeom>
            <a:solidFill>
              <a:srgbClr val="F3C5C8"/>
            </a:solidFill>
            <a:ln>
              <a:noFill/>
            </a:ln>
          </p:spPr>
        </p:sp>
        <p:sp>
          <p:nvSpPr>
            <p:cNvPr id="11925" name="Heatmap cell r44 c213"/>
            <p:cNvSpPr/>
            <p:nvPr/>
          </p:nvSpPr>
          <p:spPr>
            <a:xfrm>
              <a:off x="3865416" y="1177996"/>
              <a:ext cx="17140" cy="26609"/>
            </a:xfrm>
            <a:prstGeom prst="rect">
              <a:avLst/>
            </a:prstGeom>
            <a:solidFill>
              <a:srgbClr val="FBF5F5"/>
            </a:solidFill>
            <a:ln>
              <a:noFill/>
            </a:ln>
          </p:spPr>
        </p:sp>
        <p:sp>
          <p:nvSpPr>
            <p:cNvPr id="11926" name="Heatmap cell r44 c214"/>
            <p:cNvSpPr/>
            <p:nvPr/>
          </p:nvSpPr>
          <p:spPr>
            <a:xfrm>
              <a:off x="3882461" y="1177996"/>
              <a:ext cx="19034" cy="26609"/>
            </a:xfrm>
            <a:prstGeom prst="rect">
              <a:avLst/>
            </a:prstGeom>
            <a:solidFill>
              <a:srgbClr val="D1DCE7"/>
            </a:solidFill>
            <a:ln>
              <a:noFill/>
            </a:ln>
          </p:spPr>
        </p:sp>
        <p:sp>
          <p:nvSpPr>
            <p:cNvPr id="11927" name="Heatmap cell r44 c215"/>
            <p:cNvSpPr/>
            <p:nvPr/>
          </p:nvSpPr>
          <p:spPr>
            <a:xfrm>
              <a:off x="3901400" y="1177996"/>
              <a:ext cx="17140" cy="26609"/>
            </a:xfrm>
            <a:prstGeom prst="rect">
              <a:avLst/>
            </a:prstGeom>
            <a:solidFill>
              <a:srgbClr val="F5CFD2"/>
            </a:solidFill>
            <a:ln>
              <a:noFill/>
            </a:ln>
          </p:spPr>
        </p:sp>
        <p:sp>
          <p:nvSpPr>
            <p:cNvPr id="11928" name="Heatmap cell r44 c216"/>
            <p:cNvSpPr/>
            <p:nvPr/>
          </p:nvSpPr>
          <p:spPr>
            <a:xfrm>
              <a:off x="3918445" y="1177996"/>
              <a:ext cx="19034" cy="26609"/>
            </a:xfrm>
            <a:prstGeom prst="rect">
              <a:avLst/>
            </a:prstGeom>
            <a:solidFill>
              <a:srgbClr val="F5F7F9"/>
            </a:solidFill>
            <a:ln>
              <a:noFill/>
            </a:ln>
          </p:spPr>
        </p:sp>
        <p:sp>
          <p:nvSpPr>
            <p:cNvPr id="11929" name="Heatmap cell r44 c217"/>
            <p:cNvSpPr/>
            <p:nvPr/>
          </p:nvSpPr>
          <p:spPr>
            <a:xfrm>
              <a:off x="3937384" y="1177996"/>
              <a:ext cx="17140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11930" name="Heatmap cell r44 c218"/>
            <p:cNvSpPr/>
            <p:nvPr/>
          </p:nvSpPr>
          <p:spPr>
            <a:xfrm>
              <a:off x="3954429" y="1177996"/>
              <a:ext cx="19034" cy="26609"/>
            </a:xfrm>
            <a:prstGeom prst="rect">
              <a:avLst/>
            </a:prstGeom>
            <a:solidFill>
              <a:srgbClr val="C2D0DE"/>
            </a:solidFill>
            <a:ln>
              <a:noFill/>
            </a:ln>
          </p:spPr>
        </p:sp>
        <p:sp>
          <p:nvSpPr>
            <p:cNvPr id="11931" name="Heatmap cell r44 c219"/>
            <p:cNvSpPr/>
            <p:nvPr/>
          </p:nvSpPr>
          <p:spPr>
            <a:xfrm>
              <a:off x="3973368" y="1177996"/>
              <a:ext cx="17140" cy="26609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11932" name="Heatmap cell r44 c220"/>
            <p:cNvSpPr/>
            <p:nvPr/>
          </p:nvSpPr>
          <p:spPr>
            <a:xfrm>
              <a:off x="3990412" y="1177996"/>
              <a:ext cx="19034" cy="26609"/>
            </a:xfrm>
            <a:prstGeom prst="rect">
              <a:avLst/>
            </a:prstGeom>
            <a:solidFill>
              <a:srgbClr val="EEB1B7"/>
            </a:solidFill>
            <a:ln>
              <a:noFill/>
            </a:ln>
          </p:spPr>
        </p:sp>
        <p:sp>
          <p:nvSpPr>
            <p:cNvPr id="11933" name="Heatmap cell r44 c221"/>
            <p:cNvSpPr/>
            <p:nvPr/>
          </p:nvSpPr>
          <p:spPr>
            <a:xfrm>
              <a:off x="4009351" y="1177996"/>
              <a:ext cx="19034" cy="26609"/>
            </a:xfrm>
            <a:prstGeom prst="rect">
              <a:avLst/>
            </a:prstGeom>
            <a:solidFill>
              <a:srgbClr val="C5D2E0"/>
            </a:solidFill>
            <a:ln>
              <a:noFill/>
            </a:ln>
          </p:spPr>
        </p:sp>
        <p:sp>
          <p:nvSpPr>
            <p:cNvPr id="11934" name="Heatmap cell r44 c222"/>
            <p:cNvSpPr/>
            <p:nvPr/>
          </p:nvSpPr>
          <p:spPr>
            <a:xfrm>
              <a:off x="4028290" y="1177996"/>
              <a:ext cx="17140" cy="26609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11935" name="Heatmap cell r44 c223"/>
            <p:cNvSpPr/>
            <p:nvPr/>
          </p:nvSpPr>
          <p:spPr>
            <a:xfrm>
              <a:off x="4045335" y="1177996"/>
              <a:ext cx="19034" cy="26609"/>
            </a:xfrm>
            <a:prstGeom prst="rect">
              <a:avLst/>
            </a:prstGeom>
            <a:solidFill>
              <a:srgbClr val="F6D5D9"/>
            </a:solidFill>
            <a:ln>
              <a:noFill/>
            </a:ln>
          </p:spPr>
        </p:sp>
        <p:sp>
          <p:nvSpPr>
            <p:cNvPr id="11936" name="Heatmap cell r45 c1"/>
            <p:cNvSpPr/>
            <p:nvPr/>
          </p:nvSpPr>
          <p:spPr>
            <a:xfrm>
              <a:off x="13257" y="1204510"/>
              <a:ext cx="45548" cy="28503"/>
            </a:xfrm>
            <a:prstGeom prst="rect">
              <a:avLst/>
            </a:prstGeom>
            <a:solidFill>
              <a:srgbClr val="F76666"/>
            </a:solidFill>
            <a:ln>
              <a:noFill/>
            </a:ln>
          </p:spPr>
        </p:sp>
        <p:sp>
          <p:nvSpPr>
            <p:cNvPr id="11937" name="Heatmap cell r45 c3"/>
            <p:cNvSpPr/>
            <p:nvPr/>
          </p:nvSpPr>
          <p:spPr>
            <a:xfrm>
              <a:off x="71968" y="1204510"/>
              <a:ext cx="17140" cy="28503"/>
            </a:xfrm>
            <a:prstGeom prst="rect">
              <a:avLst/>
            </a:prstGeom>
            <a:solidFill>
              <a:srgbClr val="F8E9EA"/>
            </a:solidFill>
            <a:ln>
              <a:noFill/>
            </a:ln>
          </p:spPr>
        </p:sp>
        <p:sp>
          <p:nvSpPr>
            <p:cNvPr id="11938" name="Heatmap cell r45 c4"/>
            <p:cNvSpPr/>
            <p:nvPr/>
          </p:nvSpPr>
          <p:spPr>
            <a:xfrm>
              <a:off x="89013" y="1204510"/>
              <a:ext cx="19034" cy="28503"/>
            </a:xfrm>
            <a:prstGeom prst="rect">
              <a:avLst/>
            </a:prstGeom>
            <a:solidFill>
              <a:srgbClr val="D9E1EB"/>
            </a:solidFill>
            <a:ln>
              <a:noFill/>
            </a:ln>
          </p:spPr>
        </p:sp>
        <p:sp>
          <p:nvSpPr>
            <p:cNvPr id="11939" name="Heatmap cell r45 c5"/>
            <p:cNvSpPr/>
            <p:nvPr/>
          </p:nvSpPr>
          <p:spPr>
            <a:xfrm>
              <a:off x="107951" y="1204510"/>
              <a:ext cx="17140" cy="28503"/>
            </a:xfrm>
            <a:prstGeom prst="rect">
              <a:avLst/>
            </a:prstGeom>
            <a:solidFill>
              <a:srgbClr val="EDF1F7"/>
            </a:solidFill>
            <a:ln>
              <a:noFill/>
            </a:ln>
          </p:spPr>
        </p:sp>
        <p:sp>
          <p:nvSpPr>
            <p:cNvPr id="11940" name="Heatmap cell r45 c6"/>
            <p:cNvSpPr/>
            <p:nvPr/>
          </p:nvSpPr>
          <p:spPr>
            <a:xfrm>
              <a:off x="124996" y="1204510"/>
              <a:ext cx="19034" cy="28503"/>
            </a:xfrm>
            <a:prstGeom prst="rect">
              <a:avLst/>
            </a:prstGeom>
            <a:solidFill>
              <a:srgbClr val="809FBC"/>
            </a:solidFill>
            <a:ln>
              <a:noFill/>
            </a:ln>
          </p:spPr>
        </p:sp>
        <p:sp>
          <p:nvSpPr>
            <p:cNvPr id="11941" name="Heatmap cell r45 c7"/>
            <p:cNvSpPr/>
            <p:nvPr/>
          </p:nvSpPr>
          <p:spPr>
            <a:xfrm>
              <a:off x="143935" y="1204510"/>
              <a:ext cx="17140" cy="28503"/>
            </a:xfrm>
            <a:prstGeom prst="rect">
              <a:avLst/>
            </a:prstGeom>
            <a:solidFill>
              <a:srgbClr val="C5D2DF"/>
            </a:solidFill>
            <a:ln>
              <a:noFill/>
            </a:ln>
          </p:spPr>
        </p:sp>
        <p:sp>
          <p:nvSpPr>
            <p:cNvPr id="11942" name="Heatmap cell r45 c8"/>
            <p:cNvSpPr/>
            <p:nvPr/>
          </p:nvSpPr>
          <p:spPr>
            <a:xfrm>
              <a:off x="160980" y="1204510"/>
              <a:ext cx="19034" cy="28503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11943" name="Heatmap cell r45 c9"/>
            <p:cNvSpPr/>
            <p:nvPr/>
          </p:nvSpPr>
          <p:spPr>
            <a:xfrm>
              <a:off x="179919" y="1204510"/>
              <a:ext cx="19034" cy="28503"/>
            </a:xfrm>
            <a:prstGeom prst="rect">
              <a:avLst/>
            </a:prstGeom>
            <a:solidFill>
              <a:srgbClr val="9FB7CD"/>
            </a:solidFill>
            <a:ln>
              <a:noFill/>
            </a:ln>
          </p:spPr>
        </p:sp>
        <p:sp>
          <p:nvSpPr>
            <p:cNvPr id="11944" name="Heatmap cell r45 c10"/>
            <p:cNvSpPr/>
            <p:nvPr/>
          </p:nvSpPr>
          <p:spPr>
            <a:xfrm>
              <a:off x="198858" y="1204510"/>
              <a:ext cx="17140" cy="28503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11945" name="Heatmap cell r45 c11"/>
            <p:cNvSpPr/>
            <p:nvPr/>
          </p:nvSpPr>
          <p:spPr>
            <a:xfrm>
              <a:off x="215903" y="1204510"/>
              <a:ext cx="19034" cy="28503"/>
            </a:xfrm>
            <a:prstGeom prst="rect">
              <a:avLst/>
            </a:prstGeom>
            <a:solidFill>
              <a:srgbClr val="F8E6E8"/>
            </a:solidFill>
            <a:ln>
              <a:noFill/>
            </a:ln>
          </p:spPr>
        </p:sp>
        <p:sp>
          <p:nvSpPr>
            <p:cNvPr id="11946" name="Heatmap cell r45 c12"/>
            <p:cNvSpPr/>
            <p:nvPr/>
          </p:nvSpPr>
          <p:spPr>
            <a:xfrm>
              <a:off x="234842" y="1204510"/>
              <a:ext cx="17140" cy="28503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11947" name="Heatmap cell r45 c13"/>
            <p:cNvSpPr/>
            <p:nvPr/>
          </p:nvSpPr>
          <p:spPr>
            <a:xfrm>
              <a:off x="251887" y="1204510"/>
              <a:ext cx="19034" cy="28503"/>
            </a:xfrm>
            <a:prstGeom prst="rect">
              <a:avLst/>
            </a:prstGeom>
            <a:solidFill>
              <a:srgbClr val="DCE3EB"/>
            </a:solidFill>
            <a:ln>
              <a:noFill/>
            </a:ln>
          </p:spPr>
        </p:sp>
        <p:sp>
          <p:nvSpPr>
            <p:cNvPr id="11948" name="Heatmap cell r45 c14"/>
            <p:cNvSpPr/>
            <p:nvPr/>
          </p:nvSpPr>
          <p:spPr>
            <a:xfrm>
              <a:off x="270825" y="1204510"/>
              <a:ext cx="17140" cy="28503"/>
            </a:xfrm>
            <a:prstGeom prst="rect">
              <a:avLst/>
            </a:prstGeom>
            <a:solidFill>
              <a:srgbClr val="FCF6F6"/>
            </a:solidFill>
            <a:ln>
              <a:noFill/>
            </a:ln>
          </p:spPr>
        </p:sp>
        <p:sp>
          <p:nvSpPr>
            <p:cNvPr id="11949" name="Heatmap cell r45 c15"/>
            <p:cNvSpPr/>
            <p:nvPr/>
          </p:nvSpPr>
          <p:spPr>
            <a:xfrm>
              <a:off x="287870" y="1204510"/>
              <a:ext cx="19034" cy="28503"/>
            </a:xfrm>
            <a:prstGeom prst="rect">
              <a:avLst/>
            </a:prstGeom>
            <a:solidFill>
              <a:srgbClr val="91ACC7"/>
            </a:solidFill>
            <a:ln>
              <a:noFill/>
            </a:ln>
          </p:spPr>
        </p:sp>
        <p:sp>
          <p:nvSpPr>
            <p:cNvPr id="11950" name="Heatmap cell r45 c16"/>
            <p:cNvSpPr/>
            <p:nvPr/>
          </p:nvSpPr>
          <p:spPr>
            <a:xfrm>
              <a:off x="306809" y="1204510"/>
              <a:ext cx="17140" cy="28503"/>
            </a:xfrm>
            <a:prstGeom prst="rect">
              <a:avLst/>
            </a:prstGeom>
            <a:solidFill>
              <a:srgbClr val="5F85AB"/>
            </a:solidFill>
            <a:ln>
              <a:noFill/>
            </a:ln>
          </p:spPr>
        </p:sp>
        <p:sp>
          <p:nvSpPr>
            <p:cNvPr id="11951" name="Heatmap cell r45 c17"/>
            <p:cNvSpPr/>
            <p:nvPr/>
          </p:nvSpPr>
          <p:spPr>
            <a:xfrm>
              <a:off x="323854" y="1204510"/>
              <a:ext cx="19034" cy="28503"/>
            </a:xfrm>
            <a:prstGeom prst="rect">
              <a:avLst/>
            </a:prstGeom>
            <a:solidFill>
              <a:srgbClr val="95AEC7"/>
            </a:solidFill>
            <a:ln>
              <a:noFill/>
            </a:ln>
          </p:spPr>
        </p:sp>
        <p:sp>
          <p:nvSpPr>
            <p:cNvPr id="11952" name="Heatmap cell r45 c18"/>
            <p:cNvSpPr/>
            <p:nvPr/>
          </p:nvSpPr>
          <p:spPr>
            <a:xfrm>
              <a:off x="342793" y="1204510"/>
              <a:ext cx="17140" cy="28503"/>
            </a:xfrm>
            <a:prstGeom prst="rect">
              <a:avLst/>
            </a:prstGeom>
            <a:solidFill>
              <a:srgbClr val="5680A7"/>
            </a:solidFill>
            <a:ln>
              <a:noFill/>
            </a:ln>
          </p:spPr>
        </p:sp>
        <p:sp>
          <p:nvSpPr>
            <p:cNvPr id="11953" name="Heatmap cell r45 c19"/>
            <p:cNvSpPr/>
            <p:nvPr/>
          </p:nvSpPr>
          <p:spPr>
            <a:xfrm>
              <a:off x="359838" y="1204510"/>
              <a:ext cx="19034" cy="28503"/>
            </a:xfrm>
            <a:prstGeom prst="rect">
              <a:avLst/>
            </a:prstGeom>
            <a:solidFill>
              <a:srgbClr val="FBF1F3"/>
            </a:solidFill>
            <a:ln>
              <a:noFill/>
            </a:ln>
          </p:spPr>
        </p:sp>
        <p:sp>
          <p:nvSpPr>
            <p:cNvPr id="11954" name="Heatmap cell r45 c20"/>
            <p:cNvSpPr/>
            <p:nvPr/>
          </p:nvSpPr>
          <p:spPr>
            <a:xfrm>
              <a:off x="378777" y="1204510"/>
              <a:ext cx="17140" cy="28503"/>
            </a:xfrm>
            <a:prstGeom prst="rect">
              <a:avLst/>
            </a:prstGeom>
            <a:solidFill>
              <a:srgbClr val="F7D3D6"/>
            </a:solidFill>
            <a:ln>
              <a:noFill/>
            </a:ln>
          </p:spPr>
        </p:sp>
        <p:sp>
          <p:nvSpPr>
            <p:cNvPr id="11955" name="Heatmap cell r45 c21"/>
            <p:cNvSpPr/>
            <p:nvPr/>
          </p:nvSpPr>
          <p:spPr>
            <a:xfrm>
              <a:off x="395822" y="1204510"/>
              <a:ext cx="19034" cy="28503"/>
            </a:xfrm>
            <a:prstGeom prst="rect">
              <a:avLst/>
            </a:prstGeom>
            <a:solidFill>
              <a:srgbClr val="91ACC5"/>
            </a:solidFill>
            <a:ln>
              <a:noFill/>
            </a:ln>
          </p:spPr>
        </p:sp>
        <p:sp>
          <p:nvSpPr>
            <p:cNvPr id="11956" name="Heatmap cell r45 c22"/>
            <p:cNvSpPr/>
            <p:nvPr/>
          </p:nvSpPr>
          <p:spPr>
            <a:xfrm>
              <a:off x="414760" y="1204510"/>
              <a:ext cx="19034" cy="28503"/>
            </a:xfrm>
            <a:prstGeom prst="rect">
              <a:avLst/>
            </a:prstGeom>
            <a:solidFill>
              <a:srgbClr val="F0F5F8"/>
            </a:solidFill>
            <a:ln>
              <a:noFill/>
            </a:ln>
          </p:spPr>
        </p:sp>
        <p:sp>
          <p:nvSpPr>
            <p:cNvPr id="11957" name="Heatmap cell r45 c23"/>
            <p:cNvSpPr/>
            <p:nvPr/>
          </p:nvSpPr>
          <p:spPr>
            <a:xfrm>
              <a:off x="433699" y="1204510"/>
              <a:ext cx="17140" cy="28503"/>
            </a:xfrm>
            <a:prstGeom prst="rect">
              <a:avLst/>
            </a:prstGeom>
            <a:solidFill>
              <a:srgbClr val="ECA7AD"/>
            </a:solidFill>
            <a:ln>
              <a:noFill/>
            </a:ln>
          </p:spPr>
        </p:sp>
        <p:sp>
          <p:nvSpPr>
            <p:cNvPr id="11958" name="Heatmap cell r45 c24"/>
            <p:cNvSpPr/>
            <p:nvPr/>
          </p:nvSpPr>
          <p:spPr>
            <a:xfrm>
              <a:off x="450744" y="1204510"/>
              <a:ext cx="19034" cy="28503"/>
            </a:xfrm>
            <a:prstGeom prst="rect">
              <a:avLst/>
            </a:prstGeom>
            <a:solidFill>
              <a:srgbClr val="F8F8FA"/>
            </a:solidFill>
            <a:ln>
              <a:noFill/>
            </a:ln>
          </p:spPr>
        </p:sp>
        <p:sp>
          <p:nvSpPr>
            <p:cNvPr id="11959" name="Heatmap cell r45 c25"/>
            <p:cNvSpPr/>
            <p:nvPr/>
          </p:nvSpPr>
          <p:spPr>
            <a:xfrm>
              <a:off x="469683" y="1204510"/>
              <a:ext cx="17140" cy="28503"/>
            </a:xfrm>
            <a:prstGeom prst="rect">
              <a:avLst/>
            </a:prstGeom>
            <a:solidFill>
              <a:srgbClr val="F7D9DB"/>
            </a:solidFill>
            <a:ln>
              <a:noFill/>
            </a:ln>
          </p:spPr>
        </p:sp>
        <p:sp>
          <p:nvSpPr>
            <p:cNvPr id="11960" name="Heatmap cell r45 c26"/>
            <p:cNvSpPr/>
            <p:nvPr/>
          </p:nvSpPr>
          <p:spPr>
            <a:xfrm>
              <a:off x="486728" y="1204510"/>
              <a:ext cx="19034" cy="28503"/>
            </a:xfrm>
            <a:prstGeom prst="rect">
              <a:avLst/>
            </a:prstGeom>
            <a:solidFill>
              <a:srgbClr val="F8E3E6"/>
            </a:solidFill>
            <a:ln>
              <a:noFill/>
            </a:ln>
          </p:spPr>
        </p:sp>
        <p:sp>
          <p:nvSpPr>
            <p:cNvPr id="11961" name="Heatmap cell r45 c27"/>
            <p:cNvSpPr/>
            <p:nvPr/>
          </p:nvSpPr>
          <p:spPr>
            <a:xfrm>
              <a:off x="505667" y="1204510"/>
              <a:ext cx="17140" cy="28503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11962" name="Heatmap cell r45 c28"/>
            <p:cNvSpPr/>
            <p:nvPr/>
          </p:nvSpPr>
          <p:spPr>
            <a:xfrm>
              <a:off x="522712" y="1204510"/>
              <a:ext cx="19034" cy="28503"/>
            </a:xfrm>
            <a:prstGeom prst="rect">
              <a:avLst/>
            </a:prstGeom>
            <a:solidFill>
              <a:srgbClr val="6A8DB0"/>
            </a:solidFill>
            <a:ln>
              <a:noFill/>
            </a:ln>
          </p:spPr>
        </p:sp>
        <p:sp>
          <p:nvSpPr>
            <p:cNvPr id="11963" name="Heatmap cell r45 c29"/>
            <p:cNvSpPr/>
            <p:nvPr/>
          </p:nvSpPr>
          <p:spPr>
            <a:xfrm>
              <a:off x="541651" y="1204510"/>
              <a:ext cx="17140" cy="28503"/>
            </a:xfrm>
            <a:prstGeom prst="rect">
              <a:avLst/>
            </a:prstGeom>
            <a:solidFill>
              <a:srgbClr val="FCF7F7"/>
            </a:solidFill>
            <a:ln>
              <a:noFill/>
            </a:ln>
          </p:spPr>
        </p:sp>
        <p:sp>
          <p:nvSpPr>
            <p:cNvPr id="11964" name="Heatmap cell r45 c30"/>
            <p:cNvSpPr/>
            <p:nvPr/>
          </p:nvSpPr>
          <p:spPr>
            <a:xfrm>
              <a:off x="558696" y="1204510"/>
              <a:ext cx="19034" cy="28503"/>
            </a:xfrm>
            <a:prstGeom prst="rect">
              <a:avLst/>
            </a:prstGeom>
            <a:solidFill>
              <a:srgbClr val="F8F8FA"/>
            </a:solidFill>
            <a:ln>
              <a:noFill/>
            </a:ln>
          </p:spPr>
        </p:sp>
        <p:sp>
          <p:nvSpPr>
            <p:cNvPr id="11965" name="Heatmap cell r45 c31"/>
            <p:cNvSpPr/>
            <p:nvPr/>
          </p:nvSpPr>
          <p:spPr>
            <a:xfrm>
              <a:off x="577634" y="1204510"/>
              <a:ext cx="17140" cy="28503"/>
            </a:xfrm>
            <a:prstGeom prst="rect">
              <a:avLst/>
            </a:prstGeom>
            <a:solidFill>
              <a:srgbClr val="F3C5C8"/>
            </a:solidFill>
            <a:ln>
              <a:noFill/>
            </a:ln>
          </p:spPr>
        </p:sp>
        <p:sp>
          <p:nvSpPr>
            <p:cNvPr id="11966" name="Heatmap cell r45 c33"/>
            <p:cNvSpPr/>
            <p:nvPr/>
          </p:nvSpPr>
          <p:spPr>
            <a:xfrm>
              <a:off x="613618" y="1204510"/>
              <a:ext cx="17140" cy="28503"/>
            </a:xfrm>
            <a:prstGeom prst="rect">
              <a:avLst/>
            </a:prstGeom>
            <a:solidFill>
              <a:srgbClr val="1D5186"/>
            </a:solidFill>
            <a:ln>
              <a:noFill/>
            </a:ln>
          </p:spPr>
        </p:sp>
        <p:sp>
          <p:nvSpPr>
            <p:cNvPr id="11967" name="Heatmap cell r45 c34"/>
            <p:cNvSpPr/>
            <p:nvPr/>
          </p:nvSpPr>
          <p:spPr>
            <a:xfrm>
              <a:off x="630663" y="1204510"/>
              <a:ext cx="19034" cy="28503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11968" name="Heatmap cell r45 c35"/>
            <p:cNvSpPr/>
            <p:nvPr/>
          </p:nvSpPr>
          <p:spPr>
            <a:xfrm>
              <a:off x="649602" y="1204510"/>
              <a:ext cx="19034" cy="28503"/>
            </a:xfrm>
            <a:prstGeom prst="rect">
              <a:avLst/>
            </a:prstGeom>
            <a:solidFill>
              <a:srgbClr val="7F9FBC"/>
            </a:solidFill>
            <a:ln>
              <a:noFill/>
            </a:ln>
          </p:spPr>
        </p:sp>
        <p:sp>
          <p:nvSpPr>
            <p:cNvPr id="11969" name="Heatmap cell r45 c36"/>
            <p:cNvSpPr/>
            <p:nvPr/>
          </p:nvSpPr>
          <p:spPr>
            <a:xfrm>
              <a:off x="668541" y="1204510"/>
              <a:ext cx="17140" cy="28503"/>
            </a:xfrm>
            <a:prstGeom prst="rect">
              <a:avLst/>
            </a:prstGeom>
            <a:solidFill>
              <a:srgbClr val="3D6C9A"/>
            </a:solidFill>
            <a:ln>
              <a:noFill/>
            </a:ln>
          </p:spPr>
        </p:sp>
        <p:sp>
          <p:nvSpPr>
            <p:cNvPr id="11970" name="Heatmap cell r45 c37"/>
            <p:cNvSpPr/>
            <p:nvPr/>
          </p:nvSpPr>
          <p:spPr>
            <a:xfrm>
              <a:off x="685586" y="1204510"/>
              <a:ext cx="19034" cy="28503"/>
            </a:xfrm>
            <a:prstGeom prst="rect">
              <a:avLst/>
            </a:prstGeom>
            <a:solidFill>
              <a:srgbClr val="EDF1F7"/>
            </a:solidFill>
            <a:ln>
              <a:noFill/>
            </a:ln>
          </p:spPr>
        </p:sp>
        <p:sp>
          <p:nvSpPr>
            <p:cNvPr id="11971" name="Heatmap cell r45 c38"/>
            <p:cNvSpPr/>
            <p:nvPr/>
          </p:nvSpPr>
          <p:spPr>
            <a:xfrm>
              <a:off x="704525" y="1204510"/>
              <a:ext cx="17140" cy="28503"/>
            </a:xfrm>
            <a:prstGeom prst="rect">
              <a:avLst/>
            </a:prstGeom>
            <a:solidFill>
              <a:srgbClr val="F5F7F9"/>
            </a:solidFill>
            <a:ln>
              <a:noFill/>
            </a:ln>
          </p:spPr>
        </p:sp>
        <p:sp>
          <p:nvSpPr>
            <p:cNvPr id="11972" name="Heatmap cell r45 c39"/>
            <p:cNvSpPr/>
            <p:nvPr/>
          </p:nvSpPr>
          <p:spPr>
            <a:xfrm>
              <a:off x="721570" y="1204510"/>
              <a:ext cx="19034" cy="28503"/>
            </a:xfrm>
            <a:prstGeom prst="rect">
              <a:avLst/>
            </a:prstGeom>
            <a:solidFill>
              <a:srgbClr val="D6E0EA"/>
            </a:solidFill>
            <a:ln>
              <a:noFill/>
            </a:ln>
          </p:spPr>
        </p:sp>
        <p:sp>
          <p:nvSpPr>
            <p:cNvPr id="11973" name="Heatmap cell r45 c40"/>
            <p:cNvSpPr/>
            <p:nvPr/>
          </p:nvSpPr>
          <p:spPr>
            <a:xfrm>
              <a:off x="740508" y="1204510"/>
              <a:ext cx="17140" cy="28503"/>
            </a:xfrm>
            <a:prstGeom prst="rect">
              <a:avLst/>
            </a:prstGeom>
            <a:solidFill>
              <a:srgbClr val="C5D3E0"/>
            </a:solidFill>
            <a:ln>
              <a:noFill/>
            </a:ln>
          </p:spPr>
        </p:sp>
        <p:sp>
          <p:nvSpPr>
            <p:cNvPr id="11974" name="Heatmap cell r45 c41"/>
            <p:cNvSpPr/>
            <p:nvPr/>
          </p:nvSpPr>
          <p:spPr>
            <a:xfrm>
              <a:off x="757553" y="1204510"/>
              <a:ext cx="19034" cy="28503"/>
            </a:xfrm>
            <a:prstGeom prst="rect">
              <a:avLst/>
            </a:prstGeom>
            <a:solidFill>
              <a:srgbClr val="EDF1F7"/>
            </a:solidFill>
            <a:ln>
              <a:noFill/>
            </a:ln>
          </p:spPr>
        </p:sp>
        <p:sp>
          <p:nvSpPr>
            <p:cNvPr id="11975" name="Heatmap cell r45 c42"/>
            <p:cNvSpPr/>
            <p:nvPr/>
          </p:nvSpPr>
          <p:spPr>
            <a:xfrm>
              <a:off x="776492" y="1204510"/>
              <a:ext cx="17140" cy="28503"/>
            </a:xfrm>
            <a:prstGeom prst="rect">
              <a:avLst/>
            </a:prstGeom>
            <a:solidFill>
              <a:srgbClr val="C8D5E2"/>
            </a:solidFill>
            <a:ln>
              <a:noFill/>
            </a:ln>
          </p:spPr>
        </p:sp>
        <p:sp>
          <p:nvSpPr>
            <p:cNvPr id="11976" name="Heatmap cell r45 c43"/>
            <p:cNvSpPr/>
            <p:nvPr/>
          </p:nvSpPr>
          <p:spPr>
            <a:xfrm>
              <a:off x="793537" y="1204510"/>
              <a:ext cx="19034" cy="28503"/>
            </a:xfrm>
            <a:prstGeom prst="rect">
              <a:avLst/>
            </a:prstGeom>
            <a:solidFill>
              <a:srgbClr val="EEF3F6"/>
            </a:solidFill>
            <a:ln>
              <a:noFill/>
            </a:ln>
          </p:spPr>
        </p:sp>
        <p:sp>
          <p:nvSpPr>
            <p:cNvPr id="11977" name="Heatmap cell r45 c44"/>
            <p:cNvSpPr/>
            <p:nvPr/>
          </p:nvSpPr>
          <p:spPr>
            <a:xfrm>
              <a:off x="812476" y="1204510"/>
              <a:ext cx="17140" cy="28503"/>
            </a:xfrm>
            <a:prstGeom prst="rect">
              <a:avLst/>
            </a:prstGeom>
            <a:solidFill>
              <a:srgbClr val="FCF7F7"/>
            </a:solidFill>
            <a:ln>
              <a:noFill/>
            </a:ln>
          </p:spPr>
        </p:sp>
        <p:sp>
          <p:nvSpPr>
            <p:cNvPr id="11978" name="Heatmap cell r45 c45"/>
            <p:cNvSpPr/>
            <p:nvPr/>
          </p:nvSpPr>
          <p:spPr>
            <a:xfrm>
              <a:off x="829521" y="1204510"/>
              <a:ext cx="19034" cy="28503"/>
            </a:xfrm>
            <a:prstGeom prst="rect">
              <a:avLst/>
            </a:prstGeom>
            <a:solidFill>
              <a:srgbClr val="EFB8BC"/>
            </a:solidFill>
            <a:ln>
              <a:noFill/>
            </a:ln>
          </p:spPr>
        </p:sp>
        <p:sp>
          <p:nvSpPr>
            <p:cNvPr id="11979" name="Heatmap cell r45 c46"/>
            <p:cNvSpPr/>
            <p:nvPr/>
          </p:nvSpPr>
          <p:spPr>
            <a:xfrm>
              <a:off x="848460" y="1204510"/>
              <a:ext cx="17140" cy="28503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11980" name="Heatmap cell r45 c47"/>
            <p:cNvSpPr/>
            <p:nvPr/>
          </p:nvSpPr>
          <p:spPr>
            <a:xfrm>
              <a:off x="865505" y="1204510"/>
              <a:ext cx="19034" cy="28503"/>
            </a:xfrm>
            <a:prstGeom prst="rect">
              <a:avLst/>
            </a:prstGeom>
            <a:solidFill>
              <a:srgbClr val="FDF9FA"/>
            </a:solidFill>
            <a:ln>
              <a:noFill/>
            </a:ln>
          </p:spPr>
        </p:sp>
        <p:sp>
          <p:nvSpPr>
            <p:cNvPr id="11981" name="Heatmap cell r45 c49"/>
            <p:cNvSpPr/>
            <p:nvPr/>
          </p:nvSpPr>
          <p:spPr>
            <a:xfrm>
              <a:off x="903382" y="1204510"/>
              <a:ext cx="17140" cy="28503"/>
            </a:xfrm>
            <a:prstGeom prst="rect">
              <a:avLst/>
            </a:prstGeom>
            <a:solidFill>
              <a:srgbClr val="EFF3F7"/>
            </a:solidFill>
            <a:ln>
              <a:noFill/>
            </a:ln>
          </p:spPr>
        </p:sp>
        <p:sp>
          <p:nvSpPr>
            <p:cNvPr id="11982" name="Heatmap cell r45 c50"/>
            <p:cNvSpPr/>
            <p:nvPr/>
          </p:nvSpPr>
          <p:spPr>
            <a:xfrm>
              <a:off x="920427" y="1204510"/>
              <a:ext cx="19034" cy="28503"/>
            </a:xfrm>
            <a:prstGeom prst="rect">
              <a:avLst/>
            </a:prstGeom>
            <a:solidFill>
              <a:srgbClr val="DDE4EC"/>
            </a:solidFill>
            <a:ln>
              <a:noFill/>
            </a:ln>
          </p:spPr>
        </p:sp>
        <p:sp>
          <p:nvSpPr>
            <p:cNvPr id="11983" name="Heatmap cell r45 c52"/>
            <p:cNvSpPr/>
            <p:nvPr/>
          </p:nvSpPr>
          <p:spPr>
            <a:xfrm>
              <a:off x="956411" y="1204510"/>
              <a:ext cx="19034" cy="28503"/>
            </a:xfrm>
            <a:prstGeom prst="rect">
              <a:avLst/>
            </a:prstGeom>
            <a:solidFill>
              <a:srgbClr val="F7D9DB"/>
            </a:solidFill>
            <a:ln>
              <a:noFill/>
            </a:ln>
          </p:spPr>
        </p:sp>
        <p:sp>
          <p:nvSpPr>
            <p:cNvPr id="11984" name="Heatmap cell r45 c53"/>
            <p:cNvSpPr/>
            <p:nvPr/>
          </p:nvSpPr>
          <p:spPr>
            <a:xfrm>
              <a:off x="975350" y="1204510"/>
              <a:ext cx="17140" cy="28503"/>
            </a:xfrm>
            <a:prstGeom prst="rect">
              <a:avLst/>
            </a:prstGeom>
            <a:solidFill>
              <a:srgbClr val="6C90B1"/>
            </a:solidFill>
            <a:ln>
              <a:noFill/>
            </a:ln>
          </p:spPr>
        </p:sp>
        <p:sp>
          <p:nvSpPr>
            <p:cNvPr id="11985" name="Heatmap cell r45 c54"/>
            <p:cNvSpPr/>
            <p:nvPr/>
          </p:nvSpPr>
          <p:spPr>
            <a:xfrm>
              <a:off x="992395" y="1204510"/>
              <a:ext cx="19034" cy="28503"/>
            </a:xfrm>
            <a:prstGeom prst="rect">
              <a:avLst/>
            </a:prstGeom>
            <a:solidFill>
              <a:srgbClr val="7092B5"/>
            </a:solidFill>
            <a:ln>
              <a:noFill/>
            </a:ln>
          </p:spPr>
        </p:sp>
        <p:sp>
          <p:nvSpPr>
            <p:cNvPr id="11986" name="Heatmap cell r45 c55"/>
            <p:cNvSpPr/>
            <p:nvPr/>
          </p:nvSpPr>
          <p:spPr>
            <a:xfrm>
              <a:off x="1011334" y="1204510"/>
              <a:ext cx="17140" cy="28503"/>
            </a:xfrm>
            <a:prstGeom prst="rect">
              <a:avLst/>
            </a:prstGeom>
            <a:solidFill>
              <a:srgbClr val="5780A9"/>
            </a:solidFill>
            <a:ln>
              <a:noFill/>
            </a:ln>
          </p:spPr>
        </p:sp>
        <p:sp>
          <p:nvSpPr>
            <p:cNvPr id="11987" name="Heatmap cell r45 c56"/>
            <p:cNvSpPr/>
            <p:nvPr/>
          </p:nvSpPr>
          <p:spPr>
            <a:xfrm>
              <a:off x="1028379" y="1204510"/>
              <a:ext cx="19034" cy="28503"/>
            </a:xfrm>
            <a:prstGeom prst="rect">
              <a:avLst/>
            </a:prstGeom>
            <a:solidFill>
              <a:srgbClr val="C8D5E2"/>
            </a:solidFill>
            <a:ln>
              <a:noFill/>
            </a:ln>
          </p:spPr>
        </p:sp>
        <p:sp>
          <p:nvSpPr>
            <p:cNvPr id="11988" name="Heatmap cell r45 c57"/>
            <p:cNvSpPr/>
            <p:nvPr/>
          </p:nvSpPr>
          <p:spPr>
            <a:xfrm>
              <a:off x="1047318" y="1204510"/>
              <a:ext cx="17140" cy="28503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11989" name="Heatmap cell r45 c58"/>
            <p:cNvSpPr/>
            <p:nvPr/>
          </p:nvSpPr>
          <p:spPr>
            <a:xfrm>
              <a:off x="1064363" y="1204510"/>
              <a:ext cx="19034" cy="28503"/>
            </a:xfrm>
            <a:prstGeom prst="rect">
              <a:avLst/>
            </a:prstGeom>
            <a:solidFill>
              <a:srgbClr val="C4D2DF"/>
            </a:solidFill>
            <a:ln>
              <a:noFill/>
            </a:ln>
          </p:spPr>
        </p:sp>
        <p:sp>
          <p:nvSpPr>
            <p:cNvPr id="11990" name="Heatmap cell r45 c59"/>
            <p:cNvSpPr/>
            <p:nvPr/>
          </p:nvSpPr>
          <p:spPr>
            <a:xfrm>
              <a:off x="1083301" y="1204510"/>
              <a:ext cx="17140" cy="28503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11991" name="Heatmap cell r45 c60"/>
            <p:cNvSpPr/>
            <p:nvPr/>
          </p:nvSpPr>
          <p:spPr>
            <a:xfrm>
              <a:off x="1100346" y="1204510"/>
              <a:ext cx="19034" cy="28503"/>
            </a:xfrm>
            <a:prstGeom prst="rect">
              <a:avLst/>
            </a:prstGeom>
            <a:solidFill>
              <a:srgbClr val="E6EBF1"/>
            </a:solidFill>
            <a:ln>
              <a:noFill/>
            </a:ln>
          </p:spPr>
        </p:sp>
        <p:sp>
          <p:nvSpPr>
            <p:cNvPr id="11992" name="Heatmap cell r45 c61"/>
            <p:cNvSpPr/>
            <p:nvPr/>
          </p:nvSpPr>
          <p:spPr>
            <a:xfrm>
              <a:off x="1119285" y="1204510"/>
              <a:ext cx="19034" cy="28503"/>
            </a:xfrm>
            <a:prstGeom prst="rect">
              <a:avLst/>
            </a:prstGeom>
            <a:solidFill>
              <a:srgbClr val="6086AC"/>
            </a:solidFill>
            <a:ln>
              <a:noFill/>
            </a:ln>
          </p:spPr>
        </p:sp>
        <p:sp>
          <p:nvSpPr>
            <p:cNvPr id="11993" name="Heatmap cell r45 c62"/>
            <p:cNvSpPr/>
            <p:nvPr/>
          </p:nvSpPr>
          <p:spPr>
            <a:xfrm>
              <a:off x="1138224" y="1204510"/>
              <a:ext cx="17140" cy="28503"/>
            </a:xfrm>
            <a:prstGeom prst="rect">
              <a:avLst/>
            </a:prstGeom>
            <a:solidFill>
              <a:srgbClr val="E2EAEF"/>
            </a:solidFill>
            <a:ln>
              <a:noFill/>
            </a:ln>
          </p:spPr>
        </p:sp>
        <p:sp>
          <p:nvSpPr>
            <p:cNvPr id="11994" name="Heatmap cell r45 c63"/>
            <p:cNvSpPr/>
            <p:nvPr/>
          </p:nvSpPr>
          <p:spPr>
            <a:xfrm>
              <a:off x="1155269" y="1204510"/>
              <a:ext cx="19034" cy="28503"/>
            </a:xfrm>
            <a:prstGeom prst="rect">
              <a:avLst/>
            </a:prstGeom>
            <a:solidFill>
              <a:srgbClr val="F0BCC3"/>
            </a:solidFill>
            <a:ln>
              <a:noFill/>
            </a:ln>
          </p:spPr>
        </p:sp>
        <p:sp>
          <p:nvSpPr>
            <p:cNvPr id="11995" name="Heatmap cell r45 c64"/>
            <p:cNvSpPr/>
            <p:nvPr/>
          </p:nvSpPr>
          <p:spPr>
            <a:xfrm>
              <a:off x="1174208" y="1204510"/>
              <a:ext cx="17140" cy="28503"/>
            </a:xfrm>
            <a:prstGeom prst="rect">
              <a:avLst/>
            </a:prstGeom>
            <a:solidFill>
              <a:srgbClr val="E4EBEF"/>
            </a:solidFill>
            <a:ln>
              <a:noFill/>
            </a:ln>
          </p:spPr>
        </p:sp>
        <p:sp>
          <p:nvSpPr>
            <p:cNvPr id="11996" name="Heatmap cell r45 c65"/>
            <p:cNvSpPr/>
            <p:nvPr/>
          </p:nvSpPr>
          <p:spPr>
            <a:xfrm>
              <a:off x="1191253" y="1204510"/>
              <a:ext cx="19034" cy="28503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11997" name="Heatmap cell r45 c66"/>
            <p:cNvSpPr/>
            <p:nvPr/>
          </p:nvSpPr>
          <p:spPr>
            <a:xfrm>
              <a:off x="1210192" y="1204510"/>
              <a:ext cx="17140" cy="28503"/>
            </a:xfrm>
            <a:prstGeom prst="rect">
              <a:avLst/>
            </a:prstGeom>
            <a:solidFill>
              <a:srgbClr val="FAEEEF"/>
            </a:solidFill>
            <a:ln>
              <a:noFill/>
            </a:ln>
          </p:spPr>
        </p:sp>
        <p:sp>
          <p:nvSpPr>
            <p:cNvPr id="11998" name="Heatmap cell r45 c67"/>
            <p:cNvSpPr/>
            <p:nvPr/>
          </p:nvSpPr>
          <p:spPr>
            <a:xfrm>
              <a:off x="1227236" y="1204510"/>
              <a:ext cx="19034" cy="28503"/>
            </a:xfrm>
            <a:prstGeom prst="rect">
              <a:avLst/>
            </a:prstGeom>
            <a:solidFill>
              <a:srgbClr val="CFDBE6"/>
            </a:solidFill>
            <a:ln>
              <a:noFill/>
            </a:ln>
          </p:spPr>
        </p:sp>
        <p:sp>
          <p:nvSpPr>
            <p:cNvPr id="11999" name="Heatmap cell r45 c68"/>
            <p:cNvSpPr/>
            <p:nvPr/>
          </p:nvSpPr>
          <p:spPr>
            <a:xfrm>
              <a:off x="1246175" y="1204510"/>
              <a:ext cx="17140" cy="28503"/>
            </a:xfrm>
            <a:prstGeom prst="rect">
              <a:avLst/>
            </a:prstGeom>
            <a:solidFill>
              <a:srgbClr val="BDCEDD"/>
            </a:solidFill>
            <a:ln>
              <a:noFill/>
            </a:ln>
          </p:spPr>
        </p:sp>
        <p:sp>
          <p:nvSpPr>
            <p:cNvPr id="12000" name="Heatmap cell r45 c69"/>
            <p:cNvSpPr/>
            <p:nvPr/>
          </p:nvSpPr>
          <p:spPr>
            <a:xfrm>
              <a:off x="1263220" y="1204510"/>
              <a:ext cx="19034" cy="28503"/>
            </a:xfrm>
            <a:prstGeom prst="rect">
              <a:avLst/>
            </a:prstGeom>
            <a:solidFill>
              <a:srgbClr val="7595B7"/>
            </a:solidFill>
            <a:ln>
              <a:noFill/>
            </a:ln>
          </p:spPr>
        </p:sp>
        <p:sp>
          <p:nvSpPr>
            <p:cNvPr id="12001" name="Heatmap cell r45 c70"/>
            <p:cNvSpPr/>
            <p:nvPr/>
          </p:nvSpPr>
          <p:spPr>
            <a:xfrm>
              <a:off x="1282159" y="1204510"/>
              <a:ext cx="17140" cy="28503"/>
            </a:xfrm>
            <a:prstGeom prst="rect">
              <a:avLst/>
            </a:prstGeom>
            <a:solidFill>
              <a:srgbClr val="D7E1EB"/>
            </a:solidFill>
            <a:ln>
              <a:noFill/>
            </a:ln>
          </p:spPr>
        </p:sp>
        <p:sp>
          <p:nvSpPr>
            <p:cNvPr id="12002" name="Heatmap cell r45 c71"/>
            <p:cNvSpPr/>
            <p:nvPr/>
          </p:nvSpPr>
          <p:spPr>
            <a:xfrm>
              <a:off x="1299204" y="1204510"/>
              <a:ext cx="19034" cy="28503"/>
            </a:xfrm>
            <a:prstGeom prst="rect">
              <a:avLst/>
            </a:prstGeom>
            <a:solidFill>
              <a:srgbClr val="FCF6F6"/>
            </a:solidFill>
            <a:ln>
              <a:noFill/>
            </a:ln>
          </p:spPr>
        </p:sp>
        <p:sp>
          <p:nvSpPr>
            <p:cNvPr id="12003" name="Heatmap cell r45 c72"/>
            <p:cNvSpPr/>
            <p:nvPr/>
          </p:nvSpPr>
          <p:spPr>
            <a:xfrm>
              <a:off x="1318143" y="1204510"/>
              <a:ext cx="17140" cy="28503"/>
            </a:xfrm>
            <a:prstGeom prst="rect">
              <a:avLst/>
            </a:prstGeom>
            <a:solidFill>
              <a:srgbClr val="B8C9DA"/>
            </a:solidFill>
            <a:ln>
              <a:noFill/>
            </a:ln>
          </p:spPr>
        </p:sp>
        <p:sp>
          <p:nvSpPr>
            <p:cNvPr id="12004" name="Heatmap cell r45 c73"/>
            <p:cNvSpPr/>
            <p:nvPr/>
          </p:nvSpPr>
          <p:spPr>
            <a:xfrm>
              <a:off x="1335188" y="1204510"/>
              <a:ext cx="19034" cy="28503"/>
            </a:xfrm>
            <a:prstGeom prst="rect">
              <a:avLst/>
            </a:prstGeom>
            <a:solidFill>
              <a:srgbClr val="BBCCDC"/>
            </a:solidFill>
            <a:ln>
              <a:noFill/>
            </a:ln>
          </p:spPr>
        </p:sp>
        <p:sp>
          <p:nvSpPr>
            <p:cNvPr id="12005" name="Heatmap cell r45 c74"/>
            <p:cNvSpPr/>
            <p:nvPr/>
          </p:nvSpPr>
          <p:spPr>
            <a:xfrm>
              <a:off x="1354127" y="1204510"/>
              <a:ext cx="17140" cy="28503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12006" name="Heatmap cell r45 c75"/>
            <p:cNvSpPr/>
            <p:nvPr/>
          </p:nvSpPr>
          <p:spPr>
            <a:xfrm>
              <a:off x="1371172" y="1204510"/>
              <a:ext cx="19034" cy="28503"/>
            </a:xfrm>
            <a:prstGeom prst="rect">
              <a:avLst/>
            </a:prstGeom>
            <a:solidFill>
              <a:srgbClr val="174380"/>
            </a:solidFill>
            <a:ln>
              <a:noFill/>
            </a:ln>
          </p:spPr>
        </p:sp>
        <p:sp>
          <p:nvSpPr>
            <p:cNvPr id="12007" name="Heatmap cell r45 c76"/>
            <p:cNvSpPr/>
            <p:nvPr/>
          </p:nvSpPr>
          <p:spPr>
            <a:xfrm>
              <a:off x="1390110" y="1204510"/>
              <a:ext cx="19034" cy="28503"/>
            </a:xfrm>
            <a:prstGeom prst="rect">
              <a:avLst/>
            </a:prstGeom>
            <a:solidFill>
              <a:srgbClr val="84A1BE"/>
            </a:solidFill>
            <a:ln>
              <a:noFill/>
            </a:ln>
          </p:spPr>
        </p:sp>
        <p:sp>
          <p:nvSpPr>
            <p:cNvPr id="12008" name="Heatmap cell r45 c77"/>
            <p:cNvSpPr/>
            <p:nvPr/>
          </p:nvSpPr>
          <p:spPr>
            <a:xfrm>
              <a:off x="1409049" y="1204510"/>
              <a:ext cx="17140" cy="28503"/>
            </a:xfrm>
            <a:prstGeom prst="rect">
              <a:avLst/>
            </a:prstGeom>
            <a:solidFill>
              <a:srgbClr val="EAEEF4"/>
            </a:solidFill>
            <a:ln>
              <a:noFill/>
            </a:ln>
          </p:spPr>
        </p:sp>
        <p:sp>
          <p:nvSpPr>
            <p:cNvPr id="12009" name="Heatmap cell r45 c78"/>
            <p:cNvSpPr/>
            <p:nvPr/>
          </p:nvSpPr>
          <p:spPr>
            <a:xfrm>
              <a:off x="1426094" y="1204510"/>
              <a:ext cx="19034" cy="28503"/>
            </a:xfrm>
            <a:prstGeom prst="rect">
              <a:avLst/>
            </a:prstGeom>
            <a:solidFill>
              <a:srgbClr val="F1F5F8"/>
            </a:solidFill>
            <a:ln>
              <a:noFill/>
            </a:ln>
          </p:spPr>
        </p:sp>
        <p:sp>
          <p:nvSpPr>
            <p:cNvPr id="12010" name="Heatmap cell r45 c79"/>
            <p:cNvSpPr/>
            <p:nvPr/>
          </p:nvSpPr>
          <p:spPr>
            <a:xfrm>
              <a:off x="1445033" y="1204510"/>
              <a:ext cx="17140" cy="28503"/>
            </a:xfrm>
            <a:prstGeom prst="rect">
              <a:avLst/>
            </a:prstGeom>
            <a:solidFill>
              <a:srgbClr val="A3B9CF"/>
            </a:solidFill>
            <a:ln>
              <a:noFill/>
            </a:ln>
          </p:spPr>
        </p:sp>
        <p:sp>
          <p:nvSpPr>
            <p:cNvPr id="12011" name="Heatmap cell r45 c81"/>
            <p:cNvSpPr/>
            <p:nvPr/>
          </p:nvSpPr>
          <p:spPr>
            <a:xfrm>
              <a:off x="1481017" y="1204510"/>
              <a:ext cx="17140" cy="28503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12012" name="Heatmap cell r45 c82"/>
            <p:cNvSpPr/>
            <p:nvPr/>
          </p:nvSpPr>
          <p:spPr>
            <a:xfrm>
              <a:off x="1498062" y="1204510"/>
              <a:ext cx="19034" cy="28503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12013" name="Heatmap cell r45 c83"/>
            <p:cNvSpPr/>
            <p:nvPr/>
          </p:nvSpPr>
          <p:spPr>
            <a:xfrm>
              <a:off x="1517001" y="1204510"/>
              <a:ext cx="17140" cy="28503"/>
            </a:xfrm>
            <a:prstGeom prst="rect">
              <a:avLst/>
            </a:prstGeom>
            <a:solidFill>
              <a:srgbClr val="B5C6D7"/>
            </a:solidFill>
            <a:ln>
              <a:noFill/>
            </a:ln>
          </p:spPr>
        </p:sp>
        <p:sp>
          <p:nvSpPr>
            <p:cNvPr id="12014" name="Heatmap cell r45 c84"/>
            <p:cNvSpPr/>
            <p:nvPr/>
          </p:nvSpPr>
          <p:spPr>
            <a:xfrm>
              <a:off x="1534046" y="1204510"/>
              <a:ext cx="19034" cy="28503"/>
            </a:xfrm>
            <a:prstGeom prst="rect">
              <a:avLst/>
            </a:prstGeom>
            <a:solidFill>
              <a:srgbClr val="A7BBD1"/>
            </a:solidFill>
            <a:ln>
              <a:noFill/>
            </a:ln>
          </p:spPr>
        </p:sp>
        <p:sp>
          <p:nvSpPr>
            <p:cNvPr id="12015" name="Heatmap cell r45 c85"/>
            <p:cNvSpPr/>
            <p:nvPr/>
          </p:nvSpPr>
          <p:spPr>
            <a:xfrm>
              <a:off x="1552984" y="1204510"/>
              <a:ext cx="17140" cy="28503"/>
            </a:xfrm>
            <a:prstGeom prst="rect">
              <a:avLst/>
            </a:prstGeom>
            <a:solidFill>
              <a:srgbClr val="97B0C8"/>
            </a:solidFill>
            <a:ln>
              <a:noFill/>
            </a:ln>
          </p:spPr>
        </p:sp>
        <p:sp>
          <p:nvSpPr>
            <p:cNvPr id="12016" name="Heatmap cell r45 c86"/>
            <p:cNvSpPr/>
            <p:nvPr/>
          </p:nvSpPr>
          <p:spPr>
            <a:xfrm>
              <a:off x="1570029" y="1204510"/>
              <a:ext cx="19034" cy="28503"/>
            </a:xfrm>
            <a:prstGeom prst="rect">
              <a:avLst/>
            </a:prstGeom>
            <a:solidFill>
              <a:srgbClr val="ABBED2"/>
            </a:solidFill>
            <a:ln>
              <a:noFill/>
            </a:ln>
          </p:spPr>
        </p:sp>
        <p:sp>
          <p:nvSpPr>
            <p:cNvPr id="12017" name="Heatmap cell r45 c87"/>
            <p:cNvSpPr/>
            <p:nvPr/>
          </p:nvSpPr>
          <p:spPr>
            <a:xfrm>
              <a:off x="1588968" y="1204510"/>
              <a:ext cx="17140" cy="28503"/>
            </a:xfrm>
            <a:prstGeom prst="rect">
              <a:avLst/>
            </a:prstGeom>
            <a:solidFill>
              <a:srgbClr val="CFDAE4"/>
            </a:solidFill>
            <a:ln>
              <a:noFill/>
            </a:ln>
          </p:spPr>
        </p:sp>
        <p:sp>
          <p:nvSpPr>
            <p:cNvPr id="12018" name="Heatmap cell r45 c88"/>
            <p:cNvSpPr/>
            <p:nvPr/>
          </p:nvSpPr>
          <p:spPr>
            <a:xfrm>
              <a:off x="1606013" y="1204510"/>
              <a:ext cx="19034" cy="28503"/>
            </a:xfrm>
            <a:prstGeom prst="rect">
              <a:avLst/>
            </a:prstGeom>
            <a:solidFill>
              <a:srgbClr val="EBEFF5"/>
            </a:solidFill>
            <a:ln>
              <a:noFill/>
            </a:ln>
          </p:spPr>
        </p:sp>
        <p:sp>
          <p:nvSpPr>
            <p:cNvPr id="12019" name="Heatmap cell r45 c89"/>
            <p:cNvSpPr/>
            <p:nvPr/>
          </p:nvSpPr>
          <p:spPr>
            <a:xfrm>
              <a:off x="1624952" y="1204510"/>
              <a:ext cx="19034" cy="28503"/>
            </a:xfrm>
            <a:prstGeom prst="rect">
              <a:avLst/>
            </a:prstGeom>
            <a:solidFill>
              <a:srgbClr val="F6F8F9"/>
            </a:solidFill>
            <a:ln>
              <a:noFill/>
            </a:ln>
          </p:spPr>
        </p:sp>
        <p:sp>
          <p:nvSpPr>
            <p:cNvPr id="12020" name="Heatmap cell r45 c90"/>
            <p:cNvSpPr/>
            <p:nvPr/>
          </p:nvSpPr>
          <p:spPr>
            <a:xfrm>
              <a:off x="1643891" y="1204510"/>
              <a:ext cx="17140" cy="28503"/>
            </a:xfrm>
            <a:prstGeom prst="rect">
              <a:avLst/>
            </a:prstGeom>
            <a:solidFill>
              <a:srgbClr val="CCD7E3"/>
            </a:solidFill>
            <a:ln>
              <a:noFill/>
            </a:ln>
          </p:spPr>
        </p:sp>
        <p:sp>
          <p:nvSpPr>
            <p:cNvPr id="12021" name="Heatmap cell r45 c91"/>
            <p:cNvSpPr/>
            <p:nvPr/>
          </p:nvSpPr>
          <p:spPr>
            <a:xfrm>
              <a:off x="1660936" y="1204510"/>
              <a:ext cx="19034" cy="28503"/>
            </a:xfrm>
            <a:prstGeom prst="rect">
              <a:avLst/>
            </a:prstGeom>
            <a:solidFill>
              <a:srgbClr val="B9C9DB"/>
            </a:solidFill>
            <a:ln>
              <a:noFill/>
            </a:ln>
          </p:spPr>
        </p:sp>
        <p:sp>
          <p:nvSpPr>
            <p:cNvPr id="12022" name="Heatmap cell r45 c92"/>
            <p:cNvSpPr/>
            <p:nvPr/>
          </p:nvSpPr>
          <p:spPr>
            <a:xfrm>
              <a:off x="1679875" y="1204510"/>
              <a:ext cx="17140" cy="28503"/>
            </a:xfrm>
            <a:prstGeom prst="rect">
              <a:avLst/>
            </a:prstGeom>
            <a:solidFill>
              <a:srgbClr val="EDF1F7"/>
            </a:solidFill>
            <a:ln>
              <a:noFill/>
            </a:ln>
          </p:spPr>
        </p:sp>
        <p:sp>
          <p:nvSpPr>
            <p:cNvPr id="12023" name="Heatmap cell r45 c93"/>
            <p:cNvSpPr/>
            <p:nvPr/>
          </p:nvSpPr>
          <p:spPr>
            <a:xfrm>
              <a:off x="1696920" y="1204510"/>
              <a:ext cx="19034" cy="28503"/>
            </a:xfrm>
            <a:prstGeom prst="rect">
              <a:avLst/>
            </a:prstGeom>
            <a:solidFill>
              <a:srgbClr val="A7BBD1"/>
            </a:solidFill>
            <a:ln>
              <a:noFill/>
            </a:ln>
          </p:spPr>
        </p:sp>
        <p:sp>
          <p:nvSpPr>
            <p:cNvPr id="12024" name="Heatmap cell r45 c94"/>
            <p:cNvSpPr/>
            <p:nvPr/>
          </p:nvSpPr>
          <p:spPr>
            <a:xfrm>
              <a:off x="1715858" y="1204510"/>
              <a:ext cx="17140" cy="28503"/>
            </a:xfrm>
            <a:prstGeom prst="rect">
              <a:avLst/>
            </a:prstGeom>
            <a:solidFill>
              <a:srgbClr val="DFE6ED"/>
            </a:solidFill>
            <a:ln>
              <a:noFill/>
            </a:ln>
          </p:spPr>
        </p:sp>
        <p:sp>
          <p:nvSpPr>
            <p:cNvPr id="12025" name="Heatmap cell r45 c95"/>
            <p:cNvSpPr/>
            <p:nvPr/>
          </p:nvSpPr>
          <p:spPr>
            <a:xfrm>
              <a:off x="1732903" y="1204510"/>
              <a:ext cx="19034" cy="28503"/>
            </a:xfrm>
            <a:prstGeom prst="rect">
              <a:avLst/>
            </a:prstGeom>
            <a:solidFill>
              <a:srgbClr val="DDE4EC"/>
            </a:solidFill>
            <a:ln>
              <a:noFill/>
            </a:ln>
          </p:spPr>
        </p:sp>
        <p:sp>
          <p:nvSpPr>
            <p:cNvPr id="12026" name="Heatmap cell r45 c97"/>
            <p:cNvSpPr/>
            <p:nvPr/>
          </p:nvSpPr>
          <p:spPr>
            <a:xfrm>
              <a:off x="1768887" y="1204510"/>
              <a:ext cx="19034" cy="28503"/>
            </a:xfrm>
            <a:prstGeom prst="rect">
              <a:avLst/>
            </a:prstGeom>
            <a:solidFill>
              <a:srgbClr val="A9BCD2"/>
            </a:solidFill>
            <a:ln>
              <a:noFill/>
            </a:ln>
          </p:spPr>
        </p:sp>
        <p:sp>
          <p:nvSpPr>
            <p:cNvPr id="12027" name="Heatmap cell r45 c98"/>
            <p:cNvSpPr/>
            <p:nvPr/>
          </p:nvSpPr>
          <p:spPr>
            <a:xfrm>
              <a:off x="1787826" y="1204510"/>
              <a:ext cx="17140" cy="28503"/>
            </a:xfrm>
            <a:prstGeom prst="rect">
              <a:avLst/>
            </a:prstGeom>
            <a:solidFill>
              <a:srgbClr val="CAD6E3"/>
            </a:solidFill>
            <a:ln>
              <a:noFill/>
            </a:ln>
          </p:spPr>
        </p:sp>
        <p:sp>
          <p:nvSpPr>
            <p:cNvPr id="12028" name="Heatmap cell r45 c99"/>
            <p:cNvSpPr/>
            <p:nvPr/>
          </p:nvSpPr>
          <p:spPr>
            <a:xfrm>
              <a:off x="1804871" y="1204510"/>
              <a:ext cx="19034" cy="28503"/>
            </a:xfrm>
            <a:prstGeom prst="rect">
              <a:avLst/>
            </a:prstGeom>
            <a:solidFill>
              <a:srgbClr val="EBF0F6"/>
            </a:solidFill>
            <a:ln>
              <a:noFill/>
            </a:ln>
          </p:spPr>
        </p:sp>
        <p:sp>
          <p:nvSpPr>
            <p:cNvPr id="12029" name="Heatmap cell r45 c100"/>
            <p:cNvSpPr/>
            <p:nvPr/>
          </p:nvSpPr>
          <p:spPr>
            <a:xfrm>
              <a:off x="1823810" y="1204510"/>
              <a:ext cx="17140" cy="28503"/>
            </a:xfrm>
            <a:prstGeom prst="rect">
              <a:avLst/>
            </a:prstGeom>
            <a:solidFill>
              <a:srgbClr val="517AA2"/>
            </a:solidFill>
            <a:ln>
              <a:noFill/>
            </a:ln>
          </p:spPr>
        </p:sp>
        <p:sp>
          <p:nvSpPr>
            <p:cNvPr id="12030" name="Heatmap cell r45 c101"/>
            <p:cNvSpPr/>
            <p:nvPr/>
          </p:nvSpPr>
          <p:spPr>
            <a:xfrm>
              <a:off x="1840855" y="1204510"/>
              <a:ext cx="19034" cy="28503"/>
            </a:xfrm>
            <a:prstGeom prst="rect">
              <a:avLst/>
            </a:prstGeom>
            <a:solidFill>
              <a:srgbClr val="D5DFEA"/>
            </a:solidFill>
            <a:ln>
              <a:noFill/>
            </a:ln>
          </p:spPr>
        </p:sp>
        <p:sp>
          <p:nvSpPr>
            <p:cNvPr id="12031" name="Heatmap cell r45 c102"/>
            <p:cNvSpPr/>
            <p:nvPr/>
          </p:nvSpPr>
          <p:spPr>
            <a:xfrm>
              <a:off x="1859794" y="1204510"/>
              <a:ext cx="19034" cy="28503"/>
            </a:xfrm>
            <a:prstGeom prst="rect">
              <a:avLst/>
            </a:prstGeom>
            <a:solidFill>
              <a:srgbClr val="88A6C1"/>
            </a:solidFill>
            <a:ln>
              <a:noFill/>
            </a:ln>
          </p:spPr>
        </p:sp>
        <p:sp>
          <p:nvSpPr>
            <p:cNvPr id="12032" name="Heatmap cell r45 c103"/>
            <p:cNvSpPr/>
            <p:nvPr/>
          </p:nvSpPr>
          <p:spPr>
            <a:xfrm>
              <a:off x="1878732" y="1204510"/>
              <a:ext cx="17140" cy="28503"/>
            </a:xfrm>
            <a:prstGeom prst="rect">
              <a:avLst/>
            </a:prstGeom>
            <a:solidFill>
              <a:srgbClr val="FBF1F3"/>
            </a:solidFill>
            <a:ln>
              <a:noFill/>
            </a:ln>
          </p:spPr>
        </p:sp>
        <p:sp>
          <p:nvSpPr>
            <p:cNvPr id="12033" name="Heatmap cell r45 c104"/>
            <p:cNvSpPr/>
            <p:nvPr/>
          </p:nvSpPr>
          <p:spPr>
            <a:xfrm>
              <a:off x="1895777" y="1204510"/>
              <a:ext cx="19034" cy="28503"/>
            </a:xfrm>
            <a:prstGeom prst="rect">
              <a:avLst/>
            </a:prstGeom>
            <a:solidFill>
              <a:srgbClr val="EFF3F7"/>
            </a:solidFill>
            <a:ln>
              <a:noFill/>
            </a:ln>
          </p:spPr>
        </p:sp>
        <p:sp>
          <p:nvSpPr>
            <p:cNvPr id="12034" name="Heatmap cell r45 c105"/>
            <p:cNvSpPr/>
            <p:nvPr/>
          </p:nvSpPr>
          <p:spPr>
            <a:xfrm>
              <a:off x="1914716" y="1204510"/>
              <a:ext cx="17140" cy="28503"/>
            </a:xfrm>
            <a:prstGeom prst="rect">
              <a:avLst/>
            </a:prstGeom>
            <a:solidFill>
              <a:srgbClr val="F8E3E6"/>
            </a:solidFill>
            <a:ln>
              <a:noFill/>
            </a:ln>
          </p:spPr>
        </p:sp>
        <p:sp>
          <p:nvSpPr>
            <p:cNvPr id="12035" name="Heatmap cell r45 c106"/>
            <p:cNvSpPr/>
            <p:nvPr/>
          </p:nvSpPr>
          <p:spPr>
            <a:xfrm>
              <a:off x="1931761" y="1204510"/>
              <a:ext cx="19034" cy="28503"/>
            </a:xfrm>
            <a:prstGeom prst="rect">
              <a:avLst/>
            </a:prstGeom>
            <a:solidFill>
              <a:srgbClr val="F6D5D9"/>
            </a:solidFill>
            <a:ln>
              <a:noFill/>
            </a:ln>
          </p:spPr>
        </p:sp>
        <p:sp>
          <p:nvSpPr>
            <p:cNvPr id="12036" name="Heatmap cell r45 c107"/>
            <p:cNvSpPr/>
            <p:nvPr/>
          </p:nvSpPr>
          <p:spPr>
            <a:xfrm>
              <a:off x="1950700" y="1204510"/>
              <a:ext cx="17140" cy="28503"/>
            </a:xfrm>
            <a:prstGeom prst="rect">
              <a:avLst/>
            </a:prstGeom>
            <a:solidFill>
              <a:srgbClr val="E7EBF1"/>
            </a:solidFill>
            <a:ln>
              <a:noFill/>
            </a:ln>
          </p:spPr>
        </p:sp>
        <p:sp>
          <p:nvSpPr>
            <p:cNvPr id="12037" name="Heatmap cell r45 c108"/>
            <p:cNvSpPr/>
            <p:nvPr/>
          </p:nvSpPr>
          <p:spPr>
            <a:xfrm>
              <a:off x="1967745" y="1204510"/>
              <a:ext cx="19034" cy="28503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12038" name="Heatmap cell r45 c109"/>
            <p:cNvSpPr/>
            <p:nvPr/>
          </p:nvSpPr>
          <p:spPr>
            <a:xfrm>
              <a:off x="1986684" y="1204510"/>
              <a:ext cx="17140" cy="28503"/>
            </a:xfrm>
            <a:prstGeom prst="rect">
              <a:avLst/>
            </a:prstGeom>
            <a:solidFill>
              <a:srgbClr val="F5F7F9"/>
            </a:solidFill>
            <a:ln>
              <a:noFill/>
            </a:ln>
          </p:spPr>
        </p:sp>
        <p:sp>
          <p:nvSpPr>
            <p:cNvPr id="12039" name="Heatmap cell r45 c110"/>
            <p:cNvSpPr/>
            <p:nvPr/>
          </p:nvSpPr>
          <p:spPr>
            <a:xfrm>
              <a:off x="2003729" y="1204510"/>
              <a:ext cx="19034" cy="28503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12040" name="Heatmap cell r45 c111"/>
            <p:cNvSpPr/>
            <p:nvPr/>
          </p:nvSpPr>
          <p:spPr>
            <a:xfrm>
              <a:off x="2022668" y="1204510"/>
              <a:ext cx="17140" cy="28503"/>
            </a:xfrm>
            <a:prstGeom prst="rect">
              <a:avLst/>
            </a:prstGeom>
            <a:solidFill>
              <a:srgbClr val="CED9E4"/>
            </a:solidFill>
            <a:ln>
              <a:noFill/>
            </a:ln>
          </p:spPr>
        </p:sp>
        <p:sp>
          <p:nvSpPr>
            <p:cNvPr id="12041" name="Heatmap cell r45 c112"/>
            <p:cNvSpPr/>
            <p:nvPr/>
          </p:nvSpPr>
          <p:spPr>
            <a:xfrm>
              <a:off x="2039712" y="1204510"/>
              <a:ext cx="19034" cy="28503"/>
            </a:xfrm>
            <a:prstGeom prst="rect">
              <a:avLst/>
            </a:prstGeom>
            <a:solidFill>
              <a:srgbClr val="6D91B3"/>
            </a:solidFill>
            <a:ln>
              <a:noFill/>
            </a:ln>
          </p:spPr>
        </p:sp>
        <p:sp>
          <p:nvSpPr>
            <p:cNvPr id="12042" name="Heatmap cell r45 c113"/>
            <p:cNvSpPr/>
            <p:nvPr/>
          </p:nvSpPr>
          <p:spPr>
            <a:xfrm>
              <a:off x="2058651" y="1204510"/>
              <a:ext cx="17140" cy="28503"/>
            </a:xfrm>
            <a:prstGeom prst="rect">
              <a:avLst/>
            </a:prstGeom>
            <a:solidFill>
              <a:srgbClr val="DDE4EC"/>
            </a:solidFill>
            <a:ln>
              <a:noFill/>
            </a:ln>
          </p:spPr>
        </p:sp>
        <p:sp>
          <p:nvSpPr>
            <p:cNvPr id="12043" name="Heatmap cell r45 c115"/>
            <p:cNvSpPr/>
            <p:nvPr/>
          </p:nvSpPr>
          <p:spPr>
            <a:xfrm>
              <a:off x="2094635" y="1204510"/>
              <a:ext cx="19034" cy="28503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12044" name="Heatmap cell r45 c117"/>
            <p:cNvSpPr/>
            <p:nvPr/>
          </p:nvSpPr>
          <p:spPr>
            <a:xfrm>
              <a:off x="2130619" y="1204510"/>
              <a:ext cx="19034" cy="28503"/>
            </a:xfrm>
            <a:prstGeom prst="rect">
              <a:avLst/>
            </a:prstGeom>
            <a:solidFill>
              <a:srgbClr val="AFC4D5"/>
            </a:solidFill>
            <a:ln>
              <a:noFill/>
            </a:ln>
          </p:spPr>
        </p:sp>
        <p:sp>
          <p:nvSpPr>
            <p:cNvPr id="12045" name="Heatmap cell r45 c118"/>
            <p:cNvSpPr/>
            <p:nvPr/>
          </p:nvSpPr>
          <p:spPr>
            <a:xfrm>
              <a:off x="2149558" y="1204510"/>
              <a:ext cx="17140" cy="28503"/>
            </a:xfrm>
            <a:prstGeom prst="rect">
              <a:avLst/>
            </a:prstGeom>
            <a:solidFill>
              <a:srgbClr val="6388AD"/>
            </a:solidFill>
            <a:ln>
              <a:noFill/>
            </a:ln>
          </p:spPr>
        </p:sp>
        <p:sp>
          <p:nvSpPr>
            <p:cNvPr id="12046" name="Heatmap cell r45 c119"/>
            <p:cNvSpPr/>
            <p:nvPr/>
          </p:nvSpPr>
          <p:spPr>
            <a:xfrm>
              <a:off x="2166603" y="1204510"/>
              <a:ext cx="19034" cy="28503"/>
            </a:xfrm>
            <a:prstGeom prst="rect">
              <a:avLst/>
            </a:prstGeom>
            <a:solidFill>
              <a:srgbClr val="A7BBD1"/>
            </a:solidFill>
            <a:ln>
              <a:noFill/>
            </a:ln>
          </p:spPr>
        </p:sp>
        <p:sp>
          <p:nvSpPr>
            <p:cNvPr id="12047" name="Heatmap cell r45 c120"/>
            <p:cNvSpPr/>
            <p:nvPr/>
          </p:nvSpPr>
          <p:spPr>
            <a:xfrm>
              <a:off x="2185542" y="1204510"/>
              <a:ext cx="17140" cy="28503"/>
            </a:xfrm>
            <a:prstGeom prst="rect">
              <a:avLst/>
            </a:prstGeom>
            <a:solidFill>
              <a:srgbClr val="C5D2E0"/>
            </a:solidFill>
            <a:ln>
              <a:noFill/>
            </a:ln>
          </p:spPr>
        </p:sp>
        <p:sp>
          <p:nvSpPr>
            <p:cNvPr id="12048" name="Heatmap cell r45 c121"/>
            <p:cNvSpPr/>
            <p:nvPr/>
          </p:nvSpPr>
          <p:spPr>
            <a:xfrm>
              <a:off x="2202586" y="1204510"/>
              <a:ext cx="19034" cy="28503"/>
            </a:xfrm>
            <a:prstGeom prst="rect">
              <a:avLst/>
            </a:prstGeom>
            <a:solidFill>
              <a:srgbClr val="EEF3F6"/>
            </a:solidFill>
            <a:ln>
              <a:noFill/>
            </a:ln>
          </p:spPr>
        </p:sp>
        <p:sp>
          <p:nvSpPr>
            <p:cNvPr id="12049" name="Heatmap cell r45 c123"/>
            <p:cNvSpPr/>
            <p:nvPr/>
          </p:nvSpPr>
          <p:spPr>
            <a:xfrm>
              <a:off x="2238570" y="1204510"/>
              <a:ext cx="19034" cy="28503"/>
            </a:xfrm>
            <a:prstGeom prst="rect">
              <a:avLst/>
            </a:prstGeom>
            <a:solidFill>
              <a:srgbClr val="A2B8CF"/>
            </a:solidFill>
            <a:ln>
              <a:noFill/>
            </a:ln>
          </p:spPr>
        </p:sp>
        <p:sp>
          <p:nvSpPr>
            <p:cNvPr id="12050" name="Heatmap cell r45 c124"/>
            <p:cNvSpPr/>
            <p:nvPr/>
          </p:nvSpPr>
          <p:spPr>
            <a:xfrm>
              <a:off x="2257509" y="1204510"/>
              <a:ext cx="17140" cy="28503"/>
            </a:xfrm>
            <a:prstGeom prst="rect">
              <a:avLst/>
            </a:prstGeom>
            <a:solidFill>
              <a:srgbClr val="F0F5F8"/>
            </a:solidFill>
            <a:ln>
              <a:noFill/>
            </a:ln>
          </p:spPr>
        </p:sp>
        <p:sp>
          <p:nvSpPr>
            <p:cNvPr id="12051" name="Heatmap cell r45 c125"/>
            <p:cNvSpPr/>
            <p:nvPr/>
          </p:nvSpPr>
          <p:spPr>
            <a:xfrm>
              <a:off x="2274554" y="1204510"/>
              <a:ext cx="19034" cy="28503"/>
            </a:xfrm>
            <a:prstGeom prst="rect">
              <a:avLst/>
            </a:prstGeom>
            <a:solidFill>
              <a:srgbClr val="EEB1B8"/>
            </a:solidFill>
            <a:ln>
              <a:noFill/>
            </a:ln>
          </p:spPr>
        </p:sp>
        <p:sp>
          <p:nvSpPr>
            <p:cNvPr id="12052" name="Heatmap cell r45 c127"/>
            <p:cNvSpPr/>
            <p:nvPr/>
          </p:nvSpPr>
          <p:spPr>
            <a:xfrm>
              <a:off x="2310538" y="1204510"/>
              <a:ext cx="19034" cy="28503"/>
            </a:xfrm>
            <a:prstGeom prst="rect">
              <a:avLst/>
            </a:prstGeom>
            <a:solidFill>
              <a:srgbClr val="CCD7E3"/>
            </a:solidFill>
            <a:ln>
              <a:noFill/>
            </a:ln>
          </p:spPr>
        </p:sp>
        <p:sp>
          <p:nvSpPr>
            <p:cNvPr id="12053" name="Heatmap cell r45 c128"/>
            <p:cNvSpPr/>
            <p:nvPr/>
          </p:nvSpPr>
          <p:spPr>
            <a:xfrm>
              <a:off x="2329477" y="1204510"/>
              <a:ext cx="19034" cy="28503"/>
            </a:xfrm>
            <a:prstGeom prst="rect">
              <a:avLst/>
            </a:prstGeom>
            <a:solidFill>
              <a:srgbClr val="EBEFF5"/>
            </a:solidFill>
            <a:ln>
              <a:noFill/>
            </a:ln>
          </p:spPr>
        </p:sp>
        <p:sp>
          <p:nvSpPr>
            <p:cNvPr id="12054" name="Heatmap cell r45 c131"/>
            <p:cNvSpPr/>
            <p:nvPr/>
          </p:nvSpPr>
          <p:spPr>
            <a:xfrm>
              <a:off x="2384399" y="1204510"/>
              <a:ext cx="17140" cy="28503"/>
            </a:xfrm>
            <a:prstGeom prst="rect">
              <a:avLst/>
            </a:prstGeom>
            <a:solidFill>
              <a:srgbClr val="FCF6F6"/>
            </a:solidFill>
            <a:ln>
              <a:noFill/>
            </a:ln>
          </p:spPr>
        </p:sp>
        <p:sp>
          <p:nvSpPr>
            <p:cNvPr id="12055" name="Heatmap cell r45 c132"/>
            <p:cNvSpPr/>
            <p:nvPr/>
          </p:nvSpPr>
          <p:spPr>
            <a:xfrm>
              <a:off x="2401444" y="1204510"/>
              <a:ext cx="19034" cy="28503"/>
            </a:xfrm>
            <a:prstGeom prst="rect">
              <a:avLst/>
            </a:prstGeom>
            <a:solidFill>
              <a:srgbClr val="4A76A0"/>
            </a:solidFill>
            <a:ln>
              <a:noFill/>
            </a:ln>
          </p:spPr>
        </p:sp>
        <p:sp>
          <p:nvSpPr>
            <p:cNvPr id="12056" name="Heatmap cell r45 c133"/>
            <p:cNvSpPr/>
            <p:nvPr/>
          </p:nvSpPr>
          <p:spPr>
            <a:xfrm>
              <a:off x="2420383" y="1204510"/>
              <a:ext cx="17140" cy="28503"/>
            </a:xfrm>
            <a:prstGeom prst="rect">
              <a:avLst/>
            </a:prstGeom>
            <a:solidFill>
              <a:srgbClr val="F0F5F8"/>
            </a:solidFill>
            <a:ln>
              <a:noFill/>
            </a:ln>
          </p:spPr>
        </p:sp>
        <p:sp>
          <p:nvSpPr>
            <p:cNvPr id="12057" name="Heatmap cell r45 c134"/>
            <p:cNvSpPr/>
            <p:nvPr/>
          </p:nvSpPr>
          <p:spPr>
            <a:xfrm>
              <a:off x="2437428" y="1204510"/>
              <a:ext cx="19034" cy="28503"/>
            </a:xfrm>
            <a:prstGeom prst="rect">
              <a:avLst/>
            </a:prstGeom>
            <a:solidFill>
              <a:srgbClr val="E9EEF4"/>
            </a:solidFill>
            <a:ln>
              <a:noFill/>
            </a:ln>
          </p:spPr>
        </p:sp>
        <p:sp>
          <p:nvSpPr>
            <p:cNvPr id="12058" name="Heatmap cell r45 c135"/>
            <p:cNvSpPr/>
            <p:nvPr/>
          </p:nvSpPr>
          <p:spPr>
            <a:xfrm>
              <a:off x="2456367" y="1204510"/>
              <a:ext cx="17140" cy="28503"/>
            </a:xfrm>
            <a:prstGeom prst="rect">
              <a:avLst/>
            </a:prstGeom>
            <a:solidFill>
              <a:srgbClr val="F9E8E9"/>
            </a:solidFill>
            <a:ln>
              <a:noFill/>
            </a:ln>
          </p:spPr>
        </p:sp>
        <p:sp>
          <p:nvSpPr>
            <p:cNvPr id="12059" name="Heatmap cell r45 c136"/>
            <p:cNvSpPr/>
            <p:nvPr/>
          </p:nvSpPr>
          <p:spPr>
            <a:xfrm>
              <a:off x="2473412" y="1204510"/>
              <a:ext cx="19034" cy="28503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12060" name="Heatmap cell r45 c137"/>
            <p:cNvSpPr/>
            <p:nvPr/>
          </p:nvSpPr>
          <p:spPr>
            <a:xfrm>
              <a:off x="2492351" y="1204510"/>
              <a:ext cx="17140" cy="28503"/>
            </a:xfrm>
            <a:prstGeom prst="rect">
              <a:avLst/>
            </a:prstGeom>
            <a:solidFill>
              <a:srgbClr val="F3C9CE"/>
            </a:solidFill>
            <a:ln>
              <a:noFill/>
            </a:ln>
          </p:spPr>
        </p:sp>
        <p:sp>
          <p:nvSpPr>
            <p:cNvPr id="12061" name="Heatmap cell r45 c138"/>
            <p:cNvSpPr/>
            <p:nvPr/>
          </p:nvSpPr>
          <p:spPr>
            <a:xfrm>
              <a:off x="2509396" y="1204510"/>
              <a:ext cx="19034" cy="28503"/>
            </a:xfrm>
            <a:prstGeom prst="rect">
              <a:avLst/>
            </a:prstGeom>
            <a:solidFill>
              <a:srgbClr val="4A76A0"/>
            </a:solidFill>
            <a:ln>
              <a:noFill/>
            </a:ln>
          </p:spPr>
        </p:sp>
        <p:sp>
          <p:nvSpPr>
            <p:cNvPr id="12062" name="Heatmap cell r45 c139"/>
            <p:cNvSpPr/>
            <p:nvPr/>
          </p:nvSpPr>
          <p:spPr>
            <a:xfrm>
              <a:off x="2528334" y="1204510"/>
              <a:ext cx="17140" cy="28503"/>
            </a:xfrm>
            <a:prstGeom prst="rect">
              <a:avLst/>
            </a:prstGeom>
            <a:solidFill>
              <a:srgbClr val="F8E6E8"/>
            </a:solidFill>
            <a:ln>
              <a:noFill/>
            </a:ln>
          </p:spPr>
        </p:sp>
        <p:sp>
          <p:nvSpPr>
            <p:cNvPr id="12063" name="Heatmap cell r45 c140"/>
            <p:cNvSpPr/>
            <p:nvPr/>
          </p:nvSpPr>
          <p:spPr>
            <a:xfrm>
              <a:off x="2545379" y="1204510"/>
              <a:ext cx="19034" cy="28503"/>
            </a:xfrm>
            <a:prstGeom prst="rect">
              <a:avLst/>
            </a:prstGeom>
            <a:solidFill>
              <a:srgbClr val="FBF3F4"/>
            </a:solidFill>
            <a:ln>
              <a:noFill/>
            </a:ln>
          </p:spPr>
        </p:sp>
        <p:sp>
          <p:nvSpPr>
            <p:cNvPr id="12064" name="Heatmap cell r45 c141"/>
            <p:cNvSpPr/>
            <p:nvPr/>
          </p:nvSpPr>
          <p:spPr>
            <a:xfrm>
              <a:off x="2564318" y="1204510"/>
              <a:ext cx="19034" cy="28503"/>
            </a:xfrm>
            <a:prstGeom prst="rect">
              <a:avLst/>
            </a:prstGeom>
            <a:solidFill>
              <a:srgbClr val="F8E4E7"/>
            </a:solidFill>
            <a:ln>
              <a:noFill/>
            </a:ln>
          </p:spPr>
        </p:sp>
        <p:sp>
          <p:nvSpPr>
            <p:cNvPr id="12065" name="Heatmap cell r45 c142"/>
            <p:cNvSpPr/>
            <p:nvPr/>
          </p:nvSpPr>
          <p:spPr>
            <a:xfrm>
              <a:off x="2583257" y="1204510"/>
              <a:ext cx="17140" cy="28503"/>
            </a:xfrm>
            <a:prstGeom prst="rect">
              <a:avLst/>
            </a:prstGeom>
            <a:solidFill>
              <a:srgbClr val="F9E7E8"/>
            </a:solidFill>
            <a:ln>
              <a:noFill/>
            </a:ln>
          </p:spPr>
        </p:sp>
        <p:sp>
          <p:nvSpPr>
            <p:cNvPr id="12066" name="Heatmap cell r45 c143"/>
            <p:cNvSpPr/>
            <p:nvPr/>
          </p:nvSpPr>
          <p:spPr>
            <a:xfrm>
              <a:off x="2600302" y="1204510"/>
              <a:ext cx="19034" cy="28503"/>
            </a:xfrm>
            <a:prstGeom prst="rect">
              <a:avLst/>
            </a:prstGeom>
            <a:solidFill>
              <a:srgbClr val="A4BAD0"/>
            </a:solidFill>
            <a:ln>
              <a:noFill/>
            </a:ln>
          </p:spPr>
        </p:sp>
        <p:sp>
          <p:nvSpPr>
            <p:cNvPr id="12067" name="Heatmap cell r45 c145"/>
            <p:cNvSpPr/>
            <p:nvPr/>
          </p:nvSpPr>
          <p:spPr>
            <a:xfrm>
              <a:off x="2636286" y="1204510"/>
              <a:ext cx="19034" cy="28503"/>
            </a:xfrm>
            <a:prstGeom prst="rect">
              <a:avLst/>
            </a:prstGeom>
            <a:solidFill>
              <a:srgbClr val="CDD9E3"/>
            </a:solidFill>
            <a:ln>
              <a:noFill/>
            </a:ln>
          </p:spPr>
        </p:sp>
        <p:sp>
          <p:nvSpPr>
            <p:cNvPr id="12068" name="Heatmap cell r45 c146"/>
            <p:cNvSpPr/>
            <p:nvPr/>
          </p:nvSpPr>
          <p:spPr>
            <a:xfrm>
              <a:off x="2655225" y="1204510"/>
              <a:ext cx="17140" cy="28503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12069" name="Heatmap cell r45 c147"/>
            <p:cNvSpPr/>
            <p:nvPr/>
          </p:nvSpPr>
          <p:spPr>
            <a:xfrm>
              <a:off x="2672270" y="1204510"/>
              <a:ext cx="19034" cy="28503"/>
            </a:xfrm>
            <a:prstGeom prst="rect">
              <a:avLst/>
            </a:prstGeom>
            <a:solidFill>
              <a:srgbClr val="EB9EA4"/>
            </a:solidFill>
            <a:ln>
              <a:noFill/>
            </a:ln>
          </p:spPr>
        </p:sp>
        <p:sp>
          <p:nvSpPr>
            <p:cNvPr id="12070" name="Heatmap cell r45 c148"/>
            <p:cNvSpPr/>
            <p:nvPr/>
          </p:nvSpPr>
          <p:spPr>
            <a:xfrm>
              <a:off x="2691208" y="1204510"/>
              <a:ext cx="17140" cy="28503"/>
            </a:xfrm>
            <a:prstGeom prst="rect">
              <a:avLst/>
            </a:prstGeom>
            <a:solidFill>
              <a:srgbClr val="E9EEF4"/>
            </a:solidFill>
            <a:ln>
              <a:noFill/>
            </a:ln>
          </p:spPr>
        </p:sp>
        <p:sp>
          <p:nvSpPr>
            <p:cNvPr id="12071" name="Heatmap cell r45 c149"/>
            <p:cNvSpPr/>
            <p:nvPr/>
          </p:nvSpPr>
          <p:spPr>
            <a:xfrm>
              <a:off x="2708253" y="1204510"/>
              <a:ext cx="19034" cy="28503"/>
            </a:xfrm>
            <a:prstGeom prst="rect">
              <a:avLst/>
            </a:prstGeom>
            <a:solidFill>
              <a:srgbClr val="FAEEEF"/>
            </a:solidFill>
            <a:ln>
              <a:noFill/>
            </a:ln>
          </p:spPr>
        </p:sp>
        <p:sp>
          <p:nvSpPr>
            <p:cNvPr id="12072" name="Heatmap cell r45 c150"/>
            <p:cNvSpPr/>
            <p:nvPr/>
          </p:nvSpPr>
          <p:spPr>
            <a:xfrm>
              <a:off x="2727192" y="1204510"/>
              <a:ext cx="17140" cy="28503"/>
            </a:xfrm>
            <a:prstGeom prst="rect">
              <a:avLst/>
            </a:prstGeom>
            <a:solidFill>
              <a:srgbClr val="EBF0F6"/>
            </a:solidFill>
            <a:ln>
              <a:noFill/>
            </a:ln>
          </p:spPr>
        </p:sp>
        <p:sp>
          <p:nvSpPr>
            <p:cNvPr id="12073" name="Heatmap cell r45 c151"/>
            <p:cNvSpPr/>
            <p:nvPr/>
          </p:nvSpPr>
          <p:spPr>
            <a:xfrm>
              <a:off x="2744237" y="1204510"/>
              <a:ext cx="19034" cy="28503"/>
            </a:xfrm>
            <a:prstGeom prst="rect">
              <a:avLst/>
            </a:prstGeom>
            <a:solidFill>
              <a:srgbClr val="B6C7D9"/>
            </a:solidFill>
            <a:ln>
              <a:noFill/>
            </a:ln>
          </p:spPr>
        </p:sp>
        <p:sp>
          <p:nvSpPr>
            <p:cNvPr id="12074" name="Heatmap cell r45 c152"/>
            <p:cNvSpPr/>
            <p:nvPr/>
          </p:nvSpPr>
          <p:spPr>
            <a:xfrm>
              <a:off x="2763176" y="1204510"/>
              <a:ext cx="17140" cy="28503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12075" name="Heatmap cell r45 c153"/>
            <p:cNvSpPr/>
            <p:nvPr/>
          </p:nvSpPr>
          <p:spPr>
            <a:xfrm>
              <a:off x="2780221" y="1204510"/>
              <a:ext cx="19034" cy="28503"/>
            </a:xfrm>
            <a:prstGeom prst="rect">
              <a:avLst/>
            </a:prstGeom>
            <a:solidFill>
              <a:srgbClr val="F4CACD"/>
            </a:solidFill>
            <a:ln>
              <a:noFill/>
            </a:ln>
          </p:spPr>
        </p:sp>
        <p:sp>
          <p:nvSpPr>
            <p:cNvPr id="12076" name="Heatmap cell r45 c154"/>
            <p:cNvSpPr/>
            <p:nvPr/>
          </p:nvSpPr>
          <p:spPr>
            <a:xfrm>
              <a:off x="2799160" y="1204510"/>
              <a:ext cx="17140" cy="28503"/>
            </a:xfrm>
            <a:prstGeom prst="rect">
              <a:avLst/>
            </a:prstGeom>
            <a:solidFill>
              <a:srgbClr val="E9EDF3"/>
            </a:solidFill>
            <a:ln>
              <a:noFill/>
            </a:ln>
          </p:spPr>
        </p:sp>
        <p:sp>
          <p:nvSpPr>
            <p:cNvPr id="12077" name="Heatmap cell r45 c155"/>
            <p:cNvSpPr/>
            <p:nvPr/>
          </p:nvSpPr>
          <p:spPr>
            <a:xfrm>
              <a:off x="2816205" y="1204510"/>
              <a:ext cx="19034" cy="28503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12078" name="Heatmap cell r45 c156"/>
            <p:cNvSpPr/>
            <p:nvPr/>
          </p:nvSpPr>
          <p:spPr>
            <a:xfrm>
              <a:off x="2835144" y="1204510"/>
              <a:ext cx="19034" cy="28503"/>
            </a:xfrm>
            <a:prstGeom prst="rect">
              <a:avLst/>
            </a:prstGeom>
            <a:solidFill>
              <a:srgbClr val="B8C8DA"/>
            </a:solidFill>
            <a:ln>
              <a:noFill/>
            </a:ln>
          </p:spPr>
        </p:sp>
        <p:sp>
          <p:nvSpPr>
            <p:cNvPr id="12079" name="Heatmap cell r45 c157"/>
            <p:cNvSpPr/>
            <p:nvPr/>
          </p:nvSpPr>
          <p:spPr>
            <a:xfrm>
              <a:off x="2854082" y="1204510"/>
              <a:ext cx="17140" cy="28503"/>
            </a:xfrm>
            <a:prstGeom prst="rect">
              <a:avLst/>
            </a:prstGeom>
            <a:solidFill>
              <a:srgbClr val="E3EAF0"/>
            </a:solidFill>
            <a:ln>
              <a:noFill/>
            </a:ln>
          </p:spPr>
        </p:sp>
        <p:sp>
          <p:nvSpPr>
            <p:cNvPr id="12080" name="Heatmap cell r45 c158"/>
            <p:cNvSpPr/>
            <p:nvPr/>
          </p:nvSpPr>
          <p:spPr>
            <a:xfrm>
              <a:off x="2871127" y="1204510"/>
              <a:ext cx="19034" cy="28503"/>
            </a:xfrm>
            <a:prstGeom prst="rect">
              <a:avLst/>
            </a:prstGeom>
            <a:solidFill>
              <a:srgbClr val="F5CED2"/>
            </a:solidFill>
            <a:ln>
              <a:noFill/>
            </a:ln>
          </p:spPr>
        </p:sp>
        <p:sp>
          <p:nvSpPr>
            <p:cNvPr id="12081" name="Heatmap cell r45 c159"/>
            <p:cNvSpPr/>
            <p:nvPr/>
          </p:nvSpPr>
          <p:spPr>
            <a:xfrm>
              <a:off x="2890066" y="1204510"/>
              <a:ext cx="17140" cy="28503"/>
            </a:xfrm>
            <a:prstGeom prst="rect">
              <a:avLst/>
            </a:prstGeom>
            <a:solidFill>
              <a:srgbClr val="F6D5D9"/>
            </a:solidFill>
            <a:ln>
              <a:noFill/>
            </a:ln>
          </p:spPr>
        </p:sp>
        <p:sp>
          <p:nvSpPr>
            <p:cNvPr id="12082" name="Heatmap cell r45 c160"/>
            <p:cNvSpPr/>
            <p:nvPr/>
          </p:nvSpPr>
          <p:spPr>
            <a:xfrm>
              <a:off x="2907111" y="1204510"/>
              <a:ext cx="19034" cy="28503"/>
            </a:xfrm>
            <a:prstGeom prst="rect">
              <a:avLst/>
            </a:prstGeom>
            <a:solidFill>
              <a:srgbClr val="AFC4D5"/>
            </a:solidFill>
            <a:ln>
              <a:noFill/>
            </a:ln>
          </p:spPr>
        </p:sp>
        <p:sp>
          <p:nvSpPr>
            <p:cNvPr id="12083" name="Heatmap cell r45 c161"/>
            <p:cNvSpPr/>
            <p:nvPr/>
          </p:nvSpPr>
          <p:spPr>
            <a:xfrm>
              <a:off x="2926050" y="1204510"/>
              <a:ext cx="17140" cy="28503"/>
            </a:xfrm>
            <a:prstGeom prst="rect">
              <a:avLst/>
            </a:prstGeom>
            <a:solidFill>
              <a:srgbClr val="F8E9EA"/>
            </a:solidFill>
            <a:ln>
              <a:noFill/>
            </a:ln>
          </p:spPr>
        </p:sp>
        <p:sp>
          <p:nvSpPr>
            <p:cNvPr id="12084" name="Heatmap cell r45 c162"/>
            <p:cNvSpPr/>
            <p:nvPr/>
          </p:nvSpPr>
          <p:spPr>
            <a:xfrm>
              <a:off x="2943095" y="1204510"/>
              <a:ext cx="19034" cy="28503"/>
            </a:xfrm>
            <a:prstGeom prst="rect">
              <a:avLst/>
            </a:prstGeom>
            <a:solidFill>
              <a:srgbClr val="FCF6F6"/>
            </a:solidFill>
            <a:ln>
              <a:noFill/>
            </a:ln>
          </p:spPr>
        </p:sp>
        <p:sp>
          <p:nvSpPr>
            <p:cNvPr id="12085" name="Heatmap cell r45 c163"/>
            <p:cNvSpPr/>
            <p:nvPr/>
          </p:nvSpPr>
          <p:spPr>
            <a:xfrm>
              <a:off x="2962034" y="1204510"/>
              <a:ext cx="17140" cy="28503"/>
            </a:xfrm>
            <a:prstGeom prst="rect">
              <a:avLst/>
            </a:prstGeom>
            <a:solidFill>
              <a:srgbClr val="FBF3F4"/>
            </a:solidFill>
            <a:ln>
              <a:noFill/>
            </a:ln>
          </p:spPr>
        </p:sp>
        <p:sp>
          <p:nvSpPr>
            <p:cNvPr id="12086" name="Heatmap cell r45 c164"/>
            <p:cNvSpPr/>
            <p:nvPr/>
          </p:nvSpPr>
          <p:spPr>
            <a:xfrm>
              <a:off x="2979079" y="1204510"/>
              <a:ext cx="19034" cy="28503"/>
            </a:xfrm>
            <a:prstGeom prst="rect">
              <a:avLst/>
            </a:prstGeom>
            <a:solidFill>
              <a:srgbClr val="FBF5F5"/>
            </a:solidFill>
            <a:ln>
              <a:noFill/>
            </a:ln>
          </p:spPr>
        </p:sp>
        <p:sp>
          <p:nvSpPr>
            <p:cNvPr id="12087" name="Heatmap cell r45 c165"/>
            <p:cNvSpPr/>
            <p:nvPr/>
          </p:nvSpPr>
          <p:spPr>
            <a:xfrm>
              <a:off x="2998018" y="1204510"/>
              <a:ext cx="17140" cy="28503"/>
            </a:xfrm>
            <a:prstGeom prst="rect">
              <a:avLst/>
            </a:prstGeom>
            <a:solidFill>
              <a:srgbClr val="F8E1E3"/>
            </a:solidFill>
            <a:ln>
              <a:noFill/>
            </a:ln>
          </p:spPr>
        </p:sp>
        <p:sp>
          <p:nvSpPr>
            <p:cNvPr id="12088" name="Heatmap cell r45 c166"/>
            <p:cNvSpPr/>
            <p:nvPr/>
          </p:nvSpPr>
          <p:spPr>
            <a:xfrm>
              <a:off x="3015062" y="1204510"/>
              <a:ext cx="19034" cy="28503"/>
            </a:xfrm>
            <a:prstGeom prst="rect">
              <a:avLst/>
            </a:prstGeom>
            <a:solidFill>
              <a:srgbClr val="FBF3F4"/>
            </a:solidFill>
            <a:ln>
              <a:noFill/>
            </a:ln>
          </p:spPr>
        </p:sp>
        <p:sp>
          <p:nvSpPr>
            <p:cNvPr id="12089" name="Heatmap cell r45 c167"/>
            <p:cNvSpPr/>
            <p:nvPr/>
          </p:nvSpPr>
          <p:spPr>
            <a:xfrm>
              <a:off x="3034001" y="1204510"/>
              <a:ext cx="17140" cy="28503"/>
            </a:xfrm>
            <a:prstGeom prst="rect">
              <a:avLst/>
            </a:prstGeom>
            <a:solidFill>
              <a:srgbClr val="F3C5C8"/>
            </a:solidFill>
            <a:ln>
              <a:noFill/>
            </a:ln>
          </p:spPr>
        </p:sp>
        <p:sp>
          <p:nvSpPr>
            <p:cNvPr id="12090" name="Heatmap cell r45 c168"/>
            <p:cNvSpPr/>
            <p:nvPr/>
          </p:nvSpPr>
          <p:spPr>
            <a:xfrm>
              <a:off x="3051046" y="1204510"/>
              <a:ext cx="19034" cy="28503"/>
            </a:xfrm>
            <a:prstGeom prst="rect">
              <a:avLst/>
            </a:prstGeom>
            <a:solidFill>
              <a:srgbClr val="F8DDDF"/>
            </a:solidFill>
            <a:ln>
              <a:noFill/>
            </a:ln>
          </p:spPr>
        </p:sp>
        <p:sp>
          <p:nvSpPr>
            <p:cNvPr id="12091" name="Heatmap cell r45 c169"/>
            <p:cNvSpPr/>
            <p:nvPr/>
          </p:nvSpPr>
          <p:spPr>
            <a:xfrm>
              <a:off x="3069985" y="1204510"/>
              <a:ext cx="19034" cy="28503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12092" name="Heatmap cell r45 c170"/>
            <p:cNvSpPr/>
            <p:nvPr/>
          </p:nvSpPr>
          <p:spPr>
            <a:xfrm>
              <a:off x="3088924" y="1204510"/>
              <a:ext cx="17140" cy="28503"/>
            </a:xfrm>
            <a:prstGeom prst="rect">
              <a:avLst/>
            </a:prstGeom>
            <a:solidFill>
              <a:srgbClr val="F8E4E7"/>
            </a:solidFill>
            <a:ln>
              <a:noFill/>
            </a:ln>
          </p:spPr>
        </p:sp>
        <p:sp>
          <p:nvSpPr>
            <p:cNvPr id="12093" name="Heatmap cell r45 c171"/>
            <p:cNvSpPr/>
            <p:nvPr/>
          </p:nvSpPr>
          <p:spPr>
            <a:xfrm>
              <a:off x="3105969" y="1204510"/>
              <a:ext cx="19034" cy="28503"/>
            </a:xfrm>
            <a:prstGeom prst="rect">
              <a:avLst/>
            </a:prstGeom>
            <a:solidFill>
              <a:srgbClr val="EFB6BA"/>
            </a:solidFill>
            <a:ln>
              <a:noFill/>
            </a:ln>
          </p:spPr>
        </p:sp>
        <p:sp>
          <p:nvSpPr>
            <p:cNvPr id="12094" name="Heatmap cell r45 c172"/>
            <p:cNvSpPr/>
            <p:nvPr/>
          </p:nvSpPr>
          <p:spPr>
            <a:xfrm>
              <a:off x="3124908" y="1204510"/>
              <a:ext cx="17140" cy="28503"/>
            </a:xfrm>
            <a:prstGeom prst="rect">
              <a:avLst/>
            </a:prstGeom>
            <a:solidFill>
              <a:srgbClr val="EBA6AC"/>
            </a:solidFill>
            <a:ln>
              <a:noFill/>
            </a:ln>
          </p:spPr>
        </p:sp>
        <p:sp>
          <p:nvSpPr>
            <p:cNvPr id="12095" name="Heatmap cell r45 c173"/>
            <p:cNvSpPr/>
            <p:nvPr/>
          </p:nvSpPr>
          <p:spPr>
            <a:xfrm>
              <a:off x="3141953" y="1204510"/>
              <a:ext cx="19034" cy="28503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12096" name="Heatmap cell r45 c174"/>
            <p:cNvSpPr/>
            <p:nvPr/>
          </p:nvSpPr>
          <p:spPr>
            <a:xfrm>
              <a:off x="3160892" y="1204510"/>
              <a:ext cx="17140" cy="28503"/>
            </a:xfrm>
            <a:prstGeom prst="rect">
              <a:avLst/>
            </a:prstGeom>
            <a:solidFill>
              <a:srgbClr val="F0BBC2"/>
            </a:solidFill>
            <a:ln>
              <a:noFill/>
            </a:ln>
          </p:spPr>
        </p:sp>
        <p:sp>
          <p:nvSpPr>
            <p:cNvPr id="12097" name="Heatmap cell r45 c175"/>
            <p:cNvSpPr/>
            <p:nvPr/>
          </p:nvSpPr>
          <p:spPr>
            <a:xfrm>
              <a:off x="3177936" y="1204510"/>
              <a:ext cx="19034" cy="28503"/>
            </a:xfrm>
            <a:prstGeom prst="rect">
              <a:avLst/>
            </a:prstGeom>
            <a:solidFill>
              <a:srgbClr val="F9E7E8"/>
            </a:solidFill>
            <a:ln>
              <a:noFill/>
            </a:ln>
          </p:spPr>
        </p:sp>
        <p:sp>
          <p:nvSpPr>
            <p:cNvPr id="12098" name="Heatmap cell r45 c176"/>
            <p:cNvSpPr/>
            <p:nvPr/>
          </p:nvSpPr>
          <p:spPr>
            <a:xfrm>
              <a:off x="3196875" y="1204510"/>
              <a:ext cx="17140" cy="28503"/>
            </a:xfrm>
            <a:prstGeom prst="rect">
              <a:avLst/>
            </a:prstGeom>
            <a:solidFill>
              <a:srgbClr val="ECA8AE"/>
            </a:solidFill>
            <a:ln>
              <a:noFill/>
            </a:ln>
          </p:spPr>
        </p:sp>
        <p:sp>
          <p:nvSpPr>
            <p:cNvPr id="12099" name="Heatmap cell r45 c177"/>
            <p:cNvSpPr/>
            <p:nvPr/>
          </p:nvSpPr>
          <p:spPr>
            <a:xfrm>
              <a:off x="3213920" y="1204510"/>
              <a:ext cx="19034" cy="28503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12100" name="Heatmap cell r45 c178"/>
            <p:cNvSpPr/>
            <p:nvPr/>
          </p:nvSpPr>
          <p:spPr>
            <a:xfrm>
              <a:off x="3232859" y="1204510"/>
              <a:ext cx="17140" cy="28503"/>
            </a:xfrm>
            <a:prstGeom prst="rect">
              <a:avLst/>
            </a:prstGeom>
            <a:solidFill>
              <a:srgbClr val="F8E9EA"/>
            </a:solidFill>
            <a:ln>
              <a:noFill/>
            </a:ln>
          </p:spPr>
        </p:sp>
        <p:sp>
          <p:nvSpPr>
            <p:cNvPr id="12101" name="Heatmap cell r45 c179"/>
            <p:cNvSpPr/>
            <p:nvPr/>
          </p:nvSpPr>
          <p:spPr>
            <a:xfrm>
              <a:off x="3249904" y="1204510"/>
              <a:ext cx="19034" cy="28503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12102" name="Heatmap cell r45 c180"/>
            <p:cNvSpPr/>
            <p:nvPr/>
          </p:nvSpPr>
          <p:spPr>
            <a:xfrm>
              <a:off x="3268843" y="1204510"/>
              <a:ext cx="17140" cy="28503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12103" name="Heatmap cell r45 c181"/>
            <p:cNvSpPr/>
            <p:nvPr/>
          </p:nvSpPr>
          <p:spPr>
            <a:xfrm>
              <a:off x="3285888" y="1204510"/>
              <a:ext cx="19034" cy="28503"/>
            </a:xfrm>
            <a:prstGeom prst="rect">
              <a:avLst/>
            </a:prstGeom>
            <a:solidFill>
              <a:srgbClr val="EDAEB5"/>
            </a:solidFill>
            <a:ln>
              <a:noFill/>
            </a:ln>
          </p:spPr>
        </p:sp>
        <p:sp>
          <p:nvSpPr>
            <p:cNvPr id="12104" name="Heatmap cell r45 c182"/>
            <p:cNvSpPr/>
            <p:nvPr/>
          </p:nvSpPr>
          <p:spPr>
            <a:xfrm>
              <a:off x="3304827" y="1204510"/>
              <a:ext cx="19034" cy="28503"/>
            </a:xfrm>
            <a:prstGeom prst="rect">
              <a:avLst/>
            </a:prstGeom>
            <a:solidFill>
              <a:srgbClr val="F2C8CD"/>
            </a:solidFill>
            <a:ln>
              <a:noFill/>
            </a:ln>
          </p:spPr>
        </p:sp>
        <p:sp>
          <p:nvSpPr>
            <p:cNvPr id="12105" name="Heatmap cell r45 c183"/>
            <p:cNvSpPr/>
            <p:nvPr/>
          </p:nvSpPr>
          <p:spPr>
            <a:xfrm>
              <a:off x="3323765" y="1204510"/>
              <a:ext cx="17140" cy="28503"/>
            </a:xfrm>
            <a:prstGeom prst="rect">
              <a:avLst/>
            </a:prstGeom>
            <a:solidFill>
              <a:srgbClr val="F8E6E8"/>
            </a:solidFill>
            <a:ln>
              <a:noFill/>
            </a:ln>
          </p:spPr>
        </p:sp>
        <p:sp>
          <p:nvSpPr>
            <p:cNvPr id="12106" name="Heatmap cell r45 c184"/>
            <p:cNvSpPr/>
            <p:nvPr/>
          </p:nvSpPr>
          <p:spPr>
            <a:xfrm>
              <a:off x="3340810" y="1204510"/>
              <a:ext cx="19034" cy="28503"/>
            </a:xfrm>
            <a:prstGeom prst="rect">
              <a:avLst/>
            </a:prstGeom>
            <a:solidFill>
              <a:srgbClr val="FCF7F7"/>
            </a:solidFill>
            <a:ln>
              <a:noFill/>
            </a:ln>
          </p:spPr>
        </p:sp>
        <p:sp>
          <p:nvSpPr>
            <p:cNvPr id="12107" name="Heatmap cell r45 c185"/>
            <p:cNvSpPr/>
            <p:nvPr/>
          </p:nvSpPr>
          <p:spPr>
            <a:xfrm>
              <a:off x="3359749" y="1204510"/>
              <a:ext cx="17140" cy="28503"/>
            </a:xfrm>
            <a:prstGeom prst="rect">
              <a:avLst/>
            </a:prstGeom>
            <a:solidFill>
              <a:srgbClr val="FBF3F4"/>
            </a:solidFill>
            <a:ln>
              <a:noFill/>
            </a:ln>
          </p:spPr>
        </p:sp>
        <p:sp>
          <p:nvSpPr>
            <p:cNvPr id="12108" name="Heatmap cell r45 c186"/>
            <p:cNvSpPr/>
            <p:nvPr/>
          </p:nvSpPr>
          <p:spPr>
            <a:xfrm>
              <a:off x="3376794" y="1204510"/>
              <a:ext cx="19034" cy="28503"/>
            </a:xfrm>
            <a:prstGeom prst="rect">
              <a:avLst/>
            </a:prstGeom>
            <a:solidFill>
              <a:srgbClr val="C9D6E2"/>
            </a:solidFill>
            <a:ln>
              <a:noFill/>
            </a:ln>
          </p:spPr>
        </p:sp>
        <p:sp>
          <p:nvSpPr>
            <p:cNvPr id="12109" name="Heatmap cell r45 c187"/>
            <p:cNvSpPr/>
            <p:nvPr/>
          </p:nvSpPr>
          <p:spPr>
            <a:xfrm>
              <a:off x="3395733" y="1204510"/>
              <a:ext cx="17140" cy="28503"/>
            </a:xfrm>
            <a:prstGeom prst="rect">
              <a:avLst/>
            </a:prstGeom>
            <a:solidFill>
              <a:srgbClr val="FAEEEF"/>
            </a:solidFill>
            <a:ln>
              <a:noFill/>
            </a:ln>
          </p:spPr>
        </p:sp>
        <p:sp>
          <p:nvSpPr>
            <p:cNvPr id="12110" name="Heatmap cell r45 c188"/>
            <p:cNvSpPr/>
            <p:nvPr/>
          </p:nvSpPr>
          <p:spPr>
            <a:xfrm>
              <a:off x="3412778" y="1204510"/>
              <a:ext cx="19034" cy="28503"/>
            </a:xfrm>
            <a:prstGeom prst="rect">
              <a:avLst/>
            </a:prstGeom>
            <a:solidFill>
              <a:srgbClr val="EFF3F7"/>
            </a:solidFill>
            <a:ln>
              <a:noFill/>
            </a:ln>
          </p:spPr>
        </p:sp>
        <p:sp>
          <p:nvSpPr>
            <p:cNvPr id="12111" name="Heatmap cell r45 c189"/>
            <p:cNvSpPr/>
            <p:nvPr/>
          </p:nvSpPr>
          <p:spPr>
            <a:xfrm>
              <a:off x="3431717" y="1204510"/>
              <a:ext cx="17140" cy="28503"/>
            </a:xfrm>
            <a:prstGeom prst="rect">
              <a:avLst/>
            </a:prstGeom>
            <a:solidFill>
              <a:srgbClr val="EDAEB5"/>
            </a:solidFill>
            <a:ln>
              <a:noFill/>
            </a:ln>
          </p:spPr>
        </p:sp>
        <p:sp>
          <p:nvSpPr>
            <p:cNvPr id="12112" name="Heatmap cell r45 c190"/>
            <p:cNvSpPr/>
            <p:nvPr/>
          </p:nvSpPr>
          <p:spPr>
            <a:xfrm>
              <a:off x="3448762" y="1204510"/>
              <a:ext cx="19034" cy="28503"/>
            </a:xfrm>
            <a:prstGeom prst="rect">
              <a:avLst/>
            </a:prstGeom>
            <a:solidFill>
              <a:srgbClr val="EBA3AA"/>
            </a:solidFill>
            <a:ln>
              <a:noFill/>
            </a:ln>
          </p:spPr>
        </p:sp>
        <p:sp>
          <p:nvSpPr>
            <p:cNvPr id="12113" name="Heatmap cell r45 c191"/>
            <p:cNvSpPr/>
            <p:nvPr/>
          </p:nvSpPr>
          <p:spPr>
            <a:xfrm>
              <a:off x="3467701" y="1204510"/>
              <a:ext cx="17140" cy="28503"/>
            </a:xfrm>
            <a:prstGeom prst="rect">
              <a:avLst/>
            </a:prstGeom>
            <a:solidFill>
              <a:srgbClr val="E8ECF3"/>
            </a:solidFill>
            <a:ln>
              <a:noFill/>
            </a:ln>
          </p:spPr>
        </p:sp>
        <p:sp>
          <p:nvSpPr>
            <p:cNvPr id="12114" name="Heatmap cell r45 c192"/>
            <p:cNvSpPr/>
            <p:nvPr/>
          </p:nvSpPr>
          <p:spPr>
            <a:xfrm>
              <a:off x="3484746" y="1204510"/>
              <a:ext cx="19034" cy="28503"/>
            </a:xfrm>
            <a:prstGeom prst="rect">
              <a:avLst/>
            </a:prstGeom>
            <a:solidFill>
              <a:srgbClr val="E7EBF1"/>
            </a:solidFill>
            <a:ln>
              <a:noFill/>
            </a:ln>
          </p:spPr>
        </p:sp>
        <p:sp>
          <p:nvSpPr>
            <p:cNvPr id="12115" name="Heatmap cell r45 c193"/>
            <p:cNvSpPr/>
            <p:nvPr/>
          </p:nvSpPr>
          <p:spPr>
            <a:xfrm>
              <a:off x="3503684" y="1204510"/>
              <a:ext cx="17140" cy="28503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</p:sp>
        <p:sp>
          <p:nvSpPr>
            <p:cNvPr id="12116" name="Heatmap cell r45 c194"/>
            <p:cNvSpPr/>
            <p:nvPr/>
          </p:nvSpPr>
          <p:spPr>
            <a:xfrm>
              <a:off x="3520729" y="1204510"/>
              <a:ext cx="19034" cy="28503"/>
            </a:xfrm>
            <a:prstGeom prst="rect">
              <a:avLst/>
            </a:prstGeom>
            <a:solidFill>
              <a:srgbClr val="E9EDF3"/>
            </a:solidFill>
            <a:ln>
              <a:noFill/>
            </a:ln>
          </p:spPr>
        </p:sp>
        <p:sp>
          <p:nvSpPr>
            <p:cNvPr id="12117" name="Heatmap cell r45 c195"/>
            <p:cNvSpPr/>
            <p:nvPr/>
          </p:nvSpPr>
          <p:spPr>
            <a:xfrm>
              <a:off x="3539668" y="1204510"/>
              <a:ext cx="19034" cy="28503"/>
            </a:xfrm>
            <a:prstGeom prst="rect">
              <a:avLst/>
            </a:prstGeom>
            <a:solidFill>
              <a:srgbClr val="E3EAF0"/>
            </a:solidFill>
            <a:ln>
              <a:noFill/>
            </a:ln>
          </p:spPr>
        </p:sp>
        <p:sp>
          <p:nvSpPr>
            <p:cNvPr id="12118" name="Heatmap cell r45 c196"/>
            <p:cNvSpPr/>
            <p:nvPr/>
          </p:nvSpPr>
          <p:spPr>
            <a:xfrm>
              <a:off x="3558607" y="1204510"/>
              <a:ext cx="17140" cy="28503"/>
            </a:xfrm>
            <a:prstGeom prst="rect">
              <a:avLst/>
            </a:prstGeom>
            <a:solidFill>
              <a:srgbClr val="F1F5F8"/>
            </a:solidFill>
            <a:ln>
              <a:noFill/>
            </a:ln>
          </p:spPr>
        </p:sp>
        <p:sp>
          <p:nvSpPr>
            <p:cNvPr id="12119" name="Heatmap cell r45 c197"/>
            <p:cNvSpPr/>
            <p:nvPr/>
          </p:nvSpPr>
          <p:spPr>
            <a:xfrm>
              <a:off x="3575652" y="1204510"/>
              <a:ext cx="19034" cy="28503"/>
            </a:xfrm>
            <a:prstGeom prst="rect">
              <a:avLst/>
            </a:prstGeom>
            <a:solidFill>
              <a:srgbClr val="EA9AA1"/>
            </a:solidFill>
            <a:ln>
              <a:noFill/>
            </a:ln>
          </p:spPr>
        </p:sp>
        <p:sp>
          <p:nvSpPr>
            <p:cNvPr id="12120" name="Heatmap cell r45 c198"/>
            <p:cNvSpPr/>
            <p:nvPr/>
          </p:nvSpPr>
          <p:spPr>
            <a:xfrm>
              <a:off x="3594591" y="1204510"/>
              <a:ext cx="17140" cy="28503"/>
            </a:xfrm>
            <a:prstGeom prst="rect">
              <a:avLst/>
            </a:prstGeom>
            <a:solidFill>
              <a:srgbClr val="EBA3AB"/>
            </a:solidFill>
            <a:ln>
              <a:noFill/>
            </a:ln>
          </p:spPr>
        </p:sp>
        <p:sp>
          <p:nvSpPr>
            <p:cNvPr id="12121" name="Heatmap cell r45 c199"/>
            <p:cNvSpPr/>
            <p:nvPr/>
          </p:nvSpPr>
          <p:spPr>
            <a:xfrm>
              <a:off x="3611636" y="1204510"/>
              <a:ext cx="19034" cy="28503"/>
            </a:xfrm>
            <a:prstGeom prst="rect">
              <a:avLst/>
            </a:prstGeom>
            <a:solidFill>
              <a:srgbClr val="FAEBED"/>
            </a:solidFill>
            <a:ln>
              <a:noFill/>
            </a:ln>
          </p:spPr>
        </p:sp>
        <p:sp>
          <p:nvSpPr>
            <p:cNvPr id="12122" name="Heatmap cell r45 c200"/>
            <p:cNvSpPr/>
            <p:nvPr/>
          </p:nvSpPr>
          <p:spPr>
            <a:xfrm>
              <a:off x="3630575" y="1204510"/>
              <a:ext cx="17140" cy="28503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12123" name="Heatmap cell r45 c201"/>
            <p:cNvSpPr/>
            <p:nvPr/>
          </p:nvSpPr>
          <p:spPr>
            <a:xfrm>
              <a:off x="3647620" y="1204510"/>
              <a:ext cx="19034" cy="28503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12124" name="Heatmap cell r45 c203"/>
            <p:cNvSpPr/>
            <p:nvPr/>
          </p:nvSpPr>
          <p:spPr>
            <a:xfrm>
              <a:off x="3683603" y="1204510"/>
              <a:ext cx="19034" cy="28503"/>
            </a:xfrm>
            <a:prstGeom prst="rect">
              <a:avLst/>
            </a:prstGeom>
            <a:solidFill>
              <a:srgbClr val="ECF0F6"/>
            </a:solidFill>
            <a:ln>
              <a:noFill/>
            </a:ln>
          </p:spPr>
        </p:sp>
        <p:sp>
          <p:nvSpPr>
            <p:cNvPr id="12125" name="Heatmap cell r45 c204"/>
            <p:cNvSpPr/>
            <p:nvPr/>
          </p:nvSpPr>
          <p:spPr>
            <a:xfrm>
              <a:off x="3702542" y="1204510"/>
              <a:ext cx="17140" cy="28503"/>
            </a:xfrm>
            <a:prstGeom prst="rect">
              <a:avLst/>
            </a:prstGeom>
            <a:solidFill>
              <a:srgbClr val="EDF1F7"/>
            </a:solidFill>
            <a:ln>
              <a:noFill/>
            </a:ln>
          </p:spPr>
        </p:sp>
        <p:sp>
          <p:nvSpPr>
            <p:cNvPr id="12126" name="Heatmap cell r45 c205"/>
            <p:cNvSpPr/>
            <p:nvPr/>
          </p:nvSpPr>
          <p:spPr>
            <a:xfrm>
              <a:off x="3719587" y="1204510"/>
              <a:ext cx="19034" cy="28503"/>
            </a:xfrm>
            <a:prstGeom prst="rect">
              <a:avLst/>
            </a:prstGeom>
            <a:solidFill>
              <a:srgbClr val="F8E4E7"/>
            </a:solidFill>
            <a:ln>
              <a:noFill/>
            </a:ln>
          </p:spPr>
        </p:sp>
        <p:sp>
          <p:nvSpPr>
            <p:cNvPr id="12127" name="Heatmap cell r45 c206"/>
            <p:cNvSpPr/>
            <p:nvPr/>
          </p:nvSpPr>
          <p:spPr>
            <a:xfrm>
              <a:off x="3738526" y="1204510"/>
              <a:ext cx="17140" cy="28503"/>
            </a:xfrm>
            <a:prstGeom prst="rect">
              <a:avLst/>
            </a:prstGeom>
            <a:solidFill>
              <a:srgbClr val="E4EBEF"/>
            </a:solidFill>
            <a:ln>
              <a:noFill/>
            </a:ln>
          </p:spPr>
        </p:sp>
        <p:sp>
          <p:nvSpPr>
            <p:cNvPr id="12128" name="Heatmap cell r45 c207"/>
            <p:cNvSpPr/>
            <p:nvPr/>
          </p:nvSpPr>
          <p:spPr>
            <a:xfrm>
              <a:off x="3755571" y="1204510"/>
              <a:ext cx="19034" cy="28503"/>
            </a:xfrm>
            <a:prstGeom prst="rect">
              <a:avLst/>
            </a:prstGeom>
            <a:solidFill>
              <a:srgbClr val="D6E0EA"/>
            </a:solidFill>
            <a:ln>
              <a:noFill/>
            </a:ln>
          </p:spPr>
        </p:sp>
        <p:sp>
          <p:nvSpPr>
            <p:cNvPr id="12129" name="Heatmap cell r45 c209"/>
            <p:cNvSpPr/>
            <p:nvPr/>
          </p:nvSpPr>
          <p:spPr>
            <a:xfrm>
              <a:off x="3793449" y="1204510"/>
              <a:ext cx="17140" cy="28503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12130" name="Heatmap cell r45 c210"/>
            <p:cNvSpPr/>
            <p:nvPr/>
          </p:nvSpPr>
          <p:spPr>
            <a:xfrm>
              <a:off x="3810494" y="1204510"/>
              <a:ext cx="19034" cy="28503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12131" name="Heatmap cell r45 c211"/>
            <p:cNvSpPr/>
            <p:nvPr/>
          </p:nvSpPr>
          <p:spPr>
            <a:xfrm>
              <a:off x="3829432" y="1204510"/>
              <a:ext cx="17140" cy="28503"/>
            </a:xfrm>
            <a:prstGeom prst="rect">
              <a:avLst/>
            </a:prstGeom>
            <a:solidFill>
              <a:srgbClr val="EBA2A9"/>
            </a:solidFill>
            <a:ln>
              <a:noFill/>
            </a:ln>
          </p:spPr>
        </p:sp>
        <p:sp>
          <p:nvSpPr>
            <p:cNvPr id="12132" name="Heatmap cell r45 c212"/>
            <p:cNvSpPr/>
            <p:nvPr/>
          </p:nvSpPr>
          <p:spPr>
            <a:xfrm>
              <a:off x="3846477" y="1204510"/>
              <a:ext cx="19034" cy="28503"/>
            </a:xfrm>
            <a:prstGeom prst="rect">
              <a:avLst/>
            </a:prstGeom>
            <a:solidFill>
              <a:srgbClr val="D0DBE6"/>
            </a:solidFill>
            <a:ln>
              <a:noFill/>
            </a:ln>
          </p:spPr>
        </p:sp>
        <p:sp>
          <p:nvSpPr>
            <p:cNvPr id="12133" name="Heatmap cell r45 c213"/>
            <p:cNvSpPr/>
            <p:nvPr/>
          </p:nvSpPr>
          <p:spPr>
            <a:xfrm>
              <a:off x="3865416" y="1204510"/>
              <a:ext cx="17140" cy="28503"/>
            </a:xfrm>
            <a:prstGeom prst="rect">
              <a:avLst/>
            </a:prstGeom>
            <a:solidFill>
              <a:srgbClr val="F8F8FA"/>
            </a:solidFill>
            <a:ln>
              <a:noFill/>
            </a:ln>
          </p:spPr>
        </p:sp>
        <p:sp>
          <p:nvSpPr>
            <p:cNvPr id="12134" name="Heatmap cell r45 c214"/>
            <p:cNvSpPr/>
            <p:nvPr/>
          </p:nvSpPr>
          <p:spPr>
            <a:xfrm>
              <a:off x="3882461" y="1204510"/>
              <a:ext cx="19034" cy="28503"/>
            </a:xfrm>
            <a:prstGeom prst="rect">
              <a:avLst/>
            </a:prstGeom>
            <a:solidFill>
              <a:srgbClr val="EFF3F7"/>
            </a:solidFill>
            <a:ln>
              <a:noFill/>
            </a:ln>
          </p:spPr>
        </p:sp>
        <p:sp>
          <p:nvSpPr>
            <p:cNvPr id="12135" name="Heatmap cell r45 c215"/>
            <p:cNvSpPr/>
            <p:nvPr/>
          </p:nvSpPr>
          <p:spPr>
            <a:xfrm>
              <a:off x="3901400" y="1204510"/>
              <a:ext cx="17140" cy="28503"/>
            </a:xfrm>
            <a:prstGeom prst="rect">
              <a:avLst/>
            </a:prstGeom>
            <a:solidFill>
              <a:srgbClr val="E2EAEF"/>
            </a:solidFill>
            <a:ln>
              <a:noFill/>
            </a:ln>
          </p:spPr>
        </p:sp>
        <p:sp>
          <p:nvSpPr>
            <p:cNvPr id="12136" name="Heatmap cell r45 c216"/>
            <p:cNvSpPr/>
            <p:nvPr/>
          </p:nvSpPr>
          <p:spPr>
            <a:xfrm>
              <a:off x="3918445" y="1204510"/>
              <a:ext cx="19034" cy="28503"/>
            </a:xfrm>
            <a:prstGeom prst="rect">
              <a:avLst/>
            </a:prstGeom>
            <a:solidFill>
              <a:srgbClr val="96AFC7"/>
            </a:solidFill>
            <a:ln>
              <a:noFill/>
            </a:ln>
          </p:spPr>
        </p:sp>
        <p:sp>
          <p:nvSpPr>
            <p:cNvPr id="12137" name="Heatmap cell r45 c217"/>
            <p:cNvSpPr/>
            <p:nvPr/>
          </p:nvSpPr>
          <p:spPr>
            <a:xfrm>
              <a:off x="3937384" y="1204510"/>
              <a:ext cx="17140" cy="28503"/>
            </a:xfrm>
            <a:prstGeom prst="rect">
              <a:avLst/>
            </a:prstGeom>
            <a:solidFill>
              <a:srgbClr val="EDF1F7"/>
            </a:solidFill>
            <a:ln>
              <a:noFill/>
            </a:ln>
          </p:spPr>
        </p:sp>
        <p:sp>
          <p:nvSpPr>
            <p:cNvPr id="12138" name="Heatmap cell r45 c218"/>
            <p:cNvSpPr/>
            <p:nvPr/>
          </p:nvSpPr>
          <p:spPr>
            <a:xfrm>
              <a:off x="3954429" y="1204510"/>
              <a:ext cx="19034" cy="28503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12139" name="Heatmap cell r45 c219"/>
            <p:cNvSpPr/>
            <p:nvPr/>
          </p:nvSpPr>
          <p:spPr>
            <a:xfrm>
              <a:off x="3973368" y="1204510"/>
              <a:ext cx="17140" cy="28503"/>
            </a:xfrm>
            <a:prstGeom prst="rect">
              <a:avLst/>
            </a:prstGeom>
            <a:solidFill>
              <a:srgbClr val="BBCCDC"/>
            </a:solidFill>
            <a:ln>
              <a:noFill/>
            </a:ln>
          </p:spPr>
        </p:sp>
        <p:sp>
          <p:nvSpPr>
            <p:cNvPr id="12140" name="Heatmap cell r45 c220"/>
            <p:cNvSpPr/>
            <p:nvPr/>
          </p:nvSpPr>
          <p:spPr>
            <a:xfrm>
              <a:off x="3990412" y="1204510"/>
              <a:ext cx="19034" cy="28503"/>
            </a:xfrm>
            <a:prstGeom prst="rect">
              <a:avLst/>
            </a:prstGeom>
            <a:solidFill>
              <a:srgbClr val="CFDAE4"/>
            </a:solidFill>
            <a:ln>
              <a:noFill/>
            </a:ln>
          </p:spPr>
        </p:sp>
        <p:sp>
          <p:nvSpPr>
            <p:cNvPr id="12141" name="Heatmap cell r45 c221"/>
            <p:cNvSpPr/>
            <p:nvPr/>
          </p:nvSpPr>
          <p:spPr>
            <a:xfrm>
              <a:off x="4009351" y="1204510"/>
              <a:ext cx="19034" cy="28503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12142" name="Heatmap cell r45 c222"/>
            <p:cNvSpPr/>
            <p:nvPr/>
          </p:nvSpPr>
          <p:spPr>
            <a:xfrm>
              <a:off x="4028290" y="1204510"/>
              <a:ext cx="17140" cy="28503"/>
            </a:xfrm>
            <a:prstGeom prst="rect">
              <a:avLst/>
            </a:prstGeom>
            <a:solidFill>
              <a:srgbClr val="F1C1C5"/>
            </a:solidFill>
            <a:ln>
              <a:noFill/>
            </a:ln>
          </p:spPr>
        </p:sp>
        <p:sp>
          <p:nvSpPr>
            <p:cNvPr id="12143" name="Heatmap cell r45 c223"/>
            <p:cNvSpPr/>
            <p:nvPr/>
          </p:nvSpPr>
          <p:spPr>
            <a:xfrm>
              <a:off x="4045335" y="1204510"/>
              <a:ext cx="19034" cy="28503"/>
            </a:xfrm>
            <a:prstGeom prst="rect">
              <a:avLst/>
            </a:prstGeom>
            <a:solidFill>
              <a:srgbClr val="F5D1D4"/>
            </a:solidFill>
            <a:ln>
              <a:noFill/>
            </a:ln>
          </p:spPr>
        </p:sp>
        <p:sp>
          <p:nvSpPr>
            <p:cNvPr id="12144" name="Heatmap cell r46 c1"/>
            <p:cNvSpPr/>
            <p:nvPr/>
          </p:nvSpPr>
          <p:spPr>
            <a:xfrm>
              <a:off x="13257" y="1232918"/>
              <a:ext cx="45548" cy="26609"/>
            </a:xfrm>
            <a:prstGeom prst="rect">
              <a:avLst/>
            </a:prstGeom>
            <a:solidFill>
              <a:srgbClr val="F76666"/>
            </a:solidFill>
            <a:ln>
              <a:noFill/>
            </a:ln>
          </p:spPr>
        </p:sp>
        <p:sp>
          <p:nvSpPr>
            <p:cNvPr id="12145" name="Heatmap cell r46 c3"/>
            <p:cNvSpPr/>
            <p:nvPr/>
          </p:nvSpPr>
          <p:spPr>
            <a:xfrm>
              <a:off x="71968" y="1232918"/>
              <a:ext cx="17140" cy="26609"/>
            </a:xfrm>
            <a:prstGeom prst="rect">
              <a:avLst/>
            </a:prstGeom>
            <a:solidFill>
              <a:srgbClr val="7D9DBA"/>
            </a:solidFill>
            <a:ln>
              <a:noFill/>
            </a:ln>
          </p:spPr>
        </p:sp>
        <p:sp>
          <p:nvSpPr>
            <p:cNvPr id="12146" name="Heatmap cell r46 c4"/>
            <p:cNvSpPr/>
            <p:nvPr/>
          </p:nvSpPr>
          <p:spPr>
            <a:xfrm>
              <a:off x="89013" y="1232918"/>
              <a:ext cx="19034" cy="26609"/>
            </a:xfrm>
            <a:prstGeom prst="rect">
              <a:avLst/>
            </a:prstGeom>
            <a:solidFill>
              <a:srgbClr val="255A8D"/>
            </a:solidFill>
            <a:ln>
              <a:noFill/>
            </a:ln>
          </p:spPr>
        </p:sp>
        <p:sp>
          <p:nvSpPr>
            <p:cNvPr id="12147" name="Heatmap cell r46 c5"/>
            <p:cNvSpPr/>
            <p:nvPr/>
          </p:nvSpPr>
          <p:spPr>
            <a:xfrm>
              <a:off x="107951" y="1232918"/>
              <a:ext cx="17140" cy="26609"/>
            </a:xfrm>
            <a:prstGeom prst="rect">
              <a:avLst/>
            </a:prstGeom>
            <a:solidFill>
              <a:srgbClr val="9AB1C9"/>
            </a:solidFill>
            <a:ln>
              <a:noFill/>
            </a:ln>
          </p:spPr>
        </p:sp>
        <p:sp>
          <p:nvSpPr>
            <p:cNvPr id="12148" name="Heatmap cell r46 c6"/>
            <p:cNvSpPr/>
            <p:nvPr/>
          </p:nvSpPr>
          <p:spPr>
            <a:xfrm>
              <a:off x="124996" y="1232918"/>
              <a:ext cx="19034" cy="26609"/>
            </a:xfrm>
            <a:prstGeom prst="rect">
              <a:avLst/>
            </a:prstGeom>
            <a:solidFill>
              <a:srgbClr val="B1C4D5"/>
            </a:solidFill>
            <a:ln>
              <a:noFill/>
            </a:ln>
          </p:spPr>
        </p:sp>
        <p:sp>
          <p:nvSpPr>
            <p:cNvPr id="12149" name="Heatmap cell r46 c7"/>
            <p:cNvSpPr/>
            <p:nvPr/>
          </p:nvSpPr>
          <p:spPr>
            <a:xfrm>
              <a:off x="143935" y="1232918"/>
              <a:ext cx="17140" cy="26609"/>
            </a:xfrm>
            <a:prstGeom prst="rect">
              <a:avLst/>
            </a:prstGeom>
            <a:solidFill>
              <a:srgbClr val="92ADC6"/>
            </a:solidFill>
            <a:ln>
              <a:noFill/>
            </a:ln>
          </p:spPr>
        </p:sp>
        <p:sp>
          <p:nvSpPr>
            <p:cNvPr id="12150" name="Heatmap cell r46 c8"/>
            <p:cNvSpPr/>
            <p:nvPr/>
          </p:nvSpPr>
          <p:spPr>
            <a:xfrm>
              <a:off x="160980" y="1232918"/>
              <a:ext cx="19034" cy="26609"/>
            </a:xfrm>
            <a:prstGeom prst="rect">
              <a:avLst/>
            </a:prstGeom>
            <a:solidFill>
              <a:srgbClr val="89A6C2"/>
            </a:solidFill>
            <a:ln>
              <a:noFill/>
            </a:ln>
          </p:spPr>
        </p:sp>
        <p:sp>
          <p:nvSpPr>
            <p:cNvPr id="12151" name="Heatmap cell r46 c9"/>
            <p:cNvSpPr/>
            <p:nvPr/>
          </p:nvSpPr>
          <p:spPr>
            <a:xfrm>
              <a:off x="179919" y="1232918"/>
              <a:ext cx="19034" cy="26609"/>
            </a:xfrm>
            <a:prstGeom prst="rect">
              <a:avLst/>
            </a:prstGeom>
            <a:solidFill>
              <a:srgbClr val="4D79A1"/>
            </a:solidFill>
            <a:ln>
              <a:noFill/>
            </a:ln>
          </p:spPr>
        </p:sp>
        <p:sp>
          <p:nvSpPr>
            <p:cNvPr id="12152" name="Heatmap cell r46 c10"/>
            <p:cNvSpPr/>
            <p:nvPr/>
          </p:nvSpPr>
          <p:spPr>
            <a:xfrm>
              <a:off x="198858" y="1232918"/>
              <a:ext cx="17140" cy="26609"/>
            </a:xfrm>
            <a:prstGeom prst="rect">
              <a:avLst/>
            </a:prstGeom>
            <a:solidFill>
              <a:srgbClr val="688BAF"/>
            </a:solidFill>
            <a:ln>
              <a:noFill/>
            </a:ln>
          </p:spPr>
        </p:sp>
        <p:sp>
          <p:nvSpPr>
            <p:cNvPr id="12153" name="Heatmap cell r46 c11"/>
            <p:cNvSpPr/>
            <p:nvPr/>
          </p:nvSpPr>
          <p:spPr>
            <a:xfrm>
              <a:off x="215903" y="1232918"/>
              <a:ext cx="19034" cy="26609"/>
            </a:xfrm>
            <a:prstGeom prst="rect">
              <a:avLst/>
            </a:prstGeom>
            <a:solidFill>
              <a:srgbClr val="91ACC7"/>
            </a:solidFill>
            <a:ln>
              <a:noFill/>
            </a:ln>
          </p:spPr>
        </p:sp>
        <p:sp>
          <p:nvSpPr>
            <p:cNvPr id="12154" name="Heatmap cell r46 c12"/>
            <p:cNvSpPr/>
            <p:nvPr/>
          </p:nvSpPr>
          <p:spPr>
            <a:xfrm>
              <a:off x="234842" y="1232918"/>
              <a:ext cx="17140" cy="26609"/>
            </a:xfrm>
            <a:prstGeom prst="rect">
              <a:avLst/>
            </a:prstGeom>
            <a:solidFill>
              <a:srgbClr val="88A6C1"/>
            </a:solidFill>
            <a:ln>
              <a:noFill/>
            </a:ln>
          </p:spPr>
        </p:sp>
        <p:sp>
          <p:nvSpPr>
            <p:cNvPr id="12155" name="Heatmap cell r46 c13"/>
            <p:cNvSpPr/>
            <p:nvPr/>
          </p:nvSpPr>
          <p:spPr>
            <a:xfrm>
              <a:off x="251887" y="1232918"/>
              <a:ext cx="19034" cy="26609"/>
            </a:xfrm>
            <a:prstGeom prst="rect">
              <a:avLst/>
            </a:prstGeom>
            <a:solidFill>
              <a:srgbClr val="A0B7CE"/>
            </a:solidFill>
            <a:ln>
              <a:noFill/>
            </a:ln>
          </p:spPr>
        </p:sp>
        <p:sp>
          <p:nvSpPr>
            <p:cNvPr id="12156" name="Heatmap cell r46 c14"/>
            <p:cNvSpPr/>
            <p:nvPr/>
          </p:nvSpPr>
          <p:spPr>
            <a:xfrm>
              <a:off x="270825" y="1232918"/>
              <a:ext cx="17140" cy="26609"/>
            </a:xfrm>
            <a:prstGeom prst="rect">
              <a:avLst/>
            </a:prstGeom>
            <a:solidFill>
              <a:srgbClr val="90ABC5"/>
            </a:solidFill>
            <a:ln>
              <a:noFill/>
            </a:ln>
          </p:spPr>
        </p:sp>
        <p:sp>
          <p:nvSpPr>
            <p:cNvPr id="12157" name="Heatmap cell r46 c15"/>
            <p:cNvSpPr/>
            <p:nvPr/>
          </p:nvSpPr>
          <p:spPr>
            <a:xfrm>
              <a:off x="287870" y="1232918"/>
              <a:ext cx="19034" cy="26609"/>
            </a:xfrm>
            <a:prstGeom prst="rect">
              <a:avLst/>
            </a:prstGeom>
            <a:solidFill>
              <a:srgbClr val="C3D1DF"/>
            </a:solidFill>
            <a:ln>
              <a:noFill/>
            </a:ln>
          </p:spPr>
        </p:sp>
        <p:sp>
          <p:nvSpPr>
            <p:cNvPr id="12158" name="Heatmap cell r46 c16"/>
            <p:cNvSpPr/>
            <p:nvPr/>
          </p:nvSpPr>
          <p:spPr>
            <a:xfrm>
              <a:off x="306809" y="1232918"/>
              <a:ext cx="17140" cy="26609"/>
            </a:xfrm>
            <a:prstGeom prst="rect">
              <a:avLst/>
            </a:prstGeom>
            <a:solidFill>
              <a:srgbClr val="85A1BE"/>
            </a:solidFill>
            <a:ln>
              <a:noFill/>
            </a:ln>
          </p:spPr>
        </p:sp>
        <p:sp>
          <p:nvSpPr>
            <p:cNvPr id="12159" name="Heatmap cell r46 c17"/>
            <p:cNvSpPr/>
            <p:nvPr/>
          </p:nvSpPr>
          <p:spPr>
            <a:xfrm>
              <a:off x="323854" y="1232918"/>
              <a:ext cx="19034" cy="26609"/>
            </a:xfrm>
            <a:prstGeom prst="rect">
              <a:avLst/>
            </a:prstGeom>
            <a:solidFill>
              <a:srgbClr val="DFE6ED"/>
            </a:solidFill>
            <a:ln>
              <a:noFill/>
            </a:ln>
          </p:spPr>
        </p:sp>
        <p:sp>
          <p:nvSpPr>
            <p:cNvPr id="12160" name="Heatmap cell r46 c18"/>
            <p:cNvSpPr/>
            <p:nvPr/>
          </p:nvSpPr>
          <p:spPr>
            <a:xfrm>
              <a:off x="342793" y="1232918"/>
              <a:ext cx="17140" cy="26609"/>
            </a:xfrm>
            <a:prstGeom prst="rect">
              <a:avLst/>
            </a:prstGeom>
            <a:solidFill>
              <a:srgbClr val="F0F4F7"/>
            </a:solidFill>
            <a:ln>
              <a:noFill/>
            </a:ln>
          </p:spPr>
        </p:sp>
        <p:sp>
          <p:nvSpPr>
            <p:cNvPr id="12161" name="Heatmap cell r46 c19"/>
            <p:cNvSpPr/>
            <p:nvPr/>
          </p:nvSpPr>
          <p:spPr>
            <a:xfrm>
              <a:off x="359838" y="1232918"/>
              <a:ext cx="19034" cy="26609"/>
            </a:xfrm>
            <a:prstGeom prst="rect">
              <a:avLst/>
            </a:prstGeom>
            <a:solidFill>
              <a:srgbClr val="ADC2D4"/>
            </a:solidFill>
            <a:ln>
              <a:noFill/>
            </a:ln>
          </p:spPr>
        </p:sp>
        <p:sp>
          <p:nvSpPr>
            <p:cNvPr id="12162" name="Heatmap cell r46 c20"/>
            <p:cNvSpPr/>
            <p:nvPr/>
          </p:nvSpPr>
          <p:spPr>
            <a:xfrm>
              <a:off x="378777" y="1232918"/>
              <a:ext cx="17140" cy="26609"/>
            </a:xfrm>
            <a:prstGeom prst="rect">
              <a:avLst/>
            </a:prstGeom>
            <a:solidFill>
              <a:srgbClr val="6489AD"/>
            </a:solidFill>
            <a:ln>
              <a:noFill/>
            </a:ln>
          </p:spPr>
        </p:sp>
        <p:sp>
          <p:nvSpPr>
            <p:cNvPr id="12163" name="Heatmap cell r46 c21"/>
            <p:cNvSpPr/>
            <p:nvPr/>
          </p:nvSpPr>
          <p:spPr>
            <a:xfrm>
              <a:off x="395822" y="1232918"/>
              <a:ext cx="19034" cy="26609"/>
            </a:xfrm>
            <a:prstGeom prst="rect">
              <a:avLst/>
            </a:prstGeom>
            <a:solidFill>
              <a:srgbClr val="B8C8DA"/>
            </a:solidFill>
            <a:ln>
              <a:noFill/>
            </a:ln>
          </p:spPr>
        </p:sp>
        <p:sp>
          <p:nvSpPr>
            <p:cNvPr id="12164" name="Heatmap cell r46 c22"/>
            <p:cNvSpPr/>
            <p:nvPr/>
          </p:nvSpPr>
          <p:spPr>
            <a:xfrm>
              <a:off x="414760" y="1232918"/>
              <a:ext cx="19034" cy="26609"/>
            </a:xfrm>
            <a:prstGeom prst="rect">
              <a:avLst/>
            </a:prstGeom>
            <a:solidFill>
              <a:srgbClr val="A4BAD0"/>
            </a:solidFill>
            <a:ln>
              <a:noFill/>
            </a:ln>
          </p:spPr>
        </p:sp>
        <p:sp>
          <p:nvSpPr>
            <p:cNvPr id="12165" name="Heatmap cell r46 c23"/>
            <p:cNvSpPr/>
            <p:nvPr/>
          </p:nvSpPr>
          <p:spPr>
            <a:xfrm>
              <a:off x="433699" y="1232918"/>
              <a:ext cx="17140" cy="26609"/>
            </a:xfrm>
            <a:prstGeom prst="rect">
              <a:avLst/>
            </a:prstGeom>
            <a:solidFill>
              <a:srgbClr val="F7D3D6"/>
            </a:solidFill>
            <a:ln>
              <a:noFill/>
            </a:ln>
          </p:spPr>
        </p:sp>
        <p:sp>
          <p:nvSpPr>
            <p:cNvPr id="12166" name="Heatmap cell r46 c24"/>
            <p:cNvSpPr/>
            <p:nvPr/>
          </p:nvSpPr>
          <p:spPr>
            <a:xfrm>
              <a:off x="450744" y="1232918"/>
              <a:ext cx="19034" cy="26609"/>
            </a:xfrm>
            <a:prstGeom prst="rect">
              <a:avLst/>
            </a:prstGeom>
            <a:solidFill>
              <a:srgbClr val="FCF6F6"/>
            </a:solidFill>
            <a:ln>
              <a:noFill/>
            </a:ln>
          </p:spPr>
        </p:sp>
        <p:sp>
          <p:nvSpPr>
            <p:cNvPr id="12167" name="Heatmap cell r46 c25"/>
            <p:cNvSpPr/>
            <p:nvPr/>
          </p:nvSpPr>
          <p:spPr>
            <a:xfrm>
              <a:off x="469683" y="1232918"/>
              <a:ext cx="17140" cy="26609"/>
            </a:xfrm>
            <a:prstGeom prst="rect">
              <a:avLst/>
            </a:prstGeom>
            <a:solidFill>
              <a:srgbClr val="8AA7C2"/>
            </a:solidFill>
            <a:ln>
              <a:noFill/>
            </a:ln>
          </p:spPr>
        </p:sp>
        <p:sp>
          <p:nvSpPr>
            <p:cNvPr id="12168" name="Heatmap cell r46 c26"/>
            <p:cNvSpPr/>
            <p:nvPr/>
          </p:nvSpPr>
          <p:spPr>
            <a:xfrm>
              <a:off x="486728" y="1232918"/>
              <a:ext cx="19034" cy="26609"/>
            </a:xfrm>
            <a:prstGeom prst="rect">
              <a:avLst/>
            </a:prstGeom>
            <a:solidFill>
              <a:srgbClr val="DFE7ED"/>
            </a:solidFill>
            <a:ln>
              <a:noFill/>
            </a:ln>
          </p:spPr>
        </p:sp>
        <p:sp>
          <p:nvSpPr>
            <p:cNvPr id="12169" name="Heatmap cell r46 c27"/>
            <p:cNvSpPr/>
            <p:nvPr/>
          </p:nvSpPr>
          <p:spPr>
            <a:xfrm>
              <a:off x="505667" y="1232918"/>
              <a:ext cx="17140" cy="26609"/>
            </a:xfrm>
            <a:prstGeom prst="rect">
              <a:avLst/>
            </a:prstGeom>
            <a:solidFill>
              <a:srgbClr val="ACC1D3"/>
            </a:solidFill>
            <a:ln>
              <a:noFill/>
            </a:ln>
          </p:spPr>
        </p:sp>
        <p:sp>
          <p:nvSpPr>
            <p:cNvPr id="12170" name="Heatmap cell r46 c28"/>
            <p:cNvSpPr/>
            <p:nvPr/>
          </p:nvSpPr>
          <p:spPr>
            <a:xfrm>
              <a:off x="522712" y="1232918"/>
              <a:ext cx="19034" cy="26609"/>
            </a:xfrm>
            <a:prstGeom prst="rect">
              <a:avLst/>
            </a:prstGeom>
            <a:solidFill>
              <a:srgbClr val="7899B8"/>
            </a:solidFill>
            <a:ln>
              <a:noFill/>
            </a:ln>
          </p:spPr>
        </p:sp>
        <p:sp>
          <p:nvSpPr>
            <p:cNvPr id="12171" name="Heatmap cell r46 c29"/>
            <p:cNvSpPr/>
            <p:nvPr/>
          </p:nvSpPr>
          <p:spPr>
            <a:xfrm>
              <a:off x="541651" y="1232918"/>
              <a:ext cx="17140" cy="26609"/>
            </a:xfrm>
            <a:prstGeom prst="rect">
              <a:avLst/>
            </a:prstGeom>
            <a:solidFill>
              <a:srgbClr val="87A3C0"/>
            </a:solidFill>
            <a:ln>
              <a:noFill/>
            </a:ln>
          </p:spPr>
        </p:sp>
        <p:sp>
          <p:nvSpPr>
            <p:cNvPr id="12172" name="Heatmap cell r46 c30"/>
            <p:cNvSpPr/>
            <p:nvPr/>
          </p:nvSpPr>
          <p:spPr>
            <a:xfrm>
              <a:off x="558696" y="1232918"/>
              <a:ext cx="19034" cy="26609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</p:sp>
        <p:sp>
          <p:nvSpPr>
            <p:cNvPr id="12173" name="Heatmap cell r46 c31"/>
            <p:cNvSpPr/>
            <p:nvPr/>
          </p:nvSpPr>
          <p:spPr>
            <a:xfrm>
              <a:off x="577634" y="1232918"/>
              <a:ext cx="17140" cy="26609"/>
            </a:xfrm>
            <a:prstGeom prst="rect">
              <a:avLst/>
            </a:prstGeom>
            <a:solidFill>
              <a:srgbClr val="1B4984"/>
            </a:solidFill>
            <a:ln>
              <a:noFill/>
            </a:ln>
          </p:spPr>
        </p:sp>
        <p:sp>
          <p:nvSpPr>
            <p:cNvPr id="12174" name="Heatmap cell r46 c32"/>
            <p:cNvSpPr/>
            <p:nvPr/>
          </p:nvSpPr>
          <p:spPr>
            <a:xfrm>
              <a:off x="594679" y="1232918"/>
              <a:ext cx="19034" cy="26609"/>
            </a:xfrm>
            <a:prstGeom prst="rect">
              <a:avLst/>
            </a:prstGeom>
            <a:solidFill>
              <a:srgbClr val="6F92B4"/>
            </a:solidFill>
            <a:ln>
              <a:noFill/>
            </a:ln>
          </p:spPr>
        </p:sp>
        <p:sp>
          <p:nvSpPr>
            <p:cNvPr id="12175" name="Heatmap cell r46 c33"/>
            <p:cNvSpPr/>
            <p:nvPr/>
          </p:nvSpPr>
          <p:spPr>
            <a:xfrm>
              <a:off x="613618" y="1232918"/>
              <a:ext cx="17140" cy="26609"/>
            </a:xfrm>
            <a:prstGeom prst="rect">
              <a:avLst/>
            </a:prstGeom>
            <a:solidFill>
              <a:srgbClr val="1D5186"/>
            </a:solidFill>
            <a:ln>
              <a:noFill/>
            </a:ln>
          </p:spPr>
        </p:sp>
        <p:sp>
          <p:nvSpPr>
            <p:cNvPr id="12176" name="Heatmap cell r46 c34"/>
            <p:cNvSpPr/>
            <p:nvPr/>
          </p:nvSpPr>
          <p:spPr>
            <a:xfrm>
              <a:off x="630663" y="1232918"/>
              <a:ext cx="19034" cy="26609"/>
            </a:xfrm>
            <a:prstGeom prst="rect">
              <a:avLst/>
            </a:prstGeom>
            <a:solidFill>
              <a:srgbClr val="6C90B1"/>
            </a:solidFill>
            <a:ln>
              <a:noFill/>
            </a:ln>
          </p:spPr>
        </p:sp>
        <p:sp>
          <p:nvSpPr>
            <p:cNvPr id="12177" name="Heatmap cell r46 c35"/>
            <p:cNvSpPr/>
            <p:nvPr/>
          </p:nvSpPr>
          <p:spPr>
            <a:xfrm>
              <a:off x="649602" y="1232918"/>
              <a:ext cx="19034" cy="26609"/>
            </a:xfrm>
            <a:prstGeom prst="rect">
              <a:avLst/>
            </a:prstGeom>
            <a:solidFill>
              <a:srgbClr val="A3B9CF"/>
            </a:solidFill>
            <a:ln>
              <a:noFill/>
            </a:ln>
          </p:spPr>
        </p:sp>
        <p:sp>
          <p:nvSpPr>
            <p:cNvPr id="12178" name="Heatmap cell r46 c36"/>
            <p:cNvSpPr/>
            <p:nvPr/>
          </p:nvSpPr>
          <p:spPr>
            <a:xfrm>
              <a:off x="668541" y="1232918"/>
              <a:ext cx="17140" cy="26609"/>
            </a:xfrm>
            <a:prstGeom prst="rect">
              <a:avLst/>
            </a:prstGeom>
            <a:solidFill>
              <a:srgbClr val="B4C5D6"/>
            </a:solidFill>
            <a:ln>
              <a:noFill/>
            </a:ln>
          </p:spPr>
        </p:sp>
        <p:sp>
          <p:nvSpPr>
            <p:cNvPr id="12179" name="Heatmap cell r46 c37"/>
            <p:cNvSpPr/>
            <p:nvPr/>
          </p:nvSpPr>
          <p:spPr>
            <a:xfrm>
              <a:off x="685586" y="1232918"/>
              <a:ext cx="19034" cy="26609"/>
            </a:xfrm>
            <a:prstGeom prst="rect">
              <a:avLst/>
            </a:prstGeom>
            <a:solidFill>
              <a:srgbClr val="6A8EB0"/>
            </a:solidFill>
            <a:ln>
              <a:noFill/>
            </a:ln>
          </p:spPr>
        </p:sp>
        <p:sp>
          <p:nvSpPr>
            <p:cNvPr id="12180" name="Heatmap cell r46 c38"/>
            <p:cNvSpPr/>
            <p:nvPr/>
          </p:nvSpPr>
          <p:spPr>
            <a:xfrm>
              <a:off x="704525" y="1232918"/>
              <a:ext cx="17140" cy="26609"/>
            </a:xfrm>
            <a:prstGeom prst="rect">
              <a:avLst/>
            </a:prstGeom>
            <a:solidFill>
              <a:srgbClr val="D2DDE7"/>
            </a:solidFill>
            <a:ln>
              <a:noFill/>
            </a:ln>
          </p:spPr>
        </p:sp>
        <p:sp>
          <p:nvSpPr>
            <p:cNvPr id="12181" name="Heatmap cell r46 c39"/>
            <p:cNvSpPr/>
            <p:nvPr/>
          </p:nvSpPr>
          <p:spPr>
            <a:xfrm>
              <a:off x="721570" y="1232918"/>
              <a:ext cx="19034" cy="26609"/>
            </a:xfrm>
            <a:prstGeom prst="rect">
              <a:avLst/>
            </a:prstGeom>
            <a:solidFill>
              <a:srgbClr val="BCCCDC"/>
            </a:solidFill>
            <a:ln>
              <a:noFill/>
            </a:ln>
          </p:spPr>
        </p:sp>
        <p:sp>
          <p:nvSpPr>
            <p:cNvPr id="12182" name="Heatmap cell r46 c40"/>
            <p:cNvSpPr/>
            <p:nvPr/>
          </p:nvSpPr>
          <p:spPr>
            <a:xfrm>
              <a:off x="740508" y="1232918"/>
              <a:ext cx="17140" cy="26609"/>
            </a:xfrm>
            <a:prstGeom prst="rect">
              <a:avLst/>
            </a:prstGeom>
            <a:solidFill>
              <a:srgbClr val="97B0C8"/>
            </a:solidFill>
            <a:ln>
              <a:noFill/>
            </a:ln>
          </p:spPr>
        </p:sp>
        <p:sp>
          <p:nvSpPr>
            <p:cNvPr id="12183" name="Heatmap cell r46 c41"/>
            <p:cNvSpPr/>
            <p:nvPr/>
          </p:nvSpPr>
          <p:spPr>
            <a:xfrm>
              <a:off x="757553" y="1232918"/>
              <a:ext cx="19034" cy="26609"/>
            </a:xfrm>
            <a:prstGeom prst="rect">
              <a:avLst/>
            </a:prstGeom>
            <a:solidFill>
              <a:srgbClr val="AFC3D5"/>
            </a:solidFill>
            <a:ln>
              <a:noFill/>
            </a:ln>
          </p:spPr>
        </p:sp>
        <p:sp>
          <p:nvSpPr>
            <p:cNvPr id="12184" name="Heatmap cell r46 c42"/>
            <p:cNvSpPr/>
            <p:nvPr/>
          </p:nvSpPr>
          <p:spPr>
            <a:xfrm>
              <a:off x="776492" y="1232918"/>
              <a:ext cx="17140" cy="26609"/>
            </a:xfrm>
            <a:prstGeom prst="rect">
              <a:avLst/>
            </a:prstGeom>
            <a:solidFill>
              <a:srgbClr val="F0BAC0"/>
            </a:solidFill>
            <a:ln>
              <a:noFill/>
            </a:ln>
          </p:spPr>
        </p:sp>
        <p:sp>
          <p:nvSpPr>
            <p:cNvPr id="12185" name="Heatmap cell r46 c43"/>
            <p:cNvSpPr/>
            <p:nvPr/>
          </p:nvSpPr>
          <p:spPr>
            <a:xfrm>
              <a:off x="793537" y="1232918"/>
              <a:ext cx="19034" cy="26609"/>
            </a:xfrm>
            <a:prstGeom prst="rect">
              <a:avLst/>
            </a:prstGeom>
            <a:solidFill>
              <a:srgbClr val="B5C6D7"/>
            </a:solidFill>
            <a:ln>
              <a:noFill/>
            </a:ln>
          </p:spPr>
        </p:sp>
        <p:sp>
          <p:nvSpPr>
            <p:cNvPr id="12186" name="Heatmap cell r46 c44"/>
            <p:cNvSpPr/>
            <p:nvPr/>
          </p:nvSpPr>
          <p:spPr>
            <a:xfrm>
              <a:off x="812476" y="1232918"/>
              <a:ext cx="17140" cy="26609"/>
            </a:xfrm>
            <a:prstGeom prst="rect">
              <a:avLst/>
            </a:prstGeom>
            <a:solidFill>
              <a:srgbClr val="7193B5"/>
            </a:solidFill>
            <a:ln>
              <a:noFill/>
            </a:ln>
          </p:spPr>
        </p:sp>
        <p:sp>
          <p:nvSpPr>
            <p:cNvPr id="12187" name="Heatmap cell r46 c45"/>
            <p:cNvSpPr/>
            <p:nvPr/>
          </p:nvSpPr>
          <p:spPr>
            <a:xfrm>
              <a:off x="829521" y="1232918"/>
              <a:ext cx="19034" cy="26609"/>
            </a:xfrm>
            <a:prstGeom prst="rect">
              <a:avLst/>
            </a:prstGeom>
            <a:solidFill>
              <a:srgbClr val="F5D0D3"/>
            </a:solidFill>
            <a:ln>
              <a:noFill/>
            </a:ln>
          </p:spPr>
        </p:sp>
        <p:sp>
          <p:nvSpPr>
            <p:cNvPr id="12188" name="Heatmap cell r46 c46"/>
            <p:cNvSpPr/>
            <p:nvPr/>
          </p:nvSpPr>
          <p:spPr>
            <a:xfrm>
              <a:off x="848460" y="1232918"/>
              <a:ext cx="17140" cy="26609"/>
            </a:xfrm>
            <a:prstGeom prst="rect">
              <a:avLst/>
            </a:prstGeom>
            <a:solidFill>
              <a:srgbClr val="8DA8C3"/>
            </a:solidFill>
            <a:ln>
              <a:noFill/>
            </a:ln>
          </p:spPr>
        </p:sp>
        <p:sp>
          <p:nvSpPr>
            <p:cNvPr id="12189" name="Heatmap cell r46 c47"/>
            <p:cNvSpPr/>
            <p:nvPr/>
          </p:nvSpPr>
          <p:spPr>
            <a:xfrm>
              <a:off x="865505" y="1232918"/>
              <a:ext cx="19034" cy="26609"/>
            </a:xfrm>
            <a:prstGeom prst="rect">
              <a:avLst/>
            </a:prstGeom>
            <a:solidFill>
              <a:srgbClr val="9EB5CC"/>
            </a:solidFill>
            <a:ln>
              <a:noFill/>
            </a:ln>
          </p:spPr>
        </p:sp>
        <p:sp>
          <p:nvSpPr>
            <p:cNvPr id="12190" name="Heatmap cell r46 c48"/>
            <p:cNvSpPr/>
            <p:nvPr/>
          </p:nvSpPr>
          <p:spPr>
            <a:xfrm>
              <a:off x="884444" y="1232918"/>
              <a:ext cx="19034" cy="26609"/>
            </a:xfrm>
            <a:prstGeom prst="rect">
              <a:avLst/>
            </a:prstGeom>
            <a:solidFill>
              <a:srgbClr val="CED9E4"/>
            </a:solidFill>
            <a:ln>
              <a:noFill/>
            </a:ln>
          </p:spPr>
        </p:sp>
        <p:sp>
          <p:nvSpPr>
            <p:cNvPr id="12191" name="Heatmap cell r46 c49"/>
            <p:cNvSpPr/>
            <p:nvPr/>
          </p:nvSpPr>
          <p:spPr>
            <a:xfrm>
              <a:off x="903382" y="1232918"/>
              <a:ext cx="17140" cy="26609"/>
            </a:xfrm>
            <a:prstGeom prst="rect">
              <a:avLst/>
            </a:prstGeom>
            <a:solidFill>
              <a:srgbClr val="C6D4E1"/>
            </a:solidFill>
            <a:ln>
              <a:noFill/>
            </a:ln>
          </p:spPr>
        </p:sp>
        <p:sp>
          <p:nvSpPr>
            <p:cNvPr id="12192" name="Heatmap cell r46 c50"/>
            <p:cNvSpPr/>
            <p:nvPr/>
          </p:nvSpPr>
          <p:spPr>
            <a:xfrm>
              <a:off x="920427" y="1232918"/>
              <a:ext cx="19034" cy="26609"/>
            </a:xfrm>
            <a:prstGeom prst="rect">
              <a:avLst/>
            </a:prstGeom>
            <a:solidFill>
              <a:srgbClr val="EEF3F6"/>
            </a:solidFill>
            <a:ln>
              <a:noFill/>
            </a:ln>
          </p:spPr>
        </p:sp>
        <p:sp>
          <p:nvSpPr>
            <p:cNvPr id="12193" name="Heatmap cell r46 c51"/>
            <p:cNvSpPr/>
            <p:nvPr/>
          </p:nvSpPr>
          <p:spPr>
            <a:xfrm>
              <a:off x="939366" y="1232918"/>
              <a:ext cx="17140" cy="26609"/>
            </a:xfrm>
            <a:prstGeom prst="rect">
              <a:avLst/>
            </a:prstGeom>
            <a:solidFill>
              <a:srgbClr val="A9BCD2"/>
            </a:solidFill>
            <a:ln>
              <a:noFill/>
            </a:ln>
          </p:spPr>
        </p:sp>
        <p:sp>
          <p:nvSpPr>
            <p:cNvPr id="12194" name="Heatmap cell r46 c52"/>
            <p:cNvSpPr/>
            <p:nvPr/>
          </p:nvSpPr>
          <p:spPr>
            <a:xfrm>
              <a:off x="956411" y="1232918"/>
              <a:ext cx="19034" cy="26609"/>
            </a:xfrm>
            <a:prstGeom prst="rect">
              <a:avLst/>
            </a:prstGeom>
            <a:solidFill>
              <a:srgbClr val="B5C5D7"/>
            </a:solidFill>
            <a:ln>
              <a:noFill/>
            </a:ln>
          </p:spPr>
        </p:sp>
        <p:sp>
          <p:nvSpPr>
            <p:cNvPr id="12195" name="Heatmap cell r46 c53"/>
            <p:cNvSpPr/>
            <p:nvPr/>
          </p:nvSpPr>
          <p:spPr>
            <a:xfrm>
              <a:off x="975350" y="1232918"/>
              <a:ext cx="17140" cy="26609"/>
            </a:xfrm>
            <a:prstGeom prst="rect">
              <a:avLst/>
            </a:prstGeom>
            <a:solidFill>
              <a:srgbClr val="E8ECF3"/>
            </a:solidFill>
            <a:ln>
              <a:noFill/>
            </a:ln>
          </p:spPr>
        </p:sp>
        <p:sp>
          <p:nvSpPr>
            <p:cNvPr id="12196" name="Heatmap cell r46 c54"/>
            <p:cNvSpPr/>
            <p:nvPr/>
          </p:nvSpPr>
          <p:spPr>
            <a:xfrm>
              <a:off x="992395" y="1232918"/>
              <a:ext cx="19034" cy="26609"/>
            </a:xfrm>
            <a:prstGeom prst="rect">
              <a:avLst/>
            </a:prstGeom>
            <a:solidFill>
              <a:srgbClr val="CFDAE4"/>
            </a:solidFill>
            <a:ln>
              <a:noFill/>
            </a:ln>
          </p:spPr>
        </p:sp>
        <p:sp>
          <p:nvSpPr>
            <p:cNvPr id="12197" name="Heatmap cell r46 c55"/>
            <p:cNvSpPr/>
            <p:nvPr/>
          </p:nvSpPr>
          <p:spPr>
            <a:xfrm>
              <a:off x="1011334" y="1232918"/>
              <a:ext cx="17140" cy="26609"/>
            </a:xfrm>
            <a:prstGeom prst="rect">
              <a:avLst/>
            </a:prstGeom>
            <a:solidFill>
              <a:srgbClr val="7F9FBC"/>
            </a:solidFill>
            <a:ln>
              <a:noFill/>
            </a:ln>
          </p:spPr>
        </p:sp>
        <p:sp>
          <p:nvSpPr>
            <p:cNvPr id="12198" name="Heatmap cell r46 c56"/>
            <p:cNvSpPr/>
            <p:nvPr/>
          </p:nvSpPr>
          <p:spPr>
            <a:xfrm>
              <a:off x="1028379" y="1232918"/>
              <a:ext cx="19034" cy="26609"/>
            </a:xfrm>
            <a:prstGeom prst="rect">
              <a:avLst/>
            </a:prstGeom>
            <a:solidFill>
              <a:srgbClr val="B6C7D9"/>
            </a:solidFill>
            <a:ln>
              <a:noFill/>
            </a:ln>
          </p:spPr>
        </p:sp>
        <p:sp>
          <p:nvSpPr>
            <p:cNvPr id="12199" name="Heatmap cell r46 c57"/>
            <p:cNvSpPr/>
            <p:nvPr/>
          </p:nvSpPr>
          <p:spPr>
            <a:xfrm>
              <a:off x="1047318" y="1232918"/>
              <a:ext cx="17140" cy="26609"/>
            </a:xfrm>
            <a:prstGeom prst="rect">
              <a:avLst/>
            </a:prstGeom>
            <a:solidFill>
              <a:srgbClr val="E1E9EF"/>
            </a:solidFill>
            <a:ln>
              <a:noFill/>
            </a:ln>
          </p:spPr>
        </p:sp>
        <p:sp>
          <p:nvSpPr>
            <p:cNvPr id="12200" name="Heatmap cell r46 c58"/>
            <p:cNvSpPr/>
            <p:nvPr/>
          </p:nvSpPr>
          <p:spPr>
            <a:xfrm>
              <a:off x="1064363" y="1232918"/>
              <a:ext cx="19034" cy="26609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12201" name="Heatmap cell r46 c59"/>
            <p:cNvSpPr/>
            <p:nvPr/>
          </p:nvSpPr>
          <p:spPr>
            <a:xfrm>
              <a:off x="1083301" y="1232918"/>
              <a:ext cx="17140" cy="26609"/>
            </a:xfrm>
            <a:prstGeom prst="rect">
              <a:avLst/>
            </a:prstGeom>
            <a:solidFill>
              <a:srgbClr val="D5DFE9"/>
            </a:solidFill>
            <a:ln>
              <a:noFill/>
            </a:ln>
          </p:spPr>
        </p:sp>
        <p:sp>
          <p:nvSpPr>
            <p:cNvPr id="12202" name="Heatmap cell r46 c60"/>
            <p:cNvSpPr/>
            <p:nvPr/>
          </p:nvSpPr>
          <p:spPr>
            <a:xfrm>
              <a:off x="1100346" y="1232918"/>
              <a:ext cx="19034" cy="26609"/>
            </a:xfrm>
            <a:prstGeom prst="rect">
              <a:avLst/>
            </a:prstGeom>
            <a:solidFill>
              <a:srgbClr val="F1F5F8"/>
            </a:solidFill>
            <a:ln>
              <a:noFill/>
            </a:ln>
          </p:spPr>
        </p:sp>
        <p:sp>
          <p:nvSpPr>
            <p:cNvPr id="12203" name="Heatmap cell r46 c61"/>
            <p:cNvSpPr/>
            <p:nvPr/>
          </p:nvSpPr>
          <p:spPr>
            <a:xfrm>
              <a:off x="1119285" y="1232918"/>
              <a:ext cx="19034" cy="26609"/>
            </a:xfrm>
            <a:prstGeom prst="rect">
              <a:avLst/>
            </a:prstGeom>
            <a:solidFill>
              <a:srgbClr val="92ADC6"/>
            </a:solidFill>
            <a:ln>
              <a:noFill/>
            </a:ln>
          </p:spPr>
        </p:sp>
        <p:sp>
          <p:nvSpPr>
            <p:cNvPr id="12204" name="Heatmap cell r46 c62"/>
            <p:cNvSpPr/>
            <p:nvPr/>
          </p:nvSpPr>
          <p:spPr>
            <a:xfrm>
              <a:off x="1138224" y="1232918"/>
              <a:ext cx="17140" cy="26609"/>
            </a:xfrm>
            <a:prstGeom prst="rect">
              <a:avLst/>
            </a:prstGeom>
            <a:solidFill>
              <a:srgbClr val="B8C8DA"/>
            </a:solidFill>
            <a:ln>
              <a:noFill/>
            </a:ln>
          </p:spPr>
        </p:sp>
        <p:sp>
          <p:nvSpPr>
            <p:cNvPr id="12205" name="Heatmap cell r46 c63"/>
            <p:cNvSpPr/>
            <p:nvPr/>
          </p:nvSpPr>
          <p:spPr>
            <a:xfrm>
              <a:off x="1155269" y="1232918"/>
              <a:ext cx="19034" cy="26609"/>
            </a:xfrm>
            <a:prstGeom prst="rect">
              <a:avLst/>
            </a:prstGeom>
            <a:solidFill>
              <a:srgbClr val="88A4C1"/>
            </a:solidFill>
            <a:ln>
              <a:noFill/>
            </a:ln>
          </p:spPr>
        </p:sp>
        <p:sp>
          <p:nvSpPr>
            <p:cNvPr id="12206" name="Heatmap cell r46 c64"/>
            <p:cNvSpPr/>
            <p:nvPr/>
          </p:nvSpPr>
          <p:spPr>
            <a:xfrm>
              <a:off x="1174208" y="1232918"/>
              <a:ext cx="17140" cy="26609"/>
            </a:xfrm>
            <a:prstGeom prst="rect">
              <a:avLst/>
            </a:prstGeom>
            <a:solidFill>
              <a:srgbClr val="D2DDE8"/>
            </a:solidFill>
            <a:ln>
              <a:noFill/>
            </a:ln>
          </p:spPr>
        </p:sp>
        <p:sp>
          <p:nvSpPr>
            <p:cNvPr id="12207" name="Heatmap cell r46 c65"/>
            <p:cNvSpPr/>
            <p:nvPr/>
          </p:nvSpPr>
          <p:spPr>
            <a:xfrm>
              <a:off x="1191253" y="1232918"/>
              <a:ext cx="19034" cy="26609"/>
            </a:xfrm>
            <a:prstGeom prst="rect">
              <a:avLst/>
            </a:prstGeom>
            <a:solidFill>
              <a:srgbClr val="FAEBED"/>
            </a:solidFill>
            <a:ln>
              <a:noFill/>
            </a:ln>
          </p:spPr>
        </p:sp>
        <p:sp>
          <p:nvSpPr>
            <p:cNvPr id="12208" name="Heatmap cell r46 c66"/>
            <p:cNvSpPr/>
            <p:nvPr/>
          </p:nvSpPr>
          <p:spPr>
            <a:xfrm>
              <a:off x="1210192" y="1232918"/>
              <a:ext cx="17140" cy="26609"/>
            </a:xfrm>
            <a:prstGeom prst="rect">
              <a:avLst/>
            </a:prstGeom>
            <a:solidFill>
              <a:srgbClr val="8DA8C3"/>
            </a:solidFill>
            <a:ln>
              <a:noFill/>
            </a:ln>
          </p:spPr>
        </p:sp>
        <p:sp>
          <p:nvSpPr>
            <p:cNvPr id="12209" name="Heatmap cell r46 c67"/>
            <p:cNvSpPr/>
            <p:nvPr/>
          </p:nvSpPr>
          <p:spPr>
            <a:xfrm>
              <a:off x="1227236" y="1232918"/>
              <a:ext cx="19034" cy="26609"/>
            </a:xfrm>
            <a:prstGeom prst="rect">
              <a:avLst/>
            </a:prstGeom>
            <a:solidFill>
              <a:srgbClr val="91ACC5"/>
            </a:solidFill>
            <a:ln>
              <a:noFill/>
            </a:ln>
          </p:spPr>
        </p:sp>
        <p:sp>
          <p:nvSpPr>
            <p:cNvPr id="12210" name="Heatmap cell r46 c68"/>
            <p:cNvSpPr/>
            <p:nvPr/>
          </p:nvSpPr>
          <p:spPr>
            <a:xfrm>
              <a:off x="1246175" y="1232918"/>
              <a:ext cx="17140" cy="26609"/>
            </a:xfrm>
            <a:prstGeom prst="rect">
              <a:avLst/>
            </a:prstGeom>
            <a:solidFill>
              <a:srgbClr val="D9E1EB"/>
            </a:solidFill>
            <a:ln>
              <a:noFill/>
            </a:ln>
          </p:spPr>
        </p:sp>
        <p:sp>
          <p:nvSpPr>
            <p:cNvPr id="12211" name="Heatmap cell r46 c69"/>
            <p:cNvSpPr/>
            <p:nvPr/>
          </p:nvSpPr>
          <p:spPr>
            <a:xfrm>
              <a:off x="1263220" y="1232918"/>
              <a:ext cx="19034" cy="26609"/>
            </a:xfrm>
            <a:prstGeom prst="rect">
              <a:avLst/>
            </a:prstGeom>
            <a:solidFill>
              <a:srgbClr val="A2B8CF"/>
            </a:solidFill>
            <a:ln>
              <a:noFill/>
            </a:ln>
          </p:spPr>
        </p:sp>
        <p:sp>
          <p:nvSpPr>
            <p:cNvPr id="12212" name="Heatmap cell r46 c70"/>
            <p:cNvSpPr/>
            <p:nvPr/>
          </p:nvSpPr>
          <p:spPr>
            <a:xfrm>
              <a:off x="1282159" y="1232918"/>
              <a:ext cx="17140" cy="26609"/>
            </a:xfrm>
            <a:prstGeom prst="rect">
              <a:avLst/>
            </a:prstGeom>
            <a:solidFill>
              <a:srgbClr val="8BA8C3"/>
            </a:solidFill>
            <a:ln>
              <a:noFill/>
            </a:ln>
          </p:spPr>
        </p:sp>
        <p:sp>
          <p:nvSpPr>
            <p:cNvPr id="12213" name="Heatmap cell r46 c71"/>
            <p:cNvSpPr/>
            <p:nvPr/>
          </p:nvSpPr>
          <p:spPr>
            <a:xfrm>
              <a:off x="1299204" y="1232918"/>
              <a:ext cx="19034" cy="26609"/>
            </a:xfrm>
            <a:prstGeom prst="rect">
              <a:avLst/>
            </a:prstGeom>
            <a:solidFill>
              <a:srgbClr val="BCCCDC"/>
            </a:solidFill>
            <a:ln>
              <a:noFill/>
            </a:ln>
          </p:spPr>
        </p:sp>
        <p:sp>
          <p:nvSpPr>
            <p:cNvPr id="12214" name="Heatmap cell r46 c72"/>
            <p:cNvSpPr/>
            <p:nvPr/>
          </p:nvSpPr>
          <p:spPr>
            <a:xfrm>
              <a:off x="1318143" y="1232918"/>
              <a:ext cx="17140" cy="26609"/>
            </a:xfrm>
            <a:prstGeom prst="rect">
              <a:avLst/>
            </a:prstGeom>
            <a:solidFill>
              <a:srgbClr val="809EBB"/>
            </a:solidFill>
            <a:ln>
              <a:noFill/>
            </a:ln>
          </p:spPr>
        </p:sp>
        <p:sp>
          <p:nvSpPr>
            <p:cNvPr id="12215" name="Heatmap cell r46 c73"/>
            <p:cNvSpPr/>
            <p:nvPr/>
          </p:nvSpPr>
          <p:spPr>
            <a:xfrm>
              <a:off x="1335188" y="1232918"/>
              <a:ext cx="19034" cy="26609"/>
            </a:xfrm>
            <a:prstGeom prst="rect">
              <a:avLst/>
            </a:prstGeom>
            <a:solidFill>
              <a:srgbClr val="97B0C8"/>
            </a:solidFill>
            <a:ln>
              <a:noFill/>
            </a:ln>
          </p:spPr>
        </p:sp>
        <p:sp>
          <p:nvSpPr>
            <p:cNvPr id="12216" name="Heatmap cell r46 c74"/>
            <p:cNvSpPr/>
            <p:nvPr/>
          </p:nvSpPr>
          <p:spPr>
            <a:xfrm>
              <a:off x="1354127" y="1232918"/>
              <a:ext cx="17140" cy="26609"/>
            </a:xfrm>
            <a:prstGeom prst="rect">
              <a:avLst/>
            </a:prstGeom>
            <a:solidFill>
              <a:srgbClr val="F8DEE0"/>
            </a:solidFill>
            <a:ln>
              <a:noFill/>
            </a:ln>
          </p:spPr>
        </p:sp>
        <p:sp>
          <p:nvSpPr>
            <p:cNvPr id="12217" name="Heatmap cell r46 c75"/>
            <p:cNvSpPr/>
            <p:nvPr/>
          </p:nvSpPr>
          <p:spPr>
            <a:xfrm>
              <a:off x="1371172" y="1232918"/>
              <a:ext cx="19034" cy="26609"/>
            </a:xfrm>
            <a:prstGeom prst="rect">
              <a:avLst/>
            </a:prstGeom>
            <a:solidFill>
              <a:srgbClr val="FCF6F6"/>
            </a:solidFill>
            <a:ln>
              <a:noFill/>
            </a:ln>
          </p:spPr>
        </p:sp>
        <p:sp>
          <p:nvSpPr>
            <p:cNvPr id="12218" name="Heatmap cell r46 c76"/>
            <p:cNvSpPr/>
            <p:nvPr/>
          </p:nvSpPr>
          <p:spPr>
            <a:xfrm>
              <a:off x="1390110" y="1232918"/>
              <a:ext cx="19034" cy="26609"/>
            </a:xfrm>
            <a:prstGeom prst="rect">
              <a:avLst/>
            </a:prstGeom>
            <a:solidFill>
              <a:srgbClr val="DDE4EC"/>
            </a:solidFill>
            <a:ln>
              <a:noFill/>
            </a:ln>
          </p:spPr>
        </p:sp>
        <p:sp>
          <p:nvSpPr>
            <p:cNvPr id="12219" name="Heatmap cell r46 c78"/>
            <p:cNvSpPr/>
            <p:nvPr/>
          </p:nvSpPr>
          <p:spPr>
            <a:xfrm>
              <a:off x="1426094" y="1232918"/>
              <a:ext cx="19034" cy="26609"/>
            </a:xfrm>
            <a:prstGeom prst="rect">
              <a:avLst/>
            </a:prstGeom>
            <a:solidFill>
              <a:srgbClr val="B8C8DA"/>
            </a:solidFill>
            <a:ln>
              <a:noFill/>
            </a:ln>
          </p:spPr>
        </p:sp>
        <p:sp>
          <p:nvSpPr>
            <p:cNvPr id="12220" name="Heatmap cell r46 c80"/>
            <p:cNvSpPr/>
            <p:nvPr/>
          </p:nvSpPr>
          <p:spPr>
            <a:xfrm>
              <a:off x="1462078" y="1232918"/>
              <a:ext cx="19034" cy="26609"/>
            </a:xfrm>
            <a:prstGeom prst="rect">
              <a:avLst/>
            </a:prstGeom>
            <a:solidFill>
              <a:srgbClr val="BCCDDD"/>
            </a:solidFill>
            <a:ln>
              <a:noFill/>
            </a:ln>
          </p:spPr>
        </p:sp>
        <p:sp>
          <p:nvSpPr>
            <p:cNvPr id="12221" name="Heatmap cell r46 c81"/>
            <p:cNvSpPr/>
            <p:nvPr/>
          </p:nvSpPr>
          <p:spPr>
            <a:xfrm>
              <a:off x="1481017" y="1232918"/>
              <a:ext cx="17140" cy="26609"/>
            </a:xfrm>
            <a:prstGeom prst="rect">
              <a:avLst/>
            </a:prstGeom>
            <a:solidFill>
              <a:srgbClr val="1B4883"/>
            </a:solidFill>
            <a:ln>
              <a:noFill/>
            </a:ln>
          </p:spPr>
        </p:sp>
        <p:sp>
          <p:nvSpPr>
            <p:cNvPr id="12222" name="Heatmap cell r46 c82"/>
            <p:cNvSpPr/>
            <p:nvPr/>
          </p:nvSpPr>
          <p:spPr>
            <a:xfrm>
              <a:off x="1498062" y="1232918"/>
              <a:ext cx="19034" cy="26609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12223" name="Heatmap cell r46 c83"/>
            <p:cNvSpPr/>
            <p:nvPr/>
          </p:nvSpPr>
          <p:spPr>
            <a:xfrm>
              <a:off x="1517001" y="1232918"/>
              <a:ext cx="17140" cy="26609"/>
            </a:xfrm>
            <a:prstGeom prst="rect">
              <a:avLst/>
            </a:prstGeom>
            <a:solidFill>
              <a:srgbClr val="95AEC6"/>
            </a:solidFill>
            <a:ln>
              <a:noFill/>
            </a:ln>
          </p:spPr>
        </p:sp>
        <p:sp>
          <p:nvSpPr>
            <p:cNvPr id="12224" name="Heatmap cell r46 c84"/>
            <p:cNvSpPr/>
            <p:nvPr/>
          </p:nvSpPr>
          <p:spPr>
            <a:xfrm>
              <a:off x="1534046" y="1232918"/>
              <a:ext cx="19034" cy="26609"/>
            </a:xfrm>
            <a:prstGeom prst="rect">
              <a:avLst/>
            </a:prstGeom>
            <a:solidFill>
              <a:srgbClr val="A6BAD0"/>
            </a:solidFill>
            <a:ln>
              <a:noFill/>
            </a:ln>
          </p:spPr>
        </p:sp>
        <p:sp>
          <p:nvSpPr>
            <p:cNvPr id="12225" name="Heatmap cell r46 c85"/>
            <p:cNvSpPr/>
            <p:nvPr/>
          </p:nvSpPr>
          <p:spPr>
            <a:xfrm>
              <a:off x="1552984" y="1232918"/>
              <a:ext cx="17140" cy="26609"/>
            </a:xfrm>
            <a:prstGeom prst="rect">
              <a:avLst/>
            </a:prstGeom>
            <a:solidFill>
              <a:srgbClr val="9FB7CD"/>
            </a:solidFill>
            <a:ln>
              <a:noFill/>
            </a:ln>
          </p:spPr>
        </p:sp>
        <p:sp>
          <p:nvSpPr>
            <p:cNvPr id="12226" name="Heatmap cell r46 c86"/>
            <p:cNvSpPr/>
            <p:nvPr/>
          </p:nvSpPr>
          <p:spPr>
            <a:xfrm>
              <a:off x="1570029" y="1232918"/>
              <a:ext cx="19034" cy="26609"/>
            </a:xfrm>
            <a:prstGeom prst="rect">
              <a:avLst/>
            </a:prstGeom>
            <a:solidFill>
              <a:srgbClr val="F7D7DB"/>
            </a:solidFill>
            <a:ln>
              <a:noFill/>
            </a:ln>
          </p:spPr>
        </p:sp>
        <p:sp>
          <p:nvSpPr>
            <p:cNvPr id="12227" name="Heatmap cell r46 c87"/>
            <p:cNvSpPr/>
            <p:nvPr/>
          </p:nvSpPr>
          <p:spPr>
            <a:xfrm>
              <a:off x="1588968" y="1232918"/>
              <a:ext cx="17140" cy="26609"/>
            </a:xfrm>
            <a:prstGeom prst="rect">
              <a:avLst/>
            </a:prstGeom>
            <a:solidFill>
              <a:srgbClr val="DFE7ED"/>
            </a:solidFill>
            <a:ln>
              <a:noFill/>
            </a:ln>
          </p:spPr>
        </p:sp>
        <p:sp>
          <p:nvSpPr>
            <p:cNvPr id="12228" name="Heatmap cell r46 c88"/>
            <p:cNvSpPr/>
            <p:nvPr/>
          </p:nvSpPr>
          <p:spPr>
            <a:xfrm>
              <a:off x="1606013" y="1232918"/>
              <a:ext cx="19034" cy="26609"/>
            </a:xfrm>
            <a:prstGeom prst="rect">
              <a:avLst/>
            </a:prstGeom>
            <a:solidFill>
              <a:srgbClr val="D9E1EB"/>
            </a:solidFill>
            <a:ln>
              <a:noFill/>
            </a:ln>
          </p:spPr>
        </p:sp>
        <p:sp>
          <p:nvSpPr>
            <p:cNvPr id="12229" name="Heatmap cell r46 c89"/>
            <p:cNvSpPr/>
            <p:nvPr/>
          </p:nvSpPr>
          <p:spPr>
            <a:xfrm>
              <a:off x="1624952" y="1232918"/>
              <a:ext cx="19034" cy="26609"/>
            </a:xfrm>
            <a:prstGeom prst="rect">
              <a:avLst/>
            </a:prstGeom>
            <a:solidFill>
              <a:srgbClr val="BACADB"/>
            </a:solidFill>
            <a:ln>
              <a:noFill/>
            </a:ln>
          </p:spPr>
        </p:sp>
        <p:sp>
          <p:nvSpPr>
            <p:cNvPr id="12230" name="Heatmap cell r46 c90"/>
            <p:cNvSpPr/>
            <p:nvPr/>
          </p:nvSpPr>
          <p:spPr>
            <a:xfrm>
              <a:off x="1643891" y="1232918"/>
              <a:ext cx="17140" cy="26609"/>
            </a:xfrm>
            <a:prstGeom prst="rect">
              <a:avLst/>
            </a:prstGeom>
            <a:solidFill>
              <a:srgbClr val="DCE3EB"/>
            </a:solidFill>
            <a:ln>
              <a:noFill/>
            </a:ln>
          </p:spPr>
        </p:sp>
        <p:sp>
          <p:nvSpPr>
            <p:cNvPr id="12231" name="Heatmap cell r46 c91"/>
            <p:cNvSpPr/>
            <p:nvPr/>
          </p:nvSpPr>
          <p:spPr>
            <a:xfrm>
              <a:off x="1660936" y="1232918"/>
              <a:ext cx="19034" cy="26609"/>
            </a:xfrm>
            <a:prstGeom prst="rect">
              <a:avLst/>
            </a:prstGeom>
            <a:solidFill>
              <a:srgbClr val="B9C9DB"/>
            </a:solidFill>
            <a:ln>
              <a:noFill/>
            </a:ln>
          </p:spPr>
        </p:sp>
        <p:sp>
          <p:nvSpPr>
            <p:cNvPr id="12232" name="Heatmap cell r46 c92"/>
            <p:cNvSpPr/>
            <p:nvPr/>
          </p:nvSpPr>
          <p:spPr>
            <a:xfrm>
              <a:off x="1679875" y="1232918"/>
              <a:ext cx="17140" cy="26609"/>
            </a:xfrm>
            <a:prstGeom prst="rect">
              <a:avLst/>
            </a:prstGeom>
            <a:solidFill>
              <a:srgbClr val="F1F5F8"/>
            </a:solidFill>
            <a:ln>
              <a:noFill/>
            </a:ln>
          </p:spPr>
        </p:sp>
        <p:sp>
          <p:nvSpPr>
            <p:cNvPr id="12233" name="Heatmap cell r46 c93"/>
            <p:cNvSpPr/>
            <p:nvPr/>
          </p:nvSpPr>
          <p:spPr>
            <a:xfrm>
              <a:off x="1696920" y="1232918"/>
              <a:ext cx="19034" cy="26609"/>
            </a:xfrm>
            <a:prstGeom prst="rect">
              <a:avLst/>
            </a:prstGeom>
            <a:solidFill>
              <a:srgbClr val="366695"/>
            </a:solidFill>
            <a:ln>
              <a:noFill/>
            </a:ln>
          </p:spPr>
        </p:sp>
        <p:sp>
          <p:nvSpPr>
            <p:cNvPr id="12234" name="Heatmap cell r46 c94"/>
            <p:cNvSpPr/>
            <p:nvPr/>
          </p:nvSpPr>
          <p:spPr>
            <a:xfrm>
              <a:off x="1715858" y="1232918"/>
              <a:ext cx="17140" cy="26609"/>
            </a:xfrm>
            <a:prstGeom prst="rect">
              <a:avLst/>
            </a:prstGeom>
            <a:solidFill>
              <a:srgbClr val="88A4C1"/>
            </a:solidFill>
            <a:ln>
              <a:noFill/>
            </a:ln>
          </p:spPr>
        </p:sp>
        <p:sp>
          <p:nvSpPr>
            <p:cNvPr id="12235" name="Heatmap cell r46 c95"/>
            <p:cNvSpPr/>
            <p:nvPr/>
          </p:nvSpPr>
          <p:spPr>
            <a:xfrm>
              <a:off x="1732903" y="1232918"/>
              <a:ext cx="19034" cy="26609"/>
            </a:xfrm>
            <a:prstGeom prst="rect">
              <a:avLst/>
            </a:prstGeom>
            <a:solidFill>
              <a:srgbClr val="DDE4EC"/>
            </a:solidFill>
            <a:ln>
              <a:noFill/>
            </a:ln>
          </p:spPr>
        </p:sp>
        <p:sp>
          <p:nvSpPr>
            <p:cNvPr id="12236" name="Heatmap cell r46 c96"/>
            <p:cNvSpPr/>
            <p:nvPr/>
          </p:nvSpPr>
          <p:spPr>
            <a:xfrm>
              <a:off x="1751842" y="1232918"/>
              <a:ext cx="17140" cy="26609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</p:sp>
        <p:sp>
          <p:nvSpPr>
            <p:cNvPr id="12237" name="Heatmap cell r46 c97"/>
            <p:cNvSpPr/>
            <p:nvPr/>
          </p:nvSpPr>
          <p:spPr>
            <a:xfrm>
              <a:off x="1768887" y="1232918"/>
              <a:ext cx="19034" cy="26609"/>
            </a:xfrm>
            <a:prstGeom prst="rect">
              <a:avLst/>
            </a:prstGeom>
            <a:solidFill>
              <a:srgbClr val="F3C6CB"/>
            </a:solidFill>
            <a:ln>
              <a:noFill/>
            </a:ln>
          </p:spPr>
        </p:sp>
        <p:sp>
          <p:nvSpPr>
            <p:cNvPr id="12238" name="Heatmap cell r46 c98"/>
            <p:cNvSpPr/>
            <p:nvPr/>
          </p:nvSpPr>
          <p:spPr>
            <a:xfrm>
              <a:off x="1787826" y="1232918"/>
              <a:ext cx="17140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12239" name="Heatmap cell r46 c99"/>
            <p:cNvSpPr/>
            <p:nvPr/>
          </p:nvSpPr>
          <p:spPr>
            <a:xfrm>
              <a:off x="1804871" y="1232918"/>
              <a:ext cx="19034" cy="26609"/>
            </a:xfrm>
            <a:prstGeom prst="rect">
              <a:avLst/>
            </a:prstGeom>
            <a:solidFill>
              <a:srgbClr val="EAEEF4"/>
            </a:solidFill>
            <a:ln>
              <a:noFill/>
            </a:ln>
          </p:spPr>
        </p:sp>
        <p:sp>
          <p:nvSpPr>
            <p:cNvPr id="12240" name="Heatmap cell r46 c100"/>
            <p:cNvSpPr/>
            <p:nvPr/>
          </p:nvSpPr>
          <p:spPr>
            <a:xfrm>
              <a:off x="1823810" y="1232918"/>
              <a:ext cx="17140" cy="26609"/>
            </a:xfrm>
            <a:prstGeom prst="rect">
              <a:avLst/>
            </a:prstGeom>
            <a:solidFill>
              <a:srgbClr val="EEF3F6"/>
            </a:solidFill>
            <a:ln>
              <a:noFill/>
            </a:ln>
          </p:spPr>
        </p:sp>
        <p:sp>
          <p:nvSpPr>
            <p:cNvPr id="12241" name="Heatmap cell r46 c101"/>
            <p:cNvSpPr/>
            <p:nvPr/>
          </p:nvSpPr>
          <p:spPr>
            <a:xfrm>
              <a:off x="1840855" y="1232918"/>
              <a:ext cx="19034" cy="26609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12242" name="Heatmap cell r46 c102"/>
            <p:cNvSpPr/>
            <p:nvPr/>
          </p:nvSpPr>
          <p:spPr>
            <a:xfrm>
              <a:off x="1859794" y="1232918"/>
              <a:ext cx="19034" cy="26609"/>
            </a:xfrm>
            <a:prstGeom prst="rect">
              <a:avLst/>
            </a:prstGeom>
            <a:solidFill>
              <a:srgbClr val="EEB1B7"/>
            </a:solidFill>
            <a:ln>
              <a:noFill/>
            </a:ln>
          </p:spPr>
        </p:sp>
        <p:sp>
          <p:nvSpPr>
            <p:cNvPr id="12243" name="Heatmap cell r46 c103"/>
            <p:cNvSpPr/>
            <p:nvPr/>
          </p:nvSpPr>
          <p:spPr>
            <a:xfrm>
              <a:off x="1878732" y="1232918"/>
              <a:ext cx="17140" cy="26609"/>
            </a:xfrm>
            <a:prstGeom prst="rect">
              <a:avLst/>
            </a:prstGeom>
            <a:solidFill>
              <a:srgbClr val="88A6C1"/>
            </a:solidFill>
            <a:ln>
              <a:noFill/>
            </a:ln>
          </p:spPr>
        </p:sp>
        <p:sp>
          <p:nvSpPr>
            <p:cNvPr id="12244" name="Heatmap cell r46 c105"/>
            <p:cNvSpPr/>
            <p:nvPr/>
          </p:nvSpPr>
          <p:spPr>
            <a:xfrm>
              <a:off x="1914716" y="1232918"/>
              <a:ext cx="17140" cy="26609"/>
            </a:xfrm>
            <a:prstGeom prst="rect">
              <a:avLst/>
            </a:prstGeom>
            <a:solidFill>
              <a:srgbClr val="FCF7F7"/>
            </a:solidFill>
            <a:ln>
              <a:noFill/>
            </a:ln>
          </p:spPr>
        </p:sp>
        <p:sp>
          <p:nvSpPr>
            <p:cNvPr id="12245" name="Heatmap cell r46 c106"/>
            <p:cNvSpPr/>
            <p:nvPr/>
          </p:nvSpPr>
          <p:spPr>
            <a:xfrm>
              <a:off x="1931761" y="1232918"/>
              <a:ext cx="19034" cy="26609"/>
            </a:xfrm>
            <a:prstGeom prst="rect">
              <a:avLst/>
            </a:prstGeom>
            <a:solidFill>
              <a:srgbClr val="B1C4D5"/>
            </a:solidFill>
            <a:ln>
              <a:noFill/>
            </a:ln>
          </p:spPr>
        </p:sp>
        <p:sp>
          <p:nvSpPr>
            <p:cNvPr id="12246" name="Heatmap cell r46 c107"/>
            <p:cNvSpPr/>
            <p:nvPr/>
          </p:nvSpPr>
          <p:spPr>
            <a:xfrm>
              <a:off x="1950700" y="1232918"/>
              <a:ext cx="17140" cy="26609"/>
            </a:xfrm>
            <a:prstGeom prst="rect">
              <a:avLst/>
            </a:prstGeom>
            <a:solidFill>
              <a:srgbClr val="9AB3C9"/>
            </a:solidFill>
            <a:ln>
              <a:noFill/>
            </a:ln>
          </p:spPr>
        </p:sp>
        <p:sp>
          <p:nvSpPr>
            <p:cNvPr id="12247" name="Heatmap cell r46 c108"/>
            <p:cNvSpPr/>
            <p:nvPr/>
          </p:nvSpPr>
          <p:spPr>
            <a:xfrm>
              <a:off x="1967745" y="1232918"/>
              <a:ext cx="19034" cy="26609"/>
            </a:xfrm>
            <a:prstGeom prst="rect">
              <a:avLst/>
            </a:prstGeom>
            <a:solidFill>
              <a:srgbClr val="F3C5C8"/>
            </a:solidFill>
            <a:ln>
              <a:noFill/>
            </a:ln>
          </p:spPr>
        </p:sp>
        <p:sp>
          <p:nvSpPr>
            <p:cNvPr id="12248" name="Heatmap cell r46 c109"/>
            <p:cNvSpPr/>
            <p:nvPr/>
          </p:nvSpPr>
          <p:spPr>
            <a:xfrm>
              <a:off x="1986684" y="1232918"/>
              <a:ext cx="17140" cy="26609"/>
            </a:xfrm>
            <a:prstGeom prst="rect">
              <a:avLst/>
            </a:prstGeom>
            <a:solidFill>
              <a:srgbClr val="C3D1DF"/>
            </a:solidFill>
            <a:ln>
              <a:noFill/>
            </a:ln>
          </p:spPr>
        </p:sp>
        <p:sp>
          <p:nvSpPr>
            <p:cNvPr id="12249" name="Heatmap cell r46 c110"/>
            <p:cNvSpPr/>
            <p:nvPr/>
          </p:nvSpPr>
          <p:spPr>
            <a:xfrm>
              <a:off x="2003729" y="1232918"/>
              <a:ext cx="19034" cy="26609"/>
            </a:xfrm>
            <a:prstGeom prst="rect">
              <a:avLst/>
            </a:prstGeom>
            <a:solidFill>
              <a:srgbClr val="F9E7E8"/>
            </a:solidFill>
            <a:ln>
              <a:noFill/>
            </a:ln>
          </p:spPr>
        </p:sp>
        <p:sp>
          <p:nvSpPr>
            <p:cNvPr id="12250" name="Heatmap cell r46 c111"/>
            <p:cNvSpPr/>
            <p:nvPr/>
          </p:nvSpPr>
          <p:spPr>
            <a:xfrm>
              <a:off x="2022668" y="1232918"/>
              <a:ext cx="17140" cy="26609"/>
            </a:xfrm>
            <a:prstGeom prst="rect">
              <a:avLst/>
            </a:prstGeom>
            <a:solidFill>
              <a:srgbClr val="D2DDE7"/>
            </a:solidFill>
            <a:ln>
              <a:noFill/>
            </a:ln>
          </p:spPr>
        </p:sp>
        <p:sp>
          <p:nvSpPr>
            <p:cNvPr id="12251" name="Heatmap cell r46 c112"/>
            <p:cNvSpPr/>
            <p:nvPr/>
          </p:nvSpPr>
          <p:spPr>
            <a:xfrm>
              <a:off x="2039712" y="1232918"/>
              <a:ext cx="19034" cy="26609"/>
            </a:xfrm>
            <a:prstGeom prst="rect">
              <a:avLst/>
            </a:prstGeom>
            <a:solidFill>
              <a:srgbClr val="97B0C8"/>
            </a:solidFill>
            <a:ln>
              <a:noFill/>
            </a:ln>
          </p:spPr>
        </p:sp>
        <p:sp>
          <p:nvSpPr>
            <p:cNvPr id="12252" name="Heatmap cell r46 c113"/>
            <p:cNvSpPr/>
            <p:nvPr/>
          </p:nvSpPr>
          <p:spPr>
            <a:xfrm>
              <a:off x="2058651" y="1232918"/>
              <a:ext cx="17140" cy="26609"/>
            </a:xfrm>
            <a:prstGeom prst="rect">
              <a:avLst/>
            </a:prstGeom>
            <a:solidFill>
              <a:srgbClr val="E1E9EF"/>
            </a:solidFill>
            <a:ln>
              <a:noFill/>
            </a:ln>
          </p:spPr>
        </p:sp>
        <p:sp>
          <p:nvSpPr>
            <p:cNvPr id="12253" name="Heatmap cell r46 c114"/>
            <p:cNvSpPr/>
            <p:nvPr/>
          </p:nvSpPr>
          <p:spPr>
            <a:xfrm>
              <a:off x="2075696" y="1232918"/>
              <a:ext cx="19034" cy="26609"/>
            </a:xfrm>
            <a:prstGeom prst="rect">
              <a:avLst/>
            </a:prstGeom>
            <a:solidFill>
              <a:srgbClr val="88A4C1"/>
            </a:solidFill>
            <a:ln>
              <a:noFill/>
            </a:ln>
          </p:spPr>
        </p:sp>
        <p:sp>
          <p:nvSpPr>
            <p:cNvPr id="12254" name="Heatmap cell r46 c115"/>
            <p:cNvSpPr/>
            <p:nvPr/>
          </p:nvSpPr>
          <p:spPr>
            <a:xfrm>
              <a:off x="2094635" y="1232918"/>
              <a:ext cx="19034" cy="26609"/>
            </a:xfrm>
            <a:prstGeom prst="rect">
              <a:avLst/>
            </a:prstGeom>
            <a:solidFill>
              <a:srgbClr val="B5C5D7"/>
            </a:solidFill>
            <a:ln>
              <a:noFill/>
            </a:ln>
          </p:spPr>
        </p:sp>
        <p:sp>
          <p:nvSpPr>
            <p:cNvPr id="12255" name="Heatmap cell r46 c117"/>
            <p:cNvSpPr/>
            <p:nvPr/>
          </p:nvSpPr>
          <p:spPr>
            <a:xfrm>
              <a:off x="2130619" y="1232918"/>
              <a:ext cx="19034" cy="26609"/>
            </a:xfrm>
            <a:prstGeom prst="rect">
              <a:avLst/>
            </a:prstGeom>
            <a:solidFill>
              <a:srgbClr val="CAD6E3"/>
            </a:solidFill>
            <a:ln>
              <a:noFill/>
            </a:ln>
          </p:spPr>
        </p:sp>
        <p:sp>
          <p:nvSpPr>
            <p:cNvPr id="12256" name="Heatmap cell r46 c118"/>
            <p:cNvSpPr/>
            <p:nvPr/>
          </p:nvSpPr>
          <p:spPr>
            <a:xfrm>
              <a:off x="2149558" y="1232918"/>
              <a:ext cx="17140" cy="26609"/>
            </a:xfrm>
            <a:prstGeom prst="rect">
              <a:avLst/>
            </a:prstGeom>
            <a:solidFill>
              <a:srgbClr val="9AB3C9"/>
            </a:solidFill>
            <a:ln>
              <a:noFill/>
            </a:ln>
          </p:spPr>
        </p:sp>
        <p:sp>
          <p:nvSpPr>
            <p:cNvPr id="12257" name="Heatmap cell r46 c119"/>
            <p:cNvSpPr/>
            <p:nvPr/>
          </p:nvSpPr>
          <p:spPr>
            <a:xfrm>
              <a:off x="2166603" y="1232918"/>
              <a:ext cx="19034" cy="26609"/>
            </a:xfrm>
            <a:prstGeom prst="rect">
              <a:avLst/>
            </a:prstGeom>
            <a:solidFill>
              <a:srgbClr val="88A4C1"/>
            </a:solidFill>
            <a:ln>
              <a:noFill/>
            </a:ln>
          </p:spPr>
        </p:sp>
        <p:sp>
          <p:nvSpPr>
            <p:cNvPr id="12258" name="Heatmap cell r46 c120"/>
            <p:cNvSpPr/>
            <p:nvPr/>
          </p:nvSpPr>
          <p:spPr>
            <a:xfrm>
              <a:off x="2185542" y="1232918"/>
              <a:ext cx="17140" cy="26609"/>
            </a:xfrm>
            <a:prstGeom prst="rect">
              <a:avLst/>
            </a:prstGeom>
            <a:solidFill>
              <a:srgbClr val="F4CDD0"/>
            </a:solidFill>
            <a:ln>
              <a:noFill/>
            </a:ln>
          </p:spPr>
        </p:sp>
        <p:sp>
          <p:nvSpPr>
            <p:cNvPr id="12259" name="Heatmap cell r46 c121"/>
            <p:cNvSpPr/>
            <p:nvPr/>
          </p:nvSpPr>
          <p:spPr>
            <a:xfrm>
              <a:off x="2202586" y="1232918"/>
              <a:ext cx="19034" cy="26609"/>
            </a:xfrm>
            <a:prstGeom prst="rect">
              <a:avLst/>
            </a:prstGeom>
            <a:solidFill>
              <a:srgbClr val="6D91B3"/>
            </a:solidFill>
            <a:ln>
              <a:noFill/>
            </a:ln>
          </p:spPr>
        </p:sp>
        <p:sp>
          <p:nvSpPr>
            <p:cNvPr id="12260" name="Heatmap cell r46 c122"/>
            <p:cNvSpPr/>
            <p:nvPr/>
          </p:nvSpPr>
          <p:spPr>
            <a:xfrm>
              <a:off x="2221525" y="1232918"/>
              <a:ext cx="17140" cy="26609"/>
            </a:xfrm>
            <a:prstGeom prst="rect">
              <a:avLst/>
            </a:prstGeom>
            <a:solidFill>
              <a:srgbClr val="EDF1F7"/>
            </a:solidFill>
            <a:ln>
              <a:noFill/>
            </a:ln>
          </p:spPr>
        </p:sp>
        <p:sp>
          <p:nvSpPr>
            <p:cNvPr id="12261" name="Heatmap cell r46 c123"/>
            <p:cNvSpPr/>
            <p:nvPr/>
          </p:nvSpPr>
          <p:spPr>
            <a:xfrm>
              <a:off x="2238570" y="1232918"/>
              <a:ext cx="19034" cy="26609"/>
            </a:xfrm>
            <a:prstGeom prst="rect">
              <a:avLst/>
            </a:prstGeom>
            <a:solidFill>
              <a:srgbClr val="B6C7D9"/>
            </a:solidFill>
            <a:ln>
              <a:noFill/>
            </a:ln>
          </p:spPr>
        </p:sp>
        <p:sp>
          <p:nvSpPr>
            <p:cNvPr id="12262" name="Heatmap cell r46 c124"/>
            <p:cNvSpPr/>
            <p:nvPr/>
          </p:nvSpPr>
          <p:spPr>
            <a:xfrm>
              <a:off x="2257509" y="1232918"/>
              <a:ext cx="17140" cy="26609"/>
            </a:xfrm>
            <a:prstGeom prst="rect">
              <a:avLst/>
            </a:prstGeom>
            <a:solidFill>
              <a:srgbClr val="F8E9EA"/>
            </a:solidFill>
            <a:ln>
              <a:noFill/>
            </a:ln>
          </p:spPr>
        </p:sp>
        <p:sp>
          <p:nvSpPr>
            <p:cNvPr id="12263" name="Heatmap cell r46 c125"/>
            <p:cNvSpPr/>
            <p:nvPr/>
          </p:nvSpPr>
          <p:spPr>
            <a:xfrm>
              <a:off x="2274554" y="1232918"/>
              <a:ext cx="19034" cy="26609"/>
            </a:xfrm>
            <a:prstGeom prst="rect">
              <a:avLst/>
            </a:prstGeom>
            <a:solidFill>
              <a:srgbClr val="B1C4D5"/>
            </a:solidFill>
            <a:ln>
              <a:noFill/>
            </a:ln>
          </p:spPr>
        </p:sp>
        <p:sp>
          <p:nvSpPr>
            <p:cNvPr id="12264" name="Heatmap cell r46 c126"/>
            <p:cNvSpPr/>
            <p:nvPr/>
          </p:nvSpPr>
          <p:spPr>
            <a:xfrm>
              <a:off x="2293493" y="1232918"/>
              <a:ext cx="17140" cy="26609"/>
            </a:xfrm>
            <a:prstGeom prst="rect">
              <a:avLst/>
            </a:prstGeom>
            <a:solidFill>
              <a:srgbClr val="F5D1D4"/>
            </a:solidFill>
            <a:ln>
              <a:noFill/>
            </a:ln>
          </p:spPr>
        </p:sp>
        <p:sp>
          <p:nvSpPr>
            <p:cNvPr id="12265" name="Heatmap cell r46 c127"/>
            <p:cNvSpPr/>
            <p:nvPr/>
          </p:nvSpPr>
          <p:spPr>
            <a:xfrm>
              <a:off x="2310538" y="1232918"/>
              <a:ext cx="19034" cy="26609"/>
            </a:xfrm>
            <a:prstGeom prst="rect">
              <a:avLst/>
            </a:prstGeom>
            <a:solidFill>
              <a:srgbClr val="F5CED2"/>
            </a:solidFill>
            <a:ln>
              <a:noFill/>
            </a:ln>
          </p:spPr>
        </p:sp>
        <p:sp>
          <p:nvSpPr>
            <p:cNvPr id="12266" name="Heatmap cell r46 c128"/>
            <p:cNvSpPr/>
            <p:nvPr/>
          </p:nvSpPr>
          <p:spPr>
            <a:xfrm>
              <a:off x="2329477" y="1232918"/>
              <a:ext cx="19034" cy="26609"/>
            </a:xfrm>
            <a:prstGeom prst="rect">
              <a:avLst/>
            </a:prstGeom>
            <a:solidFill>
              <a:srgbClr val="B9C9DB"/>
            </a:solidFill>
            <a:ln>
              <a:noFill/>
            </a:ln>
          </p:spPr>
        </p:sp>
        <p:sp>
          <p:nvSpPr>
            <p:cNvPr id="12267" name="Heatmap cell r46 c129"/>
            <p:cNvSpPr/>
            <p:nvPr/>
          </p:nvSpPr>
          <p:spPr>
            <a:xfrm>
              <a:off x="2348416" y="1232918"/>
              <a:ext cx="17140" cy="26609"/>
            </a:xfrm>
            <a:prstGeom prst="rect">
              <a:avLst/>
            </a:prstGeom>
            <a:solidFill>
              <a:srgbClr val="A8BCD1"/>
            </a:solidFill>
            <a:ln>
              <a:noFill/>
            </a:ln>
          </p:spPr>
        </p:sp>
        <p:sp>
          <p:nvSpPr>
            <p:cNvPr id="12268" name="Heatmap cell r46 c130"/>
            <p:cNvSpPr/>
            <p:nvPr/>
          </p:nvSpPr>
          <p:spPr>
            <a:xfrm>
              <a:off x="2365460" y="1232918"/>
              <a:ext cx="19034" cy="26609"/>
            </a:xfrm>
            <a:prstGeom prst="rect">
              <a:avLst/>
            </a:prstGeom>
            <a:solidFill>
              <a:srgbClr val="FAEBED"/>
            </a:solidFill>
            <a:ln>
              <a:noFill/>
            </a:ln>
          </p:spPr>
        </p:sp>
        <p:sp>
          <p:nvSpPr>
            <p:cNvPr id="12269" name="Heatmap cell r46 c131"/>
            <p:cNvSpPr/>
            <p:nvPr/>
          </p:nvSpPr>
          <p:spPr>
            <a:xfrm>
              <a:off x="2384399" y="1232918"/>
              <a:ext cx="17140" cy="26609"/>
            </a:xfrm>
            <a:prstGeom prst="rect">
              <a:avLst/>
            </a:prstGeom>
            <a:solidFill>
              <a:srgbClr val="F7E2E4"/>
            </a:solidFill>
            <a:ln>
              <a:noFill/>
            </a:ln>
          </p:spPr>
        </p:sp>
        <p:sp>
          <p:nvSpPr>
            <p:cNvPr id="12270" name="Heatmap cell r46 c132"/>
            <p:cNvSpPr/>
            <p:nvPr/>
          </p:nvSpPr>
          <p:spPr>
            <a:xfrm>
              <a:off x="2401444" y="1232918"/>
              <a:ext cx="19034" cy="26609"/>
            </a:xfrm>
            <a:prstGeom prst="rect">
              <a:avLst/>
            </a:prstGeom>
            <a:solidFill>
              <a:srgbClr val="8FAAC5"/>
            </a:solidFill>
            <a:ln>
              <a:noFill/>
            </a:ln>
          </p:spPr>
        </p:sp>
        <p:sp>
          <p:nvSpPr>
            <p:cNvPr id="12271" name="Heatmap cell r46 c134"/>
            <p:cNvSpPr/>
            <p:nvPr/>
          </p:nvSpPr>
          <p:spPr>
            <a:xfrm>
              <a:off x="2437428" y="1232918"/>
              <a:ext cx="19034" cy="26609"/>
            </a:xfrm>
            <a:prstGeom prst="rect">
              <a:avLst/>
            </a:prstGeom>
            <a:solidFill>
              <a:srgbClr val="ADC2D4"/>
            </a:solidFill>
            <a:ln>
              <a:noFill/>
            </a:ln>
          </p:spPr>
        </p:sp>
        <p:sp>
          <p:nvSpPr>
            <p:cNvPr id="12272" name="Heatmap cell r46 c135"/>
            <p:cNvSpPr/>
            <p:nvPr/>
          </p:nvSpPr>
          <p:spPr>
            <a:xfrm>
              <a:off x="2456367" y="1232918"/>
              <a:ext cx="17140" cy="26609"/>
            </a:xfrm>
            <a:prstGeom prst="rect">
              <a:avLst/>
            </a:prstGeom>
            <a:solidFill>
              <a:srgbClr val="86A3C0"/>
            </a:solidFill>
            <a:ln>
              <a:noFill/>
            </a:ln>
          </p:spPr>
        </p:sp>
        <p:sp>
          <p:nvSpPr>
            <p:cNvPr id="12273" name="Heatmap cell r46 c136"/>
            <p:cNvSpPr/>
            <p:nvPr/>
          </p:nvSpPr>
          <p:spPr>
            <a:xfrm>
              <a:off x="2473412" y="1232918"/>
              <a:ext cx="19034" cy="26609"/>
            </a:xfrm>
            <a:prstGeom prst="rect">
              <a:avLst/>
            </a:prstGeom>
            <a:solidFill>
              <a:srgbClr val="C3D1DF"/>
            </a:solidFill>
            <a:ln>
              <a:noFill/>
            </a:ln>
          </p:spPr>
        </p:sp>
        <p:sp>
          <p:nvSpPr>
            <p:cNvPr id="12274" name="Heatmap cell r46 c137"/>
            <p:cNvSpPr/>
            <p:nvPr/>
          </p:nvSpPr>
          <p:spPr>
            <a:xfrm>
              <a:off x="2492351" y="1232918"/>
              <a:ext cx="17140" cy="26609"/>
            </a:xfrm>
            <a:prstGeom prst="rect">
              <a:avLst/>
            </a:prstGeom>
            <a:solidFill>
              <a:srgbClr val="D5DFEA"/>
            </a:solidFill>
            <a:ln>
              <a:noFill/>
            </a:ln>
          </p:spPr>
        </p:sp>
        <p:sp>
          <p:nvSpPr>
            <p:cNvPr id="12275" name="Heatmap cell r46 c138"/>
            <p:cNvSpPr/>
            <p:nvPr/>
          </p:nvSpPr>
          <p:spPr>
            <a:xfrm>
              <a:off x="2509396" y="1232918"/>
              <a:ext cx="19034" cy="26609"/>
            </a:xfrm>
            <a:prstGeom prst="rect">
              <a:avLst/>
            </a:prstGeom>
            <a:solidFill>
              <a:srgbClr val="C3D1DF"/>
            </a:solidFill>
            <a:ln>
              <a:noFill/>
            </a:ln>
          </p:spPr>
        </p:sp>
        <p:sp>
          <p:nvSpPr>
            <p:cNvPr id="12276" name="Heatmap cell r46 c139"/>
            <p:cNvSpPr/>
            <p:nvPr/>
          </p:nvSpPr>
          <p:spPr>
            <a:xfrm>
              <a:off x="2528334" y="1232918"/>
              <a:ext cx="17140" cy="26609"/>
            </a:xfrm>
            <a:prstGeom prst="rect">
              <a:avLst/>
            </a:prstGeom>
            <a:solidFill>
              <a:srgbClr val="E7EBF1"/>
            </a:solidFill>
            <a:ln>
              <a:noFill/>
            </a:ln>
          </p:spPr>
        </p:sp>
        <p:sp>
          <p:nvSpPr>
            <p:cNvPr id="12277" name="Heatmap cell r46 c140"/>
            <p:cNvSpPr/>
            <p:nvPr/>
          </p:nvSpPr>
          <p:spPr>
            <a:xfrm>
              <a:off x="2545379" y="1232918"/>
              <a:ext cx="19034" cy="26609"/>
            </a:xfrm>
            <a:prstGeom prst="rect">
              <a:avLst/>
            </a:prstGeom>
            <a:solidFill>
              <a:srgbClr val="E8ECF3"/>
            </a:solidFill>
            <a:ln>
              <a:noFill/>
            </a:ln>
          </p:spPr>
        </p:sp>
        <p:sp>
          <p:nvSpPr>
            <p:cNvPr id="12278" name="Heatmap cell r46 c141"/>
            <p:cNvSpPr/>
            <p:nvPr/>
          </p:nvSpPr>
          <p:spPr>
            <a:xfrm>
              <a:off x="2564318" y="1232918"/>
              <a:ext cx="19034" cy="26609"/>
            </a:xfrm>
            <a:prstGeom prst="rect">
              <a:avLst/>
            </a:prstGeom>
            <a:solidFill>
              <a:srgbClr val="194480"/>
            </a:solidFill>
            <a:ln>
              <a:noFill/>
            </a:ln>
          </p:spPr>
        </p:sp>
        <p:sp>
          <p:nvSpPr>
            <p:cNvPr id="12279" name="Heatmap cell r46 c142"/>
            <p:cNvSpPr/>
            <p:nvPr/>
          </p:nvSpPr>
          <p:spPr>
            <a:xfrm>
              <a:off x="2583257" y="1232918"/>
              <a:ext cx="17140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12280" name="Heatmap cell r46 c143"/>
            <p:cNvSpPr/>
            <p:nvPr/>
          </p:nvSpPr>
          <p:spPr>
            <a:xfrm>
              <a:off x="2600302" y="1232918"/>
              <a:ext cx="19034" cy="26609"/>
            </a:xfrm>
            <a:prstGeom prst="rect">
              <a:avLst/>
            </a:prstGeom>
            <a:solidFill>
              <a:srgbClr val="F0F5F8"/>
            </a:solidFill>
            <a:ln>
              <a:noFill/>
            </a:ln>
          </p:spPr>
        </p:sp>
        <p:sp>
          <p:nvSpPr>
            <p:cNvPr id="12281" name="Heatmap cell r46 c144"/>
            <p:cNvSpPr/>
            <p:nvPr/>
          </p:nvSpPr>
          <p:spPr>
            <a:xfrm>
              <a:off x="2619241" y="1232918"/>
              <a:ext cx="17140" cy="26609"/>
            </a:xfrm>
            <a:prstGeom prst="rect">
              <a:avLst/>
            </a:prstGeom>
            <a:solidFill>
              <a:srgbClr val="99B0C8"/>
            </a:solidFill>
            <a:ln>
              <a:noFill/>
            </a:ln>
          </p:spPr>
        </p:sp>
        <p:sp>
          <p:nvSpPr>
            <p:cNvPr id="12282" name="Heatmap cell r46 c145"/>
            <p:cNvSpPr/>
            <p:nvPr/>
          </p:nvSpPr>
          <p:spPr>
            <a:xfrm>
              <a:off x="2636286" y="1232918"/>
              <a:ext cx="19034" cy="26609"/>
            </a:xfrm>
            <a:prstGeom prst="rect">
              <a:avLst/>
            </a:prstGeom>
            <a:solidFill>
              <a:srgbClr val="DAE2EB"/>
            </a:solidFill>
            <a:ln>
              <a:noFill/>
            </a:ln>
          </p:spPr>
        </p:sp>
        <p:sp>
          <p:nvSpPr>
            <p:cNvPr id="12283" name="Heatmap cell r46 c146"/>
            <p:cNvSpPr/>
            <p:nvPr/>
          </p:nvSpPr>
          <p:spPr>
            <a:xfrm>
              <a:off x="2655225" y="1232918"/>
              <a:ext cx="17140" cy="26609"/>
            </a:xfrm>
            <a:prstGeom prst="rect">
              <a:avLst/>
            </a:prstGeom>
            <a:solidFill>
              <a:srgbClr val="CDD9E3"/>
            </a:solidFill>
            <a:ln>
              <a:noFill/>
            </a:ln>
          </p:spPr>
        </p:sp>
        <p:sp>
          <p:nvSpPr>
            <p:cNvPr id="12284" name="Heatmap cell r46 c147"/>
            <p:cNvSpPr/>
            <p:nvPr/>
          </p:nvSpPr>
          <p:spPr>
            <a:xfrm>
              <a:off x="2672270" y="1232918"/>
              <a:ext cx="19034" cy="26609"/>
            </a:xfrm>
            <a:prstGeom prst="rect">
              <a:avLst/>
            </a:prstGeom>
            <a:solidFill>
              <a:srgbClr val="F7DADC"/>
            </a:solidFill>
            <a:ln>
              <a:noFill/>
            </a:ln>
          </p:spPr>
        </p:sp>
        <p:sp>
          <p:nvSpPr>
            <p:cNvPr id="12285" name="Heatmap cell r46 c148"/>
            <p:cNvSpPr/>
            <p:nvPr/>
          </p:nvSpPr>
          <p:spPr>
            <a:xfrm>
              <a:off x="2691208" y="1232918"/>
              <a:ext cx="17140" cy="26609"/>
            </a:xfrm>
            <a:prstGeom prst="rect">
              <a:avLst/>
            </a:prstGeom>
            <a:solidFill>
              <a:srgbClr val="C8D5E2"/>
            </a:solidFill>
            <a:ln>
              <a:noFill/>
            </a:ln>
          </p:spPr>
        </p:sp>
        <p:sp>
          <p:nvSpPr>
            <p:cNvPr id="12286" name="Heatmap cell r46 c149"/>
            <p:cNvSpPr/>
            <p:nvPr/>
          </p:nvSpPr>
          <p:spPr>
            <a:xfrm>
              <a:off x="2708253" y="1232918"/>
              <a:ext cx="19034" cy="26609"/>
            </a:xfrm>
            <a:prstGeom prst="rect">
              <a:avLst/>
            </a:prstGeom>
            <a:solidFill>
              <a:srgbClr val="D5DFE9"/>
            </a:solidFill>
            <a:ln>
              <a:noFill/>
            </a:ln>
          </p:spPr>
        </p:sp>
        <p:sp>
          <p:nvSpPr>
            <p:cNvPr id="12287" name="Heatmap cell r46 c150"/>
            <p:cNvSpPr/>
            <p:nvPr/>
          </p:nvSpPr>
          <p:spPr>
            <a:xfrm>
              <a:off x="2727192" y="1232918"/>
              <a:ext cx="17140" cy="26609"/>
            </a:xfrm>
            <a:prstGeom prst="rect">
              <a:avLst/>
            </a:prstGeom>
            <a:solidFill>
              <a:srgbClr val="CFDAE4"/>
            </a:solidFill>
            <a:ln>
              <a:noFill/>
            </a:ln>
          </p:spPr>
        </p:sp>
        <p:sp>
          <p:nvSpPr>
            <p:cNvPr id="12288" name="Heatmap cell r46 c151"/>
            <p:cNvSpPr/>
            <p:nvPr/>
          </p:nvSpPr>
          <p:spPr>
            <a:xfrm>
              <a:off x="2744237" y="1232918"/>
              <a:ext cx="19034" cy="26609"/>
            </a:xfrm>
            <a:prstGeom prst="rect">
              <a:avLst/>
            </a:prstGeom>
            <a:solidFill>
              <a:srgbClr val="D1DCE7"/>
            </a:solidFill>
            <a:ln>
              <a:noFill/>
            </a:ln>
          </p:spPr>
        </p:sp>
        <p:sp>
          <p:nvSpPr>
            <p:cNvPr id="12289" name="Heatmap cell r46 c152"/>
            <p:cNvSpPr/>
            <p:nvPr/>
          </p:nvSpPr>
          <p:spPr>
            <a:xfrm>
              <a:off x="2763176" y="1232918"/>
              <a:ext cx="17140" cy="26609"/>
            </a:xfrm>
            <a:prstGeom prst="rect">
              <a:avLst/>
            </a:prstGeom>
            <a:solidFill>
              <a:srgbClr val="C7D4E1"/>
            </a:solidFill>
            <a:ln>
              <a:noFill/>
            </a:ln>
          </p:spPr>
        </p:sp>
        <p:sp>
          <p:nvSpPr>
            <p:cNvPr id="12290" name="Heatmap cell r46 c153"/>
            <p:cNvSpPr/>
            <p:nvPr/>
          </p:nvSpPr>
          <p:spPr>
            <a:xfrm>
              <a:off x="2780221" y="1232918"/>
              <a:ext cx="19034" cy="26609"/>
            </a:xfrm>
            <a:prstGeom prst="rect">
              <a:avLst/>
            </a:prstGeom>
            <a:solidFill>
              <a:srgbClr val="92ADC6"/>
            </a:solidFill>
            <a:ln>
              <a:noFill/>
            </a:ln>
          </p:spPr>
        </p:sp>
        <p:sp>
          <p:nvSpPr>
            <p:cNvPr id="12291" name="Heatmap cell r46 c154"/>
            <p:cNvSpPr/>
            <p:nvPr/>
          </p:nvSpPr>
          <p:spPr>
            <a:xfrm>
              <a:off x="2799160" y="1232918"/>
              <a:ext cx="17140" cy="26609"/>
            </a:xfrm>
            <a:prstGeom prst="rect">
              <a:avLst/>
            </a:prstGeom>
            <a:solidFill>
              <a:srgbClr val="9AB3C9"/>
            </a:solidFill>
            <a:ln>
              <a:noFill/>
            </a:ln>
          </p:spPr>
        </p:sp>
        <p:sp>
          <p:nvSpPr>
            <p:cNvPr id="12292" name="Heatmap cell r46 c155"/>
            <p:cNvSpPr/>
            <p:nvPr/>
          </p:nvSpPr>
          <p:spPr>
            <a:xfrm>
              <a:off x="2816205" y="1232918"/>
              <a:ext cx="19034" cy="26609"/>
            </a:xfrm>
            <a:prstGeom prst="rect">
              <a:avLst/>
            </a:prstGeom>
            <a:solidFill>
              <a:srgbClr val="84A1BE"/>
            </a:solidFill>
            <a:ln>
              <a:noFill/>
            </a:ln>
          </p:spPr>
        </p:sp>
        <p:sp>
          <p:nvSpPr>
            <p:cNvPr id="12293" name="Heatmap cell r46 c156"/>
            <p:cNvSpPr/>
            <p:nvPr/>
          </p:nvSpPr>
          <p:spPr>
            <a:xfrm>
              <a:off x="2835144" y="1232918"/>
              <a:ext cx="19034" cy="26609"/>
            </a:xfrm>
            <a:prstGeom prst="rect">
              <a:avLst/>
            </a:prstGeom>
            <a:solidFill>
              <a:srgbClr val="4F79A1"/>
            </a:solidFill>
            <a:ln>
              <a:noFill/>
            </a:ln>
          </p:spPr>
        </p:sp>
        <p:sp>
          <p:nvSpPr>
            <p:cNvPr id="12294" name="Heatmap cell r46 c157"/>
            <p:cNvSpPr/>
            <p:nvPr/>
          </p:nvSpPr>
          <p:spPr>
            <a:xfrm>
              <a:off x="2854082" y="1232918"/>
              <a:ext cx="17140" cy="26609"/>
            </a:xfrm>
            <a:prstGeom prst="rect">
              <a:avLst/>
            </a:prstGeom>
            <a:solidFill>
              <a:srgbClr val="D0DBE6"/>
            </a:solidFill>
            <a:ln>
              <a:noFill/>
            </a:ln>
          </p:spPr>
        </p:sp>
        <p:sp>
          <p:nvSpPr>
            <p:cNvPr id="12295" name="Heatmap cell r46 c158"/>
            <p:cNvSpPr/>
            <p:nvPr/>
          </p:nvSpPr>
          <p:spPr>
            <a:xfrm>
              <a:off x="2871127" y="1232918"/>
              <a:ext cx="19034" cy="26609"/>
            </a:xfrm>
            <a:prstGeom prst="rect">
              <a:avLst/>
            </a:prstGeom>
            <a:solidFill>
              <a:srgbClr val="D2DDE7"/>
            </a:solidFill>
            <a:ln>
              <a:noFill/>
            </a:ln>
          </p:spPr>
        </p:sp>
        <p:sp>
          <p:nvSpPr>
            <p:cNvPr id="12296" name="Heatmap cell r46 c159"/>
            <p:cNvSpPr/>
            <p:nvPr/>
          </p:nvSpPr>
          <p:spPr>
            <a:xfrm>
              <a:off x="2890066" y="1232918"/>
              <a:ext cx="17140" cy="26609"/>
            </a:xfrm>
            <a:prstGeom prst="rect">
              <a:avLst/>
            </a:prstGeom>
            <a:solidFill>
              <a:srgbClr val="C5D3E0"/>
            </a:solidFill>
            <a:ln>
              <a:noFill/>
            </a:ln>
          </p:spPr>
        </p:sp>
        <p:sp>
          <p:nvSpPr>
            <p:cNvPr id="12297" name="Heatmap cell r46 c160"/>
            <p:cNvSpPr/>
            <p:nvPr/>
          </p:nvSpPr>
          <p:spPr>
            <a:xfrm>
              <a:off x="2907111" y="1232918"/>
              <a:ext cx="19034" cy="26609"/>
            </a:xfrm>
            <a:prstGeom prst="rect">
              <a:avLst/>
            </a:prstGeom>
            <a:solidFill>
              <a:srgbClr val="F1C2C6"/>
            </a:solidFill>
            <a:ln>
              <a:noFill/>
            </a:ln>
          </p:spPr>
        </p:sp>
        <p:sp>
          <p:nvSpPr>
            <p:cNvPr id="12298" name="Heatmap cell r46 c161"/>
            <p:cNvSpPr/>
            <p:nvPr/>
          </p:nvSpPr>
          <p:spPr>
            <a:xfrm>
              <a:off x="2926050" y="1232918"/>
              <a:ext cx="17140" cy="26609"/>
            </a:xfrm>
            <a:prstGeom prst="rect">
              <a:avLst/>
            </a:prstGeom>
            <a:solidFill>
              <a:srgbClr val="F4CACD"/>
            </a:solidFill>
            <a:ln>
              <a:noFill/>
            </a:ln>
          </p:spPr>
        </p:sp>
        <p:sp>
          <p:nvSpPr>
            <p:cNvPr id="12299" name="Heatmap cell r46 c162"/>
            <p:cNvSpPr/>
            <p:nvPr/>
          </p:nvSpPr>
          <p:spPr>
            <a:xfrm>
              <a:off x="2943095" y="1232918"/>
              <a:ext cx="19034" cy="26609"/>
            </a:xfrm>
            <a:prstGeom prst="rect">
              <a:avLst/>
            </a:prstGeom>
            <a:solidFill>
              <a:srgbClr val="F1C4C7"/>
            </a:solidFill>
            <a:ln>
              <a:noFill/>
            </a:ln>
          </p:spPr>
        </p:sp>
        <p:sp>
          <p:nvSpPr>
            <p:cNvPr id="12300" name="Heatmap cell r46 c163"/>
            <p:cNvSpPr/>
            <p:nvPr/>
          </p:nvSpPr>
          <p:spPr>
            <a:xfrm>
              <a:off x="2962034" y="1232918"/>
              <a:ext cx="17140" cy="26609"/>
            </a:xfrm>
            <a:prstGeom prst="rect">
              <a:avLst/>
            </a:prstGeom>
            <a:solidFill>
              <a:srgbClr val="F4CACD"/>
            </a:solidFill>
            <a:ln>
              <a:noFill/>
            </a:ln>
          </p:spPr>
        </p:sp>
        <p:sp>
          <p:nvSpPr>
            <p:cNvPr id="12301" name="Heatmap cell r46 c164"/>
            <p:cNvSpPr/>
            <p:nvPr/>
          </p:nvSpPr>
          <p:spPr>
            <a:xfrm>
              <a:off x="2979079" y="1232918"/>
              <a:ext cx="19034" cy="26609"/>
            </a:xfrm>
            <a:prstGeom prst="rect">
              <a:avLst/>
            </a:prstGeom>
            <a:solidFill>
              <a:srgbClr val="F3C9CE"/>
            </a:solidFill>
            <a:ln>
              <a:noFill/>
            </a:ln>
          </p:spPr>
        </p:sp>
        <p:sp>
          <p:nvSpPr>
            <p:cNvPr id="12302" name="Heatmap cell r46 c165"/>
            <p:cNvSpPr/>
            <p:nvPr/>
          </p:nvSpPr>
          <p:spPr>
            <a:xfrm>
              <a:off x="2998018" y="1232918"/>
              <a:ext cx="17140" cy="26609"/>
            </a:xfrm>
            <a:prstGeom prst="rect">
              <a:avLst/>
            </a:prstGeom>
            <a:solidFill>
              <a:srgbClr val="F3C7CC"/>
            </a:solidFill>
            <a:ln>
              <a:noFill/>
            </a:ln>
          </p:spPr>
        </p:sp>
        <p:sp>
          <p:nvSpPr>
            <p:cNvPr id="12303" name="Heatmap cell r46 c166"/>
            <p:cNvSpPr/>
            <p:nvPr/>
          </p:nvSpPr>
          <p:spPr>
            <a:xfrm>
              <a:off x="3015062" y="1232918"/>
              <a:ext cx="19034" cy="26609"/>
            </a:xfrm>
            <a:prstGeom prst="rect">
              <a:avLst/>
            </a:prstGeom>
            <a:solidFill>
              <a:srgbClr val="F4CED1"/>
            </a:solidFill>
            <a:ln>
              <a:noFill/>
            </a:ln>
          </p:spPr>
        </p:sp>
        <p:sp>
          <p:nvSpPr>
            <p:cNvPr id="12304" name="Heatmap cell r46 c167"/>
            <p:cNvSpPr/>
            <p:nvPr/>
          </p:nvSpPr>
          <p:spPr>
            <a:xfrm>
              <a:off x="3034001" y="1232918"/>
              <a:ext cx="17140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12305" name="Heatmap cell r46 c168"/>
            <p:cNvSpPr/>
            <p:nvPr/>
          </p:nvSpPr>
          <p:spPr>
            <a:xfrm>
              <a:off x="3051046" y="1232918"/>
              <a:ext cx="19034" cy="26609"/>
            </a:xfrm>
            <a:prstGeom prst="rect">
              <a:avLst/>
            </a:prstGeom>
            <a:solidFill>
              <a:srgbClr val="EBA2A9"/>
            </a:solidFill>
            <a:ln>
              <a:noFill/>
            </a:ln>
          </p:spPr>
        </p:sp>
        <p:sp>
          <p:nvSpPr>
            <p:cNvPr id="12306" name="Heatmap cell r46 c169"/>
            <p:cNvSpPr/>
            <p:nvPr/>
          </p:nvSpPr>
          <p:spPr>
            <a:xfrm>
              <a:off x="3069985" y="1232918"/>
              <a:ext cx="19034" cy="26609"/>
            </a:xfrm>
            <a:prstGeom prst="rect">
              <a:avLst/>
            </a:prstGeom>
            <a:solidFill>
              <a:srgbClr val="F7D7DB"/>
            </a:solidFill>
            <a:ln>
              <a:noFill/>
            </a:ln>
          </p:spPr>
        </p:sp>
        <p:sp>
          <p:nvSpPr>
            <p:cNvPr id="12307" name="Heatmap cell r46 c170"/>
            <p:cNvSpPr/>
            <p:nvPr/>
          </p:nvSpPr>
          <p:spPr>
            <a:xfrm>
              <a:off x="3088924" y="1232918"/>
              <a:ext cx="17140" cy="26609"/>
            </a:xfrm>
            <a:prstGeom prst="rect">
              <a:avLst/>
            </a:prstGeom>
            <a:solidFill>
              <a:srgbClr val="F5D1D4"/>
            </a:solidFill>
            <a:ln>
              <a:noFill/>
            </a:ln>
          </p:spPr>
        </p:sp>
        <p:sp>
          <p:nvSpPr>
            <p:cNvPr id="12308" name="Heatmap cell r46 c171"/>
            <p:cNvSpPr/>
            <p:nvPr/>
          </p:nvSpPr>
          <p:spPr>
            <a:xfrm>
              <a:off x="3105969" y="1232918"/>
              <a:ext cx="19034" cy="26609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12309" name="Heatmap cell r46 c172"/>
            <p:cNvSpPr/>
            <p:nvPr/>
          </p:nvSpPr>
          <p:spPr>
            <a:xfrm>
              <a:off x="3124908" y="1232918"/>
              <a:ext cx="17140" cy="26609"/>
            </a:xfrm>
            <a:prstGeom prst="rect">
              <a:avLst/>
            </a:prstGeom>
            <a:solidFill>
              <a:srgbClr val="F1C4C7"/>
            </a:solidFill>
            <a:ln>
              <a:noFill/>
            </a:ln>
          </p:spPr>
        </p:sp>
        <p:sp>
          <p:nvSpPr>
            <p:cNvPr id="12310" name="Heatmap cell r46 c173"/>
            <p:cNvSpPr/>
            <p:nvPr/>
          </p:nvSpPr>
          <p:spPr>
            <a:xfrm>
              <a:off x="3141953" y="1232918"/>
              <a:ext cx="19034" cy="26609"/>
            </a:xfrm>
            <a:prstGeom prst="rect">
              <a:avLst/>
            </a:prstGeom>
            <a:solidFill>
              <a:srgbClr val="F3C5CA"/>
            </a:solidFill>
            <a:ln>
              <a:noFill/>
            </a:ln>
          </p:spPr>
        </p:sp>
        <p:sp>
          <p:nvSpPr>
            <p:cNvPr id="12311" name="Heatmap cell r46 c174"/>
            <p:cNvSpPr/>
            <p:nvPr/>
          </p:nvSpPr>
          <p:spPr>
            <a:xfrm>
              <a:off x="3160892" y="1232918"/>
              <a:ext cx="17140" cy="26609"/>
            </a:xfrm>
            <a:prstGeom prst="rect">
              <a:avLst/>
            </a:prstGeom>
            <a:solidFill>
              <a:srgbClr val="E6878F"/>
            </a:solidFill>
            <a:ln>
              <a:noFill/>
            </a:ln>
          </p:spPr>
        </p:sp>
        <p:sp>
          <p:nvSpPr>
            <p:cNvPr id="12312" name="Heatmap cell r46 c175"/>
            <p:cNvSpPr/>
            <p:nvPr/>
          </p:nvSpPr>
          <p:spPr>
            <a:xfrm>
              <a:off x="3177936" y="1232918"/>
              <a:ext cx="19034" cy="26609"/>
            </a:xfrm>
            <a:prstGeom prst="rect">
              <a:avLst/>
            </a:prstGeom>
            <a:solidFill>
              <a:srgbClr val="F6D4D7"/>
            </a:solidFill>
            <a:ln>
              <a:noFill/>
            </a:ln>
          </p:spPr>
        </p:sp>
        <p:sp>
          <p:nvSpPr>
            <p:cNvPr id="12313" name="Heatmap cell r46 c176"/>
            <p:cNvSpPr/>
            <p:nvPr/>
          </p:nvSpPr>
          <p:spPr>
            <a:xfrm>
              <a:off x="3196875" y="1232918"/>
              <a:ext cx="17140" cy="26609"/>
            </a:xfrm>
            <a:prstGeom prst="rect">
              <a:avLst/>
            </a:prstGeom>
            <a:solidFill>
              <a:srgbClr val="F0BCC3"/>
            </a:solidFill>
            <a:ln>
              <a:noFill/>
            </a:ln>
          </p:spPr>
        </p:sp>
        <p:sp>
          <p:nvSpPr>
            <p:cNvPr id="12314" name="Heatmap cell r46 c177"/>
            <p:cNvSpPr/>
            <p:nvPr/>
          </p:nvSpPr>
          <p:spPr>
            <a:xfrm>
              <a:off x="3213920" y="1232918"/>
              <a:ext cx="19034" cy="26609"/>
            </a:xfrm>
            <a:prstGeom prst="rect">
              <a:avLst/>
            </a:prstGeom>
            <a:solidFill>
              <a:srgbClr val="F6D6DA"/>
            </a:solidFill>
            <a:ln>
              <a:noFill/>
            </a:ln>
          </p:spPr>
        </p:sp>
        <p:sp>
          <p:nvSpPr>
            <p:cNvPr id="12315" name="Heatmap cell r46 c178"/>
            <p:cNvSpPr/>
            <p:nvPr/>
          </p:nvSpPr>
          <p:spPr>
            <a:xfrm>
              <a:off x="3232859" y="1232918"/>
              <a:ext cx="17140" cy="26609"/>
            </a:xfrm>
            <a:prstGeom prst="rect">
              <a:avLst/>
            </a:prstGeom>
            <a:solidFill>
              <a:srgbClr val="F3C9CE"/>
            </a:solidFill>
            <a:ln>
              <a:noFill/>
            </a:ln>
          </p:spPr>
        </p:sp>
        <p:sp>
          <p:nvSpPr>
            <p:cNvPr id="12316" name="Heatmap cell r46 c179"/>
            <p:cNvSpPr/>
            <p:nvPr/>
          </p:nvSpPr>
          <p:spPr>
            <a:xfrm>
              <a:off x="3249904" y="1232918"/>
              <a:ext cx="19034" cy="26609"/>
            </a:xfrm>
            <a:prstGeom prst="rect">
              <a:avLst/>
            </a:prstGeom>
            <a:solidFill>
              <a:srgbClr val="F6D4D7"/>
            </a:solidFill>
            <a:ln>
              <a:noFill/>
            </a:ln>
          </p:spPr>
        </p:sp>
        <p:sp>
          <p:nvSpPr>
            <p:cNvPr id="12317" name="Heatmap cell r46 c180"/>
            <p:cNvSpPr/>
            <p:nvPr/>
          </p:nvSpPr>
          <p:spPr>
            <a:xfrm>
              <a:off x="3268843" y="1232918"/>
              <a:ext cx="17140" cy="26609"/>
            </a:xfrm>
            <a:prstGeom prst="rect">
              <a:avLst/>
            </a:prstGeom>
            <a:solidFill>
              <a:srgbClr val="F4CACD"/>
            </a:solidFill>
            <a:ln>
              <a:noFill/>
            </a:ln>
          </p:spPr>
        </p:sp>
        <p:sp>
          <p:nvSpPr>
            <p:cNvPr id="12318" name="Heatmap cell r46 c181"/>
            <p:cNvSpPr/>
            <p:nvPr/>
          </p:nvSpPr>
          <p:spPr>
            <a:xfrm>
              <a:off x="3285888" y="1232918"/>
              <a:ext cx="19034" cy="26609"/>
            </a:xfrm>
            <a:prstGeom prst="rect">
              <a:avLst/>
            </a:prstGeom>
            <a:solidFill>
              <a:srgbClr val="EBA6AC"/>
            </a:solidFill>
            <a:ln>
              <a:noFill/>
            </a:ln>
          </p:spPr>
        </p:sp>
        <p:sp>
          <p:nvSpPr>
            <p:cNvPr id="12319" name="Heatmap cell r46 c182"/>
            <p:cNvSpPr/>
            <p:nvPr/>
          </p:nvSpPr>
          <p:spPr>
            <a:xfrm>
              <a:off x="3304827" y="1232918"/>
              <a:ext cx="19034" cy="26609"/>
            </a:xfrm>
            <a:prstGeom prst="rect">
              <a:avLst/>
            </a:prstGeom>
            <a:solidFill>
              <a:srgbClr val="FAEBED"/>
            </a:solidFill>
            <a:ln>
              <a:noFill/>
            </a:ln>
          </p:spPr>
        </p:sp>
        <p:sp>
          <p:nvSpPr>
            <p:cNvPr id="12320" name="Heatmap cell r46 c183"/>
            <p:cNvSpPr/>
            <p:nvPr/>
          </p:nvSpPr>
          <p:spPr>
            <a:xfrm>
              <a:off x="3323765" y="1232918"/>
              <a:ext cx="17140" cy="26609"/>
            </a:xfrm>
            <a:prstGeom prst="rect">
              <a:avLst/>
            </a:prstGeom>
            <a:solidFill>
              <a:srgbClr val="FAEEEF"/>
            </a:solidFill>
            <a:ln>
              <a:noFill/>
            </a:ln>
          </p:spPr>
        </p:sp>
        <p:sp>
          <p:nvSpPr>
            <p:cNvPr id="12321" name="Heatmap cell r46 c184"/>
            <p:cNvSpPr/>
            <p:nvPr/>
          </p:nvSpPr>
          <p:spPr>
            <a:xfrm>
              <a:off x="3340810" y="1232918"/>
              <a:ext cx="19034" cy="26609"/>
            </a:xfrm>
            <a:prstGeom prst="rect">
              <a:avLst/>
            </a:prstGeom>
            <a:solidFill>
              <a:srgbClr val="F7D7DB"/>
            </a:solidFill>
            <a:ln>
              <a:noFill/>
            </a:ln>
          </p:spPr>
        </p:sp>
        <p:sp>
          <p:nvSpPr>
            <p:cNvPr id="12322" name="Heatmap cell r46 c185"/>
            <p:cNvSpPr/>
            <p:nvPr/>
          </p:nvSpPr>
          <p:spPr>
            <a:xfrm>
              <a:off x="3359749" y="1232918"/>
              <a:ext cx="17140" cy="26609"/>
            </a:xfrm>
            <a:prstGeom prst="rect">
              <a:avLst/>
            </a:prstGeom>
            <a:solidFill>
              <a:srgbClr val="DAE2EB"/>
            </a:solidFill>
            <a:ln>
              <a:noFill/>
            </a:ln>
          </p:spPr>
        </p:sp>
        <p:sp>
          <p:nvSpPr>
            <p:cNvPr id="12323" name="Heatmap cell r46 c186"/>
            <p:cNvSpPr/>
            <p:nvPr/>
          </p:nvSpPr>
          <p:spPr>
            <a:xfrm>
              <a:off x="3376794" y="1232918"/>
              <a:ext cx="19034" cy="26609"/>
            </a:xfrm>
            <a:prstGeom prst="rect">
              <a:avLst/>
            </a:prstGeom>
            <a:solidFill>
              <a:srgbClr val="F1C4C7"/>
            </a:solidFill>
            <a:ln>
              <a:noFill/>
            </a:ln>
          </p:spPr>
        </p:sp>
        <p:sp>
          <p:nvSpPr>
            <p:cNvPr id="12324" name="Heatmap cell r46 c187"/>
            <p:cNvSpPr/>
            <p:nvPr/>
          </p:nvSpPr>
          <p:spPr>
            <a:xfrm>
              <a:off x="3395733" y="1232918"/>
              <a:ext cx="17140" cy="26609"/>
            </a:xfrm>
            <a:prstGeom prst="rect">
              <a:avLst/>
            </a:prstGeom>
            <a:solidFill>
              <a:srgbClr val="F8E3E6"/>
            </a:solidFill>
            <a:ln>
              <a:noFill/>
            </a:ln>
          </p:spPr>
        </p:sp>
        <p:sp>
          <p:nvSpPr>
            <p:cNvPr id="12325" name="Heatmap cell r46 c188"/>
            <p:cNvSpPr/>
            <p:nvPr/>
          </p:nvSpPr>
          <p:spPr>
            <a:xfrm>
              <a:off x="3412778" y="1232918"/>
              <a:ext cx="19034" cy="26609"/>
            </a:xfrm>
            <a:prstGeom prst="rect">
              <a:avLst/>
            </a:prstGeom>
            <a:solidFill>
              <a:srgbClr val="F3C5C8"/>
            </a:solidFill>
            <a:ln>
              <a:noFill/>
            </a:ln>
          </p:spPr>
        </p:sp>
        <p:sp>
          <p:nvSpPr>
            <p:cNvPr id="12326" name="Heatmap cell r46 c189"/>
            <p:cNvSpPr/>
            <p:nvPr/>
          </p:nvSpPr>
          <p:spPr>
            <a:xfrm>
              <a:off x="3431717" y="1232918"/>
              <a:ext cx="17140" cy="26609"/>
            </a:xfrm>
            <a:prstGeom prst="rect">
              <a:avLst/>
            </a:prstGeom>
            <a:solidFill>
              <a:srgbClr val="EA9CA1"/>
            </a:solidFill>
            <a:ln>
              <a:noFill/>
            </a:ln>
          </p:spPr>
        </p:sp>
        <p:sp>
          <p:nvSpPr>
            <p:cNvPr id="12327" name="Heatmap cell r46 c190"/>
            <p:cNvSpPr/>
            <p:nvPr/>
          </p:nvSpPr>
          <p:spPr>
            <a:xfrm>
              <a:off x="3448762" y="1232918"/>
              <a:ext cx="19034" cy="26609"/>
            </a:xfrm>
            <a:prstGeom prst="rect">
              <a:avLst/>
            </a:prstGeom>
            <a:solidFill>
              <a:srgbClr val="EBA6AC"/>
            </a:solidFill>
            <a:ln>
              <a:noFill/>
            </a:ln>
          </p:spPr>
        </p:sp>
        <p:sp>
          <p:nvSpPr>
            <p:cNvPr id="12328" name="Heatmap cell r46 c191"/>
            <p:cNvSpPr/>
            <p:nvPr/>
          </p:nvSpPr>
          <p:spPr>
            <a:xfrm>
              <a:off x="3467701" y="1232918"/>
              <a:ext cx="17140" cy="26609"/>
            </a:xfrm>
            <a:prstGeom prst="rect">
              <a:avLst/>
            </a:prstGeom>
            <a:solidFill>
              <a:srgbClr val="EDAEB5"/>
            </a:solidFill>
            <a:ln>
              <a:noFill/>
            </a:ln>
          </p:spPr>
        </p:sp>
        <p:sp>
          <p:nvSpPr>
            <p:cNvPr id="12329" name="Heatmap cell r46 c193"/>
            <p:cNvSpPr/>
            <p:nvPr/>
          </p:nvSpPr>
          <p:spPr>
            <a:xfrm>
              <a:off x="3503684" y="1232918"/>
              <a:ext cx="17140" cy="26609"/>
            </a:xfrm>
            <a:prstGeom prst="rect">
              <a:avLst/>
            </a:prstGeom>
            <a:solidFill>
              <a:srgbClr val="F7DCDF"/>
            </a:solidFill>
            <a:ln>
              <a:noFill/>
            </a:ln>
          </p:spPr>
        </p:sp>
        <p:sp>
          <p:nvSpPr>
            <p:cNvPr id="12330" name="Heatmap cell r46 c194"/>
            <p:cNvSpPr/>
            <p:nvPr/>
          </p:nvSpPr>
          <p:spPr>
            <a:xfrm>
              <a:off x="3520729" y="1232918"/>
              <a:ext cx="19034" cy="26609"/>
            </a:xfrm>
            <a:prstGeom prst="rect">
              <a:avLst/>
            </a:prstGeom>
            <a:solidFill>
              <a:srgbClr val="EFB6BA"/>
            </a:solidFill>
            <a:ln>
              <a:noFill/>
            </a:ln>
          </p:spPr>
        </p:sp>
        <p:sp>
          <p:nvSpPr>
            <p:cNvPr id="12331" name="Heatmap cell r46 c195"/>
            <p:cNvSpPr/>
            <p:nvPr/>
          </p:nvSpPr>
          <p:spPr>
            <a:xfrm>
              <a:off x="3539668" y="1232918"/>
              <a:ext cx="19034" cy="26609"/>
            </a:xfrm>
            <a:prstGeom prst="rect">
              <a:avLst/>
            </a:prstGeom>
            <a:solidFill>
              <a:srgbClr val="F1C1C5"/>
            </a:solidFill>
            <a:ln>
              <a:noFill/>
            </a:ln>
          </p:spPr>
        </p:sp>
        <p:sp>
          <p:nvSpPr>
            <p:cNvPr id="12332" name="Heatmap cell r46 c196"/>
            <p:cNvSpPr/>
            <p:nvPr/>
          </p:nvSpPr>
          <p:spPr>
            <a:xfrm>
              <a:off x="3558607" y="1232918"/>
              <a:ext cx="17140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12333" name="Heatmap cell r46 c197"/>
            <p:cNvSpPr/>
            <p:nvPr/>
          </p:nvSpPr>
          <p:spPr>
            <a:xfrm>
              <a:off x="3575652" y="1232918"/>
              <a:ext cx="19034" cy="26609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12334" name="Heatmap cell r46 c198"/>
            <p:cNvSpPr/>
            <p:nvPr/>
          </p:nvSpPr>
          <p:spPr>
            <a:xfrm>
              <a:off x="3594591" y="1232918"/>
              <a:ext cx="17140" cy="26609"/>
            </a:xfrm>
            <a:prstGeom prst="rect">
              <a:avLst/>
            </a:prstGeom>
            <a:solidFill>
              <a:srgbClr val="F8DDDF"/>
            </a:solidFill>
            <a:ln>
              <a:noFill/>
            </a:ln>
          </p:spPr>
        </p:sp>
        <p:sp>
          <p:nvSpPr>
            <p:cNvPr id="12335" name="Heatmap cell r46 c199"/>
            <p:cNvSpPr/>
            <p:nvPr/>
          </p:nvSpPr>
          <p:spPr>
            <a:xfrm>
              <a:off x="3611636" y="1232918"/>
              <a:ext cx="19034" cy="26609"/>
            </a:xfrm>
            <a:prstGeom prst="rect">
              <a:avLst/>
            </a:prstGeom>
            <a:solidFill>
              <a:srgbClr val="FBF1F3"/>
            </a:solidFill>
            <a:ln>
              <a:noFill/>
            </a:ln>
          </p:spPr>
        </p:sp>
        <p:sp>
          <p:nvSpPr>
            <p:cNvPr id="12336" name="Heatmap cell r46 c200"/>
            <p:cNvSpPr/>
            <p:nvPr/>
          </p:nvSpPr>
          <p:spPr>
            <a:xfrm>
              <a:off x="3630575" y="1232918"/>
              <a:ext cx="17140" cy="26609"/>
            </a:xfrm>
            <a:prstGeom prst="rect">
              <a:avLst/>
            </a:prstGeom>
            <a:solidFill>
              <a:srgbClr val="F9E7E8"/>
            </a:solidFill>
            <a:ln>
              <a:noFill/>
            </a:ln>
          </p:spPr>
        </p:sp>
        <p:sp>
          <p:nvSpPr>
            <p:cNvPr id="12337" name="Heatmap cell r46 c201"/>
            <p:cNvSpPr/>
            <p:nvPr/>
          </p:nvSpPr>
          <p:spPr>
            <a:xfrm>
              <a:off x="3647620" y="1232918"/>
              <a:ext cx="19034" cy="26609"/>
            </a:xfrm>
            <a:prstGeom prst="rect">
              <a:avLst/>
            </a:prstGeom>
            <a:solidFill>
              <a:srgbClr val="FAECEC"/>
            </a:solidFill>
            <a:ln>
              <a:noFill/>
            </a:ln>
          </p:spPr>
        </p:sp>
        <p:sp>
          <p:nvSpPr>
            <p:cNvPr id="12338" name="Heatmap cell r46 c202"/>
            <p:cNvSpPr/>
            <p:nvPr/>
          </p:nvSpPr>
          <p:spPr>
            <a:xfrm>
              <a:off x="3666558" y="1232918"/>
              <a:ext cx="17140" cy="26609"/>
            </a:xfrm>
            <a:prstGeom prst="rect">
              <a:avLst/>
            </a:prstGeom>
            <a:solidFill>
              <a:srgbClr val="F0BDC2"/>
            </a:solidFill>
            <a:ln>
              <a:noFill/>
            </a:ln>
          </p:spPr>
        </p:sp>
        <p:sp>
          <p:nvSpPr>
            <p:cNvPr id="12339" name="Heatmap cell r46 c203"/>
            <p:cNvSpPr/>
            <p:nvPr/>
          </p:nvSpPr>
          <p:spPr>
            <a:xfrm>
              <a:off x="3683603" y="1232918"/>
              <a:ext cx="19034" cy="26609"/>
            </a:xfrm>
            <a:prstGeom prst="rect">
              <a:avLst/>
            </a:prstGeom>
            <a:solidFill>
              <a:srgbClr val="F0BBC2"/>
            </a:solidFill>
            <a:ln>
              <a:noFill/>
            </a:ln>
          </p:spPr>
        </p:sp>
        <p:sp>
          <p:nvSpPr>
            <p:cNvPr id="12340" name="Heatmap cell r46 c204"/>
            <p:cNvSpPr/>
            <p:nvPr/>
          </p:nvSpPr>
          <p:spPr>
            <a:xfrm>
              <a:off x="3702542" y="1232918"/>
              <a:ext cx="17140" cy="26609"/>
            </a:xfrm>
            <a:prstGeom prst="rect">
              <a:avLst/>
            </a:prstGeom>
            <a:solidFill>
              <a:srgbClr val="F1C0C4"/>
            </a:solidFill>
            <a:ln>
              <a:noFill/>
            </a:ln>
          </p:spPr>
        </p:sp>
        <p:sp>
          <p:nvSpPr>
            <p:cNvPr id="12341" name="Heatmap cell r46 c205"/>
            <p:cNvSpPr/>
            <p:nvPr/>
          </p:nvSpPr>
          <p:spPr>
            <a:xfrm>
              <a:off x="3719587" y="1232918"/>
              <a:ext cx="19034" cy="26609"/>
            </a:xfrm>
            <a:prstGeom prst="rect">
              <a:avLst/>
            </a:prstGeom>
            <a:solidFill>
              <a:srgbClr val="F2C8CD"/>
            </a:solidFill>
            <a:ln>
              <a:noFill/>
            </a:ln>
          </p:spPr>
        </p:sp>
        <p:sp>
          <p:nvSpPr>
            <p:cNvPr id="12342" name="Heatmap cell r46 c206"/>
            <p:cNvSpPr/>
            <p:nvPr/>
          </p:nvSpPr>
          <p:spPr>
            <a:xfrm>
              <a:off x="3738526" y="1232918"/>
              <a:ext cx="17140" cy="26609"/>
            </a:xfrm>
            <a:prstGeom prst="rect">
              <a:avLst/>
            </a:prstGeom>
            <a:solidFill>
              <a:srgbClr val="EDF1F7"/>
            </a:solidFill>
            <a:ln>
              <a:noFill/>
            </a:ln>
          </p:spPr>
        </p:sp>
        <p:sp>
          <p:nvSpPr>
            <p:cNvPr id="12343" name="Heatmap cell r46 c208"/>
            <p:cNvSpPr/>
            <p:nvPr/>
          </p:nvSpPr>
          <p:spPr>
            <a:xfrm>
              <a:off x="3774510" y="1232918"/>
              <a:ext cx="19034" cy="26609"/>
            </a:xfrm>
            <a:prstGeom prst="rect">
              <a:avLst/>
            </a:prstGeom>
            <a:solidFill>
              <a:srgbClr val="FAECEC"/>
            </a:solidFill>
            <a:ln>
              <a:noFill/>
            </a:ln>
          </p:spPr>
        </p:sp>
        <p:sp>
          <p:nvSpPr>
            <p:cNvPr id="12344" name="Heatmap cell r46 c209"/>
            <p:cNvSpPr/>
            <p:nvPr/>
          </p:nvSpPr>
          <p:spPr>
            <a:xfrm>
              <a:off x="3793449" y="1232918"/>
              <a:ext cx="17140" cy="26609"/>
            </a:xfrm>
            <a:prstGeom prst="rect">
              <a:avLst/>
            </a:prstGeom>
            <a:solidFill>
              <a:srgbClr val="EA949C"/>
            </a:solidFill>
            <a:ln>
              <a:noFill/>
            </a:ln>
          </p:spPr>
        </p:sp>
        <p:sp>
          <p:nvSpPr>
            <p:cNvPr id="12345" name="Heatmap cell r46 c210"/>
            <p:cNvSpPr/>
            <p:nvPr/>
          </p:nvSpPr>
          <p:spPr>
            <a:xfrm>
              <a:off x="3810494" y="1232918"/>
              <a:ext cx="19034" cy="26609"/>
            </a:xfrm>
            <a:prstGeom prst="rect">
              <a:avLst/>
            </a:prstGeom>
            <a:solidFill>
              <a:srgbClr val="F8E9EA"/>
            </a:solidFill>
            <a:ln>
              <a:noFill/>
            </a:ln>
          </p:spPr>
        </p:sp>
        <p:sp>
          <p:nvSpPr>
            <p:cNvPr id="12346" name="Heatmap cell r46 c211"/>
            <p:cNvSpPr/>
            <p:nvPr/>
          </p:nvSpPr>
          <p:spPr>
            <a:xfrm>
              <a:off x="3829432" y="1232918"/>
              <a:ext cx="17140" cy="26609"/>
            </a:xfrm>
            <a:prstGeom prst="rect">
              <a:avLst/>
            </a:prstGeom>
            <a:solidFill>
              <a:srgbClr val="D2DDE7"/>
            </a:solidFill>
            <a:ln>
              <a:noFill/>
            </a:ln>
          </p:spPr>
        </p:sp>
        <p:sp>
          <p:nvSpPr>
            <p:cNvPr id="12347" name="Heatmap cell r46 c212"/>
            <p:cNvSpPr/>
            <p:nvPr/>
          </p:nvSpPr>
          <p:spPr>
            <a:xfrm>
              <a:off x="3846477" y="1232918"/>
              <a:ext cx="19034" cy="26609"/>
            </a:xfrm>
            <a:prstGeom prst="rect">
              <a:avLst/>
            </a:prstGeom>
            <a:solidFill>
              <a:srgbClr val="F7D3D6"/>
            </a:solidFill>
            <a:ln>
              <a:noFill/>
            </a:ln>
          </p:spPr>
        </p:sp>
        <p:sp>
          <p:nvSpPr>
            <p:cNvPr id="12348" name="Heatmap cell r46 c213"/>
            <p:cNvSpPr/>
            <p:nvPr/>
          </p:nvSpPr>
          <p:spPr>
            <a:xfrm>
              <a:off x="3865416" y="1232918"/>
              <a:ext cx="17140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12349" name="Heatmap cell r46 c214"/>
            <p:cNvSpPr/>
            <p:nvPr/>
          </p:nvSpPr>
          <p:spPr>
            <a:xfrm>
              <a:off x="3882461" y="1232918"/>
              <a:ext cx="19034" cy="26609"/>
            </a:xfrm>
            <a:prstGeom prst="rect">
              <a:avLst/>
            </a:prstGeom>
            <a:solidFill>
              <a:srgbClr val="ECAAAF"/>
            </a:solidFill>
            <a:ln>
              <a:noFill/>
            </a:ln>
          </p:spPr>
        </p:sp>
        <p:sp>
          <p:nvSpPr>
            <p:cNvPr id="12350" name="Heatmap cell r46 c215"/>
            <p:cNvSpPr/>
            <p:nvPr/>
          </p:nvSpPr>
          <p:spPr>
            <a:xfrm>
              <a:off x="3901400" y="1232918"/>
              <a:ext cx="17140" cy="26609"/>
            </a:xfrm>
            <a:prstGeom prst="rect">
              <a:avLst/>
            </a:prstGeom>
            <a:solidFill>
              <a:srgbClr val="FBF0F1"/>
            </a:solidFill>
            <a:ln>
              <a:noFill/>
            </a:ln>
          </p:spPr>
        </p:sp>
        <p:sp>
          <p:nvSpPr>
            <p:cNvPr id="12351" name="Heatmap cell r46 c217"/>
            <p:cNvSpPr/>
            <p:nvPr/>
          </p:nvSpPr>
          <p:spPr>
            <a:xfrm>
              <a:off x="3937384" y="1232918"/>
              <a:ext cx="17140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12352" name="Heatmap cell r46 c218"/>
            <p:cNvSpPr/>
            <p:nvPr/>
          </p:nvSpPr>
          <p:spPr>
            <a:xfrm>
              <a:off x="3954429" y="1232918"/>
              <a:ext cx="19034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12353" name="Heatmap cell r46 c219"/>
            <p:cNvSpPr/>
            <p:nvPr/>
          </p:nvSpPr>
          <p:spPr>
            <a:xfrm>
              <a:off x="3973368" y="1232918"/>
              <a:ext cx="17140" cy="26609"/>
            </a:xfrm>
            <a:prstGeom prst="rect">
              <a:avLst/>
            </a:prstGeom>
            <a:solidFill>
              <a:srgbClr val="B5C5D7"/>
            </a:solidFill>
            <a:ln>
              <a:noFill/>
            </a:ln>
          </p:spPr>
        </p:sp>
        <p:sp>
          <p:nvSpPr>
            <p:cNvPr id="12354" name="Heatmap cell r46 c220"/>
            <p:cNvSpPr/>
            <p:nvPr/>
          </p:nvSpPr>
          <p:spPr>
            <a:xfrm>
              <a:off x="3990412" y="1232918"/>
              <a:ext cx="19034" cy="26609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12355" name="Heatmap cell r46 c221"/>
            <p:cNvSpPr/>
            <p:nvPr/>
          </p:nvSpPr>
          <p:spPr>
            <a:xfrm>
              <a:off x="4009351" y="1232918"/>
              <a:ext cx="19034" cy="26609"/>
            </a:xfrm>
            <a:prstGeom prst="rect">
              <a:avLst/>
            </a:prstGeom>
            <a:solidFill>
              <a:srgbClr val="F8E3E6"/>
            </a:solidFill>
            <a:ln>
              <a:noFill/>
            </a:ln>
          </p:spPr>
        </p:sp>
        <p:sp>
          <p:nvSpPr>
            <p:cNvPr id="12356" name="Heatmap cell r46 c222"/>
            <p:cNvSpPr/>
            <p:nvPr/>
          </p:nvSpPr>
          <p:spPr>
            <a:xfrm>
              <a:off x="4028290" y="1232918"/>
              <a:ext cx="17140" cy="26609"/>
            </a:xfrm>
            <a:prstGeom prst="rect">
              <a:avLst/>
            </a:prstGeom>
            <a:solidFill>
              <a:srgbClr val="ECABB0"/>
            </a:solidFill>
            <a:ln>
              <a:noFill/>
            </a:ln>
          </p:spPr>
        </p:sp>
        <p:sp>
          <p:nvSpPr>
            <p:cNvPr id="12357" name="Heatmap cell r46 c223"/>
            <p:cNvSpPr/>
            <p:nvPr/>
          </p:nvSpPr>
          <p:spPr>
            <a:xfrm>
              <a:off x="4045335" y="1232918"/>
              <a:ext cx="19034" cy="26609"/>
            </a:xfrm>
            <a:prstGeom prst="rect">
              <a:avLst/>
            </a:prstGeom>
            <a:solidFill>
              <a:srgbClr val="F1C4C7"/>
            </a:solidFill>
            <a:ln>
              <a:noFill/>
            </a:ln>
          </p:spPr>
        </p:sp>
        <p:sp>
          <p:nvSpPr>
            <p:cNvPr id="12358" name="Heatmap cell r47 c1"/>
            <p:cNvSpPr/>
            <p:nvPr/>
          </p:nvSpPr>
          <p:spPr>
            <a:xfrm>
              <a:off x="13257" y="1259433"/>
              <a:ext cx="45548" cy="26609"/>
            </a:xfrm>
            <a:prstGeom prst="rect">
              <a:avLst/>
            </a:prstGeom>
            <a:solidFill>
              <a:srgbClr val="F76666"/>
            </a:solidFill>
            <a:ln>
              <a:noFill/>
            </a:ln>
          </p:spPr>
        </p:sp>
        <p:sp>
          <p:nvSpPr>
            <p:cNvPr id="12359" name="Heatmap cell r47 c3"/>
            <p:cNvSpPr/>
            <p:nvPr/>
          </p:nvSpPr>
          <p:spPr>
            <a:xfrm>
              <a:off x="71968" y="1259433"/>
              <a:ext cx="17140" cy="26609"/>
            </a:xfrm>
            <a:prstGeom prst="rect">
              <a:avLst/>
            </a:prstGeom>
            <a:solidFill>
              <a:srgbClr val="B4C5D6"/>
            </a:solidFill>
            <a:ln>
              <a:noFill/>
            </a:ln>
          </p:spPr>
        </p:sp>
        <p:sp>
          <p:nvSpPr>
            <p:cNvPr id="12360" name="Heatmap cell r47 c4"/>
            <p:cNvSpPr/>
            <p:nvPr/>
          </p:nvSpPr>
          <p:spPr>
            <a:xfrm>
              <a:off x="89013" y="1259433"/>
              <a:ext cx="19034" cy="26609"/>
            </a:xfrm>
            <a:prstGeom prst="rect">
              <a:avLst/>
            </a:prstGeom>
            <a:solidFill>
              <a:srgbClr val="CED9E4"/>
            </a:solidFill>
            <a:ln>
              <a:noFill/>
            </a:ln>
          </p:spPr>
        </p:sp>
        <p:sp>
          <p:nvSpPr>
            <p:cNvPr id="12361" name="Heatmap cell r47 c5"/>
            <p:cNvSpPr/>
            <p:nvPr/>
          </p:nvSpPr>
          <p:spPr>
            <a:xfrm>
              <a:off x="107951" y="1259433"/>
              <a:ext cx="17140" cy="26609"/>
            </a:xfrm>
            <a:prstGeom prst="rect">
              <a:avLst/>
            </a:prstGeom>
            <a:solidFill>
              <a:srgbClr val="DFE7ED"/>
            </a:solidFill>
            <a:ln>
              <a:noFill/>
            </a:ln>
          </p:spPr>
        </p:sp>
        <p:sp>
          <p:nvSpPr>
            <p:cNvPr id="12362" name="Heatmap cell r47 c6"/>
            <p:cNvSpPr/>
            <p:nvPr/>
          </p:nvSpPr>
          <p:spPr>
            <a:xfrm>
              <a:off x="124996" y="1259433"/>
              <a:ext cx="19034" cy="26609"/>
            </a:xfrm>
            <a:prstGeom prst="rect">
              <a:avLst/>
            </a:prstGeom>
            <a:solidFill>
              <a:srgbClr val="BBCCDC"/>
            </a:solidFill>
            <a:ln>
              <a:noFill/>
            </a:ln>
          </p:spPr>
        </p:sp>
        <p:sp>
          <p:nvSpPr>
            <p:cNvPr id="12363" name="Heatmap cell r47 c7"/>
            <p:cNvSpPr/>
            <p:nvPr/>
          </p:nvSpPr>
          <p:spPr>
            <a:xfrm>
              <a:off x="143935" y="1259433"/>
              <a:ext cx="17140" cy="26609"/>
            </a:xfrm>
            <a:prstGeom prst="rect">
              <a:avLst/>
            </a:prstGeom>
            <a:solidFill>
              <a:srgbClr val="BFCFDF"/>
            </a:solidFill>
            <a:ln>
              <a:noFill/>
            </a:ln>
          </p:spPr>
        </p:sp>
        <p:sp>
          <p:nvSpPr>
            <p:cNvPr id="12364" name="Heatmap cell r47 c8"/>
            <p:cNvSpPr/>
            <p:nvPr/>
          </p:nvSpPr>
          <p:spPr>
            <a:xfrm>
              <a:off x="160980" y="1259433"/>
              <a:ext cx="19034" cy="26609"/>
            </a:xfrm>
            <a:prstGeom prst="rect">
              <a:avLst/>
            </a:prstGeom>
            <a:solidFill>
              <a:srgbClr val="F1F5F8"/>
            </a:solidFill>
            <a:ln>
              <a:noFill/>
            </a:ln>
          </p:spPr>
        </p:sp>
        <p:sp>
          <p:nvSpPr>
            <p:cNvPr id="12365" name="Heatmap cell r47 c9"/>
            <p:cNvSpPr/>
            <p:nvPr/>
          </p:nvSpPr>
          <p:spPr>
            <a:xfrm>
              <a:off x="179919" y="1259433"/>
              <a:ext cx="19034" cy="26609"/>
            </a:xfrm>
            <a:prstGeom prst="rect">
              <a:avLst/>
            </a:prstGeom>
            <a:solidFill>
              <a:srgbClr val="AFC3D5"/>
            </a:solidFill>
            <a:ln>
              <a:noFill/>
            </a:ln>
          </p:spPr>
        </p:sp>
        <p:sp>
          <p:nvSpPr>
            <p:cNvPr id="12366" name="Heatmap cell r47 c10"/>
            <p:cNvSpPr/>
            <p:nvPr/>
          </p:nvSpPr>
          <p:spPr>
            <a:xfrm>
              <a:off x="198858" y="1259433"/>
              <a:ext cx="17140" cy="26609"/>
            </a:xfrm>
            <a:prstGeom prst="rect">
              <a:avLst/>
            </a:prstGeom>
            <a:solidFill>
              <a:srgbClr val="4A76A0"/>
            </a:solidFill>
            <a:ln>
              <a:noFill/>
            </a:ln>
          </p:spPr>
        </p:sp>
        <p:sp>
          <p:nvSpPr>
            <p:cNvPr id="12367" name="Heatmap cell r47 c11"/>
            <p:cNvSpPr/>
            <p:nvPr/>
          </p:nvSpPr>
          <p:spPr>
            <a:xfrm>
              <a:off x="215903" y="1259433"/>
              <a:ext cx="19034" cy="26609"/>
            </a:xfrm>
            <a:prstGeom prst="rect">
              <a:avLst/>
            </a:prstGeom>
            <a:solidFill>
              <a:srgbClr val="C5D2DF"/>
            </a:solidFill>
            <a:ln>
              <a:noFill/>
            </a:ln>
          </p:spPr>
        </p:sp>
        <p:sp>
          <p:nvSpPr>
            <p:cNvPr id="12368" name="Heatmap cell r47 c12"/>
            <p:cNvSpPr/>
            <p:nvPr/>
          </p:nvSpPr>
          <p:spPr>
            <a:xfrm>
              <a:off x="234842" y="1259433"/>
              <a:ext cx="17140" cy="26609"/>
            </a:xfrm>
            <a:prstGeom prst="rect">
              <a:avLst/>
            </a:prstGeom>
            <a:solidFill>
              <a:srgbClr val="E7EBF1"/>
            </a:solidFill>
            <a:ln>
              <a:noFill/>
            </a:ln>
          </p:spPr>
        </p:sp>
        <p:sp>
          <p:nvSpPr>
            <p:cNvPr id="12369" name="Heatmap cell r47 c13"/>
            <p:cNvSpPr/>
            <p:nvPr/>
          </p:nvSpPr>
          <p:spPr>
            <a:xfrm>
              <a:off x="251887" y="1259433"/>
              <a:ext cx="19034" cy="26609"/>
            </a:xfrm>
            <a:prstGeom prst="rect">
              <a:avLst/>
            </a:prstGeom>
            <a:solidFill>
              <a:srgbClr val="C3D1DF"/>
            </a:solidFill>
            <a:ln>
              <a:noFill/>
            </a:ln>
          </p:spPr>
        </p:sp>
        <p:sp>
          <p:nvSpPr>
            <p:cNvPr id="12370" name="Heatmap cell r47 c14"/>
            <p:cNvSpPr/>
            <p:nvPr/>
          </p:nvSpPr>
          <p:spPr>
            <a:xfrm>
              <a:off x="270825" y="1259433"/>
              <a:ext cx="17140" cy="26609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12371" name="Heatmap cell r47 c15"/>
            <p:cNvSpPr/>
            <p:nvPr/>
          </p:nvSpPr>
          <p:spPr>
            <a:xfrm>
              <a:off x="287870" y="1259433"/>
              <a:ext cx="19034" cy="26609"/>
            </a:xfrm>
            <a:prstGeom prst="rect">
              <a:avLst/>
            </a:prstGeom>
            <a:solidFill>
              <a:srgbClr val="EBEFF5"/>
            </a:solidFill>
            <a:ln>
              <a:noFill/>
            </a:ln>
          </p:spPr>
        </p:sp>
        <p:sp>
          <p:nvSpPr>
            <p:cNvPr id="12372" name="Heatmap cell r47 c16"/>
            <p:cNvSpPr/>
            <p:nvPr/>
          </p:nvSpPr>
          <p:spPr>
            <a:xfrm>
              <a:off x="306809" y="1259433"/>
              <a:ext cx="17140" cy="26609"/>
            </a:xfrm>
            <a:prstGeom prst="rect">
              <a:avLst/>
            </a:prstGeom>
            <a:solidFill>
              <a:srgbClr val="ADC2D4"/>
            </a:solidFill>
            <a:ln>
              <a:noFill/>
            </a:ln>
          </p:spPr>
        </p:sp>
        <p:sp>
          <p:nvSpPr>
            <p:cNvPr id="12373" name="Heatmap cell r47 c17"/>
            <p:cNvSpPr/>
            <p:nvPr/>
          </p:nvSpPr>
          <p:spPr>
            <a:xfrm>
              <a:off x="323854" y="1259433"/>
              <a:ext cx="19034" cy="26609"/>
            </a:xfrm>
            <a:prstGeom prst="rect">
              <a:avLst/>
            </a:prstGeom>
            <a:solidFill>
              <a:srgbClr val="EEF3F6"/>
            </a:solidFill>
            <a:ln>
              <a:noFill/>
            </a:ln>
          </p:spPr>
        </p:sp>
        <p:sp>
          <p:nvSpPr>
            <p:cNvPr id="12374" name="Heatmap cell r47 c18"/>
            <p:cNvSpPr/>
            <p:nvPr/>
          </p:nvSpPr>
          <p:spPr>
            <a:xfrm>
              <a:off x="342793" y="1259433"/>
              <a:ext cx="17140" cy="26609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12375" name="Heatmap cell r47 c19"/>
            <p:cNvSpPr/>
            <p:nvPr/>
          </p:nvSpPr>
          <p:spPr>
            <a:xfrm>
              <a:off x="359838" y="1259433"/>
              <a:ext cx="19034" cy="26609"/>
            </a:xfrm>
            <a:prstGeom prst="rect">
              <a:avLst/>
            </a:prstGeom>
            <a:solidFill>
              <a:srgbClr val="F0F5F8"/>
            </a:solidFill>
            <a:ln>
              <a:noFill/>
            </a:ln>
          </p:spPr>
        </p:sp>
        <p:sp>
          <p:nvSpPr>
            <p:cNvPr id="12376" name="Heatmap cell r47 c20"/>
            <p:cNvSpPr/>
            <p:nvPr/>
          </p:nvSpPr>
          <p:spPr>
            <a:xfrm>
              <a:off x="378777" y="1259433"/>
              <a:ext cx="17140" cy="26609"/>
            </a:xfrm>
            <a:prstGeom prst="rect">
              <a:avLst/>
            </a:prstGeom>
            <a:solidFill>
              <a:srgbClr val="99B0C8"/>
            </a:solidFill>
            <a:ln>
              <a:noFill/>
            </a:ln>
          </p:spPr>
        </p:sp>
        <p:sp>
          <p:nvSpPr>
            <p:cNvPr id="12377" name="Heatmap cell r47 c21"/>
            <p:cNvSpPr/>
            <p:nvPr/>
          </p:nvSpPr>
          <p:spPr>
            <a:xfrm>
              <a:off x="395822" y="1259433"/>
              <a:ext cx="19034" cy="26609"/>
            </a:xfrm>
            <a:prstGeom prst="rect">
              <a:avLst/>
            </a:prstGeom>
            <a:solidFill>
              <a:srgbClr val="EBEFF5"/>
            </a:solidFill>
            <a:ln>
              <a:noFill/>
            </a:ln>
          </p:spPr>
        </p:sp>
        <p:sp>
          <p:nvSpPr>
            <p:cNvPr id="12378" name="Heatmap cell r47 c22"/>
            <p:cNvSpPr/>
            <p:nvPr/>
          </p:nvSpPr>
          <p:spPr>
            <a:xfrm>
              <a:off x="414760" y="1259433"/>
              <a:ext cx="19034" cy="26609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12379" name="Heatmap cell r47 c23"/>
            <p:cNvSpPr/>
            <p:nvPr/>
          </p:nvSpPr>
          <p:spPr>
            <a:xfrm>
              <a:off x="433699" y="1259433"/>
              <a:ext cx="17140" cy="26609"/>
            </a:xfrm>
            <a:prstGeom prst="rect">
              <a:avLst/>
            </a:prstGeom>
            <a:solidFill>
              <a:srgbClr val="F8DBDD"/>
            </a:solidFill>
            <a:ln>
              <a:noFill/>
            </a:ln>
          </p:spPr>
        </p:sp>
        <p:sp>
          <p:nvSpPr>
            <p:cNvPr id="12380" name="Heatmap cell r47 c24"/>
            <p:cNvSpPr/>
            <p:nvPr/>
          </p:nvSpPr>
          <p:spPr>
            <a:xfrm>
              <a:off x="450744" y="1259433"/>
              <a:ext cx="19034" cy="26609"/>
            </a:xfrm>
            <a:prstGeom prst="rect">
              <a:avLst/>
            </a:prstGeom>
            <a:solidFill>
              <a:srgbClr val="F6F8F9"/>
            </a:solidFill>
            <a:ln>
              <a:noFill/>
            </a:ln>
          </p:spPr>
        </p:sp>
        <p:sp>
          <p:nvSpPr>
            <p:cNvPr id="12381" name="Heatmap cell r47 c25"/>
            <p:cNvSpPr/>
            <p:nvPr/>
          </p:nvSpPr>
          <p:spPr>
            <a:xfrm>
              <a:off x="469683" y="1259433"/>
              <a:ext cx="17140" cy="26609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12382" name="Heatmap cell r47 c26"/>
            <p:cNvSpPr/>
            <p:nvPr/>
          </p:nvSpPr>
          <p:spPr>
            <a:xfrm>
              <a:off x="486728" y="1259433"/>
              <a:ext cx="19034" cy="26609"/>
            </a:xfrm>
            <a:prstGeom prst="rect">
              <a:avLst/>
            </a:prstGeom>
            <a:solidFill>
              <a:srgbClr val="EDF1F7"/>
            </a:solidFill>
            <a:ln>
              <a:noFill/>
            </a:ln>
          </p:spPr>
        </p:sp>
        <p:sp>
          <p:nvSpPr>
            <p:cNvPr id="12383" name="Heatmap cell r47 c27"/>
            <p:cNvSpPr/>
            <p:nvPr/>
          </p:nvSpPr>
          <p:spPr>
            <a:xfrm>
              <a:off x="505667" y="1259433"/>
              <a:ext cx="17140" cy="26609"/>
            </a:xfrm>
            <a:prstGeom prst="rect">
              <a:avLst/>
            </a:prstGeom>
            <a:solidFill>
              <a:srgbClr val="88A6C1"/>
            </a:solidFill>
            <a:ln>
              <a:noFill/>
            </a:ln>
          </p:spPr>
        </p:sp>
        <p:sp>
          <p:nvSpPr>
            <p:cNvPr id="12384" name="Heatmap cell r47 c28"/>
            <p:cNvSpPr/>
            <p:nvPr/>
          </p:nvSpPr>
          <p:spPr>
            <a:xfrm>
              <a:off x="522712" y="1259433"/>
              <a:ext cx="19034" cy="26609"/>
            </a:xfrm>
            <a:prstGeom prst="rect">
              <a:avLst/>
            </a:prstGeom>
            <a:solidFill>
              <a:srgbClr val="A3B9CF"/>
            </a:solidFill>
            <a:ln>
              <a:noFill/>
            </a:ln>
          </p:spPr>
        </p:sp>
        <p:sp>
          <p:nvSpPr>
            <p:cNvPr id="12385" name="Heatmap cell r47 c29"/>
            <p:cNvSpPr/>
            <p:nvPr/>
          </p:nvSpPr>
          <p:spPr>
            <a:xfrm>
              <a:off x="541651" y="1259433"/>
              <a:ext cx="17140" cy="26609"/>
            </a:xfrm>
            <a:prstGeom prst="rect">
              <a:avLst/>
            </a:prstGeom>
            <a:solidFill>
              <a:srgbClr val="A3B9CF"/>
            </a:solidFill>
            <a:ln>
              <a:noFill/>
            </a:ln>
          </p:spPr>
        </p:sp>
        <p:sp>
          <p:nvSpPr>
            <p:cNvPr id="12386" name="Heatmap cell r47 c30"/>
            <p:cNvSpPr/>
            <p:nvPr/>
          </p:nvSpPr>
          <p:spPr>
            <a:xfrm>
              <a:off x="558696" y="1259433"/>
              <a:ext cx="19034" cy="26609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</p:sp>
        <p:sp>
          <p:nvSpPr>
            <p:cNvPr id="12387" name="Heatmap cell r47 c31"/>
            <p:cNvSpPr/>
            <p:nvPr/>
          </p:nvSpPr>
          <p:spPr>
            <a:xfrm>
              <a:off x="577634" y="1259433"/>
              <a:ext cx="17140" cy="26609"/>
            </a:xfrm>
            <a:prstGeom prst="rect">
              <a:avLst/>
            </a:prstGeom>
            <a:solidFill>
              <a:srgbClr val="FDF9FA"/>
            </a:solidFill>
            <a:ln>
              <a:noFill/>
            </a:ln>
          </p:spPr>
        </p:sp>
        <p:sp>
          <p:nvSpPr>
            <p:cNvPr id="12388" name="Heatmap cell r47 c32"/>
            <p:cNvSpPr/>
            <p:nvPr/>
          </p:nvSpPr>
          <p:spPr>
            <a:xfrm>
              <a:off x="594679" y="1259433"/>
              <a:ext cx="19034" cy="26609"/>
            </a:xfrm>
            <a:prstGeom prst="rect">
              <a:avLst/>
            </a:prstGeom>
            <a:solidFill>
              <a:srgbClr val="9DB5CC"/>
            </a:solidFill>
            <a:ln>
              <a:noFill/>
            </a:ln>
          </p:spPr>
        </p:sp>
        <p:sp>
          <p:nvSpPr>
            <p:cNvPr id="12389" name="Heatmap cell r47 c33"/>
            <p:cNvSpPr/>
            <p:nvPr/>
          </p:nvSpPr>
          <p:spPr>
            <a:xfrm>
              <a:off x="613618" y="1259433"/>
              <a:ext cx="17140" cy="26609"/>
            </a:xfrm>
            <a:prstGeom prst="rect">
              <a:avLst/>
            </a:prstGeom>
            <a:solidFill>
              <a:srgbClr val="ABC0D2"/>
            </a:solidFill>
            <a:ln>
              <a:noFill/>
            </a:ln>
          </p:spPr>
        </p:sp>
        <p:sp>
          <p:nvSpPr>
            <p:cNvPr id="12390" name="Heatmap cell r47 c34"/>
            <p:cNvSpPr/>
            <p:nvPr/>
          </p:nvSpPr>
          <p:spPr>
            <a:xfrm>
              <a:off x="630663" y="1259433"/>
              <a:ext cx="19034" cy="26609"/>
            </a:xfrm>
            <a:prstGeom prst="rect">
              <a:avLst/>
            </a:prstGeom>
            <a:solidFill>
              <a:srgbClr val="6489AD"/>
            </a:solidFill>
            <a:ln>
              <a:noFill/>
            </a:ln>
          </p:spPr>
        </p:sp>
        <p:sp>
          <p:nvSpPr>
            <p:cNvPr id="12391" name="Heatmap cell r47 c35"/>
            <p:cNvSpPr/>
            <p:nvPr/>
          </p:nvSpPr>
          <p:spPr>
            <a:xfrm>
              <a:off x="649602" y="1259433"/>
              <a:ext cx="19034" cy="26609"/>
            </a:xfrm>
            <a:prstGeom prst="rect">
              <a:avLst/>
            </a:prstGeom>
            <a:solidFill>
              <a:srgbClr val="B5C6D7"/>
            </a:solidFill>
            <a:ln>
              <a:noFill/>
            </a:ln>
          </p:spPr>
        </p:sp>
        <p:sp>
          <p:nvSpPr>
            <p:cNvPr id="12392" name="Heatmap cell r47 c36"/>
            <p:cNvSpPr/>
            <p:nvPr/>
          </p:nvSpPr>
          <p:spPr>
            <a:xfrm>
              <a:off x="668541" y="1259433"/>
              <a:ext cx="17140" cy="26609"/>
            </a:xfrm>
            <a:prstGeom prst="rect">
              <a:avLst/>
            </a:prstGeom>
            <a:solidFill>
              <a:srgbClr val="F9E7E8"/>
            </a:solidFill>
            <a:ln>
              <a:noFill/>
            </a:ln>
          </p:spPr>
        </p:sp>
        <p:sp>
          <p:nvSpPr>
            <p:cNvPr id="12393" name="Heatmap cell r47 c37"/>
            <p:cNvSpPr/>
            <p:nvPr/>
          </p:nvSpPr>
          <p:spPr>
            <a:xfrm>
              <a:off x="685586" y="1259433"/>
              <a:ext cx="19034" cy="26609"/>
            </a:xfrm>
            <a:prstGeom prst="rect">
              <a:avLst/>
            </a:prstGeom>
            <a:solidFill>
              <a:srgbClr val="ABBED2"/>
            </a:solidFill>
            <a:ln>
              <a:noFill/>
            </a:ln>
          </p:spPr>
        </p:sp>
        <p:sp>
          <p:nvSpPr>
            <p:cNvPr id="12394" name="Heatmap cell r47 c38"/>
            <p:cNvSpPr/>
            <p:nvPr/>
          </p:nvSpPr>
          <p:spPr>
            <a:xfrm>
              <a:off x="704525" y="1259433"/>
              <a:ext cx="17140" cy="26609"/>
            </a:xfrm>
            <a:prstGeom prst="rect">
              <a:avLst/>
            </a:prstGeom>
            <a:solidFill>
              <a:srgbClr val="F3C5C8"/>
            </a:solidFill>
            <a:ln>
              <a:noFill/>
            </a:ln>
          </p:spPr>
        </p:sp>
        <p:sp>
          <p:nvSpPr>
            <p:cNvPr id="12395" name="Heatmap cell r47 c39"/>
            <p:cNvSpPr/>
            <p:nvPr/>
          </p:nvSpPr>
          <p:spPr>
            <a:xfrm>
              <a:off x="721570" y="1259433"/>
              <a:ext cx="19034" cy="26609"/>
            </a:xfrm>
            <a:prstGeom prst="rect">
              <a:avLst/>
            </a:prstGeom>
            <a:solidFill>
              <a:srgbClr val="CED9E4"/>
            </a:solidFill>
            <a:ln>
              <a:noFill/>
            </a:ln>
          </p:spPr>
        </p:sp>
        <p:sp>
          <p:nvSpPr>
            <p:cNvPr id="12396" name="Heatmap cell r47 c40"/>
            <p:cNvSpPr/>
            <p:nvPr/>
          </p:nvSpPr>
          <p:spPr>
            <a:xfrm>
              <a:off x="740508" y="1259433"/>
              <a:ext cx="17140" cy="26609"/>
            </a:xfrm>
            <a:prstGeom prst="rect">
              <a:avLst/>
            </a:prstGeom>
            <a:solidFill>
              <a:srgbClr val="88A6C1"/>
            </a:solidFill>
            <a:ln>
              <a:noFill/>
            </a:ln>
          </p:spPr>
        </p:sp>
        <p:sp>
          <p:nvSpPr>
            <p:cNvPr id="12397" name="Heatmap cell r47 c42"/>
            <p:cNvSpPr/>
            <p:nvPr/>
          </p:nvSpPr>
          <p:spPr>
            <a:xfrm>
              <a:off x="776492" y="1259433"/>
              <a:ext cx="17140" cy="26609"/>
            </a:xfrm>
            <a:prstGeom prst="rect">
              <a:avLst/>
            </a:prstGeom>
            <a:solidFill>
              <a:srgbClr val="E1E9EF"/>
            </a:solidFill>
            <a:ln>
              <a:noFill/>
            </a:ln>
          </p:spPr>
        </p:sp>
        <p:sp>
          <p:nvSpPr>
            <p:cNvPr id="12398" name="Heatmap cell r47 c43"/>
            <p:cNvSpPr/>
            <p:nvPr/>
          </p:nvSpPr>
          <p:spPr>
            <a:xfrm>
              <a:off x="793537" y="1259433"/>
              <a:ext cx="19034" cy="26609"/>
            </a:xfrm>
            <a:prstGeom prst="rect">
              <a:avLst/>
            </a:prstGeom>
            <a:solidFill>
              <a:srgbClr val="C5D2DF"/>
            </a:solidFill>
            <a:ln>
              <a:noFill/>
            </a:ln>
          </p:spPr>
        </p:sp>
        <p:sp>
          <p:nvSpPr>
            <p:cNvPr id="12399" name="Heatmap cell r47 c45"/>
            <p:cNvSpPr/>
            <p:nvPr/>
          </p:nvSpPr>
          <p:spPr>
            <a:xfrm>
              <a:off x="829521" y="1259433"/>
              <a:ext cx="19034" cy="26609"/>
            </a:xfrm>
            <a:prstGeom prst="rect">
              <a:avLst/>
            </a:prstGeom>
            <a:solidFill>
              <a:srgbClr val="F1C0C4"/>
            </a:solidFill>
            <a:ln>
              <a:noFill/>
            </a:ln>
          </p:spPr>
        </p:sp>
        <p:sp>
          <p:nvSpPr>
            <p:cNvPr id="12400" name="Heatmap cell r47 c46"/>
            <p:cNvSpPr/>
            <p:nvPr/>
          </p:nvSpPr>
          <p:spPr>
            <a:xfrm>
              <a:off x="848460" y="1259433"/>
              <a:ext cx="17140" cy="26609"/>
            </a:xfrm>
            <a:prstGeom prst="rect">
              <a:avLst/>
            </a:prstGeom>
            <a:solidFill>
              <a:srgbClr val="A0B7CE"/>
            </a:solidFill>
            <a:ln>
              <a:noFill/>
            </a:ln>
          </p:spPr>
        </p:sp>
        <p:sp>
          <p:nvSpPr>
            <p:cNvPr id="12401" name="Heatmap cell r47 c47"/>
            <p:cNvSpPr/>
            <p:nvPr/>
          </p:nvSpPr>
          <p:spPr>
            <a:xfrm>
              <a:off x="865505" y="1259433"/>
              <a:ext cx="19034" cy="26609"/>
            </a:xfrm>
            <a:prstGeom prst="rect">
              <a:avLst/>
            </a:prstGeom>
            <a:solidFill>
              <a:srgbClr val="CCD7E3"/>
            </a:solidFill>
            <a:ln>
              <a:noFill/>
            </a:ln>
          </p:spPr>
        </p:sp>
        <p:sp>
          <p:nvSpPr>
            <p:cNvPr id="12402" name="Heatmap cell r47 c48"/>
            <p:cNvSpPr/>
            <p:nvPr/>
          </p:nvSpPr>
          <p:spPr>
            <a:xfrm>
              <a:off x="884444" y="1259433"/>
              <a:ext cx="19034" cy="26609"/>
            </a:xfrm>
            <a:prstGeom prst="rect">
              <a:avLst/>
            </a:prstGeom>
            <a:solidFill>
              <a:srgbClr val="C3D1DF"/>
            </a:solidFill>
            <a:ln>
              <a:noFill/>
            </a:ln>
          </p:spPr>
        </p:sp>
        <p:sp>
          <p:nvSpPr>
            <p:cNvPr id="12403" name="Heatmap cell r47 c49"/>
            <p:cNvSpPr/>
            <p:nvPr/>
          </p:nvSpPr>
          <p:spPr>
            <a:xfrm>
              <a:off x="903382" y="1259433"/>
              <a:ext cx="17140" cy="26609"/>
            </a:xfrm>
            <a:prstGeom prst="rect">
              <a:avLst/>
            </a:prstGeom>
            <a:solidFill>
              <a:srgbClr val="FAEBED"/>
            </a:solidFill>
            <a:ln>
              <a:noFill/>
            </a:ln>
          </p:spPr>
        </p:sp>
        <p:sp>
          <p:nvSpPr>
            <p:cNvPr id="12404" name="Heatmap cell r47 c50"/>
            <p:cNvSpPr/>
            <p:nvPr/>
          </p:nvSpPr>
          <p:spPr>
            <a:xfrm>
              <a:off x="920427" y="1259433"/>
              <a:ext cx="19034" cy="26609"/>
            </a:xfrm>
            <a:prstGeom prst="rect">
              <a:avLst/>
            </a:prstGeom>
            <a:solidFill>
              <a:srgbClr val="F2C8CD"/>
            </a:solidFill>
            <a:ln>
              <a:noFill/>
            </a:ln>
          </p:spPr>
        </p:sp>
        <p:sp>
          <p:nvSpPr>
            <p:cNvPr id="12405" name="Heatmap cell r47 c51"/>
            <p:cNvSpPr/>
            <p:nvPr/>
          </p:nvSpPr>
          <p:spPr>
            <a:xfrm>
              <a:off x="939366" y="1259433"/>
              <a:ext cx="17140" cy="26609"/>
            </a:xfrm>
            <a:prstGeom prst="rect">
              <a:avLst/>
            </a:prstGeom>
            <a:solidFill>
              <a:srgbClr val="E2EAEF"/>
            </a:solidFill>
            <a:ln>
              <a:noFill/>
            </a:ln>
          </p:spPr>
        </p:sp>
        <p:sp>
          <p:nvSpPr>
            <p:cNvPr id="12406" name="Heatmap cell r47 c52"/>
            <p:cNvSpPr/>
            <p:nvPr/>
          </p:nvSpPr>
          <p:spPr>
            <a:xfrm>
              <a:off x="956411" y="1259433"/>
              <a:ext cx="19034" cy="26609"/>
            </a:xfrm>
            <a:prstGeom prst="rect">
              <a:avLst/>
            </a:prstGeom>
            <a:solidFill>
              <a:srgbClr val="C3D1DF"/>
            </a:solidFill>
            <a:ln>
              <a:noFill/>
            </a:ln>
          </p:spPr>
        </p:sp>
        <p:sp>
          <p:nvSpPr>
            <p:cNvPr id="12407" name="Heatmap cell r47 c53"/>
            <p:cNvSpPr/>
            <p:nvPr/>
          </p:nvSpPr>
          <p:spPr>
            <a:xfrm>
              <a:off x="975350" y="1259433"/>
              <a:ext cx="17140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12408" name="Heatmap cell r47 c54"/>
            <p:cNvSpPr/>
            <p:nvPr/>
          </p:nvSpPr>
          <p:spPr>
            <a:xfrm>
              <a:off x="992395" y="1259433"/>
              <a:ext cx="19034" cy="26609"/>
            </a:xfrm>
            <a:prstGeom prst="rect">
              <a:avLst/>
            </a:prstGeom>
            <a:solidFill>
              <a:srgbClr val="DAE2EB"/>
            </a:solidFill>
            <a:ln>
              <a:noFill/>
            </a:ln>
          </p:spPr>
        </p:sp>
        <p:sp>
          <p:nvSpPr>
            <p:cNvPr id="12409" name="Heatmap cell r47 c55"/>
            <p:cNvSpPr/>
            <p:nvPr/>
          </p:nvSpPr>
          <p:spPr>
            <a:xfrm>
              <a:off x="1011334" y="1259433"/>
              <a:ext cx="17140" cy="26609"/>
            </a:xfrm>
            <a:prstGeom prst="rect">
              <a:avLst/>
            </a:prstGeom>
            <a:solidFill>
              <a:srgbClr val="8FAAC5"/>
            </a:solidFill>
            <a:ln>
              <a:noFill/>
            </a:ln>
          </p:spPr>
        </p:sp>
        <p:sp>
          <p:nvSpPr>
            <p:cNvPr id="12410" name="Heatmap cell r47 c56"/>
            <p:cNvSpPr/>
            <p:nvPr/>
          </p:nvSpPr>
          <p:spPr>
            <a:xfrm>
              <a:off x="1028379" y="1259433"/>
              <a:ext cx="19034" cy="26609"/>
            </a:xfrm>
            <a:prstGeom prst="rect">
              <a:avLst/>
            </a:prstGeom>
            <a:solidFill>
              <a:srgbClr val="E3EAF0"/>
            </a:solidFill>
            <a:ln>
              <a:noFill/>
            </a:ln>
          </p:spPr>
        </p:sp>
        <p:sp>
          <p:nvSpPr>
            <p:cNvPr id="12411" name="Heatmap cell r47 c57"/>
            <p:cNvSpPr/>
            <p:nvPr/>
          </p:nvSpPr>
          <p:spPr>
            <a:xfrm>
              <a:off x="1047318" y="1259433"/>
              <a:ext cx="17140" cy="26609"/>
            </a:xfrm>
            <a:prstGeom prst="rect">
              <a:avLst/>
            </a:prstGeom>
            <a:solidFill>
              <a:srgbClr val="B5C6D7"/>
            </a:solidFill>
            <a:ln>
              <a:noFill/>
            </a:ln>
          </p:spPr>
        </p:sp>
        <p:sp>
          <p:nvSpPr>
            <p:cNvPr id="12412" name="Heatmap cell r47 c58"/>
            <p:cNvSpPr/>
            <p:nvPr/>
          </p:nvSpPr>
          <p:spPr>
            <a:xfrm>
              <a:off x="1064363" y="1259433"/>
              <a:ext cx="19034" cy="26609"/>
            </a:xfrm>
            <a:prstGeom prst="rect">
              <a:avLst/>
            </a:prstGeom>
            <a:solidFill>
              <a:srgbClr val="CFDBE6"/>
            </a:solidFill>
            <a:ln>
              <a:noFill/>
            </a:ln>
          </p:spPr>
        </p:sp>
        <p:sp>
          <p:nvSpPr>
            <p:cNvPr id="12413" name="Heatmap cell r47 c59"/>
            <p:cNvSpPr/>
            <p:nvPr/>
          </p:nvSpPr>
          <p:spPr>
            <a:xfrm>
              <a:off x="1083301" y="1259433"/>
              <a:ext cx="17140" cy="26609"/>
            </a:xfrm>
            <a:prstGeom prst="rect">
              <a:avLst/>
            </a:prstGeom>
            <a:solidFill>
              <a:srgbClr val="91ACC5"/>
            </a:solidFill>
            <a:ln>
              <a:noFill/>
            </a:ln>
          </p:spPr>
        </p:sp>
        <p:sp>
          <p:nvSpPr>
            <p:cNvPr id="12414" name="Heatmap cell r47 c60"/>
            <p:cNvSpPr/>
            <p:nvPr/>
          </p:nvSpPr>
          <p:spPr>
            <a:xfrm>
              <a:off x="1100346" y="1259433"/>
              <a:ext cx="19034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12415" name="Heatmap cell r47 c61"/>
            <p:cNvSpPr/>
            <p:nvPr/>
          </p:nvSpPr>
          <p:spPr>
            <a:xfrm>
              <a:off x="1119285" y="1259433"/>
              <a:ext cx="19034" cy="26609"/>
            </a:xfrm>
            <a:prstGeom prst="rect">
              <a:avLst/>
            </a:prstGeom>
            <a:solidFill>
              <a:srgbClr val="F6D5D9"/>
            </a:solidFill>
            <a:ln>
              <a:noFill/>
            </a:ln>
          </p:spPr>
        </p:sp>
        <p:sp>
          <p:nvSpPr>
            <p:cNvPr id="12416" name="Heatmap cell r47 c63"/>
            <p:cNvSpPr/>
            <p:nvPr/>
          </p:nvSpPr>
          <p:spPr>
            <a:xfrm>
              <a:off x="1155269" y="1259433"/>
              <a:ext cx="19034" cy="26609"/>
            </a:xfrm>
            <a:prstGeom prst="rect">
              <a:avLst/>
            </a:prstGeom>
            <a:solidFill>
              <a:srgbClr val="ABBED2"/>
            </a:solidFill>
            <a:ln>
              <a:noFill/>
            </a:ln>
          </p:spPr>
        </p:sp>
        <p:sp>
          <p:nvSpPr>
            <p:cNvPr id="12417" name="Heatmap cell r47 c64"/>
            <p:cNvSpPr/>
            <p:nvPr/>
          </p:nvSpPr>
          <p:spPr>
            <a:xfrm>
              <a:off x="1174208" y="1259433"/>
              <a:ext cx="17140" cy="26609"/>
            </a:xfrm>
            <a:prstGeom prst="rect">
              <a:avLst/>
            </a:prstGeom>
            <a:solidFill>
              <a:srgbClr val="84A1BE"/>
            </a:solidFill>
            <a:ln>
              <a:noFill/>
            </a:ln>
          </p:spPr>
        </p:sp>
        <p:sp>
          <p:nvSpPr>
            <p:cNvPr id="12418" name="Heatmap cell r47 c65"/>
            <p:cNvSpPr/>
            <p:nvPr/>
          </p:nvSpPr>
          <p:spPr>
            <a:xfrm>
              <a:off x="1191253" y="1259433"/>
              <a:ext cx="19034" cy="26609"/>
            </a:xfrm>
            <a:prstGeom prst="rect">
              <a:avLst/>
            </a:prstGeom>
            <a:solidFill>
              <a:srgbClr val="E7EBF1"/>
            </a:solidFill>
            <a:ln>
              <a:noFill/>
            </a:ln>
          </p:spPr>
        </p:sp>
        <p:sp>
          <p:nvSpPr>
            <p:cNvPr id="12419" name="Heatmap cell r47 c66"/>
            <p:cNvSpPr/>
            <p:nvPr/>
          </p:nvSpPr>
          <p:spPr>
            <a:xfrm>
              <a:off x="1210192" y="1259433"/>
              <a:ext cx="17140" cy="26609"/>
            </a:xfrm>
            <a:prstGeom prst="rect">
              <a:avLst/>
            </a:prstGeom>
            <a:solidFill>
              <a:srgbClr val="ACC0D3"/>
            </a:solidFill>
            <a:ln>
              <a:noFill/>
            </a:ln>
          </p:spPr>
        </p:sp>
        <p:sp>
          <p:nvSpPr>
            <p:cNvPr id="12420" name="Heatmap cell r47 c67"/>
            <p:cNvSpPr/>
            <p:nvPr/>
          </p:nvSpPr>
          <p:spPr>
            <a:xfrm>
              <a:off x="1227236" y="1259433"/>
              <a:ext cx="19034" cy="26609"/>
            </a:xfrm>
            <a:prstGeom prst="rect">
              <a:avLst/>
            </a:prstGeom>
            <a:solidFill>
              <a:srgbClr val="BBCCDC"/>
            </a:solidFill>
            <a:ln>
              <a:noFill/>
            </a:ln>
          </p:spPr>
        </p:sp>
        <p:sp>
          <p:nvSpPr>
            <p:cNvPr id="12421" name="Heatmap cell r47 c68"/>
            <p:cNvSpPr/>
            <p:nvPr/>
          </p:nvSpPr>
          <p:spPr>
            <a:xfrm>
              <a:off x="1246175" y="1259433"/>
              <a:ext cx="17140" cy="26609"/>
            </a:xfrm>
            <a:prstGeom prst="rect">
              <a:avLst/>
            </a:prstGeom>
            <a:solidFill>
              <a:srgbClr val="CED9E4"/>
            </a:solidFill>
            <a:ln>
              <a:noFill/>
            </a:ln>
          </p:spPr>
        </p:sp>
        <p:sp>
          <p:nvSpPr>
            <p:cNvPr id="12422" name="Heatmap cell r47 c69"/>
            <p:cNvSpPr/>
            <p:nvPr/>
          </p:nvSpPr>
          <p:spPr>
            <a:xfrm>
              <a:off x="1263220" y="1259433"/>
              <a:ext cx="19034" cy="26609"/>
            </a:xfrm>
            <a:prstGeom prst="rect">
              <a:avLst/>
            </a:prstGeom>
            <a:solidFill>
              <a:srgbClr val="EEF3F6"/>
            </a:solidFill>
            <a:ln>
              <a:noFill/>
            </a:ln>
          </p:spPr>
        </p:sp>
        <p:sp>
          <p:nvSpPr>
            <p:cNvPr id="12423" name="Heatmap cell r47 c70"/>
            <p:cNvSpPr/>
            <p:nvPr/>
          </p:nvSpPr>
          <p:spPr>
            <a:xfrm>
              <a:off x="1282159" y="1259433"/>
              <a:ext cx="17140" cy="26609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12424" name="Heatmap cell r47 c71"/>
            <p:cNvSpPr/>
            <p:nvPr/>
          </p:nvSpPr>
          <p:spPr>
            <a:xfrm>
              <a:off x="1299204" y="1259433"/>
              <a:ext cx="19034" cy="26609"/>
            </a:xfrm>
            <a:prstGeom prst="rect">
              <a:avLst/>
            </a:prstGeom>
            <a:solidFill>
              <a:srgbClr val="A6BAD0"/>
            </a:solidFill>
            <a:ln>
              <a:noFill/>
            </a:ln>
          </p:spPr>
        </p:sp>
        <p:sp>
          <p:nvSpPr>
            <p:cNvPr id="12425" name="Heatmap cell r47 c72"/>
            <p:cNvSpPr/>
            <p:nvPr/>
          </p:nvSpPr>
          <p:spPr>
            <a:xfrm>
              <a:off x="1318143" y="1259433"/>
              <a:ext cx="17140" cy="26609"/>
            </a:xfrm>
            <a:prstGeom prst="rect">
              <a:avLst/>
            </a:prstGeom>
            <a:solidFill>
              <a:srgbClr val="FAEEEF"/>
            </a:solidFill>
            <a:ln>
              <a:noFill/>
            </a:ln>
          </p:spPr>
        </p:sp>
        <p:sp>
          <p:nvSpPr>
            <p:cNvPr id="12426" name="Heatmap cell r47 c73"/>
            <p:cNvSpPr/>
            <p:nvPr/>
          </p:nvSpPr>
          <p:spPr>
            <a:xfrm>
              <a:off x="1335188" y="1259433"/>
              <a:ext cx="19034" cy="26609"/>
            </a:xfrm>
            <a:prstGeom prst="rect">
              <a:avLst/>
            </a:prstGeom>
            <a:solidFill>
              <a:srgbClr val="E8ECF3"/>
            </a:solidFill>
            <a:ln>
              <a:noFill/>
            </a:ln>
          </p:spPr>
        </p:sp>
        <p:sp>
          <p:nvSpPr>
            <p:cNvPr id="12427" name="Heatmap cell r47 c74"/>
            <p:cNvSpPr/>
            <p:nvPr/>
          </p:nvSpPr>
          <p:spPr>
            <a:xfrm>
              <a:off x="1354127" y="1259433"/>
              <a:ext cx="17140" cy="26609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12428" name="Heatmap cell r47 c75"/>
            <p:cNvSpPr/>
            <p:nvPr/>
          </p:nvSpPr>
          <p:spPr>
            <a:xfrm>
              <a:off x="1371172" y="1259433"/>
              <a:ext cx="19034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12429" name="Heatmap cell r47 c76"/>
            <p:cNvSpPr/>
            <p:nvPr/>
          </p:nvSpPr>
          <p:spPr>
            <a:xfrm>
              <a:off x="1390110" y="1259433"/>
              <a:ext cx="19034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12430" name="Heatmap cell r47 c77"/>
            <p:cNvSpPr/>
            <p:nvPr/>
          </p:nvSpPr>
          <p:spPr>
            <a:xfrm>
              <a:off x="1409049" y="1259433"/>
              <a:ext cx="17140" cy="26609"/>
            </a:xfrm>
            <a:prstGeom prst="rect">
              <a:avLst/>
            </a:prstGeom>
            <a:solidFill>
              <a:srgbClr val="F5CFD2"/>
            </a:solidFill>
            <a:ln>
              <a:noFill/>
            </a:ln>
          </p:spPr>
        </p:sp>
        <p:sp>
          <p:nvSpPr>
            <p:cNvPr id="12431" name="Heatmap cell r47 c78"/>
            <p:cNvSpPr/>
            <p:nvPr/>
          </p:nvSpPr>
          <p:spPr>
            <a:xfrm>
              <a:off x="1426094" y="1259433"/>
              <a:ext cx="19034" cy="26609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12432" name="Heatmap cell r47 c79"/>
            <p:cNvSpPr/>
            <p:nvPr/>
          </p:nvSpPr>
          <p:spPr>
            <a:xfrm>
              <a:off x="1445033" y="1259433"/>
              <a:ext cx="17140" cy="26609"/>
            </a:xfrm>
            <a:prstGeom prst="rect">
              <a:avLst/>
            </a:prstGeom>
            <a:solidFill>
              <a:srgbClr val="FDF9FA"/>
            </a:solidFill>
            <a:ln>
              <a:noFill/>
            </a:ln>
          </p:spPr>
        </p:sp>
        <p:sp>
          <p:nvSpPr>
            <p:cNvPr id="12433" name="Heatmap cell r47 c80"/>
            <p:cNvSpPr/>
            <p:nvPr/>
          </p:nvSpPr>
          <p:spPr>
            <a:xfrm>
              <a:off x="1462078" y="1259433"/>
              <a:ext cx="19034" cy="26609"/>
            </a:xfrm>
            <a:prstGeom prst="rect">
              <a:avLst/>
            </a:prstGeom>
            <a:solidFill>
              <a:srgbClr val="BACADB"/>
            </a:solidFill>
            <a:ln>
              <a:noFill/>
            </a:ln>
          </p:spPr>
        </p:sp>
        <p:sp>
          <p:nvSpPr>
            <p:cNvPr id="12434" name="Heatmap cell r47 c81"/>
            <p:cNvSpPr/>
            <p:nvPr/>
          </p:nvSpPr>
          <p:spPr>
            <a:xfrm>
              <a:off x="1481017" y="1259433"/>
              <a:ext cx="17140" cy="26609"/>
            </a:xfrm>
            <a:prstGeom prst="rect">
              <a:avLst/>
            </a:prstGeom>
            <a:solidFill>
              <a:srgbClr val="CAD6E3"/>
            </a:solidFill>
            <a:ln>
              <a:noFill/>
            </a:ln>
          </p:spPr>
        </p:sp>
        <p:sp>
          <p:nvSpPr>
            <p:cNvPr id="12435" name="Heatmap cell r47 c82"/>
            <p:cNvSpPr/>
            <p:nvPr/>
          </p:nvSpPr>
          <p:spPr>
            <a:xfrm>
              <a:off x="1498062" y="1259433"/>
              <a:ext cx="19034" cy="26609"/>
            </a:xfrm>
            <a:prstGeom prst="rect">
              <a:avLst/>
            </a:prstGeom>
            <a:solidFill>
              <a:srgbClr val="FCF8F9"/>
            </a:solidFill>
            <a:ln>
              <a:noFill/>
            </a:ln>
          </p:spPr>
        </p:sp>
        <p:sp>
          <p:nvSpPr>
            <p:cNvPr id="12436" name="Heatmap cell r47 c83"/>
            <p:cNvSpPr/>
            <p:nvPr/>
          </p:nvSpPr>
          <p:spPr>
            <a:xfrm>
              <a:off x="1517001" y="1259433"/>
              <a:ext cx="17140" cy="26609"/>
            </a:xfrm>
            <a:prstGeom prst="rect">
              <a:avLst/>
            </a:prstGeom>
            <a:solidFill>
              <a:srgbClr val="90ABC5"/>
            </a:solidFill>
            <a:ln>
              <a:noFill/>
            </a:ln>
          </p:spPr>
        </p:sp>
        <p:sp>
          <p:nvSpPr>
            <p:cNvPr id="12437" name="Heatmap cell r47 c86"/>
            <p:cNvSpPr/>
            <p:nvPr/>
          </p:nvSpPr>
          <p:spPr>
            <a:xfrm>
              <a:off x="1570029" y="1259433"/>
              <a:ext cx="19034" cy="26609"/>
            </a:xfrm>
            <a:prstGeom prst="rect">
              <a:avLst/>
            </a:prstGeom>
            <a:solidFill>
              <a:srgbClr val="D1DCE7"/>
            </a:solidFill>
            <a:ln>
              <a:noFill/>
            </a:ln>
          </p:spPr>
        </p:sp>
        <p:sp>
          <p:nvSpPr>
            <p:cNvPr id="12438" name="Heatmap cell r47 c87"/>
            <p:cNvSpPr/>
            <p:nvPr/>
          </p:nvSpPr>
          <p:spPr>
            <a:xfrm>
              <a:off x="1588968" y="1259433"/>
              <a:ext cx="17140" cy="26609"/>
            </a:xfrm>
            <a:prstGeom prst="rect">
              <a:avLst/>
            </a:prstGeom>
            <a:solidFill>
              <a:srgbClr val="CED9E4"/>
            </a:solidFill>
            <a:ln>
              <a:noFill/>
            </a:ln>
          </p:spPr>
        </p:sp>
        <p:sp>
          <p:nvSpPr>
            <p:cNvPr id="12439" name="Heatmap cell r47 c88"/>
            <p:cNvSpPr/>
            <p:nvPr/>
          </p:nvSpPr>
          <p:spPr>
            <a:xfrm>
              <a:off x="1606013" y="1259433"/>
              <a:ext cx="19034" cy="26609"/>
            </a:xfrm>
            <a:prstGeom prst="rect">
              <a:avLst/>
            </a:prstGeom>
            <a:solidFill>
              <a:srgbClr val="7B9BB9"/>
            </a:solidFill>
            <a:ln>
              <a:noFill/>
            </a:ln>
          </p:spPr>
        </p:sp>
        <p:sp>
          <p:nvSpPr>
            <p:cNvPr id="12440" name="Heatmap cell r47 c89"/>
            <p:cNvSpPr/>
            <p:nvPr/>
          </p:nvSpPr>
          <p:spPr>
            <a:xfrm>
              <a:off x="1624952" y="1259433"/>
              <a:ext cx="19034" cy="26609"/>
            </a:xfrm>
            <a:prstGeom prst="rect">
              <a:avLst/>
            </a:prstGeom>
            <a:solidFill>
              <a:srgbClr val="9CB4CA"/>
            </a:solidFill>
            <a:ln>
              <a:noFill/>
            </a:ln>
          </p:spPr>
        </p:sp>
        <p:sp>
          <p:nvSpPr>
            <p:cNvPr id="12441" name="Heatmap cell r47 c90"/>
            <p:cNvSpPr/>
            <p:nvPr/>
          </p:nvSpPr>
          <p:spPr>
            <a:xfrm>
              <a:off x="1643891" y="1259433"/>
              <a:ext cx="17140" cy="26609"/>
            </a:xfrm>
            <a:prstGeom prst="rect">
              <a:avLst/>
            </a:prstGeom>
            <a:solidFill>
              <a:srgbClr val="C7D4E1"/>
            </a:solidFill>
            <a:ln>
              <a:noFill/>
            </a:ln>
          </p:spPr>
        </p:sp>
        <p:sp>
          <p:nvSpPr>
            <p:cNvPr id="12442" name="Heatmap cell r47 c91"/>
            <p:cNvSpPr/>
            <p:nvPr/>
          </p:nvSpPr>
          <p:spPr>
            <a:xfrm>
              <a:off x="1660936" y="1259433"/>
              <a:ext cx="19034" cy="26609"/>
            </a:xfrm>
            <a:prstGeom prst="rect">
              <a:avLst/>
            </a:prstGeom>
            <a:solidFill>
              <a:srgbClr val="B9C9DB"/>
            </a:solidFill>
            <a:ln>
              <a:noFill/>
            </a:ln>
          </p:spPr>
        </p:sp>
        <p:sp>
          <p:nvSpPr>
            <p:cNvPr id="12443" name="Heatmap cell r47 c92"/>
            <p:cNvSpPr/>
            <p:nvPr/>
          </p:nvSpPr>
          <p:spPr>
            <a:xfrm>
              <a:off x="1679875" y="1259433"/>
              <a:ext cx="17140" cy="26609"/>
            </a:xfrm>
            <a:prstGeom prst="rect">
              <a:avLst/>
            </a:prstGeom>
            <a:solidFill>
              <a:srgbClr val="C5D2DF"/>
            </a:solidFill>
            <a:ln>
              <a:noFill/>
            </a:ln>
          </p:spPr>
        </p:sp>
        <p:sp>
          <p:nvSpPr>
            <p:cNvPr id="12444" name="Heatmap cell r47 c93"/>
            <p:cNvSpPr/>
            <p:nvPr/>
          </p:nvSpPr>
          <p:spPr>
            <a:xfrm>
              <a:off x="1696920" y="1259433"/>
              <a:ext cx="19034" cy="26609"/>
            </a:xfrm>
            <a:prstGeom prst="rect">
              <a:avLst/>
            </a:prstGeom>
            <a:solidFill>
              <a:srgbClr val="EDAEB5"/>
            </a:solidFill>
            <a:ln>
              <a:noFill/>
            </a:ln>
          </p:spPr>
        </p:sp>
        <p:sp>
          <p:nvSpPr>
            <p:cNvPr id="12445" name="Heatmap cell r47 c94"/>
            <p:cNvSpPr/>
            <p:nvPr/>
          </p:nvSpPr>
          <p:spPr>
            <a:xfrm>
              <a:off x="1715858" y="1259433"/>
              <a:ext cx="17140" cy="26609"/>
            </a:xfrm>
            <a:prstGeom prst="rect">
              <a:avLst/>
            </a:prstGeom>
            <a:solidFill>
              <a:srgbClr val="ADC2D4"/>
            </a:solidFill>
            <a:ln>
              <a:noFill/>
            </a:ln>
          </p:spPr>
        </p:sp>
        <p:sp>
          <p:nvSpPr>
            <p:cNvPr id="12446" name="Heatmap cell r47 c95"/>
            <p:cNvSpPr/>
            <p:nvPr/>
          </p:nvSpPr>
          <p:spPr>
            <a:xfrm>
              <a:off x="1732903" y="1259433"/>
              <a:ext cx="19034" cy="26609"/>
            </a:xfrm>
            <a:prstGeom prst="rect">
              <a:avLst/>
            </a:prstGeom>
            <a:solidFill>
              <a:srgbClr val="A8BCD1"/>
            </a:solidFill>
            <a:ln>
              <a:noFill/>
            </a:ln>
          </p:spPr>
        </p:sp>
        <p:sp>
          <p:nvSpPr>
            <p:cNvPr id="12447" name="Heatmap cell r47 c96"/>
            <p:cNvSpPr/>
            <p:nvPr/>
          </p:nvSpPr>
          <p:spPr>
            <a:xfrm>
              <a:off x="1751842" y="1259433"/>
              <a:ext cx="17140" cy="26609"/>
            </a:xfrm>
            <a:prstGeom prst="rect">
              <a:avLst/>
            </a:prstGeom>
            <a:solidFill>
              <a:srgbClr val="E6EBF1"/>
            </a:solidFill>
            <a:ln>
              <a:noFill/>
            </a:ln>
          </p:spPr>
        </p:sp>
        <p:sp>
          <p:nvSpPr>
            <p:cNvPr id="12448" name="Heatmap cell r47 c97"/>
            <p:cNvSpPr/>
            <p:nvPr/>
          </p:nvSpPr>
          <p:spPr>
            <a:xfrm>
              <a:off x="1768887" y="1259433"/>
              <a:ext cx="19034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12449" name="Heatmap cell r47 c98"/>
            <p:cNvSpPr/>
            <p:nvPr/>
          </p:nvSpPr>
          <p:spPr>
            <a:xfrm>
              <a:off x="1787826" y="1259433"/>
              <a:ext cx="17140" cy="26609"/>
            </a:xfrm>
            <a:prstGeom prst="rect">
              <a:avLst/>
            </a:prstGeom>
            <a:solidFill>
              <a:srgbClr val="E7EBF1"/>
            </a:solidFill>
            <a:ln>
              <a:noFill/>
            </a:ln>
          </p:spPr>
        </p:sp>
        <p:sp>
          <p:nvSpPr>
            <p:cNvPr id="12450" name="Heatmap cell r47 c99"/>
            <p:cNvSpPr/>
            <p:nvPr/>
          </p:nvSpPr>
          <p:spPr>
            <a:xfrm>
              <a:off x="1804871" y="1259433"/>
              <a:ext cx="19034" cy="26609"/>
            </a:xfrm>
            <a:prstGeom prst="rect">
              <a:avLst/>
            </a:prstGeom>
            <a:solidFill>
              <a:srgbClr val="6287AC"/>
            </a:solidFill>
            <a:ln>
              <a:noFill/>
            </a:ln>
          </p:spPr>
        </p:sp>
        <p:sp>
          <p:nvSpPr>
            <p:cNvPr id="12451" name="Heatmap cell r47 c100"/>
            <p:cNvSpPr/>
            <p:nvPr/>
          </p:nvSpPr>
          <p:spPr>
            <a:xfrm>
              <a:off x="1823810" y="1259433"/>
              <a:ext cx="17140" cy="26609"/>
            </a:xfrm>
            <a:prstGeom prst="rect">
              <a:avLst/>
            </a:prstGeom>
            <a:solidFill>
              <a:srgbClr val="ECF0F6"/>
            </a:solidFill>
            <a:ln>
              <a:noFill/>
            </a:ln>
          </p:spPr>
        </p:sp>
        <p:sp>
          <p:nvSpPr>
            <p:cNvPr id="12452" name="Heatmap cell r47 c101"/>
            <p:cNvSpPr/>
            <p:nvPr/>
          </p:nvSpPr>
          <p:spPr>
            <a:xfrm>
              <a:off x="1840855" y="1259433"/>
              <a:ext cx="19034" cy="26609"/>
            </a:xfrm>
            <a:prstGeom prst="rect">
              <a:avLst/>
            </a:prstGeom>
            <a:solidFill>
              <a:srgbClr val="DAE2EB"/>
            </a:solidFill>
            <a:ln>
              <a:noFill/>
            </a:ln>
          </p:spPr>
        </p:sp>
        <p:sp>
          <p:nvSpPr>
            <p:cNvPr id="12453" name="Heatmap cell r47 c102"/>
            <p:cNvSpPr/>
            <p:nvPr/>
          </p:nvSpPr>
          <p:spPr>
            <a:xfrm>
              <a:off x="1859794" y="1259433"/>
              <a:ext cx="19034" cy="26609"/>
            </a:xfrm>
            <a:prstGeom prst="rect">
              <a:avLst/>
            </a:prstGeom>
            <a:solidFill>
              <a:srgbClr val="EDB0B6"/>
            </a:solidFill>
            <a:ln>
              <a:noFill/>
            </a:ln>
          </p:spPr>
        </p:sp>
        <p:sp>
          <p:nvSpPr>
            <p:cNvPr id="12454" name="Heatmap cell r47 c103"/>
            <p:cNvSpPr/>
            <p:nvPr/>
          </p:nvSpPr>
          <p:spPr>
            <a:xfrm>
              <a:off x="1878732" y="1259433"/>
              <a:ext cx="17140" cy="26609"/>
            </a:xfrm>
            <a:prstGeom prst="rect">
              <a:avLst/>
            </a:prstGeom>
            <a:solidFill>
              <a:srgbClr val="EBA1A8"/>
            </a:solidFill>
            <a:ln>
              <a:noFill/>
            </a:ln>
          </p:spPr>
        </p:sp>
        <p:sp>
          <p:nvSpPr>
            <p:cNvPr id="12455" name="Heatmap cell r47 c104"/>
            <p:cNvSpPr/>
            <p:nvPr/>
          </p:nvSpPr>
          <p:spPr>
            <a:xfrm>
              <a:off x="1895777" y="1259433"/>
              <a:ext cx="19034" cy="26609"/>
            </a:xfrm>
            <a:prstGeom prst="rect">
              <a:avLst/>
            </a:prstGeom>
            <a:solidFill>
              <a:srgbClr val="D4DFE9"/>
            </a:solidFill>
            <a:ln>
              <a:noFill/>
            </a:ln>
          </p:spPr>
        </p:sp>
        <p:sp>
          <p:nvSpPr>
            <p:cNvPr id="12456" name="Heatmap cell r47 c105"/>
            <p:cNvSpPr/>
            <p:nvPr/>
          </p:nvSpPr>
          <p:spPr>
            <a:xfrm>
              <a:off x="1914716" y="1259433"/>
              <a:ext cx="17140" cy="26609"/>
            </a:xfrm>
            <a:prstGeom prst="rect">
              <a:avLst/>
            </a:prstGeom>
            <a:solidFill>
              <a:srgbClr val="4B779F"/>
            </a:solidFill>
            <a:ln>
              <a:noFill/>
            </a:ln>
          </p:spPr>
        </p:sp>
        <p:sp>
          <p:nvSpPr>
            <p:cNvPr id="12457" name="Heatmap cell r47 c106"/>
            <p:cNvSpPr/>
            <p:nvPr/>
          </p:nvSpPr>
          <p:spPr>
            <a:xfrm>
              <a:off x="1931761" y="1259433"/>
              <a:ext cx="19034" cy="26609"/>
            </a:xfrm>
            <a:prstGeom prst="rect">
              <a:avLst/>
            </a:prstGeom>
            <a:solidFill>
              <a:srgbClr val="E7EBF1"/>
            </a:solidFill>
            <a:ln>
              <a:noFill/>
            </a:ln>
          </p:spPr>
        </p:sp>
        <p:sp>
          <p:nvSpPr>
            <p:cNvPr id="12458" name="Heatmap cell r47 c107"/>
            <p:cNvSpPr/>
            <p:nvPr/>
          </p:nvSpPr>
          <p:spPr>
            <a:xfrm>
              <a:off x="1950700" y="1259433"/>
              <a:ext cx="17140" cy="26609"/>
            </a:xfrm>
            <a:prstGeom prst="rect">
              <a:avLst/>
            </a:prstGeom>
            <a:solidFill>
              <a:srgbClr val="C7D4E1"/>
            </a:solidFill>
            <a:ln>
              <a:noFill/>
            </a:ln>
          </p:spPr>
        </p:sp>
        <p:sp>
          <p:nvSpPr>
            <p:cNvPr id="12459" name="Heatmap cell r47 c108"/>
            <p:cNvSpPr/>
            <p:nvPr/>
          </p:nvSpPr>
          <p:spPr>
            <a:xfrm>
              <a:off x="1967745" y="1259433"/>
              <a:ext cx="19034" cy="26609"/>
            </a:xfrm>
            <a:prstGeom prst="rect">
              <a:avLst/>
            </a:prstGeom>
            <a:solidFill>
              <a:srgbClr val="EDF1F7"/>
            </a:solidFill>
            <a:ln>
              <a:noFill/>
            </a:ln>
          </p:spPr>
        </p:sp>
        <p:sp>
          <p:nvSpPr>
            <p:cNvPr id="12460" name="Heatmap cell r47 c109"/>
            <p:cNvSpPr/>
            <p:nvPr/>
          </p:nvSpPr>
          <p:spPr>
            <a:xfrm>
              <a:off x="1986684" y="1259433"/>
              <a:ext cx="17140" cy="26609"/>
            </a:xfrm>
            <a:prstGeom prst="rect">
              <a:avLst/>
            </a:prstGeom>
            <a:solidFill>
              <a:srgbClr val="EDF1F7"/>
            </a:solidFill>
            <a:ln>
              <a:noFill/>
            </a:ln>
          </p:spPr>
        </p:sp>
        <p:sp>
          <p:nvSpPr>
            <p:cNvPr id="12461" name="Heatmap cell r47 c110"/>
            <p:cNvSpPr/>
            <p:nvPr/>
          </p:nvSpPr>
          <p:spPr>
            <a:xfrm>
              <a:off x="2003729" y="1259433"/>
              <a:ext cx="19034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12462" name="Heatmap cell r47 c111"/>
            <p:cNvSpPr/>
            <p:nvPr/>
          </p:nvSpPr>
          <p:spPr>
            <a:xfrm>
              <a:off x="2022668" y="1259433"/>
              <a:ext cx="17140" cy="26609"/>
            </a:xfrm>
            <a:prstGeom prst="rect">
              <a:avLst/>
            </a:prstGeom>
            <a:solidFill>
              <a:srgbClr val="C6D4E1"/>
            </a:solidFill>
            <a:ln>
              <a:noFill/>
            </a:ln>
          </p:spPr>
        </p:sp>
        <p:sp>
          <p:nvSpPr>
            <p:cNvPr id="12463" name="Heatmap cell r47 c112"/>
            <p:cNvSpPr/>
            <p:nvPr/>
          </p:nvSpPr>
          <p:spPr>
            <a:xfrm>
              <a:off x="2039712" y="1259433"/>
              <a:ext cx="19034" cy="26609"/>
            </a:xfrm>
            <a:prstGeom prst="rect">
              <a:avLst/>
            </a:prstGeom>
            <a:solidFill>
              <a:srgbClr val="9FB6CD"/>
            </a:solidFill>
            <a:ln>
              <a:noFill/>
            </a:ln>
          </p:spPr>
        </p:sp>
        <p:sp>
          <p:nvSpPr>
            <p:cNvPr id="12464" name="Heatmap cell r47 c113"/>
            <p:cNvSpPr/>
            <p:nvPr/>
          </p:nvSpPr>
          <p:spPr>
            <a:xfrm>
              <a:off x="2058651" y="1259433"/>
              <a:ext cx="17140" cy="26609"/>
            </a:xfrm>
            <a:prstGeom prst="rect">
              <a:avLst/>
            </a:prstGeom>
            <a:solidFill>
              <a:srgbClr val="BCCDDD"/>
            </a:solidFill>
            <a:ln>
              <a:noFill/>
            </a:ln>
          </p:spPr>
        </p:sp>
        <p:sp>
          <p:nvSpPr>
            <p:cNvPr id="12465" name="Heatmap cell r47 c114"/>
            <p:cNvSpPr/>
            <p:nvPr/>
          </p:nvSpPr>
          <p:spPr>
            <a:xfrm>
              <a:off x="2075696" y="1259433"/>
              <a:ext cx="19034" cy="26609"/>
            </a:xfrm>
            <a:prstGeom prst="rect">
              <a:avLst/>
            </a:prstGeom>
            <a:solidFill>
              <a:srgbClr val="EAEEF4"/>
            </a:solidFill>
            <a:ln>
              <a:noFill/>
            </a:ln>
          </p:spPr>
        </p:sp>
        <p:sp>
          <p:nvSpPr>
            <p:cNvPr id="12466" name="Heatmap cell r47 c115"/>
            <p:cNvSpPr/>
            <p:nvPr/>
          </p:nvSpPr>
          <p:spPr>
            <a:xfrm>
              <a:off x="2094635" y="1259433"/>
              <a:ext cx="19034" cy="26609"/>
            </a:xfrm>
            <a:prstGeom prst="rect">
              <a:avLst/>
            </a:prstGeom>
            <a:solidFill>
              <a:srgbClr val="6187AC"/>
            </a:solidFill>
            <a:ln>
              <a:noFill/>
            </a:ln>
          </p:spPr>
        </p:sp>
        <p:sp>
          <p:nvSpPr>
            <p:cNvPr id="12467" name="Heatmap cell r47 c116"/>
            <p:cNvSpPr/>
            <p:nvPr/>
          </p:nvSpPr>
          <p:spPr>
            <a:xfrm>
              <a:off x="2113574" y="1259433"/>
              <a:ext cx="17140" cy="26609"/>
            </a:xfrm>
            <a:prstGeom prst="rect">
              <a:avLst/>
            </a:prstGeom>
            <a:solidFill>
              <a:srgbClr val="E9959D"/>
            </a:solidFill>
            <a:ln>
              <a:noFill/>
            </a:ln>
          </p:spPr>
        </p:sp>
        <p:sp>
          <p:nvSpPr>
            <p:cNvPr id="12468" name="Heatmap cell r47 c117"/>
            <p:cNvSpPr/>
            <p:nvPr/>
          </p:nvSpPr>
          <p:spPr>
            <a:xfrm>
              <a:off x="2130619" y="1259433"/>
              <a:ext cx="19034" cy="26609"/>
            </a:xfrm>
            <a:prstGeom prst="rect">
              <a:avLst/>
            </a:prstGeom>
            <a:solidFill>
              <a:srgbClr val="EFB9BE"/>
            </a:solidFill>
            <a:ln>
              <a:noFill/>
            </a:ln>
          </p:spPr>
        </p:sp>
        <p:sp>
          <p:nvSpPr>
            <p:cNvPr id="12469" name="Heatmap cell r47 c118"/>
            <p:cNvSpPr/>
            <p:nvPr/>
          </p:nvSpPr>
          <p:spPr>
            <a:xfrm>
              <a:off x="2149558" y="1259433"/>
              <a:ext cx="17140" cy="26609"/>
            </a:xfrm>
            <a:prstGeom prst="rect">
              <a:avLst/>
            </a:prstGeom>
            <a:solidFill>
              <a:srgbClr val="B4C5D6"/>
            </a:solidFill>
            <a:ln>
              <a:noFill/>
            </a:ln>
          </p:spPr>
        </p:sp>
        <p:sp>
          <p:nvSpPr>
            <p:cNvPr id="12470" name="Heatmap cell r47 c119"/>
            <p:cNvSpPr/>
            <p:nvPr/>
          </p:nvSpPr>
          <p:spPr>
            <a:xfrm>
              <a:off x="2166603" y="1259433"/>
              <a:ext cx="19034" cy="26609"/>
            </a:xfrm>
            <a:prstGeom prst="rect">
              <a:avLst/>
            </a:prstGeom>
            <a:solidFill>
              <a:srgbClr val="6C90B1"/>
            </a:solidFill>
            <a:ln>
              <a:noFill/>
            </a:ln>
          </p:spPr>
        </p:sp>
        <p:sp>
          <p:nvSpPr>
            <p:cNvPr id="12471" name="Heatmap cell r47 c120"/>
            <p:cNvSpPr/>
            <p:nvPr/>
          </p:nvSpPr>
          <p:spPr>
            <a:xfrm>
              <a:off x="2185542" y="1259433"/>
              <a:ext cx="17140" cy="26609"/>
            </a:xfrm>
            <a:prstGeom prst="rect">
              <a:avLst/>
            </a:prstGeom>
            <a:solidFill>
              <a:srgbClr val="F0F4F7"/>
            </a:solidFill>
            <a:ln>
              <a:noFill/>
            </a:ln>
          </p:spPr>
        </p:sp>
        <p:sp>
          <p:nvSpPr>
            <p:cNvPr id="12472" name="Heatmap cell r47 c121"/>
            <p:cNvSpPr/>
            <p:nvPr/>
          </p:nvSpPr>
          <p:spPr>
            <a:xfrm>
              <a:off x="2202586" y="1259433"/>
              <a:ext cx="19034" cy="26609"/>
            </a:xfrm>
            <a:prstGeom prst="rect">
              <a:avLst/>
            </a:prstGeom>
            <a:solidFill>
              <a:srgbClr val="C6D4E1"/>
            </a:solidFill>
            <a:ln>
              <a:noFill/>
            </a:ln>
          </p:spPr>
        </p:sp>
        <p:sp>
          <p:nvSpPr>
            <p:cNvPr id="12473" name="Heatmap cell r47 c122"/>
            <p:cNvSpPr/>
            <p:nvPr/>
          </p:nvSpPr>
          <p:spPr>
            <a:xfrm>
              <a:off x="2221525" y="1259433"/>
              <a:ext cx="17140" cy="26609"/>
            </a:xfrm>
            <a:prstGeom prst="rect">
              <a:avLst/>
            </a:prstGeom>
            <a:solidFill>
              <a:srgbClr val="BDCEDD"/>
            </a:solidFill>
            <a:ln>
              <a:noFill/>
            </a:ln>
          </p:spPr>
        </p:sp>
        <p:sp>
          <p:nvSpPr>
            <p:cNvPr id="12474" name="Heatmap cell r47 c123"/>
            <p:cNvSpPr/>
            <p:nvPr/>
          </p:nvSpPr>
          <p:spPr>
            <a:xfrm>
              <a:off x="2238570" y="1259433"/>
              <a:ext cx="19034" cy="26609"/>
            </a:xfrm>
            <a:prstGeom prst="rect">
              <a:avLst/>
            </a:prstGeom>
            <a:solidFill>
              <a:srgbClr val="D5DFEA"/>
            </a:solidFill>
            <a:ln>
              <a:noFill/>
            </a:ln>
          </p:spPr>
        </p:sp>
        <p:sp>
          <p:nvSpPr>
            <p:cNvPr id="12475" name="Heatmap cell r47 c124"/>
            <p:cNvSpPr/>
            <p:nvPr/>
          </p:nvSpPr>
          <p:spPr>
            <a:xfrm>
              <a:off x="2257509" y="1259433"/>
              <a:ext cx="17140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12476" name="Heatmap cell r47 c125"/>
            <p:cNvSpPr/>
            <p:nvPr/>
          </p:nvSpPr>
          <p:spPr>
            <a:xfrm>
              <a:off x="2274554" y="1259433"/>
              <a:ext cx="19034" cy="26609"/>
            </a:xfrm>
            <a:prstGeom prst="rect">
              <a:avLst/>
            </a:prstGeom>
            <a:solidFill>
              <a:srgbClr val="A0B7CE"/>
            </a:solidFill>
            <a:ln>
              <a:noFill/>
            </a:ln>
          </p:spPr>
        </p:sp>
        <p:sp>
          <p:nvSpPr>
            <p:cNvPr id="12477" name="Heatmap cell r47 c126"/>
            <p:cNvSpPr/>
            <p:nvPr/>
          </p:nvSpPr>
          <p:spPr>
            <a:xfrm>
              <a:off x="2293493" y="1259433"/>
              <a:ext cx="17140" cy="26609"/>
            </a:xfrm>
            <a:prstGeom prst="rect">
              <a:avLst/>
            </a:prstGeom>
            <a:solidFill>
              <a:srgbClr val="CAD6E3"/>
            </a:solidFill>
            <a:ln>
              <a:noFill/>
            </a:ln>
          </p:spPr>
        </p:sp>
        <p:sp>
          <p:nvSpPr>
            <p:cNvPr id="12478" name="Heatmap cell r47 c127"/>
            <p:cNvSpPr/>
            <p:nvPr/>
          </p:nvSpPr>
          <p:spPr>
            <a:xfrm>
              <a:off x="2310538" y="1259433"/>
              <a:ext cx="19034" cy="26609"/>
            </a:xfrm>
            <a:prstGeom prst="rect">
              <a:avLst/>
            </a:prstGeom>
            <a:solidFill>
              <a:srgbClr val="E3EAF0"/>
            </a:solidFill>
            <a:ln>
              <a:noFill/>
            </a:ln>
          </p:spPr>
        </p:sp>
        <p:sp>
          <p:nvSpPr>
            <p:cNvPr id="12479" name="Heatmap cell r47 c128"/>
            <p:cNvSpPr/>
            <p:nvPr/>
          </p:nvSpPr>
          <p:spPr>
            <a:xfrm>
              <a:off x="2329477" y="1259433"/>
              <a:ext cx="19034" cy="26609"/>
            </a:xfrm>
            <a:prstGeom prst="rect">
              <a:avLst/>
            </a:prstGeom>
            <a:solidFill>
              <a:srgbClr val="95AEC6"/>
            </a:solidFill>
            <a:ln>
              <a:noFill/>
            </a:ln>
          </p:spPr>
        </p:sp>
        <p:sp>
          <p:nvSpPr>
            <p:cNvPr id="12480" name="Heatmap cell r47 c129"/>
            <p:cNvSpPr/>
            <p:nvPr/>
          </p:nvSpPr>
          <p:spPr>
            <a:xfrm>
              <a:off x="2348416" y="1259433"/>
              <a:ext cx="17140" cy="26609"/>
            </a:xfrm>
            <a:prstGeom prst="rect">
              <a:avLst/>
            </a:prstGeom>
            <a:solidFill>
              <a:srgbClr val="F6D4D7"/>
            </a:solidFill>
            <a:ln>
              <a:noFill/>
            </a:ln>
          </p:spPr>
        </p:sp>
        <p:sp>
          <p:nvSpPr>
            <p:cNvPr id="12481" name="Heatmap cell r47 c130"/>
            <p:cNvSpPr/>
            <p:nvPr/>
          </p:nvSpPr>
          <p:spPr>
            <a:xfrm>
              <a:off x="2365460" y="1259433"/>
              <a:ext cx="19034" cy="26609"/>
            </a:xfrm>
            <a:prstGeom prst="rect">
              <a:avLst/>
            </a:prstGeom>
            <a:solidFill>
              <a:srgbClr val="FBF1F3"/>
            </a:solidFill>
            <a:ln>
              <a:noFill/>
            </a:ln>
          </p:spPr>
        </p:sp>
        <p:sp>
          <p:nvSpPr>
            <p:cNvPr id="12482" name="Heatmap cell r47 c131"/>
            <p:cNvSpPr/>
            <p:nvPr/>
          </p:nvSpPr>
          <p:spPr>
            <a:xfrm>
              <a:off x="2384399" y="1259433"/>
              <a:ext cx="17140" cy="26609"/>
            </a:xfrm>
            <a:prstGeom prst="rect">
              <a:avLst/>
            </a:prstGeom>
            <a:solidFill>
              <a:srgbClr val="FCF6F6"/>
            </a:solidFill>
            <a:ln>
              <a:noFill/>
            </a:ln>
          </p:spPr>
        </p:sp>
        <p:sp>
          <p:nvSpPr>
            <p:cNvPr id="12483" name="Heatmap cell r47 c132"/>
            <p:cNvSpPr/>
            <p:nvPr/>
          </p:nvSpPr>
          <p:spPr>
            <a:xfrm>
              <a:off x="2401444" y="1259433"/>
              <a:ext cx="19034" cy="26609"/>
            </a:xfrm>
            <a:prstGeom prst="rect">
              <a:avLst/>
            </a:prstGeom>
            <a:solidFill>
              <a:srgbClr val="D4DFE9"/>
            </a:solidFill>
            <a:ln>
              <a:noFill/>
            </a:ln>
          </p:spPr>
        </p:sp>
        <p:sp>
          <p:nvSpPr>
            <p:cNvPr id="12484" name="Heatmap cell r47 c133"/>
            <p:cNvSpPr/>
            <p:nvPr/>
          </p:nvSpPr>
          <p:spPr>
            <a:xfrm>
              <a:off x="2420383" y="1259433"/>
              <a:ext cx="17140" cy="26609"/>
            </a:xfrm>
            <a:prstGeom prst="rect">
              <a:avLst/>
            </a:prstGeom>
            <a:solidFill>
              <a:srgbClr val="799AB8"/>
            </a:solidFill>
            <a:ln>
              <a:noFill/>
            </a:ln>
          </p:spPr>
        </p:sp>
        <p:sp>
          <p:nvSpPr>
            <p:cNvPr id="12485" name="Heatmap cell r47 c134"/>
            <p:cNvSpPr/>
            <p:nvPr/>
          </p:nvSpPr>
          <p:spPr>
            <a:xfrm>
              <a:off x="2437428" y="1259433"/>
              <a:ext cx="19034" cy="26609"/>
            </a:xfrm>
            <a:prstGeom prst="rect">
              <a:avLst/>
            </a:prstGeom>
            <a:solidFill>
              <a:srgbClr val="D2DDE7"/>
            </a:solidFill>
            <a:ln>
              <a:noFill/>
            </a:ln>
          </p:spPr>
        </p:sp>
        <p:sp>
          <p:nvSpPr>
            <p:cNvPr id="12486" name="Heatmap cell r47 c135"/>
            <p:cNvSpPr/>
            <p:nvPr/>
          </p:nvSpPr>
          <p:spPr>
            <a:xfrm>
              <a:off x="2456367" y="1259433"/>
              <a:ext cx="17140" cy="26609"/>
            </a:xfrm>
            <a:prstGeom prst="rect">
              <a:avLst/>
            </a:prstGeom>
            <a:solidFill>
              <a:srgbClr val="FBF1F3"/>
            </a:solidFill>
            <a:ln>
              <a:noFill/>
            </a:ln>
          </p:spPr>
        </p:sp>
        <p:sp>
          <p:nvSpPr>
            <p:cNvPr id="12487" name="Heatmap cell r47 c136"/>
            <p:cNvSpPr/>
            <p:nvPr/>
          </p:nvSpPr>
          <p:spPr>
            <a:xfrm>
              <a:off x="2473412" y="1259433"/>
              <a:ext cx="19034" cy="26609"/>
            </a:xfrm>
            <a:prstGeom prst="rect">
              <a:avLst/>
            </a:prstGeom>
            <a:solidFill>
              <a:srgbClr val="FBF1F3"/>
            </a:solidFill>
            <a:ln>
              <a:noFill/>
            </a:ln>
          </p:spPr>
        </p:sp>
        <p:sp>
          <p:nvSpPr>
            <p:cNvPr id="12488" name="Heatmap cell r47 c137"/>
            <p:cNvSpPr/>
            <p:nvPr/>
          </p:nvSpPr>
          <p:spPr>
            <a:xfrm>
              <a:off x="2492351" y="1259433"/>
              <a:ext cx="17140" cy="26609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12489" name="Heatmap cell r47 c138"/>
            <p:cNvSpPr/>
            <p:nvPr/>
          </p:nvSpPr>
          <p:spPr>
            <a:xfrm>
              <a:off x="2509396" y="1259433"/>
              <a:ext cx="19034" cy="26609"/>
            </a:xfrm>
            <a:prstGeom prst="rect">
              <a:avLst/>
            </a:prstGeom>
            <a:solidFill>
              <a:srgbClr val="A9BCD2"/>
            </a:solidFill>
            <a:ln>
              <a:noFill/>
            </a:ln>
          </p:spPr>
        </p:sp>
        <p:sp>
          <p:nvSpPr>
            <p:cNvPr id="12490" name="Heatmap cell r47 c139"/>
            <p:cNvSpPr/>
            <p:nvPr/>
          </p:nvSpPr>
          <p:spPr>
            <a:xfrm>
              <a:off x="2528334" y="1259433"/>
              <a:ext cx="17140" cy="26609"/>
            </a:xfrm>
            <a:prstGeom prst="rect">
              <a:avLst/>
            </a:prstGeom>
            <a:solidFill>
              <a:srgbClr val="9DB5CC"/>
            </a:solidFill>
            <a:ln>
              <a:noFill/>
            </a:ln>
          </p:spPr>
        </p:sp>
        <p:sp>
          <p:nvSpPr>
            <p:cNvPr id="12491" name="Heatmap cell r47 c140"/>
            <p:cNvSpPr/>
            <p:nvPr/>
          </p:nvSpPr>
          <p:spPr>
            <a:xfrm>
              <a:off x="2545379" y="1259433"/>
              <a:ext cx="19034" cy="26609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12492" name="Heatmap cell r47 c141"/>
            <p:cNvSpPr/>
            <p:nvPr/>
          </p:nvSpPr>
          <p:spPr>
            <a:xfrm>
              <a:off x="2564318" y="1259433"/>
              <a:ext cx="19034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12493" name="Heatmap cell r47 c142"/>
            <p:cNvSpPr/>
            <p:nvPr/>
          </p:nvSpPr>
          <p:spPr>
            <a:xfrm>
              <a:off x="2583257" y="1259433"/>
              <a:ext cx="17140" cy="26609"/>
            </a:xfrm>
            <a:prstGeom prst="rect">
              <a:avLst/>
            </a:prstGeom>
            <a:solidFill>
              <a:srgbClr val="FBF0F1"/>
            </a:solidFill>
            <a:ln>
              <a:noFill/>
            </a:ln>
          </p:spPr>
        </p:sp>
        <p:sp>
          <p:nvSpPr>
            <p:cNvPr id="12494" name="Heatmap cell r47 c143"/>
            <p:cNvSpPr/>
            <p:nvPr/>
          </p:nvSpPr>
          <p:spPr>
            <a:xfrm>
              <a:off x="2600302" y="1259433"/>
              <a:ext cx="19034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12495" name="Heatmap cell r47 c144"/>
            <p:cNvSpPr/>
            <p:nvPr/>
          </p:nvSpPr>
          <p:spPr>
            <a:xfrm>
              <a:off x="2619241" y="1259433"/>
              <a:ext cx="17140" cy="26609"/>
            </a:xfrm>
            <a:prstGeom prst="rect">
              <a:avLst/>
            </a:prstGeom>
            <a:solidFill>
              <a:srgbClr val="F8E9EA"/>
            </a:solidFill>
            <a:ln>
              <a:noFill/>
            </a:ln>
          </p:spPr>
        </p:sp>
        <p:sp>
          <p:nvSpPr>
            <p:cNvPr id="12496" name="Heatmap cell r47 c145"/>
            <p:cNvSpPr/>
            <p:nvPr/>
          </p:nvSpPr>
          <p:spPr>
            <a:xfrm>
              <a:off x="2636286" y="1259433"/>
              <a:ext cx="19034" cy="26609"/>
            </a:xfrm>
            <a:prstGeom prst="rect">
              <a:avLst/>
            </a:prstGeom>
            <a:solidFill>
              <a:srgbClr val="BBCCDC"/>
            </a:solidFill>
            <a:ln>
              <a:noFill/>
            </a:ln>
          </p:spPr>
        </p:sp>
        <p:sp>
          <p:nvSpPr>
            <p:cNvPr id="12497" name="Heatmap cell r47 c146"/>
            <p:cNvSpPr/>
            <p:nvPr/>
          </p:nvSpPr>
          <p:spPr>
            <a:xfrm>
              <a:off x="2655225" y="1259433"/>
              <a:ext cx="17140" cy="26609"/>
            </a:xfrm>
            <a:prstGeom prst="rect">
              <a:avLst/>
            </a:prstGeom>
            <a:solidFill>
              <a:srgbClr val="B6C7D9"/>
            </a:solidFill>
            <a:ln>
              <a:noFill/>
            </a:ln>
          </p:spPr>
        </p:sp>
        <p:sp>
          <p:nvSpPr>
            <p:cNvPr id="12498" name="Heatmap cell r47 c147"/>
            <p:cNvSpPr/>
            <p:nvPr/>
          </p:nvSpPr>
          <p:spPr>
            <a:xfrm>
              <a:off x="2672270" y="1259433"/>
              <a:ext cx="19034" cy="26609"/>
            </a:xfrm>
            <a:prstGeom prst="rect">
              <a:avLst/>
            </a:prstGeom>
            <a:solidFill>
              <a:srgbClr val="EFB5BA"/>
            </a:solidFill>
            <a:ln>
              <a:noFill/>
            </a:ln>
          </p:spPr>
        </p:sp>
        <p:sp>
          <p:nvSpPr>
            <p:cNvPr id="12499" name="Heatmap cell r47 c148"/>
            <p:cNvSpPr/>
            <p:nvPr/>
          </p:nvSpPr>
          <p:spPr>
            <a:xfrm>
              <a:off x="2691208" y="1259433"/>
              <a:ext cx="17140" cy="26609"/>
            </a:xfrm>
            <a:prstGeom prst="rect">
              <a:avLst/>
            </a:prstGeom>
            <a:solidFill>
              <a:srgbClr val="C9D6E2"/>
            </a:solidFill>
            <a:ln>
              <a:noFill/>
            </a:ln>
          </p:spPr>
        </p:sp>
        <p:sp>
          <p:nvSpPr>
            <p:cNvPr id="12500" name="Heatmap cell r47 c150"/>
            <p:cNvSpPr/>
            <p:nvPr/>
          </p:nvSpPr>
          <p:spPr>
            <a:xfrm>
              <a:off x="2727192" y="1259433"/>
              <a:ext cx="17140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12501" name="Heatmap cell r47 c151"/>
            <p:cNvSpPr/>
            <p:nvPr/>
          </p:nvSpPr>
          <p:spPr>
            <a:xfrm>
              <a:off x="2744237" y="1259433"/>
              <a:ext cx="19034" cy="26609"/>
            </a:xfrm>
            <a:prstGeom prst="rect">
              <a:avLst/>
            </a:prstGeom>
            <a:solidFill>
              <a:srgbClr val="C31323"/>
            </a:solidFill>
            <a:ln>
              <a:noFill/>
            </a:ln>
          </p:spPr>
        </p:sp>
        <p:sp>
          <p:nvSpPr>
            <p:cNvPr id="12502" name="Heatmap cell r47 c153"/>
            <p:cNvSpPr/>
            <p:nvPr/>
          </p:nvSpPr>
          <p:spPr>
            <a:xfrm>
              <a:off x="2780221" y="1259433"/>
              <a:ext cx="19034" cy="26609"/>
            </a:xfrm>
            <a:prstGeom prst="rect">
              <a:avLst/>
            </a:prstGeom>
            <a:solidFill>
              <a:srgbClr val="DCE3EB"/>
            </a:solidFill>
            <a:ln>
              <a:noFill/>
            </a:ln>
          </p:spPr>
        </p:sp>
        <p:sp>
          <p:nvSpPr>
            <p:cNvPr id="12503" name="Heatmap cell r47 c154"/>
            <p:cNvSpPr/>
            <p:nvPr/>
          </p:nvSpPr>
          <p:spPr>
            <a:xfrm>
              <a:off x="2799160" y="1259433"/>
              <a:ext cx="17140" cy="26609"/>
            </a:xfrm>
            <a:prstGeom prst="rect">
              <a:avLst/>
            </a:prstGeom>
            <a:solidFill>
              <a:srgbClr val="EDAEB5"/>
            </a:solidFill>
            <a:ln>
              <a:noFill/>
            </a:ln>
          </p:spPr>
        </p:sp>
        <p:sp>
          <p:nvSpPr>
            <p:cNvPr id="12504" name="Heatmap cell r47 c155"/>
            <p:cNvSpPr/>
            <p:nvPr/>
          </p:nvSpPr>
          <p:spPr>
            <a:xfrm>
              <a:off x="2816205" y="1259433"/>
              <a:ext cx="19034" cy="26609"/>
            </a:xfrm>
            <a:prstGeom prst="rect">
              <a:avLst/>
            </a:prstGeom>
            <a:solidFill>
              <a:srgbClr val="9EB5CC"/>
            </a:solidFill>
            <a:ln>
              <a:noFill/>
            </a:ln>
          </p:spPr>
        </p:sp>
        <p:sp>
          <p:nvSpPr>
            <p:cNvPr id="12505" name="Heatmap cell r47 c156"/>
            <p:cNvSpPr/>
            <p:nvPr/>
          </p:nvSpPr>
          <p:spPr>
            <a:xfrm>
              <a:off x="2835144" y="1259433"/>
              <a:ext cx="19034" cy="26609"/>
            </a:xfrm>
            <a:prstGeom prst="rect">
              <a:avLst/>
            </a:prstGeom>
            <a:solidFill>
              <a:srgbClr val="D3DEE8"/>
            </a:solidFill>
            <a:ln>
              <a:noFill/>
            </a:ln>
          </p:spPr>
        </p:sp>
        <p:sp>
          <p:nvSpPr>
            <p:cNvPr id="12506" name="Heatmap cell r47 c157"/>
            <p:cNvSpPr/>
            <p:nvPr/>
          </p:nvSpPr>
          <p:spPr>
            <a:xfrm>
              <a:off x="2854082" y="1259433"/>
              <a:ext cx="17140" cy="26609"/>
            </a:xfrm>
            <a:prstGeom prst="rect">
              <a:avLst/>
            </a:prstGeom>
            <a:solidFill>
              <a:srgbClr val="C2D0DE"/>
            </a:solidFill>
            <a:ln>
              <a:noFill/>
            </a:ln>
          </p:spPr>
        </p:sp>
        <p:sp>
          <p:nvSpPr>
            <p:cNvPr id="12507" name="Heatmap cell r47 c158"/>
            <p:cNvSpPr/>
            <p:nvPr/>
          </p:nvSpPr>
          <p:spPr>
            <a:xfrm>
              <a:off x="2871127" y="1259433"/>
              <a:ext cx="19034" cy="26609"/>
            </a:xfrm>
            <a:prstGeom prst="rect">
              <a:avLst/>
            </a:prstGeom>
            <a:solidFill>
              <a:srgbClr val="8FAAC5"/>
            </a:solidFill>
            <a:ln>
              <a:noFill/>
            </a:ln>
          </p:spPr>
        </p:sp>
        <p:sp>
          <p:nvSpPr>
            <p:cNvPr id="12508" name="Heatmap cell r47 c160"/>
            <p:cNvSpPr/>
            <p:nvPr/>
          </p:nvSpPr>
          <p:spPr>
            <a:xfrm>
              <a:off x="2907111" y="1259433"/>
              <a:ext cx="19034" cy="26609"/>
            </a:xfrm>
            <a:prstGeom prst="rect">
              <a:avLst/>
            </a:prstGeom>
            <a:solidFill>
              <a:srgbClr val="C5D2DF"/>
            </a:solidFill>
            <a:ln>
              <a:noFill/>
            </a:ln>
          </p:spPr>
        </p:sp>
        <p:sp>
          <p:nvSpPr>
            <p:cNvPr id="12509" name="Heatmap cell r47 c161"/>
            <p:cNvSpPr/>
            <p:nvPr/>
          </p:nvSpPr>
          <p:spPr>
            <a:xfrm>
              <a:off x="2926050" y="1259433"/>
              <a:ext cx="17140" cy="26609"/>
            </a:xfrm>
            <a:prstGeom prst="rect">
              <a:avLst/>
            </a:prstGeom>
            <a:solidFill>
              <a:srgbClr val="F6D6DA"/>
            </a:solidFill>
            <a:ln>
              <a:noFill/>
            </a:ln>
          </p:spPr>
        </p:sp>
        <p:sp>
          <p:nvSpPr>
            <p:cNvPr id="12510" name="Heatmap cell r47 c162"/>
            <p:cNvSpPr/>
            <p:nvPr/>
          </p:nvSpPr>
          <p:spPr>
            <a:xfrm>
              <a:off x="2943095" y="1259433"/>
              <a:ext cx="19034" cy="26609"/>
            </a:xfrm>
            <a:prstGeom prst="rect">
              <a:avLst/>
            </a:prstGeom>
            <a:solidFill>
              <a:srgbClr val="F8DEE0"/>
            </a:solidFill>
            <a:ln>
              <a:noFill/>
            </a:ln>
          </p:spPr>
        </p:sp>
        <p:sp>
          <p:nvSpPr>
            <p:cNvPr id="12511" name="Heatmap cell r47 c163"/>
            <p:cNvSpPr/>
            <p:nvPr/>
          </p:nvSpPr>
          <p:spPr>
            <a:xfrm>
              <a:off x="2962034" y="1259433"/>
              <a:ext cx="17140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12512" name="Heatmap cell r47 c164"/>
            <p:cNvSpPr/>
            <p:nvPr/>
          </p:nvSpPr>
          <p:spPr>
            <a:xfrm>
              <a:off x="2979079" y="1259433"/>
              <a:ext cx="19034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12513" name="Heatmap cell r47 c165"/>
            <p:cNvSpPr/>
            <p:nvPr/>
          </p:nvSpPr>
          <p:spPr>
            <a:xfrm>
              <a:off x="2998018" y="1259433"/>
              <a:ext cx="17140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12514" name="Heatmap cell r47 c166"/>
            <p:cNvSpPr/>
            <p:nvPr/>
          </p:nvSpPr>
          <p:spPr>
            <a:xfrm>
              <a:off x="3015062" y="1259433"/>
              <a:ext cx="19034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12515" name="Heatmap cell r47 c167"/>
            <p:cNvSpPr/>
            <p:nvPr/>
          </p:nvSpPr>
          <p:spPr>
            <a:xfrm>
              <a:off x="3034001" y="1259433"/>
              <a:ext cx="17140" cy="26609"/>
            </a:xfrm>
            <a:prstGeom prst="rect">
              <a:avLst/>
            </a:prstGeom>
            <a:solidFill>
              <a:srgbClr val="FCF8F9"/>
            </a:solidFill>
            <a:ln>
              <a:noFill/>
            </a:ln>
          </p:spPr>
        </p:sp>
        <p:sp>
          <p:nvSpPr>
            <p:cNvPr id="12516" name="Heatmap cell r47 c168"/>
            <p:cNvSpPr/>
            <p:nvPr/>
          </p:nvSpPr>
          <p:spPr>
            <a:xfrm>
              <a:off x="3051046" y="1259433"/>
              <a:ext cx="19034" cy="26609"/>
            </a:xfrm>
            <a:prstGeom prst="rect">
              <a:avLst/>
            </a:prstGeom>
            <a:solidFill>
              <a:srgbClr val="F0F5F8"/>
            </a:solidFill>
            <a:ln>
              <a:noFill/>
            </a:ln>
          </p:spPr>
        </p:sp>
        <p:sp>
          <p:nvSpPr>
            <p:cNvPr id="12517" name="Heatmap cell r47 c169"/>
            <p:cNvSpPr/>
            <p:nvPr/>
          </p:nvSpPr>
          <p:spPr>
            <a:xfrm>
              <a:off x="3069985" y="1259433"/>
              <a:ext cx="19034" cy="26609"/>
            </a:xfrm>
            <a:prstGeom prst="rect">
              <a:avLst/>
            </a:prstGeom>
            <a:solidFill>
              <a:srgbClr val="FBF0F1"/>
            </a:solidFill>
            <a:ln>
              <a:noFill/>
            </a:ln>
          </p:spPr>
        </p:sp>
        <p:sp>
          <p:nvSpPr>
            <p:cNvPr id="12518" name="Heatmap cell r47 c170"/>
            <p:cNvSpPr/>
            <p:nvPr/>
          </p:nvSpPr>
          <p:spPr>
            <a:xfrm>
              <a:off x="3088924" y="1259433"/>
              <a:ext cx="17140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12519" name="Heatmap cell r47 c171"/>
            <p:cNvSpPr/>
            <p:nvPr/>
          </p:nvSpPr>
          <p:spPr>
            <a:xfrm>
              <a:off x="3105969" y="1259433"/>
              <a:ext cx="19034" cy="26609"/>
            </a:xfrm>
            <a:prstGeom prst="rect">
              <a:avLst/>
            </a:prstGeom>
            <a:solidFill>
              <a:srgbClr val="FBF1F3"/>
            </a:solidFill>
            <a:ln>
              <a:noFill/>
            </a:ln>
          </p:spPr>
        </p:sp>
        <p:sp>
          <p:nvSpPr>
            <p:cNvPr id="12520" name="Heatmap cell r47 c172"/>
            <p:cNvSpPr/>
            <p:nvPr/>
          </p:nvSpPr>
          <p:spPr>
            <a:xfrm>
              <a:off x="3124908" y="1259433"/>
              <a:ext cx="17140" cy="26609"/>
            </a:xfrm>
            <a:prstGeom prst="rect">
              <a:avLst/>
            </a:prstGeom>
            <a:solidFill>
              <a:srgbClr val="DCE3EB"/>
            </a:solidFill>
            <a:ln>
              <a:noFill/>
            </a:ln>
          </p:spPr>
        </p:sp>
        <p:sp>
          <p:nvSpPr>
            <p:cNvPr id="12521" name="Heatmap cell r47 c173"/>
            <p:cNvSpPr/>
            <p:nvPr/>
          </p:nvSpPr>
          <p:spPr>
            <a:xfrm>
              <a:off x="3141953" y="1259433"/>
              <a:ext cx="19034" cy="26609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12522" name="Heatmap cell r47 c174"/>
            <p:cNvSpPr/>
            <p:nvPr/>
          </p:nvSpPr>
          <p:spPr>
            <a:xfrm>
              <a:off x="3160892" y="1259433"/>
              <a:ext cx="17140" cy="26609"/>
            </a:xfrm>
            <a:prstGeom prst="rect">
              <a:avLst/>
            </a:prstGeom>
            <a:solidFill>
              <a:srgbClr val="E1757E"/>
            </a:solidFill>
            <a:ln>
              <a:noFill/>
            </a:ln>
          </p:spPr>
        </p:sp>
        <p:sp>
          <p:nvSpPr>
            <p:cNvPr id="12523" name="Heatmap cell r47 c175"/>
            <p:cNvSpPr/>
            <p:nvPr/>
          </p:nvSpPr>
          <p:spPr>
            <a:xfrm>
              <a:off x="3177936" y="1259433"/>
              <a:ext cx="19034" cy="26609"/>
            </a:xfrm>
            <a:prstGeom prst="rect">
              <a:avLst/>
            </a:prstGeom>
            <a:solidFill>
              <a:srgbClr val="FBF1F3"/>
            </a:solidFill>
            <a:ln>
              <a:noFill/>
            </a:ln>
          </p:spPr>
        </p:sp>
        <p:sp>
          <p:nvSpPr>
            <p:cNvPr id="12524" name="Heatmap cell r47 c176"/>
            <p:cNvSpPr/>
            <p:nvPr/>
          </p:nvSpPr>
          <p:spPr>
            <a:xfrm>
              <a:off x="3196875" y="1259433"/>
              <a:ext cx="17140" cy="26609"/>
            </a:xfrm>
            <a:prstGeom prst="rect">
              <a:avLst/>
            </a:prstGeom>
            <a:solidFill>
              <a:srgbClr val="EFB8BC"/>
            </a:solidFill>
            <a:ln>
              <a:noFill/>
            </a:ln>
          </p:spPr>
        </p:sp>
        <p:sp>
          <p:nvSpPr>
            <p:cNvPr id="12525" name="Heatmap cell r47 c177"/>
            <p:cNvSpPr/>
            <p:nvPr/>
          </p:nvSpPr>
          <p:spPr>
            <a:xfrm>
              <a:off x="3213920" y="1259433"/>
              <a:ext cx="19034" cy="26609"/>
            </a:xfrm>
            <a:prstGeom prst="rect">
              <a:avLst/>
            </a:prstGeom>
            <a:solidFill>
              <a:srgbClr val="F4CCD1"/>
            </a:solidFill>
            <a:ln>
              <a:noFill/>
            </a:ln>
          </p:spPr>
        </p:sp>
        <p:sp>
          <p:nvSpPr>
            <p:cNvPr id="12526" name="Heatmap cell r47 c178"/>
            <p:cNvSpPr/>
            <p:nvPr/>
          </p:nvSpPr>
          <p:spPr>
            <a:xfrm>
              <a:off x="3232859" y="1259433"/>
              <a:ext cx="17140" cy="26609"/>
            </a:xfrm>
            <a:prstGeom prst="rect">
              <a:avLst/>
            </a:prstGeom>
            <a:solidFill>
              <a:srgbClr val="FAECEC"/>
            </a:solidFill>
            <a:ln>
              <a:noFill/>
            </a:ln>
          </p:spPr>
        </p:sp>
        <p:sp>
          <p:nvSpPr>
            <p:cNvPr id="12527" name="Heatmap cell r47 c179"/>
            <p:cNvSpPr/>
            <p:nvPr/>
          </p:nvSpPr>
          <p:spPr>
            <a:xfrm>
              <a:off x="3249904" y="1259433"/>
              <a:ext cx="19034" cy="26609"/>
            </a:xfrm>
            <a:prstGeom prst="rect">
              <a:avLst/>
            </a:prstGeom>
            <a:solidFill>
              <a:srgbClr val="F1F5F8"/>
            </a:solidFill>
            <a:ln>
              <a:noFill/>
            </a:ln>
          </p:spPr>
        </p:sp>
        <p:sp>
          <p:nvSpPr>
            <p:cNvPr id="12528" name="Heatmap cell r47 c180"/>
            <p:cNvSpPr/>
            <p:nvPr/>
          </p:nvSpPr>
          <p:spPr>
            <a:xfrm>
              <a:off x="3268843" y="1259433"/>
              <a:ext cx="17140" cy="26609"/>
            </a:xfrm>
            <a:prstGeom prst="rect">
              <a:avLst/>
            </a:prstGeom>
            <a:solidFill>
              <a:srgbClr val="ECAAAF"/>
            </a:solidFill>
            <a:ln>
              <a:noFill/>
            </a:ln>
          </p:spPr>
        </p:sp>
        <p:sp>
          <p:nvSpPr>
            <p:cNvPr id="12529" name="Heatmap cell r47 c181"/>
            <p:cNvSpPr/>
            <p:nvPr/>
          </p:nvSpPr>
          <p:spPr>
            <a:xfrm>
              <a:off x="3285888" y="1259433"/>
              <a:ext cx="19034" cy="26609"/>
            </a:xfrm>
            <a:prstGeom prst="rect">
              <a:avLst/>
            </a:prstGeom>
            <a:solidFill>
              <a:srgbClr val="E27883"/>
            </a:solidFill>
            <a:ln>
              <a:noFill/>
            </a:ln>
          </p:spPr>
        </p:sp>
        <p:sp>
          <p:nvSpPr>
            <p:cNvPr id="12530" name="Heatmap cell r47 c182"/>
            <p:cNvSpPr/>
            <p:nvPr/>
          </p:nvSpPr>
          <p:spPr>
            <a:xfrm>
              <a:off x="3304827" y="1259433"/>
              <a:ext cx="19034" cy="26609"/>
            </a:xfrm>
            <a:prstGeom prst="rect">
              <a:avLst/>
            </a:prstGeom>
            <a:solidFill>
              <a:srgbClr val="EBEFF5"/>
            </a:solidFill>
            <a:ln>
              <a:noFill/>
            </a:ln>
          </p:spPr>
        </p:sp>
        <p:sp>
          <p:nvSpPr>
            <p:cNvPr id="12531" name="Heatmap cell r47 c183"/>
            <p:cNvSpPr/>
            <p:nvPr/>
          </p:nvSpPr>
          <p:spPr>
            <a:xfrm>
              <a:off x="3323765" y="1259433"/>
              <a:ext cx="17140" cy="26609"/>
            </a:xfrm>
            <a:prstGeom prst="rect">
              <a:avLst/>
            </a:prstGeom>
            <a:solidFill>
              <a:srgbClr val="DBE3EB"/>
            </a:solidFill>
            <a:ln>
              <a:noFill/>
            </a:ln>
          </p:spPr>
        </p:sp>
        <p:sp>
          <p:nvSpPr>
            <p:cNvPr id="12532" name="Heatmap cell r47 c184"/>
            <p:cNvSpPr/>
            <p:nvPr/>
          </p:nvSpPr>
          <p:spPr>
            <a:xfrm>
              <a:off x="3340810" y="1259433"/>
              <a:ext cx="19034" cy="26609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12533" name="Heatmap cell r47 c185"/>
            <p:cNvSpPr/>
            <p:nvPr/>
          </p:nvSpPr>
          <p:spPr>
            <a:xfrm>
              <a:off x="3359749" y="1259433"/>
              <a:ext cx="17140" cy="26609"/>
            </a:xfrm>
            <a:prstGeom prst="rect">
              <a:avLst/>
            </a:prstGeom>
            <a:solidFill>
              <a:srgbClr val="FAECEC"/>
            </a:solidFill>
            <a:ln>
              <a:noFill/>
            </a:ln>
          </p:spPr>
        </p:sp>
        <p:sp>
          <p:nvSpPr>
            <p:cNvPr id="12534" name="Heatmap cell r47 c186"/>
            <p:cNvSpPr/>
            <p:nvPr/>
          </p:nvSpPr>
          <p:spPr>
            <a:xfrm>
              <a:off x="3376794" y="1259433"/>
              <a:ext cx="19034" cy="26609"/>
            </a:xfrm>
            <a:prstGeom prst="rect">
              <a:avLst/>
            </a:prstGeom>
            <a:solidFill>
              <a:srgbClr val="F7DCDF"/>
            </a:solidFill>
            <a:ln>
              <a:noFill/>
            </a:ln>
          </p:spPr>
        </p:sp>
        <p:sp>
          <p:nvSpPr>
            <p:cNvPr id="12535" name="Heatmap cell r47 c187"/>
            <p:cNvSpPr/>
            <p:nvPr/>
          </p:nvSpPr>
          <p:spPr>
            <a:xfrm>
              <a:off x="3395733" y="1259433"/>
              <a:ext cx="17140" cy="26609"/>
            </a:xfrm>
            <a:prstGeom prst="rect">
              <a:avLst/>
            </a:prstGeom>
            <a:solidFill>
              <a:srgbClr val="FBF1F3"/>
            </a:solidFill>
            <a:ln>
              <a:noFill/>
            </a:ln>
          </p:spPr>
        </p:sp>
        <p:sp>
          <p:nvSpPr>
            <p:cNvPr id="12536" name="Heatmap cell r47 c189"/>
            <p:cNvSpPr/>
            <p:nvPr/>
          </p:nvSpPr>
          <p:spPr>
            <a:xfrm>
              <a:off x="3431717" y="1259433"/>
              <a:ext cx="17140" cy="26609"/>
            </a:xfrm>
            <a:prstGeom prst="rect">
              <a:avLst/>
            </a:prstGeom>
            <a:solidFill>
              <a:srgbClr val="E1E9EF"/>
            </a:solidFill>
            <a:ln>
              <a:noFill/>
            </a:ln>
          </p:spPr>
        </p:sp>
        <p:sp>
          <p:nvSpPr>
            <p:cNvPr id="12537" name="Heatmap cell r47 c190"/>
            <p:cNvSpPr/>
            <p:nvPr/>
          </p:nvSpPr>
          <p:spPr>
            <a:xfrm>
              <a:off x="3448762" y="1259433"/>
              <a:ext cx="19034" cy="26609"/>
            </a:xfrm>
            <a:prstGeom prst="rect">
              <a:avLst/>
            </a:prstGeom>
            <a:solidFill>
              <a:srgbClr val="F5CED2"/>
            </a:solidFill>
            <a:ln>
              <a:noFill/>
            </a:ln>
          </p:spPr>
        </p:sp>
        <p:sp>
          <p:nvSpPr>
            <p:cNvPr id="12538" name="Heatmap cell r47 c191"/>
            <p:cNvSpPr/>
            <p:nvPr/>
          </p:nvSpPr>
          <p:spPr>
            <a:xfrm>
              <a:off x="3467701" y="1259433"/>
              <a:ext cx="17140" cy="26609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12539" name="Heatmap cell r47 c192"/>
            <p:cNvSpPr/>
            <p:nvPr/>
          </p:nvSpPr>
          <p:spPr>
            <a:xfrm>
              <a:off x="3484746" y="1259433"/>
              <a:ext cx="19034" cy="26609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12540" name="Heatmap cell r47 c193"/>
            <p:cNvSpPr/>
            <p:nvPr/>
          </p:nvSpPr>
          <p:spPr>
            <a:xfrm>
              <a:off x="3503684" y="1259433"/>
              <a:ext cx="17140" cy="26609"/>
            </a:xfrm>
            <a:prstGeom prst="rect">
              <a:avLst/>
            </a:prstGeom>
            <a:solidFill>
              <a:srgbClr val="EA9DA3"/>
            </a:solidFill>
            <a:ln>
              <a:noFill/>
            </a:ln>
          </p:spPr>
        </p:sp>
        <p:sp>
          <p:nvSpPr>
            <p:cNvPr id="12541" name="Heatmap cell r47 c194"/>
            <p:cNvSpPr/>
            <p:nvPr/>
          </p:nvSpPr>
          <p:spPr>
            <a:xfrm>
              <a:off x="3520729" y="1259433"/>
              <a:ext cx="19034" cy="26609"/>
            </a:xfrm>
            <a:prstGeom prst="rect">
              <a:avLst/>
            </a:prstGeom>
            <a:solidFill>
              <a:srgbClr val="FBF5F5"/>
            </a:solidFill>
            <a:ln>
              <a:noFill/>
            </a:ln>
          </p:spPr>
        </p:sp>
        <p:sp>
          <p:nvSpPr>
            <p:cNvPr id="12542" name="Heatmap cell r47 c195"/>
            <p:cNvSpPr/>
            <p:nvPr/>
          </p:nvSpPr>
          <p:spPr>
            <a:xfrm>
              <a:off x="3539668" y="1259433"/>
              <a:ext cx="19034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12543" name="Heatmap cell r47 c196"/>
            <p:cNvSpPr/>
            <p:nvPr/>
          </p:nvSpPr>
          <p:spPr>
            <a:xfrm>
              <a:off x="3558607" y="1259433"/>
              <a:ext cx="17140" cy="26609"/>
            </a:xfrm>
            <a:prstGeom prst="rect">
              <a:avLst/>
            </a:prstGeom>
            <a:solidFill>
              <a:srgbClr val="EA9AA1"/>
            </a:solidFill>
            <a:ln>
              <a:noFill/>
            </a:ln>
          </p:spPr>
        </p:sp>
        <p:sp>
          <p:nvSpPr>
            <p:cNvPr id="12544" name="Heatmap cell r47 c197"/>
            <p:cNvSpPr/>
            <p:nvPr/>
          </p:nvSpPr>
          <p:spPr>
            <a:xfrm>
              <a:off x="3575652" y="1259433"/>
              <a:ext cx="19034" cy="26609"/>
            </a:xfrm>
            <a:prstGeom prst="rect">
              <a:avLst/>
            </a:prstGeom>
            <a:solidFill>
              <a:srgbClr val="E9EDF3"/>
            </a:solidFill>
            <a:ln>
              <a:noFill/>
            </a:ln>
          </p:spPr>
        </p:sp>
        <p:sp>
          <p:nvSpPr>
            <p:cNvPr id="12545" name="Heatmap cell r47 c198"/>
            <p:cNvSpPr/>
            <p:nvPr/>
          </p:nvSpPr>
          <p:spPr>
            <a:xfrm>
              <a:off x="3594591" y="1259433"/>
              <a:ext cx="17140" cy="26609"/>
            </a:xfrm>
            <a:prstGeom prst="rect">
              <a:avLst/>
            </a:prstGeom>
            <a:solidFill>
              <a:srgbClr val="E9EEF4"/>
            </a:solidFill>
            <a:ln>
              <a:noFill/>
            </a:ln>
          </p:spPr>
        </p:sp>
        <p:sp>
          <p:nvSpPr>
            <p:cNvPr id="12546" name="Heatmap cell r47 c199"/>
            <p:cNvSpPr/>
            <p:nvPr/>
          </p:nvSpPr>
          <p:spPr>
            <a:xfrm>
              <a:off x="3611636" y="1259433"/>
              <a:ext cx="19034" cy="26609"/>
            </a:xfrm>
            <a:prstGeom prst="rect">
              <a:avLst/>
            </a:prstGeom>
            <a:solidFill>
              <a:srgbClr val="E9EDF3"/>
            </a:solidFill>
            <a:ln>
              <a:noFill/>
            </a:ln>
          </p:spPr>
        </p:sp>
        <p:sp>
          <p:nvSpPr>
            <p:cNvPr id="12547" name="Heatmap cell r47 c200"/>
            <p:cNvSpPr/>
            <p:nvPr/>
          </p:nvSpPr>
          <p:spPr>
            <a:xfrm>
              <a:off x="3630575" y="1259433"/>
              <a:ext cx="17140" cy="26609"/>
            </a:xfrm>
            <a:prstGeom prst="rect">
              <a:avLst/>
            </a:prstGeom>
            <a:solidFill>
              <a:srgbClr val="E78993"/>
            </a:solidFill>
            <a:ln>
              <a:noFill/>
            </a:ln>
          </p:spPr>
        </p:sp>
        <p:sp>
          <p:nvSpPr>
            <p:cNvPr id="12548" name="Heatmap cell r47 c201"/>
            <p:cNvSpPr/>
            <p:nvPr/>
          </p:nvSpPr>
          <p:spPr>
            <a:xfrm>
              <a:off x="3647620" y="1259433"/>
              <a:ext cx="19034" cy="26609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12549" name="Heatmap cell r47 c202"/>
            <p:cNvSpPr/>
            <p:nvPr/>
          </p:nvSpPr>
          <p:spPr>
            <a:xfrm>
              <a:off x="3666558" y="1259433"/>
              <a:ext cx="17140" cy="26609"/>
            </a:xfrm>
            <a:prstGeom prst="rect">
              <a:avLst/>
            </a:prstGeom>
            <a:solidFill>
              <a:srgbClr val="DD5C68"/>
            </a:solidFill>
            <a:ln>
              <a:noFill/>
            </a:ln>
          </p:spPr>
        </p:sp>
        <p:sp>
          <p:nvSpPr>
            <p:cNvPr id="12550" name="Heatmap cell r47 c203"/>
            <p:cNvSpPr/>
            <p:nvPr/>
          </p:nvSpPr>
          <p:spPr>
            <a:xfrm>
              <a:off x="3683603" y="1259433"/>
              <a:ext cx="19034" cy="26609"/>
            </a:xfrm>
            <a:prstGeom prst="rect">
              <a:avLst/>
            </a:prstGeom>
            <a:solidFill>
              <a:srgbClr val="F3C5C8"/>
            </a:solidFill>
            <a:ln>
              <a:noFill/>
            </a:ln>
          </p:spPr>
        </p:sp>
        <p:sp>
          <p:nvSpPr>
            <p:cNvPr id="12551" name="Heatmap cell r47 c204"/>
            <p:cNvSpPr/>
            <p:nvPr/>
          </p:nvSpPr>
          <p:spPr>
            <a:xfrm>
              <a:off x="3702542" y="1259433"/>
              <a:ext cx="17140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12552" name="Heatmap cell r47 c205"/>
            <p:cNvSpPr/>
            <p:nvPr/>
          </p:nvSpPr>
          <p:spPr>
            <a:xfrm>
              <a:off x="3719587" y="1259433"/>
              <a:ext cx="19034" cy="26609"/>
            </a:xfrm>
            <a:prstGeom prst="rect">
              <a:avLst/>
            </a:prstGeom>
            <a:solidFill>
              <a:srgbClr val="DA4855"/>
            </a:solidFill>
            <a:ln>
              <a:noFill/>
            </a:ln>
          </p:spPr>
        </p:sp>
        <p:sp>
          <p:nvSpPr>
            <p:cNvPr id="12553" name="Heatmap cell r47 c206"/>
            <p:cNvSpPr/>
            <p:nvPr/>
          </p:nvSpPr>
          <p:spPr>
            <a:xfrm>
              <a:off x="3738526" y="1259433"/>
              <a:ext cx="17140" cy="26609"/>
            </a:xfrm>
            <a:prstGeom prst="rect">
              <a:avLst/>
            </a:prstGeom>
            <a:solidFill>
              <a:srgbClr val="F8E1E3"/>
            </a:solidFill>
            <a:ln>
              <a:noFill/>
            </a:ln>
          </p:spPr>
        </p:sp>
        <p:sp>
          <p:nvSpPr>
            <p:cNvPr id="12554" name="Heatmap cell r47 c207"/>
            <p:cNvSpPr/>
            <p:nvPr/>
          </p:nvSpPr>
          <p:spPr>
            <a:xfrm>
              <a:off x="3755571" y="1259433"/>
              <a:ext cx="19034" cy="26609"/>
            </a:xfrm>
            <a:prstGeom prst="rect">
              <a:avLst/>
            </a:prstGeom>
            <a:solidFill>
              <a:srgbClr val="EBF0F6"/>
            </a:solidFill>
            <a:ln>
              <a:noFill/>
            </a:ln>
          </p:spPr>
        </p:sp>
        <p:sp>
          <p:nvSpPr>
            <p:cNvPr id="12555" name="Heatmap cell r47 c208"/>
            <p:cNvSpPr/>
            <p:nvPr/>
          </p:nvSpPr>
          <p:spPr>
            <a:xfrm>
              <a:off x="3774510" y="1259433"/>
              <a:ext cx="19034" cy="26609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12556" name="Heatmap cell r47 c209"/>
            <p:cNvSpPr/>
            <p:nvPr/>
          </p:nvSpPr>
          <p:spPr>
            <a:xfrm>
              <a:off x="3793449" y="1259433"/>
              <a:ext cx="17140" cy="26609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12557" name="Heatmap cell r47 c210"/>
            <p:cNvSpPr/>
            <p:nvPr/>
          </p:nvSpPr>
          <p:spPr>
            <a:xfrm>
              <a:off x="3810494" y="1259433"/>
              <a:ext cx="19034" cy="26609"/>
            </a:xfrm>
            <a:prstGeom prst="rect">
              <a:avLst/>
            </a:prstGeom>
            <a:solidFill>
              <a:srgbClr val="F1C1C5"/>
            </a:solidFill>
            <a:ln>
              <a:noFill/>
            </a:ln>
          </p:spPr>
        </p:sp>
        <p:sp>
          <p:nvSpPr>
            <p:cNvPr id="12558" name="Heatmap cell r47 c211"/>
            <p:cNvSpPr/>
            <p:nvPr/>
          </p:nvSpPr>
          <p:spPr>
            <a:xfrm>
              <a:off x="3829432" y="1259433"/>
              <a:ext cx="17140" cy="26609"/>
            </a:xfrm>
            <a:prstGeom prst="rect">
              <a:avLst/>
            </a:prstGeom>
            <a:solidFill>
              <a:srgbClr val="F5D0D3"/>
            </a:solidFill>
            <a:ln>
              <a:noFill/>
            </a:ln>
          </p:spPr>
        </p:sp>
        <p:sp>
          <p:nvSpPr>
            <p:cNvPr id="12559" name="Heatmap cell r47 c212"/>
            <p:cNvSpPr/>
            <p:nvPr/>
          </p:nvSpPr>
          <p:spPr>
            <a:xfrm>
              <a:off x="3846477" y="1259433"/>
              <a:ext cx="19034" cy="26609"/>
            </a:xfrm>
            <a:prstGeom prst="rect">
              <a:avLst/>
            </a:prstGeom>
            <a:solidFill>
              <a:srgbClr val="EA9AA1"/>
            </a:solidFill>
            <a:ln>
              <a:noFill/>
            </a:ln>
          </p:spPr>
        </p:sp>
        <p:sp>
          <p:nvSpPr>
            <p:cNvPr id="12560" name="Heatmap cell r47 c213"/>
            <p:cNvSpPr/>
            <p:nvPr/>
          </p:nvSpPr>
          <p:spPr>
            <a:xfrm>
              <a:off x="3865416" y="1259433"/>
              <a:ext cx="17140" cy="26609"/>
            </a:xfrm>
            <a:prstGeom prst="rect">
              <a:avLst/>
            </a:prstGeom>
            <a:solidFill>
              <a:srgbClr val="FBF5F5"/>
            </a:solidFill>
            <a:ln>
              <a:noFill/>
            </a:ln>
          </p:spPr>
        </p:sp>
        <p:sp>
          <p:nvSpPr>
            <p:cNvPr id="12561" name="Heatmap cell r47 c214"/>
            <p:cNvSpPr/>
            <p:nvPr/>
          </p:nvSpPr>
          <p:spPr>
            <a:xfrm>
              <a:off x="3882461" y="1259433"/>
              <a:ext cx="19034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12562" name="Heatmap cell r47 c215"/>
            <p:cNvSpPr/>
            <p:nvPr/>
          </p:nvSpPr>
          <p:spPr>
            <a:xfrm>
              <a:off x="3901400" y="1259433"/>
              <a:ext cx="17140" cy="26609"/>
            </a:xfrm>
            <a:prstGeom prst="rect">
              <a:avLst/>
            </a:prstGeom>
            <a:solidFill>
              <a:srgbClr val="E7929B"/>
            </a:solidFill>
            <a:ln>
              <a:noFill/>
            </a:ln>
          </p:spPr>
        </p:sp>
        <p:sp>
          <p:nvSpPr>
            <p:cNvPr id="12563" name="Heatmap cell r47 c217"/>
            <p:cNvSpPr/>
            <p:nvPr/>
          </p:nvSpPr>
          <p:spPr>
            <a:xfrm>
              <a:off x="3937384" y="1259433"/>
              <a:ext cx="17140" cy="26609"/>
            </a:xfrm>
            <a:prstGeom prst="rect">
              <a:avLst/>
            </a:prstGeom>
            <a:solidFill>
              <a:srgbClr val="FBF1F3"/>
            </a:solidFill>
            <a:ln>
              <a:noFill/>
            </a:ln>
          </p:spPr>
        </p:sp>
        <p:sp>
          <p:nvSpPr>
            <p:cNvPr id="12564" name="Heatmap cell r47 c218"/>
            <p:cNvSpPr/>
            <p:nvPr/>
          </p:nvSpPr>
          <p:spPr>
            <a:xfrm>
              <a:off x="3954429" y="1259433"/>
              <a:ext cx="19034" cy="26609"/>
            </a:xfrm>
            <a:prstGeom prst="rect">
              <a:avLst/>
            </a:prstGeom>
            <a:solidFill>
              <a:srgbClr val="F0BBC2"/>
            </a:solidFill>
            <a:ln>
              <a:noFill/>
            </a:ln>
          </p:spPr>
        </p:sp>
        <p:sp>
          <p:nvSpPr>
            <p:cNvPr id="12565" name="Heatmap cell r47 c219"/>
            <p:cNvSpPr/>
            <p:nvPr/>
          </p:nvSpPr>
          <p:spPr>
            <a:xfrm>
              <a:off x="3973368" y="1259433"/>
              <a:ext cx="17140" cy="26609"/>
            </a:xfrm>
            <a:prstGeom prst="rect">
              <a:avLst/>
            </a:prstGeom>
            <a:solidFill>
              <a:srgbClr val="DF6B77"/>
            </a:solidFill>
            <a:ln>
              <a:noFill/>
            </a:ln>
          </p:spPr>
        </p:sp>
        <p:sp>
          <p:nvSpPr>
            <p:cNvPr id="12566" name="Heatmap cell r47 c220"/>
            <p:cNvSpPr/>
            <p:nvPr/>
          </p:nvSpPr>
          <p:spPr>
            <a:xfrm>
              <a:off x="3990412" y="1259433"/>
              <a:ext cx="19034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12567" name="Heatmap cell r47 c221"/>
            <p:cNvSpPr/>
            <p:nvPr/>
          </p:nvSpPr>
          <p:spPr>
            <a:xfrm>
              <a:off x="4009351" y="1259433"/>
              <a:ext cx="19034" cy="26609"/>
            </a:xfrm>
            <a:prstGeom prst="rect">
              <a:avLst/>
            </a:prstGeom>
            <a:solidFill>
              <a:srgbClr val="F0BAC0"/>
            </a:solidFill>
            <a:ln>
              <a:noFill/>
            </a:ln>
          </p:spPr>
        </p:sp>
        <p:sp>
          <p:nvSpPr>
            <p:cNvPr id="12568" name="Heatmap cell r47 c222"/>
            <p:cNvSpPr/>
            <p:nvPr/>
          </p:nvSpPr>
          <p:spPr>
            <a:xfrm>
              <a:off x="4028290" y="1259433"/>
              <a:ext cx="17140" cy="26609"/>
            </a:xfrm>
            <a:prstGeom prst="rect">
              <a:avLst/>
            </a:prstGeom>
            <a:solidFill>
              <a:srgbClr val="F1C0C4"/>
            </a:solidFill>
            <a:ln>
              <a:noFill/>
            </a:ln>
          </p:spPr>
        </p:sp>
        <p:sp>
          <p:nvSpPr>
            <p:cNvPr id="12569" name="Heatmap cell r47 c223"/>
            <p:cNvSpPr/>
            <p:nvPr/>
          </p:nvSpPr>
          <p:spPr>
            <a:xfrm>
              <a:off x="4045335" y="1259433"/>
              <a:ext cx="19034" cy="26609"/>
            </a:xfrm>
            <a:prstGeom prst="rect">
              <a:avLst/>
            </a:prstGeom>
            <a:solidFill>
              <a:srgbClr val="F5D0D3"/>
            </a:solidFill>
            <a:ln>
              <a:noFill/>
            </a:ln>
          </p:spPr>
        </p:sp>
        <p:sp>
          <p:nvSpPr>
            <p:cNvPr id="12570" name="Heatmap cell r48 c1"/>
            <p:cNvSpPr/>
            <p:nvPr/>
          </p:nvSpPr>
          <p:spPr>
            <a:xfrm>
              <a:off x="13257" y="1285947"/>
              <a:ext cx="45548" cy="26609"/>
            </a:xfrm>
            <a:prstGeom prst="rect">
              <a:avLst/>
            </a:prstGeom>
            <a:solidFill>
              <a:srgbClr val="F76666"/>
            </a:solidFill>
            <a:ln>
              <a:noFill/>
            </a:ln>
          </p:spPr>
        </p:sp>
        <p:sp>
          <p:nvSpPr>
            <p:cNvPr id="12571" name="Heatmap cell r48 c3"/>
            <p:cNvSpPr/>
            <p:nvPr/>
          </p:nvSpPr>
          <p:spPr>
            <a:xfrm>
              <a:off x="71968" y="1285947"/>
              <a:ext cx="17140" cy="26609"/>
            </a:xfrm>
            <a:prstGeom prst="rect">
              <a:avLst/>
            </a:prstGeom>
            <a:solidFill>
              <a:srgbClr val="87A3C0"/>
            </a:solidFill>
            <a:ln>
              <a:noFill/>
            </a:ln>
          </p:spPr>
        </p:sp>
        <p:sp>
          <p:nvSpPr>
            <p:cNvPr id="12572" name="Heatmap cell r48 c4"/>
            <p:cNvSpPr/>
            <p:nvPr/>
          </p:nvSpPr>
          <p:spPr>
            <a:xfrm>
              <a:off x="89013" y="1285947"/>
              <a:ext cx="19034" cy="26609"/>
            </a:xfrm>
            <a:prstGeom prst="rect">
              <a:avLst/>
            </a:prstGeom>
            <a:solidFill>
              <a:srgbClr val="ABBED2"/>
            </a:solidFill>
            <a:ln>
              <a:noFill/>
            </a:ln>
          </p:spPr>
        </p:sp>
        <p:sp>
          <p:nvSpPr>
            <p:cNvPr id="12573" name="Heatmap cell r48 c5"/>
            <p:cNvSpPr/>
            <p:nvPr/>
          </p:nvSpPr>
          <p:spPr>
            <a:xfrm>
              <a:off x="107951" y="1285947"/>
              <a:ext cx="17140" cy="26609"/>
            </a:xfrm>
            <a:prstGeom prst="rect">
              <a:avLst/>
            </a:prstGeom>
            <a:solidFill>
              <a:srgbClr val="E9EDF3"/>
            </a:solidFill>
            <a:ln>
              <a:noFill/>
            </a:ln>
          </p:spPr>
        </p:sp>
        <p:sp>
          <p:nvSpPr>
            <p:cNvPr id="12574" name="Heatmap cell r48 c6"/>
            <p:cNvSpPr/>
            <p:nvPr/>
          </p:nvSpPr>
          <p:spPr>
            <a:xfrm>
              <a:off x="124996" y="1285947"/>
              <a:ext cx="19034" cy="26609"/>
            </a:xfrm>
            <a:prstGeom prst="rect">
              <a:avLst/>
            </a:prstGeom>
            <a:solidFill>
              <a:srgbClr val="E6EBF1"/>
            </a:solidFill>
            <a:ln>
              <a:noFill/>
            </a:ln>
          </p:spPr>
        </p:sp>
        <p:sp>
          <p:nvSpPr>
            <p:cNvPr id="12575" name="Heatmap cell r48 c7"/>
            <p:cNvSpPr/>
            <p:nvPr/>
          </p:nvSpPr>
          <p:spPr>
            <a:xfrm>
              <a:off x="143935" y="1285947"/>
              <a:ext cx="17140" cy="26609"/>
            </a:xfrm>
            <a:prstGeom prst="rect">
              <a:avLst/>
            </a:prstGeom>
            <a:solidFill>
              <a:srgbClr val="FBF1F3"/>
            </a:solidFill>
            <a:ln>
              <a:noFill/>
            </a:ln>
          </p:spPr>
        </p:sp>
        <p:sp>
          <p:nvSpPr>
            <p:cNvPr id="12576" name="Heatmap cell r48 c8"/>
            <p:cNvSpPr/>
            <p:nvPr/>
          </p:nvSpPr>
          <p:spPr>
            <a:xfrm>
              <a:off x="160980" y="1285947"/>
              <a:ext cx="19034" cy="26609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12577" name="Heatmap cell r48 c9"/>
            <p:cNvSpPr/>
            <p:nvPr/>
          </p:nvSpPr>
          <p:spPr>
            <a:xfrm>
              <a:off x="179919" y="1285947"/>
              <a:ext cx="19034" cy="26609"/>
            </a:xfrm>
            <a:prstGeom prst="rect">
              <a:avLst/>
            </a:prstGeom>
            <a:solidFill>
              <a:srgbClr val="D9E1EB"/>
            </a:solidFill>
            <a:ln>
              <a:noFill/>
            </a:ln>
          </p:spPr>
        </p:sp>
        <p:sp>
          <p:nvSpPr>
            <p:cNvPr id="12578" name="Heatmap cell r48 c10"/>
            <p:cNvSpPr/>
            <p:nvPr/>
          </p:nvSpPr>
          <p:spPr>
            <a:xfrm>
              <a:off x="198858" y="1285947"/>
              <a:ext cx="17140" cy="26609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12579" name="Heatmap cell r48 c11"/>
            <p:cNvSpPr/>
            <p:nvPr/>
          </p:nvSpPr>
          <p:spPr>
            <a:xfrm>
              <a:off x="215903" y="1285947"/>
              <a:ext cx="19034" cy="26609"/>
            </a:xfrm>
            <a:prstGeom prst="rect">
              <a:avLst/>
            </a:prstGeom>
            <a:solidFill>
              <a:srgbClr val="C2D0DE"/>
            </a:solidFill>
            <a:ln>
              <a:noFill/>
            </a:ln>
          </p:spPr>
        </p:sp>
        <p:sp>
          <p:nvSpPr>
            <p:cNvPr id="12580" name="Heatmap cell r48 c12"/>
            <p:cNvSpPr/>
            <p:nvPr/>
          </p:nvSpPr>
          <p:spPr>
            <a:xfrm>
              <a:off x="234842" y="1285947"/>
              <a:ext cx="17140" cy="26609"/>
            </a:xfrm>
            <a:prstGeom prst="rect">
              <a:avLst/>
            </a:prstGeom>
            <a:solidFill>
              <a:srgbClr val="DDE4EC"/>
            </a:solidFill>
            <a:ln>
              <a:noFill/>
            </a:ln>
          </p:spPr>
        </p:sp>
        <p:sp>
          <p:nvSpPr>
            <p:cNvPr id="12581" name="Heatmap cell r48 c13"/>
            <p:cNvSpPr/>
            <p:nvPr/>
          </p:nvSpPr>
          <p:spPr>
            <a:xfrm>
              <a:off x="251887" y="1285947"/>
              <a:ext cx="19034" cy="26609"/>
            </a:xfrm>
            <a:prstGeom prst="rect">
              <a:avLst/>
            </a:prstGeom>
            <a:solidFill>
              <a:srgbClr val="F5F7F9"/>
            </a:solidFill>
            <a:ln>
              <a:noFill/>
            </a:ln>
          </p:spPr>
        </p:sp>
        <p:sp>
          <p:nvSpPr>
            <p:cNvPr id="12582" name="Heatmap cell r48 c14"/>
            <p:cNvSpPr/>
            <p:nvPr/>
          </p:nvSpPr>
          <p:spPr>
            <a:xfrm>
              <a:off x="270825" y="1285947"/>
              <a:ext cx="17140" cy="26609"/>
            </a:xfrm>
            <a:prstGeom prst="rect">
              <a:avLst/>
            </a:prstGeom>
            <a:solidFill>
              <a:srgbClr val="FDF9FA"/>
            </a:solidFill>
            <a:ln>
              <a:noFill/>
            </a:ln>
          </p:spPr>
        </p:sp>
        <p:sp>
          <p:nvSpPr>
            <p:cNvPr id="12583" name="Heatmap cell r48 c15"/>
            <p:cNvSpPr/>
            <p:nvPr/>
          </p:nvSpPr>
          <p:spPr>
            <a:xfrm>
              <a:off x="287870" y="1285947"/>
              <a:ext cx="19034" cy="26609"/>
            </a:xfrm>
            <a:prstGeom prst="rect">
              <a:avLst/>
            </a:prstGeom>
            <a:solidFill>
              <a:srgbClr val="CFDAE4"/>
            </a:solidFill>
            <a:ln>
              <a:noFill/>
            </a:ln>
          </p:spPr>
        </p:sp>
        <p:sp>
          <p:nvSpPr>
            <p:cNvPr id="12584" name="Heatmap cell r48 c16"/>
            <p:cNvSpPr/>
            <p:nvPr/>
          </p:nvSpPr>
          <p:spPr>
            <a:xfrm>
              <a:off x="306809" y="1285947"/>
              <a:ext cx="17140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12585" name="Heatmap cell r48 c17"/>
            <p:cNvSpPr/>
            <p:nvPr/>
          </p:nvSpPr>
          <p:spPr>
            <a:xfrm>
              <a:off x="323854" y="1285947"/>
              <a:ext cx="19034" cy="26609"/>
            </a:xfrm>
            <a:prstGeom prst="rect">
              <a:avLst/>
            </a:prstGeom>
            <a:solidFill>
              <a:srgbClr val="EEB1B7"/>
            </a:solidFill>
            <a:ln>
              <a:noFill/>
            </a:ln>
          </p:spPr>
        </p:sp>
        <p:sp>
          <p:nvSpPr>
            <p:cNvPr id="12586" name="Heatmap cell r48 c18"/>
            <p:cNvSpPr/>
            <p:nvPr/>
          </p:nvSpPr>
          <p:spPr>
            <a:xfrm>
              <a:off x="342793" y="1285947"/>
              <a:ext cx="17140" cy="26609"/>
            </a:xfrm>
            <a:prstGeom prst="rect">
              <a:avLst/>
            </a:prstGeom>
            <a:solidFill>
              <a:srgbClr val="B6C7D9"/>
            </a:solidFill>
            <a:ln>
              <a:noFill/>
            </a:ln>
          </p:spPr>
        </p:sp>
        <p:sp>
          <p:nvSpPr>
            <p:cNvPr id="12587" name="Heatmap cell r48 c19"/>
            <p:cNvSpPr/>
            <p:nvPr/>
          </p:nvSpPr>
          <p:spPr>
            <a:xfrm>
              <a:off x="359838" y="1285947"/>
              <a:ext cx="19034" cy="26609"/>
            </a:xfrm>
            <a:prstGeom prst="rect">
              <a:avLst/>
            </a:prstGeom>
            <a:solidFill>
              <a:srgbClr val="F7DCDF"/>
            </a:solidFill>
            <a:ln>
              <a:noFill/>
            </a:ln>
          </p:spPr>
        </p:sp>
        <p:sp>
          <p:nvSpPr>
            <p:cNvPr id="12588" name="Heatmap cell r48 c21"/>
            <p:cNvSpPr/>
            <p:nvPr/>
          </p:nvSpPr>
          <p:spPr>
            <a:xfrm>
              <a:off x="395822" y="1285947"/>
              <a:ext cx="19034" cy="26609"/>
            </a:xfrm>
            <a:prstGeom prst="rect">
              <a:avLst/>
            </a:prstGeom>
            <a:solidFill>
              <a:srgbClr val="F8E6E8"/>
            </a:solidFill>
            <a:ln>
              <a:noFill/>
            </a:ln>
          </p:spPr>
        </p:sp>
        <p:sp>
          <p:nvSpPr>
            <p:cNvPr id="12589" name="Heatmap cell r48 c22"/>
            <p:cNvSpPr/>
            <p:nvPr/>
          </p:nvSpPr>
          <p:spPr>
            <a:xfrm>
              <a:off x="414760" y="1285947"/>
              <a:ext cx="19034" cy="26609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12590" name="Heatmap cell r48 c23"/>
            <p:cNvSpPr/>
            <p:nvPr/>
          </p:nvSpPr>
          <p:spPr>
            <a:xfrm>
              <a:off x="433699" y="1285947"/>
              <a:ext cx="17140" cy="26609"/>
            </a:xfrm>
            <a:prstGeom prst="rect">
              <a:avLst/>
            </a:prstGeom>
            <a:solidFill>
              <a:srgbClr val="FBF0F1"/>
            </a:solidFill>
            <a:ln>
              <a:noFill/>
            </a:ln>
          </p:spPr>
        </p:sp>
        <p:sp>
          <p:nvSpPr>
            <p:cNvPr id="12591" name="Heatmap cell r48 c24"/>
            <p:cNvSpPr/>
            <p:nvPr/>
          </p:nvSpPr>
          <p:spPr>
            <a:xfrm>
              <a:off x="450744" y="1285947"/>
              <a:ext cx="19034" cy="26609"/>
            </a:xfrm>
            <a:prstGeom prst="rect">
              <a:avLst/>
            </a:prstGeom>
            <a:solidFill>
              <a:srgbClr val="C8D5E2"/>
            </a:solidFill>
            <a:ln>
              <a:noFill/>
            </a:ln>
          </p:spPr>
        </p:sp>
        <p:sp>
          <p:nvSpPr>
            <p:cNvPr id="12592" name="Heatmap cell r48 c25"/>
            <p:cNvSpPr/>
            <p:nvPr/>
          </p:nvSpPr>
          <p:spPr>
            <a:xfrm>
              <a:off x="469683" y="1285947"/>
              <a:ext cx="17140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12593" name="Heatmap cell r48 c26"/>
            <p:cNvSpPr/>
            <p:nvPr/>
          </p:nvSpPr>
          <p:spPr>
            <a:xfrm>
              <a:off x="486728" y="1285947"/>
              <a:ext cx="19034" cy="26609"/>
            </a:xfrm>
            <a:prstGeom prst="rect">
              <a:avLst/>
            </a:prstGeom>
            <a:solidFill>
              <a:srgbClr val="F8E3E6"/>
            </a:solidFill>
            <a:ln>
              <a:noFill/>
            </a:ln>
          </p:spPr>
        </p:sp>
        <p:sp>
          <p:nvSpPr>
            <p:cNvPr id="12594" name="Heatmap cell r48 c27"/>
            <p:cNvSpPr/>
            <p:nvPr/>
          </p:nvSpPr>
          <p:spPr>
            <a:xfrm>
              <a:off x="505667" y="1285947"/>
              <a:ext cx="17140" cy="26609"/>
            </a:xfrm>
            <a:prstGeom prst="rect">
              <a:avLst/>
            </a:prstGeom>
            <a:solidFill>
              <a:srgbClr val="E2EAEF"/>
            </a:solidFill>
            <a:ln>
              <a:noFill/>
            </a:ln>
          </p:spPr>
        </p:sp>
        <p:sp>
          <p:nvSpPr>
            <p:cNvPr id="12595" name="Heatmap cell r48 c28"/>
            <p:cNvSpPr/>
            <p:nvPr/>
          </p:nvSpPr>
          <p:spPr>
            <a:xfrm>
              <a:off x="522712" y="1285947"/>
              <a:ext cx="19034" cy="26609"/>
            </a:xfrm>
            <a:prstGeom prst="rect">
              <a:avLst/>
            </a:prstGeom>
            <a:solidFill>
              <a:srgbClr val="F0F4F7"/>
            </a:solidFill>
            <a:ln>
              <a:noFill/>
            </a:ln>
          </p:spPr>
        </p:sp>
        <p:sp>
          <p:nvSpPr>
            <p:cNvPr id="12596" name="Heatmap cell r48 c29"/>
            <p:cNvSpPr/>
            <p:nvPr/>
          </p:nvSpPr>
          <p:spPr>
            <a:xfrm>
              <a:off x="541651" y="1285947"/>
              <a:ext cx="17140" cy="26609"/>
            </a:xfrm>
            <a:prstGeom prst="rect">
              <a:avLst/>
            </a:prstGeom>
            <a:solidFill>
              <a:srgbClr val="DAE2EB"/>
            </a:solidFill>
            <a:ln>
              <a:noFill/>
            </a:ln>
          </p:spPr>
        </p:sp>
        <p:sp>
          <p:nvSpPr>
            <p:cNvPr id="12597" name="Heatmap cell r48 c30"/>
            <p:cNvSpPr/>
            <p:nvPr/>
          </p:nvSpPr>
          <p:spPr>
            <a:xfrm>
              <a:off x="558696" y="1285947"/>
              <a:ext cx="19034" cy="26609"/>
            </a:xfrm>
            <a:prstGeom prst="rect">
              <a:avLst/>
            </a:prstGeom>
            <a:solidFill>
              <a:srgbClr val="E2EAEF"/>
            </a:solidFill>
            <a:ln>
              <a:noFill/>
            </a:ln>
          </p:spPr>
        </p:sp>
        <p:sp>
          <p:nvSpPr>
            <p:cNvPr id="12598" name="Heatmap cell r48 c31"/>
            <p:cNvSpPr/>
            <p:nvPr/>
          </p:nvSpPr>
          <p:spPr>
            <a:xfrm>
              <a:off x="577634" y="1285947"/>
              <a:ext cx="17140" cy="26609"/>
            </a:xfrm>
            <a:prstGeom prst="rect">
              <a:avLst/>
            </a:prstGeom>
            <a:solidFill>
              <a:srgbClr val="F1F5F8"/>
            </a:solidFill>
            <a:ln>
              <a:noFill/>
            </a:ln>
          </p:spPr>
        </p:sp>
        <p:sp>
          <p:nvSpPr>
            <p:cNvPr id="12599" name="Heatmap cell r48 c32"/>
            <p:cNvSpPr/>
            <p:nvPr/>
          </p:nvSpPr>
          <p:spPr>
            <a:xfrm>
              <a:off x="594679" y="1285947"/>
              <a:ext cx="19034" cy="26609"/>
            </a:xfrm>
            <a:prstGeom prst="rect">
              <a:avLst/>
            </a:prstGeom>
            <a:solidFill>
              <a:srgbClr val="F7E2E4"/>
            </a:solidFill>
            <a:ln>
              <a:noFill/>
            </a:ln>
          </p:spPr>
        </p:sp>
        <p:sp>
          <p:nvSpPr>
            <p:cNvPr id="12600" name="Heatmap cell r48 c33"/>
            <p:cNvSpPr/>
            <p:nvPr/>
          </p:nvSpPr>
          <p:spPr>
            <a:xfrm>
              <a:off x="613618" y="1285947"/>
              <a:ext cx="17140" cy="26609"/>
            </a:xfrm>
            <a:prstGeom prst="rect">
              <a:avLst/>
            </a:prstGeom>
            <a:solidFill>
              <a:srgbClr val="BDCEDD"/>
            </a:solidFill>
            <a:ln>
              <a:noFill/>
            </a:ln>
          </p:spPr>
        </p:sp>
        <p:sp>
          <p:nvSpPr>
            <p:cNvPr id="12601" name="Heatmap cell r48 c34"/>
            <p:cNvSpPr/>
            <p:nvPr/>
          </p:nvSpPr>
          <p:spPr>
            <a:xfrm>
              <a:off x="630663" y="1285947"/>
              <a:ext cx="19034" cy="26609"/>
            </a:xfrm>
            <a:prstGeom prst="rect">
              <a:avLst/>
            </a:prstGeom>
            <a:solidFill>
              <a:srgbClr val="F7D7DB"/>
            </a:solidFill>
            <a:ln>
              <a:noFill/>
            </a:ln>
          </p:spPr>
        </p:sp>
        <p:sp>
          <p:nvSpPr>
            <p:cNvPr id="12602" name="Heatmap cell r48 c35"/>
            <p:cNvSpPr/>
            <p:nvPr/>
          </p:nvSpPr>
          <p:spPr>
            <a:xfrm>
              <a:off x="649602" y="1285947"/>
              <a:ext cx="19034" cy="26609"/>
            </a:xfrm>
            <a:prstGeom prst="rect">
              <a:avLst/>
            </a:prstGeom>
            <a:solidFill>
              <a:srgbClr val="83A0BD"/>
            </a:solidFill>
            <a:ln>
              <a:noFill/>
            </a:ln>
          </p:spPr>
        </p:sp>
        <p:sp>
          <p:nvSpPr>
            <p:cNvPr id="12603" name="Heatmap cell r48 c36"/>
            <p:cNvSpPr/>
            <p:nvPr/>
          </p:nvSpPr>
          <p:spPr>
            <a:xfrm>
              <a:off x="668541" y="1285947"/>
              <a:ext cx="17140" cy="26609"/>
            </a:xfrm>
            <a:prstGeom prst="rect">
              <a:avLst/>
            </a:prstGeom>
            <a:solidFill>
              <a:srgbClr val="A4BAD0"/>
            </a:solidFill>
            <a:ln>
              <a:noFill/>
            </a:ln>
          </p:spPr>
        </p:sp>
        <p:sp>
          <p:nvSpPr>
            <p:cNvPr id="12604" name="Heatmap cell r48 c37"/>
            <p:cNvSpPr/>
            <p:nvPr/>
          </p:nvSpPr>
          <p:spPr>
            <a:xfrm>
              <a:off x="685586" y="1285947"/>
              <a:ext cx="19034" cy="26609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</p:sp>
        <p:sp>
          <p:nvSpPr>
            <p:cNvPr id="12605" name="Heatmap cell r48 c38"/>
            <p:cNvSpPr/>
            <p:nvPr/>
          </p:nvSpPr>
          <p:spPr>
            <a:xfrm>
              <a:off x="704525" y="1285947"/>
              <a:ext cx="17140" cy="26609"/>
            </a:xfrm>
            <a:prstGeom prst="rect">
              <a:avLst/>
            </a:prstGeom>
            <a:solidFill>
              <a:srgbClr val="EDF1F7"/>
            </a:solidFill>
            <a:ln>
              <a:noFill/>
            </a:ln>
          </p:spPr>
        </p:sp>
        <p:sp>
          <p:nvSpPr>
            <p:cNvPr id="12606" name="Heatmap cell r48 c39"/>
            <p:cNvSpPr/>
            <p:nvPr/>
          </p:nvSpPr>
          <p:spPr>
            <a:xfrm>
              <a:off x="721570" y="1285947"/>
              <a:ext cx="19034" cy="26609"/>
            </a:xfrm>
            <a:prstGeom prst="rect">
              <a:avLst/>
            </a:prstGeom>
            <a:solidFill>
              <a:srgbClr val="D2DDE8"/>
            </a:solidFill>
            <a:ln>
              <a:noFill/>
            </a:ln>
          </p:spPr>
        </p:sp>
        <p:sp>
          <p:nvSpPr>
            <p:cNvPr id="12607" name="Heatmap cell r48 c40"/>
            <p:cNvSpPr/>
            <p:nvPr/>
          </p:nvSpPr>
          <p:spPr>
            <a:xfrm>
              <a:off x="740508" y="1285947"/>
              <a:ext cx="17140" cy="26609"/>
            </a:xfrm>
            <a:prstGeom prst="rect">
              <a:avLst/>
            </a:prstGeom>
            <a:solidFill>
              <a:srgbClr val="F6F8F9"/>
            </a:solidFill>
            <a:ln>
              <a:noFill/>
            </a:ln>
          </p:spPr>
        </p:sp>
        <p:sp>
          <p:nvSpPr>
            <p:cNvPr id="12608" name="Heatmap cell r48 c41"/>
            <p:cNvSpPr/>
            <p:nvPr/>
          </p:nvSpPr>
          <p:spPr>
            <a:xfrm>
              <a:off x="757553" y="1285947"/>
              <a:ext cx="19034" cy="26609"/>
            </a:xfrm>
            <a:prstGeom prst="rect">
              <a:avLst/>
            </a:prstGeom>
            <a:solidFill>
              <a:srgbClr val="CFDBE6"/>
            </a:solidFill>
            <a:ln>
              <a:noFill/>
            </a:ln>
          </p:spPr>
        </p:sp>
        <p:sp>
          <p:nvSpPr>
            <p:cNvPr id="12609" name="Heatmap cell r48 c42"/>
            <p:cNvSpPr/>
            <p:nvPr/>
          </p:nvSpPr>
          <p:spPr>
            <a:xfrm>
              <a:off x="776492" y="1285947"/>
              <a:ext cx="17140" cy="26609"/>
            </a:xfrm>
            <a:prstGeom prst="rect">
              <a:avLst/>
            </a:prstGeom>
            <a:solidFill>
              <a:srgbClr val="F9E7E8"/>
            </a:solidFill>
            <a:ln>
              <a:noFill/>
            </a:ln>
          </p:spPr>
        </p:sp>
        <p:sp>
          <p:nvSpPr>
            <p:cNvPr id="12610" name="Heatmap cell r48 c44"/>
            <p:cNvSpPr/>
            <p:nvPr/>
          </p:nvSpPr>
          <p:spPr>
            <a:xfrm>
              <a:off x="812476" y="1285947"/>
              <a:ext cx="17140" cy="26609"/>
            </a:xfrm>
            <a:prstGeom prst="rect">
              <a:avLst/>
            </a:prstGeom>
            <a:solidFill>
              <a:srgbClr val="F7D9DB"/>
            </a:solidFill>
            <a:ln>
              <a:noFill/>
            </a:ln>
          </p:spPr>
        </p:sp>
        <p:sp>
          <p:nvSpPr>
            <p:cNvPr id="12611" name="Heatmap cell r48 c45"/>
            <p:cNvSpPr/>
            <p:nvPr/>
          </p:nvSpPr>
          <p:spPr>
            <a:xfrm>
              <a:off x="829521" y="1285947"/>
              <a:ext cx="19034" cy="26609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12612" name="Heatmap cell r48 c47"/>
            <p:cNvSpPr/>
            <p:nvPr/>
          </p:nvSpPr>
          <p:spPr>
            <a:xfrm>
              <a:off x="865505" y="1285947"/>
              <a:ext cx="19034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12613" name="Heatmap cell r48 c48"/>
            <p:cNvSpPr/>
            <p:nvPr/>
          </p:nvSpPr>
          <p:spPr>
            <a:xfrm>
              <a:off x="884444" y="1285947"/>
              <a:ext cx="19034" cy="26609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12614" name="Heatmap cell r48 c49"/>
            <p:cNvSpPr/>
            <p:nvPr/>
          </p:nvSpPr>
          <p:spPr>
            <a:xfrm>
              <a:off x="903382" y="1285947"/>
              <a:ext cx="17140" cy="26609"/>
            </a:xfrm>
            <a:prstGeom prst="rect">
              <a:avLst/>
            </a:prstGeom>
            <a:solidFill>
              <a:srgbClr val="F1C2C6"/>
            </a:solidFill>
            <a:ln>
              <a:noFill/>
            </a:ln>
          </p:spPr>
        </p:sp>
        <p:sp>
          <p:nvSpPr>
            <p:cNvPr id="12615" name="Heatmap cell r48 c50"/>
            <p:cNvSpPr/>
            <p:nvPr/>
          </p:nvSpPr>
          <p:spPr>
            <a:xfrm>
              <a:off x="920427" y="1285947"/>
              <a:ext cx="19034" cy="26609"/>
            </a:xfrm>
            <a:prstGeom prst="rect">
              <a:avLst/>
            </a:prstGeom>
            <a:solidFill>
              <a:srgbClr val="FAECEC"/>
            </a:solidFill>
            <a:ln>
              <a:noFill/>
            </a:ln>
          </p:spPr>
        </p:sp>
        <p:sp>
          <p:nvSpPr>
            <p:cNvPr id="12616" name="Heatmap cell r48 c51"/>
            <p:cNvSpPr/>
            <p:nvPr/>
          </p:nvSpPr>
          <p:spPr>
            <a:xfrm>
              <a:off x="939366" y="1285947"/>
              <a:ext cx="17140" cy="26609"/>
            </a:xfrm>
            <a:prstGeom prst="rect">
              <a:avLst/>
            </a:prstGeom>
            <a:solidFill>
              <a:srgbClr val="E6EBF1"/>
            </a:solidFill>
            <a:ln>
              <a:noFill/>
            </a:ln>
          </p:spPr>
        </p:sp>
        <p:sp>
          <p:nvSpPr>
            <p:cNvPr id="12617" name="Heatmap cell r48 c52"/>
            <p:cNvSpPr/>
            <p:nvPr/>
          </p:nvSpPr>
          <p:spPr>
            <a:xfrm>
              <a:off x="956411" y="1285947"/>
              <a:ext cx="19034" cy="26609"/>
            </a:xfrm>
            <a:prstGeom prst="rect">
              <a:avLst/>
            </a:prstGeom>
            <a:solidFill>
              <a:srgbClr val="FBF1F3"/>
            </a:solidFill>
            <a:ln>
              <a:noFill/>
            </a:ln>
          </p:spPr>
        </p:sp>
        <p:sp>
          <p:nvSpPr>
            <p:cNvPr id="12618" name="Heatmap cell r48 c53"/>
            <p:cNvSpPr/>
            <p:nvPr/>
          </p:nvSpPr>
          <p:spPr>
            <a:xfrm>
              <a:off x="975350" y="1285947"/>
              <a:ext cx="17140" cy="26609"/>
            </a:xfrm>
            <a:prstGeom prst="rect">
              <a:avLst/>
            </a:prstGeom>
            <a:solidFill>
              <a:srgbClr val="DCE3EB"/>
            </a:solidFill>
            <a:ln>
              <a:noFill/>
            </a:ln>
          </p:spPr>
        </p:sp>
        <p:sp>
          <p:nvSpPr>
            <p:cNvPr id="12619" name="Heatmap cell r48 c54"/>
            <p:cNvSpPr/>
            <p:nvPr/>
          </p:nvSpPr>
          <p:spPr>
            <a:xfrm>
              <a:off x="992395" y="1285947"/>
              <a:ext cx="19034" cy="26609"/>
            </a:xfrm>
            <a:prstGeom prst="rect">
              <a:avLst/>
            </a:prstGeom>
            <a:solidFill>
              <a:srgbClr val="FCF7F7"/>
            </a:solidFill>
            <a:ln>
              <a:noFill/>
            </a:ln>
          </p:spPr>
        </p:sp>
        <p:sp>
          <p:nvSpPr>
            <p:cNvPr id="12620" name="Heatmap cell r48 c55"/>
            <p:cNvSpPr/>
            <p:nvPr/>
          </p:nvSpPr>
          <p:spPr>
            <a:xfrm>
              <a:off x="1011334" y="1285947"/>
              <a:ext cx="17140" cy="26609"/>
            </a:xfrm>
            <a:prstGeom prst="rect">
              <a:avLst/>
            </a:prstGeom>
            <a:solidFill>
              <a:srgbClr val="C6D4E1"/>
            </a:solidFill>
            <a:ln>
              <a:noFill/>
            </a:ln>
          </p:spPr>
        </p:sp>
        <p:sp>
          <p:nvSpPr>
            <p:cNvPr id="12621" name="Heatmap cell r48 c56"/>
            <p:cNvSpPr/>
            <p:nvPr/>
          </p:nvSpPr>
          <p:spPr>
            <a:xfrm>
              <a:off x="1028379" y="1285947"/>
              <a:ext cx="19034" cy="26609"/>
            </a:xfrm>
            <a:prstGeom prst="rect">
              <a:avLst/>
            </a:prstGeom>
            <a:solidFill>
              <a:srgbClr val="E9EEF4"/>
            </a:solidFill>
            <a:ln>
              <a:noFill/>
            </a:ln>
          </p:spPr>
        </p:sp>
        <p:sp>
          <p:nvSpPr>
            <p:cNvPr id="12622" name="Heatmap cell r48 c57"/>
            <p:cNvSpPr/>
            <p:nvPr/>
          </p:nvSpPr>
          <p:spPr>
            <a:xfrm>
              <a:off x="1047318" y="1285947"/>
              <a:ext cx="17140" cy="26609"/>
            </a:xfrm>
            <a:prstGeom prst="rect">
              <a:avLst/>
            </a:prstGeom>
            <a:solidFill>
              <a:srgbClr val="7899B8"/>
            </a:solidFill>
            <a:ln>
              <a:noFill/>
            </a:ln>
          </p:spPr>
        </p:sp>
        <p:sp>
          <p:nvSpPr>
            <p:cNvPr id="12623" name="Heatmap cell r48 c58"/>
            <p:cNvSpPr/>
            <p:nvPr/>
          </p:nvSpPr>
          <p:spPr>
            <a:xfrm>
              <a:off x="1064363" y="1285947"/>
              <a:ext cx="19034" cy="26609"/>
            </a:xfrm>
            <a:prstGeom prst="rect">
              <a:avLst/>
            </a:prstGeom>
            <a:solidFill>
              <a:srgbClr val="F3C6CB"/>
            </a:solidFill>
            <a:ln>
              <a:noFill/>
            </a:ln>
          </p:spPr>
        </p:sp>
        <p:sp>
          <p:nvSpPr>
            <p:cNvPr id="12624" name="Heatmap cell r48 c59"/>
            <p:cNvSpPr/>
            <p:nvPr/>
          </p:nvSpPr>
          <p:spPr>
            <a:xfrm>
              <a:off x="1083301" y="1285947"/>
              <a:ext cx="17140" cy="26609"/>
            </a:xfrm>
            <a:prstGeom prst="rect">
              <a:avLst/>
            </a:prstGeom>
            <a:solidFill>
              <a:srgbClr val="F7DCDF"/>
            </a:solidFill>
            <a:ln>
              <a:noFill/>
            </a:ln>
          </p:spPr>
        </p:sp>
        <p:sp>
          <p:nvSpPr>
            <p:cNvPr id="12625" name="Heatmap cell r48 c60"/>
            <p:cNvSpPr/>
            <p:nvPr/>
          </p:nvSpPr>
          <p:spPr>
            <a:xfrm>
              <a:off x="1100346" y="1285947"/>
              <a:ext cx="19034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12626" name="Heatmap cell r48 c61"/>
            <p:cNvSpPr/>
            <p:nvPr/>
          </p:nvSpPr>
          <p:spPr>
            <a:xfrm>
              <a:off x="1119285" y="1285947"/>
              <a:ext cx="19034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12627" name="Heatmap cell r48 c62"/>
            <p:cNvSpPr/>
            <p:nvPr/>
          </p:nvSpPr>
          <p:spPr>
            <a:xfrm>
              <a:off x="1138224" y="1285947"/>
              <a:ext cx="17140" cy="26609"/>
            </a:xfrm>
            <a:prstGeom prst="rect">
              <a:avLst/>
            </a:prstGeom>
            <a:solidFill>
              <a:srgbClr val="F5D1D4"/>
            </a:solidFill>
            <a:ln>
              <a:noFill/>
            </a:ln>
          </p:spPr>
        </p:sp>
        <p:sp>
          <p:nvSpPr>
            <p:cNvPr id="12628" name="Heatmap cell r48 c63"/>
            <p:cNvSpPr/>
            <p:nvPr/>
          </p:nvSpPr>
          <p:spPr>
            <a:xfrm>
              <a:off x="1155269" y="1285947"/>
              <a:ext cx="19034" cy="26609"/>
            </a:xfrm>
            <a:prstGeom prst="rect">
              <a:avLst/>
            </a:prstGeom>
            <a:solidFill>
              <a:srgbClr val="F0BBC2"/>
            </a:solidFill>
            <a:ln>
              <a:noFill/>
            </a:ln>
          </p:spPr>
        </p:sp>
        <p:sp>
          <p:nvSpPr>
            <p:cNvPr id="12629" name="Heatmap cell r48 c64"/>
            <p:cNvSpPr/>
            <p:nvPr/>
          </p:nvSpPr>
          <p:spPr>
            <a:xfrm>
              <a:off x="1174208" y="1285947"/>
              <a:ext cx="17140" cy="26609"/>
            </a:xfrm>
            <a:prstGeom prst="rect">
              <a:avLst/>
            </a:prstGeom>
            <a:solidFill>
              <a:srgbClr val="F7DCDF"/>
            </a:solidFill>
            <a:ln>
              <a:noFill/>
            </a:ln>
          </p:spPr>
        </p:sp>
        <p:sp>
          <p:nvSpPr>
            <p:cNvPr id="12630" name="Heatmap cell r48 c66"/>
            <p:cNvSpPr/>
            <p:nvPr/>
          </p:nvSpPr>
          <p:spPr>
            <a:xfrm>
              <a:off x="1210192" y="1285947"/>
              <a:ext cx="17140" cy="26609"/>
            </a:xfrm>
            <a:prstGeom prst="rect">
              <a:avLst/>
            </a:prstGeom>
            <a:solidFill>
              <a:srgbClr val="F7D9DB"/>
            </a:solidFill>
            <a:ln>
              <a:noFill/>
            </a:ln>
          </p:spPr>
        </p:sp>
        <p:sp>
          <p:nvSpPr>
            <p:cNvPr id="12631" name="Heatmap cell r48 c67"/>
            <p:cNvSpPr/>
            <p:nvPr/>
          </p:nvSpPr>
          <p:spPr>
            <a:xfrm>
              <a:off x="1227236" y="1285947"/>
              <a:ext cx="19034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12632" name="Heatmap cell r48 c68"/>
            <p:cNvSpPr/>
            <p:nvPr/>
          </p:nvSpPr>
          <p:spPr>
            <a:xfrm>
              <a:off x="1246175" y="1285947"/>
              <a:ext cx="17140" cy="26609"/>
            </a:xfrm>
            <a:prstGeom prst="rect">
              <a:avLst/>
            </a:prstGeom>
            <a:solidFill>
              <a:srgbClr val="F2C8CD"/>
            </a:solidFill>
            <a:ln>
              <a:noFill/>
            </a:ln>
          </p:spPr>
        </p:sp>
        <p:sp>
          <p:nvSpPr>
            <p:cNvPr id="12633" name="Heatmap cell r48 c69"/>
            <p:cNvSpPr/>
            <p:nvPr/>
          </p:nvSpPr>
          <p:spPr>
            <a:xfrm>
              <a:off x="1263220" y="1285947"/>
              <a:ext cx="19034" cy="26609"/>
            </a:xfrm>
            <a:prstGeom prst="rect">
              <a:avLst/>
            </a:prstGeom>
            <a:solidFill>
              <a:srgbClr val="EDAFB5"/>
            </a:solidFill>
            <a:ln>
              <a:noFill/>
            </a:ln>
          </p:spPr>
        </p:sp>
        <p:sp>
          <p:nvSpPr>
            <p:cNvPr id="12634" name="Heatmap cell r48 c70"/>
            <p:cNvSpPr/>
            <p:nvPr/>
          </p:nvSpPr>
          <p:spPr>
            <a:xfrm>
              <a:off x="1282159" y="1285947"/>
              <a:ext cx="17140" cy="26609"/>
            </a:xfrm>
            <a:prstGeom prst="rect">
              <a:avLst/>
            </a:prstGeom>
            <a:solidFill>
              <a:srgbClr val="B1C4D5"/>
            </a:solidFill>
            <a:ln>
              <a:noFill/>
            </a:ln>
          </p:spPr>
        </p:sp>
        <p:sp>
          <p:nvSpPr>
            <p:cNvPr id="12635" name="Heatmap cell r48 c71"/>
            <p:cNvSpPr/>
            <p:nvPr/>
          </p:nvSpPr>
          <p:spPr>
            <a:xfrm>
              <a:off x="1299204" y="1285947"/>
              <a:ext cx="19034" cy="26609"/>
            </a:xfrm>
            <a:prstGeom prst="rect">
              <a:avLst/>
            </a:prstGeom>
            <a:solidFill>
              <a:srgbClr val="F0F5F8"/>
            </a:solidFill>
            <a:ln>
              <a:noFill/>
            </a:ln>
          </p:spPr>
        </p:sp>
        <p:sp>
          <p:nvSpPr>
            <p:cNvPr id="12636" name="Heatmap cell r48 c72"/>
            <p:cNvSpPr/>
            <p:nvPr/>
          </p:nvSpPr>
          <p:spPr>
            <a:xfrm>
              <a:off x="1318143" y="1285947"/>
              <a:ext cx="17140" cy="26609"/>
            </a:xfrm>
            <a:prstGeom prst="rect">
              <a:avLst/>
            </a:prstGeom>
            <a:solidFill>
              <a:srgbClr val="A6BAD0"/>
            </a:solidFill>
            <a:ln>
              <a:noFill/>
            </a:ln>
          </p:spPr>
        </p:sp>
        <p:sp>
          <p:nvSpPr>
            <p:cNvPr id="12637" name="Heatmap cell r48 c73"/>
            <p:cNvSpPr/>
            <p:nvPr/>
          </p:nvSpPr>
          <p:spPr>
            <a:xfrm>
              <a:off x="1335188" y="1285947"/>
              <a:ext cx="19034" cy="26609"/>
            </a:xfrm>
            <a:prstGeom prst="rect">
              <a:avLst/>
            </a:prstGeom>
            <a:solidFill>
              <a:srgbClr val="F5F7F9"/>
            </a:solidFill>
            <a:ln>
              <a:noFill/>
            </a:ln>
          </p:spPr>
        </p:sp>
        <p:sp>
          <p:nvSpPr>
            <p:cNvPr id="12638" name="Heatmap cell r48 c74"/>
            <p:cNvSpPr/>
            <p:nvPr/>
          </p:nvSpPr>
          <p:spPr>
            <a:xfrm>
              <a:off x="1354127" y="1285947"/>
              <a:ext cx="17140" cy="26609"/>
            </a:xfrm>
            <a:prstGeom prst="rect">
              <a:avLst/>
            </a:prstGeom>
            <a:solidFill>
              <a:srgbClr val="F8DDDF"/>
            </a:solidFill>
            <a:ln>
              <a:noFill/>
            </a:ln>
          </p:spPr>
        </p:sp>
        <p:sp>
          <p:nvSpPr>
            <p:cNvPr id="12639" name="Heatmap cell r48 c75"/>
            <p:cNvSpPr/>
            <p:nvPr/>
          </p:nvSpPr>
          <p:spPr>
            <a:xfrm>
              <a:off x="1371172" y="1285947"/>
              <a:ext cx="19034" cy="26609"/>
            </a:xfrm>
            <a:prstGeom prst="rect">
              <a:avLst/>
            </a:prstGeom>
            <a:solidFill>
              <a:srgbClr val="F8DEE0"/>
            </a:solidFill>
            <a:ln>
              <a:noFill/>
            </a:ln>
          </p:spPr>
        </p:sp>
        <p:sp>
          <p:nvSpPr>
            <p:cNvPr id="12640" name="Heatmap cell r48 c76"/>
            <p:cNvSpPr/>
            <p:nvPr/>
          </p:nvSpPr>
          <p:spPr>
            <a:xfrm>
              <a:off x="1390110" y="1285947"/>
              <a:ext cx="19034" cy="26609"/>
            </a:xfrm>
            <a:prstGeom prst="rect">
              <a:avLst/>
            </a:prstGeom>
            <a:solidFill>
              <a:srgbClr val="C5D2DF"/>
            </a:solidFill>
            <a:ln>
              <a:noFill/>
            </a:ln>
          </p:spPr>
        </p:sp>
        <p:sp>
          <p:nvSpPr>
            <p:cNvPr id="12641" name="Heatmap cell r48 c77"/>
            <p:cNvSpPr/>
            <p:nvPr/>
          </p:nvSpPr>
          <p:spPr>
            <a:xfrm>
              <a:off x="1409049" y="1285947"/>
              <a:ext cx="17140" cy="26609"/>
            </a:xfrm>
            <a:prstGeom prst="rect">
              <a:avLst/>
            </a:prstGeom>
            <a:solidFill>
              <a:srgbClr val="FBF1F3"/>
            </a:solidFill>
            <a:ln>
              <a:noFill/>
            </a:ln>
          </p:spPr>
        </p:sp>
        <p:sp>
          <p:nvSpPr>
            <p:cNvPr id="12642" name="Heatmap cell r48 c78"/>
            <p:cNvSpPr/>
            <p:nvPr/>
          </p:nvSpPr>
          <p:spPr>
            <a:xfrm>
              <a:off x="1426094" y="1285947"/>
              <a:ext cx="19034" cy="26609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12643" name="Heatmap cell r48 c79"/>
            <p:cNvSpPr/>
            <p:nvPr/>
          </p:nvSpPr>
          <p:spPr>
            <a:xfrm>
              <a:off x="1445033" y="1285947"/>
              <a:ext cx="17140" cy="26609"/>
            </a:xfrm>
            <a:prstGeom prst="rect">
              <a:avLst/>
            </a:prstGeom>
            <a:solidFill>
              <a:srgbClr val="EDADB4"/>
            </a:solidFill>
            <a:ln>
              <a:noFill/>
            </a:ln>
          </p:spPr>
        </p:sp>
        <p:sp>
          <p:nvSpPr>
            <p:cNvPr id="12644" name="Heatmap cell r48 c80"/>
            <p:cNvSpPr/>
            <p:nvPr/>
          </p:nvSpPr>
          <p:spPr>
            <a:xfrm>
              <a:off x="1462078" y="1285947"/>
              <a:ext cx="19034" cy="26609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12645" name="Heatmap cell r48 c81"/>
            <p:cNvSpPr/>
            <p:nvPr/>
          </p:nvSpPr>
          <p:spPr>
            <a:xfrm>
              <a:off x="1481017" y="1285947"/>
              <a:ext cx="17140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12646" name="Heatmap cell r48 c82"/>
            <p:cNvSpPr/>
            <p:nvPr/>
          </p:nvSpPr>
          <p:spPr>
            <a:xfrm>
              <a:off x="1498062" y="1285947"/>
              <a:ext cx="19034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12647" name="Heatmap cell r48 c83"/>
            <p:cNvSpPr/>
            <p:nvPr/>
          </p:nvSpPr>
          <p:spPr>
            <a:xfrm>
              <a:off x="1517001" y="1285947"/>
              <a:ext cx="17140" cy="26609"/>
            </a:xfrm>
            <a:prstGeom prst="rect">
              <a:avLst/>
            </a:prstGeom>
            <a:solidFill>
              <a:srgbClr val="6689AE"/>
            </a:solidFill>
            <a:ln>
              <a:noFill/>
            </a:ln>
          </p:spPr>
        </p:sp>
        <p:sp>
          <p:nvSpPr>
            <p:cNvPr id="12648" name="Heatmap cell r48 c84"/>
            <p:cNvSpPr/>
            <p:nvPr/>
          </p:nvSpPr>
          <p:spPr>
            <a:xfrm>
              <a:off x="1534046" y="1285947"/>
              <a:ext cx="19034" cy="26609"/>
            </a:xfrm>
            <a:prstGeom prst="rect">
              <a:avLst/>
            </a:prstGeom>
            <a:solidFill>
              <a:srgbClr val="C6D4E1"/>
            </a:solidFill>
            <a:ln>
              <a:noFill/>
            </a:ln>
          </p:spPr>
        </p:sp>
        <p:sp>
          <p:nvSpPr>
            <p:cNvPr id="12649" name="Heatmap cell r48 c86"/>
            <p:cNvSpPr/>
            <p:nvPr/>
          </p:nvSpPr>
          <p:spPr>
            <a:xfrm>
              <a:off x="1570029" y="1285947"/>
              <a:ext cx="19034" cy="26609"/>
            </a:xfrm>
            <a:prstGeom prst="rect">
              <a:avLst/>
            </a:prstGeom>
            <a:solidFill>
              <a:srgbClr val="F8DEE0"/>
            </a:solidFill>
            <a:ln>
              <a:noFill/>
            </a:ln>
          </p:spPr>
        </p:sp>
        <p:sp>
          <p:nvSpPr>
            <p:cNvPr id="12650" name="Heatmap cell r48 c87"/>
            <p:cNvSpPr/>
            <p:nvPr/>
          </p:nvSpPr>
          <p:spPr>
            <a:xfrm>
              <a:off x="1588968" y="1285947"/>
              <a:ext cx="17140" cy="26609"/>
            </a:xfrm>
            <a:prstGeom prst="rect">
              <a:avLst/>
            </a:prstGeom>
            <a:solidFill>
              <a:srgbClr val="E7EBF1"/>
            </a:solidFill>
            <a:ln>
              <a:noFill/>
            </a:ln>
          </p:spPr>
        </p:sp>
        <p:sp>
          <p:nvSpPr>
            <p:cNvPr id="12651" name="Heatmap cell r48 c88"/>
            <p:cNvSpPr/>
            <p:nvPr/>
          </p:nvSpPr>
          <p:spPr>
            <a:xfrm>
              <a:off x="1606013" y="1285947"/>
              <a:ext cx="19034" cy="26609"/>
            </a:xfrm>
            <a:prstGeom prst="rect">
              <a:avLst/>
            </a:prstGeom>
            <a:solidFill>
              <a:srgbClr val="F7D7DB"/>
            </a:solidFill>
            <a:ln>
              <a:noFill/>
            </a:ln>
          </p:spPr>
        </p:sp>
        <p:sp>
          <p:nvSpPr>
            <p:cNvPr id="12652" name="Heatmap cell r48 c89"/>
            <p:cNvSpPr/>
            <p:nvPr/>
          </p:nvSpPr>
          <p:spPr>
            <a:xfrm>
              <a:off x="1624952" y="1285947"/>
              <a:ext cx="19034" cy="26609"/>
            </a:xfrm>
            <a:prstGeom prst="rect">
              <a:avLst/>
            </a:prstGeom>
            <a:solidFill>
              <a:srgbClr val="F5D1D4"/>
            </a:solidFill>
            <a:ln>
              <a:noFill/>
            </a:ln>
          </p:spPr>
        </p:sp>
        <p:sp>
          <p:nvSpPr>
            <p:cNvPr id="12653" name="Heatmap cell r48 c90"/>
            <p:cNvSpPr/>
            <p:nvPr/>
          </p:nvSpPr>
          <p:spPr>
            <a:xfrm>
              <a:off x="1643891" y="1285947"/>
              <a:ext cx="17140" cy="26609"/>
            </a:xfrm>
            <a:prstGeom prst="rect">
              <a:avLst/>
            </a:prstGeom>
            <a:solidFill>
              <a:srgbClr val="ABC0D2"/>
            </a:solidFill>
            <a:ln>
              <a:noFill/>
            </a:ln>
          </p:spPr>
        </p:sp>
        <p:sp>
          <p:nvSpPr>
            <p:cNvPr id="12654" name="Heatmap cell r48 c93"/>
            <p:cNvSpPr/>
            <p:nvPr/>
          </p:nvSpPr>
          <p:spPr>
            <a:xfrm>
              <a:off x="1696920" y="1285947"/>
              <a:ext cx="19034" cy="26609"/>
            </a:xfrm>
            <a:prstGeom prst="rect">
              <a:avLst/>
            </a:prstGeom>
            <a:solidFill>
              <a:srgbClr val="D5DFEA"/>
            </a:solidFill>
            <a:ln>
              <a:noFill/>
            </a:ln>
          </p:spPr>
        </p:sp>
        <p:sp>
          <p:nvSpPr>
            <p:cNvPr id="12655" name="Heatmap cell r48 c94"/>
            <p:cNvSpPr/>
            <p:nvPr/>
          </p:nvSpPr>
          <p:spPr>
            <a:xfrm>
              <a:off x="1715858" y="1285947"/>
              <a:ext cx="17140" cy="26609"/>
            </a:xfrm>
            <a:prstGeom prst="rect">
              <a:avLst/>
            </a:prstGeom>
            <a:solidFill>
              <a:srgbClr val="8AA7C2"/>
            </a:solidFill>
            <a:ln>
              <a:noFill/>
            </a:ln>
          </p:spPr>
        </p:sp>
        <p:sp>
          <p:nvSpPr>
            <p:cNvPr id="12656" name="Heatmap cell r48 c95"/>
            <p:cNvSpPr/>
            <p:nvPr/>
          </p:nvSpPr>
          <p:spPr>
            <a:xfrm>
              <a:off x="1732903" y="1285947"/>
              <a:ext cx="19034" cy="26609"/>
            </a:xfrm>
            <a:prstGeom prst="rect">
              <a:avLst/>
            </a:prstGeom>
            <a:solidFill>
              <a:srgbClr val="F6D4D7"/>
            </a:solidFill>
            <a:ln>
              <a:noFill/>
            </a:ln>
          </p:spPr>
        </p:sp>
        <p:sp>
          <p:nvSpPr>
            <p:cNvPr id="12657" name="Heatmap cell r48 c97"/>
            <p:cNvSpPr/>
            <p:nvPr/>
          </p:nvSpPr>
          <p:spPr>
            <a:xfrm>
              <a:off x="1768887" y="1285947"/>
              <a:ext cx="19034" cy="26609"/>
            </a:xfrm>
            <a:prstGeom prst="rect">
              <a:avLst/>
            </a:prstGeom>
            <a:solidFill>
              <a:srgbClr val="FBF3F4"/>
            </a:solidFill>
            <a:ln>
              <a:noFill/>
            </a:ln>
          </p:spPr>
        </p:sp>
        <p:sp>
          <p:nvSpPr>
            <p:cNvPr id="12658" name="Heatmap cell r48 c98"/>
            <p:cNvSpPr/>
            <p:nvPr/>
          </p:nvSpPr>
          <p:spPr>
            <a:xfrm>
              <a:off x="1787826" y="1285947"/>
              <a:ext cx="17140" cy="26609"/>
            </a:xfrm>
            <a:prstGeom prst="rect">
              <a:avLst/>
            </a:prstGeom>
            <a:solidFill>
              <a:srgbClr val="CCD7E3"/>
            </a:solidFill>
            <a:ln>
              <a:noFill/>
            </a:ln>
          </p:spPr>
        </p:sp>
        <p:sp>
          <p:nvSpPr>
            <p:cNvPr id="12659" name="Heatmap cell r48 c99"/>
            <p:cNvSpPr/>
            <p:nvPr/>
          </p:nvSpPr>
          <p:spPr>
            <a:xfrm>
              <a:off x="1804871" y="1285947"/>
              <a:ext cx="19034" cy="26609"/>
            </a:xfrm>
            <a:prstGeom prst="rect">
              <a:avLst/>
            </a:prstGeom>
            <a:solidFill>
              <a:srgbClr val="F7DADC"/>
            </a:solidFill>
            <a:ln>
              <a:noFill/>
            </a:ln>
          </p:spPr>
        </p:sp>
        <p:sp>
          <p:nvSpPr>
            <p:cNvPr id="12660" name="Heatmap cell r48 c100"/>
            <p:cNvSpPr/>
            <p:nvPr/>
          </p:nvSpPr>
          <p:spPr>
            <a:xfrm>
              <a:off x="1823810" y="1285947"/>
              <a:ext cx="17140" cy="26609"/>
            </a:xfrm>
            <a:prstGeom prst="rect">
              <a:avLst/>
            </a:prstGeom>
            <a:solidFill>
              <a:srgbClr val="D7E1EB"/>
            </a:solidFill>
            <a:ln>
              <a:noFill/>
            </a:ln>
          </p:spPr>
        </p:sp>
        <p:sp>
          <p:nvSpPr>
            <p:cNvPr id="12661" name="Heatmap cell r48 c101"/>
            <p:cNvSpPr/>
            <p:nvPr/>
          </p:nvSpPr>
          <p:spPr>
            <a:xfrm>
              <a:off x="1840855" y="1285947"/>
              <a:ext cx="19034" cy="26609"/>
            </a:xfrm>
            <a:prstGeom prst="rect">
              <a:avLst/>
            </a:prstGeom>
            <a:solidFill>
              <a:srgbClr val="9FB7CD"/>
            </a:solidFill>
            <a:ln>
              <a:noFill/>
            </a:ln>
          </p:spPr>
        </p:sp>
        <p:sp>
          <p:nvSpPr>
            <p:cNvPr id="12662" name="Heatmap cell r48 c102"/>
            <p:cNvSpPr/>
            <p:nvPr/>
          </p:nvSpPr>
          <p:spPr>
            <a:xfrm>
              <a:off x="1859794" y="1285947"/>
              <a:ext cx="19034" cy="26609"/>
            </a:xfrm>
            <a:prstGeom prst="rect">
              <a:avLst/>
            </a:prstGeom>
            <a:solidFill>
              <a:srgbClr val="E9979F"/>
            </a:solidFill>
            <a:ln>
              <a:noFill/>
            </a:ln>
          </p:spPr>
        </p:sp>
        <p:sp>
          <p:nvSpPr>
            <p:cNvPr id="12663" name="Heatmap cell r48 c103"/>
            <p:cNvSpPr/>
            <p:nvPr/>
          </p:nvSpPr>
          <p:spPr>
            <a:xfrm>
              <a:off x="1878732" y="1285947"/>
              <a:ext cx="17140" cy="26609"/>
            </a:xfrm>
            <a:prstGeom prst="rect">
              <a:avLst/>
            </a:prstGeom>
            <a:solidFill>
              <a:srgbClr val="DEE6EC"/>
            </a:solidFill>
            <a:ln>
              <a:noFill/>
            </a:ln>
          </p:spPr>
        </p:sp>
        <p:sp>
          <p:nvSpPr>
            <p:cNvPr id="12664" name="Heatmap cell r48 c104"/>
            <p:cNvSpPr/>
            <p:nvPr/>
          </p:nvSpPr>
          <p:spPr>
            <a:xfrm>
              <a:off x="1895777" y="1285947"/>
              <a:ext cx="19034" cy="26609"/>
            </a:xfrm>
            <a:prstGeom prst="rect">
              <a:avLst/>
            </a:prstGeom>
            <a:solidFill>
              <a:srgbClr val="FBF3F4"/>
            </a:solidFill>
            <a:ln>
              <a:noFill/>
            </a:ln>
          </p:spPr>
        </p:sp>
        <p:sp>
          <p:nvSpPr>
            <p:cNvPr id="12665" name="Heatmap cell r48 c105"/>
            <p:cNvSpPr/>
            <p:nvPr/>
          </p:nvSpPr>
          <p:spPr>
            <a:xfrm>
              <a:off x="1914716" y="1285947"/>
              <a:ext cx="17140" cy="26609"/>
            </a:xfrm>
            <a:prstGeom prst="rect">
              <a:avLst/>
            </a:prstGeom>
            <a:solidFill>
              <a:srgbClr val="17417E"/>
            </a:solidFill>
            <a:ln>
              <a:noFill/>
            </a:ln>
          </p:spPr>
        </p:sp>
        <p:sp>
          <p:nvSpPr>
            <p:cNvPr id="12666" name="Heatmap cell r48 c106"/>
            <p:cNvSpPr/>
            <p:nvPr/>
          </p:nvSpPr>
          <p:spPr>
            <a:xfrm>
              <a:off x="1931761" y="1285947"/>
              <a:ext cx="19034" cy="26609"/>
            </a:xfrm>
            <a:prstGeom prst="rect">
              <a:avLst/>
            </a:prstGeom>
            <a:solidFill>
              <a:srgbClr val="F9E8E9"/>
            </a:solidFill>
            <a:ln>
              <a:noFill/>
            </a:ln>
          </p:spPr>
        </p:sp>
        <p:sp>
          <p:nvSpPr>
            <p:cNvPr id="12667" name="Heatmap cell r48 c107"/>
            <p:cNvSpPr/>
            <p:nvPr/>
          </p:nvSpPr>
          <p:spPr>
            <a:xfrm>
              <a:off x="1950700" y="1285947"/>
              <a:ext cx="17140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12668" name="Heatmap cell r48 c108"/>
            <p:cNvSpPr/>
            <p:nvPr/>
          </p:nvSpPr>
          <p:spPr>
            <a:xfrm>
              <a:off x="1967745" y="1285947"/>
              <a:ext cx="19034" cy="26609"/>
            </a:xfrm>
            <a:prstGeom prst="rect">
              <a:avLst/>
            </a:prstGeom>
            <a:solidFill>
              <a:srgbClr val="DFE7ED"/>
            </a:solidFill>
            <a:ln>
              <a:noFill/>
            </a:ln>
          </p:spPr>
        </p:sp>
        <p:sp>
          <p:nvSpPr>
            <p:cNvPr id="12669" name="Heatmap cell r48 c109"/>
            <p:cNvSpPr/>
            <p:nvPr/>
          </p:nvSpPr>
          <p:spPr>
            <a:xfrm>
              <a:off x="1986684" y="1285947"/>
              <a:ext cx="17140" cy="26609"/>
            </a:xfrm>
            <a:prstGeom prst="rect">
              <a:avLst/>
            </a:prstGeom>
            <a:solidFill>
              <a:srgbClr val="D9E1EB"/>
            </a:solidFill>
            <a:ln>
              <a:noFill/>
            </a:ln>
          </p:spPr>
        </p:sp>
        <p:sp>
          <p:nvSpPr>
            <p:cNvPr id="12670" name="Heatmap cell r48 c110"/>
            <p:cNvSpPr/>
            <p:nvPr/>
          </p:nvSpPr>
          <p:spPr>
            <a:xfrm>
              <a:off x="2003729" y="1285947"/>
              <a:ext cx="19034" cy="26609"/>
            </a:xfrm>
            <a:prstGeom prst="rect">
              <a:avLst/>
            </a:prstGeom>
            <a:solidFill>
              <a:srgbClr val="F8E3E6"/>
            </a:solidFill>
            <a:ln>
              <a:noFill/>
            </a:ln>
          </p:spPr>
        </p:sp>
        <p:sp>
          <p:nvSpPr>
            <p:cNvPr id="12671" name="Heatmap cell r48 c111"/>
            <p:cNvSpPr/>
            <p:nvPr/>
          </p:nvSpPr>
          <p:spPr>
            <a:xfrm>
              <a:off x="2022668" y="1285947"/>
              <a:ext cx="17140" cy="26609"/>
            </a:xfrm>
            <a:prstGeom prst="rect">
              <a:avLst/>
            </a:prstGeom>
            <a:solidFill>
              <a:srgbClr val="C7D4E1"/>
            </a:solidFill>
            <a:ln>
              <a:noFill/>
            </a:ln>
          </p:spPr>
        </p:sp>
        <p:sp>
          <p:nvSpPr>
            <p:cNvPr id="12672" name="Heatmap cell r48 c112"/>
            <p:cNvSpPr/>
            <p:nvPr/>
          </p:nvSpPr>
          <p:spPr>
            <a:xfrm>
              <a:off x="2039712" y="1285947"/>
              <a:ext cx="19034" cy="26609"/>
            </a:xfrm>
            <a:prstGeom prst="rect">
              <a:avLst/>
            </a:prstGeom>
            <a:solidFill>
              <a:srgbClr val="DFE6ED"/>
            </a:solidFill>
            <a:ln>
              <a:noFill/>
            </a:ln>
          </p:spPr>
        </p:sp>
        <p:sp>
          <p:nvSpPr>
            <p:cNvPr id="12673" name="Heatmap cell r48 c113"/>
            <p:cNvSpPr/>
            <p:nvPr/>
          </p:nvSpPr>
          <p:spPr>
            <a:xfrm>
              <a:off x="2058651" y="1285947"/>
              <a:ext cx="17140" cy="26609"/>
            </a:xfrm>
            <a:prstGeom prst="rect">
              <a:avLst/>
            </a:prstGeom>
            <a:solidFill>
              <a:srgbClr val="809EBB"/>
            </a:solidFill>
            <a:ln>
              <a:noFill/>
            </a:ln>
          </p:spPr>
        </p:sp>
        <p:sp>
          <p:nvSpPr>
            <p:cNvPr id="12674" name="Heatmap cell r48 c114"/>
            <p:cNvSpPr/>
            <p:nvPr/>
          </p:nvSpPr>
          <p:spPr>
            <a:xfrm>
              <a:off x="2075696" y="1285947"/>
              <a:ext cx="19034" cy="26609"/>
            </a:xfrm>
            <a:prstGeom prst="rect">
              <a:avLst/>
            </a:prstGeom>
            <a:solidFill>
              <a:srgbClr val="BDCEDD"/>
            </a:solidFill>
            <a:ln>
              <a:noFill/>
            </a:ln>
          </p:spPr>
        </p:sp>
        <p:sp>
          <p:nvSpPr>
            <p:cNvPr id="12675" name="Heatmap cell r48 c115"/>
            <p:cNvSpPr/>
            <p:nvPr/>
          </p:nvSpPr>
          <p:spPr>
            <a:xfrm>
              <a:off x="2094635" y="1285947"/>
              <a:ext cx="19034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12676" name="Heatmap cell r48 c116"/>
            <p:cNvSpPr/>
            <p:nvPr/>
          </p:nvSpPr>
          <p:spPr>
            <a:xfrm>
              <a:off x="2113574" y="1285947"/>
              <a:ext cx="17140" cy="26609"/>
            </a:xfrm>
            <a:prstGeom prst="rect">
              <a:avLst/>
            </a:prstGeom>
            <a:solidFill>
              <a:srgbClr val="F4CCD1"/>
            </a:solidFill>
            <a:ln>
              <a:noFill/>
            </a:ln>
          </p:spPr>
        </p:sp>
        <p:sp>
          <p:nvSpPr>
            <p:cNvPr id="12677" name="Heatmap cell r48 c117"/>
            <p:cNvSpPr/>
            <p:nvPr/>
          </p:nvSpPr>
          <p:spPr>
            <a:xfrm>
              <a:off x="2130619" y="1285947"/>
              <a:ext cx="19034" cy="26609"/>
            </a:xfrm>
            <a:prstGeom prst="rect">
              <a:avLst/>
            </a:prstGeom>
            <a:solidFill>
              <a:srgbClr val="F9E8E9"/>
            </a:solidFill>
            <a:ln>
              <a:noFill/>
            </a:ln>
          </p:spPr>
        </p:sp>
        <p:sp>
          <p:nvSpPr>
            <p:cNvPr id="12678" name="Heatmap cell r48 c119"/>
            <p:cNvSpPr/>
            <p:nvPr/>
          </p:nvSpPr>
          <p:spPr>
            <a:xfrm>
              <a:off x="2166603" y="1285947"/>
              <a:ext cx="19034" cy="26609"/>
            </a:xfrm>
            <a:prstGeom prst="rect">
              <a:avLst/>
            </a:prstGeom>
            <a:solidFill>
              <a:srgbClr val="F4CED1"/>
            </a:solidFill>
            <a:ln>
              <a:noFill/>
            </a:ln>
          </p:spPr>
        </p:sp>
        <p:sp>
          <p:nvSpPr>
            <p:cNvPr id="12679" name="Heatmap cell r48 c120"/>
            <p:cNvSpPr/>
            <p:nvPr/>
          </p:nvSpPr>
          <p:spPr>
            <a:xfrm>
              <a:off x="2185542" y="1285947"/>
              <a:ext cx="17140" cy="26609"/>
            </a:xfrm>
            <a:prstGeom prst="rect">
              <a:avLst/>
            </a:prstGeom>
            <a:solidFill>
              <a:srgbClr val="B3C5D6"/>
            </a:solidFill>
            <a:ln>
              <a:noFill/>
            </a:ln>
          </p:spPr>
        </p:sp>
        <p:sp>
          <p:nvSpPr>
            <p:cNvPr id="12680" name="Heatmap cell r48 c121"/>
            <p:cNvSpPr/>
            <p:nvPr/>
          </p:nvSpPr>
          <p:spPr>
            <a:xfrm>
              <a:off x="2202586" y="1285947"/>
              <a:ext cx="19034" cy="26609"/>
            </a:xfrm>
            <a:prstGeom prst="rect">
              <a:avLst/>
            </a:prstGeom>
            <a:solidFill>
              <a:srgbClr val="EBA3AB"/>
            </a:solidFill>
            <a:ln>
              <a:noFill/>
            </a:ln>
          </p:spPr>
        </p:sp>
        <p:sp>
          <p:nvSpPr>
            <p:cNvPr id="12681" name="Heatmap cell r48 c122"/>
            <p:cNvSpPr/>
            <p:nvPr/>
          </p:nvSpPr>
          <p:spPr>
            <a:xfrm>
              <a:off x="2221525" y="1285947"/>
              <a:ext cx="17140" cy="26609"/>
            </a:xfrm>
            <a:prstGeom prst="rect">
              <a:avLst/>
            </a:prstGeom>
            <a:solidFill>
              <a:srgbClr val="DDE4EC"/>
            </a:solidFill>
            <a:ln>
              <a:noFill/>
            </a:ln>
          </p:spPr>
        </p:sp>
        <p:sp>
          <p:nvSpPr>
            <p:cNvPr id="12682" name="Heatmap cell r48 c123"/>
            <p:cNvSpPr/>
            <p:nvPr/>
          </p:nvSpPr>
          <p:spPr>
            <a:xfrm>
              <a:off x="2238570" y="1285947"/>
              <a:ext cx="19034" cy="26609"/>
            </a:xfrm>
            <a:prstGeom prst="rect">
              <a:avLst/>
            </a:prstGeom>
            <a:solidFill>
              <a:srgbClr val="F3C9CE"/>
            </a:solidFill>
            <a:ln>
              <a:noFill/>
            </a:ln>
          </p:spPr>
        </p:sp>
        <p:sp>
          <p:nvSpPr>
            <p:cNvPr id="12683" name="Heatmap cell r48 c124"/>
            <p:cNvSpPr/>
            <p:nvPr/>
          </p:nvSpPr>
          <p:spPr>
            <a:xfrm>
              <a:off x="2257509" y="1285947"/>
              <a:ext cx="17140" cy="26609"/>
            </a:xfrm>
            <a:prstGeom prst="rect">
              <a:avLst/>
            </a:prstGeom>
            <a:solidFill>
              <a:srgbClr val="D9E1EB"/>
            </a:solidFill>
            <a:ln>
              <a:noFill/>
            </a:ln>
          </p:spPr>
        </p:sp>
        <p:sp>
          <p:nvSpPr>
            <p:cNvPr id="12684" name="Heatmap cell r48 c125"/>
            <p:cNvSpPr/>
            <p:nvPr/>
          </p:nvSpPr>
          <p:spPr>
            <a:xfrm>
              <a:off x="2274554" y="1285947"/>
              <a:ext cx="19034" cy="26609"/>
            </a:xfrm>
            <a:prstGeom prst="rect">
              <a:avLst/>
            </a:prstGeom>
            <a:solidFill>
              <a:srgbClr val="EFB8BC"/>
            </a:solidFill>
            <a:ln>
              <a:noFill/>
            </a:ln>
          </p:spPr>
        </p:sp>
        <p:sp>
          <p:nvSpPr>
            <p:cNvPr id="12685" name="Heatmap cell r48 c126"/>
            <p:cNvSpPr/>
            <p:nvPr/>
          </p:nvSpPr>
          <p:spPr>
            <a:xfrm>
              <a:off x="2293493" y="1285947"/>
              <a:ext cx="17140" cy="26609"/>
            </a:xfrm>
            <a:prstGeom prst="rect">
              <a:avLst/>
            </a:prstGeom>
            <a:solidFill>
              <a:srgbClr val="FDF9FA"/>
            </a:solidFill>
            <a:ln>
              <a:noFill/>
            </a:ln>
          </p:spPr>
        </p:sp>
        <p:sp>
          <p:nvSpPr>
            <p:cNvPr id="12686" name="Heatmap cell r48 c127"/>
            <p:cNvSpPr/>
            <p:nvPr/>
          </p:nvSpPr>
          <p:spPr>
            <a:xfrm>
              <a:off x="2310538" y="1285947"/>
              <a:ext cx="19034" cy="26609"/>
            </a:xfrm>
            <a:prstGeom prst="rect">
              <a:avLst/>
            </a:prstGeom>
            <a:solidFill>
              <a:srgbClr val="F8DDDF"/>
            </a:solidFill>
            <a:ln>
              <a:noFill/>
            </a:ln>
          </p:spPr>
        </p:sp>
        <p:sp>
          <p:nvSpPr>
            <p:cNvPr id="12687" name="Heatmap cell r48 c128"/>
            <p:cNvSpPr/>
            <p:nvPr/>
          </p:nvSpPr>
          <p:spPr>
            <a:xfrm>
              <a:off x="2329477" y="1285947"/>
              <a:ext cx="19034" cy="26609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12688" name="Heatmap cell r48 c129"/>
            <p:cNvSpPr/>
            <p:nvPr/>
          </p:nvSpPr>
          <p:spPr>
            <a:xfrm>
              <a:off x="2348416" y="1285947"/>
              <a:ext cx="17140" cy="26609"/>
            </a:xfrm>
            <a:prstGeom prst="rect">
              <a:avLst/>
            </a:prstGeom>
            <a:solidFill>
              <a:srgbClr val="F2C8CD"/>
            </a:solidFill>
            <a:ln>
              <a:noFill/>
            </a:ln>
          </p:spPr>
        </p:sp>
        <p:sp>
          <p:nvSpPr>
            <p:cNvPr id="12689" name="Heatmap cell r48 c130"/>
            <p:cNvSpPr/>
            <p:nvPr/>
          </p:nvSpPr>
          <p:spPr>
            <a:xfrm>
              <a:off x="2365460" y="1285947"/>
              <a:ext cx="19034" cy="26609"/>
            </a:xfrm>
            <a:prstGeom prst="rect">
              <a:avLst/>
            </a:prstGeom>
            <a:solidFill>
              <a:srgbClr val="F5CFD2"/>
            </a:solidFill>
            <a:ln>
              <a:noFill/>
            </a:ln>
          </p:spPr>
        </p:sp>
        <p:sp>
          <p:nvSpPr>
            <p:cNvPr id="12690" name="Heatmap cell r48 c131"/>
            <p:cNvSpPr/>
            <p:nvPr/>
          </p:nvSpPr>
          <p:spPr>
            <a:xfrm>
              <a:off x="2384399" y="1285947"/>
              <a:ext cx="17140" cy="26609"/>
            </a:xfrm>
            <a:prstGeom prst="rect">
              <a:avLst/>
            </a:prstGeom>
            <a:solidFill>
              <a:srgbClr val="527BA3"/>
            </a:solidFill>
            <a:ln>
              <a:noFill/>
            </a:ln>
          </p:spPr>
        </p:sp>
        <p:sp>
          <p:nvSpPr>
            <p:cNvPr id="12691" name="Heatmap cell r48 c132"/>
            <p:cNvSpPr/>
            <p:nvPr/>
          </p:nvSpPr>
          <p:spPr>
            <a:xfrm>
              <a:off x="2401444" y="1285947"/>
              <a:ext cx="19034" cy="26609"/>
            </a:xfrm>
            <a:prstGeom prst="rect">
              <a:avLst/>
            </a:prstGeom>
            <a:solidFill>
              <a:srgbClr val="DDE4EC"/>
            </a:solidFill>
            <a:ln>
              <a:noFill/>
            </a:ln>
          </p:spPr>
        </p:sp>
        <p:sp>
          <p:nvSpPr>
            <p:cNvPr id="12692" name="Heatmap cell r48 c133"/>
            <p:cNvSpPr/>
            <p:nvPr/>
          </p:nvSpPr>
          <p:spPr>
            <a:xfrm>
              <a:off x="2420383" y="1285947"/>
              <a:ext cx="17140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12693" name="Heatmap cell r48 c134"/>
            <p:cNvSpPr/>
            <p:nvPr/>
          </p:nvSpPr>
          <p:spPr>
            <a:xfrm>
              <a:off x="2437428" y="1285947"/>
              <a:ext cx="19034" cy="26609"/>
            </a:xfrm>
            <a:prstGeom prst="rect">
              <a:avLst/>
            </a:prstGeom>
            <a:solidFill>
              <a:srgbClr val="CDD9E3"/>
            </a:solidFill>
            <a:ln>
              <a:noFill/>
            </a:ln>
          </p:spPr>
        </p:sp>
        <p:sp>
          <p:nvSpPr>
            <p:cNvPr id="12694" name="Heatmap cell r48 c135"/>
            <p:cNvSpPr/>
            <p:nvPr/>
          </p:nvSpPr>
          <p:spPr>
            <a:xfrm>
              <a:off x="2456367" y="1285947"/>
              <a:ext cx="17140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12695" name="Heatmap cell r48 c136"/>
            <p:cNvSpPr/>
            <p:nvPr/>
          </p:nvSpPr>
          <p:spPr>
            <a:xfrm>
              <a:off x="2473412" y="1285947"/>
              <a:ext cx="19034" cy="26609"/>
            </a:xfrm>
            <a:prstGeom prst="rect">
              <a:avLst/>
            </a:prstGeom>
            <a:solidFill>
              <a:srgbClr val="ADC2D4"/>
            </a:solidFill>
            <a:ln>
              <a:noFill/>
            </a:ln>
          </p:spPr>
        </p:sp>
        <p:sp>
          <p:nvSpPr>
            <p:cNvPr id="12696" name="Heatmap cell r48 c137"/>
            <p:cNvSpPr/>
            <p:nvPr/>
          </p:nvSpPr>
          <p:spPr>
            <a:xfrm>
              <a:off x="2492351" y="1285947"/>
              <a:ext cx="17140" cy="26609"/>
            </a:xfrm>
            <a:prstGeom prst="rect">
              <a:avLst/>
            </a:prstGeom>
            <a:solidFill>
              <a:srgbClr val="9AB1C9"/>
            </a:solidFill>
            <a:ln>
              <a:noFill/>
            </a:ln>
          </p:spPr>
        </p:sp>
        <p:sp>
          <p:nvSpPr>
            <p:cNvPr id="12697" name="Heatmap cell r48 c138"/>
            <p:cNvSpPr/>
            <p:nvPr/>
          </p:nvSpPr>
          <p:spPr>
            <a:xfrm>
              <a:off x="2509396" y="1285947"/>
              <a:ext cx="19034" cy="26609"/>
            </a:xfrm>
            <a:prstGeom prst="rect">
              <a:avLst/>
            </a:prstGeom>
            <a:solidFill>
              <a:srgbClr val="9EB5CC"/>
            </a:solidFill>
            <a:ln>
              <a:noFill/>
            </a:ln>
          </p:spPr>
        </p:sp>
        <p:sp>
          <p:nvSpPr>
            <p:cNvPr id="12698" name="Heatmap cell r48 c139"/>
            <p:cNvSpPr/>
            <p:nvPr/>
          </p:nvSpPr>
          <p:spPr>
            <a:xfrm>
              <a:off x="2528334" y="1285947"/>
              <a:ext cx="17140" cy="26609"/>
            </a:xfrm>
            <a:prstGeom prst="rect">
              <a:avLst/>
            </a:prstGeom>
            <a:solidFill>
              <a:srgbClr val="F1C3C8"/>
            </a:solidFill>
            <a:ln>
              <a:noFill/>
            </a:ln>
          </p:spPr>
        </p:sp>
        <p:sp>
          <p:nvSpPr>
            <p:cNvPr id="12699" name="Heatmap cell r48 c140"/>
            <p:cNvSpPr/>
            <p:nvPr/>
          </p:nvSpPr>
          <p:spPr>
            <a:xfrm>
              <a:off x="2545379" y="1285947"/>
              <a:ext cx="19034" cy="26609"/>
            </a:xfrm>
            <a:prstGeom prst="rect">
              <a:avLst/>
            </a:prstGeom>
            <a:solidFill>
              <a:srgbClr val="F8DEE0"/>
            </a:solidFill>
            <a:ln>
              <a:noFill/>
            </a:ln>
          </p:spPr>
        </p:sp>
        <p:sp>
          <p:nvSpPr>
            <p:cNvPr id="12700" name="Heatmap cell r48 c141"/>
            <p:cNvSpPr/>
            <p:nvPr/>
          </p:nvSpPr>
          <p:spPr>
            <a:xfrm>
              <a:off x="2564318" y="1285947"/>
              <a:ext cx="19034" cy="26609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12701" name="Heatmap cell r48 c142"/>
            <p:cNvSpPr/>
            <p:nvPr/>
          </p:nvSpPr>
          <p:spPr>
            <a:xfrm>
              <a:off x="2583257" y="1285947"/>
              <a:ext cx="17140" cy="26609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12702" name="Heatmap cell r48 c143"/>
            <p:cNvSpPr/>
            <p:nvPr/>
          </p:nvSpPr>
          <p:spPr>
            <a:xfrm>
              <a:off x="2600302" y="1285947"/>
              <a:ext cx="19034" cy="26609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12703" name="Heatmap cell r48 c144"/>
            <p:cNvSpPr/>
            <p:nvPr/>
          </p:nvSpPr>
          <p:spPr>
            <a:xfrm>
              <a:off x="2619241" y="1285947"/>
              <a:ext cx="17140" cy="26609"/>
            </a:xfrm>
            <a:prstGeom prst="rect">
              <a:avLst/>
            </a:prstGeom>
            <a:solidFill>
              <a:srgbClr val="EB9FA6"/>
            </a:solidFill>
            <a:ln>
              <a:noFill/>
            </a:ln>
          </p:spPr>
        </p:sp>
        <p:sp>
          <p:nvSpPr>
            <p:cNvPr id="12704" name="Heatmap cell r48 c145"/>
            <p:cNvSpPr/>
            <p:nvPr/>
          </p:nvSpPr>
          <p:spPr>
            <a:xfrm>
              <a:off x="2636286" y="1285947"/>
              <a:ext cx="19034" cy="26609"/>
            </a:xfrm>
            <a:prstGeom prst="rect">
              <a:avLst/>
            </a:prstGeom>
            <a:solidFill>
              <a:srgbClr val="D3DEE8"/>
            </a:solidFill>
            <a:ln>
              <a:noFill/>
            </a:ln>
          </p:spPr>
        </p:sp>
        <p:sp>
          <p:nvSpPr>
            <p:cNvPr id="12705" name="Heatmap cell r48 c146"/>
            <p:cNvSpPr/>
            <p:nvPr/>
          </p:nvSpPr>
          <p:spPr>
            <a:xfrm>
              <a:off x="2655225" y="1285947"/>
              <a:ext cx="17140" cy="26609"/>
            </a:xfrm>
            <a:prstGeom prst="rect">
              <a:avLst/>
            </a:prstGeom>
            <a:solidFill>
              <a:srgbClr val="FCF6F6"/>
            </a:solidFill>
            <a:ln>
              <a:noFill/>
            </a:ln>
          </p:spPr>
        </p:sp>
        <p:sp>
          <p:nvSpPr>
            <p:cNvPr id="12706" name="Heatmap cell r48 c147"/>
            <p:cNvSpPr/>
            <p:nvPr/>
          </p:nvSpPr>
          <p:spPr>
            <a:xfrm>
              <a:off x="2672270" y="1285947"/>
              <a:ext cx="19034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12707" name="Heatmap cell r48 c148"/>
            <p:cNvSpPr/>
            <p:nvPr/>
          </p:nvSpPr>
          <p:spPr>
            <a:xfrm>
              <a:off x="2691208" y="1285947"/>
              <a:ext cx="17140" cy="26609"/>
            </a:xfrm>
            <a:prstGeom prst="rect">
              <a:avLst/>
            </a:prstGeom>
            <a:solidFill>
              <a:srgbClr val="CFDBE6"/>
            </a:solidFill>
            <a:ln>
              <a:noFill/>
            </a:ln>
          </p:spPr>
        </p:sp>
        <p:sp>
          <p:nvSpPr>
            <p:cNvPr id="12708" name="Heatmap cell r48 c149"/>
            <p:cNvSpPr/>
            <p:nvPr/>
          </p:nvSpPr>
          <p:spPr>
            <a:xfrm>
              <a:off x="2708253" y="1285947"/>
              <a:ext cx="19034" cy="26609"/>
            </a:xfrm>
            <a:prstGeom prst="rect">
              <a:avLst/>
            </a:prstGeom>
            <a:solidFill>
              <a:srgbClr val="FCF8F9"/>
            </a:solidFill>
            <a:ln>
              <a:noFill/>
            </a:ln>
          </p:spPr>
        </p:sp>
        <p:sp>
          <p:nvSpPr>
            <p:cNvPr id="12709" name="Heatmap cell r48 c150"/>
            <p:cNvSpPr/>
            <p:nvPr/>
          </p:nvSpPr>
          <p:spPr>
            <a:xfrm>
              <a:off x="2727192" y="1285947"/>
              <a:ext cx="17140" cy="26609"/>
            </a:xfrm>
            <a:prstGeom prst="rect">
              <a:avLst/>
            </a:prstGeom>
            <a:solidFill>
              <a:srgbClr val="F3C5C8"/>
            </a:solidFill>
            <a:ln>
              <a:noFill/>
            </a:ln>
          </p:spPr>
        </p:sp>
        <p:sp>
          <p:nvSpPr>
            <p:cNvPr id="12710" name="Heatmap cell r48 c151"/>
            <p:cNvSpPr/>
            <p:nvPr/>
          </p:nvSpPr>
          <p:spPr>
            <a:xfrm>
              <a:off x="2744237" y="1285947"/>
              <a:ext cx="19034" cy="26609"/>
            </a:xfrm>
            <a:prstGeom prst="rect">
              <a:avLst/>
            </a:prstGeom>
            <a:solidFill>
              <a:srgbClr val="DFE6ED"/>
            </a:solidFill>
            <a:ln>
              <a:noFill/>
            </a:ln>
          </p:spPr>
        </p:sp>
        <p:sp>
          <p:nvSpPr>
            <p:cNvPr id="12711" name="Heatmap cell r48 c152"/>
            <p:cNvSpPr/>
            <p:nvPr/>
          </p:nvSpPr>
          <p:spPr>
            <a:xfrm>
              <a:off x="2763176" y="1285947"/>
              <a:ext cx="17140" cy="26609"/>
            </a:xfrm>
            <a:prstGeom prst="rect">
              <a:avLst/>
            </a:prstGeom>
            <a:solidFill>
              <a:srgbClr val="EDAFB5"/>
            </a:solidFill>
            <a:ln>
              <a:noFill/>
            </a:ln>
          </p:spPr>
        </p:sp>
        <p:sp>
          <p:nvSpPr>
            <p:cNvPr id="12712" name="Heatmap cell r48 c153"/>
            <p:cNvSpPr/>
            <p:nvPr/>
          </p:nvSpPr>
          <p:spPr>
            <a:xfrm>
              <a:off x="2780221" y="1285947"/>
              <a:ext cx="19034" cy="26609"/>
            </a:xfrm>
            <a:prstGeom prst="rect">
              <a:avLst/>
            </a:prstGeom>
            <a:solidFill>
              <a:srgbClr val="F8E4E7"/>
            </a:solidFill>
            <a:ln>
              <a:noFill/>
            </a:ln>
          </p:spPr>
        </p:sp>
        <p:sp>
          <p:nvSpPr>
            <p:cNvPr id="12713" name="Heatmap cell r48 c154"/>
            <p:cNvSpPr/>
            <p:nvPr/>
          </p:nvSpPr>
          <p:spPr>
            <a:xfrm>
              <a:off x="2799160" y="1285947"/>
              <a:ext cx="17140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12714" name="Heatmap cell r48 c155"/>
            <p:cNvSpPr/>
            <p:nvPr/>
          </p:nvSpPr>
          <p:spPr>
            <a:xfrm>
              <a:off x="2816205" y="1285947"/>
              <a:ext cx="19034" cy="26609"/>
            </a:xfrm>
            <a:prstGeom prst="rect">
              <a:avLst/>
            </a:prstGeom>
            <a:solidFill>
              <a:srgbClr val="EEF3F6"/>
            </a:solidFill>
            <a:ln>
              <a:noFill/>
            </a:ln>
          </p:spPr>
        </p:sp>
        <p:sp>
          <p:nvSpPr>
            <p:cNvPr id="12715" name="Heatmap cell r48 c156"/>
            <p:cNvSpPr/>
            <p:nvPr/>
          </p:nvSpPr>
          <p:spPr>
            <a:xfrm>
              <a:off x="2835144" y="1285947"/>
              <a:ext cx="19034" cy="26609"/>
            </a:xfrm>
            <a:prstGeom prst="rect">
              <a:avLst/>
            </a:prstGeom>
            <a:solidFill>
              <a:srgbClr val="EBA9AE"/>
            </a:solidFill>
            <a:ln>
              <a:noFill/>
            </a:ln>
          </p:spPr>
        </p:sp>
        <p:sp>
          <p:nvSpPr>
            <p:cNvPr id="12716" name="Heatmap cell r48 c157"/>
            <p:cNvSpPr/>
            <p:nvPr/>
          </p:nvSpPr>
          <p:spPr>
            <a:xfrm>
              <a:off x="2854082" y="1285947"/>
              <a:ext cx="17140" cy="26609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12717" name="Heatmap cell r48 c158"/>
            <p:cNvSpPr/>
            <p:nvPr/>
          </p:nvSpPr>
          <p:spPr>
            <a:xfrm>
              <a:off x="2871127" y="1285947"/>
              <a:ext cx="19034" cy="26609"/>
            </a:xfrm>
            <a:prstGeom prst="rect">
              <a:avLst/>
            </a:prstGeom>
            <a:solidFill>
              <a:srgbClr val="FAEEEF"/>
            </a:solidFill>
            <a:ln>
              <a:noFill/>
            </a:ln>
          </p:spPr>
        </p:sp>
        <p:sp>
          <p:nvSpPr>
            <p:cNvPr id="12718" name="Heatmap cell r48 c159"/>
            <p:cNvSpPr/>
            <p:nvPr/>
          </p:nvSpPr>
          <p:spPr>
            <a:xfrm>
              <a:off x="2890066" y="1285947"/>
              <a:ext cx="17140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12719" name="Heatmap cell r48 c160"/>
            <p:cNvSpPr/>
            <p:nvPr/>
          </p:nvSpPr>
          <p:spPr>
            <a:xfrm>
              <a:off x="2907111" y="1285947"/>
              <a:ext cx="19034" cy="26609"/>
            </a:xfrm>
            <a:prstGeom prst="rect">
              <a:avLst/>
            </a:prstGeom>
            <a:solidFill>
              <a:srgbClr val="FCF6F6"/>
            </a:solidFill>
            <a:ln>
              <a:noFill/>
            </a:ln>
          </p:spPr>
        </p:sp>
        <p:sp>
          <p:nvSpPr>
            <p:cNvPr id="12720" name="Heatmap cell r48 c161"/>
            <p:cNvSpPr/>
            <p:nvPr/>
          </p:nvSpPr>
          <p:spPr>
            <a:xfrm>
              <a:off x="2926050" y="1285947"/>
              <a:ext cx="17140" cy="26609"/>
            </a:xfrm>
            <a:prstGeom prst="rect">
              <a:avLst/>
            </a:prstGeom>
            <a:solidFill>
              <a:srgbClr val="F7DADC"/>
            </a:solidFill>
            <a:ln>
              <a:noFill/>
            </a:ln>
          </p:spPr>
        </p:sp>
        <p:sp>
          <p:nvSpPr>
            <p:cNvPr id="12721" name="Heatmap cell r48 c162"/>
            <p:cNvSpPr/>
            <p:nvPr/>
          </p:nvSpPr>
          <p:spPr>
            <a:xfrm>
              <a:off x="2943095" y="1285947"/>
              <a:ext cx="19034" cy="26609"/>
            </a:xfrm>
            <a:prstGeom prst="rect">
              <a:avLst/>
            </a:prstGeom>
            <a:solidFill>
              <a:srgbClr val="F7E2E4"/>
            </a:solidFill>
            <a:ln>
              <a:noFill/>
            </a:ln>
          </p:spPr>
        </p:sp>
        <p:sp>
          <p:nvSpPr>
            <p:cNvPr id="12722" name="Heatmap cell r48 c163"/>
            <p:cNvSpPr/>
            <p:nvPr/>
          </p:nvSpPr>
          <p:spPr>
            <a:xfrm>
              <a:off x="2962034" y="1285947"/>
              <a:ext cx="17140" cy="26609"/>
            </a:xfrm>
            <a:prstGeom prst="rect">
              <a:avLst/>
            </a:prstGeom>
            <a:solidFill>
              <a:srgbClr val="F8E3E6"/>
            </a:solidFill>
            <a:ln>
              <a:noFill/>
            </a:ln>
          </p:spPr>
        </p:sp>
        <p:sp>
          <p:nvSpPr>
            <p:cNvPr id="12723" name="Heatmap cell r48 c164"/>
            <p:cNvSpPr/>
            <p:nvPr/>
          </p:nvSpPr>
          <p:spPr>
            <a:xfrm>
              <a:off x="2979079" y="1285947"/>
              <a:ext cx="19034" cy="26609"/>
            </a:xfrm>
            <a:prstGeom prst="rect">
              <a:avLst/>
            </a:prstGeom>
            <a:solidFill>
              <a:srgbClr val="F8E6E8"/>
            </a:solidFill>
            <a:ln>
              <a:noFill/>
            </a:ln>
          </p:spPr>
        </p:sp>
        <p:sp>
          <p:nvSpPr>
            <p:cNvPr id="12724" name="Heatmap cell r48 c165"/>
            <p:cNvSpPr/>
            <p:nvPr/>
          </p:nvSpPr>
          <p:spPr>
            <a:xfrm>
              <a:off x="2998018" y="1285947"/>
              <a:ext cx="17140" cy="26609"/>
            </a:xfrm>
            <a:prstGeom prst="rect">
              <a:avLst/>
            </a:prstGeom>
            <a:solidFill>
              <a:srgbClr val="F8DBDD"/>
            </a:solidFill>
            <a:ln>
              <a:noFill/>
            </a:ln>
          </p:spPr>
        </p:sp>
        <p:sp>
          <p:nvSpPr>
            <p:cNvPr id="12725" name="Heatmap cell r48 c166"/>
            <p:cNvSpPr/>
            <p:nvPr/>
          </p:nvSpPr>
          <p:spPr>
            <a:xfrm>
              <a:off x="3015062" y="1285947"/>
              <a:ext cx="19034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12726" name="Heatmap cell r48 c167"/>
            <p:cNvSpPr/>
            <p:nvPr/>
          </p:nvSpPr>
          <p:spPr>
            <a:xfrm>
              <a:off x="3034001" y="1285947"/>
              <a:ext cx="17140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12727" name="Heatmap cell r48 c168"/>
            <p:cNvSpPr/>
            <p:nvPr/>
          </p:nvSpPr>
          <p:spPr>
            <a:xfrm>
              <a:off x="3051046" y="1285947"/>
              <a:ext cx="19034" cy="26609"/>
            </a:xfrm>
            <a:prstGeom prst="rect">
              <a:avLst/>
            </a:prstGeom>
            <a:solidFill>
              <a:srgbClr val="E37B85"/>
            </a:solidFill>
            <a:ln>
              <a:noFill/>
            </a:ln>
          </p:spPr>
        </p:sp>
        <p:sp>
          <p:nvSpPr>
            <p:cNvPr id="12728" name="Heatmap cell r48 c169"/>
            <p:cNvSpPr/>
            <p:nvPr/>
          </p:nvSpPr>
          <p:spPr>
            <a:xfrm>
              <a:off x="3069985" y="1285947"/>
              <a:ext cx="19034" cy="26609"/>
            </a:xfrm>
            <a:prstGeom prst="rect">
              <a:avLst/>
            </a:prstGeom>
            <a:solidFill>
              <a:srgbClr val="F5D1D4"/>
            </a:solidFill>
            <a:ln>
              <a:noFill/>
            </a:ln>
          </p:spPr>
        </p:sp>
        <p:sp>
          <p:nvSpPr>
            <p:cNvPr id="12729" name="Heatmap cell r48 c170"/>
            <p:cNvSpPr/>
            <p:nvPr/>
          </p:nvSpPr>
          <p:spPr>
            <a:xfrm>
              <a:off x="3088924" y="1285947"/>
              <a:ext cx="17140" cy="26609"/>
            </a:xfrm>
            <a:prstGeom prst="rect">
              <a:avLst/>
            </a:prstGeom>
            <a:solidFill>
              <a:srgbClr val="EFB9BE"/>
            </a:solidFill>
            <a:ln>
              <a:noFill/>
            </a:ln>
          </p:spPr>
        </p:sp>
        <p:sp>
          <p:nvSpPr>
            <p:cNvPr id="12730" name="Heatmap cell r48 c171"/>
            <p:cNvSpPr/>
            <p:nvPr/>
          </p:nvSpPr>
          <p:spPr>
            <a:xfrm>
              <a:off x="3105969" y="1285947"/>
              <a:ext cx="19034" cy="26609"/>
            </a:xfrm>
            <a:prstGeom prst="rect">
              <a:avLst/>
            </a:prstGeom>
            <a:solidFill>
              <a:srgbClr val="F0BBC2"/>
            </a:solidFill>
            <a:ln>
              <a:noFill/>
            </a:ln>
          </p:spPr>
        </p:sp>
        <p:sp>
          <p:nvSpPr>
            <p:cNvPr id="12731" name="Heatmap cell r48 c172"/>
            <p:cNvSpPr/>
            <p:nvPr/>
          </p:nvSpPr>
          <p:spPr>
            <a:xfrm>
              <a:off x="3124908" y="1285947"/>
              <a:ext cx="17140" cy="26609"/>
            </a:xfrm>
            <a:prstGeom prst="rect">
              <a:avLst/>
            </a:prstGeom>
            <a:solidFill>
              <a:srgbClr val="F8E4E7"/>
            </a:solidFill>
            <a:ln>
              <a:noFill/>
            </a:ln>
          </p:spPr>
        </p:sp>
        <p:sp>
          <p:nvSpPr>
            <p:cNvPr id="12732" name="Heatmap cell r48 c173"/>
            <p:cNvSpPr/>
            <p:nvPr/>
          </p:nvSpPr>
          <p:spPr>
            <a:xfrm>
              <a:off x="3141953" y="1285947"/>
              <a:ext cx="19034" cy="26609"/>
            </a:xfrm>
            <a:prstGeom prst="rect">
              <a:avLst/>
            </a:prstGeom>
            <a:solidFill>
              <a:srgbClr val="F1C0C6"/>
            </a:solidFill>
            <a:ln>
              <a:noFill/>
            </a:ln>
          </p:spPr>
        </p:sp>
        <p:sp>
          <p:nvSpPr>
            <p:cNvPr id="12733" name="Heatmap cell r48 c174"/>
            <p:cNvSpPr/>
            <p:nvPr/>
          </p:nvSpPr>
          <p:spPr>
            <a:xfrm>
              <a:off x="3160892" y="1285947"/>
              <a:ext cx="17140" cy="26609"/>
            </a:xfrm>
            <a:prstGeom prst="rect">
              <a:avLst/>
            </a:prstGeom>
            <a:solidFill>
              <a:srgbClr val="F3C6CB"/>
            </a:solidFill>
            <a:ln>
              <a:noFill/>
            </a:ln>
          </p:spPr>
        </p:sp>
        <p:sp>
          <p:nvSpPr>
            <p:cNvPr id="12734" name="Heatmap cell r48 c175"/>
            <p:cNvSpPr/>
            <p:nvPr/>
          </p:nvSpPr>
          <p:spPr>
            <a:xfrm>
              <a:off x="3177936" y="1285947"/>
              <a:ext cx="19034" cy="26609"/>
            </a:xfrm>
            <a:prstGeom prst="rect">
              <a:avLst/>
            </a:prstGeom>
            <a:solidFill>
              <a:srgbClr val="F3C7CC"/>
            </a:solidFill>
            <a:ln>
              <a:noFill/>
            </a:ln>
          </p:spPr>
        </p:sp>
        <p:sp>
          <p:nvSpPr>
            <p:cNvPr id="12735" name="Heatmap cell r48 c176"/>
            <p:cNvSpPr/>
            <p:nvPr/>
          </p:nvSpPr>
          <p:spPr>
            <a:xfrm>
              <a:off x="3196875" y="1285947"/>
              <a:ext cx="17140" cy="26609"/>
            </a:xfrm>
            <a:prstGeom prst="rect">
              <a:avLst/>
            </a:prstGeom>
            <a:solidFill>
              <a:srgbClr val="E8ECF3"/>
            </a:solidFill>
            <a:ln>
              <a:noFill/>
            </a:ln>
          </p:spPr>
        </p:sp>
        <p:sp>
          <p:nvSpPr>
            <p:cNvPr id="12736" name="Heatmap cell r48 c177"/>
            <p:cNvSpPr/>
            <p:nvPr/>
          </p:nvSpPr>
          <p:spPr>
            <a:xfrm>
              <a:off x="3213920" y="1285947"/>
              <a:ext cx="19034" cy="26609"/>
            </a:xfrm>
            <a:prstGeom prst="rect">
              <a:avLst/>
            </a:prstGeom>
            <a:solidFill>
              <a:srgbClr val="E1E9EF"/>
            </a:solidFill>
            <a:ln>
              <a:noFill/>
            </a:ln>
          </p:spPr>
        </p:sp>
        <p:sp>
          <p:nvSpPr>
            <p:cNvPr id="12737" name="Heatmap cell r48 c178"/>
            <p:cNvSpPr/>
            <p:nvPr/>
          </p:nvSpPr>
          <p:spPr>
            <a:xfrm>
              <a:off x="3232859" y="1285947"/>
              <a:ext cx="17140" cy="26609"/>
            </a:xfrm>
            <a:prstGeom prst="rect">
              <a:avLst/>
            </a:prstGeom>
            <a:solidFill>
              <a:srgbClr val="F4CDD0"/>
            </a:solidFill>
            <a:ln>
              <a:noFill/>
            </a:ln>
          </p:spPr>
        </p:sp>
        <p:sp>
          <p:nvSpPr>
            <p:cNvPr id="12738" name="Heatmap cell r48 c179"/>
            <p:cNvSpPr/>
            <p:nvPr/>
          </p:nvSpPr>
          <p:spPr>
            <a:xfrm>
              <a:off x="3249904" y="1285947"/>
              <a:ext cx="19034" cy="26609"/>
            </a:xfrm>
            <a:prstGeom prst="rect">
              <a:avLst/>
            </a:prstGeom>
            <a:solidFill>
              <a:srgbClr val="F1C3C8"/>
            </a:solidFill>
            <a:ln>
              <a:noFill/>
            </a:ln>
          </p:spPr>
        </p:sp>
        <p:sp>
          <p:nvSpPr>
            <p:cNvPr id="12739" name="Heatmap cell r48 c180"/>
            <p:cNvSpPr/>
            <p:nvPr/>
          </p:nvSpPr>
          <p:spPr>
            <a:xfrm>
              <a:off x="3268843" y="1285947"/>
              <a:ext cx="17140" cy="26609"/>
            </a:xfrm>
            <a:prstGeom prst="rect">
              <a:avLst/>
            </a:prstGeom>
            <a:solidFill>
              <a:srgbClr val="ECA0A8"/>
            </a:solidFill>
            <a:ln>
              <a:noFill/>
            </a:ln>
          </p:spPr>
        </p:sp>
        <p:sp>
          <p:nvSpPr>
            <p:cNvPr id="12740" name="Heatmap cell r48 c181"/>
            <p:cNvSpPr/>
            <p:nvPr/>
          </p:nvSpPr>
          <p:spPr>
            <a:xfrm>
              <a:off x="3285888" y="1285947"/>
              <a:ext cx="19034" cy="26609"/>
            </a:xfrm>
            <a:prstGeom prst="rect">
              <a:avLst/>
            </a:prstGeom>
            <a:solidFill>
              <a:srgbClr val="F1C4C7"/>
            </a:solidFill>
            <a:ln>
              <a:noFill/>
            </a:ln>
          </p:spPr>
        </p:sp>
        <p:sp>
          <p:nvSpPr>
            <p:cNvPr id="12741" name="Heatmap cell r48 c182"/>
            <p:cNvSpPr/>
            <p:nvPr/>
          </p:nvSpPr>
          <p:spPr>
            <a:xfrm>
              <a:off x="3304827" y="1285947"/>
              <a:ext cx="19034" cy="26609"/>
            </a:xfrm>
            <a:prstGeom prst="rect">
              <a:avLst/>
            </a:prstGeom>
            <a:solidFill>
              <a:srgbClr val="F4CCD1"/>
            </a:solidFill>
            <a:ln>
              <a:noFill/>
            </a:ln>
          </p:spPr>
        </p:sp>
        <p:sp>
          <p:nvSpPr>
            <p:cNvPr id="12742" name="Heatmap cell r48 c183"/>
            <p:cNvSpPr/>
            <p:nvPr/>
          </p:nvSpPr>
          <p:spPr>
            <a:xfrm>
              <a:off x="3323765" y="1285947"/>
              <a:ext cx="17140" cy="26609"/>
            </a:xfrm>
            <a:prstGeom prst="rect">
              <a:avLst/>
            </a:prstGeom>
            <a:solidFill>
              <a:srgbClr val="EBA4AC"/>
            </a:solidFill>
            <a:ln>
              <a:noFill/>
            </a:ln>
          </p:spPr>
        </p:sp>
        <p:sp>
          <p:nvSpPr>
            <p:cNvPr id="12743" name="Heatmap cell r48 c184"/>
            <p:cNvSpPr/>
            <p:nvPr/>
          </p:nvSpPr>
          <p:spPr>
            <a:xfrm>
              <a:off x="3340810" y="1285947"/>
              <a:ext cx="19034" cy="26609"/>
            </a:xfrm>
            <a:prstGeom prst="rect">
              <a:avLst/>
            </a:prstGeom>
            <a:solidFill>
              <a:srgbClr val="F7DADC"/>
            </a:solidFill>
            <a:ln>
              <a:noFill/>
            </a:ln>
          </p:spPr>
        </p:sp>
        <p:sp>
          <p:nvSpPr>
            <p:cNvPr id="12744" name="Heatmap cell r48 c185"/>
            <p:cNvSpPr/>
            <p:nvPr/>
          </p:nvSpPr>
          <p:spPr>
            <a:xfrm>
              <a:off x="3359749" y="1285947"/>
              <a:ext cx="17140" cy="26609"/>
            </a:xfrm>
            <a:prstGeom prst="rect">
              <a:avLst/>
            </a:prstGeom>
            <a:solidFill>
              <a:srgbClr val="FBF1F3"/>
            </a:solidFill>
            <a:ln>
              <a:noFill/>
            </a:ln>
          </p:spPr>
        </p:sp>
        <p:sp>
          <p:nvSpPr>
            <p:cNvPr id="12745" name="Heatmap cell r48 c186"/>
            <p:cNvSpPr/>
            <p:nvPr/>
          </p:nvSpPr>
          <p:spPr>
            <a:xfrm>
              <a:off x="3376794" y="1285947"/>
              <a:ext cx="19034" cy="26609"/>
            </a:xfrm>
            <a:prstGeom prst="rect">
              <a:avLst/>
            </a:prstGeom>
            <a:solidFill>
              <a:srgbClr val="F0BCC3"/>
            </a:solidFill>
            <a:ln>
              <a:noFill/>
            </a:ln>
          </p:spPr>
        </p:sp>
        <p:sp>
          <p:nvSpPr>
            <p:cNvPr id="12746" name="Heatmap cell r48 c187"/>
            <p:cNvSpPr/>
            <p:nvPr/>
          </p:nvSpPr>
          <p:spPr>
            <a:xfrm>
              <a:off x="3395733" y="1285947"/>
              <a:ext cx="17140" cy="26609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12747" name="Heatmap cell r48 c188"/>
            <p:cNvSpPr/>
            <p:nvPr/>
          </p:nvSpPr>
          <p:spPr>
            <a:xfrm>
              <a:off x="3412778" y="1285947"/>
              <a:ext cx="19034" cy="26609"/>
            </a:xfrm>
            <a:prstGeom prst="rect">
              <a:avLst/>
            </a:prstGeom>
            <a:solidFill>
              <a:srgbClr val="FAECEC"/>
            </a:solidFill>
            <a:ln>
              <a:noFill/>
            </a:ln>
          </p:spPr>
        </p:sp>
        <p:sp>
          <p:nvSpPr>
            <p:cNvPr id="12748" name="Heatmap cell r48 c189"/>
            <p:cNvSpPr/>
            <p:nvPr/>
          </p:nvSpPr>
          <p:spPr>
            <a:xfrm>
              <a:off x="3431717" y="1285947"/>
              <a:ext cx="17140" cy="26609"/>
            </a:xfrm>
            <a:prstGeom prst="rect">
              <a:avLst/>
            </a:prstGeom>
            <a:solidFill>
              <a:srgbClr val="F7D3D6"/>
            </a:solidFill>
            <a:ln>
              <a:noFill/>
            </a:ln>
          </p:spPr>
        </p:sp>
        <p:sp>
          <p:nvSpPr>
            <p:cNvPr id="12749" name="Heatmap cell r48 c190"/>
            <p:cNvSpPr/>
            <p:nvPr/>
          </p:nvSpPr>
          <p:spPr>
            <a:xfrm>
              <a:off x="3448762" y="1285947"/>
              <a:ext cx="19034" cy="26609"/>
            </a:xfrm>
            <a:prstGeom prst="rect">
              <a:avLst/>
            </a:prstGeom>
            <a:solidFill>
              <a:srgbClr val="D5DFE9"/>
            </a:solidFill>
            <a:ln>
              <a:noFill/>
            </a:ln>
          </p:spPr>
        </p:sp>
        <p:sp>
          <p:nvSpPr>
            <p:cNvPr id="12750" name="Heatmap cell r48 c191"/>
            <p:cNvSpPr/>
            <p:nvPr/>
          </p:nvSpPr>
          <p:spPr>
            <a:xfrm>
              <a:off x="3467701" y="1285947"/>
              <a:ext cx="17140" cy="26609"/>
            </a:xfrm>
            <a:prstGeom prst="rect">
              <a:avLst/>
            </a:prstGeom>
            <a:solidFill>
              <a:srgbClr val="F8E9EA"/>
            </a:solidFill>
            <a:ln>
              <a:noFill/>
            </a:ln>
          </p:spPr>
        </p:sp>
        <p:sp>
          <p:nvSpPr>
            <p:cNvPr id="12751" name="Heatmap cell r48 c193"/>
            <p:cNvSpPr/>
            <p:nvPr/>
          </p:nvSpPr>
          <p:spPr>
            <a:xfrm>
              <a:off x="3503684" y="1285947"/>
              <a:ext cx="17140" cy="26609"/>
            </a:xfrm>
            <a:prstGeom prst="rect">
              <a:avLst/>
            </a:prstGeom>
            <a:solidFill>
              <a:srgbClr val="E7929A"/>
            </a:solidFill>
            <a:ln>
              <a:noFill/>
            </a:ln>
          </p:spPr>
        </p:sp>
        <p:sp>
          <p:nvSpPr>
            <p:cNvPr id="12752" name="Heatmap cell r48 c194"/>
            <p:cNvSpPr/>
            <p:nvPr/>
          </p:nvSpPr>
          <p:spPr>
            <a:xfrm>
              <a:off x="3520729" y="1285947"/>
              <a:ext cx="19034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12753" name="Heatmap cell r48 c195"/>
            <p:cNvSpPr/>
            <p:nvPr/>
          </p:nvSpPr>
          <p:spPr>
            <a:xfrm>
              <a:off x="3539668" y="1285947"/>
              <a:ext cx="19034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12754" name="Heatmap cell r48 c196"/>
            <p:cNvSpPr/>
            <p:nvPr/>
          </p:nvSpPr>
          <p:spPr>
            <a:xfrm>
              <a:off x="3558607" y="1285947"/>
              <a:ext cx="17140" cy="26609"/>
            </a:xfrm>
            <a:prstGeom prst="rect">
              <a:avLst/>
            </a:prstGeom>
            <a:solidFill>
              <a:srgbClr val="FBF3F4"/>
            </a:solidFill>
            <a:ln>
              <a:noFill/>
            </a:ln>
          </p:spPr>
        </p:sp>
        <p:sp>
          <p:nvSpPr>
            <p:cNvPr id="12755" name="Heatmap cell r48 c197"/>
            <p:cNvSpPr/>
            <p:nvPr/>
          </p:nvSpPr>
          <p:spPr>
            <a:xfrm>
              <a:off x="3575652" y="1285947"/>
              <a:ext cx="19034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12756" name="Heatmap cell r48 c198"/>
            <p:cNvSpPr/>
            <p:nvPr/>
          </p:nvSpPr>
          <p:spPr>
            <a:xfrm>
              <a:off x="3594591" y="1285947"/>
              <a:ext cx="17140" cy="26609"/>
            </a:xfrm>
            <a:prstGeom prst="rect">
              <a:avLst/>
            </a:prstGeom>
            <a:solidFill>
              <a:srgbClr val="F7DCDF"/>
            </a:solidFill>
            <a:ln>
              <a:noFill/>
            </a:ln>
          </p:spPr>
        </p:sp>
        <p:sp>
          <p:nvSpPr>
            <p:cNvPr id="12757" name="Heatmap cell r48 c199"/>
            <p:cNvSpPr/>
            <p:nvPr/>
          </p:nvSpPr>
          <p:spPr>
            <a:xfrm>
              <a:off x="3611636" y="1285947"/>
              <a:ext cx="19034" cy="26609"/>
            </a:xfrm>
            <a:prstGeom prst="rect">
              <a:avLst/>
            </a:prstGeom>
            <a:solidFill>
              <a:srgbClr val="EDAFB5"/>
            </a:solidFill>
            <a:ln>
              <a:noFill/>
            </a:ln>
          </p:spPr>
        </p:sp>
        <p:sp>
          <p:nvSpPr>
            <p:cNvPr id="12758" name="Heatmap cell r48 c200"/>
            <p:cNvSpPr/>
            <p:nvPr/>
          </p:nvSpPr>
          <p:spPr>
            <a:xfrm>
              <a:off x="3630575" y="1285947"/>
              <a:ext cx="17140" cy="26609"/>
            </a:xfrm>
            <a:prstGeom prst="rect">
              <a:avLst/>
            </a:prstGeom>
            <a:solidFill>
              <a:srgbClr val="E68791"/>
            </a:solidFill>
            <a:ln>
              <a:noFill/>
            </a:ln>
          </p:spPr>
        </p:sp>
        <p:sp>
          <p:nvSpPr>
            <p:cNvPr id="12759" name="Heatmap cell r48 c201"/>
            <p:cNvSpPr/>
            <p:nvPr/>
          </p:nvSpPr>
          <p:spPr>
            <a:xfrm>
              <a:off x="3647620" y="1285947"/>
              <a:ext cx="19034" cy="26609"/>
            </a:xfrm>
            <a:prstGeom prst="rect">
              <a:avLst/>
            </a:prstGeom>
            <a:solidFill>
              <a:srgbClr val="8AA7C2"/>
            </a:solidFill>
            <a:ln>
              <a:noFill/>
            </a:ln>
          </p:spPr>
        </p:sp>
        <p:sp>
          <p:nvSpPr>
            <p:cNvPr id="12760" name="Heatmap cell r48 c202"/>
            <p:cNvSpPr/>
            <p:nvPr/>
          </p:nvSpPr>
          <p:spPr>
            <a:xfrm>
              <a:off x="3666558" y="1285947"/>
              <a:ext cx="17140" cy="26609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12761" name="Heatmap cell r48 c203"/>
            <p:cNvSpPr/>
            <p:nvPr/>
          </p:nvSpPr>
          <p:spPr>
            <a:xfrm>
              <a:off x="3683603" y="1285947"/>
              <a:ext cx="19034" cy="26609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12762" name="Heatmap cell r48 c204"/>
            <p:cNvSpPr/>
            <p:nvPr/>
          </p:nvSpPr>
          <p:spPr>
            <a:xfrm>
              <a:off x="3702542" y="1285947"/>
              <a:ext cx="17140" cy="26609"/>
            </a:xfrm>
            <a:prstGeom prst="rect">
              <a:avLst/>
            </a:prstGeom>
            <a:solidFill>
              <a:srgbClr val="FCF7F7"/>
            </a:solidFill>
            <a:ln>
              <a:noFill/>
            </a:ln>
          </p:spPr>
        </p:sp>
        <p:sp>
          <p:nvSpPr>
            <p:cNvPr id="12763" name="Heatmap cell r48 c205"/>
            <p:cNvSpPr/>
            <p:nvPr/>
          </p:nvSpPr>
          <p:spPr>
            <a:xfrm>
              <a:off x="3719587" y="1285947"/>
              <a:ext cx="19034" cy="26609"/>
            </a:xfrm>
            <a:prstGeom prst="rect">
              <a:avLst/>
            </a:prstGeom>
            <a:solidFill>
              <a:srgbClr val="FCF7F7"/>
            </a:solidFill>
            <a:ln>
              <a:noFill/>
            </a:ln>
          </p:spPr>
        </p:sp>
        <p:sp>
          <p:nvSpPr>
            <p:cNvPr id="12764" name="Heatmap cell r48 c206"/>
            <p:cNvSpPr/>
            <p:nvPr/>
          </p:nvSpPr>
          <p:spPr>
            <a:xfrm>
              <a:off x="3738526" y="1285947"/>
              <a:ext cx="17140" cy="26609"/>
            </a:xfrm>
            <a:prstGeom prst="rect">
              <a:avLst/>
            </a:prstGeom>
            <a:solidFill>
              <a:srgbClr val="DBE3EB"/>
            </a:solidFill>
            <a:ln>
              <a:noFill/>
            </a:ln>
          </p:spPr>
        </p:sp>
        <p:sp>
          <p:nvSpPr>
            <p:cNvPr id="12765" name="Heatmap cell r48 c207"/>
            <p:cNvSpPr/>
            <p:nvPr/>
          </p:nvSpPr>
          <p:spPr>
            <a:xfrm>
              <a:off x="3755571" y="1285947"/>
              <a:ext cx="19034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12766" name="Heatmap cell r48 c208"/>
            <p:cNvSpPr/>
            <p:nvPr/>
          </p:nvSpPr>
          <p:spPr>
            <a:xfrm>
              <a:off x="3774510" y="1285947"/>
              <a:ext cx="19034" cy="26609"/>
            </a:xfrm>
            <a:prstGeom prst="rect">
              <a:avLst/>
            </a:prstGeom>
            <a:solidFill>
              <a:srgbClr val="FBF5F5"/>
            </a:solidFill>
            <a:ln>
              <a:noFill/>
            </a:ln>
          </p:spPr>
        </p:sp>
        <p:sp>
          <p:nvSpPr>
            <p:cNvPr id="12767" name="Heatmap cell r48 c209"/>
            <p:cNvSpPr/>
            <p:nvPr/>
          </p:nvSpPr>
          <p:spPr>
            <a:xfrm>
              <a:off x="3793449" y="1285947"/>
              <a:ext cx="17140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12768" name="Heatmap cell r48 c210"/>
            <p:cNvSpPr/>
            <p:nvPr/>
          </p:nvSpPr>
          <p:spPr>
            <a:xfrm>
              <a:off x="3810494" y="1285947"/>
              <a:ext cx="19034" cy="26609"/>
            </a:xfrm>
            <a:prstGeom prst="rect">
              <a:avLst/>
            </a:prstGeom>
            <a:solidFill>
              <a:srgbClr val="F1C2C6"/>
            </a:solidFill>
            <a:ln>
              <a:noFill/>
            </a:ln>
          </p:spPr>
        </p:sp>
        <p:sp>
          <p:nvSpPr>
            <p:cNvPr id="12769" name="Heatmap cell r48 c211"/>
            <p:cNvSpPr/>
            <p:nvPr/>
          </p:nvSpPr>
          <p:spPr>
            <a:xfrm>
              <a:off x="3829432" y="1285947"/>
              <a:ext cx="17140" cy="26609"/>
            </a:xfrm>
            <a:prstGeom prst="rect">
              <a:avLst/>
            </a:prstGeom>
            <a:solidFill>
              <a:srgbClr val="DF6B77"/>
            </a:solidFill>
            <a:ln>
              <a:noFill/>
            </a:ln>
          </p:spPr>
        </p:sp>
        <p:sp>
          <p:nvSpPr>
            <p:cNvPr id="12770" name="Heatmap cell r48 c212"/>
            <p:cNvSpPr/>
            <p:nvPr/>
          </p:nvSpPr>
          <p:spPr>
            <a:xfrm>
              <a:off x="3846477" y="1285947"/>
              <a:ext cx="19034" cy="26609"/>
            </a:xfrm>
            <a:prstGeom prst="rect">
              <a:avLst/>
            </a:prstGeom>
            <a:solidFill>
              <a:srgbClr val="E9939B"/>
            </a:solidFill>
            <a:ln>
              <a:noFill/>
            </a:ln>
          </p:spPr>
        </p:sp>
        <p:sp>
          <p:nvSpPr>
            <p:cNvPr id="12771" name="Heatmap cell r48 c213"/>
            <p:cNvSpPr/>
            <p:nvPr/>
          </p:nvSpPr>
          <p:spPr>
            <a:xfrm>
              <a:off x="3865416" y="1285947"/>
              <a:ext cx="17140" cy="26609"/>
            </a:xfrm>
            <a:prstGeom prst="rect">
              <a:avLst/>
            </a:prstGeom>
            <a:solidFill>
              <a:srgbClr val="FAEBED"/>
            </a:solidFill>
            <a:ln>
              <a:noFill/>
            </a:ln>
          </p:spPr>
        </p:sp>
        <p:sp>
          <p:nvSpPr>
            <p:cNvPr id="12772" name="Heatmap cell r48 c214"/>
            <p:cNvSpPr/>
            <p:nvPr/>
          </p:nvSpPr>
          <p:spPr>
            <a:xfrm>
              <a:off x="3882461" y="1285947"/>
              <a:ext cx="19034" cy="26609"/>
            </a:xfrm>
            <a:prstGeom prst="rect">
              <a:avLst/>
            </a:prstGeom>
            <a:solidFill>
              <a:srgbClr val="EFB8BD"/>
            </a:solidFill>
            <a:ln>
              <a:noFill/>
            </a:ln>
          </p:spPr>
        </p:sp>
        <p:sp>
          <p:nvSpPr>
            <p:cNvPr id="12773" name="Heatmap cell r48 c215"/>
            <p:cNvSpPr/>
            <p:nvPr/>
          </p:nvSpPr>
          <p:spPr>
            <a:xfrm>
              <a:off x="3901400" y="1285947"/>
              <a:ext cx="17140" cy="26609"/>
            </a:xfrm>
            <a:prstGeom prst="rect">
              <a:avLst/>
            </a:prstGeom>
            <a:solidFill>
              <a:srgbClr val="E5858F"/>
            </a:solidFill>
            <a:ln>
              <a:noFill/>
            </a:ln>
          </p:spPr>
        </p:sp>
        <p:sp>
          <p:nvSpPr>
            <p:cNvPr id="12774" name="Heatmap cell r48 c216"/>
            <p:cNvSpPr/>
            <p:nvPr/>
          </p:nvSpPr>
          <p:spPr>
            <a:xfrm>
              <a:off x="3918445" y="1285947"/>
              <a:ext cx="19034" cy="26609"/>
            </a:xfrm>
            <a:prstGeom prst="rect">
              <a:avLst/>
            </a:prstGeom>
            <a:solidFill>
              <a:srgbClr val="EDF1F7"/>
            </a:solidFill>
            <a:ln>
              <a:noFill/>
            </a:ln>
          </p:spPr>
        </p:sp>
        <p:sp>
          <p:nvSpPr>
            <p:cNvPr id="12775" name="Heatmap cell r48 c217"/>
            <p:cNvSpPr/>
            <p:nvPr/>
          </p:nvSpPr>
          <p:spPr>
            <a:xfrm>
              <a:off x="3937384" y="1285947"/>
              <a:ext cx="17140" cy="26609"/>
            </a:xfrm>
            <a:prstGeom prst="rect">
              <a:avLst/>
            </a:prstGeom>
            <a:solidFill>
              <a:srgbClr val="FAEBED"/>
            </a:solidFill>
            <a:ln>
              <a:noFill/>
            </a:ln>
          </p:spPr>
        </p:sp>
        <p:sp>
          <p:nvSpPr>
            <p:cNvPr id="12776" name="Heatmap cell r48 c218"/>
            <p:cNvSpPr/>
            <p:nvPr/>
          </p:nvSpPr>
          <p:spPr>
            <a:xfrm>
              <a:off x="3954429" y="1285947"/>
              <a:ext cx="19034" cy="26609"/>
            </a:xfrm>
            <a:prstGeom prst="rect">
              <a:avLst/>
            </a:prstGeom>
            <a:solidFill>
              <a:srgbClr val="EFB8BD"/>
            </a:solidFill>
            <a:ln>
              <a:noFill/>
            </a:ln>
          </p:spPr>
        </p:sp>
        <p:sp>
          <p:nvSpPr>
            <p:cNvPr id="12777" name="Heatmap cell r48 c219"/>
            <p:cNvSpPr/>
            <p:nvPr/>
          </p:nvSpPr>
          <p:spPr>
            <a:xfrm>
              <a:off x="3973368" y="1285947"/>
              <a:ext cx="17140" cy="26609"/>
            </a:xfrm>
            <a:prstGeom prst="rect">
              <a:avLst/>
            </a:prstGeom>
            <a:solidFill>
              <a:srgbClr val="DB505D"/>
            </a:solidFill>
            <a:ln>
              <a:noFill/>
            </a:ln>
          </p:spPr>
        </p:sp>
        <p:sp>
          <p:nvSpPr>
            <p:cNvPr id="12778" name="Heatmap cell r48 c220"/>
            <p:cNvSpPr/>
            <p:nvPr/>
          </p:nvSpPr>
          <p:spPr>
            <a:xfrm>
              <a:off x="3990412" y="1285947"/>
              <a:ext cx="19034" cy="26609"/>
            </a:xfrm>
            <a:prstGeom prst="rect">
              <a:avLst/>
            </a:prstGeom>
            <a:solidFill>
              <a:srgbClr val="A0B7CE"/>
            </a:solidFill>
            <a:ln>
              <a:noFill/>
            </a:ln>
          </p:spPr>
        </p:sp>
        <p:sp>
          <p:nvSpPr>
            <p:cNvPr id="12779" name="Heatmap cell r48 c221"/>
            <p:cNvSpPr/>
            <p:nvPr/>
          </p:nvSpPr>
          <p:spPr>
            <a:xfrm>
              <a:off x="4009351" y="1285947"/>
              <a:ext cx="19034" cy="26609"/>
            </a:xfrm>
            <a:prstGeom prst="rect">
              <a:avLst/>
            </a:prstGeom>
            <a:solidFill>
              <a:srgbClr val="F0BAC0"/>
            </a:solidFill>
            <a:ln>
              <a:noFill/>
            </a:ln>
          </p:spPr>
        </p:sp>
        <p:sp>
          <p:nvSpPr>
            <p:cNvPr id="12780" name="Heatmap cell r48 c222"/>
            <p:cNvSpPr/>
            <p:nvPr/>
          </p:nvSpPr>
          <p:spPr>
            <a:xfrm>
              <a:off x="4028290" y="1285947"/>
              <a:ext cx="17140" cy="26609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12781" name="Heatmap cell r48 c223"/>
            <p:cNvSpPr/>
            <p:nvPr/>
          </p:nvSpPr>
          <p:spPr>
            <a:xfrm>
              <a:off x="4045335" y="1285947"/>
              <a:ext cx="19034" cy="26609"/>
            </a:xfrm>
            <a:prstGeom prst="rect">
              <a:avLst/>
            </a:prstGeom>
            <a:solidFill>
              <a:srgbClr val="CDD9E3"/>
            </a:solidFill>
            <a:ln>
              <a:noFill/>
            </a:ln>
          </p:spPr>
        </p:sp>
        <p:sp>
          <p:nvSpPr>
            <p:cNvPr id="12782" name="Heatmap cell r49 c1"/>
            <p:cNvSpPr/>
            <p:nvPr/>
          </p:nvSpPr>
          <p:spPr>
            <a:xfrm>
              <a:off x="13257" y="1312461"/>
              <a:ext cx="45548" cy="28503"/>
            </a:xfrm>
            <a:prstGeom prst="rect">
              <a:avLst/>
            </a:prstGeom>
            <a:solidFill>
              <a:srgbClr val="F76666"/>
            </a:solidFill>
            <a:ln>
              <a:noFill/>
            </a:ln>
          </p:spPr>
        </p:sp>
        <p:sp>
          <p:nvSpPr>
            <p:cNvPr id="12783" name="Heatmap cell r49 c3"/>
            <p:cNvSpPr/>
            <p:nvPr/>
          </p:nvSpPr>
          <p:spPr>
            <a:xfrm>
              <a:off x="71968" y="1312461"/>
              <a:ext cx="17140" cy="28503"/>
            </a:xfrm>
            <a:prstGeom prst="rect">
              <a:avLst/>
            </a:prstGeom>
            <a:solidFill>
              <a:srgbClr val="24588D"/>
            </a:solidFill>
            <a:ln>
              <a:noFill/>
            </a:ln>
          </p:spPr>
        </p:sp>
        <p:sp>
          <p:nvSpPr>
            <p:cNvPr id="12784" name="Heatmap cell r49 c4"/>
            <p:cNvSpPr/>
            <p:nvPr/>
          </p:nvSpPr>
          <p:spPr>
            <a:xfrm>
              <a:off x="89013" y="1312461"/>
              <a:ext cx="19034" cy="28503"/>
            </a:xfrm>
            <a:prstGeom prst="rect">
              <a:avLst/>
            </a:prstGeom>
            <a:solidFill>
              <a:srgbClr val="D0DBE6"/>
            </a:solidFill>
            <a:ln>
              <a:noFill/>
            </a:ln>
          </p:spPr>
        </p:sp>
        <p:sp>
          <p:nvSpPr>
            <p:cNvPr id="12785" name="Heatmap cell r49 c5"/>
            <p:cNvSpPr/>
            <p:nvPr/>
          </p:nvSpPr>
          <p:spPr>
            <a:xfrm>
              <a:off x="107951" y="1312461"/>
              <a:ext cx="17140" cy="28503"/>
            </a:xfrm>
            <a:prstGeom prst="rect">
              <a:avLst/>
            </a:prstGeom>
            <a:solidFill>
              <a:srgbClr val="ACC0D3"/>
            </a:solidFill>
            <a:ln>
              <a:noFill/>
            </a:ln>
          </p:spPr>
        </p:sp>
        <p:sp>
          <p:nvSpPr>
            <p:cNvPr id="12786" name="Heatmap cell r49 c6"/>
            <p:cNvSpPr/>
            <p:nvPr/>
          </p:nvSpPr>
          <p:spPr>
            <a:xfrm>
              <a:off x="124996" y="1312461"/>
              <a:ext cx="19034" cy="28503"/>
            </a:xfrm>
            <a:prstGeom prst="rect">
              <a:avLst/>
            </a:prstGeom>
            <a:solidFill>
              <a:srgbClr val="F6D6DA"/>
            </a:solidFill>
            <a:ln>
              <a:noFill/>
            </a:ln>
          </p:spPr>
        </p:sp>
        <p:sp>
          <p:nvSpPr>
            <p:cNvPr id="12787" name="Heatmap cell r49 c7"/>
            <p:cNvSpPr/>
            <p:nvPr/>
          </p:nvSpPr>
          <p:spPr>
            <a:xfrm>
              <a:off x="143935" y="1312461"/>
              <a:ext cx="17140" cy="28503"/>
            </a:xfrm>
            <a:prstGeom prst="rect">
              <a:avLst/>
            </a:prstGeom>
            <a:solidFill>
              <a:srgbClr val="BACADB"/>
            </a:solidFill>
            <a:ln>
              <a:noFill/>
            </a:ln>
          </p:spPr>
        </p:sp>
        <p:sp>
          <p:nvSpPr>
            <p:cNvPr id="12788" name="Heatmap cell r49 c8"/>
            <p:cNvSpPr/>
            <p:nvPr/>
          </p:nvSpPr>
          <p:spPr>
            <a:xfrm>
              <a:off x="160980" y="1312461"/>
              <a:ext cx="19034" cy="28503"/>
            </a:xfrm>
            <a:prstGeom prst="rect">
              <a:avLst/>
            </a:prstGeom>
            <a:solidFill>
              <a:srgbClr val="B1C4D5"/>
            </a:solidFill>
            <a:ln>
              <a:noFill/>
            </a:ln>
          </p:spPr>
        </p:sp>
        <p:sp>
          <p:nvSpPr>
            <p:cNvPr id="12789" name="Heatmap cell r49 c9"/>
            <p:cNvSpPr/>
            <p:nvPr/>
          </p:nvSpPr>
          <p:spPr>
            <a:xfrm>
              <a:off x="179919" y="1312461"/>
              <a:ext cx="19034" cy="28503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12790" name="Heatmap cell r49 c10"/>
            <p:cNvSpPr/>
            <p:nvPr/>
          </p:nvSpPr>
          <p:spPr>
            <a:xfrm>
              <a:off x="198858" y="1312461"/>
              <a:ext cx="17140" cy="28503"/>
            </a:xfrm>
            <a:prstGeom prst="rect">
              <a:avLst/>
            </a:prstGeom>
            <a:solidFill>
              <a:srgbClr val="C5D2DF"/>
            </a:solidFill>
            <a:ln>
              <a:noFill/>
            </a:ln>
          </p:spPr>
        </p:sp>
        <p:sp>
          <p:nvSpPr>
            <p:cNvPr id="12791" name="Heatmap cell r49 c11"/>
            <p:cNvSpPr/>
            <p:nvPr/>
          </p:nvSpPr>
          <p:spPr>
            <a:xfrm>
              <a:off x="215903" y="1312461"/>
              <a:ext cx="19034" cy="28503"/>
            </a:xfrm>
            <a:prstGeom prst="rect">
              <a:avLst/>
            </a:prstGeom>
            <a:solidFill>
              <a:srgbClr val="D1DCE7"/>
            </a:solidFill>
            <a:ln>
              <a:noFill/>
            </a:ln>
          </p:spPr>
        </p:sp>
        <p:sp>
          <p:nvSpPr>
            <p:cNvPr id="12792" name="Heatmap cell r49 c12"/>
            <p:cNvSpPr/>
            <p:nvPr/>
          </p:nvSpPr>
          <p:spPr>
            <a:xfrm>
              <a:off x="234842" y="1312461"/>
              <a:ext cx="17140" cy="28503"/>
            </a:xfrm>
            <a:prstGeom prst="rect">
              <a:avLst/>
            </a:prstGeom>
            <a:solidFill>
              <a:srgbClr val="C8D5E2"/>
            </a:solidFill>
            <a:ln>
              <a:noFill/>
            </a:ln>
          </p:spPr>
        </p:sp>
        <p:sp>
          <p:nvSpPr>
            <p:cNvPr id="12793" name="Heatmap cell r49 c13"/>
            <p:cNvSpPr/>
            <p:nvPr/>
          </p:nvSpPr>
          <p:spPr>
            <a:xfrm>
              <a:off x="251887" y="1312461"/>
              <a:ext cx="19034" cy="28503"/>
            </a:xfrm>
            <a:prstGeom prst="rect">
              <a:avLst/>
            </a:prstGeom>
            <a:solidFill>
              <a:srgbClr val="F5CED2"/>
            </a:solidFill>
            <a:ln>
              <a:noFill/>
            </a:ln>
          </p:spPr>
        </p:sp>
        <p:sp>
          <p:nvSpPr>
            <p:cNvPr id="12794" name="Heatmap cell r49 c14"/>
            <p:cNvSpPr/>
            <p:nvPr/>
          </p:nvSpPr>
          <p:spPr>
            <a:xfrm>
              <a:off x="270825" y="1312461"/>
              <a:ext cx="17140" cy="28503"/>
            </a:xfrm>
            <a:prstGeom prst="rect">
              <a:avLst/>
            </a:prstGeom>
            <a:solidFill>
              <a:srgbClr val="CFDAE4"/>
            </a:solidFill>
            <a:ln>
              <a:noFill/>
            </a:ln>
          </p:spPr>
        </p:sp>
        <p:sp>
          <p:nvSpPr>
            <p:cNvPr id="12795" name="Heatmap cell r49 c15"/>
            <p:cNvSpPr/>
            <p:nvPr/>
          </p:nvSpPr>
          <p:spPr>
            <a:xfrm>
              <a:off x="287870" y="1312461"/>
              <a:ext cx="19034" cy="28503"/>
            </a:xfrm>
            <a:prstGeom prst="rect">
              <a:avLst/>
            </a:prstGeom>
            <a:solidFill>
              <a:srgbClr val="F9E7E8"/>
            </a:solidFill>
            <a:ln>
              <a:noFill/>
            </a:ln>
          </p:spPr>
        </p:sp>
        <p:sp>
          <p:nvSpPr>
            <p:cNvPr id="12796" name="Heatmap cell r49 c16"/>
            <p:cNvSpPr/>
            <p:nvPr/>
          </p:nvSpPr>
          <p:spPr>
            <a:xfrm>
              <a:off x="306809" y="1312461"/>
              <a:ext cx="17140" cy="28503"/>
            </a:xfrm>
            <a:prstGeom prst="rect">
              <a:avLst/>
            </a:prstGeom>
            <a:solidFill>
              <a:srgbClr val="A6BAD0"/>
            </a:solidFill>
            <a:ln>
              <a:noFill/>
            </a:ln>
          </p:spPr>
        </p:sp>
        <p:sp>
          <p:nvSpPr>
            <p:cNvPr id="12797" name="Heatmap cell r49 c17"/>
            <p:cNvSpPr/>
            <p:nvPr/>
          </p:nvSpPr>
          <p:spPr>
            <a:xfrm>
              <a:off x="323854" y="1312461"/>
              <a:ext cx="19034" cy="28503"/>
            </a:xfrm>
            <a:prstGeom prst="rect">
              <a:avLst/>
            </a:prstGeom>
            <a:solidFill>
              <a:srgbClr val="D6E0EA"/>
            </a:solidFill>
            <a:ln>
              <a:noFill/>
            </a:ln>
          </p:spPr>
        </p:sp>
        <p:sp>
          <p:nvSpPr>
            <p:cNvPr id="12798" name="Heatmap cell r49 c18"/>
            <p:cNvSpPr/>
            <p:nvPr/>
          </p:nvSpPr>
          <p:spPr>
            <a:xfrm>
              <a:off x="342793" y="1312461"/>
              <a:ext cx="17140" cy="28503"/>
            </a:xfrm>
            <a:prstGeom prst="rect">
              <a:avLst/>
            </a:prstGeom>
            <a:solidFill>
              <a:srgbClr val="EFB4B9"/>
            </a:solidFill>
            <a:ln>
              <a:noFill/>
            </a:ln>
          </p:spPr>
        </p:sp>
        <p:sp>
          <p:nvSpPr>
            <p:cNvPr id="12799" name="Heatmap cell r49 c19"/>
            <p:cNvSpPr/>
            <p:nvPr/>
          </p:nvSpPr>
          <p:spPr>
            <a:xfrm>
              <a:off x="359838" y="1312461"/>
              <a:ext cx="19034" cy="28503"/>
            </a:xfrm>
            <a:prstGeom prst="rect">
              <a:avLst/>
            </a:prstGeom>
            <a:solidFill>
              <a:srgbClr val="7092B5"/>
            </a:solidFill>
            <a:ln>
              <a:noFill/>
            </a:ln>
          </p:spPr>
        </p:sp>
        <p:sp>
          <p:nvSpPr>
            <p:cNvPr id="12800" name="Heatmap cell r49 c20"/>
            <p:cNvSpPr/>
            <p:nvPr/>
          </p:nvSpPr>
          <p:spPr>
            <a:xfrm>
              <a:off x="378777" y="1312461"/>
              <a:ext cx="17140" cy="28503"/>
            </a:xfrm>
            <a:prstGeom prst="rect">
              <a:avLst/>
            </a:prstGeom>
            <a:solidFill>
              <a:srgbClr val="C2D0DE"/>
            </a:solidFill>
            <a:ln>
              <a:noFill/>
            </a:ln>
          </p:spPr>
        </p:sp>
        <p:sp>
          <p:nvSpPr>
            <p:cNvPr id="12801" name="Heatmap cell r49 c21"/>
            <p:cNvSpPr/>
            <p:nvPr/>
          </p:nvSpPr>
          <p:spPr>
            <a:xfrm>
              <a:off x="395822" y="1312461"/>
              <a:ext cx="19034" cy="28503"/>
            </a:xfrm>
            <a:prstGeom prst="rect">
              <a:avLst/>
            </a:prstGeom>
            <a:solidFill>
              <a:srgbClr val="F8DBDD"/>
            </a:solidFill>
            <a:ln>
              <a:noFill/>
            </a:ln>
          </p:spPr>
        </p:sp>
        <p:sp>
          <p:nvSpPr>
            <p:cNvPr id="12802" name="Heatmap cell r49 c22"/>
            <p:cNvSpPr/>
            <p:nvPr/>
          </p:nvSpPr>
          <p:spPr>
            <a:xfrm>
              <a:off x="414760" y="1312461"/>
              <a:ext cx="19034" cy="28503"/>
            </a:xfrm>
            <a:prstGeom prst="rect">
              <a:avLst/>
            </a:prstGeom>
            <a:solidFill>
              <a:srgbClr val="B8C8DA"/>
            </a:solidFill>
            <a:ln>
              <a:noFill/>
            </a:ln>
          </p:spPr>
        </p:sp>
        <p:sp>
          <p:nvSpPr>
            <p:cNvPr id="12803" name="Heatmap cell r49 c23"/>
            <p:cNvSpPr/>
            <p:nvPr/>
          </p:nvSpPr>
          <p:spPr>
            <a:xfrm>
              <a:off x="433699" y="1312461"/>
              <a:ext cx="17140" cy="28503"/>
            </a:xfrm>
            <a:prstGeom prst="rect">
              <a:avLst/>
            </a:prstGeom>
            <a:solidFill>
              <a:srgbClr val="84A1BE"/>
            </a:solidFill>
            <a:ln>
              <a:noFill/>
            </a:ln>
          </p:spPr>
        </p:sp>
        <p:sp>
          <p:nvSpPr>
            <p:cNvPr id="12804" name="Heatmap cell r49 c24"/>
            <p:cNvSpPr/>
            <p:nvPr/>
          </p:nvSpPr>
          <p:spPr>
            <a:xfrm>
              <a:off x="450744" y="1312461"/>
              <a:ext cx="19034" cy="28503"/>
            </a:xfrm>
            <a:prstGeom prst="rect">
              <a:avLst/>
            </a:prstGeom>
            <a:solidFill>
              <a:srgbClr val="F6F8F9"/>
            </a:solidFill>
            <a:ln>
              <a:noFill/>
            </a:ln>
          </p:spPr>
        </p:sp>
        <p:sp>
          <p:nvSpPr>
            <p:cNvPr id="12805" name="Heatmap cell r49 c26"/>
            <p:cNvSpPr/>
            <p:nvPr/>
          </p:nvSpPr>
          <p:spPr>
            <a:xfrm>
              <a:off x="486728" y="1312461"/>
              <a:ext cx="19034" cy="28503"/>
            </a:xfrm>
            <a:prstGeom prst="rect">
              <a:avLst/>
            </a:prstGeom>
            <a:solidFill>
              <a:srgbClr val="D6E0EA"/>
            </a:solidFill>
            <a:ln>
              <a:noFill/>
            </a:ln>
          </p:spPr>
        </p:sp>
        <p:sp>
          <p:nvSpPr>
            <p:cNvPr id="12806" name="Heatmap cell r49 c27"/>
            <p:cNvSpPr/>
            <p:nvPr/>
          </p:nvSpPr>
          <p:spPr>
            <a:xfrm>
              <a:off x="505667" y="1312461"/>
              <a:ext cx="17140" cy="28503"/>
            </a:xfrm>
            <a:prstGeom prst="rect">
              <a:avLst/>
            </a:prstGeom>
            <a:solidFill>
              <a:srgbClr val="A0B7CE"/>
            </a:solidFill>
            <a:ln>
              <a:noFill/>
            </a:ln>
          </p:spPr>
        </p:sp>
        <p:sp>
          <p:nvSpPr>
            <p:cNvPr id="12807" name="Heatmap cell r49 c28"/>
            <p:cNvSpPr/>
            <p:nvPr/>
          </p:nvSpPr>
          <p:spPr>
            <a:xfrm>
              <a:off x="522712" y="1312461"/>
              <a:ext cx="19034" cy="28503"/>
            </a:xfrm>
            <a:prstGeom prst="rect">
              <a:avLst/>
            </a:prstGeom>
            <a:solidFill>
              <a:srgbClr val="B8C9DA"/>
            </a:solidFill>
            <a:ln>
              <a:noFill/>
            </a:ln>
          </p:spPr>
        </p:sp>
        <p:sp>
          <p:nvSpPr>
            <p:cNvPr id="12808" name="Heatmap cell r49 c29"/>
            <p:cNvSpPr/>
            <p:nvPr/>
          </p:nvSpPr>
          <p:spPr>
            <a:xfrm>
              <a:off x="541651" y="1312461"/>
              <a:ext cx="17140" cy="28503"/>
            </a:xfrm>
            <a:prstGeom prst="rect">
              <a:avLst/>
            </a:prstGeom>
            <a:solidFill>
              <a:srgbClr val="D6E0EA"/>
            </a:solidFill>
            <a:ln>
              <a:noFill/>
            </a:ln>
          </p:spPr>
        </p:sp>
        <p:sp>
          <p:nvSpPr>
            <p:cNvPr id="12809" name="Heatmap cell r49 c30"/>
            <p:cNvSpPr/>
            <p:nvPr/>
          </p:nvSpPr>
          <p:spPr>
            <a:xfrm>
              <a:off x="558696" y="1312461"/>
              <a:ext cx="19034" cy="28503"/>
            </a:xfrm>
            <a:prstGeom prst="rect">
              <a:avLst/>
            </a:prstGeom>
            <a:solidFill>
              <a:srgbClr val="97B0C8"/>
            </a:solidFill>
            <a:ln>
              <a:noFill/>
            </a:ln>
          </p:spPr>
        </p:sp>
        <p:sp>
          <p:nvSpPr>
            <p:cNvPr id="12810" name="Heatmap cell r49 c31"/>
            <p:cNvSpPr/>
            <p:nvPr/>
          </p:nvSpPr>
          <p:spPr>
            <a:xfrm>
              <a:off x="577634" y="1312461"/>
              <a:ext cx="17140" cy="28503"/>
            </a:xfrm>
            <a:prstGeom prst="rect">
              <a:avLst/>
            </a:prstGeom>
            <a:solidFill>
              <a:srgbClr val="F0F5F8"/>
            </a:solidFill>
            <a:ln>
              <a:noFill/>
            </a:ln>
          </p:spPr>
        </p:sp>
        <p:sp>
          <p:nvSpPr>
            <p:cNvPr id="12811" name="Heatmap cell r49 c32"/>
            <p:cNvSpPr/>
            <p:nvPr/>
          </p:nvSpPr>
          <p:spPr>
            <a:xfrm>
              <a:off x="594679" y="1312461"/>
              <a:ext cx="19034" cy="28503"/>
            </a:xfrm>
            <a:prstGeom prst="rect">
              <a:avLst/>
            </a:prstGeom>
            <a:solidFill>
              <a:srgbClr val="F0BBC2"/>
            </a:solidFill>
            <a:ln>
              <a:noFill/>
            </a:ln>
          </p:spPr>
        </p:sp>
        <p:sp>
          <p:nvSpPr>
            <p:cNvPr id="12812" name="Heatmap cell r49 c33"/>
            <p:cNvSpPr/>
            <p:nvPr/>
          </p:nvSpPr>
          <p:spPr>
            <a:xfrm>
              <a:off x="613618" y="1312461"/>
              <a:ext cx="17140" cy="28503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12813" name="Heatmap cell r49 c34"/>
            <p:cNvSpPr/>
            <p:nvPr/>
          </p:nvSpPr>
          <p:spPr>
            <a:xfrm>
              <a:off x="630663" y="1312461"/>
              <a:ext cx="19034" cy="28503"/>
            </a:xfrm>
            <a:prstGeom prst="rect">
              <a:avLst/>
            </a:prstGeom>
            <a:solidFill>
              <a:srgbClr val="C5D3E0"/>
            </a:solidFill>
            <a:ln>
              <a:noFill/>
            </a:ln>
          </p:spPr>
        </p:sp>
        <p:sp>
          <p:nvSpPr>
            <p:cNvPr id="12814" name="Heatmap cell r49 c35"/>
            <p:cNvSpPr/>
            <p:nvPr/>
          </p:nvSpPr>
          <p:spPr>
            <a:xfrm>
              <a:off x="649602" y="1312461"/>
              <a:ext cx="19034" cy="28503"/>
            </a:xfrm>
            <a:prstGeom prst="rect">
              <a:avLst/>
            </a:prstGeom>
            <a:solidFill>
              <a:srgbClr val="7092B5"/>
            </a:solidFill>
            <a:ln>
              <a:noFill/>
            </a:ln>
          </p:spPr>
        </p:sp>
        <p:sp>
          <p:nvSpPr>
            <p:cNvPr id="12815" name="Heatmap cell r49 c36"/>
            <p:cNvSpPr/>
            <p:nvPr/>
          </p:nvSpPr>
          <p:spPr>
            <a:xfrm>
              <a:off x="668541" y="1312461"/>
              <a:ext cx="17140" cy="28503"/>
            </a:xfrm>
            <a:prstGeom prst="rect">
              <a:avLst/>
            </a:prstGeom>
            <a:solidFill>
              <a:srgbClr val="9CB4CA"/>
            </a:solidFill>
            <a:ln>
              <a:noFill/>
            </a:ln>
          </p:spPr>
        </p:sp>
        <p:sp>
          <p:nvSpPr>
            <p:cNvPr id="12816" name="Heatmap cell r49 c38"/>
            <p:cNvSpPr/>
            <p:nvPr/>
          </p:nvSpPr>
          <p:spPr>
            <a:xfrm>
              <a:off x="704525" y="1312461"/>
              <a:ext cx="17140" cy="28503"/>
            </a:xfrm>
            <a:prstGeom prst="rect">
              <a:avLst/>
            </a:prstGeom>
            <a:solidFill>
              <a:srgbClr val="CCD7E3"/>
            </a:solidFill>
            <a:ln>
              <a:noFill/>
            </a:ln>
          </p:spPr>
        </p:sp>
        <p:sp>
          <p:nvSpPr>
            <p:cNvPr id="12817" name="Heatmap cell r49 c39"/>
            <p:cNvSpPr/>
            <p:nvPr/>
          </p:nvSpPr>
          <p:spPr>
            <a:xfrm>
              <a:off x="721570" y="1312461"/>
              <a:ext cx="19034" cy="28503"/>
            </a:xfrm>
            <a:prstGeom prst="rect">
              <a:avLst/>
            </a:prstGeom>
            <a:solidFill>
              <a:srgbClr val="F8F8FA"/>
            </a:solidFill>
            <a:ln>
              <a:noFill/>
            </a:ln>
          </p:spPr>
        </p:sp>
        <p:sp>
          <p:nvSpPr>
            <p:cNvPr id="12818" name="Heatmap cell r49 c40"/>
            <p:cNvSpPr/>
            <p:nvPr/>
          </p:nvSpPr>
          <p:spPr>
            <a:xfrm>
              <a:off x="740508" y="1312461"/>
              <a:ext cx="17140" cy="28503"/>
            </a:xfrm>
            <a:prstGeom prst="rect">
              <a:avLst/>
            </a:prstGeom>
            <a:solidFill>
              <a:srgbClr val="ECF0F6"/>
            </a:solidFill>
            <a:ln>
              <a:noFill/>
            </a:ln>
          </p:spPr>
        </p:sp>
        <p:sp>
          <p:nvSpPr>
            <p:cNvPr id="12819" name="Heatmap cell r49 c41"/>
            <p:cNvSpPr/>
            <p:nvPr/>
          </p:nvSpPr>
          <p:spPr>
            <a:xfrm>
              <a:off x="757553" y="1312461"/>
              <a:ext cx="19034" cy="28503"/>
            </a:xfrm>
            <a:prstGeom prst="rect">
              <a:avLst/>
            </a:prstGeom>
            <a:solidFill>
              <a:srgbClr val="CFDBE6"/>
            </a:solidFill>
            <a:ln>
              <a:noFill/>
            </a:ln>
          </p:spPr>
        </p:sp>
        <p:sp>
          <p:nvSpPr>
            <p:cNvPr id="12820" name="Heatmap cell r49 c42"/>
            <p:cNvSpPr/>
            <p:nvPr/>
          </p:nvSpPr>
          <p:spPr>
            <a:xfrm>
              <a:off x="776492" y="1312461"/>
              <a:ext cx="17140" cy="28503"/>
            </a:xfrm>
            <a:prstGeom prst="rect">
              <a:avLst/>
            </a:prstGeom>
            <a:solidFill>
              <a:srgbClr val="C9D6E2"/>
            </a:solidFill>
            <a:ln>
              <a:noFill/>
            </a:ln>
          </p:spPr>
        </p:sp>
        <p:sp>
          <p:nvSpPr>
            <p:cNvPr id="12821" name="Heatmap cell r49 c43"/>
            <p:cNvSpPr/>
            <p:nvPr/>
          </p:nvSpPr>
          <p:spPr>
            <a:xfrm>
              <a:off x="793537" y="1312461"/>
              <a:ext cx="19034" cy="28503"/>
            </a:xfrm>
            <a:prstGeom prst="rect">
              <a:avLst/>
            </a:prstGeom>
            <a:solidFill>
              <a:srgbClr val="A7BBD1"/>
            </a:solidFill>
            <a:ln>
              <a:noFill/>
            </a:ln>
          </p:spPr>
        </p:sp>
        <p:sp>
          <p:nvSpPr>
            <p:cNvPr id="12822" name="Heatmap cell r49 c44"/>
            <p:cNvSpPr/>
            <p:nvPr/>
          </p:nvSpPr>
          <p:spPr>
            <a:xfrm>
              <a:off x="812476" y="1312461"/>
              <a:ext cx="17140" cy="28503"/>
            </a:xfrm>
            <a:prstGeom prst="rect">
              <a:avLst/>
            </a:prstGeom>
            <a:solidFill>
              <a:srgbClr val="F8E6E8"/>
            </a:solidFill>
            <a:ln>
              <a:noFill/>
            </a:ln>
          </p:spPr>
        </p:sp>
        <p:sp>
          <p:nvSpPr>
            <p:cNvPr id="12823" name="Heatmap cell r49 c45"/>
            <p:cNvSpPr/>
            <p:nvPr/>
          </p:nvSpPr>
          <p:spPr>
            <a:xfrm>
              <a:off x="829521" y="1312461"/>
              <a:ext cx="19034" cy="28503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12824" name="Heatmap cell r49 c46"/>
            <p:cNvSpPr/>
            <p:nvPr/>
          </p:nvSpPr>
          <p:spPr>
            <a:xfrm>
              <a:off x="848460" y="1312461"/>
              <a:ext cx="17140" cy="28503"/>
            </a:xfrm>
            <a:prstGeom prst="rect">
              <a:avLst/>
            </a:prstGeom>
            <a:solidFill>
              <a:srgbClr val="F9E7E8"/>
            </a:solidFill>
            <a:ln>
              <a:noFill/>
            </a:ln>
          </p:spPr>
        </p:sp>
        <p:sp>
          <p:nvSpPr>
            <p:cNvPr id="12825" name="Heatmap cell r49 c47"/>
            <p:cNvSpPr/>
            <p:nvPr/>
          </p:nvSpPr>
          <p:spPr>
            <a:xfrm>
              <a:off x="865505" y="1312461"/>
              <a:ext cx="19034" cy="28503"/>
            </a:xfrm>
            <a:prstGeom prst="rect">
              <a:avLst/>
            </a:prstGeom>
            <a:solidFill>
              <a:srgbClr val="DFE6ED"/>
            </a:solidFill>
            <a:ln>
              <a:noFill/>
            </a:ln>
          </p:spPr>
        </p:sp>
        <p:sp>
          <p:nvSpPr>
            <p:cNvPr id="12826" name="Heatmap cell r49 c48"/>
            <p:cNvSpPr/>
            <p:nvPr/>
          </p:nvSpPr>
          <p:spPr>
            <a:xfrm>
              <a:off x="884444" y="1312461"/>
              <a:ext cx="19034" cy="28503"/>
            </a:xfrm>
            <a:prstGeom prst="rect">
              <a:avLst/>
            </a:prstGeom>
            <a:solidFill>
              <a:srgbClr val="CFDAE4"/>
            </a:solidFill>
            <a:ln>
              <a:noFill/>
            </a:ln>
          </p:spPr>
        </p:sp>
        <p:sp>
          <p:nvSpPr>
            <p:cNvPr id="12827" name="Heatmap cell r49 c49"/>
            <p:cNvSpPr/>
            <p:nvPr/>
          </p:nvSpPr>
          <p:spPr>
            <a:xfrm>
              <a:off x="903382" y="1312461"/>
              <a:ext cx="17140" cy="28503"/>
            </a:xfrm>
            <a:prstGeom prst="rect">
              <a:avLst/>
            </a:prstGeom>
            <a:solidFill>
              <a:srgbClr val="E6EBF1"/>
            </a:solidFill>
            <a:ln>
              <a:noFill/>
            </a:ln>
          </p:spPr>
        </p:sp>
        <p:sp>
          <p:nvSpPr>
            <p:cNvPr id="12828" name="Heatmap cell r49 c50"/>
            <p:cNvSpPr/>
            <p:nvPr/>
          </p:nvSpPr>
          <p:spPr>
            <a:xfrm>
              <a:off x="920427" y="1312461"/>
              <a:ext cx="19034" cy="28503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12829" name="Heatmap cell r49 c51"/>
            <p:cNvSpPr/>
            <p:nvPr/>
          </p:nvSpPr>
          <p:spPr>
            <a:xfrm>
              <a:off x="939366" y="1312461"/>
              <a:ext cx="17140" cy="28503"/>
            </a:xfrm>
            <a:prstGeom prst="rect">
              <a:avLst/>
            </a:prstGeom>
            <a:solidFill>
              <a:srgbClr val="FCF6F6"/>
            </a:solidFill>
            <a:ln>
              <a:noFill/>
            </a:ln>
          </p:spPr>
        </p:sp>
        <p:sp>
          <p:nvSpPr>
            <p:cNvPr id="12830" name="Heatmap cell r49 c52"/>
            <p:cNvSpPr/>
            <p:nvPr/>
          </p:nvSpPr>
          <p:spPr>
            <a:xfrm>
              <a:off x="956411" y="1312461"/>
              <a:ext cx="19034" cy="28503"/>
            </a:xfrm>
            <a:prstGeom prst="rect">
              <a:avLst/>
            </a:prstGeom>
            <a:solidFill>
              <a:srgbClr val="E1E9EF"/>
            </a:solidFill>
            <a:ln>
              <a:noFill/>
            </a:ln>
          </p:spPr>
        </p:sp>
        <p:sp>
          <p:nvSpPr>
            <p:cNvPr id="12831" name="Heatmap cell r49 c53"/>
            <p:cNvSpPr/>
            <p:nvPr/>
          </p:nvSpPr>
          <p:spPr>
            <a:xfrm>
              <a:off x="975350" y="1312461"/>
              <a:ext cx="17140" cy="28503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12832" name="Heatmap cell r49 c54"/>
            <p:cNvSpPr/>
            <p:nvPr/>
          </p:nvSpPr>
          <p:spPr>
            <a:xfrm>
              <a:off x="992395" y="1312461"/>
              <a:ext cx="19034" cy="28503"/>
            </a:xfrm>
            <a:prstGeom prst="rect">
              <a:avLst/>
            </a:prstGeom>
            <a:solidFill>
              <a:srgbClr val="EA9DA3"/>
            </a:solidFill>
            <a:ln>
              <a:noFill/>
            </a:ln>
          </p:spPr>
        </p:sp>
        <p:sp>
          <p:nvSpPr>
            <p:cNvPr id="12833" name="Heatmap cell r49 c55"/>
            <p:cNvSpPr/>
            <p:nvPr/>
          </p:nvSpPr>
          <p:spPr>
            <a:xfrm>
              <a:off x="1011334" y="1312461"/>
              <a:ext cx="17140" cy="28503"/>
            </a:xfrm>
            <a:prstGeom prst="rect">
              <a:avLst/>
            </a:prstGeom>
            <a:solidFill>
              <a:srgbClr val="AABDD2"/>
            </a:solidFill>
            <a:ln>
              <a:noFill/>
            </a:ln>
          </p:spPr>
        </p:sp>
        <p:sp>
          <p:nvSpPr>
            <p:cNvPr id="12834" name="Heatmap cell r49 c56"/>
            <p:cNvSpPr/>
            <p:nvPr/>
          </p:nvSpPr>
          <p:spPr>
            <a:xfrm>
              <a:off x="1028379" y="1312461"/>
              <a:ext cx="19034" cy="28503"/>
            </a:xfrm>
            <a:prstGeom prst="rect">
              <a:avLst/>
            </a:prstGeom>
            <a:solidFill>
              <a:srgbClr val="F7D3D6"/>
            </a:solidFill>
            <a:ln>
              <a:noFill/>
            </a:ln>
          </p:spPr>
        </p:sp>
        <p:sp>
          <p:nvSpPr>
            <p:cNvPr id="12835" name="Heatmap cell r49 c57"/>
            <p:cNvSpPr/>
            <p:nvPr/>
          </p:nvSpPr>
          <p:spPr>
            <a:xfrm>
              <a:off x="1047318" y="1312461"/>
              <a:ext cx="17140" cy="28503"/>
            </a:xfrm>
            <a:prstGeom prst="rect">
              <a:avLst/>
            </a:prstGeom>
            <a:solidFill>
              <a:srgbClr val="D2DDE8"/>
            </a:solidFill>
            <a:ln>
              <a:noFill/>
            </a:ln>
          </p:spPr>
        </p:sp>
        <p:sp>
          <p:nvSpPr>
            <p:cNvPr id="12836" name="Heatmap cell r49 c58"/>
            <p:cNvSpPr/>
            <p:nvPr/>
          </p:nvSpPr>
          <p:spPr>
            <a:xfrm>
              <a:off x="1064363" y="1312461"/>
              <a:ext cx="19034" cy="28503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12837" name="Heatmap cell r49 c59"/>
            <p:cNvSpPr/>
            <p:nvPr/>
          </p:nvSpPr>
          <p:spPr>
            <a:xfrm>
              <a:off x="1083301" y="1312461"/>
              <a:ext cx="17140" cy="28503"/>
            </a:xfrm>
            <a:prstGeom prst="rect">
              <a:avLst/>
            </a:prstGeom>
            <a:solidFill>
              <a:srgbClr val="5F85AB"/>
            </a:solidFill>
            <a:ln>
              <a:noFill/>
            </a:ln>
          </p:spPr>
        </p:sp>
        <p:sp>
          <p:nvSpPr>
            <p:cNvPr id="12838" name="Heatmap cell r49 c60"/>
            <p:cNvSpPr/>
            <p:nvPr/>
          </p:nvSpPr>
          <p:spPr>
            <a:xfrm>
              <a:off x="1100346" y="1312461"/>
              <a:ext cx="19034" cy="28503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12839" name="Heatmap cell r49 c61"/>
            <p:cNvSpPr/>
            <p:nvPr/>
          </p:nvSpPr>
          <p:spPr>
            <a:xfrm>
              <a:off x="1119285" y="1312461"/>
              <a:ext cx="19034" cy="28503"/>
            </a:xfrm>
            <a:prstGeom prst="rect">
              <a:avLst/>
            </a:prstGeom>
            <a:solidFill>
              <a:srgbClr val="F8E1E3"/>
            </a:solidFill>
            <a:ln>
              <a:noFill/>
            </a:ln>
          </p:spPr>
        </p:sp>
        <p:sp>
          <p:nvSpPr>
            <p:cNvPr id="12840" name="Heatmap cell r49 c62"/>
            <p:cNvSpPr/>
            <p:nvPr/>
          </p:nvSpPr>
          <p:spPr>
            <a:xfrm>
              <a:off x="1138224" y="1312461"/>
              <a:ext cx="17140" cy="28503"/>
            </a:xfrm>
            <a:prstGeom prst="rect">
              <a:avLst/>
            </a:prstGeom>
            <a:solidFill>
              <a:srgbClr val="FBF5F5"/>
            </a:solidFill>
            <a:ln>
              <a:noFill/>
            </a:ln>
          </p:spPr>
        </p:sp>
        <p:sp>
          <p:nvSpPr>
            <p:cNvPr id="12841" name="Heatmap cell r49 c63"/>
            <p:cNvSpPr/>
            <p:nvPr/>
          </p:nvSpPr>
          <p:spPr>
            <a:xfrm>
              <a:off x="1155269" y="1312461"/>
              <a:ext cx="19034" cy="28503"/>
            </a:xfrm>
            <a:prstGeom prst="rect">
              <a:avLst/>
            </a:prstGeom>
            <a:solidFill>
              <a:srgbClr val="F5F7F9"/>
            </a:solidFill>
            <a:ln>
              <a:noFill/>
            </a:ln>
          </p:spPr>
        </p:sp>
        <p:sp>
          <p:nvSpPr>
            <p:cNvPr id="12842" name="Heatmap cell r49 c64"/>
            <p:cNvSpPr/>
            <p:nvPr/>
          </p:nvSpPr>
          <p:spPr>
            <a:xfrm>
              <a:off x="1174208" y="1312461"/>
              <a:ext cx="17140" cy="28503"/>
            </a:xfrm>
            <a:prstGeom prst="rect">
              <a:avLst/>
            </a:prstGeom>
            <a:solidFill>
              <a:srgbClr val="829FBD"/>
            </a:solidFill>
            <a:ln>
              <a:noFill/>
            </a:ln>
          </p:spPr>
        </p:sp>
        <p:sp>
          <p:nvSpPr>
            <p:cNvPr id="12843" name="Heatmap cell r49 c65"/>
            <p:cNvSpPr/>
            <p:nvPr/>
          </p:nvSpPr>
          <p:spPr>
            <a:xfrm>
              <a:off x="1191253" y="1312461"/>
              <a:ext cx="19034" cy="28503"/>
            </a:xfrm>
            <a:prstGeom prst="rect">
              <a:avLst/>
            </a:prstGeom>
            <a:solidFill>
              <a:srgbClr val="B8C8DA"/>
            </a:solidFill>
            <a:ln>
              <a:noFill/>
            </a:ln>
          </p:spPr>
        </p:sp>
        <p:sp>
          <p:nvSpPr>
            <p:cNvPr id="12844" name="Heatmap cell r49 c66"/>
            <p:cNvSpPr/>
            <p:nvPr/>
          </p:nvSpPr>
          <p:spPr>
            <a:xfrm>
              <a:off x="1210192" y="1312461"/>
              <a:ext cx="17140" cy="28503"/>
            </a:xfrm>
            <a:prstGeom prst="rect">
              <a:avLst/>
            </a:prstGeom>
            <a:solidFill>
              <a:srgbClr val="DAE2EB"/>
            </a:solidFill>
            <a:ln>
              <a:noFill/>
            </a:ln>
          </p:spPr>
        </p:sp>
        <p:sp>
          <p:nvSpPr>
            <p:cNvPr id="12845" name="Heatmap cell r49 c67"/>
            <p:cNvSpPr/>
            <p:nvPr/>
          </p:nvSpPr>
          <p:spPr>
            <a:xfrm>
              <a:off x="1227236" y="1312461"/>
              <a:ext cx="19034" cy="28503"/>
            </a:xfrm>
            <a:prstGeom prst="rect">
              <a:avLst/>
            </a:prstGeom>
            <a:solidFill>
              <a:srgbClr val="C5D2DF"/>
            </a:solidFill>
            <a:ln>
              <a:noFill/>
            </a:ln>
          </p:spPr>
        </p:sp>
        <p:sp>
          <p:nvSpPr>
            <p:cNvPr id="12846" name="Heatmap cell r49 c69"/>
            <p:cNvSpPr/>
            <p:nvPr/>
          </p:nvSpPr>
          <p:spPr>
            <a:xfrm>
              <a:off x="1263220" y="1312461"/>
              <a:ext cx="19034" cy="28503"/>
            </a:xfrm>
            <a:prstGeom prst="rect">
              <a:avLst/>
            </a:prstGeom>
            <a:solidFill>
              <a:srgbClr val="FAEEEF"/>
            </a:solidFill>
            <a:ln>
              <a:noFill/>
            </a:ln>
          </p:spPr>
        </p:sp>
        <p:sp>
          <p:nvSpPr>
            <p:cNvPr id="12847" name="Heatmap cell r49 c70"/>
            <p:cNvSpPr/>
            <p:nvPr/>
          </p:nvSpPr>
          <p:spPr>
            <a:xfrm>
              <a:off x="1282159" y="1312461"/>
              <a:ext cx="17140" cy="28503"/>
            </a:xfrm>
            <a:prstGeom prst="rect">
              <a:avLst/>
            </a:prstGeom>
            <a:solidFill>
              <a:srgbClr val="EFB6BA"/>
            </a:solidFill>
            <a:ln>
              <a:noFill/>
            </a:ln>
          </p:spPr>
        </p:sp>
        <p:sp>
          <p:nvSpPr>
            <p:cNvPr id="12848" name="Heatmap cell r49 c71"/>
            <p:cNvSpPr/>
            <p:nvPr/>
          </p:nvSpPr>
          <p:spPr>
            <a:xfrm>
              <a:off x="1299204" y="1312461"/>
              <a:ext cx="19034" cy="28503"/>
            </a:xfrm>
            <a:prstGeom prst="rect">
              <a:avLst/>
            </a:prstGeom>
            <a:solidFill>
              <a:srgbClr val="CFDBE6"/>
            </a:solidFill>
            <a:ln>
              <a:noFill/>
            </a:ln>
          </p:spPr>
        </p:sp>
        <p:sp>
          <p:nvSpPr>
            <p:cNvPr id="12849" name="Heatmap cell r49 c72"/>
            <p:cNvSpPr/>
            <p:nvPr/>
          </p:nvSpPr>
          <p:spPr>
            <a:xfrm>
              <a:off x="1318143" y="1312461"/>
              <a:ext cx="17140" cy="28503"/>
            </a:xfrm>
            <a:prstGeom prst="rect">
              <a:avLst/>
            </a:prstGeom>
            <a:solidFill>
              <a:srgbClr val="A6BAD0"/>
            </a:solidFill>
            <a:ln>
              <a:noFill/>
            </a:ln>
          </p:spPr>
        </p:sp>
        <p:sp>
          <p:nvSpPr>
            <p:cNvPr id="12850" name="Heatmap cell r49 c73"/>
            <p:cNvSpPr/>
            <p:nvPr/>
          </p:nvSpPr>
          <p:spPr>
            <a:xfrm>
              <a:off x="1335188" y="1312461"/>
              <a:ext cx="19034" cy="28503"/>
            </a:xfrm>
            <a:prstGeom prst="rect">
              <a:avLst/>
            </a:prstGeom>
            <a:solidFill>
              <a:srgbClr val="F1C2C6"/>
            </a:solidFill>
            <a:ln>
              <a:noFill/>
            </a:ln>
          </p:spPr>
        </p:sp>
        <p:sp>
          <p:nvSpPr>
            <p:cNvPr id="12851" name="Heatmap cell r49 c74"/>
            <p:cNvSpPr/>
            <p:nvPr/>
          </p:nvSpPr>
          <p:spPr>
            <a:xfrm>
              <a:off x="1354127" y="1312461"/>
              <a:ext cx="17140" cy="28503"/>
            </a:xfrm>
            <a:prstGeom prst="rect">
              <a:avLst/>
            </a:prstGeom>
            <a:solidFill>
              <a:srgbClr val="F6D6DA"/>
            </a:solidFill>
            <a:ln>
              <a:noFill/>
            </a:ln>
          </p:spPr>
        </p:sp>
        <p:sp>
          <p:nvSpPr>
            <p:cNvPr id="12852" name="Heatmap cell r49 c75"/>
            <p:cNvSpPr/>
            <p:nvPr/>
          </p:nvSpPr>
          <p:spPr>
            <a:xfrm>
              <a:off x="1371172" y="1312461"/>
              <a:ext cx="19034" cy="28503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12853" name="Heatmap cell r49 c76"/>
            <p:cNvSpPr/>
            <p:nvPr/>
          </p:nvSpPr>
          <p:spPr>
            <a:xfrm>
              <a:off x="1390110" y="1312461"/>
              <a:ext cx="19034" cy="28503"/>
            </a:xfrm>
            <a:prstGeom prst="rect">
              <a:avLst/>
            </a:prstGeom>
            <a:solidFill>
              <a:srgbClr val="EA9CA1"/>
            </a:solidFill>
            <a:ln>
              <a:noFill/>
            </a:ln>
          </p:spPr>
        </p:sp>
        <p:sp>
          <p:nvSpPr>
            <p:cNvPr id="12854" name="Heatmap cell r49 c77"/>
            <p:cNvSpPr/>
            <p:nvPr/>
          </p:nvSpPr>
          <p:spPr>
            <a:xfrm>
              <a:off x="1409049" y="1312461"/>
              <a:ext cx="17140" cy="28503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12855" name="Heatmap cell r49 c78"/>
            <p:cNvSpPr/>
            <p:nvPr/>
          </p:nvSpPr>
          <p:spPr>
            <a:xfrm>
              <a:off x="1426094" y="1312461"/>
              <a:ext cx="19034" cy="28503"/>
            </a:xfrm>
            <a:prstGeom prst="rect">
              <a:avLst/>
            </a:prstGeom>
            <a:solidFill>
              <a:srgbClr val="CED9E4"/>
            </a:solidFill>
            <a:ln>
              <a:noFill/>
            </a:ln>
          </p:spPr>
        </p:sp>
        <p:sp>
          <p:nvSpPr>
            <p:cNvPr id="12856" name="Heatmap cell r49 c79"/>
            <p:cNvSpPr/>
            <p:nvPr/>
          </p:nvSpPr>
          <p:spPr>
            <a:xfrm>
              <a:off x="1445033" y="1312461"/>
              <a:ext cx="17140" cy="28503"/>
            </a:xfrm>
            <a:prstGeom prst="rect">
              <a:avLst/>
            </a:prstGeom>
            <a:solidFill>
              <a:srgbClr val="C5D2E0"/>
            </a:solidFill>
            <a:ln>
              <a:noFill/>
            </a:ln>
          </p:spPr>
        </p:sp>
        <p:sp>
          <p:nvSpPr>
            <p:cNvPr id="12857" name="Heatmap cell r49 c80"/>
            <p:cNvSpPr/>
            <p:nvPr/>
          </p:nvSpPr>
          <p:spPr>
            <a:xfrm>
              <a:off x="1462078" y="1312461"/>
              <a:ext cx="19034" cy="28503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12858" name="Heatmap cell r49 c81"/>
            <p:cNvSpPr/>
            <p:nvPr/>
          </p:nvSpPr>
          <p:spPr>
            <a:xfrm>
              <a:off x="1481017" y="1312461"/>
              <a:ext cx="17140" cy="28503"/>
            </a:xfrm>
            <a:prstGeom prst="rect">
              <a:avLst/>
            </a:prstGeom>
            <a:solidFill>
              <a:srgbClr val="DFE6ED"/>
            </a:solidFill>
            <a:ln>
              <a:noFill/>
            </a:ln>
          </p:spPr>
        </p:sp>
        <p:sp>
          <p:nvSpPr>
            <p:cNvPr id="12859" name="Heatmap cell r49 c82"/>
            <p:cNvSpPr/>
            <p:nvPr/>
          </p:nvSpPr>
          <p:spPr>
            <a:xfrm>
              <a:off x="1498062" y="1312461"/>
              <a:ext cx="19034" cy="28503"/>
            </a:xfrm>
            <a:prstGeom prst="rect">
              <a:avLst/>
            </a:prstGeom>
            <a:solidFill>
              <a:srgbClr val="F7DADC"/>
            </a:solidFill>
            <a:ln>
              <a:noFill/>
            </a:ln>
          </p:spPr>
        </p:sp>
        <p:sp>
          <p:nvSpPr>
            <p:cNvPr id="12860" name="Heatmap cell r49 c83"/>
            <p:cNvSpPr/>
            <p:nvPr/>
          </p:nvSpPr>
          <p:spPr>
            <a:xfrm>
              <a:off x="1517001" y="1312461"/>
              <a:ext cx="17140" cy="28503"/>
            </a:xfrm>
            <a:prstGeom prst="rect">
              <a:avLst/>
            </a:prstGeom>
            <a:solidFill>
              <a:srgbClr val="D9E1EB"/>
            </a:solidFill>
            <a:ln>
              <a:noFill/>
            </a:ln>
          </p:spPr>
        </p:sp>
        <p:sp>
          <p:nvSpPr>
            <p:cNvPr id="12861" name="Heatmap cell r49 c84"/>
            <p:cNvSpPr/>
            <p:nvPr/>
          </p:nvSpPr>
          <p:spPr>
            <a:xfrm>
              <a:off x="1534046" y="1312461"/>
              <a:ext cx="19034" cy="28503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12862" name="Heatmap cell r49 c85"/>
            <p:cNvSpPr/>
            <p:nvPr/>
          </p:nvSpPr>
          <p:spPr>
            <a:xfrm>
              <a:off x="1552984" y="1312461"/>
              <a:ext cx="17140" cy="28503"/>
            </a:xfrm>
            <a:prstGeom prst="rect">
              <a:avLst/>
            </a:prstGeom>
            <a:solidFill>
              <a:srgbClr val="CFDAE4"/>
            </a:solidFill>
            <a:ln>
              <a:noFill/>
            </a:ln>
          </p:spPr>
        </p:sp>
        <p:sp>
          <p:nvSpPr>
            <p:cNvPr id="12863" name="Heatmap cell r49 c86"/>
            <p:cNvSpPr/>
            <p:nvPr/>
          </p:nvSpPr>
          <p:spPr>
            <a:xfrm>
              <a:off x="1570029" y="1312461"/>
              <a:ext cx="19034" cy="28503"/>
            </a:xfrm>
            <a:prstGeom prst="rect">
              <a:avLst/>
            </a:prstGeom>
            <a:solidFill>
              <a:srgbClr val="A1B8CE"/>
            </a:solidFill>
            <a:ln>
              <a:noFill/>
            </a:ln>
          </p:spPr>
        </p:sp>
        <p:sp>
          <p:nvSpPr>
            <p:cNvPr id="12864" name="Heatmap cell r49 c87"/>
            <p:cNvSpPr/>
            <p:nvPr/>
          </p:nvSpPr>
          <p:spPr>
            <a:xfrm>
              <a:off x="1588968" y="1312461"/>
              <a:ext cx="17140" cy="28503"/>
            </a:xfrm>
            <a:prstGeom prst="rect">
              <a:avLst/>
            </a:prstGeom>
            <a:solidFill>
              <a:srgbClr val="CFDAE4"/>
            </a:solidFill>
            <a:ln>
              <a:noFill/>
            </a:ln>
          </p:spPr>
        </p:sp>
        <p:sp>
          <p:nvSpPr>
            <p:cNvPr id="12865" name="Heatmap cell r49 c88"/>
            <p:cNvSpPr/>
            <p:nvPr/>
          </p:nvSpPr>
          <p:spPr>
            <a:xfrm>
              <a:off x="1606013" y="1312461"/>
              <a:ext cx="19034" cy="28503"/>
            </a:xfrm>
            <a:prstGeom prst="rect">
              <a:avLst/>
            </a:prstGeom>
            <a:solidFill>
              <a:srgbClr val="90ABC5"/>
            </a:solidFill>
            <a:ln>
              <a:noFill/>
            </a:ln>
          </p:spPr>
        </p:sp>
        <p:sp>
          <p:nvSpPr>
            <p:cNvPr id="12866" name="Heatmap cell r49 c89"/>
            <p:cNvSpPr/>
            <p:nvPr/>
          </p:nvSpPr>
          <p:spPr>
            <a:xfrm>
              <a:off x="1624952" y="1312461"/>
              <a:ext cx="19034" cy="28503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12867" name="Heatmap cell r49 c90"/>
            <p:cNvSpPr/>
            <p:nvPr/>
          </p:nvSpPr>
          <p:spPr>
            <a:xfrm>
              <a:off x="1643891" y="1312461"/>
              <a:ext cx="17140" cy="28503"/>
            </a:xfrm>
            <a:prstGeom prst="rect">
              <a:avLst/>
            </a:prstGeom>
            <a:solidFill>
              <a:srgbClr val="EFB9BE"/>
            </a:solidFill>
            <a:ln>
              <a:noFill/>
            </a:ln>
          </p:spPr>
        </p:sp>
        <p:sp>
          <p:nvSpPr>
            <p:cNvPr id="12868" name="Heatmap cell r49 c91"/>
            <p:cNvSpPr/>
            <p:nvPr/>
          </p:nvSpPr>
          <p:spPr>
            <a:xfrm>
              <a:off x="1660936" y="1312461"/>
              <a:ext cx="19034" cy="28503"/>
            </a:xfrm>
            <a:prstGeom prst="rect">
              <a:avLst/>
            </a:prstGeom>
            <a:solidFill>
              <a:srgbClr val="F5D0D3"/>
            </a:solidFill>
            <a:ln>
              <a:noFill/>
            </a:ln>
          </p:spPr>
        </p:sp>
        <p:sp>
          <p:nvSpPr>
            <p:cNvPr id="12869" name="Heatmap cell r49 c92"/>
            <p:cNvSpPr/>
            <p:nvPr/>
          </p:nvSpPr>
          <p:spPr>
            <a:xfrm>
              <a:off x="1679875" y="1312461"/>
              <a:ext cx="17140" cy="28503"/>
            </a:xfrm>
            <a:prstGeom prst="rect">
              <a:avLst/>
            </a:prstGeom>
            <a:solidFill>
              <a:srgbClr val="FCF8F9"/>
            </a:solidFill>
            <a:ln>
              <a:noFill/>
            </a:ln>
          </p:spPr>
        </p:sp>
        <p:sp>
          <p:nvSpPr>
            <p:cNvPr id="12870" name="Heatmap cell r49 c93"/>
            <p:cNvSpPr/>
            <p:nvPr/>
          </p:nvSpPr>
          <p:spPr>
            <a:xfrm>
              <a:off x="1696920" y="1312461"/>
              <a:ext cx="19034" cy="28503"/>
            </a:xfrm>
            <a:prstGeom prst="rect">
              <a:avLst/>
            </a:prstGeom>
            <a:solidFill>
              <a:srgbClr val="E9EEF4"/>
            </a:solidFill>
            <a:ln>
              <a:noFill/>
            </a:ln>
          </p:spPr>
        </p:sp>
        <p:sp>
          <p:nvSpPr>
            <p:cNvPr id="12871" name="Heatmap cell r49 c94"/>
            <p:cNvSpPr/>
            <p:nvPr/>
          </p:nvSpPr>
          <p:spPr>
            <a:xfrm>
              <a:off x="1715858" y="1312461"/>
              <a:ext cx="17140" cy="28503"/>
            </a:xfrm>
            <a:prstGeom prst="rect">
              <a:avLst/>
            </a:prstGeom>
            <a:solidFill>
              <a:srgbClr val="EA9CA2"/>
            </a:solidFill>
            <a:ln>
              <a:noFill/>
            </a:ln>
          </p:spPr>
        </p:sp>
        <p:sp>
          <p:nvSpPr>
            <p:cNvPr id="12872" name="Heatmap cell r49 c95"/>
            <p:cNvSpPr/>
            <p:nvPr/>
          </p:nvSpPr>
          <p:spPr>
            <a:xfrm>
              <a:off x="1732903" y="1312461"/>
              <a:ext cx="19034" cy="28503"/>
            </a:xfrm>
            <a:prstGeom prst="rect">
              <a:avLst/>
            </a:prstGeom>
            <a:solidFill>
              <a:srgbClr val="BBCCDC"/>
            </a:solidFill>
            <a:ln>
              <a:noFill/>
            </a:ln>
          </p:spPr>
        </p:sp>
        <p:sp>
          <p:nvSpPr>
            <p:cNvPr id="12873" name="Heatmap cell r49 c96"/>
            <p:cNvSpPr/>
            <p:nvPr/>
          </p:nvSpPr>
          <p:spPr>
            <a:xfrm>
              <a:off x="1751842" y="1312461"/>
              <a:ext cx="17140" cy="28503"/>
            </a:xfrm>
            <a:prstGeom prst="rect">
              <a:avLst/>
            </a:prstGeom>
            <a:solidFill>
              <a:srgbClr val="ECF0F6"/>
            </a:solidFill>
            <a:ln>
              <a:noFill/>
            </a:ln>
          </p:spPr>
        </p:sp>
        <p:sp>
          <p:nvSpPr>
            <p:cNvPr id="12874" name="Heatmap cell r49 c98"/>
            <p:cNvSpPr/>
            <p:nvPr/>
          </p:nvSpPr>
          <p:spPr>
            <a:xfrm>
              <a:off x="1787826" y="1312461"/>
              <a:ext cx="17140" cy="28503"/>
            </a:xfrm>
            <a:prstGeom prst="rect">
              <a:avLst/>
            </a:prstGeom>
            <a:solidFill>
              <a:srgbClr val="ACC0D3"/>
            </a:solidFill>
            <a:ln>
              <a:noFill/>
            </a:ln>
          </p:spPr>
        </p:sp>
        <p:sp>
          <p:nvSpPr>
            <p:cNvPr id="12875" name="Heatmap cell r49 c99"/>
            <p:cNvSpPr/>
            <p:nvPr/>
          </p:nvSpPr>
          <p:spPr>
            <a:xfrm>
              <a:off x="1804871" y="1312461"/>
              <a:ext cx="19034" cy="28503"/>
            </a:xfrm>
            <a:prstGeom prst="rect">
              <a:avLst/>
            </a:prstGeom>
            <a:solidFill>
              <a:srgbClr val="B3C5D6"/>
            </a:solidFill>
            <a:ln>
              <a:noFill/>
            </a:ln>
          </p:spPr>
        </p:sp>
        <p:sp>
          <p:nvSpPr>
            <p:cNvPr id="12876" name="Heatmap cell r49 c100"/>
            <p:cNvSpPr/>
            <p:nvPr/>
          </p:nvSpPr>
          <p:spPr>
            <a:xfrm>
              <a:off x="1823810" y="1312461"/>
              <a:ext cx="17140" cy="28503"/>
            </a:xfrm>
            <a:prstGeom prst="rect">
              <a:avLst/>
            </a:prstGeom>
            <a:solidFill>
              <a:srgbClr val="F6F8F9"/>
            </a:solidFill>
            <a:ln>
              <a:noFill/>
            </a:ln>
          </p:spPr>
        </p:sp>
        <p:sp>
          <p:nvSpPr>
            <p:cNvPr id="12877" name="Heatmap cell r49 c101"/>
            <p:cNvSpPr/>
            <p:nvPr/>
          </p:nvSpPr>
          <p:spPr>
            <a:xfrm>
              <a:off x="1840855" y="1312461"/>
              <a:ext cx="19034" cy="28503"/>
            </a:xfrm>
            <a:prstGeom prst="rect">
              <a:avLst/>
            </a:prstGeom>
            <a:solidFill>
              <a:srgbClr val="F5D0D3"/>
            </a:solidFill>
            <a:ln>
              <a:noFill/>
            </a:ln>
          </p:spPr>
        </p:sp>
        <p:sp>
          <p:nvSpPr>
            <p:cNvPr id="12878" name="Heatmap cell r49 c102"/>
            <p:cNvSpPr/>
            <p:nvPr/>
          </p:nvSpPr>
          <p:spPr>
            <a:xfrm>
              <a:off x="1859794" y="1312461"/>
              <a:ext cx="19034" cy="28503"/>
            </a:xfrm>
            <a:prstGeom prst="rect">
              <a:avLst/>
            </a:prstGeom>
            <a:solidFill>
              <a:srgbClr val="F9E7E8"/>
            </a:solidFill>
            <a:ln>
              <a:noFill/>
            </a:ln>
          </p:spPr>
        </p:sp>
        <p:sp>
          <p:nvSpPr>
            <p:cNvPr id="12879" name="Heatmap cell r49 c103"/>
            <p:cNvSpPr/>
            <p:nvPr/>
          </p:nvSpPr>
          <p:spPr>
            <a:xfrm>
              <a:off x="1878732" y="1312461"/>
              <a:ext cx="17140" cy="28503"/>
            </a:xfrm>
            <a:prstGeom prst="rect">
              <a:avLst/>
            </a:prstGeom>
            <a:solidFill>
              <a:srgbClr val="DFE7ED"/>
            </a:solidFill>
            <a:ln>
              <a:noFill/>
            </a:ln>
          </p:spPr>
        </p:sp>
        <p:sp>
          <p:nvSpPr>
            <p:cNvPr id="12880" name="Heatmap cell r49 c104"/>
            <p:cNvSpPr/>
            <p:nvPr/>
          </p:nvSpPr>
          <p:spPr>
            <a:xfrm>
              <a:off x="1895777" y="1312461"/>
              <a:ext cx="19034" cy="28503"/>
            </a:xfrm>
            <a:prstGeom prst="rect">
              <a:avLst/>
            </a:prstGeom>
            <a:solidFill>
              <a:srgbClr val="FCF6F6"/>
            </a:solidFill>
            <a:ln>
              <a:noFill/>
            </a:ln>
          </p:spPr>
        </p:sp>
        <p:sp>
          <p:nvSpPr>
            <p:cNvPr id="12881" name="Heatmap cell r49 c105"/>
            <p:cNvSpPr/>
            <p:nvPr/>
          </p:nvSpPr>
          <p:spPr>
            <a:xfrm>
              <a:off x="1914716" y="1312461"/>
              <a:ext cx="17140" cy="28503"/>
            </a:xfrm>
            <a:prstGeom prst="rect">
              <a:avLst/>
            </a:prstGeom>
            <a:solidFill>
              <a:srgbClr val="F4CDD0"/>
            </a:solidFill>
            <a:ln>
              <a:noFill/>
            </a:ln>
          </p:spPr>
        </p:sp>
        <p:sp>
          <p:nvSpPr>
            <p:cNvPr id="12882" name="Heatmap cell r49 c106"/>
            <p:cNvSpPr/>
            <p:nvPr/>
          </p:nvSpPr>
          <p:spPr>
            <a:xfrm>
              <a:off x="1931761" y="1312461"/>
              <a:ext cx="19034" cy="28503"/>
            </a:xfrm>
            <a:prstGeom prst="rect">
              <a:avLst/>
            </a:prstGeom>
            <a:solidFill>
              <a:srgbClr val="9FB7CD"/>
            </a:solidFill>
            <a:ln>
              <a:noFill/>
            </a:ln>
          </p:spPr>
        </p:sp>
        <p:sp>
          <p:nvSpPr>
            <p:cNvPr id="12883" name="Heatmap cell r49 c107"/>
            <p:cNvSpPr/>
            <p:nvPr/>
          </p:nvSpPr>
          <p:spPr>
            <a:xfrm>
              <a:off x="1950700" y="1312461"/>
              <a:ext cx="17140" cy="28503"/>
            </a:xfrm>
            <a:prstGeom prst="rect">
              <a:avLst/>
            </a:prstGeom>
            <a:solidFill>
              <a:srgbClr val="A7BBD1"/>
            </a:solidFill>
            <a:ln>
              <a:noFill/>
            </a:ln>
          </p:spPr>
        </p:sp>
        <p:sp>
          <p:nvSpPr>
            <p:cNvPr id="12884" name="Heatmap cell r49 c108"/>
            <p:cNvSpPr/>
            <p:nvPr/>
          </p:nvSpPr>
          <p:spPr>
            <a:xfrm>
              <a:off x="1967745" y="1312461"/>
              <a:ext cx="19034" cy="28503"/>
            </a:xfrm>
            <a:prstGeom prst="rect">
              <a:avLst/>
            </a:prstGeom>
            <a:solidFill>
              <a:srgbClr val="A0B7CE"/>
            </a:solidFill>
            <a:ln>
              <a:noFill/>
            </a:ln>
          </p:spPr>
        </p:sp>
        <p:sp>
          <p:nvSpPr>
            <p:cNvPr id="12885" name="Heatmap cell r49 c109"/>
            <p:cNvSpPr/>
            <p:nvPr/>
          </p:nvSpPr>
          <p:spPr>
            <a:xfrm>
              <a:off x="1986684" y="1312461"/>
              <a:ext cx="17140" cy="28503"/>
            </a:xfrm>
            <a:prstGeom prst="rect">
              <a:avLst/>
            </a:prstGeom>
            <a:solidFill>
              <a:srgbClr val="F8F8FA"/>
            </a:solidFill>
            <a:ln>
              <a:noFill/>
            </a:ln>
          </p:spPr>
        </p:sp>
        <p:sp>
          <p:nvSpPr>
            <p:cNvPr id="12886" name="Heatmap cell r49 c110"/>
            <p:cNvSpPr/>
            <p:nvPr/>
          </p:nvSpPr>
          <p:spPr>
            <a:xfrm>
              <a:off x="2003729" y="1312461"/>
              <a:ext cx="19034" cy="28503"/>
            </a:xfrm>
            <a:prstGeom prst="rect">
              <a:avLst/>
            </a:prstGeom>
            <a:solidFill>
              <a:srgbClr val="EFB8BD"/>
            </a:solidFill>
            <a:ln>
              <a:noFill/>
            </a:ln>
          </p:spPr>
        </p:sp>
        <p:sp>
          <p:nvSpPr>
            <p:cNvPr id="12887" name="Heatmap cell r49 c111"/>
            <p:cNvSpPr/>
            <p:nvPr/>
          </p:nvSpPr>
          <p:spPr>
            <a:xfrm>
              <a:off x="2022668" y="1312461"/>
              <a:ext cx="17140" cy="28503"/>
            </a:xfrm>
            <a:prstGeom prst="rect">
              <a:avLst/>
            </a:prstGeom>
            <a:solidFill>
              <a:srgbClr val="ACC1D3"/>
            </a:solidFill>
            <a:ln>
              <a:noFill/>
            </a:ln>
          </p:spPr>
        </p:sp>
        <p:sp>
          <p:nvSpPr>
            <p:cNvPr id="12888" name="Heatmap cell r49 c112"/>
            <p:cNvSpPr/>
            <p:nvPr/>
          </p:nvSpPr>
          <p:spPr>
            <a:xfrm>
              <a:off x="2039712" y="1312461"/>
              <a:ext cx="19034" cy="28503"/>
            </a:xfrm>
            <a:prstGeom prst="rect">
              <a:avLst/>
            </a:prstGeom>
            <a:solidFill>
              <a:srgbClr val="C3D1DF"/>
            </a:solidFill>
            <a:ln>
              <a:noFill/>
            </a:ln>
          </p:spPr>
        </p:sp>
        <p:sp>
          <p:nvSpPr>
            <p:cNvPr id="12889" name="Heatmap cell r49 c114"/>
            <p:cNvSpPr/>
            <p:nvPr/>
          </p:nvSpPr>
          <p:spPr>
            <a:xfrm>
              <a:off x="2075696" y="1312461"/>
              <a:ext cx="19034" cy="28503"/>
            </a:xfrm>
            <a:prstGeom prst="rect">
              <a:avLst/>
            </a:prstGeom>
            <a:solidFill>
              <a:srgbClr val="9CB4CA"/>
            </a:solidFill>
            <a:ln>
              <a:noFill/>
            </a:ln>
          </p:spPr>
        </p:sp>
        <p:sp>
          <p:nvSpPr>
            <p:cNvPr id="12890" name="Heatmap cell r49 c115"/>
            <p:cNvSpPr/>
            <p:nvPr/>
          </p:nvSpPr>
          <p:spPr>
            <a:xfrm>
              <a:off x="2094635" y="1312461"/>
              <a:ext cx="19034" cy="28503"/>
            </a:xfrm>
            <a:prstGeom prst="rect">
              <a:avLst/>
            </a:prstGeom>
            <a:solidFill>
              <a:srgbClr val="AFC3D5"/>
            </a:solidFill>
            <a:ln>
              <a:noFill/>
            </a:ln>
          </p:spPr>
        </p:sp>
        <p:sp>
          <p:nvSpPr>
            <p:cNvPr id="12891" name="Heatmap cell r49 c116"/>
            <p:cNvSpPr/>
            <p:nvPr/>
          </p:nvSpPr>
          <p:spPr>
            <a:xfrm>
              <a:off x="2113574" y="1312461"/>
              <a:ext cx="17140" cy="28503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12892" name="Heatmap cell r49 c117"/>
            <p:cNvSpPr/>
            <p:nvPr/>
          </p:nvSpPr>
          <p:spPr>
            <a:xfrm>
              <a:off x="2130619" y="1312461"/>
              <a:ext cx="19034" cy="28503"/>
            </a:xfrm>
            <a:prstGeom prst="rect">
              <a:avLst/>
            </a:prstGeom>
            <a:solidFill>
              <a:srgbClr val="F3C6CB"/>
            </a:solidFill>
            <a:ln>
              <a:noFill/>
            </a:ln>
          </p:spPr>
        </p:sp>
        <p:sp>
          <p:nvSpPr>
            <p:cNvPr id="12893" name="Heatmap cell r49 c118"/>
            <p:cNvSpPr/>
            <p:nvPr/>
          </p:nvSpPr>
          <p:spPr>
            <a:xfrm>
              <a:off x="2149558" y="1312461"/>
              <a:ext cx="17140" cy="28503"/>
            </a:xfrm>
            <a:prstGeom prst="rect">
              <a:avLst/>
            </a:prstGeom>
            <a:solidFill>
              <a:srgbClr val="B6C7D9"/>
            </a:solidFill>
            <a:ln>
              <a:noFill/>
            </a:ln>
          </p:spPr>
        </p:sp>
        <p:sp>
          <p:nvSpPr>
            <p:cNvPr id="12894" name="Heatmap cell r49 c119"/>
            <p:cNvSpPr/>
            <p:nvPr/>
          </p:nvSpPr>
          <p:spPr>
            <a:xfrm>
              <a:off x="2166603" y="1312461"/>
              <a:ext cx="19034" cy="28503"/>
            </a:xfrm>
            <a:prstGeom prst="rect">
              <a:avLst/>
            </a:prstGeom>
            <a:solidFill>
              <a:srgbClr val="F6D6DA"/>
            </a:solidFill>
            <a:ln>
              <a:noFill/>
            </a:ln>
          </p:spPr>
        </p:sp>
        <p:sp>
          <p:nvSpPr>
            <p:cNvPr id="12895" name="Heatmap cell r49 c120"/>
            <p:cNvSpPr/>
            <p:nvPr/>
          </p:nvSpPr>
          <p:spPr>
            <a:xfrm>
              <a:off x="2185542" y="1312461"/>
              <a:ext cx="17140" cy="28503"/>
            </a:xfrm>
            <a:prstGeom prst="rect">
              <a:avLst/>
            </a:prstGeom>
            <a:solidFill>
              <a:srgbClr val="B1C4D5"/>
            </a:solidFill>
            <a:ln>
              <a:noFill/>
            </a:ln>
          </p:spPr>
        </p:sp>
        <p:sp>
          <p:nvSpPr>
            <p:cNvPr id="12896" name="Heatmap cell r49 c121"/>
            <p:cNvSpPr/>
            <p:nvPr/>
          </p:nvSpPr>
          <p:spPr>
            <a:xfrm>
              <a:off x="2202586" y="1312461"/>
              <a:ext cx="19034" cy="28503"/>
            </a:xfrm>
            <a:prstGeom prst="rect">
              <a:avLst/>
            </a:prstGeom>
            <a:solidFill>
              <a:srgbClr val="EDAEB5"/>
            </a:solidFill>
            <a:ln>
              <a:noFill/>
            </a:ln>
          </p:spPr>
        </p:sp>
        <p:sp>
          <p:nvSpPr>
            <p:cNvPr id="12897" name="Heatmap cell r49 c122"/>
            <p:cNvSpPr/>
            <p:nvPr/>
          </p:nvSpPr>
          <p:spPr>
            <a:xfrm>
              <a:off x="2221525" y="1312461"/>
              <a:ext cx="17140" cy="28503"/>
            </a:xfrm>
            <a:prstGeom prst="rect">
              <a:avLst/>
            </a:prstGeom>
            <a:solidFill>
              <a:srgbClr val="B5C6D7"/>
            </a:solidFill>
            <a:ln>
              <a:noFill/>
            </a:ln>
          </p:spPr>
        </p:sp>
        <p:sp>
          <p:nvSpPr>
            <p:cNvPr id="12898" name="Heatmap cell r49 c123"/>
            <p:cNvSpPr/>
            <p:nvPr/>
          </p:nvSpPr>
          <p:spPr>
            <a:xfrm>
              <a:off x="2238570" y="1312461"/>
              <a:ext cx="19034" cy="28503"/>
            </a:xfrm>
            <a:prstGeom prst="rect">
              <a:avLst/>
            </a:prstGeom>
            <a:solidFill>
              <a:srgbClr val="E89097"/>
            </a:solidFill>
            <a:ln>
              <a:noFill/>
            </a:ln>
          </p:spPr>
        </p:sp>
        <p:sp>
          <p:nvSpPr>
            <p:cNvPr id="12899" name="Heatmap cell r49 c124"/>
            <p:cNvSpPr/>
            <p:nvPr/>
          </p:nvSpPr>
          <p:spPr>
            <a:xfrm>
              <a:off x="2257509" y="1312461"/>
              <a:ext cx="17140" cy="28503"/>
            </a:xfrm>
            <a:prstGeom prst="rect">
              <a:avLst/>
            </a:prstGeom>
            <a:solidFill>
              <a:srgbClr val="F1C2C6"/>
            </a:solidFill>
            <a:ln>
              <a:noFill/>
            </a:ln>
          </p:spPr>
        </p:sp>
        <p:sp>
          <p:nvSpPr>
            <p:cNvPr id="12900" name="Heatmap cell r49 c125"/>
            <p:cNvSpPr/>
            <p:nvPr/>
          </p:nvSpPr>
          <p:spPr>
            <a:xfrm>
              <a:off x="2274554" y="1312461"/>
              <a:ext cx="19034" cy="28503"/>
            </a:xfrm>
            <a:prstGeom prst="rect">
              <a:avLst/>
            </a:prstGeom>
            <a:solidFill>
              <a:srgbClr val="F6F8F9"/>
            </a:solidFill>
            <a:ln>
              <a:noFill/>
            </a:ln>
          </p:spPr>
        </p:sp>
        <p:sp>
          <p:nvSpPr>
            <p:cNvPr id="12901" name="Heatmap cell r49 c126"/>
            <p:cNvSpPr/>
            <p:nvPr/>
          </p:nvSpPr>
          <p:spPr>
            <a:xfrm>
              <a:off x="2293493" y="1312461"/>
              <a:ext cx="17140" cy="28503"/>
            </a:xfrm>
            <a:prstGeom prst="rect">
              <a:avLst/>
            </a:prstGeom>
            <a:solidFill>
              <a:srgbClr val="88A4C1"/>
            </a:solidFill>
            <a:ln>
              <a:noFill/>
            </a:ln>
          </p:spPr>
        </p:sp>
        <p:sp>
          <p:nvSpPr>
            <p:cNvPr id="12902" name="Heatmap cell r49 c127"/>
            <p:cNvSpPr/>
            <p:nvPr/>
          </p:nvSpPr>
          <p:spPr>
            <a:xfrm>
              <a:off x="2310538" y="1312461"/>
              <a:ext cx="19034" cy="28503"/>
            </a:xfrm>
            <a:prstGeom prst="rect">
              <a:avLst/>
            </a:prstGeom>
            <a:solidFill>
              <a:srgbClr val="A9BCD2"/>
            </a:solidFill>
            <a:ln>
              <a:noFill/>
            </a:ln>
          </p:spPr>
        </p:sp>
        <p:sp>
          <p:nvSpPr>
            <p:cNvPr id="12903" name="Heatmap cell r49 c128"/>
            <p:cNvSpPr/>
            <p:nvPr/>
          </p:nvSpPr>
          <p:spPr>
            <a:xfrm>
              <a:off x="2329477" y="1312461"/>
              <a:ext cx="19034" cy="28503"/>
            </a:xfrm>
            <a:prstGeom prst="rect">
              <a:avLst/>
            </a:prstGeom>
            <a:solidFill>
              <a:srgbClr val="E7EBF1"/>
            </a:solidFill>
            <a:ln>
              <a:noFill/>
            </a:ln>
          </p:spPr>
        </p:sp>
        <p:sp>
          <p:nvSpPr>
            <p:cNvPr id="12904" name="Heatmap cell r49 c129"/>
            <p:cNvSpPr/>
            <p:nvPr/>
          </p:nvSpPr>
          <p:spPr>
            <a:xfrm>
              <a:off x="2348416" y="1312461"/>
              <a:ext cx="17140" cy="28503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12905" name="Heatmap cell r49 c130"/>
            <p:cNvSpPr/>
            <p:nvPr/>
          </p:nvSpPr>
          <p:spPr>
            <a:xfrm>
              <a:off x="2365460" y="1312461"/>
              <a:ext cx="19034" cy="28503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12906" name="Heatmap cell r49 c131"/>
            <p:cNvSpPr/>
            <p:nvPr/>
          </p:nvSpPr>
          <p:spPr>
            <a:xfrm>
              <a:off x="2384399" y="1312461"/>
              <a:ext cx="17140" cy="28503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12907" name="Heatmap cell r49 c132"/>
            <p:cNvSpPr/>
            <p:nvPr/>
          </p:nvSpPr>
          <p:spPr>
            <a:xfrm>
              <a:off x="2401444" y="1312461"/>
              <a:ext cx="19034" cy="28503"/>
            </a:xfrm>
            <a:prstGeom prst="rect">
              <a:avLst/>
            </a:prstGeom>
            <a:solidFill>
              <a:srgbClr val="F0F4F7"/>
            </a:solidFill>
            <a:ln>
              <a:noFill/>
            </a:ln>
          </p:spPr>
        </p:sp>
        <p:sp>
          <p:nvSpPr>
            <p:cNvPr id="12908" name="Heatmap cell r49 c133"/>
            <p:cNvSpPr/>
            <p:nvPr/>
          </p:nvSpPr>
          <p:spPr>
            <a:xfrm>
              <a:off x="2420383" y="1312461"/>
              <a:ext cx="17140" cy="28503"/>
            </a:xfrm>
            <a:prstGeom prst="rect">
              <a:avLst/>
            </a:prstGeom>
            <a:solidFill>
              <a:srgbClr val="DFE6ED"/>
            </a:solidFill>
            <a:ln>
              <a:noFill/>
            </a:ln>
          </p:spPr>
        </p:sp>
        <p:sp>
          <p:nvSpPr>
            <p:cNvPr id="12909" name="Heatmap cell r49 c134"/>
            <p:cNvSpPr/>
            <p:nvPr/>
          </p:nvSpPr>
          <p:spPr>
            <a:xfrm>
              <a:off x="2437428" y="1312461"/>
              <a:ext cx="19034" cy="28503"/>
            </a:xfrm>
            <a:prstGeom prst="rect">
              <a:avLst/>
            </a:prstGeom>
            <a:solidFill>
              <a:srgbClr val="B8C9DA"/>
            </a:solidFill>
            <a:ln>
              <a:noFill/>
            </a:ln>
          </p:spPr>
        </p:sp>
        <p:sp>
          <p:nvSpPr>
            <p:cNvPr id="12910" name="Heatmap cell r49 c135"/>
            <p:cNvSpPr/>
            <p:nvPr/>
          </p:nvSpPr>
          <p:spPr>
            <a:xfrm>
              <a:off x="2456367" y="1312461"/>
              <a:ext cx="17140" cy="28503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</p:sp>
        <p:sp>
          <p:nvSpPr>
            <p:cNvPr id="12911" name="Heatmap cell r49 c136"/>
            <p:cNvSpPr/>
            <p:nvPr/>
          </p:nvSpPr>
          <p:spPr>
            <a:xfrm>
              <a:off x="2473412" y="1312461"/>
              <a:ext cx="19034" cy="28503"/>
            </a:xfrm>
            <a:prstGeom prst="rect">
              <a:avLst/>
            </a:prstGeom>
            <a:solidFill>
              <a:srgbClr val="D5DFEA"/>
            </a:solidFill>
            <a:ln>
              <a:noFill/>
            </a:ln>
          </p:spPr>
        </p:sp>
        <p:sp>
          <p:nvSpPr>
            <p:cNvPr id="12912" name="Heatmap cell r49 c137"/>
            <p:cNvSpPr/>
            <p:nvPr/>
          </p:nvSpPr>
          <p:spPr>
            <a:xfrm>
              <a:off x="2492351" y="1312461"/>
              <a:ext cx="17140" cy="28503"/>
            </a:xfrm>
            <a:prstGeom prst="rect">
              <a:avLst/>
            </a:prstGeom>
            <a:solidFill>
              <a:srgbClr val="9AB3C9"/>
            </a:solidFill>
            <a:ln>
              <a:noFill/>
            </a:ln>
          </p:spPr>
        </p:sp>
        <p:sp>
          <p:nvSpPr>
            <p:cNvPr id="12913" name="Heatmap cell r49 c138"/>
            <p:cNvSpPr/>
            <p:nvPr/>
          </p:nvSpPr>
          <p:spPr>
            <a:xfrm>
              <a:off x="2509396" y="1312461"/>
              <a:ext cx="19034" cy="28503"/>
            </a:xfrm>
            <a:prstGeom prst="rect">
              <a:avLst/>
            </a:prstGeom>
            <a:solidFill>
              <a:srgbClr val="F4CACD"/>
            </a:solidFill>
            <a:ln>
              <a:noFill/>
            </a:ln>
          </p:spPr>
        </p:sp>
        <p:sp>
          <p:nvSpPr>
            <p:cNvPr id="12914" name="Heatmap cell r49 c139"/>
            <p:cNvSpPr/>
            <p:nvPr/>
          </p:nvSpPr>
          <p:spPr>
            <a:xfrm>
              <a:off x="2528334" y="1312461"/>
              <a:ext cx="17140" cy="28503"/>
            </a:xfrm>
            <a:prstGeom prst="rect">
              <a:avLst/>
            </a:prstGeom>
            <a:solidFill>
              <a:srgbClr val="CDD9E3"/>
            </a:solidFill>
            <a:ln>
              <a:noFill/>
            </a:ln>
          </p:spPr>
        </p:sp>
        <p:sp>
          <p:nvSpPr>
            <p:cNvPr id="12915" name="Heatmap cell r49 c140"/>
            <p:cNvSpPr/>
            <p:nvPr/>
          </p:nvSpPr>
          <p:spPr>
            <a:xfrm>
              <a:off x="2545379" y="1312461"/>
              <a:ext cx="19034" cy="28503"/>
            </a:xfrm>
            <a:prstGeom prst="rect">
              <a:avLst/>
            </a:prstGeom>
            <a:solidFill>
              <a:srgbClr val="22588B"/>
            </a:solidFill>
            <a:ln>
              <a:noFill/>
            </a:ln>
          </p:spPr>
        </p:sp>
        <p:sp>
          <p:nvSpPr>
            <p:cNvPr id="12916" name="Heatmap cell r49 c141"/>
            <p:cNvSpPr/>
            <p:nvPr/>
          </p:nvSpPr>
          <p:spPr>
            <a:xfrm>
              <a:off x="2564318" y="1312461"/>
              <a:ext cx="19034" cy="28503"/>
            </a:xfrm>
            <a:prstGeom prst="rect">
              <a:avLst/>
            </a:prstGeom>
            <a:solidFill>
              <a:srgbClr val="F3C5CA"/>
            </a:solidFill>
            <a:ln>
              <a:noFill/>
            </a:ln>
          </p:spPr>
        </p:sp>
        <p:sp>
          <p:nvSpPr>
            <p:cNvPr id="12917" name="Heatmap cell r49 c142"/>
            <p:cNvSpPr/>
            <p:nvPr/>
          </p:nvSpPr>
          <p:spPr>
            <a:xfrm>
              <a:off x="2583257" y="1312461"/>
              <a:ext cx="17140" cy="28503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12918" name="Heatmap cell r49 c143"/>
            <p:cNvSpPr/>
            <p:nvPr/>
          </p:nvSpPr>
          <p:spPr>
            <a:xfrm>
              <a:off x="2600302" y="1312461"/>
              <a:ext cx="19034" cy="28503"/>
            </a:xfrm>
            <a:prstGeom prst="rect">
              <a:avLst/>
            </a:prstGeom>
            <a:solidFill>
              <a:srgbClr val="F8DBDD"/>
            </a:solidFill>
            <a:ln>
              <a:noFill/>
            </a:ln>
          </p:spPr>
        </p:sp>
        <p:sp>
          <p:nvSpPr>
            <p:cNvPr id="12919" name="Heatmap cell r49 c144"/>
            <p:cNvSpPr/>
            <p:nvPr/>
          </p:nvSpPr>
          <p:spPr>
            <a:xfrm>
              <a:off x="2619241" y="1312461"/>
              <a:ext cx="17140" cy="28503"/>
            </a:xfrm>
            <a:prstGeom prst="rect">
              <a:avLst/>
            </a:prstGeom>
            <a:solidFill>
              <a:srgbClr val="7D9DBA"/>
            </a:solidFill>
            <a:ln>
              <a:noFill/>
            </a:ln>
          </p:spPr>
        </p:sp>
        <p:sp>
          <p:nvSpPr>
            <p:cNvPr id="12920" name="Heatmap cell r49 c145"/>
            <p:cNvSpPr/>
            <p:nvPr/>
          </p:nvSpPr>
          <p:spPr>
            <a:xfrm>
              <a:off x="2636286" y="1312461"/>
              <a:ext cx="19034" cy="28503"/>
            </a:xfrm>
            <a:prstGeom prst="rect">
              <a:avLst/>
            </a:prstGeom>
            <a:solidFill>
              <a:srgbClr val="C2D0DE"/>
            </a:solidFill>
            <a:ln>
              <a:noFill/>
            </a:ln>
          </p:spPr>
        </p:sp>
        <p:sp>
          <p:nvSpPr>
            <p:cNvPr id="12921" name="Heatmap cell r49 c146"/>
            <p:cNvSpPr/>
            <p:nvPr/>
          </p:nvSpPr>
          <p:spPr>
            <a:xfrm>
              <a:off x="2655225" y="1312461"/>
              <a:ext cx="17140" cy="28503"/>
            </a:xfrm>
            <a:prstGeom prst="rect">
              <a:avLst/>
            </a:prstGeom>
            <a:solidFill>
              <a:srgbClr val="EBF0F6"/>
            </a:solidFill>
            <a:ln>
              <a:noFill/>
            </a:ln>
          </p:spPr>
        </p:sp>
        <p:sp>
          <p:nvSpPr>
            <p:cNvPr id="12922" name="Heatmap cell r49 c147"/>
            <p:cNvSpPr/>
            <p:nvPr/>
          </p:nvSpPr>
          <p:spPr>
            <a:xfrm>
              <a:off x="2672270" y="1312461"/>
              <a:ext cx="19034" cy="28503"/>
            </a:xfrm>
            <a:prstGeom prst="rect">
              <a:avLst/>
            </a:prstGeom>
            <a:solidFill>
              <a:srgbClr val="F9E8E9"/>
            </a:solidFill>
            <a:ln>
              <a:noFill/>
            </a:ln>
          </p:spPr>
        </p:sp>
        <p:sp>
          <p:nvSpPr>
            <p:cNvPr id="12923" name="Heatmap cell r49 c148"/>
            <p:cNvSpPr/>
            <p:nvPr/>
          </p:nvSpPr>
          <p:spPr>
            <a:xfrm>
              <a:off x="2691208" y="1312461"/>
              <a:ext cx="17140" cy="28503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</p:sp>
        <p:sp>
          <p:nvSpPr>
            <p:cNvPr id="12924" name="Heatmap cell r49 c149"/>
            <p:cNvSpPr/>
            <p:nvPr/>
          </p:nvSpPr>
          <p:spPr>
            <a:xfrm>
              <a:off x="2708253" y="1312461"/>
              <a:ext cx="19034" cy="28503"/>
            </a:xfrm>
            <a:prstGeom prst="rect">
              <a:avLst/>
            </a:prstGeom>
            <a:solidFill>
              <a:srgbClr val="F5CFD2"/>
            </a:solidFill>
            <a:ln>
              <a:noFill/>
            </a:ln>
          </p:spPr>
        </p:sp>
        <p:sp>
          <p:nvSpPr>
            <p:cNvPr id="12925" name="Heatmap cell r49 c150"/>
            <p:cNvSpPr/>
            <p:nvPr/>
          </p:nvSpPr>
          <p:spPr>
            <a:xfrm>
              <a:off x="2727192" y="1312461"/>
              <a:ext cx="17140" cy="28503"/>
            </a:xfrm>
            <a:prstGeom prst="rect">
              <a:avLst/>
            </a:prstGeom>
            <a:solidFill>
              <a:srgbClr val="7092B5"/>
            </a:solidFill>
            <a:ln>
              <a:noFill/>
            </a:ln>
          </p:spPr>
        </p:sp>
        <p:sp>
          <p:nvSpPr>
            <p:cNvPr id="12926" name="Heatmap cell r49 c151"/>
            <p:cNvSpPr/>
            <p:nvPr/>
          </p:nvSpPr>
          <p:spPr>
            <a:xfrm>
              <a:off x="2744237" y="1312461"/>
              <a:ext cx="19034" cy="28503"/>
            </a:xfrm>
            <a:prstGeom prst="rect">
              <a:avLst/>
            </a:prstGeom>
            <a:solidFill>
              <a:srgbClr val="DBE3EB"/>
            </a:solidFill>
            <a:ln>
              <a:noFill/>
            </a:ln>
          </p:spPr>
        </p:sp>
        <p:sp>
          <p:nvSpPr>
            <p:cNvPr id="12927" name="Heatmap cell r49 c152"/>
            <p:cNvSpPr/>
            <p:nvPr/>
          </p:nvSpPr>
          <p:spPr>
            <a:xfrm>
              <a:off x="2763176" y="1312461"/>
              <a:ext cx="17140" cy="28503"/>
            </a:xfrm>
            <a:prstGeom prst="rect">
              <a:avLst/>
            </a:prstGeom>
            <a:solidFill>
              <a:srgbClr val="F3C5CA"/>
            </a:solidFill>
            <a:ln>
              <a:noFill/>
            </a:ln>
          </p:spPr>
        </p:sp>
        <p:sp>
          <p:nvSpPr>
            <p:cNvPr id="12928" name="Heatmap cell r49 c153"/>
            <p:cNvSpPr/>
            <p:nvPr/>
          </p:nvSpPr>
          <p:spPr>
            <a:xfrm>
              <a:off x="2780221" y="1312461"/>
              <a:ext cx="19034" cy="28503"/>
            </a:xfrm>
            <a:prstGeom prst="rect">
              <a:avLst/>
            </a:prstGeom>
            <a:solidFill>
              <a:srgbClr val="D7E1EB"/>
            </a:solidFill>
            <a:ln>
              <a:noFill/>
            </a:ln>
          </p:spPr>
        </p:sp>
        <p:sp>
          <p:nvSpPr>
            <p:cNvPr id="12929" name="Heatmap cell r49 c154"/>
            <p:cNvSpPr/>
            <p:nvPr/>
          </p:nvSpPr>
          <p:spPr>
            <a:xfrm>
              <a:off x="2799160" y="1312461"/>
              <a:ext cx="17140" cy="28503"/>
            </a:xfrm>
            <a:prstGeom prst="rect">
              <a:avLst/>
            </a:prstGeom>
            <a:solidFill>
              <a:srgbClr val="F1C4C7"/>
            </a:solidFill>
            <a:ln>
              <a:noFill/>
            </a:ln>
          </p:spPr>
        </p:sp>
        <p:sp>
          <p:nvSpPr>
            <p:cNvPr id="12930" name="Heatmap cell r49 c155"/>
            <p:cNvSpPr/>
            <p:nvPr/>
          </p:nvSpPr>
          <p:spPr>
            <a:xfrm>
              <a:off x="2816205" y="1312461"/>
              <a:ext cx="19034" cy="28503"/>
            </a:xfrm>
            <a:prstGeom prst="rect">
              <a:avLst/>
            </a:prstGeom>
            <a:solidFill>
              <a:srgbClr val="D4DFE9"/>
            </a:solidFill>
            <a:ln>
              <a:noFill/>
            </a:ln>
          </p:spPr>
        </p:sp>
        <p:sp>
          <p:nvSpPr>
            <p:cNvPr id="12931" name="Heatmap cell r49 c156"/>
            <p:cNvSpPr/>
            <p:nvPr/>
          </p:nvSpPr>
          <p:spPr>
            <a:xfrm>
              <a:off x="2835144" y="1312461"/>
              <a:ext cx="19034" cy="28503"/>
            </a:xfrm>
            <a:prstGeom prst="rect">
              <a:avLst/>
            </a:prstGeom>
            <a:solidFill>
              <a:srgbClr val="BCCCDC"/>
            </a:solidFill>
            <a:ln>
              <a:noFill/>
            </a:ln>
          </p:spPr>
        </p:sp>
        <p:sp>
          <p:nvSpPr>
            <p:cNvPr id="12932" name="Heatmap cell r49 c157"/>
            <p:cNvSpPr/>
            <p:nvPr/>
          </p:nvSpPr>
          <p:spPr>
            <a:xfrm>
              <a:off x="2854082" y="1312461"/>
              <a:ext cx="17140" cy="28503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12933" name="Heatmap cell r49 c158"/>
            <p:cNvSpPr/>
            <p:nvPr/>
          </p:nvSpPr>
          <p:spPr>
            <a:xfrm>
              <a:off x="2871127" y="1312461"/>
              <a:ext cx="19034" cy="28503"/>
            </a:xfrm>
            <a:prstGeom prst="rect">
              <a:avLst/>
            </a:prstGeom>
            <a:solidFill>
              <a:srgbClr val="E7EBF1"/>
            </a:solidFill>
            <a:ln>
              <a:noFill/>
            </a:ln>
          </p:spPr>
        </p:sp>
        <p:sp>
          <p:nvSpPr>
            <p:cNvPr id="12934" name="Heatmap cell r49 c159"/>
            <p:cNvSpPr/>
            <p:nvPr/>
          </p:nvSpPr>
          <p:spPr>
            <a:xfrm>
              <a:off x="2890066" y="1312461"/>
              <a:ext cx="17140" cy="28503"/>
            </a:xfrm>
            <a:prstGeom prst="rect">
              <a:avLst/>
            </a:prstGeom>
            <a:solidFill>
              <a:srgbClr val="F5F7F9"/>
            </a:solidFill>
            <a:ln>
              <a:noFill/>
            </a:ln>
          </p:spPr>
        </p:sp>
        <p:sp>
          <p:nvSpPr>
            <p:cNvPr id="12935" name="Heatmap cell r49 c160"/>
            <p:cNvSpPr/>
            <p:nvPr/>
          </p:nvSpPr>
          <p:spPr>
            <a:xfrm>
              <a:off x="2907111" y="1312461"/>
              <a:ext cx="19034" cy="28503"/>
            </a:xfrm>
            <a:prstGeom prst="rect">
              <a:avLst/>
            </a:prstGeom>
            <a:solidFill>
              <a:srgbClr val="ECABB0"/>
            </a:solidFill>
            <a:ln>
              <a:noFill/>
            </a:ln>
          </p:spPr>
        </p:sp>
        <p:sp>
          <p:nvSpPr>
            <p:cNvPr id="12936" name="Heatmap cell r49 c161"/>
            <p:cNvSpPr/>
            <p:nvPr/>
          </p:nvSpPr>
          <p:spPr>
            <a:xfrm>
              <a:off x="2926050" y="1312461"/>
              <a:ext cx="17140" cy="28503"/>
            </a:xfrm>
            <a:prstGeom prst="rect">
              <a:avLst/>
            </a:prstGeom>
            <a:solidFill>
              <a:srgbClr val="F6D6DA"/>
            </a:solidFill>
            <a:ln>
              <a:noFill/>
            </a:ln>
          </p:spPr>
        </p:sp>
        <p:sp>
          <p:nvSpPr>
            <p:cNvPr id="12937" name="Heatmap cell r49 c162"/>
            <p:cNvSpPr/>
            <p:nvPr/>
          </p:nvSpPr>
          <p:spPr>
            <a:xfrm>
              <a:off x="2943095" y="1312461"/>
              <a:ext cx="19034" cy="28503"/>
            </a:xfrm>
            <a:prstGeom prst="rect">
              <a:avLst/>
            </a:prstGeom>
            <a:solidFill>
              <a:srgbClr val="F8DBDD"/>
            </a:solidFill>
            <a:ln>
              <a:noFill/>
            </a:ln>
          </p:spPr>
        </p:sp>
        <p:sp>
          <p:nvSpPr>
            <p:cNvPr id="12938" name="Heatmap cell r49 c163"/>
            <p:cNvSpPr/>
            <p:nvPr/>
          </p:nvSpPr>
          <p:spPr>
            <a:xfrm>
              <a:off x="2962034" y="1312461"/>
              <a:ext cx="17140" cy="28503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12939" name="Heatmap cell r49 c164"/>
            <p:cNvSpPr/>
            <p:nvPr/>
          </p:nvSpPr>
          <p:spPr>
            <a:xfrm>
              <a:off x="2979079" y="1312461"/>
              <a:ext cx="19034" cy="28503"/>
            </a:xfrm>
            <a:prstGeom prst="rect">
              <a:avLst/>
            </a:prstGeom>
            <a:solidFill>
              <a:srgbClr val="F8DDDF"/>
            </a:solidFill>
            <a:ln>
              <a:noFill/>
            </a:ln>
          </p:spPr>
        </p:sp>
        <p:sp>
          <p:nvSpPr>
            <p:cNvPr id="12940" name="Heatmap cell r49 c165"/>
            <p:cNvSpPr/>
            <p:nvPr/>
          </p:nvSpPr>
          <p:spPr>
            <a:xfrm>
              <a:off x="2998018" y="1312461"/>
              <a:ext cx="17140" cy="28503"/>
            </a:xfrm>
            <a:prstGeom prst="rect">
              <a:avLst/>
            </a:prstGeom>
            <a:solidFill>
              <a:srgbClr val="FAEBED"/>
            </a:solidFill>
            <a:ln>
              <a:noFill/>
            </a:ln>
          </p:spPr>
        </p:sp>
        <p:sp>
          <p:nvSpPr>
            <p:cNvPr id="12941" name="Heatmap cell r49 c166"/>
            <p:cNvSpPr/>
            <p:nvPr/>
          </p:nvSpPr>
          <p:spPr>
            <a:xfrm>
              <a:off x="3015062" y="1312461"/>
              <a:ext cx="19034" cy="28503"/>
            </a:xfrm>
            <a:prstGeom prst="rect">
              <a:avLst/>
            </a:prstGeom>
            <a:solidFill>
              <a:srgbClr val="F8DDDF"/>
            </a:solidFill>
            <a:ln>
              <a:noFill/>
            </a:ln>
          </p:spPr>
        </p:sp>
        <p:sp>
          <p:nvSpPr>
            <p:cNvPr id="12942" name="Heatmap cell r49 c167"/>
            <p:cNvSpPr/>
            <p:nvPr/>
          </p:nvSpPr>
          <p:spPr>
            <a:xfrm>
              <a:off x="3034001" y="1312461"/>
              <a:ext cx="17140" cy="28503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12943" name="Heatmap cell r49 c168"/>
            <p:cNvSpPr/>
            <p:nvPr/>
          </p:nvSpPr>
          <p:spPr>
            <a:xfrm>
              <a:off x="3051046" y="1312461"/>
              <a:ext cx="19034" cy="28503"/>
            </a:xfrm>
            <a:prstGeom prst="rect">
              <a:avLst/>
            </a:prstGeom>
            <a:solidFill>
              <a:srgbClr val="F9E7E8"/>
            </a:solidFill>
            <a:ln>
              <a:noFill/>
            </a:ln>
          </p:spPr>
        </p:sp>
        <p:sp>
          <p:nvSpPr>
            <p:cNvPr id="12944" name="Heatmap cell r49 c169"/>
            <p:cNvSpPr/>
            <p:nvPr/>
          </p:nvSpPr>
          <p:spPr>
            <a:xfrm>
              <a:off x="3069985" y="1312461"/>
              <a:ext cx="19034" cy="28503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12945" name="Heatmap cell r49 c170"/>
            <p:cNvSpPr/>
            <p:nvPr/>
          </p:nvSpPr>
          <p:spPr>
            <a:xfrm>
              <a:off x="3088924" y="1312461"/>
              <a:ext cx="17140" cy="28503"/>
            </a:xfrm>
            <a:prstGeom prst="rect">
              <a:avLst/>
            </a:prstGeom>
            <a:solidFill>
              <a:srgbClr val="F7E2E4"/>
            </a:solidFill>
            <a:ln>
              <a:noFill/>
            </a:ln>
          </p:spPr>
        </p:sp>
        <p:sp>
          <p:nvSpPr>
            <p:cNvPr id="12946" name="Heatmap cell r49 c172"/>
            <p:cNvSpPr/>
            <p:nvPr/>
          </p:nvSpPr>
          <p:spPr>
            <a:xfrm>
              <a:off x="3124908" y="1312461"/>
              <a:ext cx="17140" cy="28503"/>
            </a:xfrm>
            <a:prstGeom prst="rect">
              <a:avLst/>
            </a:prstGeom>
            <a:solidFill>
              <a:srgbClr val="F8E1E3"/>
            </a:solidFill>
            <a:ln>
              <a:noFill/>
            </a:ln>
          </p:spPr>
        </p:sp>
        <p:sp>
          <p:nvSpPr>
            <p:cNvPr id="12947" name="Heatmap cell r49 c173"/>
            <p:cNvSpPr/>
            <p:nvPr/>
          </p:nvSpPr>
          <p:spPr>
            <a:xfrm>
              <a:off x="3141953" y="1312461"/>
              <a:ext cx="19034" cy="28503"/>
            </a:xfrm>
            <a:prstGeom prst="rect">
              <a:avLst/>
            </a:prstGeom>
            <a:solidFill>
              <a:srgbClr val="FBF5F5"/>
            </a:solidFill>
            <a:ln>
              <a:noFill/>
            </a:ln>
          </p:spPr>
        </p:sp>
        <p:sp>
          <p:nvSpPr>
            <p:cNvPr id="12948" name="Heatmap cell r49 c174"/>
            <p:cNvSpPr/>
            <p:nvPr/>
          </p:nvSpPr>
          <p:spPr>
            <a:xfrm>
              <a:off x="3160892" y="1312461"/>
              <a:ext cx="17140" cy="28503"/>
            </a:xfrm>
            <a:prstGeom prst="rect">
              <a:avLst/>
            </a:prstGeom>
            <a:solidFill>
              <a:srgbClr val="F8DBDD"/>
            </a:solidFill>
            <a:ln>
              <a:noFill/>
            </a:ln>
          </p:spPr>
        </p:sp>
        <p:sp>
          <p:nvSpPr>
            <p:cNvPr id="12949" name="Heatmap cell r49 c175"/>
            <p:cNvSpPr/>
            <p:nvPr/>
          </p:nvSpPr>
          <p:spPr>
            <a:xfrm>
              <a:off x="3177936" y="1312461"/>
              <a:ext cx="19034" cy="28503"/>
            </a:xfrm>
            <a:prstGeom prst="rect">
              <a:avLst/>
            </a:prstGeom>
            <a:solidFill>
              <a:srgbClr val="F8E6E8"/>
            </a:solidFill>
            <a:ln>
              <a:noFill/>
            </a:ln>
          </p:spPr>
        </p:sp>
        <p:sp>
          <p:nvSpPr>
            <p:cNvPr id="12950" name="Heatmap cell r49 c176"/>
            <p:cNvSpPr/>
            <p:nvPr/>
          </p:nvSpPr>
          <p:spPr>
            <a:xfrm>
              <a:off x="3196875" y="1312461"/>
              <a:ext cx="17140" cy="28503"/>
            </a:xfrm>
            <a:prstGeom prst="rect">
              <a:avLst/>
            </a:prstGeom>
            <a:solidFill>
              <a:srgbClr val="ECA8AE"/>
            </a:solidFill>
            <a:ln>
              <a:noFill/>
            </a:ln>
          </p:spPr>
        </p:sp>
        <p:sp>
          <p:nvSpPr>
            <p:cNvPr id="12951" name="Heatmap cell r49 c177"/>
            <p:cNvSpPr/>
            <p:nvPr/>
          </p:nvSpPr>
          <p:spPr>
            <a:xfrm>
              <a:off x="3213920" y="1312461"/>
              <a:ext cx="19034" cy="28503"/>
            </a:xfrm>
            <a:prstGeom prst="rect">
              <a:avLst/>
            </a:prstGeom>
            <a:solidFill>
              <a:srgbClr val="EBF0F6"/>
            </a:solidFill>
            <a:ln>
              <a:noFill/>
            </a:ln>
          </p:spPr>
        </p:sp>
        <p:sp>
          <p:nvSpPr>
            <p:cNvPr id="12952" name="Heatmap cell r49 c178"/>
            <p:cNvSpPr/>
            <p:nvPr/>
          </p:nvSpPr>
          <p:spPr>
            <a:xfrm>
              <a:off x="3232859" y="1312461"/>
              <a:ext cx="17140" cy="28503"/>
            </a:xfrm>
            <a:prstGeom prst="rect">
              <a:avLst/>
            </a:prstGeom>
            <a:solidFill>
              <a:srgbClr val="FBF5F5"/>
            </a:solidFill>
            <a:ln>
              <a:noFill/>
            </a:ln>
          </p:spPr>
        </p:sp>
        <p:sp>
          <p:nvSpPr>
            <p:cNvPr id="12953" name="Heatmap cell r49 c179"/>
            <p:cNvSpPr/>
            <p:nvPr/>
          </p:nvSpPr>
          <p:spPr>
            <a:xfrm>
              <a:off x="3249904" y="1312461"/>
              <a:ext cx="19034" cy="28503"/>
            </a:xfrm>
            <a:prstGeom prst="rect">
              <a:avLst/>
            </a:prstGeom>
            <a:solidFill>
              <a:srgbClr val="F1C0C4"/>
            </a:solidFill>
            <a:ln>
              <a:noFill/>
            </a:ln>
          </p:spPr>
        </p:sp>
        <p:sp>
          <p:nvSpPr>
            <p:cNvPr id="12954" name="Heatmap cell r49 c180"/>
            <p:cNvSpPr/>
            <p:nvPr/>
          </p:nvSpPr>
          <p:spPr>
            <a:xfrm>
              <a:off x="3268843" y="1312461"/>
              <a:ext cx="17140" cy="28503"/>
            </a:xfrm>
            <a:prstGeom prst="rect">
              <a:avLst/>
            </a:prstGeom>
            <a:solidFill>
              <a:srgbClr val="F1C2C6"/>
            </a:solidFill>
            <a:ln>
              <a:noFill/>
            </a:ln>
          </p:spPr>
        </p:sp>
        <p:sp>
          <p:nvSpPr>
            <p:cNvPr id="12955" name="Heatmap cell r49 c181"/>
            <p:cNvSpPr/>
            <p:nvPr/>
          </p:nvSpPr>
          <p:spPr>
            <a:xfrm>
              <a:off x="3285888" y="1312461"/>
              <a:ext cx="19034" cy="28503"/>
            </a:xfrm>
            <a:prstGeom prst="rect">
              <a:avLst/>
            </a:prstGeom>
            <a:solidFill>
              <a:srgbClr val="EFB8BD"/>
            </a:solidFill>
            <a:ln>
              <a:noFill/>
            </a:ln>
          </p:spPr>
        </p:sp>
        <p:sp>
          <p:nvSpPr>
            <p:cNvPr id="12956" name="Heatmap cell r49 c182"/>
            <p:cNvSpPr/>
            <p:nvPr/>
          </p:nvSpPr>
          <p:spPr>
            <a:xfrm>
              <a:off x="3304827" y="1312461"/>
              <a:ext cx="19034" cy="28503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12957" name="Heatmap cell r49 c183"/>
            <p:cNvSpPr/>
            <p:nvPr/>
          </p:nvSpPr>
          <p:spPr>
            <a:xfrm>
              <a:off x="3323765" y="1312461"/>
              <a:ext cx="17140" cy="28503"/>
            </a:xfrm>
            <a:prstGeom prst="rect">
              <a:avLst/>
            </a:prstGeom>
            <a:solidFill>
              <a:srgbClr val="F1C0C4"/>
            </a:solidFill>
            <a:ln>
              <a:noFill/>
            </a:ln>
          </p:spPr>
        </p:sp>
        <p:sp>
          <p:nvSpPr>
            <p:cNvPr id="12958" name="Heatmap cell r49 c184"/>
            <p:cNvSpPr/>
            <p:nvPr/>
          </p:nvSpPr>
          <p:spPr>
            <a:xfrm>
              <a:off x="3340810" y="1312461"/>
              <a:ext cx="19034" cy="28503"/>
            </a:xfrm>
            <a:prstGeom prst="rect">
              <a:avLst/>
            </a:prstGeom>
            <a:solidFill>
              <a:srgbClr val="F8E9EA"/>
            </a:solidFill>
            <a:ln>
              <a:noFill/>
            </a:ln>
          </p:spPr>
        </p:sp>
        <p:sp>
          <p:nvSpPr>
            <p:cNvPr id="12959" name="Heatmap cell r49 c185"/>
            <p:cNvSpPr/>
            <p:nvPr/>
          </p:nvSpPr>
          <p:spPr>
            <a:xfrm>
              <a:off x="3359749" y="1312461"/>
              <a:ext cx="17140" cy="28503"/>
            </a:xfrm>
            <a:prstGeom prst="rect">
              <a:avLst/>
            </a:prstGeom>
            <a:solidFill>
              <a:srgbClr val="F4CCD1"/>
            </a:solidFill>
            <a:ln>
              <a:noFill/>
            </a:ln>
          </p:spPr>
        </p:sp>
        <p:sp>
          <p:nvSpPr>
            <p:cNvPr id="12960" name="Heatmap cell r49 c186"/>
            <p:cNvSpPr/>
            <p:nvPr/>
          </p:nvSpPr>
          <p:spPr>
            <a:xfrm>
              <a:off x="3376794" y="1312461"/>
              <a:ext cx="19034" cy="28503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12961" name="Heatmap cell r49 c187"/>
            <p:cNvSpPr/>
            <p:nvPr/>
          </p:nvSpPr>
          <p:spPr>
            <a:xfrm>
              <a:off x="3395733" y="1312461"/>
              <a:ext cx="17140" cy="28503"/>
            </a:xfrm>
            <a:prstGeom prst="rect">
              <a:avLst/>
            </a:prstGeom>
            <a:solidFill>
              <a:srgbClr val="F9E8E9"/>
            </a:solidFill>
            <a:ln>
              <a:noFill/>
            </a:ln>
          </p:spPr>
        </p:sp>
        <p:sp>
          <p:nvSpPr>
            <p:cNvPr id="12962" name="Heatmap cell r49 c188"/>
            <p:cNvSpPr/>
            <p:nvPr/>
          </p:nvSpPr>
          <p:spPr>
            <a:xfrm>
              <a:off x="3412778" y="1312461"/>
              <a:ext cx="19034" cy="28503"/>
            </a:xfrm>
            <a:prstGeom prst="rect">
              <a:avLst/>
            </a:prstGeom>
            <a:solidFill>
              <a:srgbClr val="F8DDDF"/>
            </a:solidFill>
            <a:ln>
              <a:noFill/>
            </a:ln>
          </p:spPr>
        </p:sp>
        <p:sp>
          <p:nvSpPr>
            <p:cNvPr id="12963" name="Heatmap cell r49 c189"/>
            <p:cNvSpPr/>
            <p:nvPr/>
          </p:nvSpPr>
          <p:spPr>
            <a:xfrm>
              <a:off x="3431717" y="1312461"/>
              <a:ext cx="17140" cy="28503"/>
            </a:xfrm>
            <a:prstGeom prst="rect">
              <a:avLst/>
            </a:prstGeom>
            <a:solidFill>
              <a:srgbClr val="EAEEF4"/>
            </a:solidFill>
            <a:ln>
              <a:noFill/>
            </a:ln>
          </p:spPr>
        </p:sp>
        <p:sp>
          <p:nvSpPr>
            <p:cNvPr id="12964" name="Heatmap cell r49 c190"/>
            <p:cNvSpPr/>
            <p:nvPr/>
          </p:nvSpPr>
          <p:spPr>
            <a:xfrm>
              <a:off x="3448762" y="1312461"/>
              <a:ext cx="19034" cy="28503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12965" name="Heatmap cell r49 c191"/>
            <p:cNvSpPr/>
            <p:nvPr/>
          </p:nvSpPr>
          <p:spPr>
            <a:xfrm>
              <a:off x="3467701" y="1312461"/>
              <a:ext cx="17140" cy="28503"/>
            </a:xfrm>
            <a:prstGeom prst="rect">
              <a:avLst/>
            </a:prstGeom>
            <a:solidFill>
              <a:srgbClr val="F6D6DA"/>
            </a:solidFill>
            <a:ln>
              <a:noFill/>
            </a:ln>
          </p:spPr>
        </p:sp>
        <p:sp>
          <p:nvSpPr>
            <p:cNvPr id="12966" name="Heatmap cell r49 c192"/>
            <p:cNvSpPr/>
            <p:nvPr/>
          </p:nvSpPr>
          <p:spPr>
            <a:xfrm>
              <a:off x="3484746" y="1312461"/>
              <a:ext cx="19034" cy="28503"/>
            </a:xfrm>
            <a:prstGeom prst="rect">
              <a:avLst/>
            </a:prstGeom>
            <a:solidFill>
              <a:srgbClr val="E27882"/>
            </a:solidFill>
            <a:ln>
              <a:noFill/>
            </a:ln>
          </p:spPr>
        </p:sp>
        <p:sp>
          <p:nvSpPr>
            <p:cNvPr id="12967" name="Heatmap cell r49 c193"/>
            <p:cNvSpPr/>
            <p:nvPr/>
          </p:nvSpPr>
          <p:spPr>
            <a:xfrm>
              <a:off x="3503684" y="1312461"/>
              <a:ext cx="17140" cy="28503"/>
            </a:xfrm>
            <a:prstGeom prst="rect">
              <a:avLst/>
            </a:prstGeom>
            <a:solidFill>
              <a:srgbClr val="F1C3C8"/>
            </a:solidFill>
            <a:ln>
              <a:noFill/>
            </a:ln>
          </p:spPr>
        </p:sp>
        <p:sp>
          <p:nvSpPr>
            <p:cNvPr id="12968" name="Heatmap cell r49 c194"/>
            <p:cNvSpPr/>
            <p:nvPr/>
          </p:nvSpPr>
          <p:spPr>
            <a:xfrm>
              <a:off x="3520729" y="1312461"/>
              <a:ext cx="19034" cy="28503"/>
            </a:xfrm>
            <a:prstGeom prst="rect">
              <a:avLst/>
            </a:prstGeom>
            <a:solidFill>
              <a:srgbClr val="F6D5D9"/>
            </a:solidFill>
            <a:ln>
              <a:noFill/>
            </a:ln>
          </p:spPr>
        </p:sp>
        <p:sp>
          <p:nvSpPr>
            <p:cNvPr id="12969" name="Heatmap cell r49 c195"/>
            <p:cNvSpPr/>
            <p:nvPr/>
          </p:nvSpPr>
          <p:spPr>
            <a:xfrm>
              <a:off x="3539668" y="1312461"/>
              <a:ext cx="19034" cy="28503"/>
            </a:xfrm>
            <a:prstGeom prst="rect">
              <a:avLst/>
            </a:prstGeom>
            <a:solidFill>
              <a:srgbClr val="F8DBDD"/>
            </a:solidFill>
            <a:ln>
              <a:noFill/>
            </a:ln>
          </p:spPr>
        </p:sp>
        <p:sp>
          <p:nvSpPr>
            <p:cNvPr id="12970" name="Heatmap cell r49 c196"/>
            <p:cNvSpPr/>
            <p:nvPr/>
          </p:nvSpPr>
          <p:spPr>
            <a:xfrm>
              <a:off x="3558607" y="1312461"/>
              <a:ext cx="17140" cy="28503"/>
            </a:xfrm>
            <a:prstGeom prst="rect">
              <a:avLst/>
            </a:prstGeom>
            <a:solidFill>
              <a:srgbClr val="EEB1B7"/>
            </a:solidFill>
            <a:ln>
              <a:noFill/>
            </a:ln>
          </p:spPr>
        </p:sp>
        <p:sp>
          <p:nvSpPr>
            <p:cNvPr id="12971" name="Heatmap cell r49 c197"/>
            <p:cNvSpPr/>
            <p:nvPr/>
          </p:nvSpPr>
          <p:spPr>
            <a:xfrm>
              <a:off x="3575652" y="1312461"/>
              <a:ext cx="19034" cy="28503"/>
            </a:xfrm>
            <a:prstGeom prst="rect">
              <a:avLst/>
            </a:prstGeom>
            <a:solidFill>
              <a:srgbClr val="EBF0F6"/>
            </a:solidFill>
            <a:ln>
              <a:noFill/>
            </a:ln>
          </p:spPr>
        </p:sp>
        <p:sp>
          <p:nvSpPr>
            <p:cNvPr id="12972" name="Heatmap cell r49 c198"/>
            <p:cNvSpPr/>
            <p:nvPr/>
          </p:nvSpPr>
          <p:spPr>
            <a:xfrm>
              <a:off x="3594591" y="1312461"/>
              <a:ext cx="17140" cy="28503"/>
            </a:xfrm>
            <a:prstGeom prst="rect">
              <a:avLst/>
            </a:prstGeom>
            <a:solidFill>
              <a:srgbClr val="F8F8FA"/>
            </a:solidFill>
            <a:ln>
              <a:noFill/>
            </a:ln>
          </p:spPr>
        </p:sp>
        <p:sp>
          <p:nvSpPr>
            <p:cNvPr id="12973" name="Heatmap cell r49 c199"/>
            <p:cNvSpPr/>
            <p:nvPr/>
          </p:nvSpPr>
          <p:spPr>
            <a:xfrm>
              <a:off x="3611636" y="1312461"/>
              <a:ext cx="19034" cy="28503"/>
            </a:xfrm>
            <a:prstGeom prst="rect">
              <a:avLst/>
            </a:prstGeom>
            <a:solidFill>
              <a:srgbClr val="F4CACD"/>
            </a:solidFill>
            <a:ln>
              <a:noFill/>
            </a:ln>
          </p:spPr>
        </p:sp>
        <p:sp>
          <p:nvSpPr>
            <p:cNvPr id="12974" name="Heatmap cell r49 c200"/>
            <p:cNvSpPr/>
            <p:nvPr/>
          </p:nvSpPr>
          <p:spPr>
            <a:xfrm>
              <a:off x="3630575" y="1312461"/>
              <a:ext cx="17140" cy="28503"/>
            </a:xfrm>
            <a:prstGeom prst="rect">
              <a:avLst/>
            </a:prstGeom>
            <a:solidFill>
              <a:srgbClr val="F7D3D6"/>
            </a:solidFill>
            <a:ln>
              <a:noFill/>
            </a:ln>
          </p:spPr>
        </p:sp>
        <p:sp>
          <p:nvSpPr>
            <p:cNvPr id="12975" name="Heatmap cell r49 c201"/>
            <p:cNvSpPr/>
            <p:nvPr/>
          </p:nvSpPr>
          <p:spPr>
            <a:xfrm>
              <a:off x="3647620" y="1312461"/>
              <a:ext cx="19034" cy="28503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12976" name="Heatmap cell r49 c202"/>
            <p:cNvSpPr/>
            <p:nvPr/>
          </p:nvSpPr>
          <p:spPr>
            <a:xfrm>
              <a:off x="3666558" y="1312461"/>
              <a:ext cx="17140" cy="28503"/>
            </a:xfrm>
            <a:prstGeom prst="rect">
              <a:avLst/>
            </a:prstGeom>
            <a:solidFill>
              <a:srgbClr val="F4CCD1"/>
            </a:solidFill>
            <a:ln>
              <a:noFill/>
            </a:ln>
          </p:spPr>
        </p:sp>
        <p:sp>
          <p:nvSpPr>
            <p:cNvPr id="12977" name="Heatmap cell r49 c203"/>
            <p:cNvSpPr/>
            <p:nvPr/>
          </p:nvSpPr>
          <p:spPr>
            <a:xfrm>
              <a:off x="3683603" y="1312461"/>
              <a:ext cx="19034" cy="28503"/>
            </a:xfrm>
            <a:prstGeom prst="rect">
              <a:avLst/>
            </a:prstGeom>
            <a:solidFill>
              <a:srgbClr val="EBF0F6"/>
            </a:solidFill>
            <a:ln>
              <a:noFill/>
            </a:ln>
          </p:spPr>
        </p:sp>
        <p:sp>
          <p:nvSpPr>
            <p:cNvPr id="12978" name="Heatmap cell r49 c204"/>
            <p:cNvSpPr/>
            <p:nvPr/>
          </p:nvSpPr>
          <p:spPr>
            <a:xfrm>
              <a:off x="3702542" y="1312461"/>
              <a:ext cx="17140" cy="28503"/>
            </a:xfrm>
            <a:prstGeom prst="rect">
              <a:avLst/>
            </a:prstGeom>
            <a:solidFill>
              <a:srgbClr val="F5D0D3"/>
            </a:solidFill>
            <a:ln>
              <a:noFill/>
            </a:ln>
          </p:spPr>
        </p:sp>
        <p:sp>
          <p:nvSpPr>
            <p:cNvPr id="12979" name="Heatmap cell r49 c205"/>
            <p:cNvSpPr/>
            <p:nvPr/>
          </p:nvSpPr>
          <p:spPr>
            <a:xfrm>
              <a:off x="3719587" y="1312461"/>
              <a:ext cx="19034" cy="28503"/>
            </a:xfrm>
            <a:prstGeom prst="rect">
              <a:avLst/>
            </a:prstGeom>
            <a:solidFill>
              <a:srgbClr val="F7D9DB"/>
            </a:solidFill>
            <a:ln>
              <a:noFill/>
            </a:ln>
          </p:spPr>
        </p:sp>
        <p:sp>
          <p:nvSpPr>
            <p:cNvPr id="12980" name="Heatmap cell r49 c206"/>
            <p:cNvSpPr/>
            <p:nvPr/>
          </p:nvSpPr>
          <p:spPr>
            <a:xfrm>
              <a:off x="3738526" y="1312461"/>
              <a:ext cx="17140" cy="28503"/>
            </a:xfrm>
            <a:prstGeom prst="rect">
              <a:avLst/>
            </a:prstGeom>
            <a:solidFill>
              <a:srgbClr val="DFE6ED"/>
            </a:solidFill>
            <a:ln>
              <a:noFill/>
            </a:ln>
          </p:spPr>
        </p:sp>
        <p:sp>
          <p:nvSpPr>
            <p:cNvPr id="12981" name="Heatmap cell r49 c207"/>
            <p:cNvSpPr/>
            <p:nvPr/>
          </p:nvSpPr>
          <p:spPr>
            <a:xfrm>
              <a:off x="3755571" y="1312461"/>
              <a:ext cx="19034" cy="28503"/>
            </a:xfrm>
            <a:prstGeom prst="rect">
              <a:avLst/>
            </a:prstGeom>
            <a:solidFill>
              <a:srgbClr val="FBF0F1"/>
            </a:solidFill>
            <a:ln>
              <a:noFill/>
            </a:ln>
          </p:spPr>
        </p:sp>
        <p:sp>
          <p:nvSpPr>
            <p:cNvPr id="12982" name="Heatmap cell r49 c208"/>
            <p:cNvSpPr/>
            <p:nvPr/>
          </p:nvSpPr>
          <p:spPr>
            <a:xfrm>
              <a:off x="3774510" y="1312461"/>
              <a:ext cx="19034" cy="28503"/>
            </a:xfrm>
            <a:prstGeom prst="rect">
              <a:avLst/>
            </a:prstGeom>
            <a:solidFill>
              <a:srgbClr val="F1BEC3"/>
            </a:solidFill>
            <a:ln>
              <a:noFill/>
            </a:ln>
          </p:spPr>
        </p:sp>
        <p:sp>
          <p:nvSpPr>
            <p:cNvPr id="12983" name="Heatmap cell r49 c209"/>
            <p:cNvSpPr/>
            <p:nvPr/>
          </p:nvSpPr>
          <p:spPr>
            <a:xfrm>
              <a:off x="3793449" y="1312461"/>
              <a:ext cx="17140" cy="28503"/>
            </a:xfrm>
            <a:prstGeom prst="rect">
              <a:avLst/>
            </a:prstGeom>
            <a:solidFill>
              <a:srgbClr val="A1B8CE"/>
            </a:solidFill>
            <a:ln>
              <a:noFill/>
            </a:ln>
          </p:spPr>
        </p:sp>
        <p:sp>
          <p:nvSpPr>
            <p:cNvPr id="12984" name="Heatmap cell r49 c210"/>
            <p:cNvSpPr/>
            <p:nvPr/>
          </p:nvSpPr>
          <p:spPr>
            <a:xfrm>
              <a:off x="3810494" y="1312461"/>
              <a:ext cx="19034" cy="28503"/>
            </a:xfrm>
            <a:prstGeom prst="rect">
              <a:avLst/>
            </a:prstGeom>
            <a:solidFill>
              <a:srgbClr val="ECABB0"/>
            </a:solidFill>
            <a:ln>
              <a:noFill/>
            </a:ln>
          </p:spPr>
        </p:sp>
        <p:sp>
          <p:nvSpPr>
            <p:cNvPr id="12985" name="Heatmap cell r49 c211"/>
            <p:cNvSpPr/>
            <p:nvPr/>
          </p:nvSpPr>
          <p:spPr>
            <a:xfrm>
              <a:off x="3829432" y="1312461"/>
              <a:ext cx="17140" cy="28503"/>
            </a:xfrm>
            <a:prstGeom prst="rect">
              <a:avLst/>
            </a:prstGeom>
            <a:solidFill>
              <a:srgbClr val="FCF8F9"/>
            </a:solidFill>
            <a:ln>
              <a:noFill/>
            </a:ln>
          </p:spPr>
        </p:sp>
        <p:sp>
          <p:nvSpPr>
            <p:cNvPr id="12986" name="Heatmap cell r49 c212"/>
            <p:cNvSpPr/>
            <p:nvPr/>
          </p:nvSpPr>
          <p:spPr>
            <a:xfrm>
              <a:off x="3846477" y="1312461"/>
              <a:ext cx="19034" cy="28503"/>
            </a:xfrm>
            <a:prstGeom prst="rect">
              <a:avLst/>
            </a:prstGeom>
            <a:solidFill>
              <a:srgbClr val="F1C0C6"/>
            </a:solidFill>
            <a:ln>
              <a:noFill/>
            </a:ln>
          </p:spPr>
        </p:sp>
        <p:sp>
          <p:nvSpPr>
            <p:cNvPr id="12987" name="Heatmap cell r49 c213"/>
            <p:cNvSpPr/>
            <p:nvPr/>
          </p:nvSpPr>
          <p:spPr>
            <a:xfrm>
              <a:off x="3865416" y="1312461"/>
              <a:ext cx="17140" cy="28503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12988" name="Heatmap cell r49 c214"/>
            <p:cNvSpPr/>
            <p:nvPr/>
          </p:nvSpPr>
          <p:spPr>
            <a:xfrm>
              <a:off x="3882461" y="1312461"/>
              <a:ext cx="19034" cy="28503"/>
            </a:xfrm>
            <a:prstGeom prst="rect">
              <a:avLst/>
            </a:prstGeom>
            <a:solidFill>
              <a:srgbClr val="F8E9EA"/>
            </a:solidFill>
            <a:ln>
              <a:noFill/>
            </a:ln>
          </p:spPr>
        </p:sp>
        <p:sp>
          <p:nvSpPr>
            <p:cNvPr id="12989" name="Heatmap cell r49 c215"/>
            <p:cNvSpPr/>
            <p:nvPr/>
          </p:nvSpPr>
          <p:spPr>
            <a:xfrm>
              <a:off x="3901400" y="1312461"/>
              <a:ext cx="17140" cy="28503"/>
            </a:xfrm>
            <a:prstGeom prst="rect">
              <a:avLst/>
            </a:prstGeom>
            <a:solidFill>
              <a:srgbClr val="F5CFD2"/>
            </a:solidFill>
            <a:ln>
              <a:noFill/>
            </a:ln>
          </p:spPr>
        </p:sp>
        <p:sp>
          <p:nvSpPr>
            <p:cNvPr id="12990" name="Heatmap cell r49 c216"/>
            <p:cNvSpPr/>
            <p:nvPr/>
          </p:nvSpPr>
          <p:spPr>
            <a:xfrm>
              <a:off x="3918445" y="1312461"/>
              <a:ext cx="19034" cy="28503"/>
            </a:xfrm>
            <a:prstGeom prst="rect">
              <a:avLst/>
            </a:prstGeom>
            <a:solidFill>
              <a:srgbClr val="F4CED1"/>
            </a:solidFill>
            <a:ln>
              <a:noFill/>
            </a:ln>
          </p:spPr>
        </p:sp>
        <p:sp>
          <p:nvSpPr>
            <p:cNvPr id="12991" name="Heatmap cell r49 c217"/>
            <p:cNvSpPr/>
            <p:nvPr/>
          </p:nvSpPr>
          <p:spPr>
            <a:xfrm>
              <a:off x="3937384" y="1312461"/>
              <a:ext cx="17140" cy="28503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12992" name="Heatmap cell r49 c218"/>
            <p:cNvSpPr/>
            <p:nvPr/>
          </p:nvSpPr>
          <p:spPr>
            <a:xfrm>
              <a:off x="3954429" y="1312461"/>
              <a:ext cx="19034" cy="28503"/>
            </a:xfrm>
            <a:prstGeom prst="rect">
              <a:avLst/>
            </a:prstGeom>
            <a:solidFill>
              <a:srgbClr val="DD626C"/>
            </a:solidFill>
            <a:ln>
              <a:noFill/>
            </a:ln>
          </p:spPr>
        </p:sp>
        <p:sp>
          <p:nvSpPr>
            <p:cNvPr id="12993" name="Heatmap cell r49 c219"/>
            <p:cNvSpPr/>
            <p:nvPr/>
          </p:nvSpPr>
          <p:spPr>
            <a:xfrm>
              <a:off x="3973368" y="1312461"/>
              <a:ext cx="17140" cy="28503"/>
            </a:xfrm>
            <a:prstGeom prst="rect">
              <a:avLst/>
            </a:prstGeom>
            <a:solidFill>
              <a:srgbClr val="F8DEE0"/>
            </a:solidFill>
            <a:ln>
              <a:noFill/>
            </a:ln>
          </p:spPr>
        </p:sp>
        <p:sp>
          <p:nvSpPr>
            <p:cNvPr id="12994" name="Heatmap cell r49 c220"/>
            <p:cNvSpPr/>
            <p:nvPr/>
          </p:nvSpPr>
          <p:spPr>
            <a:xfrm>
              <a:off x="3990412" y="1312461"/>
              <a:ext cx="19034" cy="28503"/>
            </a:xfrm>
            <a:prstGeom prst="rect">
              <a:avLst/>
            </a:prstGeom>
            <a:solidFill>
              <a:srgbClr val="E89199"/>
            </a:solidFill>
            <a:ln>
              <a:noFill/>
            </a:ln>
          </p:spPr>
        </p:sp>
        <p:sp>
          <p:nvSpPr>
            <p:cNvPr id="12995" name="Heatmap cell r49 c221"/>
            <p:cNvSpPr/>
            <p:nvPr/>
          </p:nvSpPr>
          <p:spPr>
            <a:xfrm>
              <a:off x="4009351" y="1312461"/>
              <a:ext cx="19034" cy="28503"/>
            </a:xfrm>
            <a:prstGeom prst="rect">
              <a:avLst/>
            </a:prstGeom>
            <a:solidFill>
              <a:srgbClr val="E0626F"/>
            </a:solidFill>
            <a:ln>
              <a:noFill/>
            </a:ln>
          </p:spPr>
        </p:sp>
        <p:sp>
          <p:nvSpPr>
            <p:cNvPr id="12996" name="Heatmap cell r49 c222"/>
            <p:cNvSpPr/>
            <p:nvPr/>
          </p:nvSpPr>
          <p:spPr>
            <a:xfrm>
              <a:off x="4028290" y="1312461"/>
              <a:ext cx="17140" cy="28503"/>
            </a:xfrm>
            <a:prstGeom prst="rect">
              <a:avLst/>
            </a:prstGeom>
            <a:solidFill>
              <a:srgbClr val="FBF3F4"/>
            </a:solidFill>
            <a:ln>
              <a:noFill/>
            </a:ln>
          </p:spPr>
        </p:sp>
        <p:sp>
          <p:nvSpPr>
            <p:cNvPr id="12997" name="Heatmap cell r49 c223"/>
            <p:cNvSpPr/>
            <p:nvPr/>
          </p:nvSpPr>
          <p:spPr>
            <a:xfrm>
              <a:off x="4045335" y="1312461"/>
              <a:ext cx="19034" cy="28503"/>
            </a:xfrm>
            <a:prstGeom prst="rect">
              <a:avLst/>
            </a:prstGeom>
            <a:solidFill>
              <a:srgbClr val="F1C3C8"/>
            </a:solidFill>
            <a:ln>
              <a:noFill/>
            </a:ln>
          </p:spPr>
        </p:sp>
        <p:sp>
          <p:nvSpPr>
            <p:cNvPr id="12998" name="Heatmap cell r50 c1"/>
            <p:cNvSpPr/>
            <p:nvPr/>
          </p:nvSpPr>
          <p:spPr>
            <a:xfrm>
              <a:off x="13257" y="1340869"/>
              <a:ext cx="45548" cy="26609"/>
            </a:xfrm>
            <a:prstGeom prst="rect">
              <a:avLst/>
            </a:prstGeom>
            <a:solidFill>
              <a:srgbClr val="F76666"/>
            </a:solidFill>
            <a:ln>
              <a:noFill/>
            </a:ln>
          </p:spPr>
        </p:sp>
        <p:sp>
          <p:nvSpPr>
            <p:cNvPr id="12999" name="Heatmap cell r50 c3"/>
            <p:cNvSpPr/>
            <p:nvPr/>
          </p:nvSpPr>
          <p:spPr>
            <a:xfrm>
              <a:off x="71968" y="1340869"/>
              <a:ext cx="17140" cy="26609"/>
            </a:xfrm>
            <a:prstGeom prst="rect">
              <a:avLst/>
            </a:prstGeom>
            <a:solidFill>
              <a:srgbClr val="CFDAE4"/>
            </a:solidFill>
            <a:ln>
              <a:noFill/>
            </a:ln>
          </p:spPr>
        </p:sp>
        <p:sp>
          <p:nvSpPr>
            <p:cNvPr id="13000" name="Heatmap cell r50 c4"/>
            <p:cNvSpPr/>
            <p:nvPr/>
          </p:nvSpPr>
          <p:spPr>
            <a:xfrm>
              <a:off x="89013" y="1340869"/>
              <a:ext cx="19034" cy="26609"/>
            </a:xfrm>
            <a:prstGeom prst="rect">
              <a:avLst/>
            </a:prstGeom>
            <a:solidFill>
              <a:srgbClr val="F1C0C4"/>
            </a:solidFill>
            <a:ln>
              <a:noFill/>
            </a:ln>
          </p:spPr>
        </p:sp>
        <p:sp>
          <p:nvSpPr>
            <p:cNvPr id="13001" name="Heatmap cell r50 c5"/>
            <p:cNvSpPr/>
            <p:nvPr/>
          </p:nvSpPr>
          <p:spPr>
            <a:xfrm>
              <a:off x="107951" y="1340869"/>
              <a:ext cx="17140" cy="26609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13002" name="Heatmap cell r50 c6"/>
            <p:cNvSpPr/>
            <p:nvPr/>
          </p:nvSpPr>
          <p:spPr>
            <a:xfrm>
              <a:off x="124996" y="1340869"/>
              <a:ext cx="19034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13003" name="Heatmap cell r50 c7"/>
            <p:cNvSpPr/>
            <p:nvPr/>
          </p:nvSpPr>
          <p:spPr>
            <a:xfrm>
              <a:off x="143935" y="1340869"/>
              <a:ext cx="17140" cy="26609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13004" name="Heatmap cell r50 c8"/>
            <p:cNvSpPr/>
            <p:nvPr/>
          </p:nvSpPr>
          <p:spPr>
            <a:xfrm>
              <a:off x="160980" y="1340869"/>
              <a:ext cx="19034" cy="26609"/>
            </a:xfrm>
            <a:prstGeom prst="rect">
              <a:avLst/>
            </a:prstGeom>
            <a:solidFill>
              <a:srgbClr val="EDAFB5"/>
            </a:solidFill>
            <a:ln>
              <a:noFill/>
            </a:ln>
          </p:spPr>
        </p:sp>
        <p:sp>
          <p:nvSpPr>
            <p:cNvPr id="13005" name="Heatmap cell r50 c9"/>
            <p:cNvSpPr/>
            <p:nvPr/>
          </p:nvSpPr>
          <p:spPr>
            <a:xfrm>
              <a:off x="179919" y="1340869"/>
              <a:ext cx="19034" cy="26609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</p:sp>
        <p:sp>
          <p:nvSpPr>
            <p:cNvPr id="13006" name="Heatmap cell r50 c10"/>
            <p:cNvSpPr/>
            <p:nvPr/>
          </p:nvSpPr>
          <p:spPr>
            <a:xfrm>
              <a:off x="198858" y="1340869"/>
              <a:ext cx="17140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13007" name="Heatmap cell r50 c11"/>
            <p:cNvSpPr/>
            <p:nvPr/>
          </p:nvSpPr>
          <p:spPr>
            <a:xfrm>
              <a:off x="215903" y="1340869"/>
              <a:ext cx="19034" cy="26609"/>
            </a:xfrm>
            <a:prstGeom prst="rect">
              <a:avLst/>
            </a:prstGeom>
            <a:solidFill>
              <a:srgbClr val="E2EAEF"/>
            </a:solidFill>
            <a:ln>
              <a:noFill/>
            </a:ln>
          </p:spPr>
        </p:sp>
        <p:sp>
          <p:nvSpPr>
            <p:cNvPr id="13008" name="Heatmap cell r50 c12"/>
            <p:cNvSpPr/>
            <p:nvPr/>
          </p:nvSpPr>
          <p:spPr>
            <a:xfrm>
              <a:off x="234842" y="1340869"/>
              <a:ext cx="17140" cy="26609"/>
            </a:xfrm>
            <a:prstGeom prst="rect">
              <a:avLst/>
            </a:prstGeom>
            <a:solidFill>
              <a:srgbClr val="F7E2E4"/>
            </a:solidFill>
            <a:ln>
              <a:noFill/>
            </a:ln>
          </p:spPr>
        </p:sp>
        <p:sp>
          <p:nvSpPr>
            <p:cNvPr id="13009" name="Heatmap cell r50 c13"/>
            <p:cNvSpPr/>
            <p:nvPr/>
          </p:nvSpPr>
          <p:spPr>
            <a:xfrm>
              <a:off x="251887" y="1340869"/>
              <a:ext cx="19034" cy="26609"/>
            </a:xfrm>
            <a:prstGeom prst="rect">
              <a:avLst/>
            </a:prstGeom>
            <a:solidFill>
              <a:srgbClr val="D5DFE9"/>
            </a:solidFill>
            <a:ln>
              <a:noFill/>
            </a:ln>
          </p:spPr>
        </p:sp>
        <p:sp>
          <p:nvSpPr>
            <p:cNvPr id="13010" name="Heatmap cell r50 c14"/>
            <p:cNvSpPr/>
            <p:nvPr/>
          </p:nvSpPr>
          <p:spPr>
            <a:xfrm>
              <a:off x="270825" y="1340869"/>
              <a:ext cx="17140" cy="26609"/>
            </a:xfrm>
            <a:prstGeom prst="rect">
              <a:avLst/>
            </a:prstGeom>
            <a:solidFill>
              <a:srgbClr val="FCF8F9"/>
            </a:solidFill>
            <a:ln>
              <a:noFill/>
            </a:ln>
          </p:spPr>
        </p:sp>
        <p:sp>
          <p:nvSpPr>
            <p:cNvPr id="13011" name="Heatmap cell r50 c15"/>
            <p:cNvSpPr/>
            <p:nvPr/>
          </p:nvSpPr>
          <p:spPr>
            <a:xfrm>
              <a:off x="287870" y="1340869"/>
              <a:ext cx="19034" cy="26609"/>
            </a:xfrm>
            <a:prstGeom prst="rect">
              <a:avLst/>
            </a:prstGeom>
            <a:solidFill>
              <a:srgbClr val="FBF5F5"/>
            </a:solidFill>
            <a:ln>
              <a:noFill/>
            </a:ln>
          </p:spPr>
        </p:sp>
        <p:sp>
          <p:nvSpPr>
            <p:cNvPr id="13012" name="Heatmap cell r50 c16"/>
            <p:cNvSpPr/>
            <p:nvPr/>
          </p:nvSpPr>
          <p:spPr>
            <a:xfrm>
              <a:off x="306809" y="1340869"/>
              <a:ext cx="17140" cy="26609"/>
            </a:xfrm>
            <a:prstGeom prst="rect">
              <a:avLst/>
            </a:prstGeom>
            <a:solidFill>
              <a:srgbClr val="C9D6E2"/>
            </a:solidFill>
            <a:ln>
              <a:noFill/>
            </a:ln>
          </p:spPr>
        </p:sp>
        <p:sp>
          <p:nvSpPr>
            <p:cNvPr id="13013" name="Heatmap cell r50 c17"/>
            <p:cNvSpPr/>
            <p:nvPr/>
          </p:nvSpPr>
          <p:spPr>
            <a:xfrm>
              <a:off x="323854" y="1340869"/>
              <a:ext cx="19034" cy="26609"/>
            </a:xfrm>
            <a:prstGeom prst="rect">
              <a:avLst/>
            </a:prstGeom>
            <a:solidFill>
              <a:srgbClr val="E3EAF0"/>
            </a:solidFill>
            <a:ln>
              <a:noFill/>
            </a:ln>
          </p:spPr>
        </p:sp>
        <p:sp>
          <p:nvSpPr>
            <p:cNvPr id="13014" name="Heatmap cell r50 c18"/>
            <p:cNvSpPr/>
            <p:nvPr/>
          </p:nvSpPr>
          <p:spPr>
            <a:xfrm>
              <a:off x="342793" y="1340869"/>
              <a:ext cx="17140" cy="26609"/>
            </a:xfrm>
            <a:prstGeom prst="rect">
              <a:avLst/>
            </a:prstGeom>
            <a:solidFill>
              <a:srgbClr val="FCF8F9"/>
            </a:solidFill>
            <a:ln>
              <a:noFill/>
            </a:ln>
          </p:spPr>
        </p:sp>
        <p:sp>
          <p:nvSpPr>
            <p:cNvPr id="13015" name="Heatmap cell r50 c19"/>
            <p:cNvSpPr/>
            <p:nvPr/>
          </p:nvSpPr>
          <p:spPr>
            <a:xfrm>
              <a:off x="359838" y="1340869"/>
              <a:ext cx="19034" cy="26609"/>
            </a:xfrm>
            <a:prstGeom prst="rect">
              <a:avLst/>
            </a:prstGeom>
            <a:solidFill>
              <a:srgbClr val="FBF0F1"/>
            </a:solidFill>
            <a:ln>
              <a:noFill/>
            </a:ln>
          </p:spPr>
        </p:sp>
        <p:sp>
          <p:nvSpPr>
            <p:cNvPr id="13016" name="Heatmap cell r50 c20"/>
            <p:cNvSpPr/>
            <p:nvPr/>
          </p:nvSpPr>
          <p:spPr>
            <a:xfrm>
              <a:off x="378777" y="1340869"/>
              <a:ext cx="17140" cy="26609"/>
            </a:xfrm>
            <a:prstGeom prst="rect">
              <a:avLst/>
            </a:prstGeom>
            <a:solidFill>
              <a:srgbClr val="F8E9EA"/>
            </a:solidFill>
            <a:ln>
              <a:noFill/>
            </a:ln>
          </p:spPr>
        </p:sp>
        <p:sp>
          <p:nvSpPr>
            <p:cNvPr id="13017" name="Heatmap cell r50 c21"/>
            <p:cNvSpPr/>
            <p:nvPr/>
          </p:nvSpPr>
          <p:spPr>
            <a:xfrm>
              <a:off x="395822" y="1340869"/>
              <a:ext cx="19034" cy="26609"/>
            </a:xfrm>
            <a:prstGeom prst="rect">
              <a:avLst/>
            </a:prstGeom>
            <a:solidFill>
              <a:srgbClr val="F6F8F9"/>
            </a:solidFill>
            <a:ln>
              <a:noFill/>
            </a:ln>
          </p:spPr>
        </p:sp>
        <p:sp>
          <p:nvSpPr>
            <p:cNvPr id="13018" name="Heatmap cell r50 c22"/>
            <p:cNvSpPr/>
            <p:nvPr/>
          </p:nvSpPr>
          <p:spPr>
            <a:xfrm>
              <a:off x="414760" y="1340869"/>
              <a:ext cx="19034" cy="26609"/>
            </a:xfrm>
            <a:prstGeom prst="rect">
              <a:avLst/>
            </a:prstGeom>
            <a:solidFill>
              <a:srgbClr val="EFB8BC"/>
            </a:solidFill>
            <a:ln>
              <a:noFill/>
            </a:ln>
          </p:spPr>
        </p:sp>
        <p:sp>
          <p:nvSpPr>
            <p:cNvPr id="13019" name="Heatmap cell r50 c23"/>
            <p:cNvSpPr/>
            <p:nvPr/>
          </p:nvSpPr>
          <p:spPr>
            <a:xfrm>
              <a:off x="433699" y="1340869"/>
              <a:ext cx="17140" cy="26609"/>
            </a:xfrm>
            <a:prstGeom prst="rect">
              <a:avLst/>
            </a:prstGeom>
            <a:solidFill>
              <a:srgbClr val="ADC2D4"/>
            </a:solidFill>
            <a:ln>
              <a:noFill/>
            </a:ln>
          </p:spPr>
        </p:sp>
        <p:sp>
          <p:nvSpPr>
            <p:cNvPr id="13020" name="Heatmap cell r50 c24"/>
            <p:cNvSpPr/>
            <p:nvPr/>
          </p:nvSpPr>
          <p:spPr>
            <a:xfrm>
              <a:off x="450744" y="1340869"/>
              <a:ext cx="19034" cy="26609"/>
            </a:xfrm>
            <a:prstGeom prst="rect">
              <a:avLst/>
            </a:prstGeom>
            <a:solidFill>
              <a:srgbClr val="C5D3E0"/>
            </a:solidFill>
            <a:ln>
              <a:noFill/>
            </a:ln>
          </p:spPr>
        </p:sp>
        <p:sp>
          <p:nvSpPr>
            <p:cNvPr id="13021" name="Heatmap cell r50 c25"/>
            <p:cNvSpPr/>
            <p:nvPr/>
          </p:nvSpPr>
          <p:spPr>
            <a:xfrm>
              <a:off x="469683" y="1340869"/>
              <a:ext cx="17140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13022" name="Heatmap cell r50 c26"/>
            <p:cNvSpPr/>
            <p:nvPr/>
          </p:nvSpPr>
          <p:spPr>
            <a:xfrm>
              <a:off x="486728" y="1340869"/>
              <a:ext cx="19034" cy="26609"/>
            </a:xfrm>
            <a:prstGeom prst="rect">
              <a:avLst/>
            </a:prstGeom>
            <a:solidFill>
              <a:srgbClr val="9EB5CC"/>
            </a:solidFill>
            <a:ln>
              <a:noFill/>
            </a:ln>
          </p:spPr>
        </p:sp>
        <p:sp>
          <p:nvSpPr>
            <p:cNvPr id="13023" name="Heatmap cell r50 c28"/>
            <p:cNvSpPr/>
            <p:nvPr/>
          </p:nvSpPr>
          <p:spPr>
            <a:xfrm>
              <a:off x="522712" y="1340869"/>
              <a:ext cx="19034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13024" name="Heatmap cell r50 c29"/>
            <p:cNvSpPr/>
            <p:nvPr/>
          </p:nvSpPr>
          <p:spPr>
            <a:xfrm>
              <a:off x="541651" y="1340869"/>
              <a:ext cx="17140" cy="26609"/>
            </a:xfrm>
            <a:prstGeom prst="rect">
              <a:avLst/>
            </a:prstGeom>
            <a:solidFill>
              <a:srgbClr val="DFE6ED"/>
            </a:solidFill>
            <a:ln>
              <a:noFill/>
            </a:ln>
          </p:spPr>
        </p:sp>
        <p:sp>
          <p:nvSpPr>
            <p:cNvPr id="13025" name="Heatmap cell r50 c30"/>
            <p:cNvSpPr/>
            <p:nvPr/>
          </p:nvSpPr>
          <p:spPr>
            <a:xfrm>
              <a:off x="558696" y="1340869"/>
              <a:ext cx="19034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13026" name="Heatmap cell r50 c31"/>
            <p:cNvSpPr/>
            <p:nvPr/>
          </p:nvSpPr>
          <p:spPr>
            <a:xfrm>
              <a:off x="577634" y="1340869"/>
              <a:ext cx="17140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13027" name="Heatmap cell r50 c32"/>
            <p:cNvSpPr/>
            <p:nvPr/>
          </p:nvSpPr>
          <p:spPr>
            <a:xfrm>
              <a:off x="594679" y="1340869"/>
              <a:ext cx="19034" cy="26609"/>
            </a:xfrm>
            <a:prstGeom prst="rect">
              <a:avLst/>
            </a:prstGeom>
            <a:solidFill>
              <a:srgbClr val="F7D9DB"/>
            </a:solidFill>
            <a:ln>
              <a:noFill/>
            </a:ln>
          </p:spPr>
        </p:sp>
        <p:sp>
          <p:nvSpPr>
            <p:cNvPr id="13028" name="Heatmap cell r50 c33"/>
            <p:cNvSpPr/>
            <p:nvPr/>
          </p:nvSpPr>
          <p:spPr>
            <a:xfrm>
              <a:off x="613618" y="1340869"/>
              <a:ext cx="17140" cy="26609"/>
            </a:xfrm>
            <a:prstGeom prst="rect">
              <a:avLst/>
            </a:prstGeom>
            <a:solidFill>
              <a:srgbClr val="FBF0F1"/>
            </a:solidFill>
            <a:ln>
              <a:noFill/>
            </a:ln>
          </p:spPr>
        </p:sp>
        <p:sp>
          <p:nvSpPr>
            <p:cNvPr id="13029" name="Heatmap cell r50 c34"/>
            <p:cNvSpPr/>
            <p:nvPr/>
          </p:nvSpPr>
          <p:spPr>
            <a:xfrm>
              <a:off x="630663" y="1340869"/>
              <a:ext cx="19034" cy="26609"/>
            </a:xfrm>
            <a:prstGeom prst="rect">
              <a:avLst/>
            </a:prstGeom>
            <a:solidFill>
              <a:srgbClr val="FBF5F5"/>
            </a:solidFill>
            <a:ln>
              <a:noFill/>
            </a:ln>
          </p:spPr>
        </p:sp>
        <p:sp>
          <p:nvSpPr>
            <p:cNvPr id="13030" name="Heatmap cell r50 c35"/>
            <p:cNvSpPr/>
            <p:nvPr/>
          </p:nvSpPr>
          <p:spPr>
            <a:xfrm>
              <a:off x="649602" y="1340869"/>
              <a:ext cx="19034" cy="26609"/>
            </a:xfrm>
            <a:prstGeom prst="rect">
              <a:avLst/>
            </a:prstGeom>
            <a:solidFill>
              <a:srgbClr val="F3C5C8"/>
            </a:solidFill>
            <a:ln>
              <a:noFill/>
            </a:ln>
          </p:spPr>
        </p:sp>
        <p:sp>
          <p:nvSpPr>
            <p:cNvPr id="13031" name="Heatmap cell r50 c36"/>
            <p:cNvSpPr/>
            <p:nvPr/>
          </p:nvSpPr>
          <p:spPr>
            <a:xfrm>
              <a:off x="668541" y="1340869"/>
              <a:ext cx="17140" cy="26609"/>
            </a:xfrm>
            <a:prstGeom prst="rect">
              <a:avLst/>
            </a:prstGeom>
            <a:solidFill>
              <a:srgbClr val="C4D2DF"/>
            </a:solidFill>
            <a:ln>
              <a:noFill/>
            </a:ln>
          </p:spPr>
        </p:sp>
        <p:sp>
          <p:nvSpPr>
            <p:cNvPr id="13032" name="Heatmap cell r50 c37"/>
            <p:cNvSpPr/>
            <p:nvPr/>
          </p:nvSpPr>
          <p:spPr>
            <a:xfrm>
              <a:off x="685586" y="1340869"/>
              <a:ext cx="19034" cy="26609"/>
            </a:xfrm>
            <a:prstGeom prst="rect">
              <a:avLst/>
            </a:prstGeom>
            <a:solidFill>
              <a:srgbClr val="FDF9FA"/>
            </a:solidFill>
            <a:ln>
              <a:noFill/>
            </a:ln>
          </p:spPr>
        </p:sp>
        <p:sp>
          <p:nvSpPr>
            <p:cNvPr id="13033" name="Heatmap cell r50 c38"/>
            <p:cNvSpPr/>
            <p:nvPr/>
          </p:nvSpPr>
          <p:spPr>
            <a:xfrm>
              <a:off x="704525" y="1340869"/>
              <a:ext cx="17140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13034" name="Heatmap cell r50 c39"/>
            <p:cNvSpPr/>
            <p:nvPr/>
          </p:nvSpPr>
          <p:spPr>
            <a:xfrm>
              <a:off x="721570" y="1340869"/>
              <a:ext cx="19034" cy="26609"/>
            </a:xfrm>
            <a:prstGeom prst="rect">
              <a:avLst/>
            </a:prstGeom>
            <a:solidFill>
              <a:srgbClr val="D6E0EA"/>
            </a:solidFill>
            <a:ln>
              <a:noFill/>
            </a:ln>
          </p:spPr>
        </p:sp>
        <p:sp>
          <p:nvSpPr>
            <p:cNvPr id="13035" name="Heatmap cell r50 c40"/>
            <p:cNvSpPr/>
            <p:nvPr/>
          </p:nvSpPr>
          <p:spPr>
            <a:xfrm>
              <a:off x="740508" y="1340869"/>
              <a:ext cx="17140" cy="26609"/>
            </a:xfrm>
            <a:prstGeom prst="rect">
              <a:avLst/>
            </a:prstGeom>
            <a:solidFill>
              <a:srgbClr val="DDE4EC"/>
            </a:solidFill>
            <a:ln>
              <a:noFill/>
            </a:ln>
          </p:spPr>
        </p:sp>
        <p:sp>
          <p:nvSpPr>
            <p:cNvPr id="13036" name="Heatmap cell r50 c41"/>
            <p:cNvSpPr/>
            <p:nvPr/>
          </p:nvSpPr>
          <p:spPr>
            <a:xfrm>
              <a:off x="757553" y="1340869"/>
              <a:ext cx="19034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13037" name="Heatmap cell r50 c42"/>
            <p:cNvSpPr/>
            <p:nvPr/>
          </p:nvSpPr>
          <p:spPr>
            <a:xfrm>
              <a:off x="776492" y="1340869"/>
              <a:ext cx="17140" cy="26609"/>
            </a:xfrm>
            <a:prstGeom prst="rect">
              <a:avLst/>
            </a:prstGeom>
            <a:solidFill>
              <a:srgbClr val="E9EEF4"/>
            </a:solidFill>
            <a:ln>
              <a:noFill/>
            </a:ln>
          </p:spPr>
        </p:sp>
        <p:sp>
          <p:nvSpPr>
            <p:cNvPr id="13038" name="Heatmap cell r50 c43"/>
            <p:cNvSpPr/>
            <p:nvPr/>
          </p:nvSpPr>
          <p:spPr>
            <a:xfrm>
              <a:off x="793537" y="1340869"/>
              <a:ext cx="19034" cy="26609"/>
            </a:xfrm>
            <a:prstGeom prst="rect">
              <a:avLst/>
            </a:prstGeom>
            <a:solidFill>
              <a:srgbClr val="99B0C8"/>
            </a:solidFill>
            <a:ln>
              <a:noFill/>
            </a:ln>
          </p:spPr>
        </p:sp>
        <p:sp>
          <p:nvSpPr>
            <p:cNvPr id="13039" name="Heatmap cell r50 c44"/>
            <p:cNvSpPr/>
            <p:nvPr/>
          </p:nvSpPr>
          <p:spPr>
            <a:xfrm>
              <a:off x="812476" y="1340869"/>
              <a:ext cx="17140" cy="26609"/>
            </a:xfrm>
            <a:prstGeom prst="rect">
              <a:avLst/>
            </a:prstGeom>
            <a:solidFill>
              <a:srgbClr val="B9C9DB"/>
            </a:solidFill>
            <a:ln>
              <a:noFill/>
            </a:ln>
          </p:spPr>
        </p:sp>
        <p:sp>
          <p:nvSpPr>
            <p:cNvPr id="13040" name="Heatmap cell r50 c45"/>
            <p:cNvSpPr/>
            <p:nvPr/>
          </p:nvSpPr>
          <p:spPr>
            <a:xfrm>
              <a:off x="829521" y="1340869"/>
              <a:ext cx="19034" cy="26609"/>
            </a:xfrm>
            <a:prstGeom prst="rect">
              <a:avLst/>
            </a:prstGeom>
            <a:solidFill>
              <a:srgbClr val="F1F5F8"/>
            </a:solidFill>
            <a:ln>
              <a:noFill/>
            </a:ln>
          </p:spPr>
        </p:sp>
        <p:sp>
          <p:nvSpPr>
            <p:cNvPr id="13041" name="Heatmap cell r50 c46"/>
            <p:cNvSpPr/>
            <p:nvPr/>
          </p:nvSpPr>
          <p:spPr>
            <a:xfrm>
              <a:off x="848460" y="1340869"/>
              <a:ext cx="17140" cy="26609"/>
            </a:xfrm>
            <a:prstGeom prst="rect">
              <a:avLst/>
            </a:prstGeom>
            <a:solidFill>
              <a:srgbClr val="F8F8FA"/>
            </a:solidFill>
            <a:ln>
              <a:noFill/>
            </a:ln>
          </p:spPr>
        </p:sp>
        <p:sp>
          <p:nvSpPr>
            <p:cNvPr id="13042" name="Heatmap cell r50 c47"/>
            <p:cNvSpPr/>
            <p:nvPr/>
          </p:nvSpPr>
          <p:spPr>
            <a:xfrm>
              <a:off x="865505" y="1340869"/>
              <a:ext cx="19034" cy="26609"/>
            </a:xfrm>
            <a:prstGeom prst="rect">
              <a:avLst/>
            </a:prstGeom>
            <a:solidFill>
              <a:srgbClr val="BACADB"/>
            </a:solidFill>
            <a:ln>
              <a:noFill/>
            </a:ln>
          </p:spPr>
        </p:sp>
        <p:sp>
          <p:nvSpPr>
            <p:cNvPr id="13043" name="Heatmap cell r50 c48"/>
            <p:cNvSpPr/>
            <p:nvPr/>
          </p:nvSpPr>
          <p:spPr>
            <a:xfrm>
              <a:off x="884444" y="1340869"/>
              <a:ext cx="19034" cy="26609"/>
            </a:xfrm>
            <a:prstGeom prst="rect">
              <a:avLst/>
            </a:prstGeom>
            <a:solidFill>
              <a:srgbClr val="E4EBEF"/>
            </a:solidFill>
            <a:ln>
              <a:noFill/>
            </a:ln>
          </p:spPr>
        </p:sp>
        <p:sp>
          <p:nvSpPr>
            <p:cNvPr id="13044" name="Heatmap cell r50 c49"/>
            <p:cNvSpPr/>
            <p:nvPr/>
          </p:nvSpPr>
          <p:spPr>
            <a:xfrm>
              <a:off x="903382" y="1340869"/>
              <a:ext cx="17140" cy="26609"/>
            </a:xfrm>
            <a:prstGeom prst="rect">
              <a:avLst/>
            </a:prstGeom>
            <a:solidFill>
              <a:srgbClr val="E7EBF1"/>
            </a:solidFill>
            <a:ln>
              <a:noFill/>
            </a:ln>
          </p:spPr>
        </p:sp>
        <p:sp>
          <p:nvSpPr>
            <p:cNvPr id="13045" name="Heatmap cell r50 c50"/>
            <p:cNvSpPr/>
            <p:nvPr/>
          </p:nvSpPr>
          <p:spPr>
            <a:xfrm>
              <a:off x="920427" y="1340869"/>
              <a:ext cx="19034" cy="26609"/>
            </a:xfrm>
            <a:prstGeom prst="rect">
              <a:avLst/>
            </a:prstGeom>
            <a:solidFill>
              <a:srgbClr val="EAEEF4"/>
            </a:solidFill>
            <a:ln>
              <a:noFill/>
            </a:ln>
          </p:spPr>
        </p:sp>
        <p:sp>
          <p:nvSpPr>
            <p:cNvPr id="13046" name="Heatmap cell r50 c51"/>
            <p:cNvSpPr/>
            <p:nvPr/>
          </p:nvSpPr>
          <p:spPr>
            <a:xfrm>
              <a:off x="939366" y="1340869"/>
              <a:ext cx="17140" cy="26609"/>
            </a:xfrm>
            <a:prstGeom prst="rect">
              <a:avLst/>
            </a:prstGeom>
            <a:solidFill>
              <a:srgbClr val="DDE4EC"/>
            </a:solidFill>
            <a:ln>
              <a:noFill/>
            </a:ln>
          </p:spPr>
        </p:sp>
        <p:sp>
          <p:nvSpPr>
            <p:cNvPr id="13047" name="Heatmap cell r50 c53"/>
            <p:cNvSpPr/>
            <p:nvPr/>
          </p:nvSpPr>
          <p:spPr>
            <a:xfrm>
              <a:off x="975350" y="1340869"/>
              <a:ext cx="17140" cy="26609"/>
            </a:xfrm>
            <a:prstGeom prst="rect">
              <a:avLst/>
            </a:prstGeom>
            <a:solidFill>
              <a:srgbClr val="F1C3C8"/>
            </a:solidFill>
            <a:ln>
              <a:noFill/>
            </a:ln>
          </p:spPr>
        </p:sp>
        <p:sp>
          <p:nvSpPr>
            <p:cNvPr id="13048" name="Heatmap cell r50 c54"/>
            <p:cNvSpPr/>
            <p:nvPr/>
          </p:nvSpPr>
          <p:spPr>
            <a:xfrm>
              <a:off x="992395" y="1340869"/>
              <a:ext cx="19034" cy="26609"/>
            </a:xfrm>
            <a:prstGeom prst="rect">
              <a:avLst/>
            </a:prstGeom>
            <a:solidFill>
              <a:srgbClr val="FCF7F7"/>
            </a:solidFill>
            <a:ln>
              <a:noFill/>
            </a:ln>
          </p:spPr>
        </p:sp>
        <p:sp>
          <p:nvSpPr>
            <p:cNvPr id="13049" name="Heatmap cell r50 c55"/>
            <p:cNvSpPr/>
            <p:nvPr/>
          </p:nvSpPr>
          <p:spPr>
            <a:xfrm>
              <a:off x="1011334" y="1340869"/>
              <a:ext cx="17140" cy="26609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13050" name="Heatmap cell r50 c56"/>
            <p:cNvSpPr/>
            <p:nvPr/>
          </p:nvSpPr>
          <p:spPr>
            <a:xfrm>
              <a:off x="1028379" y="1340869"/>
              <a:ext cx="19034" cy="26609"/>
            </a:xfrm>
            <a:prstGeom prst="rect">
              <a:avLst/>
            </a:prstGeom>
            <a:solidFill>
              <a:srgbClr val="E3EAF0"/>
            </a:solidFill>
            <a:ln>
              <a:noFill/>
            </a:ln>
          </p:spPr>
        </p:sp>
        <p:sp>
          <p:nvSpPr>
            <p:cNvPr id="13051" name="Heatmap cell r50 c58"/>
            <p:cNvSpPr/>
            <p:nvPr/>
          </p:nvSpPr>
          <p:spPr>
            <a:xfrm>
              <a:off x="1064363" y="1340869"/>
              <a:ext cx="19034" cy="26609"/>
            </a:xfrm>
            <a:prstGeom prst="rect">
              <a:avLst/>
            </a:prstGeom>
            <a:solidFill>
              <a:srgbClr val="EBA9AE"/>
            </a:solidFill>
            <a:ln>
              <a:noFill/>
            </a:ln>
          </p:spPr>
        </p:sp>
        <p:sp>
          <p:nvSpPr>
            <p:cNvPr id="13052" name="Heatmap cell r50 c59"/>
            <p:cNvSpPr/>
            <p:nvPr/>
          </p:nvSpPr>
          <p:spPr>
            <a:xfrm>
              <a:off x="1083301" y="1340869"/>
              <a:ext cx="17140" cy="26609"/>
            </a:xfrm>
            <a:prstGeom prst="rect">
              <a:avLst/>
            </a:prstGeom>
            <a:solidFill>
              <a:srgbClr val="F3C5C8"/>
            </a:solidFill>
            <a:ln>
              <a:noFill/>
            </a:ln>
          </p:spPr>
        </p:sp>
        <p:sp>
          <p:nvSpPr>
            <p:cNvPr id="13053" name="Heatmap cell r50 c60"/>
            <p:cNvSpPr/>
            <p:nvPr/>
          </p:nvSpPr>
          <p:spPr>
            <a:xfrm>
              <a:off x="1100346" y="1340869"/>
              <a:ext cx="19034" cy="26609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</p:sp>
        <p:sp>
          <p:nvSpPr>
            <p:cNvPr id="13054" name="Heatmap cell r50 c61"/>
            <p:cNvSpPr/>
            <p:nvPr/>
          </p:nvSpPr>
          <p:spPr>
            <a:xfrm>
              <a:off x="1119285" y="1340869"/>
              <a:ext cx="19034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13055" name="Heatmap cell r50 c62"/>
            <p:cNvSpPr/>
            <p:nvPr/>
          </p:nvSpPr>
          <p:spPr>
            <a:xfrm>
              <a:off x="1138224" y="1340869"/>
              <a:ext cx="17140" cy="26609"/>
            </a:xfrm>
            <a:prstGeom prst="rect">
              <a:avLst/>
            </a:prstGeom>
            <a:solidFill>
              <a:srgbClr val="FAECEC"/>
            </a:solidFill>
            <a:ln>
              <a:noFill/>
            </a:ln>
          </p:spPr>
        </p:sp>
        <p:sp>
          <p:nvSpPr>
            <p:cNvPr id="13056" name="Heatmap cell r50 c63"/>
            <p:cNvSpPr/>
            <p:nvPr/>
          </p:nvSpPr>
          <p:spPr>
            <a:xfrm>
              <a:off x="1155269" y="1340869"/>
              <a:ext cx="19034" cy="26609"/>
            </a:xfrm>
            <a:prstGeom prst="rect">
              <a:avLst/>
            </a:prstGeom>
            <a:solidFill>
              <a:srgbClr val="F8DBDD"/>
            </a:solidFill>
            <a:ln>
              <a:noFill/>
            </a:ln>
          </p:spPr>
        </p:sp>
        <p:sp>
          <p:nvSpPr>
            <p:cNvPr id="13057" name="Heatmap cell r50 c64"/>
            <p:cNvSpPr/>
            <p:nvPr/>
          </p:nvSpPr>
          <p:spPr>
            <a:xfrm>
              <a:off x="1174208" y="1340869"/>
              <a:ext cx="17140" cy="26609"/>
            </a:xfrm>
            <a:prstGeom prst="rect">
              <a:avLst/>
            </a:prstGeom>
            <a:solidFill>
              <a:srgbClr val="F1C4C7"/>
            </a:solidFill>
            <a:ln>
              <a:noFill/>
            </a:ln>
          </p:spPr>
        </p:sp>
        <p:sp>
          <p:nvSpPr>
            <p:cNvPr id="13058" name="Heatmap cell r50 c65"/>
            <p:cNvSpPr/>
            <p:nvPr/>
          </p:nvSpPr>
          <p:spPr>
            <a:xfrm>
              <a:off x="1191253" y="1340869"/>
              <a:ext cx="19034" cy="26609"/>
            </a:xfrm>
            <a:prstGeom prst="rect">
              <a:avLst/>
            </a:prstGeom>
            <a:solidFill>
              <a:srgbClr val="F8E4E7"/>
            </a:solidFill>
            <a:ln>
              <a:noFill/>
            </a:ln>
          </p:spPr>
        </p:sp>
        <p:sp>
          <p:nvSpPr>
            <p:cNvPr id="13059" name="Heatmap cell r50 c66"/>
            <p:cNvSpPr/>
            <p:nvPr/>
          </p:nvSpPr>
          <p:spPr>
            <a:xfrm>
              <a:off x="1210192" y="1340869"/>
              <a:ext cx="17140" cy="26609"/>
            </a:xfrm>
            <a:prstGeom prst="rect">
              <a:avLst/>
            </a:prstGeom>
            <a:solidFill>
              <a:srgbClr val="BCCCDC"/>
            </a:solidFill>
            <a:ln>
              <a:noFill/>
            </a:ln>
          </p:spPr>
        </p:sp>
        <p:sp>
          <p:nvSpPr>
            <p:cNvPr id="13060" name="Heatmap cell r50 c67"/>
            <p:cNvSpPr/>
            <p:nvPr/>
          </p:nvSpPr>
          <p:spPr>
            <a:xfrm>
              <a:off x="1227236" y="1340869"/>
              <a:ext cx="19034" cy="26609"/>
            </a:xfrm>
            <a:prstGeom prst="rect">
              <a:avLst/>
            </a:prstGeom>
            <a:solidFill>
              <a:srgbClr val="F4CACD"/>
            </a:solidFill>
            <a:ln>
              <a:noFill/>
            </a:ln>
          </p:spPr>
        </p:sp>
        <p:sp>
          <p:nvSpPr>
            <p:cNvPr id="13061" name="Heatmap cell r50 c68"/>
            <p:cNvSpPr/>
            <p:nvPr/>
          </p:nvSpPr>
          <p:spPr>
            <a:xfrm>
              <a:off x="1246175" y="1340869"/>
              <a:ext cx="17140" cy="26609"/>
            </a:xfrm>
            <a:prstGeom prst="rect">
              <a:avLst/>
            </a:prstGeom>
            <a:solidFill>
              <a:srgbClr val="DF6770"/>
            </a:solidFill>
            <a:ln>
              <a:noFill/>
            </a:ln>
          </p:spPr>
        </p:sp>
        <p:sp>
          <p:nvSpPr>
            <p:cNvPr id="13062" name="Heatmap cell r50 c70"/>
            <p:cNvSpPr/>
            <p:nvPr/>
          </p:nvSpPr>
          <p:spPr>
            <a:xfrm>
              <a:off x="1282159" y="1340869"/>
              <a:ext cx="17140" cy="26609"/>
            </a:xfrm>
            <a:prstGeom prst="rect">
              <a:avLst/>
            </a:prstGeom>
            <a:solidFill>
              <a:srgbClr val="F7DCDF"/>
            </a:solidFill>
            <a:ln>
              <a:noFill/>
            </a:ln>
          </p:spPr>
        </p:sp>
        <p:sp>
          <p:nvSpPr>
            <p:cNvPr id="13063" name="Heatmap cell r50 c71"/>
            <p:cNvSpPr/>
            <p:nvPr/>
          </p:nvSpPr>
          <p:spPr>
            <a:xfrm>
              <a:off x="1299204" y="1340869"/>
              <a:ext cx="19034" cy="26609"/>
            </a:xfrm>
            <a:prstGeom prst="rect">
              <a:avLst/>
            </a:prstGeom>
            <a:solidFill>
              <a:srgbClr val="B5C5D7"/>
            </a:solidFill>
            <a:ln>
              <a:noFill/>
            </a:ln>
          </p:spPr>
        </p:sp>
        <p:sp>
          <p:nvSpPr>
            <p:cNvPr id="13064" name="Heatmap cell r50 c72"/>
            <p:cNvSpPr/>
            <p:nvPr/>
          </p:nvSpPr>
          <p:spPr>
            <a:xfrm>
              <a:off x="1318143" y="1340869"/>
              <a:ext cx="17140" cy="26609"/>
            </a:xfrm>
            <a:prstGeom prst="rect">
              <a:avLst/>
            </a:prstGeom>
            <a:solidFill>
              <a:srgbClr val="FCF6F6"/>
            </a:solidFill>
            <a:ln>
              <a:noFill/>
            </a:ln>
          </p:spPr>
        </p:sp>
        <p:sp>
          <p:nvSpPr>
            <p:cNvPr id="13065" name="Heatmap cell r50 c73"/>
            <p:cNvSpPr/>
            <p:nvPr/>
          </p:nvSpPr>
          <p:spPr>
            <a:xfrm>
              <a:off x="1335188" y="1340869"/>
              <a:ext cx="19034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13066" name="Heatmap cell r50 c74"/>
            <p:cNvSpPr/>
            <p:nvPr/>
          </p:nvSpPr>
          <p:spPr>
            <a:xfrm>
              <a:off x="1354127" y="1340869"/>
              <a:ext cx="17140" cy="26609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13067" name="Heatmap cell r50 c76"/>
            <p:cNvSpPr/>
            <p:nvPr/>
          </p:nvSpPr>
          <p:spPr>
            <a:xfrm>
              <a:off x="1390110" y="1340869"/>
              <a:ext cx="19034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13068" name="Heatmap cell r50 c77"/>
            <p:cNvSpPr/>
            <p:nvPr/>
          </p:nvSpPr>
          <p:spPr>
            <a:xfrm>
              <a:off x="1409049" y="1340869"/>
              <a:ext cx="17140" cy="26609"/>
            </a:xfrm>
            <a:prstGeom prst="rect">
              <a:avLst/>
            </a:prstGeom>
            <a:solidFill>
              <a:srgbClr val="F0F4F7"/>
            </a:solidFill>
            <a:ln>
              <a:noFill/>
            </a:ln>
          </p:spPr>
        </p:sp>
        <p:sp>
          <p:nvSpPr>
            <p:cNvPr id="13069" name="Heatmap cell r50 c78"/>
            <p:cNvSpPr/>
            <p:nvPr/>
          </p:nvSpPr>
          <p:spPr>
            <a:xfrm>
              <a:off x="1426094" y="1340869"/>
              <a:ext cx="19034" cy="26609"/>
            </a:xfrm>
            <a:prstGeom prst="rect">
              <a:avLst/>
            </a:prstGeom>
            <a:solidFill>
              <a:srgbClr val="EFB8BD"/>
            </a:solidFill>
            <a:ln>
              <a:noFill/>
            </a:ln>
          </p:spPr>
        </p:sp>
        <p:sp>
          <p:nvSpPr>
            <p:cNvPr id="13070" name="Heatmap cell r50 c79"/>
            <p:cNvSpPr/>
            <p:nvPr/>
          </p:nvSpPr>
          <p:spPr>
            <a:xfrm>
              <a:off x="1445033" y="1340869"/>
              <a:ext cx="17140" cy="26609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13071" name="Heatmap cell r50 c80"/>
            <p:cNvSpPr/>
            <p:nvPr/>
          </p:nvSpPr>
          <p:spPr>
            <a:xfrm>
              <a:off x="1462078" y="1340869"/>
              <a:ext cx="19034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13072" name="Heatmap cell r50 c81"/>
            <p:cNvSpPr/>
            <p:nvPr/>
          </p:nvSpPr>
          <p:spPr>
            <a:xfrm>
              <a:off x="1481017" y="1340869"/>
              <a:ext cx="17140" cy="26609"/>
            </a:xfrm>
            <a:prstGeom prst="rect">
              <a:avLst/>
            </a:prstGeom>
            <a:solidFill>
              <a:srgbClr val="ECF0F6"/>
            </a:solidFill>
            <a:ln>
              <a:noFill/>
            </a:ln>
          </p:spPr>
        </p:sp>
        <p:sp>
          <p:nvSpPr>
            <p:cNvPr id="13073" name="Heatmap cell r50 c82"/>
            <p:cNvSpPr/>
            <p:nvPr/>
          </p:nvSpPr>
          <p:spPr>
            <a:xfrm>
              <a:off x="1498062" y="1340869"/>
              <a:ext cx="19034" cy="26609"/>
            </a:xfrm>
            <a:prstGeom prst="rect">
              <a:avLst/>
            </a:prstGeom>
            <a:solidFill>
              <a:srgbClr val="F8DEE0"/>
            </a:solidFill>
            <a:ln>
              <a:noFill/>
            </a:ln>
          </p:spPr>
        </p:sp>
        <p:sp>
          <p:nvSpPr>
            <p:cNvPr id="13074" name="Heatmap cell r50 c83"/>
            <p:cNvSpPr/>
            <p:nvPr/>
          </p:nvSpPr>
          <p:spPr>
            <a:xfrm>
              <a:off x="1517001" y="1340869"/>
              <a:ext cx="17140" cy="26609"/>
            </a:xfrm>
            <a:prstGeom prst="rect">
              <a:avLst/>
            </a:prstGeom>
            <a:solidFill>
              <a:srgbClr val="EFB7BB"/>
            </a:solidFill>
            <a:ln>
              <a:noFill/>
            </a:ln>
          </p:spPr>
        </p:sp>
        <p:sp>
          <p:nvSpPr>
            <p:cNvPr id="13075" name="Heatmap cell r50 c84"/>
            <p:cNvSpPr/>
            <p:nvPr/>
          </p:nvSpPr>
          <p:spPr>
            <a:xfrm>
              <a:off x="1534046" y="1340869"/>
              <a:ext cx="19034" cy="26609"/>
            </a:xfrm>
            <a:prstGeom prst="rect">
              <a:avLst/>
            </a:prstGeom>
            <a:solidFill>
              <a:srgbClr val="FAECEC"/>
            </a:solidFill>
            <a:ln>
              <a:noFill/>
            </a:ln>
          </p:spPr>
        </p:sp>
        <p:sp>
          <p:nvSpPr>
            <p:cNvPr id="13076" name="Heatmap cell r50 c85"/>
            <p:cNvSpPr/>
            <p:nvPr/>
          </p:nvSpPr>
          <p:spPr>
            <a:xfrm>
              <a:off x="1552984" y="1340869"/>
              <a:ext cx="17140" cy="26609"/>
            </a:xfrm>
            <a:prstGeom prst="rect">
              <a:avLst/>
            </a:prstGeom>
            <a:solidFill>
              <a:srgbClr val="C5D2E0"/>
            </a:solidFill>
            <a:ln>
              <a:noFill/>
            </a:ln>
          </p:spPr>
        </p:sp>
        <p:sp>
          <p:nvSpPr>
            <p:cNvPr id="13077" name="Heatmap cell r50 c86"/>
            <p:cNvSpPr/>
            <p:nvPr/>
          </p:nvSpPr>
          <p:spPr>
            <a:xfrm>
              <a:off x="1570029" y="1340869"/>
              <a:ext cx="19034" cy="26609"/>
            </a:xfrm>
            <a:prstGeom prst="rect">
              <a:avLst/>
            </a:prstGeom>
            <a:solidFill>
              <a:srgbClr val="E9EEF4"/>
            </a:solidFill>
            <a:ln>
              <a:noFill/>
            </a:ln>
          </p:spPr>
        </p:sp>
        <p:sp>
          <p:nvSpPr>
            <p:cNvPr id="13078" name="Heatmap cell r50 c87"/>
            <p:cNvSpPr/>
            <p:nvPr/>
          </p:nvSpPr>
          <p:spPr>
            <a:xfrm>
              <a:off x="1588968" y="1340869"/>
              <a:ext cx="17140" cy="26609"/>
            </a:xfrm>
            <a:prstGeom prst="rect">
              <a:avLst/>
            </a:prstGeom>
            <a:solidFill>
              <a:srgbClr val="D4DFE9"/>
            </a:solidFill>
            <a:ln>
              <a:noFill/>
            </a:ln>
          </p:spPr>
        </p:sp>
        <p:sp>
          <p:nvSpPr>
            <p:cNvPr id="13079" name="Heatmap cell r50 c88"/>
            <p:cNvSpPr/>
            <p:nvPr/>
          </p:nvSpPr>
          <p:spPr>
            <a:xfrm>
              <a:off x="1606013" y="1340869"/>
              <a:ext cx="19034" cy="26609"/>
            </a:xfrm>
            <a:prstGeom prst="rect">
              <a:avLst/>
            </a:prstGeom>
            <a:solidFill>
              <a:srgbClr val="F1C0C4"/>
            </a:solidFill>
            <a:ln>
              <a:noFill/>
            </a:ln>
          </p:spPr>
        </p:sp>
        <p:sp>
          <p:nvSpPr>
            <p:cNvPr id="13080" name="Heatmap cell r50 c89"/>
            <p:cNvSpPr/>
            <p:nvPr/>
          </p:nvSpPr>
          <p:spPr>
            <a:xfrm>
              <a:off x="1624952" y="1340869"/>
              <a:ext cx="19034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13081" name="Heatmap cell r50 c90"/>
            <p:cNvSpPr/>
            <p:nvPr/>
          </p:nvSpPr>
          <p:spPr>
            <a:xfrm>
              <a:off x="1643891" y="1340869"/>
              <a:ext cx="17140" cy="26609"/>
            </a:xfrm>
            <a:prstGeom prst="rect">
              <a:avLst/>
            </a:prstGeom>
            <a:solidFill>
              <a:srgbClr val="D2DDE7"/>
            </a:solidFill>
            <a:ln>
              <a:noFill/>
            </a:ln>
          </p:spPr>
        </p:sp>
        <p:sp>
          <p:nvSpPr>
            <p:cNvPr id="13082" name="Heatmap cell r50 c91"/>
            <p:cNvSpPr/>
            <p:nvPr/>
          </p:nvSpPr>
          <p:spPr>
            <a:xfrm>
              <a:off x="1660936" y="1340869"/>
              <a:ext cx="19034" cy="26609"/>
            </a:xfrm>
            <a:prstGeom prst="rect">
              <a:avLst/>
            </a:prstGeom>
            <a:solidFill>
              <a:srgbClr val="F8DDDF"/>
            </a:solidFill>
            <a:ln>
              <a:noFill/>
            </a:ln>
          </p:spPr>
        </p:sp>
        <p:sp>
          <p:nvSpPr>
            <p:cNvPr id="13083" name="Heatmap cell r50 c92"/>
            <p:cNvSpPr/>
            <p:nvPr/>
          </p:nvSpPr>
          <p:spPr>
            <a:xfrm>
              <a:off x="1679875" y="1340869"/>
              <a:ext cx="17140" cy="26609"/>
            </a:xfrm>
            <a:prstGeom prst="rect">
              <a:avLst/>
            </a:prstGeom>
            <a:solidFill>
              <a:srgbClr val="163D7C"/>
            </a:solidFill>
            <a:ln>
              <a:noFill/>
            </a:ln>
          </p:spPr>
        </p:sp>
        <p:sp>
          <p:nvSpPr>
            <p:cNvPr id="13084" name="Heatmap cell r50 c93"/>
            <p:cNvSpPr/>
            <p:nvPr/>
          </p:nvSpPr>
          <p:spPr>
            <a:xfrm>
              <a:off x="1696920" y="1340869"/>
              <a:ext cx="19034" cy="26609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</p:sp>
        <p:sp>
          <p:nvSpPr>
            <p:cNvPr id="13085" name="Heatmap cell r50 c94"/>
            <p:cNvSpPr/>
            <p:nvPr/>
          </p:nvSpPr>
          <p:spPr>
            <a:xfrm>
              <a:off x="1715858" y="1340869"/>
              <a:ext cx="17140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13086" name="Heatmap cell r50 c95"/>
            <p:cNvSpPr/>
            <p:nvPr/>
          </p:nvSpPr>
          <p:spPr>
            <a:xfrm>
              <a:off x="1732903" y="1340869"/>
              <a:ext cx="19034" cy="26609"/>
            </a:xfrm>
            <a:prstGeom prst="rect">
              <a:avLst/>
            </a:prstGeom>
            <a:solidFill>
              <a:srgbClr val="BFCFDF"/>
            </a:solidFill>
            <a:ln>
              <a:noFill/>
            </a:ln>
          </p:spPr>
        </p:sp>
        <p:sp>
          <p:nvSpPr>
            <p:cNvPr id="13087" name="Heatmap cell r50 c96"/>
            <p:cNvSpPr/>
            <p:nvPr/>
          </p:nvSpPr>
          <p:spPr>
            <a:xfrm>
              <a:off x="1751842" y="1340869"/>
              <a:ext cx="17140" cy="26609"/>
            </a:xfrm>
            <a:prstGeom prst="rect">
              <a:avLst/>
            </a:prstGeom>
            <a:solidFill>
              <a:srgbClr val="EBA6AC"/>
            </a:solidFill>
            <a:ln>
              <a:noFill/>
            </a:ln>
          </p:spPr>
        </p:sp>
        <p:sp>
          <p:nvSpPr>
            <p:cNvPr id="13088" name="Heatmap cell r50 c97"/>
            <p:cNvSpPr/>
            <p:nvPr/>
          </p:nvSpPr>
          <p:spPr>
            <a:xfrm>
              <a:off x="1768887" y="1340869"/>
              <a:ext cx="19034" cy="26609"/>
            </a:xfrm>
            <a:prstGeom prst="rect">
              <a:avLst/>
            </a:prstGeom>
            <a:solidFill>
              <a:srgbClr val="E68892"/>
            </a:solidFill>
            <a:ln>
              <a:noFill/>
            </a:ln>
          </p:spPr>
        </p:sp>
        <p:sp>
          <p:nvSpPr>
            <p:cNvPr id="13089" name="Heatmap cell r50 c98"/>
            <p:cNvSpPr/>
            <p:nvPr/>
          </p:nvSpPr>
          <p:spPr>
            <a:xfrm>
              <a:off x="1787826" y="1340869"/>
              <a:ext cx="17140" cy="26609"/>
            </a:xfrm>
            <a:prstGeom prst="rect">
              <a:avLst/>
            </a:prstGeom>
            <a:solidFill>
              <a:srgbClr val="F1F5F8"/>
            </a:solidFill>
            <a:ln>
              <a:noFill/>
            </a:ln>
          </p:spPr>
        </p:sp>
        <p:sp>
          <p:nvSpPr>
            <p:cNvPr id="13090" name="Heatmap cell r50 c99"/>
            <p:cNvSpPr/>
            <p:nvPr/>
          </p:nvSpPr>
          <p:spPr>
            <a:xfrm>
              <a:off x="1804871" y="1340869"/>
              <a:ext cx="19034" cy="26609"/>
            </a:xfrm>
            <a:prstGeom prst="rect">
              <a:avLst/>
            </a:prstGeom>
            <a:solidFill>
              <a:srgbClr val="F1C1C5"/>
            </a:solidFill>
            <a:ln>
              <a:noFill/>
            </a:ln>
          </p:spPr>
        </p:sp>
        <p:sp>
          <p:nvSpPr>
            <p:cNvPr id="13091" name="Heatmap cell r50 c100"/>
            <p:cNvSpPr/>
            <p:nvPr/>
          </p:nvSpPr>
          <p:spPr>
            <a:xfrm>
              <a:off x="1823810" y="1340869"/>
              <a:ext cx="17140" cy="26609"/>
            </a:xfrm>
            <a:prstGeom prst="rect">
              <a:avLst/>
            </a:prstGeom>
            <a:solidFill>
              <a:srgbClr val="F8E6E8"/>
            </a:solidFill>
            <a:ln>
              <a:noFill/>
            </a:ln>
          </p:spPr>
        </p:sp>
        <p:sp>
          <p:nvSpPr>
            <p:cNvPr id="13092" name="Heatmap cell r50 c102"/>
            <p:cNvSpPr/>
            <p:nvPr/>
          </p:nvSpPr>
          <p:spPr>
            <a:xfrm>
              <a:off x="1859794" y="1340869"/>
              <a:ext cx="19034" cy="26609"/>
            </a:xfrm>
            <a:prstGeom prst="rect">
              <a:avLst/>
            </a:prstGeom>
            <a:solidFill>
              <a:srgbClr val="F8DDDF"/>
            </a:solidFill>
            <a:ln>
              <a:noFill/>
            </a:ln>
          </p:spPr>
        </p:sp>
        <p:sp>
          <p:nvSpPr>
            <p:cNvPr id="13093" name="Heatmap cell r50 c103"/>
            <p:cNvSpPr/>
            <p:nvPr/>
          </p:nvSpPr>
          <p:spPr>
            <a:xfrm>
              <a:off x="1878732" y="1340869"/>
              <a:ext cx="17140" cy="26609"/>
            </a:xfrm>
            <a:prstGeom prst="rect">
              <a:avLst/>
            </a:prstGeom>
            <a:solidFill>
              <a:srgbClr val="E37E87"/>
            </a:solidFill>
            <a:ln>
              <a:noFill/>
            </a:ln>
          </p:spPr>
        </p:sp>
        <p:sp>
          <p:nvSpPr>
            <p:cNvPr id="13094" name="Heatmap cell r50 c104"/>
            <p:cNvSpPr/>
            <p:nvPr/>
          </p:nvSpPr>
          <p:spPr>
            <a:xfrm>
              <a:off x="1895777" y="1340869"/>
              <a:ext cx="19034" cy="26609"/>
            </a:xfrm>
            <a:prstGeom prst="rect">
              <a:avLst/>
            </a:prstGeom>
            <a:solidFill>
              <a:srgbClr val="ECA0A8"/>
            </a:solidFill>
            <a:ln>
              <a:noFill/>
            </a:ln>
          </p:spPr>
        </p:sp>
        <p:sp>
          <p:nvSpPr>
            <p:cNvPr id="13095" name="Heatmap cell r50 c105"/>
            <p:cNvSpPr/>
            <p:nvPr/>
          </p:nvSpPr>
          <p:spPr>
            <a:xfrm>
              <a:off x="1914716" y="1340869"/>
              <a:ext cx="17140" cy="26609"/>
            </a:xfrm>
            <a:prstGeom prst="rect">
              <a:avLst/>
            </a:prstGeom>
            <a:solidFill>
              <a:srgbClr val="F9E8E9"/>
            </a:solidFill>
            <a:ln>
              <a:noFill/>
            </a:ln>
          </p:spPr>
        </p:sp>
        <p:sp>
          <p:nvSpPr>
            <p:cNvPr id="13096" name="Heatmap cell r50 c106"/>
            <p:cNvSpPr/>
            <p:nvPr/>
          </p:nvSpPr>
          <p:spPr>
            <a:xfrm>
              <a:off x="1931761" y="1340869"/>
              <a:ext cx="19034" cy="26609"/>
            </a:xfrm>
            <a:prstGeom prst="rect">
              <a:avLst/>
            </a:prstGeom>
            <a:solidFill>
              <a:srgbClr val="EFF3F7"/>
            </a:solidFill>
            <a:ln>
              <a:noFill/>
            </a:ln>
          </p:spPr>
        </p:sp>
        <p:sp>
          <p:nvSpPr>
            <p:cNvPr id="13097" name="Heatmap cell r50 c107"/>
            <p:cNvSpPr/>
            <p:nvPr/>
          </p:nvSpPr>
          <p:spPr>
            <a:xfrm>
              <a:off x="1950700" y="1340869"/>
              <a:ext cx="17140" cy="26609"/>
            </a:xfrm>
            <a:prstGeom prst="rect">
              <a:avLst/>
            </a:prstGeom>
            <a:solidFill>
              <a:srgbClr val="EAEEF4"/>
            </a:solidFill>
            <a:ln>
              <a:noFill/>
            </a:ln>
          </p:spPr>
        </p:sp>
        <p:sp>
          <p:nvSpPr>
            <p:cNvPr id="13098" name="Heatmap cell r50 c108"/>
            <p:cNvSpPr/>
            <p:nvPr/>
          </p:nvSpPr>
          <p:spPr>
            <a:xfrm>
              <a:off x="1967745" y="1340869"/>
              <a:ext cx="19034" cy="26609"/>
            </a:xfrm>
            <a:prstGeom prst="rect">
              <a:avLst/>
            </a:prstGeom>
            <a:solidFill>
              <a:srgbClr val="EBA4AC"/>
            </a:solidFill>
            <a:ln>
              <a:noFill/>
            </a:ln>
          </p:spPr>
        </p:sp>
        <p:sp>
          <p:nvSpPr>
            <p:cNvPr id="13099" name="Heatmap cell r50 c109"/>
            <p:cNvSpPr/>
            <p:nvPr/>
          </p:nvSpPr>
          <p:spPr>
            <a:xfrm>
              <a:off x="1986684" y="1340869"/>
              <a:ext cx="17140" cy="26609"/>
            </a:xfrm>
            <a:prstGeom prst="rect">
              <a:avLst/>
            </a:prstGeom>
            <a:solidFill>
              <a:srgbClr val="F1C0C6"/>
            </a:solidFill>
            <a:ln>
              <a:noFill/>
            </a:ln>
          </p:spPr>
        </p:sp>
        <p:sp>
          <p:nvSpPr>
            <p:cNvPr id="13100" name="Heatmap cell r50 c110"/>
            <p:cNvSpPr/>
            <p:nvPr/>
          </p:nvSpPr>
          <p:spPr>
            <a:xfrm>
              <a:off x="2003729" y="1340869"/>
              <a:ext cx="19034" cy="26609"/>
            </a:xfrm>
            <a:prstGeom prst="rect">
              <a:avLst/>
            </a:prstGeom>
            <a:solidFill>
              <a:srgbClr val="EA9DA3"/>
            </a:solidFill>
            <a:ln>
              <a:noFill/>
            </a:ln>
          </p:spPr>
        </p:sp>
        <p:sp>
          <p:nvSpPr>
            <p:cNvPr id="13101" name="Heatmap cell r50 c111"/>
            <p:cNvSpPr/>
            <p:nvPr/>
          </p:nvSpPr>
          <p:spPr>
            <a:xfrm>
              <a:off x="2022668" y="1340869"/>
              <a:ext cx="17140" cy="26609"/>
            </a:xfrm>
            <a:prstGeom prst="rect">
              <a:avLst/>
            </a:prstGeom>
            <a:solidFill>
              <a:srgbClr val="E3EAF0"/>
            </a:solidFill>
            <a:ln>
              <a:noFill/>
            </a:ln>
          </p:spPr>
        </p:sp>
        <p:sp>
          <p:nvSpPr>
            <p:cNvPr id="13102" name="Heatmap cell r50 c112"/>
            <p:cNvSpPr/>
            <p:nvPr/>
          </p:nvSpPr>
          <p:spPr>
            <a:xfrm>
              <a:off x="2039712" y="1340869"/>
              <a:ext cx="19034" cy="26609"/>
            </a:xfrm>
            <a:prstGeom prst="rect">
              <a:avLst/>
            </a:prstGeom>
            <a:solidFill>
              <a:srgbClr val="F3C6CB"/>
            </a:solidFill>
            <a:ln>
              <a:noFill/>
            </a:ln>
          </p:spPr>
        </p:sp>
        <p:sp>
          <p:nvSpPr>
            <p:cNvPr id="13103" name="Heatmap cell r50 c113"/>
            <p:cNvSpPr/>
            <p:nvPr/>
          </p:nvSpPr>
          <p:spPr>
            <a:xfrm>
              <a:off x="2058651" y="1340869"/>
              <a:ext cx="17140" cy="26609"/>
            </a:xfrm>
            <a:prstGeom prst="rect">
              <a:avLst/>
            </a:prstGeom>
            <a:solidFill>
              <a:srgbClr val="F8E4E7"/>
            </a:solidFill>
            <a:ln>
              <a:noFill/>
            </a:ln>
          </p:spPr>
        </p:sp>
        <p:sp>
          <p:nvSpPr>
            <p:cNvPr id="13104" name="Heatmap cell r50 c114"/>
            <p:cNvSpPr/>
            <p:nvPr/>
          </p:nvSpPr>
          <p:spPr>
            <a:xfrm>
              <a:off x="2075696" y="1340869"/>
              <a:ext cx="19034" cy="26609"/>
            </a:xfrm>
            <a:prstGeom prst="rect">
              <a:avLst/>
            </a:prstGeom>
            <a:solidFill>
              <a:srgbClr val="E9EEF4"/>
            </a:solidFill>
            <a:ln>
              <a:noFill/>
            </a:ln>
          </p:spPr>
        </p:sp>
        <p:sp>
          <p:nvSpPr>
            <p:cNvPr id="13105" name="Heatmap cell r50 c115"/>
            <p:cNvSpPr/>
            <p:nvPr/>
          </p:nvSpPr>
          <p:spPr>
            <a:xfrm>
              <a:off x="2094635" y="1340869"/>
              <a:ext cx="19034" cy="26609"/>
            </a:xfrm>
            <a:prstGeom prst="rect">
              <a:avLst/>
            </a:prstGeom>
            <a:solidFill>
              <a:srgbClr val="ECA8AE"/>
            </a:solidFill>
            <a:ln>
              <a:noFill/>
            </a:ln>
          </p:spPr>
        </p:sp>
        <p:sp>
          <p:nvSpPr>
            <p:cNvPr id="13106" name="Heatmap cell r50 c116"/>
            <p:cNvSpPr/>
            <p:nvPr/>
          </p:nvSpPr>
          <p:spPr>
            <a:xfrm>
              <a:off x="2113574" y="1340869"/>
              <a:ext cx="17140" cy="26609"/>
            </a:xfrm>
            <a:prstGeom prst="rect">
              <a:avLst/>
            </a:prstGeom>
            <a:solidFill>
              <a:srgbClr val="ADC2D4"/>
            </a:solidFill>
            <a:ln>
              <a:noFill/>
            </a:ln>
          </p:spPr>
        </p:sp>
        <p:sp>
          <p:nvSpPr>
            <p:cNvPr id="13107" name="Heatmap cell r50 c117"/>
            <p:cNvSpPr/>
            <p:nvPr/>
          </p:nvSpPr>
          <p:spPr>
            <a:xfrm>
              <a:off x="2130619" y="1340869"/>
              <a:ext cx="19034" cy="26609"/>
            </a:xfrm>
            <a:prstGeom prst="rect">
              <a:avLst/>
            </a:prstGeom>
            <a:solidFill>
              <a:srgbClr val="CAD6E3"/>
            </a:solidFill>
            <a:ln>
              <a:noFill/>
            </a:ln>
          </p:spPr>
        </p:sp>
        <p:sp>
          <p:nvSpPr>
            <p:cNvPr id="13108" name="Heatmap cell r50 c118"/>
            <p:cNvSpPr/>
            <p:nvPr/>
          </p:nvSpPr>
          <p:spPr>
            <a:xfrm>
              <a:off x="2149558" y="1340869"/>
              <a:ext cx="17140" cy="26609"/>
            </a:xfrm>
            <a:prstGeom prst="rect">
              <a:avLst/>
            </a:prstGeom>
            <a:solidFill>
              <a:srgbClr val="F1C1C5"/>
            </a:solidFill>
            <a:ln>
              <a:noFill/>
            </a:ln>
          </p:spPr>
        </p:sp>
        <p:sp>
          <p:nvSpPr>
            <p:cNvPr id="13109" name="Heatmap cell r50 c119"/>
            <p:cNvSpPr/>
            <p:nvPr/>
          </p:nvSpPr>
          <p:spPr>
            <a:xfrm>
              <a:off x="2166603" y="1340869"/>
              <a:ext cx="19034" cy="26609"/>
            </a:xfrm>
            <a:prstGeom prst="rect">
              <a:avLst/>
            </a:prstGeom>
            <a:solidFill>
              <a:srgbClr val="F1C1C5"/>
            </a:solidFill>
            <a:ln>
              <a:noFill/>
            </a:ln>
          </p:spPr>
        </p:sp>
        <p:sp>
          <p:nvSpPr>
            <p:cNvPr id="13110" name="Heatmap cell r50 c120"/>
            <p:cNvSpPr/>
            <p:nvPr/>
          </p:nvSpPr>
          <p:spPr>
            <a:xfrm>
              <a:off x="2185542" y="1340869"/>
              <a:ext cx="17140" cy="26609"/>
            </a:xfrm>
            <a:prstGeom prst="rect">
              <a:avLst/>
            </a:prstGeom>
            <a:solidFill>
              <a:srgbClr val="FCF8F9"/>
            </a:solidFill>
            <a:ln>
              <a:noFill/>
            </a:ln>
          </p:spPr>
        </p:sp>
        <p:sp>
          <p:nvSpPr>
            <p:cNvPr id="13111" name="Heatmap cell r50 c121"/>
            <p:cNvSpPr/>
            <p:nvPr/>
          </p:nvSpPr>
          <p:spPr>
            <a:xfrm>
              <a:off x="2202586" y="1340869"/>
              <a:ext cx="19034" cy="26609"/>
            </a:xfrm>
            <a:prstGeom prst="rect">
              <a:avLst/>
            </a:prstGeom>
            <a:solidFill>
              <a:srgbClr val="EFB8BD"/>
            </a:solidFill>
            <a:ln>
              <a:noFill/>
            </a:ln>
          </p:spPr>
        </p:sp>
        <p:sp>
          <p:nvSpPr>
            <p:cNvPr id="13112" name="Heatmap cell r50 c122"/>
            <p:cNvSpPr/>
            <p:nvPr/>
          </p:nvSpPr>
          <p:spPr>
            <a:xfrm>
              <a:off x="2221525" y="1340869"/>
              <a:ext cx="17140" cy="26609"/>
            </a:xfrm>
            <a:prstGeom prst="rect">
              <a:avLst/>
            </a:prstGeom>
            <a:solidFill>
              <a:srgbClr val="F8DEE0"/>
            </a:solidFill>
            <a:ln>
              <a:noFill/>
            </a:ln>
          </p:spPr>
        </p:sp>
        <p:sp>
          <p:nvSpPr>
            <p:cNvPr id="13113" name="Heatmap cell r50 c123"/>
            <p:cNvSpPr/>
            <p:nvPr/>
          </p:nvSpPr>
          <p:spPr>
            <a:xfrm>
              <a:off x="2238570" y="1340869"/>
              <a:ext cx="19034" cy="26609"/>
            </a:xfrm>
            <a:prstGeom prst="rect">
              <a:avLst/>
            </a:prstGeom>
            <a:solidFill>
              <a:srgbClr val="EFB9BE"/>
            </a:solidFill>
            <a:ln>
              <a:noFill/>
            </a:ln>
          </p:spPr>
        </p:sp>
        <p:sp>
          <p:nvSpPr>
            <p:cNvPr id="13114" name="Heatmap cell r50 c124"/>
            <p:cNvSpPr/>
            <p:nvPr/>
          </p:nvSpPr>
          <p:spPr>
            <a:xfrm>
              <a:off x="2257509" y="1340869"/>
              <a:ext cx="17140" cy="26609"/>
            </a:xfrm>
            <a:prstGeom prst="rect">
              <a:avLst/>
            </a:prstGeom>
            <a:solidFill>
              <a:srgbClr val="E78993"/>
            </a:solidFill>
            <a:ln>
              <a:noFill/>
            </a:ln>
          </p:spPr>
        </p:sp>
        <p:sp>
          <p:nvSpPr>
            <p:cNvPr id="13115" name="Heatmap cell r50 c125"/>
            <p:cNvSpPr/>
            <p:nvPr/>
          </p:nvSpPr>
          <p:spPr>
            <a:xfrm>
              <a:off x="2274554" y="1340869"/>
              <a:ext cx="19034" cy="26609"/>
            </a:xfrm>
            <a:prstGeom prst="rect">
              <a:avLst/>
            </a:prstGeom>
            <a:solidFill>
              <a:srgbClr val="E1E9EF"/>
            </a:solidFill>
            <a:ln>
              <a:noFill/>
            </a:ln>
          </p:spPr>
        </p:sp>
        <p:sp>
          <p:nvSpPr>
            <p:cNvPr id="13116" name="Heatmap cell r50 c126"/>
            <p:cNvSpPr/>
            <p:nvPr/>
          </p:nvSpPr>
          <p:spPr>
            <a:xfrm>
              <a:off x="2293493" y="1340869"/>
              <a:ext cx="17140" cy="26609"/>
            </a:xfrm>
            <a:prstGeom prst="rect">
              <a:avLst/>
            </a:prstGeom>
            <a:solidFill>
              <a:srgbClr val="F0BAC0"/>
            </a:solidFill>
            <a:ln>
              <a:noFill/>
            </a:ln>
          </p:spPr>
        </p:sp>
        <p:sp>
          <p:nvSpPr>
            <p:cNvPr id="13117" name="Heatmap cell r50 c127"/>
            <p:cNvSpPr/>
            <p:nvPr/>
          </p:nvSpPr>
          <p:spPr>
            <a:xfrm>
              <a:off x="2310538" y="1340869"/>
              <a:ext cx="19034" cy="26609"/>
            </a:xfrm>
            <a:prstGeom prst="rect">
              <a:avLst/>
            </a:prstGeom>
            <a:solidFill>
              <a:srgbClr val="EFF3F7"/>
            </a:solidFill>
            <a:ln>
              <a:noFill/>
            </a:ln>
          </p:spPr>
        </p:sp>
        <p:sp>
          <p:nvSpPr>
            <p:cNvPr id="13118" name="Heatmap cell r50 c128"/>
            <p:cNvSpPr/>
            <p:nvPr/>
          </p:nvSpPr>
          <p:spPr>
            <a:xfrm>
              <a:off x="2329477" y="1340869"/>
              <a:ext cx="19034" cy="26609"/>
            </a:xfrm>
            <a:prstGeom prst="rect">
              <a:avLst/>
            </a:prstGeom>
            <a:solidFill>
              <a:srgbClr val="DEE6EC"/>
            </a:solidFill>
            <a:ln>
              <a:noFill/>
            </a:ln>
          </p:spPr>
        </p:sp>
        <p:sp>
          <p:nvSpPr>
            <p:cNvPr id="13119" name="Heatmap cell r50 c129"/>
            <p:cNvSpPr/>
            <p:nvPr/>
          </p:nvSpPr>
          <p:spPr>
            <a:xfrm>
              <a:off x="2348416" y="1340869"/>
              <a:ext cx="17140" cy="26609"/>
            </a:xfrm>
            <a:prstGeom prst="rect">
              <a:avLst/>
            </a:prstGeom>
            <a:solidFill>
              <a:srgbClr val="FDF9FA"/>
            </a:solidFill>
            <a:ln>
              <a:noFill/>
            </a:ln>
          </p:spPr>
        </p:sp>
        <p:sp>
          <p:nvSpPr>
            <p:cNvPr id="13120" name="Heatmap cell r50 c130"/>
            <p:cNvSpPr/>
            <p:nvPr/>
          </p:nvSpPr>
          <p:spPr>
            <a:xfrm>
              <a:off x="2365460" y="1340869"/>
              <a:ext cx="19034" cy="26609"/>
            </a:xfrm>
            <a:prstGeom prst="rect">
              <a:avLst/>
            </a:prstGeom>
            <a:solidFill>
              <a:srgbClr val="E6EBF1"/>
            </a:solidFill>
            <a:ln>
              <a:noFill/>
            </a:ln>
          </p:spPr>
        </p:sp>
        <p:sp>
          <p:nvSpPr>
            <p:cNvPr id="13121" name="Heatmap cell r50 c131"/>
            <p:cNvSpPr/>
            <p:nvPr/>
          </p:nvSpPr>
          <p:spPr>
            <a:xfrm>
              <a:off x="2384399" y="1340869"/>
              <a:ext cx="17140" cy="26609"/>
            </a:xfrm>
            <a:prstGeom prst="rect">
              <a:avLst/>
            </a:prstGeom>
            <a:solidFill>
              <a:srgbClr val="EBA4AC"/>
            </a:solidFill>
            <a:ln>
              <a:noFill/>
            </a:ln>
          </p:spPr>
        </p:sp>
        <p:sp>
          <p:nvSpPr>
            <p:cNvPr id="13122" name="Heatmap cell r50 c132"/>
            <p:cNvSpPr/>
            <p:nvPr/>
          </p:nvSpPr>
          <p:spPr>
            <a:xfrm>
              <a:off x="2401444" y="1340869"/>
              <a:ext cx="19034" cy="26609"/>
            </a:xfrm>
            <a:prstGeom prst="rect">
              <a:avLst/>
            </a:prstGeom>
            <a:solidFill>
              <a:srgbClr val="EBA4AC"/>
            </a:solidFill>
            <a:ln>
              <a:noFill/>
            </a:ln>
          </p:spPr>
        </p:sp>
        <p:sp>
          <p:nvSpPr>
            <p:cNvPr id="13123" name="Heatmap cell r50 c133"/>
            <p:cNvSpPr/>
            <p:nvPr/>
          </p:nvSpPr>
          <p:spPr>
            <a:xfrm>
              <a:off x="2420383" y="1340869"/>
              <a:ext cx="17140" cy="26609"/>
            </a:xfrm>
            <a:prstGeom prst="rect">
              <a:avLst/>
            </a:prstGeom>
            <a:solidFill>
              <a:srgbClr val="E1E9EF"/>
            </a:solidFill>
            <a:ln>
              <a:noFill/>
            </a:ln>
          </p:spPr>
        </p:sp>
        <p:sp>
          <p:nvSpPr>
            <p:cNvPr id="13124" name="Heatmap cell r50 c134"/>
            <p:cNvSpPr/>
            <p:nvPr/>
          </p:nvSpPr>
          <p:spPr>
            <a:xfrm>
              <a:off x="2437428" y="1340869"/>
              <a:ext cx="19034" cy="26609"/>
            </a:xfrm>
            <a:prstGeom prst="rect">
              <a:avLst/>
            </a:prstGeom>
            <a:solidFill>
              <a:srgbClr val="F0F4F7"/>
            </a:solidFill>
            <a:ln>
              <a:noFill/>
            </a:ln>
          </p:spPr>
        </p:sp>
        <p:sp>
          <p:nvSpPr>
            <p:cNvPr id="13125" name="Heatmap cell r50 c135"/>
            <p:cNvSpPr/>
            <p:nvPr/>
          </p:nvSpPr>
          <p:spPr>
            <a:xfrm>
              <a:off x="2456367" y="1340869"/>
              <a:ext cx="17140" cy="26609"/>
            </a:xfrm>
            <a:prstGeom prst="rect">
              <a:avLst/>
            </a:prstGeom>
            <a:solidFill>
              <a:srgbClr val="C7D4E1"/>
            </a:solidFill>
            <a:ln>
              <a:noFill/>
            </a:ln>
          </p:spPr>
        </p:sp>
        <p:sp>
          <p:nvSpPr>
            <p:cNvPr id="13126" name="Heatmap cell r50 c136"/>
            <p:cNvSpPr/>
            <p:nvPr/>
          </p:nvSpPr>
          <p:spPr>
            <a:xfrm>
              <a:off x="2473412" y="1340869"/>
              <a:ext cx="19034" cy="26609"/>
            </a:xfrm>
            <a:prstGeom prst="rect">
              <a:avLst/>
            </a:prstGeom>
            <a:solidFill>
              <a:srgbClr val="F0BDC2"/>
            </a:solidFill>
            <a:ln>
              <a:noFill/>
            </a:ln>
          </p:spPr>
        </p:sp>
        <p:sp>
          <p:nvSpPr>
            <p:cNvPr id="13127" name="Heatmap cell r50 c137"/>
            <p:cNvSpPr/>
            <p:nvPr/>
          </p:nvSpPr>
          <p:spPr>
            <a:xfrm>
              <a:off x="2492351" y="1340869"/>
              <a:ext cx="17140" cy="26609"/>
            </a:xfrm>
            <a:prstGeom prst="rect">
              <a:avLst/>
            </a:prstGeom>
            <a:solidFill>
              <a:srgbClr val="F9E7E8"/>
            </a:solidFill>
            <a:ln>
              <a:noFill/>
            </a:ln>
          </p:spPr>
        </p:sp>
        <p:sp>
          <p:nvSpPr>
            <p:cNvPr id="13128" name="Heatmap cell r50 c138"/>
            <p:cNvSpPr/>
            <p:nvPr/>
          </p:nvSpPr>
          <p:spPr>
            <a:xfrm>
              <a:off x="2509396" y="1340869"/>
              <a:ext cx="19034" cy="26609"/>
            </a:xfrm>
            <a:prstGeom prst="rect">
              <a:avLst/>
            </a:prstGeom>
            <a:solidFill>
              <a:srgbClr val="DFE7ED"/>
            </a:solidFill>
            <a:ln>
              <a:noFill/>
            </a:ln>
          </p:spPr>
        </p:sp>
        <p:sp>
          <p:nvSpPr>
            <p:cNvPr id="13129" name="Heatmap cell r50 c139"/>
            <p:cNvSpPr/>
            <p:nvPr/>
          </p:nvSpPr>
          <p:spPr>
            <a:xfrm>
              <a:off x="2528334" y="1340869"/>
              <a:ext cx="17140" cy="26609"/>
            </a:xfrm>
            <a:prstGeom prst="rect">
              <a:avLst/>
            </a:prstGeom>
            <a:solidFill>
              <a:srgbClr val="FAEBED"/>
            </a:solidFill>
            <a:ln>
              <a:noFill/>
            </a:ln>
          </p:spPr>
        </p:sp>
        <p:sp>
          <p:nvSpPr>
            <p:cNvPr id="13130" name="Heatmap cell r50 c140"/>
            <p:cNvSpPr/>
            <p:nvPr/>
          </p:nvSpPr>
          <p:spPr>
            <a:xfrm>
              <a:off x="2545379" y="1340869"/>
              <a:ext cx="19034" cy="26609"/>
            </a:xfrm>
            <a:prstGeom prst="rect">
              <a:avLst/>
            </a:prstGeom>
            <a:solidFill>
              <a:srgbClr val="EFB8BC"/>
            </a:solidFill>
            <a:ln>
              <a:noFill/>
            </a:ln>
          </p:spPr>
        </p:sp>
        <p:sp>
          <p:nvSpPr>
            <p:cNvPr id="13131" name="Heatmap cell r50 c141"/>
            <p:cNvSpPr/>
            <p:nvPr/>
          </p:nvSpPr>
          <p:spPr>
            <a:xfrm>
              <a:off x="2564318" y="1340869"/>
              <a:ext cx="19034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13132" name="Heatmap cell r50 c142"/>
            <p:cNvSpPr/>
            <p:nvPr/>
          </p:nvSpPr>
          <p:spPr>
            <a:xfrm>
              <a:off x="2583257" y="1340869"/>
              <a:ext cx="17140" cy="26609"/>
            </a:xfrm>
            <a:prstGeom prst="rect">
              <a:avLst/>
            </a:prstGeom>
            <a:solidFill>
              <a:srgbClr val="DB5360"/>
            </a:solidFill>
            <a:ln>
              <a:noFill/>
            </a:ln>
          </p:spPr>
        </p:sp>
        <p:sp>
          <p:nvSpPr>
            <p:cNvPr id="13133" name="Heatmap cell r50 c143"/>
            <p:cNvSpPr/>
            <p:nvPr/>
          </p:nvSpPr>
          <p:spPr>
            <a:xfrm>
              <a:off x="2600302" y="1340869"/>
              <a:ext cx="19034" cy="26609"/>
            </a:xfrm>
            <a:prstGeom prst="rect">
              <a:avLst/>
            </a:prstGeom>
            <a:solidFill>
              <a:srgbClr val="F6D5D9"/>
            </a:solidFill>
            <a:ln>
              <a:noFill/>
            </a:ln>
          </p:spPr>
        </p:sp>
        <p:sp>
          <p:nvSpPr>
            <p:cNvPr id="13134" name="Heatmap cell r50 c144"/>
            <p:cNvSpPr/>
            <p:nvPr/>
          </p:nvSpPr>
          <p:spPr>
            <a:xfrm>
              <a:off x="2619241" y="1340869"/>
              <a:ext cx="17140" cy="26609"/>
            </a:xfrm>
            <a:prstGeom prst="rect">
              <a:avLst/>
            </a:prstGeom>
            <a:solidFill>
              <a:srgbClr val="C7D4E1"/>
            </a:solidFill>
            <a:ln>
              <a:noFill/>
            </a:ln>
          </p:spPr>
        </p:sp>
        <p:sp>
          <p:nvSpPr>
            <p:cNvPr id="13135" name="Heatmap cell r50 c145"/>
            <p:cNvSpPr/>
            <p:nvPr/>
          </p:nvSpPr>
          <p:spPr>
            <a:xfrm>
              <a:off x="2636286" y="1340869"/>
              <a:ext cx="19034" cy="26609"/>
            </a:xfrm>
            <a:prstGeom prst="rect">
              <a:avLst/>
            </a:prstGeom>
            <a:solidFill>
              <a:srgbClr val="D6E0EA"/>
            </a:solidFill>
            <a:ln>
              <a:noFill/>
            </a:ln>
          </p:spPr>
        </p:sp>
        <p:sp>
          <p:nvSpPr>
            <p:cNvPr id="13136" name="Heatmap cell r50 c146"/>
            <p:cNvSpPr/>
            <p:nvPr/>
          </p:nvSpPr>
          <p:spPr>
            <a:xfrm>
              <a:off x="2655225" y="1340869"/>
              <a:ext cx="17140" cy="26609"/>
            </a:xfrm>
            <a:prstGeom prst="rect">
              <a:avLst/>
            </a:prstGeom>
            <a:solidFill>
              <a:srgbClr val="C9D6E2"/>
            </a:solidFill>
            <a:ln>
              <a:noFill/>
            </a:ln>
          </p:spPr>
        </p:sp>
        <p:sp>
          <p:nvSpPr>
            <p:cNvPr id="13137" name="Heatmap cell r50 c147"/>
            <p:cNvSpPr/>
            <p:nvPr/>
          </p:nvSpPr>
          <p:spPr>
            <a:xfrm>
              <a:off x="2672270" y="1340869"/>
              <a:ext cx="19034" cy="26609"/>
            </a:xfrm>
            <a:prstGeom prst="rect">
              <a:avLst/>
            </a:prstGeom>
            <a:solidFill>
              <a:srgbClr val="E7EBF1"/>
            </a:solidFill>
            <a:ln>
              <a:noFill/>
            </a:ln>
          </p:spPr>
        </p:sp>
        <p:sp>
          <p:nvSpPr>
            <p:cNvPr id="13138" name="Heatmap cell r50 c148"/>
            <p:cNvSpPr/>
            <p:nvPr/>
          </p:nvSpPr>
          <p:spPr>
            <a:xfrm>
              <a:off x="2691208" y="1340869"/>
              <a:ext cx="17140" cy="26609"/>
            </a:xfrm>
            <a:prstGeom prst="rect">
              <a:avLst/>
            </a:prstGeom>
            <a:solidFill>
              <a:srgbClr val="F7DCDF"/>
            </a:solidFill>
            <a:ln>
              <a:noFill/>
            </a:ln>
          </p:spPr>
        </p:sp>
        <p:sp>
          <p:nvSpPr>
            <p:cNvPr id="13139" name="Heatmap cell r50 c149"/>
            <p:cNvSpPr/>
            <p:nvPr/>
          </p:nvSpPr>
          <p:spPr>
            <a:xfrm>
              <a:off x="2708253" y="1340869"/>
              <a:ext cx="19034" cy="26609"/>
            </a:xfrm>
            <a:prstGeom prst="rect">
              <a:avLst/>
            </a:prstGeom>
            <a:solidFill>
              <a:srgbClr val="ECA7AD"/>
            </a:solidFill>
            <a:ln>
              <a:noFill/>
            </a:ln>
          </p:spPr>
        </p:sp>
        <p:sp>
          <p:nvSpPr>
            <p:cNvPr id="13140" name="Heatmap cell r50 c150"/>
            <p:cNvSpPr/>
            <p:nvPr/>
          </p:nvSpPr>
          <p:spPr>
            <a:xfrm>
              <a:off x="2727192" y="1340869"/>
              <a:ext cx="17140" cy="26609"/>
            </a:xfrm>
            <a:prstGeom prst="rect">
              <a:avLst/>
            </a:prstGeom>
            <a:solidFill>
              <a:srgbClr val="C5D3E0"/>
            </a:solidFill>
            <a:ln>
              <a:noFill/>
            </a:ln>
          </p:spPr>
        </p:sp>
        <p:sp>
          <p:nvSpPr>
            <p:cNvPr id="13141" name="Heatmap cell r50 c151"/>
            <p:cNvSpPr/>
            <p:nvPr/>
          </p:nvSpPr>
          <p:spPr>
            <a:xfrm>
              <a:off x="2744237" y="1340869"/>
              <a:ext cx="19034" cy="26609"/>
            </a:xfrm>
            <a:prstGeom prst="rect">
              <a:avLst/>
            </a:prstGeom>
            <a:solidFill>
              <a:srgbClr val="DCE3EB"/>
            </a:solidFill>
            <a:ln>
              <a:noFill/>
            </a:ln>
          </p:spPr>
        </p:sp>
        <p:sp>
          <p:nvSpPr>
            <p:cNvPr id="13142" name="Heatmap cell r50 c152"/>
            <p:cNvSpPr/>
            <p:nvPr/>
          </p:nvSpPr>
          <p:spPr>
            <a:xfrm>
              <a:off x="2763176" y="1340869"/>
              <a:ext cx="17140" cy="26609"/>
            </a:xfrm>
            <a:prstGeom prst="rect">
              <a:avLst/>
            </a:prstGeom>
            <a:solidFill>
              <a:srgbClr val="E27883"/>
            </a:solidFill>
            <a:ln>
              <a:noFill/>
            </a:ln>
          </p:spPr>
        </p:sp>
        <p:sp>
          <p:nvSpPr>
            <p:cNvPr id="13143" name="Heatmap cell r50 c153"/>
            <p:cNvSpPr/>
            <p:nvPr/>
          </p:nvSpPr>
          <p:spPr>
            <a:xfrm>
              <a:off x="2780221" y="1340869"/>
              <a:ext cx="19034" cy="26609"/>
            </a:xfrm>
            <a:prstGeom prst="rect">
              <a:avLst/>
            </a:prstGeom>
            <a:solidFill>
              <a:srgbClr val="D5DFEA"/>
            </a:solidFill>
            <a:ln>
              <a:noFill/>
            </a:ln>
          </p:spPr>
        </p:sp>
        <p:sp>
          <p:nvSpPr>
            <p:cNvPr id="13144" name="Heatmap cell r50 c154"/>
            <p:cNvSpPr/>
            <p:nvPr/>
          </p:nvSpPr>
          <p:spPr>
            <a:xfrm>
              <a:off x="2799160" y="1340869"/>
              <a:ext cx="17140" cy="26609"/>
            </a:xfrm>
            <a:prstGeom prst="rect">
              <a:avLst/>
            </a:prstGeom>
            <a:solidFill>
              <a:srgbClr val="EBA6AC"/>
            </a:solidFill>
            <a:ln>
              <a:noFill/>
            </a:ln>
          </p:spPr>
        </p:sp>
        <p:sp>
          <p:nvSpPr>
            <p:cNvPr id="13145" name="Heatmap cell r50 c155"/>
            <p:cNvSpPr/>
            <p:nvPr/>
          </p:nvSpPr>
          <p:spPr>
            <a:xfrm>
              <a:off x="2816205" y="1340869"/>
              <a:ext cx="19034" cy="26609"/>
            </a:xfrm>
            <a:prstGeom prst="rect">
              <a:avLst/>
            </a:prstGeom>
            <a:solidFill>
              <a:srgbClr val="DEE6EC"/>
            </a:solidFill>
            <a:ln>
              <a:noFill/>
            </a:ln>
          </p:spPr>
        </p:sp>
        <p:sp>
          <p:nvSpPr>
            <p:cNvPr id="13146" name="Heatmap cell r50 c156"/>
            <p:cNvSpPr/>
            <p:nvPr/>
          </p:nvSpPr>
          <p:spPr>
            <a:xfrm>
              <a:off x="2835144" y="1340869"/>
              <a:ext cx="19034" cy="26609"/>
            </a:xfrm>
            <a:prstGeom prst="rect">
              <a:avLst/>
            </a:prstGeom>
            <a:solidFill>
              <a:srgbClr val="E6EBF1"/>
            </a:solidFill>
            <a:ln>
              <a:noFill/>
            </a:ln>
          </p:spPr>
        </p:sp>
        <p:sp>
          <p:nvSpPr>
            <p:cNvPr id="13147" name="Heatmap cell r50 c157"/>
            <p:cNvSpPr/>
            <p:nvPr/>
          </p:nvSpPr>
          <p:spPr>
            <a:xfrm>
              <a:off x="2854082" y="1340869"/>
              <a:ext cx="17140" cy="26609"/>
            </a:xfrm>
            <a:prstGeom prst="rect">
              <a:avLst/>
            </a:prstGeom>
            <a:solidFill>
              <a:srgbClr val="E6EBF1"/>
            </a:solidFill>
            <a:ln>
              <a:noFill/>
            </a:ln>
          </p:spPr>
        </p:sp>
        <p:sp>
          <p:nvSpPr>
            <p:cNvPr id="13148" name="Heatmap cell r50 c158"/>
            <p:cNvSpPr/>
            <p:nvPr/>
          </p:nvSpPr>
          <p:spPr>
            <a:xfrm>
              <a:off x="2871127" y="1340869"/>
              <a:ext cx="19034" cy="26609"/>
            </a:xfrm>
            <a:prstGeom prst="rect">
              <a:avLst/>
            </a:prstGeom>
            <a:solidFill>
              <a:srgbClr val="EA9DA3"/>
            </a:solidFill>
            <a:ln>
              <a:noFill/>
            </a:ln>
          </p:spPr>
        </p:sp>
        <p:sp>
          <p:nvSpPr>
            <p:cNvPr id="13149" name="Heatmap cell r50 c159"/>
            <p:cNvSpPr/>
            <p:nvPr/>
          </p:nvSpPr>
          <p:spPr>
            <a:xfrm>
              <a:off x="2890066" y="1340869"/>
              <a:ext cx="17140" cy="26609"/>
            </a:xfrm>
            <a:prstGeom prst="rect">
              <a:avLst/>
            </a:prstGeom>
            <a:solidFill>
              <a:srgbClr val="EB9FA6"/>
            </a:solidFill>
            <a:ln>
              <a:noFill/>
            </a:ln>
          </p:spPr>
        </p:sp>
        <p:sp>
          <p:nvSpPr>
            <p:cNvPr id="13150" name="Heatmap cell r50 c160"/>
            <p:cNvSpPr/>
            <p:nvPr/>
          </p:nvSpPr>
          <p:spPr>
            <a:xfrm>
              <a:off x="2907111" y="1340869"/>
              <a:ext cx="19034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13151" name="Heatmap cell r50 c161"/>
            <p:cNvSpPr/>
            <p:nvPr/>
          </p:nvSpPr>
          <p:spPr>
            <a:xfrm>
              <a:off x="2926050" y="1340869"/>
              <a:ext cx="17140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13152" name="Heatmap cell r50 c162"/>
            <p:cNvSpPr/>
            <p:nvPr/>
          </p:nvSpPr>
          <p:spPr>
            <a:xfrm>
              <a:off x="2943095" y="1340869"/>
              <a:ext cx="19034" cy="26609"/>
            </a:xfrm>
            <a:prstGeom prst="rect">
              <a:avLst/>
            </a:prstGeom>
            <a:solidFill>
              <a:srgbClr val="F7D3D6"/>
            </a:solidFill>
            <a:ln>
              <a:noFill/>
            </a:ln>
          </p:spPr>
        </p:sp>
        <p:sp>
          <p:nvSpPr>
            <p:cNvPr id="13153" name="Heatmap cell r50 c163"/>
            <p:cNvSpPr/>
            <p:nvPr/>
          </p:nvSpPr>
          <p:spPr>
            <a:xfrm>
              <a:off x="2962034" y="1340869"/>
              <a:ext cx="17140" cy="26609"/>
            </a:xfrm>
            <a:prstGeom prst="rect">
              <a:avLst/>
            </a:prstGeom>
            <a:solidFill>
              <a:srgbClr val="F7DADC"/>
            </a:solidFill>
            <a:ln>
              <a:noFill/>
            </a:ln>
          </p:spPr>
        </p:sp>
        <p:sp>
          <p:nvSpPr>
            <p:cNvPr id="13154" name="Heatmap cell r50 c164"/>
            <p:cNvSpPr/>
            <p:nvPr/>
          </p:nvSpPr>
          <p:spPr>
            <a:xfrm>
              <a:off x="2979079" y="1340869"/>
              <a:ext cx="19034" cy="26609"/>
            </a:xfrm>
            <a:prstGeom prst="rect">
              <a:avLst/>
            </a:prstGeom>
            <a:solidFill>
              <a:srgbClr val="F7D7DB"/>
            </a:solidFill>
            <a:ln>
              <a:noFill/>
            </a:ln>
          </p:spPr>
        </p:sp>
        <p:sp>
          <p:nvSpPr>
            <p:cNvPr id="13155" name="Heatmap cell r50 c165"/>
            <p:cNvSpPr/>
            <p:nvPr/>
          </p:nvSpPr>
          <p:spPr>
            <a:xfrm>
              <a:off x="2998018" y="1340869"/>
              <a:ext cx="17140" cy="26609"/>
            </a:xfrm>
            <a:prstGeom prst="rect">
              <a:avLst/>
            </a:prstGeom>
            <a:solidFill>
              <a:srgbClr val="F5D1D4"/>
            </a:solidFill>
            <a:ln>
              <a:noFill/>
            </a:ln>
          </p:spPr>
        </p:sp>
        <p:sp>
          <p:nvSpPr>
            <p:cNvPr id="13156" name="Heatmap cell r50 c166"/>
            <p:cNvSpPr/>
            <p:nvPr/>
          </p:nvSpPr>
          <p:spPr>
            <a:xfrm>
              <a:off x="3015062" y="1340869"/>
              <a:ext cx="19034" cy="26609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13157" name="Heatmap cell r50 c167"/>
            <p:cNvSpPr/>
            <p:nvPr/>
          </p:nvSpPr>
          <p:spPr>
            <a:xfrm>
              <a:off x="3034001" y="1340869"/>
              <a:ext cx="17140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13158" name="Heatmap cell r50 c168"/>
            <p:cNvSpPr/>
            <p:nvPr/>
          </p:nvSpPr>
          <p:spPr>
            <a:xfrm>
              <a:off x="3051046" y="1340869"/>
              <a:ext cx="19034" cy="26609"/>
            </a:xfrm>
            <a:prstGeom prst="rect">
              <a:avLst/>
            </a:prstGeom>
            <a:solidFill>
              <a:srgbClr val="EDADB4"/>
            </a:solidFill>
            <a:ln>
              <a:noFill/>
            </a:ln>
          </p:spPr>
        </p:sp>
        <p:sp>
          <p:nvSpPr>
            <p:cNvPr id="13159" name="Heatmap cell r50 c169"/>
            <p:cNvSpPr/>
            <p:nvPr/>
          </p:nvSpPr>
          <p:spPr>
            <a:xfrm>
              <a:off x="3069985" y="1340869"/>
              <a:ext cx="19034" cy="26609"/>
            </a:xfrm>
            <a:prstGeom prst="rect">
              <a:avLst/>
            </a:prstGeom>
            <a:solidFill>
              <a:srgbClr val="F4CACD"/>
            </a:solidFill>
            <a:ln>
              <a:noFill/>
            </a:ln>
          </p:spPr>
        </p:sp>
        <p:sp>
          <p:nvSpPr>
            <p:cNvPr id="13160" name="Heatmap cell r50 c170"/>
            <p:cNvSpPr/>
            <p:nvPr/>
          </p:nvSpPr>
          <p:spPr>
            <a:xfrm>
              <a:off x="3088924" y="1340869"/>
              <a:ext cx="17140" cy="26609"/>
            </a:xfrm>
            <a:prstGeom prst="rect">
              <a:avLst/>
            </a:prstGeom>
            <a:solidFill>
              <a:srgbClr val="F3C5CA"/>
            </a:solidFill>
            <a:ln>
              <a:noFill/>
            </a:ln>
          </p:spPr>
        </p:sp>
        <p:sp>
          <p:nvSpPr>
            <p:cNvPr id="13161" name="Heatmap cell r50 c171"/>
            <p:cNvSpPr/>
            <p:nvPr/>
          </p:nvSpPr>
          <p:spPr>
            <a:xfrm>
              <a:off x="3105969" y="1340869"/>
              <a:ext cx="19034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13162" name="Heatmap cell r50 c172"/>
            <p:cNvSpPr/>
            <p:nvPr/>
          </p:nvSpPr>
          <p:spPr>
            <a:xfrm>
              <a:off x="3124908" y="1340869"/>
              <a:ext cx="17140" cy="26609"/>
            </a:xfrm>
            <a:prstGeom prst="rect">
              <a:avLst/>
            </a:prstGeom>
            <a:solidFill>
              <a:srgbClr val="F0F5F8"/>
            </a:solidFill>
            <a:ln>
              <a:noFill/>
            </a:ln>
          </p:spPr>
        </p:sp>
        <p:sp>
          <p:nvSpPr>
            <p:cNvPr id="13163" name="Heatmap cell r50 c173"/>
            <p:cNvSpPr/>
            <p:nvPr/>
          </p:nvSpPr>
          <p:spPr>
            <a:xfrm>
              <a:off x="3141953" y="1340869"/>
              <a:ext cx="19034" cy="26609"/>
            </a:xfrm>
            <a:prstGeom prst="rect">
              <a:avLst/>
            </a:prstGeom>
            <a:solidFill>
              <a:srgbClr val="F3C6CB"/>
            </a:solidFill>
            <a:ln>
              <a:noFill/>
            </a:ln>
          </p:spPr>
        </p:sp>
        <p:sp>
          <p:nvSpPr>
            <p:cNvPr id="13164" name="Heatmap cell r50 c174"/>
            <p:cNvSpPr/>
            <p:nvPr/>
          </p:nvSpPr>
          <p:spPr>
            <a:xfrm>
              <a:off x="3160892" y="1340869"/>
              <a:ext cx="17140" cy="26609"/>
            </a:xfrm>
            <a:prstGeom prst="rect">
              <a:avLst/>
            </a:prstGeom>
            <a:solidFill>
              <a:srgbClr val="F1C2C6"/>
            </a:solidFill>
            <a:ln>
              <a:noFill/>
            </a:ln>
          </p:spPr>
        </p:sp>
        <p:sp>
          <p:nvSpPr>
            <p:cNvPr id="13165" name="Heatmap cell r50 c175"/>
            <p:cNvSpPr/>
            <p:nvPr/>
          </p:nvSpPr>
          <p:spPr>
            <a:xfrm>
              <a:off x="3177936" y="1340869"/>
              <a:ext cx="19034" cy="26609"/>
            </a:xfrm>
            <a:prstGeom prst="rect">
              <a:avLst/>
            </a:prstGeom>
            <a:solidFill>
              <a:srgbClr val="F4CED1"/>
            </a:solidFill>
            <a:ln>
              <a:noFill/>
            </a:ln>
          </p:spPr>
        </p:sp>
        <p:sp>
          <p:nvSpPr>
            <p:cNvPr id="13166" name="Heatmap cell r50 c176"/>
            <p:cNvSpPr/>
            <p:nvPr/>
          </p:nvSpPr>
          <p:spPr>
            <a:xfrm>
              <a:off x="3196875" y="1340869"/>
              <a:ext cx="17140" cy="26609"/>
            </a:xfrm>
            <a:prstGeom prst="rect">
              <a:avLst/>
            </a:prstGeom>
            <a:solidFill>
              <a:srgbClr val="F7D3D6"/>
            </a:solidFill>
            <a:ln>
              <a:noFill/>
            </a:ln>
          </p:spPr>
        </p:sp>
        <p:sp>
          <p:nvSpPr>
            <p:cNvPr id="13167" name="Heatmap cell r50 c177"/>
            <p:cNvSpPr/>
            <p:nvPr/>
          </p:nvSpPr>
          <p:spPr>
            <a:xfrm>
              <a:off x="3213920" y="1340869"/>
              <a:ext cx="19034" cy="26609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</p:sp>
        <p:sp>
          <p:nvSpPr>
            <p:cNvPr id="13168" name="Heatmap cell r50 c178"/>
            <p:cNvSpPr/>
            <p:nvPr/>
          </p:nvSpPr>
          <p:spPr>
            <a:xfrm>
              <a:off x="3232859" y="1340869"/>
              <a:ext cx="17140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13169" name="Heatmap cell r50 c179"/>
            <p:cNvSpPr/>
            <p:nvPr/>
          </p:nvSpPr>
          <p:spPr>
            <a:xfrm>
              <a:off x="3249904" y="1340869"/>
              <a:ext cx="19034" cy="26609"/>
            </a:xfrm>
            <a:prstGeom prst="rect">
              <a:avLst/>
            </a:prstGeom>
            <a:solidFill>
              <a:srgbClr val="F3C9CE"/>
            </a:solidFill>
            <a:ln>
              <a:noFill/>
            </a:ln>
          </p:spPr>
        </p:sp>
        <p:sp>
          <p:nvSpPr>
            <p:cNvPr id="13170" name="Heatmap cell r50 c180"/>
            <p:cNvSpPr/>
            <p:nvPr/>
          </p:nvSpPr>
          <p:spPr>
            <a:xfrm>
              <a:off x="3268843" y="1340869"/>
              <a:ext cx="17140" cy="26609"/>
            </a:xfrm>
            <a:prstGeom prst="rect">
              <a:avLst/>
            </a:prstGeom>
            <a:solidFill>
              <a:srgbClr val="DAE2EB"/>
            </a:solidFill>
            <a:ln>
              <a:noFill/>
            </a:ln>
          </p:spPr>
        </p:sp>
        <p:sp>
          <p:nvSpPr>
            <p:cNvPr id="13171" name="Heatmap cell r50 c181"/>
            <p:cNvSpPr/>
            <p:nvPr/>
          </p:nvSpPr>
          <p:spPr>
            <a:xfrm>
              <a:off x="3285888" y="1340869"/>
              <a:ext cx="19034" cy="26609"/>
            </a:xfrm>
            <a:prstGeom prst="rect">
              <a:avLst/>
            </a:prstGeom>
            <a:solidFill>
              <a:srgbClr val="F3C7CC"/>
            </a:solidFill>
            <a:ln>
              <a:noFill/>
            </a:ln>
          </p:spPr>
        </p:sp>
        <p:sp>
          <p:nvSpPr>
            <p:cNvPr id="13172" name="Heatmap cell r50 c182"/>
            <p:cNvSpPr/>
            <p:nvPr/>
          </p:nvSpPr>
          <p:spPr>
            <a:xfrm>
              <a:off x="3304827" y="1340869"/>
              <a:ext cx="19034" cy="26609"/>
            </a:xfrm>
            <a:prstGeom prst="rect">
              <a:avLst/>
            </a:prstGeom>
            <a:solidFill>
              <a:srgbClr val="F8DEE0"/>
            </a:solidFill>
            <a:ln>
              <a:noFill/>
            </a:ln>
          </p:spPr>
        </p:sp>
        <p:sp>
          <p:nvSpPr>
            <p:cNvPr id="13173" name="Heatmap cell r50 c183"/>
            <p:cNvSpPr/>
            <p:nvPr/>
          </p:nvSpPr>
          <p:spPr>
            <a:xfrm>
              <a:off x="3323765" y="1340869"/>
              <a:ext cx="17140" cy="26609"/>
            </a:xfrm>
            <a:prstGeom prst="rect">
              <a:avLst/>
            </a:prstGeom>
            <a:solidFill>
              <a:srgbClr val="F1C3C8"/>
            </a:solidFill>
            <a:ln>
              <a:noFill/>
            </a:ln>
          </p:spPr>
        </p:sp>
        <p:sp>
          <p:nvSpPr>
            <p:cNvPr id="13174" name="Heatmap cell r50 c184"/>
            <p:cNvSpPr/>
            <p:nvPr/>
          </p:nvSpPr>
          <p:spPr>
            <a:xfrm>
              <a:off x="3340810" y="1340869"/>
              <a:ext cx="19034" cy="26609"/>
            </a:xfrm>
            <a:prstGeom prst="rect">
              <a:avLst/>
            </a:prstGeom>
            <a:solidFill>
              <a:srgbClr val="EDACB3"/>
            </a:solidFill>
            <a:ln>
              <a:noFill/>
            </a:ln>
          </p:spPr>
        </p:sp>
        <p:sp>
          <p:nvSpPr>
            <p:cNvPr id="13175" name="Heatmap cell r50 c185"/>
            <p:cNvSpPr/>
            <p:nvPr/>
          </p:nvSpPr>
          <p:spPr>
            <a:xfrm>
              <a:off x="3359749" y="1340869"/>
              <a:ext cx="17140" cy="26609"/>
            </a:xfrm>
            <a:prstGeom prst="rect">
              <a:avLst/>
            </a:prstGeom>
            <a:solidFill>
              <a:srgbClr val="DE5F6B"/>
            </a:solidFill>
            <a:ln>
              <a:noFill/>
            </a:ln>
          </p:spPr>
        </p:sp>
        <p:sp>
          <p:nvSpPr>
            <p:cNvPr id="13176" name="Heatmap cell r50 c186"/>
            <p:cNvSpPr/>
            <p:nvPr/>
          </p:nvSpPr>
          <p:spPr>
            <a:xfrm>
              <a:off x="3376794" y="1340869"/>
              <a:ext cx="19034" cy="26609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13177" name="Heatmap cell r50 c187"/>
            <p:cNvSpPr/>
            <p:nvPr/>
          </p:nvSpPr>
          <p:spPr>
            <a:xfrm>
              <a:off x="3395733" y="1340869"/>
              <a:ext cx="17140" cy="26609"/>
            </a:xfrm>
            <a:prstGeom prst="rect">
              <a:avLst/>
            </a:prstGeom>
            <a:solidFill>
              <a:srgbClr val="F6D4D7"/>
            </a:solidFill>
            <a:ln>
              <a:noFill/>
            </a:ln>
          </p:spPr>
        </p:sp>
        <p:sp>
          <p:nvSpPr>
            <p:cNvPr id="13178" name="Heatmap cell r50 c188"/>
            <p:cNvSpPr/>
            <p:nvPr/>
          </p:nvSpPr>
          <p:spPr>
            <a:xfrm>
              <a:off x="3412778" y="1340869"/>
              <a:ext cx="19034" cy="26609"/>
            </a:xfrm>
            <a:prstGeom prst="rect">
              <a:avLst/>
            </a:prstGeom>
            <a:solidFill>
              <a:srgbClr val="F5CED2"/>
            </a:solidFill>
            <a:ln>
              <a:noFill/>
            </a:ln>
          </p:spPr>
        </p:sp>
        <p:sp>
          <p:nvSpPr>
            <p:cNvPr id="13179" name="Heatmap cell r50 c189"/>
            <p:cNvSpPr/>
            <p:nvPr/>
          </p:nvSpPr>
          <p:spPr>
            <a:xfrm>
              <a:off x="3431717" y="1340869"/>
              <a:ext cx="17140" cy="26609"/>
            </a:xfrm>
            <a:prstGeom prst="rect">
              <a:avLst/>
            </a:prstGeom>
            <a:solidFill>
              <a:srgbClr val="E89199"/>
            </a:solidFill>
            <a:ln>
              <a:noFill/>
            </a:ln>
          </p:spPr>
        </p:sp>
        <p:sp>
          <p:nvSpPr>
            <p:cNvPr id="13180" name="Heatmap cell r50 c190"/>
            <p:cNvSpPr/>
            <p:nvPr/>
          </p:nvSpPr>
          <p:spPr>
            <a:xfrm>
              <a:off x="3448762" y="1340869"/>
              <a:ext cx="19034" cy="26609"/>
            </a:xfrm>
            <a:prstGeom prst="rect">
              <a:avLst/>
            </a:prstGeom>
            <a:solidFill>
              <a:srgbClr val="E0737C"/>
            </a:solidFill>
            <a:ln>
              <a:noFill/>
            </a:ln>
          </p:spPr>
        </p:sp>
        <p:sp>
          <p:nvSpPr>
            <p:cNvPr id="13181" name="Heatmap cell r50 c191"/>
            <p:cNvSpPr/>
            <p:nvPr/>
          </p:nvSpPr>
          <p:spPr>
            <a:xfrm>
              <a:off x="3467701" y="1340869"/>
              <a:ext cx="17140" cy="26609"/>
            </a:xfrm>
            <a:prstGeom prst="rect">
              <a:avLst/>
            </a:prstGeom>
            <a:solidFill>
              <a:srgbClr val="F8DDDF"/>
            </a:solidFill>
            <a:ln>
              <a:noFill/>
            </a:ln>
          </p:spPr>
        </p:sp>
        <p:sp>
          <p:nvSpPr>
            <p:cNvPr id="13182" name="Heatmap cell r50 c192"/>
            <p:cNvSpPr/>
            <p:nvPr/>
          </p:nvSpPr>
          <p:spPr>
            <a:xfrm>
              <a:off x="3484746" y="1340869"/>
              <a:ext cx="19034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13183" name="Heatmap cell r50 c193"/>
            <p:cNvSpPr/>
            <p:nvPr/>
          </p:nvSpPr>
          <p:spPr>
            <a:xfrm>
              <a:off x="3503684" y="1340869"/>
              <a:ext cx="17140" cy="26609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13184" name="Heatmap cell r50 c194"/>
            <p:cNvSpPr/>
            <p:nvPr/>
          </p:nvSpPr>
          <p:spPr>
            <a:xfrm>
              <a:off x="3520729" y="1340869"/>
              <a:ext cx="19034" cy="26609"/>
            </a:xfrm>
            <a:prstGeom prst="rect">
              <a:avLst/>
            </a:prstGeom>
            <a:solidFill>
              <a:srgbClr val="F8DBDD"/>
            </a:solidFill>
            <a:ln>
              <a:noFill/>
            </a:ln>
          </p:spPr>
        </p:sp>
        <p:sp>
          <p:nvSpPr>
            <p:cNvPr id="13185" name="Heatmap cell r50 c195"/>
            <p:cNvSpPr/>
            <p:nvPr/>
          </p:nvSpPr>
          <p:spPr>
            <a:xfrm>
              <a:off x="3539668" y="1340869"/>
              <a:ext cx="19034" cy="26609"/>
            </a:xfrm>
            <a:prstGeom prst="rect">
              <a:avLst/>
            </a:prstGeom>
            <a:solidFill>
              <a:srgbClr val="F3C9CE"/>
            </a:solidFill>
            <a:ln>
              <a:noFill/>
            </a:ln>
          </p:spPr>
        </p:sp>
        <p:sp>
          <p:nvSpPr>
            <p:cNvPr id="13186" name="Heatmap cell r50 c196"/>
            <p:cNvSpPr/>
            <p:nvPr/>
          </p:nvSpPr>
          <p:spPr>
            <a:xfrm>
              <a:off x="3558607" y="1340869"/>
              <a:ext cx="17140" cy="26609"/>
            </a:xfrm>
            <a:prstGeom prst="rect">
              <a:avLst/>
            </a:prstGeom>
            <a:solidFill>
              <a:srgbClr val="A2B8CE"/>
            </a:solidFill>
            <a:ln>
              <a:noFill/>
            </a:ln>
          </p:spPr>
        </p:sp>
        <p:sp>
          <p:nvSpPr>
            <p:cNvPr id="13187" name="Heatmap cell r50 c199"/>
            <p:cNvSpPr/>
            <p:nvPr/>
          </p:nvSpPr>
          <p:spPr>
            <a:xfrm>
              <a:off x="3611636" y="1340869"/>
              <a:ext cx="19034" cy="26609"/>
            </a:xfrm>
            <a:prstGeom prst="rect">
              <a:avLst/>
            </a:prstGeom>
            <a:solidFill>
              <a:srgbClr val="F3C5CA"/>
            </a:solidFill>
            <a:ln>
              <a:noFill/>
            </a:ln>
          </p:spPr>
        </p:sp>
        <p:sp>
          <p:nvSpPr>
            <p:cNvPr id="13188" name="Heatmap cell r50 c200"/>
            <p:cNvSpPr/>
            <p:nvPr/>
          </p:nvSpPr>
          <p:spPr>
            <a:xfrm>
              <a:off x="3630575" y="1340869"/>
              <a:ext cx="17140" cy="26609"/>
            </a:xfrm>
            <a:prstGeom prst="rect">
              <a:avLst/>
            </a:prstGeom>
            <a:solidFill>
              <a:srgbClr val="DAE2EB"/>
            </a:solidFill>
            <a:ln>
              <a:noFill/>
            </a:ln>
          </p:spPr>
        </p:sp>
        <p:sp>
          <p:nvSpPr>
            <p:cNvPr id="13189" name="Heatmap cell r50 c201"/>
            <p:cNvSpPr/>
            <p:nvPr/>
          </p:nvSpPr>
          <p:spPr>
            <a:xfrm>
              <a:off x="3647620" y="1340869"/>
              <a:ext cx="19034" cy="26609"/>
            </a:xfrm>
            <a:prstGeom prst="rect">
              <a:avLst/>
            </a:prstGeom>
            <a:solidFill>
              <a:srgbClr val="F4CED1"/>
            </a:solidFill>
            <a:ln>
              <a:noFill/>
            </a:ln>
          </p:spPr>
        </p:sp>
        <p:sp>
          <p:nvSpPr>
            <p:cNvPr id="13190" name="Heatmap cell r50 c202"/>
            <p:cNvSpPr/>
            <p:nvPr/>
          </p:nvSpPr>
          <p:spPr>
            <a:xfrm>
              <a:off x="3666558" y="1340869"/>
              <a:ext cx="17140" cy="26609"/>
            </a:xfrm>
            <a:prstGeom prst="rect">
              <a:avLst/>
            </a:prstGeom>
            <a:solidFill>
              <a:srgbClr val="E9EEF4"/>
            </a:solidFill>
            <a:ln>
              <a:noFill/>
            </a:ln>
          </p:spPr>
        </p:sp>
        <p:sp>
          <p:nvSpPr>
            <p:cNvPr id="13191" name="Heatmap cell r50 c203"/>
            <p:cNvSpPr/>
            <p:nvPr/>
          </p:nvSpPr>
          <p:spPr>
            <a:xfrm>
              <a:off x="3683603" y="1340869"/>
              <a:ext cx="19034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13192" name="Heatmap cell r50 c204"/>
            <p:cNvSpPr/>
            <p:nvPr/>
          </p:nvSpPr>
          <p:spPr>
            <a:xfrm>
              <a:off x="3702542" y="1340869"/>
              <a:ext cx="17140" cy="26609"/>
            </a:xfrm>
            <a:prstGeom prst="rect">
              <a:avLst/>
            </a:prstGeom>
            <a:solidFill>
              <a:srgbClr val="F4CDD0"/>
            </a:solidFill>
            <a:ln>
              <a:noFill/>
            </a:ln>
          </p:spPr>
        </p:sp>
        <p:sp>
          <p:nvSpPr>
            <p:cNvPr id="13193" name="Heatmap cell r50 c205"/>
            <p:cNvSpPr/>
            <p:nvPr/>
          </p:nvSpPr>
          <p:spPr>
            <a:xfrm>
              <a:off x="3719587" y="1340869"/>
              <a:ext cx="19034" cy="26609"/>
            </a:xfrm>
            <a:prstGeom prst="rect">
              <a:avLst/>
            </a:prstGeom>
            <a:solidFill>
              <a:srgbClr val="E9EDF3"/>
            </a:solidFill>
            <a:ln>
              <a:noFill/>
            </a:ln>
          </p:spPr>
        </p:sp>
        <p:sp>
          <p:nvSpPr>
            <p:cNvPr id="13194" name="Heatmap cell r50 c206"/>
            <p:cNvSpPr/>
            <p:nvPr/>
          </p:nvSpPr>
          <p:spPr>
            <a:xfrm>
              <a:off x="3738526" y="1340869"/>
              <a:ext cx="17140" cy="26609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13195" name="Heatmap cell r50 c207"/>
            <p:cNvSpPr/>
            <p:nvPr/>
          </p:nvSpPr>
          <p:spPr>
            <a:xfrm>
              <a:off x="3755571" y="1340869"/>
              <a:ext cx="19034" cy="26609"/>
            </a:xfrm>
            <a:prstGeom prst="rect">
              <a:avLst/>
            </a:prstGeom>
            <a:solidFill>
              <a:srgbClr val="ECA7AD"/>
            </a:solidFill>
            <a:ln>
              <a:noFill/>
            </a:ln>
          </p:spPr>
        </p:sp>
        <p:sp>
          <p:nvSpPr>
            <p:cNvPr id="13196" name="Heatmap cell r50 c208"/>
            <p:cNvSpPr/>
            <p:nvPr/>
          </p:nvSpPr>
          <p:spPr>
            <a:xfrm>
              <a:off x="3774510" y="1340869"/>
              <a:ext cx="19034" cy="26609"/>
            </a:xfrm>
            <a:prstGeom prst="rect">
              <a:avLst/>
            </a:prstGeom>
            <a:solidFill>
              <a:srgbClr val="D53947"/>
            </a:solidFill>
            <a:ln>
              <a:noFill/>
            </a:ln>
          </p:spPr>
        </p:sp>
        <p:sp>
          <p:nvSpPr>
            <p:cNvPr id="13197" name="Heatmap cell r50 c209"/>
            <p:cNvSpPr/>
            <p:nvPr/>
          </p:nvSpPr>
          <p:spPr>
            <a:xfrm>
              <a:off x="3793449" y="1340869"/>
              <a:ext cx="17140" cy="26609"/>
            </a:xfrm>
            <a:prstGeom prst="rect">
              <a:avLst/>
            </a:prstGeom>
            <a:solidFill>
              <a:srgbClr val="EFB8BC"/>
            </a:solidFill>
            <a:ln>
              <a:noFill/>
            </a:ln>
          </p:spPr>
        </p:sp>
        <p:sp>
          <p:nvSpPr>
            <p:cNvPr id="13198" name="Heatmap cell r50 c210"/>
            <p:cNvSpPr/>
            <p:nvPr/>
          </p:nvSpPr>
          <p:spPr>
            <a:xfrm>
              <a:off x="3810494" y="1340869"/>
              <a:ext cx="19034" cy="26609"/>
            </a:xfrm>
            <a:prstGeom prst="rect">
              <a:avLst/>
            </a:prstGeom>
            <a:solidFill>
              <a:srgbClr val="EBF0F6"/>
            </a:solidFill>
            <a:ln>
              <a:noFill/>
            </a:ln>
          </p:spPr>
        </p:sp>
        <p:sp>
          <p:nvSpPr>
            <p:cNvPr id="13199" name="Heatmap cell r50 c211"/>
            <p:cNvSpPr/>
            <p:nvPr/>
          </p:nvSpPr>
          <p:spPr>
            <a:xfrm>
              <a:off x="3829432" y="1340869"/>
              <a:ext cx="17140" cy="26609"/>
            </a:xfrm>
            <a:prstGeom prst="rect">
              <a:avLst/>
            </a:prstGeom>
            <a:solidFill>
              <a:srgbClr val="83A0BD"/>
            </a:solidFill>
            <a:ln>
              <a:noFill/>
            </a:ln>
          </p:spPr>
        </p:sp>
        <p:sp>
          <p:nvSpPr>
            <p:cNvPr id="13200" name="Heatmap cell r50 c212"/>
            <p:cNvSpPr/>
            <p:nvPr/>
          </p:nvSpPr>
          <p:spPr>
            <a:xfrm>
              <a:off x="3846477" y="1340869"/>
              <a:ext cx="19034" cy="26609"/>
            </a:xfrm>
            <a:prstGeom prst="rect">
              <a:avLst/>
            </a:prstGeom>
            <a:solidFill>
              <a:srgbClr val="A4BAD0"/>
            </a:solidFill>
            <a:ln>
              <a:noFill/>
            </a:ln>
          </p:spPr>
        </p:sp>
        <p:sp>
          <p:nvSpPr>
            <p:cNvPr id="13201" name="Heatmap cell r50 c213"/>
            <p:cNvSpPr/>
            <p:nvPr/>
          </p:nvSpPr>
          <p:spPr>
            <a:xfrm>
              <a:off x="3865416" y="1340869"/>
              <a:ext cx="17140" cy="26609"/>
            </a:xfrm>
            <a:prstGeom prst="rect">
              <a:avLst/>
            </a:prstGeom>
            <a:solidFill>
              <a:srgbClr val="F8E4E7"/>
            </a:solidFill>
            <a:ln>
              <a:noFill/>
            </a:ln>
          </p:spPr>
        </p:sp>
        <p:sp>
          <p:nvSpPr>
            <p:cNvPr id="13202" name="Heatmap cell r50 c214"/>
            <p:cNvSpPr/>
            <p:nvPr/>
          </p:nvSpPr>
          <p:spPr>
            <a:xfrm>
              <a:off x="3882461" y="1340869"/>
              <a:ext cx="19034" cy="26609"/>
            </a:xfrm>
            <a:prstGeom prst="rect">
              <a:avLst/>
            </a:prstGeom>
            <a:solidFill>
              <a:srgbClr val="E9EDF3"/>
            </a:solidFill>
            <a:ln>
              <a:noFill/>
            </a:ln>
          </p:spPr>
        </p:sp>
        <p:sp>
          <p:nvSpPr>
            <p:cNvPr id="13203" name="Heatmap cell r50 c215"/>
            <p:cNvSpPr/>
            <p:nvPr/>
          </p:nvSpPr>
          <p:spPr>
            <a:xfrm>
              <a:off x="3901400" y="1340869"/>
              <a:ext cx="17140" cy="26609"/>
            </a:xfrm>
            <a:prstGeom prst="rect">
              <a:avLst/>
            </a:prstGeom>
            <a:solidFill>
              <a:srgbClr val="E3EAF0"/>
            </a:solidFill>
            <a:ln>
              <a:noFill/>
            </a:ln>
          </p:spPr>
        </p:sp>
        <p:sp>
          <p:nvSpPr>
            <p:cNvPr id="13204" name="Heatmap cell r50 c216"/>
            <p:cNvSpPr/>
            <p:nvPr/>
          </p:nvSpPr>
          <p:spPr>
            <a:xfrm>
              <a:off x="3918445" y="1340869"/>
              <a:ext cx="19034" cy="26609"/>
            </a:xfrm>
            <a:prstGeom prst="rect">
              <a:avLst/>
            </a:prstGeom>
            <a:solidFill>
              <a:srgbClr val="F3C5C8"/>
            </a:solidFill>
            <a:ln>
              <a:noFill/>
            </a:ln>
          </p:spPr>
        </p:sp>
        <p:sp>
          <p:nvSpPr>
            <p:cNvPr id="13205" name="Heatmap cell r50 c217"/>
            <p:cNvSpPr/>
            <p:nvPr/>
          </p:nvSpPr>
          <p:spPr>
            <a:xfrm>
              <a:off x="3937384" y="1340869"/>
              <a:ext cx="17140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13206" name="Heatmap cell r50 c218"/>
            <p:cNvSpPr/>
            <p:nvPr/>
          </p:nvSpPr>
          <p:spPr>
            <a:xfrm>
              <a:off x="3954429" y="1340869"/>
              <a:ext cx="19034" cy="26609"/>
            </a:xfrm>
            <a:prstGeom prst="rect">
              <a:avLst/>
            </a:prstGeom>
            <a:solidFill>
              <a:srgbClr val="E7EBF1"/>
            </a:solidFill>
            <a:ln>
              <a:noFill/>
            </a:ln>
          </p:spPr>
        </p:sp>
        <p:sp>
          <p:nvSpPr>
            <p:cNvPr id="13207" name="Heatmap cell r50 c219"/>
            <p:cNvSpPr/>
            <p:nvPr/>
          </p:nvSpPr>
          <p:spPr>
            <a:xfrm>
              <a:off x="3973368" y="1340869"/>
              <a:ext cx="17140" cy="26609"/>
            </a:xfrm>
            <a:prstGeom prst="rect">
              <a:avLst/>
            </a:prstGeom>
            <a:solidFill>
              <a:srgbClr val="C8D5E2"/>
            </a:solidFill>
            <a:ln>
              <a:noFill/>
            </a:ln>
          </p:spPr>
        </p:sp>
        <p:sp>
          <p:nvSpPr>
            <p:cNvPr id="13208" name="Heatmap cell r50 c220"/>
            <p:cNvSpPr/>
            <p:nvPr/>
          </p:nvSpPr>
          <p:spPr>
            <a:xfrm>
              <a:off x="3990412" y="1340869"/>
              <a:ext cx="19034" cy="26609"/>
            </a:xfrm>
            <a:prstGeom prst="rect">
              <a:avLst/>
            </a:prstGeom>
            <a:solidFill>
              <a:srgbClr val="DA4856"/>
            </a:solidFill>
            <a:ln>
              <a:noFill/>
            </a:ln>
          </p:spPr>
        </p:sp>
        <p:sp>
          <p:nvSpPr>
            <p:cNvPr id="13209" name="Heatmap cell r50 c221"/>
            <p:cNvSpPr/>
            <p:nvPr/>
          </p:nvSpPr>
          <p:spPr>
            <a:xfrm>
              <a:off x="4009351" y="1340869"/>
              <a:ext cx="19034" cy="26609"/>
            </a:xfrm>
            <a:prstGeom prst="rect">
              <a:avLst/>
            </a:prstGeom>
            <a:solidFill>
              <a:srgbClr val="EBF0F6"/>
            </a:solidFill>
            <a:ln>
              <a:noFill/>
            </a:ln>
          </p:spPr>
        </p:sp>
        <p:sp>
          <p:nvSpPr>
            <p:cNvPr id="13210" name="Heatmap cell r50 c222"/>
            <p:cNvSpPr/>
            <p:nvPr/>
          </p:nvSpPr>
          <p:spPr>
            <a:xfrm>
              <a:off x="4028290" y="1340869"/>
              <a:ext cx="17140" cy="26609"/>
            </a:xfrm>
            <a:prstGeom prst="rect">
              <a:avLst/>
            </a:prstGeom>
            <a:solidFill>
              <a:srgbClr val="E27882"/>
            </a:solidFill>
            <a:ln>
              <a:noFill/>
            </a:ln>
          </p:spPr>
        </p:sp>
        <p:sp>
          <p:nvSpPr>
            <p:cNvPr id="13211" name="Heatmap cell r50 c223"/>
            <p:cNvSpPr/>
            <p:nvPr/>
          </p:nvSpPr>
          <p:spPr>
            <a:xfrm>
              <a:off x="4045335" y="1340869"/>
              <a:ext cx="19034" cy="26609"/>
            </a:xfrm>
            <a:prstGeom prst="rect">
              <a:avLst/>
            </a:prstGeom>
            <a:solidFill>
              <a:srgbClr val="E27985"/>
            </a:solidFill>
            <a:ln>
              <a:noFill/>
            </a:ln>
          </p:spPr>
        </p:sp>
        <p:sp>
          <p:nvSpPr>
            <p:cNvPr id="13212" name="Heatmap cell r51 c1"/>
            <p:cNvSpPr/>
            <p:nvPr/>
          </p:nvSpPr>
          <p:spPr>
            <a:xfrm>
              <a:off x="13257" y="1367384"/>
              <a:ext cx="45548" cy="26609"/>
            </a:xfrm>
            <a:prstGeom prst="rect">
              <a:avLst/>
            </a:prstGeom>
            <a:solidFill>
              <a:srgbClr val="F76666"/>
            </a:solidFill>
            <a:ln>
              <a:noFill/>
            </a:ln>
          </p:spPr>
        </p:sp>
        <p:sp>
          <p:nvSpPr>
            <p:cNvPr id="13213" name="Heatmap cell r51 c3"/>
            <p:cNvSpPr/>
            <p:nvPr/>
          </p:nvSpPr>
          <p:spPr>
            <a:xfrm>
              <a:off x="71968" y="1367384"/>
              <a:ext cx="17140" cy="26609"/>
            </a:xfrm>
            <a:prstGeom prst="rect">
              <a:avLst/>
            </a:prstGeom>
            <a:solidFill>
              <a:srgbClr val="D3DEE8"/>
            </a:solidFill>
            <a:ln>
              <a:noFill/>
            </a:ln>
          </p:spPr>
        </p:sp>
        <p:sp>
          <p:nvSpPr>
            <p:cNvPr id="13214" name="Heatmap cell r51 c4"/>
            <p:cNvSpPr/>
            <p:nvPr/>
          </p:nvSpPr>
          <p:spPr>
            <a:xfrm>
              <a:off x="89013" y="1367384"/>
              <a:ext cx="19034" cy="26609"/>
            </a:xfrm>
            <a:prstGeom prst="rect">
              <a:avLst/>
            </a:prstGeom>
            <a:solidFill>
              <a:srgbClr val="B4C5D6"/>
            </a:solidFill>
            <a:ln>
              <a:noFill/>
            </a:ln>
          </p:spPr>
        </p:sp>
        <p:sp>
          <p:nvSpPr>
            <p:cNvPr id="13215" name="Heatmap cell r51 c5"/>
            <p:cNvSpPr/>
            <p:nvPr/>
          </p:nvSpPr>
          <p:spPr>
            <a:xfrm>
              <a:off x="107951" y="1367384"/>
              <a:ext cx="17140" cy="26609"/>
            </a:xfrm>
            <a:prstGeom prst="rect">
              <a:avLst/>
            </a:prstGeom>
            <a:solidFill>
              <a:srgbClr val="FBF0F1"/>
            </a:solidFill>
            <a:ln>
              <a:noFill/>
            </a:ln>
          </p:spPr>
        </p:sp>
        <p:sp>
          <p:nvSpPr>
            <p:cNvPr id="13216" name="Heatmap cell r51 c6"/>
            <p:cNvSpPr/>
            <p:nvPr/>
          </p:nvSpPr>
          <p:spPr>
            <a:xfrm>
              <a:off x="124996" y="1367384"/>
              <a:ext cx="19034" cy="26609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13217" name="Heatmap cell r51 c7"/>
            <p:cNvSpPr/>
            <p:nvPr/>
          </p:nvSpPr>
          <p:spPr>
            <a:xfrm>
              <a:off x="143935" y="1367384"/>
              <a:ext cx="17140" cy="26609"/>
            </a:xfrm>
            <a:prstGeom prst="rect">
              <a:avLst/>
            </a:prstGeom>
            <a:solidFill>
              <a:srgbClr val="9BB3CA"/>
            </a:solidFill>
            <a:ln>
              <a:noFill/>
            </a:ln>
          </p:spPr>
        </p:sp>
        <p:sp>
          <p:nvSpPr>
            <p:cNvPr id="13218" name="Heatmap cell r51 c8"/>
            <p:cNvSpPr/>
            <p:nvPr/>
          </p:nvSpPr>
          <p:spPr>
            <a:xfrm>
              <a:off x="160980" y="1367384"/>
              <a:ext cx="19034" cy="26609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</p:sp>
        <p:sp>
          <p:nvSpPr>
            <p:cNvPr id="13219" name="Heatmap cell r51 c9"/>
            <p:cNvSpPr/>
            <p:nvPr/>
          </p:nvSpPr>
          <p:spPr>
            <a:xfrm>
              <a:off x="179919" y="1367384"/>
              <a:ext cx="19034" cy="26609"/>
            </a:xfrm>
            <a:prstGeom prst="rect">
              <a:avLst/>
            </a:prstGeom>
            <a:solidFill>
              <a:srgbClr val="A8BCD1"/>
            </a:solidFill>
            <a:ln>
              <a:noFill/>
            </a:ln>
          </p:spPr>
        </p:sp>
        <p:sp>
          <p:nvSpPr>
            <p:cNvPr id="13220" name="Heatmap cell r51 c10"/>
            <p:cNvSpPr/>
            <p:nvPr/>
          </p:nvSpPr>
          <p:spPr>
            <a:xfrm>
              <a:off x="198858" y="1367384"/>
              <a:ext cx="17140" cy="26609"/>
            </a:xfrm>
            <a:prstGeom prst="rect">
              <a:avLst/>
            </a:prstGeom>
            <a:solidFill>
              <a:srgbClr val="B9C9DB"/>
            </a:solidFill>
            <a:ln>
              <a:noFill/>
            </a:ln>
          </p:spPr>
        </p:sp>
        <p:sp>
          <p:nvSpPr>
            <p:cNvPr id="13221" name="Heatmap cell r51 c11"/>
            <p:cNvSpPr/>
            <p:nvPr/>
          </p:nvSpPr>
          <p:spPr>
            <a:xfrm>
              <a:off x="215903" y="1367384"/>
              <a:ext cx="19034" cy="26609"/>
            </a:xfrm>
            <a:prstGeom prst="rect">
              <a:avLst/>
            </a:prstGeom>
            <a:solidFill>
              <a:srgbClr val="B3C5D6"/>
            </a:solidFill>
            <a:ln>
              <a:noFill/>
            </a:ln>
          </p:spPr>
        </p:sp>
        <p:sp>
          <p:nvSpPr>
            <p:cNvPr id="13222" name="Heatmap cell r51 c12"/>
            <p:cNvSpPr/>
            <p:nvPr/>
          </p:nvSpPr>
          <p:spPr>
            <a:xfrm>
              <a:off x="234842" y="1367384"/>
              <a:ext cx="17140" cy="26609"/>
            </a:xfrm>
            <a:prstGeom prst="rect">
              <a:avLst/>
            </a:prstGeom>
            <a:solidFill>
              <a:srgbClr val="A2B8CE"/>
            </a:solidFill>
            <a:ln>
              <a:noFill/>
            </a:ln>
          </p:spPr>
        </p:sp>
        <p:sp>
          <p:nvSpPr>
            <p:cNvPr id="13223" name="Heatmap cell r51 c13"/>
            <p:cNvSpPr/>
            <p:nvPr/>
          </p:nvSpPr>
          <p:spPr>
            <a:xfrm>
              <a:off x="251887" y="1367384"/>
              <a:ext cx="19034" cy="26609"/>
            </a:xfrm>
            <a:prstGeom prst="rect">
              <a:avLst/>
            </a:prstGeom>
            <a:solidFill>
              <a:srgbClr val="7A9BB9"/>
            </a:solidFill>
            <a:ln>
              <a:noFill/>
            </a:ln>
          </p:spPr>
        </p:sp>
        <p:sp>
          <p:nvSpPr>
            <p:cNvPr id="13224" name="Heatmap cell r51 c14"/>
            <p:cNvSpPr/>
            <p:nvPr/>
          </p:nvSpPr>
          <p:spPr>
            <a:xfrm>
              <a:off x="270825" y="1367384"/>
              <a:ext cx="17140" cy="26609"/>
            </a:xfrm>
            <a:prstGeom prst="rect">
              <a:avLst/>
            </a:prstGeom>
            <a:solidFill>
              <a:srgbClr val="F8DDDF"/>
            </a:solidFill>
            <a:ln>
              <a:noFill/>
            </a:ln>
          </p:spPr>
        </p:sp>
        <p:sp>
          <p:nvSpPr>
            <p:cNvPr id="13225" name="Heatmap cell r51 c15"/>
            <p:cNvSpPr/>
            <p:nvPr/>
          </p:nvSpPr>
          <p:spPr>
            <a:xfrm>
              <a:off x="287870" y="1367384"/>
              <a:ext cx="19034" cy="26609"/>
            </a:xfrm>
            <a:prstGeom prst="rect">
              <a:avLst/>
            </a:prstGeom>
            <a:solidFill>
              <a:srgbClr val="D5DFEA"/>
            </a:solidFill>
            <a:ln>
              <a:noFill/>
            </a:ln>
          </p:spPr>
        </p:sp>
        <p:sp>
          <p:nvSpPr>
            <p:cNvPr id="13226" name="Heatmap cell r51 c16"/>
            <p:cNvSpPr/>
            <p:nvPr/>
          </p:nvSpPr>
          <p:spPr>
            <a:xfrm>
              <a:off x="306809" y="1367384"/>
              <a:ext cx="17140" cy="26609"/>
            </a:xfrm>
            <a:prstGeom prst="rect">
              <a:avLst/>
            </a:prstGeom>
            <a:solidFill>
              <a:srgbClr val="E3EAF0"/>
            </a:solidFill>
            <a:ln>
              <a:noFill/>
            </a:ln>
          </p:spPr>
        </p:sp>
        <p:sp>
          <p:nvSpPr>
            <p:cNvPr id="13227" name="Heatmap cell r51 c17"/>
            <p:cNvSpPr/>
            <p:nvPr/>
          </p:nvSpPr>
          <p:spPr>
            <a:xfrm>
              <a:off x="323854" y="1367384"/>
              <a:ext cx="19034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13228" name="Heatmap cell r51 c18"/>
            <p:cNvSpPr/>
            <p:nvPr/>
          </p:nvSpPr>
          <p:spPr>
            <a:xfrm>
              <a:off x="342793" y="1367384"/>
              <a:ext cx="17140" cy="26609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13229" name="Heatmap cell r51 c19"/>
            <p:cNvSpPr/>
            <p:nvPr/>
          </p:nvSpPr>
          <p:spPr>
            <a:xfrm>
              <a:off x="359838" y="1367384"/>
              <a:ext cx="19034" cy="26609"/>
            </a:xfrm>
            <a:prstGeom prst="rect">
              <a:avLst/>
            </a:prstGeom>
            <a:solidFill>
              <a:srgbClr val="F8E3E6"/>
            </a:solidFill>
            <a:ln>
              <a:noFill/>
            </a:ln>
          </p:spPr>
        </p:sp>
        <p:sp>
          <p:nvSpPr>
            <p:cNvPr id="13230" name="Heatmap cell r51 c20"/>
            <p:cNvSpPr/>
            <p:nvPr/>
          </p:nvSpPr>
          <p:spPr>
            <a:xfrm>
              <a:off x="378777" y="1367384"/>
              <a:ext cx="17140" cy="26609"/>
            </a:xfrm>
            <a:prstGeom prst="rect">
              <a:avLst/>
            </a:prstGeom>
            <a:solidFill>
              <a:srgbClr val="ACC1D3"/>
            </a:solidFill>
            <a:ln>
              <a:noFill/>
            </a:ln>
          </p:spPr>
        </p:sp>
        <p:sp>
          <p:nvSpPr>
            <p:cNvPr id="13231" name="Heatmap cell r51 c21"/>
            <p:cNvSpPr/>
            <p:nvPr/>
          </p:nvSpPr>
          <p:spPr>
            <a:xfrm>
              <a:off x="395822" y="1367384"/>
              <a:ext cx="19034" cy="26609"/>
            </a:xfrm>
            <a:prstGeom prst="rect">
              <a:avLst/>
            </a:prstGeom>
            <a:solidFill>
              <a:srgbClr val="E3EAF0"/>
            </a:solidFill>
            <a:ln>
              <a:noFill/>
            </a:ln>
          </p:spPr>
        </p:sp>
        <p:sp>
          <p:nvSpPr>
            <p:cNvPr id="13232" name="Heatmap cell r51 c22"/>
            <p:cNvSpPr/>
            <p:nvPr/>
          </p:nvSpPr>
          <p:spPr>
            <a:xfrm>
              <a:off x="414760" y="1367384"/>
              <a:ext cx="19034" cy="26609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13233" name="Heatmap cell r51 c23"/>
            <p:cNvSpPr/>
            <p:nvPr/>
          </p:nvSpPr>
          <p:spPr>
            <a:xfrm>
              <a:off x="433699" y="1367384"/>
              <a:ext cx="17140" cy="26609"/>
            </a:xfrm>
            <a:prstGeom prst="rect">
              <a:avLst/>
            </a:prstGeom>
            <a:solidFill>
              <a:srgbClr val="88A6C1"/>
            </a:solidFill>
            <a:ln>
              <a:noFill/>
            </a:ln>
          </p:spPr>
        </p:sp>
        <p:sp>
          <p:nvSpPr>
            <p:cNvPr id="13234" name="Heatmap cell r51 c24"/>
            <p:cNvSpPr/>
            <p:nvPr/>
          </p:nvSpPr>
          <p:spPr>
            <a:xfrm>
              <a:off x="450744" y="1367384"/>
              <a:ext cx="19034" cy="26609"/>
            </a:xfrm>
            <a:prstGeom prst="rect">
              <a:avLst/>
            </a:prstGeom>
            <a:solidFill>
              <a:srgbClr val="C3D1DF"/>
            </a:solidFill>
            <a:ln>
              <a:noFill/>
            </a:ln>
          </p:spPr>
        </p:sp>
        <p:sp>
          <p:nvSpPr>
            <p:cNvPr id="13235" name="Heatmap cell r51 c25"/>
            <p:cNvSpPr/>
            <p:nvPr/>
          </p:nvSpPr>
          <p:spPr>
            <a:xfrm>
              <a:off x="469683" y="1367384"/>
              <a:ext cx="17140" cy="26609"/>
            </a:xfrm>
            <a:prstGeom prst="rect">
              <a:avLst/>
            </a:prstGeom>
            <a:solidFill>
              <a:srgbClr val="F9E8E9"/>
            </a:solidFill>
            <a:ln>
              <a:noFill/>
            </a:ln>
          </p:spPr>
        </p:sp>
        <p:sp>
          <p:nvSpPr>
            <p:cNvPr id="13236" name="Heatmap cell r51 c26"/>
            <p:cNvSpPr/>
            <p:nvPr/>
          </p:nvSpPr>
          <p:spPr>
            <a:xfrm>
              <a:off x="486728" y="1367384"/>
              <a:ext cx="19034" cy="26609"/>
            </a:xfrm>
            <a:prstGeom prst="rect">
              <a:avLst/>
            </a:prstGeom>
            <a:solidFill>
              <a:srgbClr val="A4BAD0"/>
            </a:solidFill>
            <a:ln>
              <a:noFill/>
            </a:ln>
          </p:spPr>
        </p:sp>
        <p:sp>
          <p:nvSpPr>
            <p:cNvPr id="13237" name="Heatmap cell r51 c27"/>
            <p:cNvSpPr/>
            <p:nvPr/>
          </p:nvSpPr>
          <p:spPr>
            <a:xfrm>
              <a:off x="505667" y="1367384"/>
              <a:ext cx="17140" cy="26609"/>
            </a:xfrm>
            <a:prstGeom prst="rect">
              <a:avLst/>
            </a:prstGeom>
            <a:solidFill>
              <a:srgbClr val="FBF5F5"/>
            </a:solidFill>
            <a:ln>
              <a:noFill/>
            </a:ln>
          </p:spPr>
        </p:sp>
        <p:sp>
          <p:nvSpPr>
            <p:cNvPr id="13238" name="Heatmap cell r51 c29"/>
            <p:cNvSpPr/>
            <p:nvPr/>
          </p:nvSpPr>
          <p:spPr>
            <a:xfrm>
              <a:off x="541651" y="1367384"/>
              <a:ext cx="17140" cy="26609"/>
            </a:xfrm>
            <a:prstGeom prst="rect">
              <a:avLst/>
            </a:prstGeom>
            <a:solidFill>
              <a:srgbClr val="83A0BD"/>
            </a:solidFill>
            <a:ln>
              <a:noFill/>
            </a:ln>
          </p:spPr>
        </p:sp>
        <p:sp>
          <p:nvSpPr>
            <p:cNvPr id="13239" name="Heatmap cell r51 c31"/>
            <p:cNvSpPr/>
            <p:nvPr/>
          </p:nvSpPr>
          <p:spPr>
            <a:xfrm>
              <a:off x="577634" y="1367384"/>
              <a:ext cx="17140" cy="26609"/>
            </a:xfrm>
            <a:prstGeom prst="rect">
              <a:avLst/>
            </a:prstGeom>
            <a:solidFill>
              <a:srgbClr val="B8C8DA"/>
            </a:solidFill>
            <a:ln>
              <a:noFill/>
            </a:ln>
          </p:spPr>
        </p:sp>
        <p:sp>
          <p:nvSpPr>
            <p:cNvPr id="13240" name="Heatmap cell r51 c32"/>
            <p:cNvSpPr/>
            <p:nvPr/>
          </p:nvSpPr>
          <p:spPr>
            <a:xfrm>
              <a:off x="594679" y="1367384"/>
              <a:ext cx="19034" cy="26609"/>
            </a:xfrm>
            <a:prstGeom prst="rect">
              <a:avLst/>
            </a:prstGeom>
            <a:solidFill>
              <a:srgbClr val="BECFDD"/>
            </a:solidFill>
            <a:ln>
              <a:noFill/>
            </a:ln>
          </p:spPr>
        </p:sp>
        <p:sp>
          <p:nvSpPr>
            <p:cNvPr id="13241" name="Heatmap cell r51 c33"/>
            <p:cNvSpPr/>
            <p:nvPr/>
          </p:nvSpPr>
          <p:spPr>
            <a:xfrm>
              <a:off x="613618" y="1367384"/>
              <a:ext cx="17140" cy="26609"/>
            </a:xfrm>
            <a:prstGeom prst="rect">
              <a:avLst/>
            </a:prstGeom>
            <a:solidFill>
              <a:srgbClr val="CCD7E3"/>
            </a:solidFill>
            <a:ln>
              <a:noFill/>
            </a:ln>
          </p:spPr>
        </p:sp>
        <p:sp>
          <p:nvSpPr>
            <p:cNvPr id="13242" name="Heatmap cell r51 c34"/>
            <p:cNvSpPr/>
            <p:nvPr/>
          </p:nvSpPr>
          <p:spPr>
            <a:xfrm>
              <a:off x="630663" y="1367384"/>
              <a:ext cx="19034" cy="26609"/>
            </a:xfrm>
            <a:prstGeom prst="rect">
              <a:avLst/>
            </a:prstGeom>
            <a:solidFill>
              <a:srgbClr val="ACC1D3"/>
            </a:solidFill>
            <a:ln>
              <a:noFill/>
            </a:ln>
          </p:spPr>
        </p:sp>
        <p:sp>
          <p:nvSpPr>
            <p:cNvPr id="13243" name="Heatmap cell r51 c35"/>
            <p:cNvSpPr/>
            <p:nvPr/>
          </p:nvSpPr>
          <p:spPr>
            <a:xfrm>
              <a:off x="649602" y="1367384"/>
              <a:ext cx="19034" cy="26609"/>
            </a:xfrm>
            <a:prstGeom prst="rect">
              <a:avLst/>
            </a:prstGeom>
            <a:solidFill>
              <a:srgbClr val="F5D0D3"/>
            </a:solidFill>
            <a:ln>
              <a:noFill/>
            </a:ln>
          </p:spPr>
        </p:sp>
        <p:sp>
          <p:nvSpPr>
            <p:cNvPr id="13244" name="Heatmap cell r51 c36"/>
            <p:cNvSpPr/>
            <p:nvPr/>
          </p:nvSpPr>
          <p:spPr>
            <a:xfrm>
              <a:off x="668541" y="1367384"/>
              <a:ext cx="17140" cy="26609"/>
            </a:xfrm>
            <a:prstGeom prst="rect">
              <a:avLst/>
            </a:prstGeom>
            <a:solidFill>
              <a:srgbClr val="C5D3E0"/>
            </a:solidFill>
            <a:ln>
              <a:noFill/>
            </a:ln>
          </p:spPr>
        </p:sp>
        <p:sp>
          <p:nvSpPr>
            <p:cNvPr id="13245" name="Heatmap cell r51 c37"/>
            <p:cNvSpPr/>
            <p:nvPr/>
          </p:nvSpPr>
          <p:spPr>
            <a:xfrm>
              <a:off x="685586" y="1367384"/>
              <a:ext cx="19034" cy="26609"/>
            </a:xfrm>
            <a:prstGeom prst="rect">
              <a:avLst/>
            </a:prstGeom>
            <a:solidFill>
              <a:srgbClr val="9FB6CD"/>
            </a:solidFill>
            <a:ln>
              <a:noFill/>
            </a:ln>
          </p:spPr>
        </p:sp>
        <p:sp>
          <p:nvSpPr>
            <p:cNvPr id="13246" name="Heatmap cell r51 c38"/>
            <p:cNvSpPr/>
            <p:nvPr/>
          </p:nvSpPr>
          <p:spPr>
            <a:xfrm>
              <a:off x="704525" y="1367384"/>
              <a:ext cx="17140" cy="26609"/>
            </a:xfrm>
            <a:prstGeom prst="rect">
              <a:avLst/>
            </a:prstGeom>
            <a:solidFill>
              <a:srgbClr val="E1E9EF"/>
            </a:solidFill>
            <a:ln>
              <a:noFill/>
            </a:ln>
          </p:spPr>
        </p:sp>
        <p:sp>
          <p:nvSpPr>
            <p:cNvPr id="13247" name="Heatmap cell r51 c39"/>
            <p:cNvSpPr/>
            <p:nvPr/>
          </p:nvSpPr>
          <p:spPr>
            <a:xfrm>
              <a:off x="721570" y="1367384"/>
              <a:ext cx="19034" cy="26609"/>
            </a:xfrm>
            <a:prstGeom prst="rect">
              <a:avLst/>
            </a:prstGeom>
            <a:solidFill>
              <a:srgbClr val="B3C5D6"/>
            </a:solidFill>
            <a:ln>
              <a:noFill/>
            </a:ln>
          </p:spPr>
        </p:sp>
        <p:sp>
          <p:nvSpPr>
            <p:cNvPr id="13248" name="Heatmap cell r51 c40"/>
            <p:cNvSpPr/>
            <p:nvPr/>
          </p:nvSpPr>
          <p:spPr>
            <a:xfrm>
              <a:off x="740508" y="1367384"/>
              <a:ext cx="17140" cy="26609"/>
            </a:xfrm>
            <a:prstGeom prst="rect">
              <a:avLst/>
            </a:prstGeom>
            <a:solidFill>
              <a:srgbClr val="BDCEDD"/>
            </a:solidFill>
            <a:ln>
              <a:noFill/>
            </a:ln>
          </p:spPr>
        </p:sp>
        <p:sp>
          <p:nvSpPr>
            <p:cNvPr id="13249" name="Heatmap cell r51 c41"/>
            <p:cNvSpPr/>
            <p:nvPr/>
          </p:nvSpPr>
          <p:spPr>
            <a:xfrm>
              <a:off x="757553" y="1367384"/>
              <a:ext cx="19034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13250" name="Heatmap cell r51 c42"/>
            <p:cNvSpPr/>
            <p:nvPr/>
          </p:nvSpPr>
          <p:spPr>
            <a:xfrm>
              <a:off x="776492" y="1367384"/>
              <a:ext cx="17140" cy="26609"/>
            </a:xfrm>
            <a:prstGeom prst="rect">
              <a:avLst/>
            </a:prstGeom>
            <a:solidFill>
              <a:srgbClr val="CED9E4"/>
            </a:solidFill>
            <a:ln>
              <a:noFill/>
            </a:ln>
          </p:spPr>
        </p:sp>
        <p:sp>
          <p:nvSpPr>
            <p:cNvPr id="13251" name="Heatmap cell r51 c43"/>
            <p:cNvSpPr/>
            <p:nvPr/>
          </p:nvSpPr>
          <p:spPr>
            <a:xfrm>
              <a:off x="793537" y="1367384"/>
              <a:ext cx="19034" cy="26609"/>
            </a:xfrm>
            <a:prstGeom prst="rect">
              <a:avLst/>
            </a:prstGeom>
            <a:solidFill>
              <a:srgbClr val="D5DFEA"/>
            </a:solidFill>
            <a:ln>
              <a:noFill/>
            </a:ln>
          </p:spPr>
        </p:sp>
        <p:sp>
          <p:nvSpPr>
            <p:cNvPr id="13252" name="Heatmap cell r51 c44"/>
            <p:cNvSpPr/>
            <p:nvPr/>
          </p:nvSpPr>
          <p:spPr>
            <a:xfrm>
              <a:off x="812476" y="1367384"/>
              <a:ext cx="17140" cy="26609"/>
            </a:xfrm>
            <a:prstGeom prst="rect">
              <a:avLst/>
            </a:prstGeom>
            <a:solidFill>
              <a:srgbClr val="5F85AB"/>
            </a:solidFill>
            <a:ln>
              <a:noFill/>
            </a:ln>
          </p:spPr>
        </p:sp>
        <p:sp>
          <p:nvSpPr>
            <p:cNvPr id="13253" name="Heatmap cell r51 c45"/>
            <p:cNvSpPr/>
            <p:nvPr/>
          </p:nvSpPr>
          <p:spPr>
            <a:xfrm>
              <a:off x="829521" y="1367384"/>
              <a:ext cx="19034" cy="26609"/>
            </a:xfrm>
            <a:prstGeom prst="rect">
              <a:avLst/>
            </a:prstGeom>
            <a:solidFill>
              <a:srgbClr val="E9EEF4"/>
            </a:solidFill>
            <a:ln>
              <a:noFill/>
            </a:ln>
          </p:spPr>
        </p:sp>
        <p:sp>
          <p:nvSpPr>
            <p:cNvPr id="13254" name="Heatmap cell r51 c46"/>
            <p:cNvSpPr/>
            <p:nvPr/>
          </p:nvSpPr>
          <p:spPr>
            <a:xfrm>
              <a:off x="848460" y="1367384"/>
              <a:ext cx="17140" cy="26609"/>
            </a:xfrm>
            <a:prstGeom prst="rect">
              <a:avLst/>
            </a:prstGeom>
            <a:solidFill>
              <a:srgbClr val="DEE6EC"/>
            </a:solidFill>
            <a:ln>
              <a:noFill/>
            </a:ln>
          </p:spPr>
        </p:sp>
        <p:sp>
          <p:nvSpPr>
            <p:cNvPr id="13255" name="Heatmap cell r51 c47"/>
            <p:cNvSpPr/>
            <p:nvPr/>
          </p:nvSpPr>
          <p:spPr>
            <a:xfrm>
              <a:off x="865505" y="1367384"/>
              <a:ext cx="19034" cy="26609"/>
            </a:xfrm>
            <a:prstGeom prst="rect">
              <a:avLst/>
            </a:prstGeom>
            <a:solidFill>
              <a:srgbClr val="7B9BB9"/>
            </a:solidFill>
            <a:ln>
              <a:noFill/>
            </a:ln>
          </p:spPr>
        </p:sp>
        <p:sp>
          <p:nvSpPr>
            <p:cNvPr id="13256" name="Heatmap cell r51 c48"/>
            <p:cNvSpPr/>
            <p:nvPr/>
          </p:nvSpPr>
          <p:spPr>
            <a:xfrm>
              <a:off x="884444" y="1367384"/>
              <a:ext cx="19034" cy="26609"/>
            </a:xfrm>
            <a:prstGeom prst="rect">
              <a:avLst/>
            </a:prstGeom>
            <a:solidFill>
              <a:srgbClr val="ECF0F6"/>
            </a:solidFill>
            <a:ln>
              <a:noFill/>
            </a:ln>
          </p:spPr>
        </p:sp>
        <p:sp>
          <p:nvSpPr>
            <p:cNvPr id="13257" name="Heatmap cell r51 c49"/>
            <p:cNvSpPr/>
            <p:nvPr/>
          </p:nvSpPr>
          <p:spPr>
            <a:xfrm>
              <a:off x="903382" y="1367384"/>
              <a:ext cx="17140" cy="26609"/>
            </a:xfrm>
            <a:prstGeom prst="rect">
              <a:avLst/>
            </a:prstGeom>
            <a:solidFill>
              <a:srgbClr val="A7BBD1"/>
            </a:solidFill>
            <a:ln>
              <a:noFill/>
            </a:ln>
          </p:spPr>
        </p:sp>
        <p:sp>
          <p:nvSpPr>
            <p:cNvPr id="13258" name="Heatmap cell r51 c50"/>
            <p:cNvSpPr/>
            <p:nvPr/>
          </p:nvSpPr>
          <p:spPr>
            <a:xfrm>
              <a:off x="920427" y="1367384"/>
              <a:ext cx="19034" cy="26609"/>
            </a:xfrm>
            <a:prstGeom prst="rect">
              <a:avLst/>
            </a:prstGeom>
            <a:solidFill>
              <a:srgbClr val="BBCCDC"/>
            </a:solidFill>
            <a:ln>
              <a:noFill/>
            </a:ln>
          </p:spPr>
        </p:sp>
        <p:sp>
          <p:nvSpPr>
            <p:cNvPr id="13259" name="Heatmap cell r51 c51"/>
            <p:cNvSpPr/>
            <p:nvPr/>
          </p:nvSpPr>
          <p:spPr>
            <a:xfrm>
              <a:off x="939366" y="1367384"/>
              <a:ext cx="17140" cy="26609"/>
            </a:xfrm>
            <a:prstGeom prst="rect">
              <a:avLst/>
            </a:prstGeom>
            <a:solidFill>
              <a:srgbClr val="7092B5"/>
            </a:solidFill>
            <a:ln>
              <a:noFill/>
            </a:ln>
          </p:spPr>
        </p:sp>
        <p:sp>
          <p:nvSpPr>
            <p:cNvPr id="13260" name="Heatmap cell r51 c52"/>
            <p:cNvSpPr/>
            <p:nvPr/>
          </p:nvSpPr>
          <p:spPr>
            <a:xfrm>
              <a:off x="956411" y="1367384"/>
              <a:ext cx="19034" cy="26609"/>
            </a:xfrm>
            <a:prstGeom prst="rect">
              <a:avLst/>
            </a:prstGeom>
            <a:solidFill>
              <a:srgbClr val="D9E1EB"/>
            </a:solidFill>
            <a:ln>
              <a:noFill/>
            </a:ln>
          </p:spPr>
        </p:sp>
        <p:sp>
          <p:nvSpPr>
            <p:cNvPr id="13261" name="Heatmap cell r51 c53"/>
            <p:cNvSpPr/>
            <p:nvPr/>
          </p:nvSpPr>
          <p:spPr>
            <a:xfrm>
              <a:off x="975350" y="1367384"/>
              <a:ext cx="17140" cy="26609"/>
            </a:xfrm>
            <a:prstGeom prst="rect">
              <a:avLst/>
            </a:prstGeom>
            <a:solidFill>
              <a:srgbClr val="E6EBF1"/>
            </a:solidFill>
            <a:ln>
              <a:noFill/>
            </a:ln>
          </p:spPr>
        </p:sp>
        <p:sp>
          <p:nvSpPr>
            <p:cNvPr id="13262" name="Heatmap cell r51 c54"/>
            <p:cNvSpPr/>
            <p:nvPr/>
          </p:nvSpPr>
          <p:spPr>
            <a:xfrm>
              <a:off x="992395" y="1367384"/>
              <a:ext cx="19034" cy="26609"/>
            </a:xfrm>
            <a:prstGeom prst="rect">
              <a:avLst/>
            </a:prstGeom>
            <a:solidFill>
              <a:srgbClr val="F5F7F9"/>
            </a:solidFill>
            <a:ln>
              <a:noFill/>
            </a:ln>
          </p:spPr>
        </p:sp>
        <p:sp>
          <p:nvSpPr>
            <p:cNvPr id="13263" name="Heatmap cell r51 c55"/>
            <p:cNvSpPr/>
            <p:nvPr/>
          </p:nvSpPr>
          <p:spPr>
            <a:xfrm>
              <a:off x="1011334" y="1367384"/>
              <a:ext cx="17140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13264" name="Heatmap cell r51 c56"/>
            <p:cNvSpPr/>
            <p:nvPr/>
          </p:nvSpPr>
          <p:spPr>
            <a:xfrm>
              <a:off x="1028379" y="1367384"/>
              <a:ext cx="19034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13265" name="Heatmap cell r51 c57"/>
            <p:cNvSpPr/>
            <p:nvPr/>
          </p:nvSpPr>
          <p:spPr>
            <a:xfrm>
              <a:off x="1047318" y="1367384"/>
              <a:ext cx="17140" cy="26609"/>
            </a:xfrm>
            <a:prstGeom prst="rect">
              <a:avLst/>
            </a:prstGeom>
            <a:solidFill>
              <a:srgbClr val="CAD6E3"/>
            </a:solidFill>
            <a:ln>
              <a:noFill/>
            </a:ln>
          </p:spPr>
        </p:sp>
        <p:sp>
          <p:nvSpPr>
            <p:cNvPr id="13266" name="Heatmap cell r51 c58"/>
            <p:cNvSpPr/>
            <p:nvPr/>
          </p:nvSpPr>
          <p:spPr>
            <a:xfrm>
              <a:off x="1064363" y="1367384"/>
              <a:ext cx="19034" cy="26609"/>
            </a:xfrm>
            <a:prstGeom prst="rect">
              <a:avLst/>
            </a:prstGeom>
            <a:solidFill>
              <a:srgbClr val="F8E3E6"/>
            </a:solidFill>
            <a:ln>
              <a:noFill/>
            </a:ln>
          </p:spPr>
        </p:sp>
        <p:sp>
          <p:nvSpPr>
            <p:cNvPr id="13267" name="Heatmap cell r51 c59"/>
            <p:cNvSpPr/>
            <p:nvPr/>
          </p:nvSpPr>
          <p:spPr>
            <a:xfrm>
              <a:off x="1083301" y="1367384"/>
              <a:ext cx="17140" cy="26609"/>
            </a:xfrm>
            <a:prstGeom prst="rect">
              <a:avLst/>
            </a:prstGeom>
            <a:solidFill>
              <a:srgbClr val="95AEC7"/>
            </a:solidFill>
            <a:ln>
              <a:noFill/>
            </a:ln>
          </p:spPr>
        </p:sp>
        <p:sp>
          <p:nvSpPr>
            <p:cNvPr id="13268" name="Heatmap cell r51 c60"/>
            <p:cNvSpPr/>
            <p:nvPr/>
          </p:nvSpPr>
          <p:spPr>
            <a:xfrm>
              <a:off x="1100346" y="1367384"/>
              <a:ext cx="19034" cy="26609"/>
            </a:xfrm>
            <a:prstGeom prst="rect">
              <a:avLst/>
            </a:prstGeom>
            <a:solidFill>
              <a:srgbClr val="C5D2DF"/>
            </a:solidFill>
            <a:ln>
              <a:noFill/>
            </a:ln>
          </p:spPr>
        </p:sp>
        <p:sp>
          <p:nvSpPr>
            <p:cNvPr id="13269" name="Heatmap cell r51 c63"/>
            <p:cNvSpPr/>
            <p:nvPr/>
          </p:nvSpPr>
          <p:spPr>
            <a:xfrm>
              <a:off x="1155269" y="1367384"/>
              <a:ext cx="19034" cy="26609"/>
            </a:xfrm>
            <a:prstGeom prst="rect">
              <a:avLst/>
            </a:prstGeom>
            <a:solidFill>
              <a:srgbClr val="7899B8"/>
            </a:solidFill>
            <a:ln>
              <a:noFill/>
            </a:ln>
          </p:spPr>
        </p:sp>
        <p:sp>
          <p:nvSpPr>
            <p:cNvPr id="13270" name="Heatmap cell r51 c64"/>
            <p:cNvSpPr/>
            <p:nvPr/>
          </p:nvSpPr>
          <p:spPr>
            <a:xfrm>
              <a:off x="1174208" y="1367384"/>
              <a:ext cx="17140" cy="26609"/>
            </a:xfrm>
            <a:prstGeom prst="rect">
              <a:avLst/>
            </a:prstGeom>
            <a:solidFill>
              <a:srgbClr val="99B0C8"/>
            </a:solidFill>
            <a:ln>
              <a:noFill/>
            </a:ln>
          </p:spPr>
        </p:sp>
        <p:sp>
          <p:nvSpPr>
            <p:cNvPr id="13271" name="Heatmap cell r51 c65"/>
            <p:cNvSpPr/>
            <p:nvPr/>
          </p:nvSpPr>
          <p:spPr>
            <a:xfrm>
              <a:off x="1191253" y="1367384"/>
              <a:ext cx="19034" cy="26609"/>
            </a:xfrm>
            <a:prstGeom prst="rect">
              <a:avLst/>
            </a:prstGeom>
            <a:solidFill>
              <a:srgbClr val="7C9CBA"/>
            </a:solidFill>
            <a:ln>
              <a:noFill/>
            </a:ln>
          </p:spPr>
        </p:sp>
        <p:sp>
          <p:nvSpPr>
            <p:cNvPr id="13272" name="Heatmap cell r51 c66"/>
            <p:cNvSpPr/>
            <p:nvPr/>
          </p:nvSpPr>
          <p:spPr>
            <a:xfrm>
              <a:off x="1210192" y="1367384"/>
              <a:ext cx="17140" cy="26609"/>
            </a:xfrm>
            <a:prstGeom prst="rect">
              <a:avLst/>
            </a:prstGeom>
            <a:solidFill>
              <a:srgbClr val="A9BCD2"/>
            </a:solidFill>
            <a:ln>
              <a:noFill/>
            </a:ln>
          </p:spPr>
        </p:sp>
        <p:sp>
          <p:nvSpPr>
            <p:cNvPr id="13273" name="Heatmap cell r51 c67"/>
            <p:cNvSpPr/>
            <p:nvPr/>
          </p:nvSpPr>
          <p:spPr>
            <a:xfrm>
              <a:off x="1227236" y="1367384"/>
              <a:ext cx="19034" cy="26609"/>
            </a:xfrm>
            <a:prstGeom prst="rect">
              <a:avLst/>
            </a:prstGeom>
            <a:solidFill>
              <a:srgbClr val="BECFDD"/>
            </a:solidFill>
            <a:ln>
              <a:noFill/>
            </a:ln>
          </p:spPr>
        </p:sp>
        <p:sp>
          <p:nvSpPr>
            <p:cNvPr id="13274" name="Heatmap cell r51 c68"/>
            <p:cNvSpPr/>
            <p:nvPr/>
          </p:nvSpPr>
          <p:spPr>
            <a:xfrm>
              <a:off x="1246175" y="1367384"/>
              <a:ext cx="17140" cy="26609"/>
            </a:xfrm>
            <a:prstGeom prst="rect">
              <a:avLst/>
            </a:prstGeom>
            <a:solidFill>
              <a:srgbClr val="F8E6E8"/>
            </a:solidFill>
            <a:ln>
              <a:noFill/>
            </a:ln>
          </p:spPr>
        </p:sp>
        <p:sp>
          <p:nvSpPr>
            <p:cNvPr id="13275" name="Heatmap cell r51 c69"/>
            <p:cNvSpPr/>
            <p:nvPr/>
          </p:nvSpPr>
          <p:spPr>
            <a:xfrm>
              <a:off x="1263220" y="1367384"/>
              <a:ext cx="19034" cy="26609"/>
            </a:xfrm>
            <a:prstGeom prst="rect">
              <a:avLst/>
            </a:prstGeom>
            <a:solidFill>
              <a:srgbClr val="E7EBF1"/>
            </a:solidFill>
            <a:ln>
              <a:noFill/>
            </a:ln>
          </p:spPr>
        </p:sp>
        <p:sp>
          <p:nvSpPr>
            <p:cNvPr id="13276" name="Heatmap cell r51 c70"/>
            <p:cNvSpPr/>
            <p:nvPr/>
          </p:nvSpPr>
          <p:spPr>
            <a:xfrm>
              <a:off x="1282159" y="1367384"/>
              <a:ext cx="17140" cy="26609"/>
            </a:xfrm>
            <a:prstGeom prst="rect">
              <a:avLst/>
            </a:prstGeom>
            <a:solidFill>
              <a:srgbClr val="BCCDDD"/>
            </a:solidFill>
            <a:ln>
              <a:noFill/>
            </a:ln>
          </p:spPr>
        </p:sp>
        <p:sp>
          <p:nvSpPr>
            <p:cNvPr id="13277" name="Heatmap cell r51 c71"/>
            <p:cNvSpPr/>
            <p:nvPr/>
          </p:nvSpPr>
          <p:spPr>
            <a:xfrm>
              <a:off x="1299204" y="1367384"/>
              <a:ext cx="19034" cy="26609"/>
            </a:xfrm>
            <a:prstGeom prst="rect">
              <a:avLst/>
            </a:prstGeom>
            <a:solidFill>
              <a:srgbClr val="87A3C0"/>
            </a:solidFill>
            <a:ln>
              <a:noFill/>
            </a:ln>
          </p:spPr>
        </p:sp>
        <p:sp>
          <p:nvSpPr>
            <p:cNvPr id="13278" name="Heatmap cell r51 c72"/>
            <p:cNvSpPr/>
            <p:nvPr/>
          </p:nvSpPr>
          <p:spPr>
            <a:xfrm>
              <a:off x="1318143" y="1367384"/>
              <a:ext cx="17140" cy="26609"/>
            </a:xfrm>
            <a:prstGeom prst="rect">
              <a:avLst/>
            </a:prstGeom>
            <a:solidFill>
              <a:srgbClr val="D4DFE9"/>
            </a:solidFill>
            <a:ln>
              <a:noFill/>
            </a:ln>
          </p:spPr>
        </p:sp>
        <p:sp>
          <p:nvSpPr>
            <p:cNvPr id="13279" name="Heatmap cell r51 c73"/>
            <p:cNvSpPr/>
            <p:nvPr/>
          </p:nvSpPr>
          <p:spPr>
            <a:xfrm>
              <a:off x="1335188" y="1367384"/>
              <a:ext cx="19034" cy="26609"/>
            </a:xfrm>
            <a:prstGeom prst="rect">
              <a:avLst/>
            </a:prstGeom>
            <a:solidFill>
              <a:srgbClr val="D4DFE9"/>
            </a:solidFill>
            <a:ln>
              <a:noFill/>
            </a:ln>
          </p:spPr>
        </p:sp>
        <p:sp>
          <p:nvSpPr>
            <p:cNvPr id="13280" name="Heatmap cell r51 c74"/>
            <p:cNvSpPr/>
            <p:nvPr/>
          </p:nvSpPr>
          <p:spPr>
            <a:xfrm>
              <a:off x="1354127" y="1367384"/>
              <a:ext cx="17140" cy="26609"/>
            </a:xfrm>
            <a:prstGeom prst="rect">
              <a:avLst/>
            </a:prstGeom>
            <a:solidFill>
              <a:srgbClr val="F6D4D7"/>
            </a:solidFill>
            <a:ln>
              <a:noFill/>
            </a:ln>
          </p:spPr>
        </p:sp>
        <p:sp>
          <p:nvSpPr>
            <p:cNvPr id="13281" name="Heatmap cell r51 c75"/>
            <p:cNvSpPr/>
            <p:nvPr/>
          </p:nvSpPr>
          <p:spPr>
            <a:xfrm>
              <a:off x="1371172" y="1367384"/>
              <a:ext cx="19034" cy="26609"/>
            </a:xfrm>
            <a:prstGeom prst="rect">
              <a:avLst/>
            </a:prstGeom>
            <a:solidFill>
              <a:srgbClr val="FAECEC"/>
            </a:solidFill>
            <a:ln>
              <a:noFill/>
            </a:ln>
          </p:spPr>
        </p:sp>
        <p:sp>
          <p:nvSpPr>
            <p:cNvPr id="13282" name="Heatmap cell r51 c76"/>
            <p:cNvSpPr/>
            <p:nvPr/>
          </p:nvSpPr>
          <p:spPr>
            <a:xfrm>
              <a:off x="1390110" y="1367384"/>
              <a:ext cx="19034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13283" name="Heatmap cell r51 c77"/>
            <p:cNvSpPr/>
            <p:nvPr/>
          </p:nvSpPr>
          <p:spPr>
            <a:xfrm>
              <a:off x="1409049" y="1367384"/>
              <a:ext cx="17140" cy="26609"/>
            </a:xfrm>
            <a:prstGeom prst="rect">
              <a:avLst/>
            </a:prstGeom>
            <a:solidFill>
              <a:srgbClr val="BCCDDD"/>
            </a:solidFill>
            <a:ln>
              <a:noFill/>
            </a:ln>
          </p:spPr>
        </p:sp>
        <p:sp>
          <p:nvSpPr>
            <p:cNvPr id="13284" name="Heatmap cell r51 c78"/>
            <p:cNvSpPr/>
            <p:nvPr/>
          </p:nvSpPr>
          <p:spPr>
            <a:xfrm>
              <a:off x="1426094" y="1367384"/>
              <a:ext cx="19034" cy="26609"/>
            </a:xfrm>
            <a:prstGeom prst="rect">
              <a:avLst/>
            </a:prstGeom>
            <a:solidFill>
              <a:srgbClr val="B6C7D9"/>
            </a:solidFill>
            <a:ln>
              <a:noFill/>
            </a:ln>
          </p:spPr>
        </p:sp>
        <p:sp>
          <p:nvSpPr>
            <p:cNvPr id="13285" name="Heatmap cell r51 c79"/>
            <p:cNvSpPr/>
            <p:nvPr/>
          </p:nvSpPr>
          <p:spPr>
            <a:xfrm>
              <a:off x="1445033" y="1367384"/>
              <a:ext cx="17140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13286" name="Heatmap cell r51 c80"/>
            <p:cNvSpPr/>
            <p:nvPr/>
          </p:nvSpPr>
          <p:spPr>
            <a:xfrm>
              <a:off x="1462078" y="1367384"/>
              <a:ext cx="19034" cy="26609"/>
            </a:xfrm>
            <a:prstGeom prst="rect">
              <a:avLst/>
            </a:prstGeom>
            <a:solidFill>
              <a:srgbClr val="8AA7C2"/>
            </a:solidFill>
            <a:ln>
              <a:noFill/>
            </a:ln>
          </p:spPr>
        </p:sp>
        <p:sp>
          <p:nvSpPr>
            <p:cNvPr id="13287" name="Heatmap cell r51 c81"/>
            <p:cNvSpPr/>
            <p:nvPr/>
          </p:nvSpPr>
          <p:spPr>
            <a:xfrm>
              <a:off x="1481017" y="1367384"/>
              <a:ext cx="17140" cy="26609"/>
            </a:xfrm>
            <a:prstGeom prst="rect">
              <a:avLst/>
            </a:prstGeom>
            <a:solidFill>
              <a:srgbClr val="1B4883"/>
            </a:solidFill>
            <a:ln>
              <a:noFill/>
            </a:ln>
          </p:spPr>
        </p:sp>
        <p:sp>
          <p:nvSpPr>
            <p:cNvPr id="13288" name="Heatmap cell r51 c82"/>
            <p:cNvSpPr/>
            <p:nvPr/>
          </p:nvSpPr>
          <p:spPr>
            <a:xfrm>
              <a:off x="1498062" y="1367384"/>
              <a:ext cx="19034" cy="26609"/>
            </a:xfrm>
            <a:prstGeom prst="rect">
              <a:avLst/>
            </a:prstGeom>
            <a:solidFill>
              <a:srgbClr val="F6D6DA"/>
            </a:solidFill>
            <a:ln>
              <a:noFill/>
            </a:ln>
          </p:spPr>
        </p:sp>
        <p:sp>
          <p:nvSpPr>
            <p:cNvPr id="13289" name="Heatmap cell r51 c83"/>
            <p:cNvSpPr/>
            <p:nvPr/>
          </p:nvSpPr>
          <p:spPr>
            <a:xfrm>
              <a:off x="1517001" y="1367384"/>
              <a:ext cx="17140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13290" name="Heatmap cell r51 c84"/>
            <p:cNvSpPr/>
            <p:nvPr/>
          </p:nvSpPr>
          <p:spPr>
            <a:xfrm>
              <a:off x="1534046" y="1367384"/>
              <a:ext cx="19034" cy="26609"/>
            </a:xfrm>
            <a:prstGeom prst="rect">
              <a:avLst/>
            </a:prstGeom>
            <a:solidFill>
              <a:srgbClr val="ECF0F6"/>
            </a:solidFill>
            <a:ln>
              <a:noFill/>
            </a:ln>
          </p:spPr>
        </p:sp>
        <p:sp>
          <p:nvSpPr>
            <p:cNvPr id="13291" name="Heatmap cell r51 c86"/>
            <p:cNvSpPr/>
            <p:nvPr/>
          </p:nvSpPr>
          <p:spPr>
            <a:xfrm>
              <a:off x="1570029" y="1367384"/>
              <a:ext cx="19034" cy="26609"/>
            </a:xfrm>
            <a:prstGeom prst="rect">
              <a:avLst/>
            </a:prstGeom>
            <a:solidFill>
              <a:srgbClr val="D5DFE9"/>
            </a:solidFill>
            <a:ln>
              <a:noFill/>
            </a:ln>
          </p:spPr>
        </p:sp>
        <p:sp>
          <p:nvSpPr>
            <p:cNvPr id="13292" name="Heatmap cell r51 c87"/>
            <p:cNvSpPr/>
            <p:nvPr/>
          </p:nvSpPr>
          <p:spPr>
            <a:xfrm>
              <a:off x="1588968" y="1367384"/>
              <a:ext cx="17140" cy="26609"/>
            </a:xfrm>
            <a:prstGeom prst="rect">
              <a:avLst/>
            </a:prstGeom>
            <a:solidFill>
              <a:srgbClr val="CED9E4"/>
            </a:solidFill>
            <a:ln>
              <a:noFill/>
            </a:ln>
          </p:spPr>
        </p:sp>
        <p:sp>
          <p:nvSpPr>
            <p:cNvPr id="13293" name="Heatmap cell r51 c88"/>
            <p:cNvSpPr/>
            <p:nvPr/>
          </p:nvSpPr>
          <p:spPr>
            <a:xfrm>
              <a:off x="1606013" y="1367384"/>
              <a:ext cx="19034" cy="26609"/>
            </a:xfrm>
            <a:prstGeom prst="rect">
              <a:avLst/>
            </a:prstGeom>
            <a:solidFill>
              <a:srgbClr val="9EB5CC"/>
            </a:solidFill>
            <a:ln>
              <a:noFill/>
            </a:ln>
          </p:spPr>
        </p:sp>
        <p:sp>
          <p:nvSpPr>
            <p:cNvPr id="13294" name="Heatmap cell r51 c89"/>
            <p:cNvSpPr/>
            <p:nvPr/>
          </p:nvSpPr>
          <p:spPr>
            <a:xfrm>
              <a:off x="1624952" y="1367384"/>
              <a:ext cx="19034" cy="26609"/>
            </a:xfrm>
            <a:prstGeom prst="rect">
              <a:avLst/>
            </a:prstGeom>
            <a:solidFill>
              <a:srgbClr val="4B779F"/>
            </a:solidFill>
            <a:ln>
              <a:noFill/>
            </a:ln>
          </p:spPr>
        </p:sp>
        <p:sp>
          <p:nvSpPr>
            <p:cNvPr id="13295" name="Heatmap cell r51 c90"/>
            <p:cNvSpPr/>
            <p:nvPr/>
          </p:nvSpPr>
          <p:spPr>
            <a:xfrm>
              <a:off x="1643891" y="1367384"/>
              <a:ext cx="17140" cy="26609"/>
            </a:xfrm>
            <a:prstGeom prst="rect">
              <a:avLst/>
            </a:prstGeom>
            <a:solidFill>
              <a:srgbClr val="C5D2DF"/>
            </a:solidFill>
            <a:ln>
              <a:noFill/>
            </a:ln>
          </p:spPr>
        </p:sp>
        <p:sp>
          <p:nvSpPr>
            <p:cNvPr id="13296" name="Heatmap cell r51 c91"/>
            <p:cNvSpPr/>
            <p:nvPr/>
          </p:nvSpPr>
          <p:spPr>
            <a:xfrm>
              <a:off x="1660936" y="1367384"/>
              <a:ext cx="19034" cy="26609"/>
            </a:xfrm>
            <a:prstGeom prst="rect">
              <a:avLst/>
            </a:prstGeom>
            <a:solidFill>
              <a:srgbClr val="B9C9DB"/>
            </a:solidFill>
            <a:ln>
              <a:noFill/>
            </a:ln>
          </p:spPr>
        </p:sp>
        <p:sp>
          <p:nvSpPr>
            <p:cNvPr id="13297" name="Heatmap cell r51 c92"/>
            <p:cNvSpPr/>
            <p:nvPr/>
          </p:nvSpPr>
          <p:spPr>
            <a:xfrm>
              <a:off x="1679875" y="1367384"/>
              <a:ext cx="17140" cy="26609"/>
            </a:xfrm>
            <a:prstGeom prst="rect">
              <a:avLst/>
            </a:prstGeom>
            <a:solidFill>
              <a:srgbClr val="D0DBE6"/>
            </a:solidFill>
            <a:ln>
              <a:noFill/>
            </a:ln>
          </p:spPr>
        </p:sp>
        <p:sp>
          <p:nvSpPr>
            <p:cNvPr id="13298" name="Heatmap cell r51 c94"/>
            <p:cNvSpPr/>
            <p:nvPr/>
          </p:nvSpPr>
          <p:spPr>
            <a:xfrm>
              <a:off x="1715858" y="1367384"/>
              <a:ext cx="17140" cy="26609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</p:sp>
        <p:sp>
          <p:nvSpPr>
            <p:cNvPr id="13299" name="Heatmap cell r51 c95"/>
            <p:cNvSpPr/>
            <p:nvPr/>
          </p:nvSpPr>
          <p:spPr>
            <a:xfrm>
              <a:off x="1732903" y="1367384"/>
              <a:ext cx="19034" cy="26609"/>
            </a:xfrm>
            <a:prstGeom prst="rect">
              <a:avLst/>
            </a:prstGeom>
            <a:solidFill>
              <a:srgbClr val="6D91B3"/>
            </a:solidFill>
            <a:ln>
              <a:noFill/>
            </a:ln>
          </p:spPr>
        </p:sp>
        <p:sp>
          <p:nvSpPr>
            <p:cNvPr id="13300" name="Heatmap cell r51 c96"/>
            <p:cNvSpPr/>
            <p:nvPr/>
          </p:nvSpPr>
          <p:spPr>
            <a:xfrm>
              <a:off x="1751842" y="1367384"/>
              <a:ext cx="17140" cy="26609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13301" name="Heatmap cell r51 c97"/>
            <p:cNvSpPr/>
            <p:nvPr/>
          </p:nvSpPr>
          <p:spPr>
            <a:xfrm>
              <a:off x="1768887" y="1367384"/>
              <a:ext cx="19034" cy="26609"/>
            </a:xfrm>
            <a:prstGeom prst="rect">
              <a:avLst/>
            </a:prstGeom>
            <a:solidFill>
              <a:srgbClr val="FAECEC"/>
            </a:solidFill>
            <a:ln>
              <a:noFill/>
            </a:ln>
          </p:spPr>
        </p:sp>
        <p:sp>
          <p:nvSpPr>
            <p:cNvPr id="13302" name="Heatmap cell r51 c98"/>
            <p:cNvSpPr/>
            <p:nvPr/>
          </p:nvSpPr>
          <p:spPr>
            <a:xfrm>
              <a:off x="1787826" y="1367384"/>
              <a:ext cx="17140" cy="26609"/>
            </a:xfrm>
            <a:prstGeom prst="rect">
              <a:avLst/>
            </a:prstGeom>
            <a:solidFill>
              <a:srgbClr val="FDF9FA"/>
            </a:solidFill>
            <a:ln>
              <a:noFill/>
            </a:ln>
          </p:spPr>
        </p:sp>
        <p:sp>
          <p:nvSpPr>
            <p:cNvPr id="13303" name="Heatmap cell r51 c99"/>
            <p:cNvSpPr/>
            <p:nvPr/>
          </p:nvSpPr>
          <p:spPr>
            <a:xfrm>
              <a:off x="1804871" y="1367384"/>
              <a:ext cx="19034" cy="26609"/>
            </a:xfrm>
            <a:prstGeom prst="rect">
              <a:avLst/>
            </a:prstGeom>
            <a:solidFill>
              <a:srgbClr val="ADC2D4"/>
            </a:solidFill>
            <a:ln>
              <a:noFill/>
            </a:ln>
          </p:spPr>
        </p:sp>
        <p:sp>
          <p:nvSpPr>
            <p:cNvPr id="13304" name="Heatmap cell r51 c100"/>
            <p:cNvSpPr/>
            <p:nvPr/>
          </p:nvSpPr>
          <p:spPr>
            <a:xfrm>
              <a:off x="1823810" y="1367384"/>
              <a:ext cx="17140" cy="26609"/>
            </a:xfrm>
            <a:prstGeom prst="rect">
              <a:avLst/>
            </a:prstGeom>
            <a:solidFill>
              <a:srgbClr val="F4CCD1"/>
            </a:solidFill>
            <a:ln>
              <a:noFill/>
            </a:ln>
          </p:spPr>
        </p:sp>
        <p:sp>
          <p:nvSpPr>
            <p:cNvPr id="13305" name="Heatmap cell r51 c101"/>
            <p:cNvSpPr/>
            <p:nvPr/>
          </p:nvSpPr>
          <p:spPr>
            <a:xfrm>
              <a:off x="1840855" y="1367384"/>
              <a:ext cx="19034" cy="26609"/>
            </a:xfrm>
            <a:prstGeom prst="rect">
              <a:avLst/>
            </a:prstGeom>
            <a:solidFill>
              <a:srgbClr val="D2DDE8"/>
            </a:solidFill>
            <a:ln>
              <a:noFill/>
            </a:ln>
          </p:spPr>
        </p:sp>
        <p:sp>
          <p:nvSpPr>
            <p:cNvPr id="13306" name="Heatmap cell r51 c102"/>
            <p:cNvSpPr/>
            <p:nvPr/>
          </p:nvSpPr>
          <p:spPr>
            <a:xfrm>
              <a:off x="1859794" y="1367384"/>
              <a:ext cx="19034" cy="26609"/>
            </a:xfrm>
            <a:prstGeom prst="rect">
              <a:avLst/>
            </a:prstGeom>
            <a:solidFill>
              <a:srgbClr val="9DB5CC"/>
            </a:solidFill>
            <a:ln>
              <a:noFill/>
            </a:ln>
          </p:spPr>
        </p:sp>
        <p:sp>
          <p:nvSpPr>
            <p:cNvPr id="13307" name="Heatmap cell r51 c105"/>
            <p:cNvSpPr/>
            <p:nvPr/>
          </p:nvSpPr>
          <p:spPr>
            <a:xfrm>
              <a:off x="1914716" y="1367384"/>
              <a:ext cx="17140" cy="26609"/>
            </a:xfrm>
            <a:prstGeom prst="rect">
              <a:avLst/>
            </a:prstGeom>
            <a:solidFill>
              <a:srgbClr val="F7DADC"/>
            </a:solidFill>
            <a:ln>
              <a:noFill/>
            </a:ln>
          </p:spPr>
        </p:sp>
        <p:sp>
          <p:nvSpPr>
            <p:cNvPr id="13308" name="Heatmap cell r51 c106"/>
            <p:cNvSpPr/>
            <p:nvPr/>
          </p:nvSpPr>
          <p:spPr>
            <a:xfrm>
              <a:off x="1931761" y="1367384"/>
              <a:ext cx="19034" cy="26609"/>
            </a:xfrm>
            <a:prstGeom prst="rect">
              <a:avLst/>
            </a:prstGeom>
            <a:solidFill>
              <a:srgbClr val="AABDD2"/>
            </a:solidFill>
            <a:ln>
              <a:noFill/>
            </a:ln>
          </p:spPr>
        </p:sp>
        <p:sp>
          <p:nvSpPr>
            <p:cNvPr id="13309" name="Heatmap cell r51 c107"/>
            <p:cNvSpPr/>
            <p:nvPr/>
          </p:nvSpPr>
          <p:spPr>
            <a:xfrm>
              <a:off x="1950700" y="1367384"/>
              <a:ext cx="17140" cy="26609"/>
            </a:xfrm>
            <a:prstGeom prst="rect">
              <a:avLst/>
            </a:prstGeom>
            <a:solidFill>
              <a:srgbClr val="ACC0D3"/>
            </a:solidFill>
            <a:ln>
              <a:noFill/>
            </a:ln>
          </p:spPr>
        </p:sp>
        <p:sp>
          <p:nvSpPr>
            <p:cNvPr id="13310" name="Heatmap cell r51 c108"/>
            <p:cNvSpPr/>
            <p:nvPr/>
          </p:nvSpPr>
          <p:spPr>
            <a:xfrm>
              <a:off x="1967745" y="1367384"/>
              <a:ext cx="19034" cy="26609"/>
            </a:xfrm>
            <a:prstGeom prst="rect">
              <a:avLst/>
            </a:prstGeom>
            <a:solidFill>
              <a:srgbClr val="DEE6EC"/>
            </a:solidFill>
            <a:ln>
              <a:noFill/>
            </a:ln>
          </p:spPr>
        </p:sp>
        <p:sp>
          <p:nvSpPr>
            <p:cNvPr id="13311" name="Heatmap cell r51 c109"/>
            <p:cNvSpPr/>
            <p:nvPr/>
          </p:nvSpPr>
          <p:spPr>
            <a:xfrm>
              <a:off x="1986684" y="1367384"/>
              <a:ext cx="17140" cy="26609"/>
            </a:xfrm>
            <a:prstGeom prst="rect">
              <a:avLst/>
            </a:prstGeom>
            <a:solidFill>
              <a:srgbClr val="F3C7CC"/>
            </a:solidFill>
            <a:ln>
              <a:noFill/>
            </a:ln>
          </p:spPr>
        </p:sp>
        <p:sp>
          <p:nvSpPr>
            <p:cNvPr id="13312" name="Heatmap cell r51 c110"/>
            <p:cNvSpPr/>
            <p:nvPr/>
          </p:nvSpPr>
          <p:spPr>
            <a:xfrm>
              <a:off x="2003729" y="1367384"/>
              <a:ext cx="19034" cy="26609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13313" name="Heatmap cell r51 c111"/>
            <p:cNvSpPr/>
            <p:nvPr/>
          </p:nvSpPr>
          <p:spPr>
            <a:xfrm>
              <a:off x="2022668" y="1367384"/>
              <a:ext cx="17140" cy="26609"/>
            </a:xfrm>
            <a:prstGeom prst="rect">
              <a:avLst/>
            </a:prstGeom>
            <a:solidFill>
              <a:srgbClr val="CFDAE4"/>
            </a:solidFill>
            <a:ln>
              <a:noFill/>
            </a:ln>
          </p:spPr>
        </p:sp>
        <p:sp>
          <p:nvSpPr>
            <p:cNvPr id="13314" name="Heatmap cell r51 c112"/>
            <p:cNvSpPr/>
            <p:nvPr/>
          </p:nvSpPr>
          <p:spPr>
            <a:xfrm>
              <a:off x="2039712" y="1367384"/>
              <a:ext cx="19034" cy="26609"/>
            </a:xfrm>
            <a:prstGeom prst="rect">
              <a:avLst/>
            </a:prstGeom>
            <a:solidFill>
              <a:srgbClr val="BBCCDC"/>
            </a:solidFill>
            <a:ln>
              <a:noFill/>
            </a:ln>
          </p:spPr>
        </p:sp>
        <p:sp>
          <p:nvSpPr>
            <p:cNvPr id="13315" name="Heatmap cell r51 c113"/>
            <p:cNvSpPr/>
            <p:nvPr/>
          </p:nvSpPr>
          <p:spPr>
            <a:xfrm>
              <a:off x="2058651" y="1367384"/>
              <a:ext cx="17140" cy="26609"/>
            </a:xfrm>
            <a:prstGeom prst="rect">
              <a:avLst/>
            </a:prstGeom>
            <a:solidFill>
              <a:srgbClr val="D9E1EB"/>
            </a:solidFill>
            <a:ln>
              <a:noFill/>
            </a:ln>
          </p:spPr>
        </p:sp>
        <p:sp>
          <p:nvSpPr>
            <p:cNvPr id="13316" name="Heatmap cell r51 c114"/>
            <p:cNvSpPr/>
            <p:nvPr/>
          </p:nvSpPr>
          <p:spPr>
            <a:xfrm>
              <a:off x="2075696" y="1367384"/>
              <a:ext cx="19034" cy="26609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13317" name="Heatmap cell r51 c115"/>
            <p:cNvSpPr/>
            <p:nvPr/>
          </p:nvSpPr>
          <p:spPr>
            <a:xfrm>
              <a:off x="2094635" y="1367384"/>
              <a:ext cx="19034" cy="26609"/>
            </a:xfrm>
            <a:prstGeom prst="rect">
              <a:avLst/>
            </a:prstGeom>
            <a:solidFill>
              <a:srgbClr val="DDE4EC"/>
            </a:solidFill>
            <a:ln>
              <a:noFill/>
            </a:ln>
          </p:spPr>
        </p:sp>
        <p:sp>
          <p:nvSpPr>
            <p:cNvPr id="13318" name="Heatmap cell r51 c116"/>
            <p:cNvSpPr/>
            <p:nvPr/>
          </p:nvSpPr>
          <p:spPr>
            <a:xfrm>
              <a:off x="2113574" y="1367384"/>
              <a:ext cx="17140" cy="26609"/>
            </a:xfrm>
            <a:prstGeom prst="rect">
              <a:avLst/>
            </a:prstGeom>
            <a:solidFill>
              <a:srgbClr val="C3D1DF"/>
            </a:solidFill>
            <a:ln>
              <a:noFill/>
            </a:ln>
          </p:spPr>
        </p:sp>
        <p:sp>
          <p:nvSpPr>
            <p:cNvPr id="13319" name="Heatmap cell r51 c117"/>
            <p:cNvSpPr/>
            <p:nvPr/>
          </p:nvSpPr>
          <p:spPr>
            <a:xfrm>
              <a:off x="2130619" y="1367384"/>
              <a:ext cx="19034" cy="26609"/>
            </a:xfrm>
            <a:prstGeom prst="rect">
              <a:avLst/>
            </a:prstGeom>
            <a:solidFill>
              <a:srgbClr val="CFDAE4"/>
            </a:solidFill>
            <a:ln>
              <a:noFill/>
            </a:ln>
          </p:spPr>
        </p:sp>
        <p:sp>
          <p:nvSpPr>
            <p:cNvPr id="13320" name="Heatmap cell r51 c118"/>
            <p:cNvSpPr/>
            <p:nvPr/>
          </p:nvSpPr>
          <p:spPr>
            <a:xfrm>
              <a:off x="2149558" y="1367384"/>
              <a:ext cx="17140" cy="26609"/>
            </a:xfrm>
            <a:prstGeom prst="rect">
              <a:avLst/>
            </a:prstGeom>
            <a:solidFill>
              <a:srgbClr val="DBE3EB"/>
            </a:solidFill>
            <a:ln>
              <a:noFill/>
            </a:ln>
          </p:spPr>
        </p:sp>
        <p:sp>
          <p:nvSpPr>
            <p:cNvPr id="13321" name="Heatmap cell r51 c119"/>
            <p:cNvSpPr/>
            <p:nvPr/>
          </p:nvSpPr>
          <p:spPr>
            <a:xfrm>
              <a:off x="2166603" y="1367384"/>
              <a:ext cx="19034" cy="26609"/>
            </a:xfrm>
            <a:prstGeom prst="rect">
              <a:avLst/>
            </a:prstGeom>
            <a:solidFill>
              <a:srgbClr val="8DA8C3"/>
            </a:solidFill>
            <a:ln>
              <a:noFill/>
            </a:ln>
          </p:spPr>
        </p:sp>
        <p:sp>
          <p:nvSpPr>
            <p:cNvPr id="13322" name="Heatmap cell r51 c120"/>
            <p:cNvSpPr/>
            <p:nvPr/>
          </p:nvSpPr>
          <p:spPr>
            <a:xfrm>
              <a:off x="2185542" y="1367384"/>
              <a:ext cx="17140" cy="26609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</p:sp>
        <p:sp>
          <p:nvSpPr>
            <p:cNvPr id="13323" name="Heatmap cell r51 c121"/>
            <p:cNvSpPr/>
            <p:nvPr/>
          </p:nvSpPr>
          <p:spPr>
            <a:xfrm>
              <a:off x="2202586" y="1367384"/>
              <a:ext cx="19034" cy="26609"/>
            </a:xfrm>
            <a:prstGeom prst="rect">
              <a:avLst/>
            </a:prstGeom>
            <a:solidFill>
              <a:srgbClr val="BECFDD"/>
            </a:solidFill>
            <a:ln>
              <a:noFill/>
            </a:ln>
          </p:spPr>
        </p:sp>
        <p:sp>
          <p:nvSpPr>
            <p:cNvPr id="13324" name="Heatmap cell r51 c122"/>
            <p:cNvSpPr/>
            <p:nvPr/>
          </p:nvSpPr>
          <p:spPr>
            <a:xfrm>
              <a:off x="2221525" y="1367384"/>
              <a:ext cx="17140" cy="26609"/>
            </a:xfrm>
            <a:prstGeom prst="rect">
              <a:avLst/>
            </a:prstGeom>
            <a:solidFill>
              <a:srgbClr val="A0B7CE"/>
            </a:solidFill>
            <a:ln>
              <a:noFill/>
            </a:ln>
          </p:spPr>
        </p:sp>
        <p:sp>
          <p:nvSpPr>
            <p:cNvPr id="13325" name="Heatmap cell r51 c123"/>
            <p:cNvSpPr/>
            <p:nvPr/>
          </p:nvSpPr>
          <p:spPr>
            <a:xfrm>
              <a:off x="2238570" y="1367384"/>
              <a:ext cx="19034" cy="26609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</p:sp>
        <p:sp>
          <p:nvSpPr>
            <p:cNvPr id="13326" name="Heatmap cell r51 c124"/>
            <p:cNvSpPr/>
            <p:nvPr/>
          </p:nvSpPr>
          <p:spPr>
            <a:xfrm>
              <a:off x="2257509" y="1367384"/>
              <a:ext cx="17140" cy="26609"/>
            </a:xfrm>
            <a:prstGeom prst="rect">
              <a:avLst/>
            </a:prstGeom>
            <a:solidFill>
              <a:srgbClr val="C4D2DF"/>
            </a:solidFill>
            <a:ln>
              <a:noFill/>
            </a:ln>
          </p:spPr>
        </p:sp>
        <p:sp>
          <p:nvSpPr>
            <p:cNvPr id="13327" name="Heatmap cell r51 c125"/>
            <p:cNvSpPr/>
            <p:nvPr/>
          </p:nvSpPr>
          <p:spPr>
            <a:xfrm>
              <a:off x="2274554" y="1367384"/>
              <a:ext cx="19034" cy="26609"/>
            </a:xfrm>
            <a:prstGeom prst="rect">
              <a:avLst/>
            </a:prstGeom>
            <a:solidFill>
              <a:srgbClr val="EBF0F6"/>
            </a:solidFill>
            <a:ln>
              <a:noFill/>
            </a:ln>
          </p:spPr>
        </p:sp>
        <p:sp>
          <p:nvSpPr>
            <p:cNvPr id="13328" name="Heatmap cell r51 c126"/>
            <p:cNvSpPr/>
            <p:nvPr/>
          </p:nvSpPr>
          <p:spPr>
            <a:xfrm>
              <a:off x="2293493" y="1367384"/>
              <a:ext cx="17140" cy="26609"/>
            </a:xfrm>
            <a:prstGeom prst="rect">
              <a:avLst/>
            </a:prstGeom>
            <a:solidFill>
              <a:srgbClr val="CCD7E3"/>
            </a:solidFill>
            <a:ln>
              <a:noFill/>
            </a:ln>
          </p:spPr>
        </p:sp>
        <p:sp>
          <p:nvSpPr>
            <p:cNvPr id="13329" name="Heatmap cell r51 c127"/>
            <p:cNvSpPr/>
            <p:nvPr/>
          </p:nvSpPr>
          <p:spPr>
            <a:xfrm>
              <a:off x="2310538" y="1367384"/>
              <a:ext cx="19034" cy="26609"/>
            </a:xfrm>
            <a:prstGeom prst="rect">
              <a:avLst/>
            </a:prstGeom>
            <a:solidFill>
              <a:srgbClr val="DFE6ED"/>
            </a:solidFill>
            <a:ln>
              <a:noFill/>
            </a:ln>
          </p:spPr>
        </p:sp>
        <p:sp>
          <p:nvSpPr>
            <p:cNvPr id="13330" name="Heatmap cell r51 c128"/>
            <p:cNvSpPr/>
            <p:nvPr/>
          </p:nvSpPr>
          <p:spPr>
            <a:xfrm>
              <a:off x="2329477" y="1367384"/>
              <a:ext cx="19034" cy="26609"/>
            </a:xfrm>
            <a:prstGeom prst="rect">
              <a:avLst/>
            </a:prstGeom>
            <a:solidFill>
              <a:srgbClr val="9FB7CD"/>
            </a:solidFill>
            <a:ln>
              <a:noFill/>
            </a:ln>
          </p:spPr>
        </p:sp>
        <p:sp>
          <p:nvSpPr>
            <p:cNvPr id="13331" name="Heatmap cell r51 c129"/>
            <p:cNvSpPr/>
            <p:nvPr/>
          </p:nvSpPr>
          <p:spPr>
            <a:xfrm>
              <a:off x="2348416" y="1367384"/>
              <a:ext cx="17140" cy="26609"/>
            </a:xfrm>
            <a:prstGeom prst="rect">
              <a:avLst/>
            </a:prstGeom>
            <a:solidFill>
              <a:srgbClr val="BACADB"/>
            </a:solidFill>
            <a:ln>
              <a:noFill/>
            </a:ln>
          </p:spPr>
        </p:sp>
        <p:sp>
          <p:nvSpPr>
            <p:cNvPr id="13332" name="Heatmap cell r51 c130"/>
            <p:cNvSpPr/>
            <p:nvPr/>
          </p:nvSpPr>
          <p:spPr>
            <a:xfrm>
              <a:off x="2365460" y="1367384"/>
              <a:ext cx="19034" cy="26609"/>
            </a:xfrm>
            <a:prstGeom prst="rect">
              <a:avLst/>
            </a:prstGeom>
            <a:solidFill>
              <a:srgbClr val="FDF9FA"/>
            </a:solidFill>
            <a:ln>
              <a:noFill/>
            </a:ln>
          </p:spPr>
        </p:sp>
        <p:sp>
          <p:nvSpPr>
            <p:cNvPr id="13333" name="Heatmap cell r51 c131"/>
            <p:cNvSpPr/>
            <p:nvPr/>
          </p:nvSpPr>
          <p:spPr>
            <a:xfrm>
              <a:off x="2384399" y="1367384"/>
              <a:ext cx="17140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13334" name="Heatmap cell r51 c132"/>
            <p:cNvSpPr/>
            <p:nvPr/>
          </p:nvSpPr>
          <p:spPr>
            <a:xfrm>
              <a:off x="2401444" y="1367384"/>
              <a:ext cx="19034" cy="26609"/>
            </a:xfrm>
            <a:prstGeom prst="rect">
              <a:avLst/>
            </a:prstGeom>
            <a:solidFill>
              <a:srgbClr val="E2EAEF"/>
            </a:solidFill>
            <a:ln>
              <a:noFill/>
            </a:ln>
          </p:spPr>
        </p:sp>
        <p:sp>
          <p:nvSpPr>
            <p:cNvPr id="13335" name="Heatmap cell r51 c133"/>
            <p:cNvSpPr/>
            <p:nvPr/>
          </p:nvSpPr>
          <p:spPr>
            <a:xfrm>
              <a:off x="2420383" y="1367384"/>
              <a:ext cx="17140" cy="26609"/>
            </a:xfrm>
            <a:prstGeom prst="rect">
              <a:avLst/>
            </a:prstGeom>
            <a:solidFill>
              <a:srgbClr val="D0DBE6"/>
            </a:solidFill>
            <a:ln>
              <a:noFill/>
            </a:ln>
          </p:spPr>
        </p:sp>
        <p:sp>
          <p:nvSpPr>
            <p:cNvPr id="13336" name="Heatmap cell r51 c134"/>
            <p:cNvSpPr/>
            <p:nvPr/>
          </p:nvSpPr>
          <p:spPr>
            <a:xfrm>
              <a:off x="2437428" y="1367384"/>
              <a:ext cx="19034" cy="26609"/>
            </a:xfrm>
            <a:prstGeom prst="rect">
              <a:avLst/>
            </a:prstGeom>
            <a:solidFill>
              <a:srgbClr val="D0DBE6"/>
            </a:solidFill>
            <a:ln>
              <a:noFill/>
            </a:ln>
          </p:spPr>
        </p:sp>
        <p:sp>
          <p:nvSpPr>
            <p:cNvPr id="13337" name="Heatmap cell r51 c135"/>
            <p:cNvSpPr/>
            <p:nvPr/>
          </p:nvSpPr>
          <p:spPr>
            <a:xfrm>
              <a:off x="2456367" y="1367384"/>
              <a:ext cx="17140" cy="26609"/>
            </a:xfrm>
            <a:prstGeom prst="rect">
              <a:avLst/>
            </a:prstGeom>
            <a:solidFill>
              <a:srgbClr val="A2B8CE"/>
            </a:solidFill>
            <a:ln>
              <a:noFill/>
            </a:ln>
          </p:spPr>
        </p:sp>
        <p:sp>
          <p:nvSpPr>
            <p:cNvPr id="13338" name="Heatmap cell r51 c136"/>
            <p:cNvSpPr/>
            <p:nvPr/>
          </p:nvSpPr>
          <p:spPr>
            <a:xfrm>
              <a:off x="2473412" y="1367384"/>
              <a:ext cx="19034" cy="26609"/>
            </a:xfrm>
            <a:prstGeom prst="rect">
              <a:avLst/>
            </a:prstGeom>
            <a:solidFill>
              <a:srgbClr val="F1BEC3"/>
            </a:solidFill>
            <a:ln>
              <a:noFill/>
            </a:ln>
          </p:spPr>
        </p:sp>
        <p:sp>
          <p:nvSpPr>
            <p:cNvPr id="13339" name="Heatmap cell r51 c137"/>
            <p:cNvSpPr/>
            <p:nvPr/>
          </p:nvSpPr>
          <p:spPr>
            <a:xfrm>
              <a:off x="2492351" y="1367384"/>
              <a:ext cx="17140" cy="26609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13340" name="Heatmap cell r51 c138"/>
            <p:cNvSpPr/>
            <p:nvPr/>
          </p:nvSpPr>
          <p:spPr>
            <a:xfrm>
              <a:off x="2509396" y="1367384"/>
              <a:ext cx="19034" cy="26609"/>
            </a:xfrm>
            <a:prstGeom prst="rect">
              <a:avLst/>
            </a:prstGeom>
            <a:solidFill>
              <a:srgbClr val="EDAEB5"/>
            </a:solidFill>
            <a:ln>
              <a:noFill/>
            </a:ln>
          </p:spPr>
        </p:sp>
        <p:sp>
          <p:nvSpPr>
            <p:cNvPr id="13341" name="Heatmap cell r51 c139"/>
            <p:cNvSpPr/>
            <p:nvPr/>
          </p:nvSpPr>
          <p:spPr>
            <a:xfrm>
              <a:off x="2528334" y="1367384"/>
              <a:ext cx="17140" cy="26609"/>
            </a:xfrm>
            <a:prstGeom prst="rect">
              <a:avLst/>
            </a:prstGeom>
            <a:solidFill>
              <a:srgbClr val="EDF1F7"/>
            </a:solidFill>
            <a:ln>
              <a:noFill/>
            </a:ln>
          </p:spPr>
        </p:sp>
        <p:sp>
          <p:nvSpPr>
            <p:cNvPr id="13342" name="Heatmap cell r51 c140"/>
            <p:cNvSpPr/>
            <p:nvPr/>
          </p:nvSpPr>
          <p:spPr>
            <a:xfrm>
              <a:off x="2545379" y="1367384"/>
              <a:ext cx="19034" cy="26609"/>
            </a:xfrm>
            <a:prstGeom prst="rect">
              <a:avLst/>
            </a:prstGeom>
            <a:solidFill>
              <a:srgbClr val="FDF9FA"/>
            </a:solidFill>
            <a:ln>
              <a:noFill/>
            </a:ln>
          </p:spPr>
        </p:sp>
        <p:sp>
          <p:nvSpPr>
            <p:cNvPr id="13343" name="Heatmap cell r51 c141"/>
            <p:cNvSpPr/>
            <p:nvPr/>
          </p:nvSpPr>
          <p:spPr>
            <a:xfrm>
              <a:off x="2564318" y="1367384"/>
              <a:ext cx="19034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13344" name="Heatmap cell r51 c142"/>
            <p:cNvSpPr/>
            <p:nvPr/>
          </p:nvSpPr>
          <p:spPr>
            <a:xfrm>
              <a:off x="2583257" y="1367384"/>
              <a:ext cx="17140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13345" name="Heatmap cell r51 c143"/>
            <p:cNvSpPr/>
            <p:nvPr/>
          </p:nvSpPr>
          <p:spPr>
            <a:xfrm>
              <a:off x="2600302" y="1367384"/>
              <a:ext cx="19034" cy="26609"/>
            </a:xfrm>
            <a:prstGeom prst="rect">
              <a:avLst/>
            </a:prstGeom>
            <a:solidFill>
              <a:srgbClr val="B3C5D6"/>
            </a:solidFill>
            <a:ln>
              <a:noFill/>
            </a:ln>
          </p:spPr>
        </p:sp>
        <p:sp>
          <p:nvSpPr>
            <p:cNvPr id="13346" name="Heatmap cell r51 c144"/>
            <p:cNvSpPr/>
            <p:nvPr/>
          </p:nvSpPr>
          <p:spPr>
            <a:xfrm>
              <a:off x="2619241" y="1367384"/>
              <a:ext cx="17140" cy="26609"/>
            </a:xfrm>
            <a:prstGeom prst="rect">
              <a:avLst/>
            </a:prstGeom>
            <a:solidFill>
              <a:srgbClr val="B5C5D7"/>
            </a:solidFill>
            <a:ln>
              <a:noFill/>
            </a:ln>
          </p:spPr>
        </p:sp>
        <p:sp>
          <p:nvSpPr>
            <p:cNvPr id="13347" name="Heatmap cell r51 c145"/>
            <p:cNvSpPr/>
            <p:nvPr/>
          </p:nvSpPr>
          <p:spPr>
            <a:xfrm>
              <a:off x="2636286" y="1367384"/>
              <a:ext cx="19034" cy="26609"/>
            </a:xfrm>
            <a:prstGeom prst="rect">
              <a:avLst/>
            </a:prstGeom>
            <a:solidFill>
              <a:srgbClr val="91ACC7"/>
            </a:solidFill>
            <a:ln>
              <a:noFill/>
            </a:ln>
          </p:spPr>
        </p:sp>
        <p:sp>
          <p:nvSpPr>
            <p:cNvPr id="13348" name="Heatmap cell r51 c146"/>
            <p:cNvSpPr/>
            <p:nvPr/>
          </p:nvSpPr>
          <p:spPr>
            <a:xfrm>
              <a:off x="2655225" y="1367384"/>
              <a:ext cx="17140" cy="26609"/>
            </a:xfrm>
            <a:prstGeom prst="rect">
              <a:avLst/>
            </a:prstGeom>
            <a:solidFill>
              <a:srgbClr val="061467"/>
            </a:solidFill>
            <a:ln>
              <a:noFill/>
            </a:ln>
          </p:spPr>
        </p:sp>
        <p:sp>
          <p:nvSpPr>
            <p:cNvPr id="13349" name="Heatmap cell r51 c147"/>
            <p:cNvSpPr/>
            <p:nvPr/>
          </p:nvSpPr>
          <p:spPr>
            <a:xfrm>
              <a:off x="2672270" y="1367384"/>
              <a:ext cx="19034" cy="26609"/>
            </a:xfrm>
            <a:prstGeom prst="rect">
              <a:avLst/>
            </a:prstGeom>
            <a:solidFill>
              <a:srgbClr val="E3EAF0"/>
            </a:solidFill>
            <a:ln>
              <a:noFill/>
            </a:ln>
          </p:spPr>
        </p:sp>
        <p:sp>
          <p:nvSpPr>
            <p:cNvPr id="13350" name="Heatmap cell r51 c148"/>
            <p:cNvSpPr/>
            <p:nvPr/>
          </p:nvSpPr>
          <p:spPr>
            <a:xfrm>
              <a:off x="2691208" y="1367384"/>
              <a:ext cx="17140" cy="26609"/>
            </a:xfrm>
            <a:prstGeom prst="rect">
              <a:avLst/>
            </a:prstGeom>
            <a:solidFill>
              <a:srgbClr val="D0DBE6"/>
            </a:solidFill>
            <a:ln>
              <a:noFill/>
            </a:ln>
          </p:spPr>
        </p:sp>
        <p:sp>
          <p:nvSpPr>
            <p:cNvPr id="13351" name="Heatmap cell r51 c149"/>
            <p:cNvSpPr/>
            <p:nvPr/>
          </p:nvSpPr>
          <p:spPr>
            <a:xfrm>
              <a:off x="2708253" y="1367384"/>
              <a:ext cx="19034" cy="26609"/>
            </a:xfrm>
            <a:prstGeom prst="rect">
              <a:avLst/>
            </a:prstGeom>
            <a:solidFill>
              <a:srgbClr val="F8DBDD"/>
            </a:solidFill>
            <a:ln>
              <a:noFill/>
            </a:ln>
          </p:spPr>
        </p:sp>
        <p:sp>
          <p:nvSpPr>
            <p:cNvPr id="13352" name="Heatmap cell r51 c150"/>
            <p:cNvSpPr/>
            <p:nvPr/>
          </p:nvSpPr>
          <p:spPr>
            <a:xfrm>
              <a:off x="2727192" y="1367384"/>
              <a:ext cx="17140" cy="26609"/>
            </a:xfrm>
            <a:prstGeom prst="rect">
              <a:avLst/>
            </a:prstGeom>
            <a:solidFill>
              <a:srgbClr val="B4C5D6"/>
            </a:solidFill>
            <a:ln>
              <a:noFill/>
            </a:ln>
          </p:spPr>
        </p:sp>
        <p:sp>
          <p:nvSpPr>
            <p:cNvPr id="13353" name="Heatmap cell r51 c151"/>
            <p:cNvSpPr/>
            <p:nvPr/>
          </p:nvSpPr>
          <p:spPr>
            <a:xfrm>
              <a:off x="2744237" y="1367384"/>
              <a:ext cx="19034" cy="26609"/>
            </a:xfrm>
            <a:prstGeom prst="rect">
              <a:avLst/>
            </a:prstGeom>
            <a:solidFill>
              <a:srgbClr val="E9EEF4"/>
            </a:solidFill>
            <a:ln>
              <a:noFill/>
            </a:ln>
          </p:spPr>
        </p:sp>
        <p:sp>
          <p:nvSpPr>
            <p:cNvPr id="13354" name="Heatmap cell r51 c152"/>
            <p:cNvSpPr/>
            <p:nvPr/>
          </p:nvSpPr>
          <p:spPr>
            <a:xfrm>
              <a:off x="2763176" y="1367384"/>
              <a:ext cx="17140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13355" name="Heatmap cell r51 c153"/>
            <p:cNvSpPr/>
            <p:nvPr/>
          </p:nvSpPr>
          <p:spPr>
            <a:xfrm>
              <a:off x="2780221" y="1367384"/>
              <a:ext cx="19034" cy="26609"/>
            </a:xfrm>
            <a:prstGeom prst="rect">
              <a:avLst/>
            </a:prstGeom>
            <a:solidFill>
              <a:srgbClr val="0F2870"/>
            </a:solidFill>
            <a:ln>
              <a:noFill/>
            </a:ln>
          </p:spPr>
        </p:sp>
        <p:sp>
          <p:nvSpPr>
            <p:cNvPr id="13356" name="Heatmap cell r51 c154"/>
            <p:cNvSpPr/>
            <p:nvPr/>
          </p:nvSpPr>
          <p:spPr>
            <a:xfrm>
              <a:off x="2799160" y="1367384"/>
              <a:ext cx="17140" cy="26609"/>
            </a:xfrm>
            <a:prstGeom prst="rect">
              <a:avLst/>
            </a:prstGeom>
            <a:solidFill>
              <a:srgbClr val="D0DBE6"/>
            </a:solidFill>
            <a:ln>
              <a:noFill/>
            </a:ln>
          </p:spPr>
        </p:sp>
        <p:sp>
          <p:nvSpPr>
            <p:cNvPr id="13357" name="Heatmap cell r51 c155"/>
            <p:cNvSpPr/>
            <p:nvPr/>
          </p:nvSpPr>
          <p:spPr>
            <a:xfrm>
              <a:off x="2816205" y="1367384"/>
              <a:ext cx="19034" cy="26609"/>
            </a:xfrm>
            <a:prstGeom prst="rect">
              <a:avLst/>
            </a:prstGeom>
            <a:solidFill>
              <a:srgbClr val="47749F"/>
            </a:solidFill>
            <a:ln>
              <a:noFill/>
            </a:ln>
          </p:spPr>
        </p:sp>
        <p:sp>
          <p:nvSpPr>
            <p:cNvPr id="13358" name="Heatmap cell r51 c156"/>
            <p:cNvSpPr/>
            <p:nvPr/>
          </p:nvSpPr>
          <p:spPr>
            <a:xfrm>
              <a:off x="2835144" y="1367384"/>
              <a:ext cx="19034" cy="26609"/>
            </a:xfrm>
            <a:prstGeom prst="rect">
              <a:avLst/>
            </a:prstGeom>
            <a:solidFill>
              <a:srgbClr val="A2B8CF"/>
            </a:solidFill>
            <a:ln>
              <a:noFill/>
            </a:ln>
          </p:spPr>
        </p:sp>
        <p:sp>
          <p:nvSpPr>
            <p:cNvPr id="13359" name="Heatmap cell r51 c157"/>
            <p:cNvSpPr/>
            <p:nvPr/>
          </p:nvSpPr>
          <p:spPr>
            <a:xfrm>
              <a:off x="2854082" y="1367384"/>
              <a:ext cx="17140" cy="26609"/>
            </a:xfrm>
            <a:prstGeom prst="rect">
              <a:avLst/>
            </a:prstGeom>
            <a:solidFill>
              <a:srgbClr val="A7BBD1"/>
            </a:solidFill>
            <a:ln>
              <a:noFill/>
            </a:ln>
          </p:spPr>
        </p:sp>
        <p:sp>
          <p:nvSpPr>
            <p:cNvPr id="13360" name="Heatmap cell r51 c158"/>
            <p:cNvSpPr/>
            <p:nvPr/>
          </p:nvSpPr>
          <p:spPr>
            <a:xfrm>
              <a:off x="2871127" y="1367384"/>
              <a:ext cx="19034" cy="26609"/>
            </a:xfrm>
            <a:prstGeom prst="rect">
              <a:avLst/>
            </a:prstGeom>
            <a:solidFill>
              <a:srgbClr val="F9E7E8"/>
            </a:solidFill>
            <a:ln>
              <a:noFill/>
            </a:ln>
          </p:spPr>
        </p:sp>
        <p:sp>
          <p:nvSpPr>
            <p:cNvPr id="13361" name="Heatmap cell r51 c159"/>
            <p:cNvSpPr/>
            <p:nvPr/>
          </p:nvSpPr>
          <p:spPr>
            <a:xfrm>
              <a:off x="2890066" y="1367384"/>
              <a:ext cx="17140" cy="26609"/>
            </a:xfrm>
            <a:prstGeom prst="rect">
              <a:avLst/>
            </a:prstGeom>
            <a:solidFill>
              <a:srgbClr val="FCF6F6"/>
            </a:solidFill>
            <a:ln>
              <a:noFill/>
            </a:ln>
          </p:spPr>
        </p:sp>
        <p:sp>
          <p:nvSpPr>
            <p:cNvPr id="13362" name="Heatmap cell r51 c160"/>
            <p:cNvSpPr/>
            <p:nvPr/>
          </p:nvSpPr>
          <p:spPr>
            <a:xfrm>
              <a:off x="2907111" y="1367384"/>
              <a:ext cx="19034" cy="26609"/>
            </a:xfrm>
            <a:prstGeom prst="rect">
              <a:avLst/>
            </a:prstGeom>
            <a:solidFill>
              <a:srgbClr val="B6C7D9"/>
            </a:solidFill>
            <a:ln>
              <a:noFill/>
            </a:ln>
          </p:spPr>
        </p:sp>
        <p:sp>
          <p:nvSpPr>
            <p:cNvPr id="13363" name="Heatmap cell r51 c161"/>
            <p:cNvSpPr/>
            <p:nvPr/>
          </p:nvSpPr>
          <p:spPr>
            <a:xfrm>
              <a:off x="2926050" y="1367384"/>
              <a:ext cx="17140" cy="26609"/>
            </a:xfrm>
            <a:prstGeom prst="rect">
              <a:avLst/>
            </a:prstGeom>
            <a:solidFill>
              <a:srgbClr val="F2C8CD"/>
            </a:solidFill>
            <a:ln>
              <a:noFill/>
            </a:ln>
          </p:spPr>
        </p:sp>
        <p:sp>
          <p:nvSpPr>
            <p:cNvPr id="13364" name="Heatmap cell r51 c162"/>
            <p:cNvSpPr/>
            <p:nvPr/>
          </p:nvSpPr>
          <p:spPr>
            <a:xfrm>
              <a:off x="2943095" y="1367384"/>
              <a:ext cx="19034" cy="26609"/>
            </a:xfrm>
            <a:prstGeom prst="rect">
              <a:avLst/>
            </a:prstGeom>
            <a:solidFill>
              <a:srgbClr val="F2C8CD"/>
            </a:solidFill>
            <a:ln>
              <a:noFill/>
            </a:ln>
          </p:spPr>
        </p:sp>
        <p:sp>
          <p:nvSpPr>
            <p:cNvPr id="13365" name="Heatmap cell r51 c163"/>
            <p:cNvSpPr/>
            <p:nvPr/>
          </p:nvSpPr>
          <p:spPr>
            <a:xfrm>
              <a:off x="2962034" y="1367384"/>
              <a:ext cx="17140" cy="26609"/>
            </a:xfrm>
            <a:prstGeom prst="rect">
              <a:avLst/>
            </a:prstGeom>
            <a:solidFill>
              <a:srgbClr val="F5D1D4"/>
            </a:solidFill>
            <a:ln>
              <a:noFill/>
            </a:ln>
          </p:spPr>
        </p:sp>
        <p:sp>
          <p:nvSpPr>
            <p:cNvPr id="13366" name="Heatmap cell r51 c164"/>
            <p:cNvSpPr/>
            <p:nvPr/>
          </p:nvSpPr>
          <p:spPr>
            <a:xfrm>
              <a:off x="2979079" y="1367384"/>
              <a:ext cx="19034" cy="26609"/>
            </a:xfrm>
            <a:prstGeom prst="rect">
              <a:avLst/>
            </a:prstGeom>
            <a:solidFill>
              <a:srgbClr val="F5CED2"/>
            </a:solidFill>
            <a:ln>
              <a:noFill/>
            </a:ln>
          </p:spPr>
        </p:sp>
        <p:sp>
          <p:nvSpPr>
            <p:cNvPr id="13367" name="Heatmap cell r51 c165"/>
            <p:cNvSpPr/>
            <p:nvPr/>
          </p:nvSpPr>
          <p:spPr>
            <a:xfrm>
              <a:off x="2998018" y="1367384"/>
              <a:ext cx="17140" cy="26609"/>
            </a:xfrm>
            <a:prstGeom prst="rect">
              <a:avLst/>
            </a:prstGeom>
            <a:solidFill>
              <a:srgbClr val="F2C8CD"/>
            </a:solidFill>
            <a:ln>
              <a:noFill/>
            </a:ln>
          </p:spPr>
        </p:sp>
        <p:sp>
          <p:nvSpPr>
            <p:cNvPr id="13368" name="Heatmap cell r51 c166"/>
            <p:cNvSpPr/>
            <p:nvPr/>
          </p:nvSpPr>
          <p:spPr>
            <a:xfrm>
              <a:off x="3015062" y="1367384"/>
              <a:ext cx="19034" cy="26609"/>
            </a:xfrm>
            <a:prstGeom prst="rect">
              <a:avLst/>
            </a:prstGeom>
            <a:solidFill>
              <a:srgbClr val="F5D1D4"/>
            </a:solidFill>
            <a:ln>
              <a:noFill/>
            </a:ln>
          </p:spPr>
        </p:sp>
        <p:sp>
          <p:nvSpPr>
            <p:cNvPr id="13369" name="Heatmap cell r51 c167"/>
            <p:cNvSpPr/>
            <p:nvPr/>
          </p:nvSpPr>
          <p:spPr>
            <a:xfrm>
              <a:off x="3034001" y="1367384"/>
              <a:ext cx="17140" cy="26609"/>
            </a:xfrm>
            <a:prstGeom prst="rect">
              <a:avLst/>
            </a:prstGeom>
            <a:solidFill>
              <a:srgbClr val="F1C0C4"/>
            </a:solidFill>
            <a:ln>
              <a:noFill/>
            </a:ln>
          </p:spPr>
        </p:sp>
        <p:sp>
          <p:nvSpPr>
            <p:cNvPr id="13370" name="Heatmap cell r51 c168"/>
            <p:cNvSpPr/>
            <p:nvPr/>
          </p:nvSpPr>
          <p:spPr>
            <a:xfrm>
              <a:off x="3051046" y="1367384"/>
              <a:ext cx="19034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13371" name="Heatmap cell r51 c169"/>
            <p:cNvSpPr/>
            <p:nvPr/>
          </p:nvSpPr>
          <p:spPr>
            <a:xfrm>
              <a:off x="3069985" y="1367384"/>
              <a:ext cx="19034" cy="26609"/>
            </a:xfrm>
            <a:prstGeom prst="rect">
              <a:avLst/>
            </a:prstGeom>
            <a:solidFill>
              <a:srgbClr val="F8E1E3"/>
            </a:solidFill>
            <a:ln>
              <a:noFill/>
            </a:ln>
          </p:spPr>
        </p:sp>
        <p:sp>
          <p:nvSpPr>
            <p:cNvPr id="13372" name="Heatmap cell r51 c171"/>
            <p:cNvSpPr/>
            <p:nvPr/>
          </p:nvSpPr>
          <p:spPr>
            <a:xfrm>
              <a:off x="3105969" y="1367384"/>
              <a:ext cx="19034" cy="26609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13373" name="Heatmap cell r51 c172"/>
            <p:cNvSpPr/>
            <p:nvPr/>
          </p:nvSpPr>
          <p:spPr>
            <a:xfrm>
              <a:off x="3124908" y="1367384"/>
              <a:ext cx="17140" cy="26609"/>
            </a:xfrm>
            <a:prstGeom prst="rect">
              <a:avLst/>
            </a:prstGeom>
            <a:solidFill>
              <a:srgbClr val="E9939B"/>
            </a:solidFill>
            <a:ln>
              <a:noFill/>
            </a:ln>
          </p:spPr>
        </p:sp>
        <p:sp>
          <p:nvSpPr>
            <p:cNvPr id="13374" name="Heatmap cell r51 c173"/>
            <p:cNvSpPr/>
            <p:nvPr/>
          </p:nvSpPr>
          <p:spPr>
            <a:xfrm>
              <a:off x="3141953" y="1367384"/>
              <a:ext cx="19034" cy="26609"/>
            </a:xfrm>
            <a:prstGeom prst="rect">
              <a:avLst/>
            </a:prstGeom>
            <a:solidFill>
              <a:srgbClr val="F8E1E3"/>
            </a:solidFill>
            <a:ln>
              <a:noFill/>
            </a:ln>
          </p:spPr>
        </p:sp>
        <p:sp>
          <p:nvSpPr>
            <p:cNvPr id="13375" name="Heatmap cell r51 c174"/>
            <p:cNvSpPr/>
            <p:nvPr/>
          </p:nvSpPr>
          <p:spPr>
            <a:xfrm>
              <a:off x="3160892" y="1367384"/>
              <a:ext cx="17140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13376" name="Heatmap cell r51 c175"/>
            <p:cNvSpPr/>
            <p:nvPr/>
          </p:nvSpPr>
          <p:spPr>
            <a:xfrm>
              <a:off x="3177936" y="1367384"/>
              <a:ext cx="19034" cy="26609"/>
            </a:xfrm>
            <a:prstGeom prst="rect">
              <a:avLst/>
            </a:prstGeom>
            <a:solidFill>
              <a:srgbClr val="FDF9FA"/>
            </a:solidFill>
            <a:ln>
              <a:noFill/>
            </a:ln>
          </p:spPr>
        </p:sp>
        <p:sp>
          <p:nvSpPr>
            <p:cNvPr id="13377" name="Heatmap cell r51 c176"/>
            <p:cNvSpPr/>
            <p:nvPr/>
          </p:nvSpPr>
          <p:spPr>
            <a:xfrm>
              <a:off x="3196875" y="1367384"/>
              <a:ext cx="17140" cy="26609"/>
            </a:xfrm>
            <a:prstGeom prst="rect">
              <a:avLst/>
            </a:prstGeom>
            <a:solidFill>
              <a:srgbClr val="FCF8F9"/>
            </a:solidFill>
            <a:ln>
              <a:noFill/>
            </a:ln>
          </p:spPr>
        </p:sp>
        <p:sp>
          <p:nvSpPr>
            <p:cNvPr id="13378" name="Heatmap cell r51 c177"/>
            <p:cNvSpPr/>
            <p:nvPr/>
          </p:nvSpPr>
          <p:spPr>
            <a:xfrm>
              <a:off x="3213920" y="1367384"/>
              <a:ext cx="19034" cy="26609"/>
            </a:xfrm>
            <a:prstGeom prst="rect">
              <a:avLst/>
            </a:prstGeom>
            <a:solidFill>
              <a:srgbClr val="EA9CA2"/>
            </a:solidFill>
            <a:ln>
              <a:noFill/>
            </a:ln>
          </p:spPr>
        </p:sp>
        <p:sp>
          <p:nvSpPr>
            <p:cNvPr id="13379" name="Heatmap cell r51 c178"/>
            <p:cNvSpPr/>
            <p:nvPr/>
          </p:nvSpPr>
          <p:spPr>
            <a:xfrm>
              <a:off x="3232859" y="1367384"/>
              <a:ext cx="17140" cy="26609"/>
            </a:xfrm>
            <a:prstGeom prst="rect">
              <a:avLst/>
            </a:prstGeom>
            <a:solidFill>
              <a:srgbClr val="F9E7E8"/>
            </a:solidFill>
            <a:ln>
              <a:noFill/>
            </a:ln>
          </p:spPr>
        </p:sp>
        <p:sp>
          <p:nvSpPr>
            <p:cNvPr id="13380" name="Heatmap cell r51 c179"/>
            <p:cNvSpPr/>
            <p:nvPr/>
          </p:nvSpPr>
          <p:spPr>
            <a:xfrm>
              <a:off x="3249904" y="1367384"/>
              <a:ext cx="19034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13381" name="Heatmap cell r51 c180"/>
            <p:cNvSpPr/>
            <p:nvPr/>
          </p:nvSpPr>
          <p:spPr>
            <a:xfrm>
              <a:off x="3268843" y="1367384"/>
              <a:ext cx="17140" cy="26609"/>
            </a:xfrm>
            <a:prstGeom prst="rect">
              <a:avLst/>
            </a:prstGeom>
            <a:solidFill>
              <a:srgbClr val="D5DFEA"/>
            </a:solidFill>
            <a:ln>
              <a:noFill/>
            </a:ln>
          </p:spPr>
        </p:sp>
        <p:sp>
          <p:nvSpPr>
            <p:cNvPr id="13382" name="Heatmap cell r51 c181"/>
            <p:cNvSpPr/>
            <p:nvPr/>
          </p:nvSpPr>
          <p:spPr>
            <a:xfrm>
              <a:off x="3285888" y="1367384"/>
              <a:ext cx="19034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13383" name="Heatmap cell r51 c182"/>
            <p:cNvSpPr/>
            <p:nvPr/>
          </p:nvSpPr>
          <p:spPr>
            <a:xfrm>
              <a:off x="3304827" y="1367384"/>
              <a:ext cx="19034" cy="26609"/>
            </a:xfrm>
            <a:prstGeom prst="rect">
              <a:avLst/>
            </a:prstGeom>
            <a:solidFill>
              <a:srgbClr val="F6D5D9"/>
            </a:solidFill>
            <a:ln>
              <a:noFill/>
            </a:ln>
          </p:spPr>
        </p:sp>
        <p:sp>
          <p:nvSpPr>
            <p:cNvPr id="13384" name="Heatmap cell r51 c183"/>
            <p:cNvSpPr/>
            <p:nvPr/>
          </p:nvSpPr>
          <p:spPr>
            <a:xfrm>
              <a:off x="3323765" y="1367384"/>
              <a:ext cx="17140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13385" name="Heatmap cell r51 c185"/>
            <p:cNvSpPr/>
            <p:nvPr/>
          </p:nvSpPr>
          <p:spPr>
            <a:xfrm>
              <a:off x="3359749" y="1367384"/>
              <a:ext cx="17140" cy="26609"/>
            </a:xfrm>
            <a:prstGeom prst="rect">
              <a:avLst/>
            </a:prstGeom>
            <a:solidFill>
              <a:srgbClr val="CCD7E3"/>
            </a:solidFill>
            <a:ln>
              <a:noFill/>
            </a:ln>
          </p:spPr>
        </p:sp>
        <p:sp>
          <p:nvSpPr>
            <p:cNvPr id="13386" name="Heatmap cell r51 c186"/>
            <p:cNvSpPr/>
            <p:nvPr/>
          </p:nvSpPr>
          <p:spPr>
            <a:xfrm>
              <a:off x="3376794" y="1367384"/>
              <a:ext cx="19034" cy="26609"/>
            </a:xfrm>
            <a:prstGeom prst="rect">
              <a:avLst/>
            </a:prstGeom>
            <a:solidFill>
              <a:srgbClr val="EFB6BA"/>
            </a:solidFill>
            <a:ln>
              <a:noFill/>
            </a:ln>
          </p:spPr>
        </p:sp>
        <p:sp>
          <p:nvSpPr>
            <p:cNvPr id="13387" name="Heatmap cell r51 c187"/>
            <p:cNvSpPr/>
            <p:nvPr/>
          </p:nvSpPr>
          <p:spPr>
            <a:xfrm>
              <a:off x="3395733" y="1367384"/>
              <a:ext cx="17140" cy="26609"/>
            </a:xfrm>
            <a:prstGeom prst="rect">
              <a:avLst/>
            </a:prstGeom>
            <a:solidFill>
              <a:srgbClr val="F8E1E3"/>
            </a:solidFill>
            <a:ln>
              <a:noFill/>
            </a:ln>
          </p:spPr>
        </p:sp>
        <p:sp>
          <p:nvSpPr>
            <p:cNvPr id="13388" name="Heatmap cell r51 c188"/>
            <p:cNvSpPr/>
            <p:nvPr/>
          </p:nvSpPr>
          <p:spPr>
            <a:xfrm>
              <a:off x="3412778" y="1367384"/>
              <a:ext cx="19034" cy="26609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13389" name="Heatmap cell r51 c189"/>
            <p:cNvSpPr/>
            <p:nvPr/>
          </p:nvSpPr>
          <p:spPr>
            <a:xfrm>
              <a:off x="3431717" y="1367384"/>
              <a:ext cx="17140" cy="26609"/>
            </a:xfrm>
            <a:prstGeom prst="rect">
              <a:avLst/>
            </a:prstGeom>
            <a:solidFill>
              <a:srgbClr val="DD5A66"/>
            </a:solidFill>
            <a:ln>
              <a:noFill/>
            </a:ln>
          </p:spPr>
        </p:sp>
        <p:sp>
          <p:nvSpPr>
            <p:cNvPr id="13390" name="Heatmap cell r51 c190"/>
            <p:cNvSpPr/>
            <p:nvPr/>
          </p:nvSpPr>
          <p:spPr>
            <a:xfrm>
              <a:off x="3448762" y="1367384"/>
              <a:ext cx="19034" cy="26609"/>
            </a:xfrm>
            <a:prstGeom prst="rect">
              <a:avLst/>
            </a:prstGeom>
            <a:solidFill>
              <a:srgbClr val="EA9CA2"/>
            </a:solidFill>
            <a:ln>
              <a:noFill/>
            </a:ln>
          </p:spPr>
        </p:sp>
        <p:sp>
          <p:nvSpPr>
            <p:cNvPr id="13391" name="Heatmap cell r51 c191"/>
            <p:cNvSpPr/>
            <p:nvPr/>
          </p:nvSpPr>
          <p:spPr>
            <a:xfrm>
              <a:off x="3467701" y="1367384"/>
              <a:ext cx="17140" cy="26609"/>
            </a:xfrm>
            <a:prstGeom prst="rect">
              <a:avLst/>
            </a:prstGeom>
            <a:solidFill>
              <a:srgbClr val="F3C7CC"/>
            </a:solidFill>
            <a:ln>
              <a:noFill/>
            </a:ln>
          </p:spPr>
        </p:sp>
        <p:sp>
          <p:nvSpPr>
            <p:cNvPr id="13392" name="Heatmap cell r51 c192"/>
            <p:cNvSpPr/>
            <p:nvPr/>
          </p:nvSpPr>
          <p:spPr>
            <a:xfrm>
              <a:off x="3484746" y="1367384"/>
              <a:ext cx="19034" cy="26609"/>
            </a:xfrm>
            <a:prstGeom prst="rect">
              <a:avLst/>
            </a:prstGeom>
            <a:solidFill>
              <a:srgbClr val="EDACB3"/>
            </a:solidFill>
            <a:ln>
              <a:noFill/>
            </a:ln>
          </p:spPr>
        </p:sp>
        <p:sp>
          <p:nvSpPr>
            <p:cNvPr id="13393" name="Heatmap cell r51 c193"/>
            <p:cNvSpPr/>
            <p:nvPr/>
          </p:nvSpPr>
          <p:spPr>
            <a:xfrm>
              <a:off x="3503684" y="1367384"/>
              <a:ext cx="17140" cy="26609"/>
            </a:xfrm>
            <a:prstGeom prst="rect">
              <a:avLst/>
            </a:prstGeom>
            <a:solidFill>
              <a:srgbClr val="E6EBF1"/>
            </a:solidFill>
            <a:ln>
              <a:noFill/>
            </a:ln>
          </p:spPr>
        </p:sp>
        <p:sp>
          <p:nvSpPr>
            <p:cNvPr id="13394" name="Heatmap cell r51 c194"/>
            <p:cNvSpPr/>
            <p:nvPr/>
          </p:nvSpPr>
          <p:spPr>
            <a:xfrm>
              <a:off x="3520729" y="1367384"/>
              <a:ext cx="19034" cy="26609"/>
            </a:xfrm>
            <a:prstGeom prst="rect">
              <a:avLst/>
            </a:prstGeom>
            <a:solidFill>
              <a:srgbClr val="F4CACD"/>
            </a:solidFill>
            <a:ln>
              <a:noFill/>
            </a:ln>
          </p:spPr>
        </p:sp>
        <p:sp>
          <p:nvSpPr>
            <p:cNvPr id="13395" name="Heatmap cell r51 c195"/>
            <p:cNvSpPr/>
            <p:nvPr/>
          </p:nvSpPr>
          <p:spPr>
            <a:xfrm>
              <a:off x="3539668" y="1367384"/>
              <a:ext cx="19034" cy="26609"/>
            </a:xfrm>
            <a:prstGeom prst="rect">
              <a:avLst/>
            </a:prstGeom>
            <a:solidFill>
              <a:srgbClr val="F6D5D9"/>
            </a:solidFill>
            <a:ln>
              <a:noFill/>
            </a:ln>
          </p:spPr>
        </p:sp>
        <p:sp>
          <p:nvSpPr>
            <p:cNvPr id="13396" name="Heatmap cell r51 c196"/>
            <p:cNvSpPr/>
            <p:nvPr/>
          </p:nvSpPr>
          <p:spPr>
            <a:xfrm>
              <a:off x="3558607" y="1367384"/>
              <a:ext cx="17140" cy="26609"/>
            </a:xfrm>
            <a:prstGeom prst="rect">
              <a:avLst/>
            </a:prstGeom>
            <a:solidFill>
              <a:srgbClr val="F8DDDF"/>
            </a:solidFill>
            <a:ln>
              <a:noFill/>
            </a:ln>
          </p:spPr>
        </p:sp>
        <p:sp>
          <p:nvSpPr>
            <p:cNvPr id="13397" name="Heatmap cell r51 c197"/>
            <p:cNvSpPr/>
            <p:nvPr/>
          </p:nvSpPr>
          <p:spPr>
            <a:xfrm>
              <a:off x="3575652" y="1367384"/>
              <a:ext cx="19034" cy="26609"/>
            </a:xfrm>
            <a:prstGeom prst="rect">
              <a:avLst/>
            </a:prstGeom>
            <a:solidFill>
              <a:srgbClr val="F4CACD"/>
            </a:solidFill>
            <a:ln>
              <a:noFill/>
            </a:ln>
          </p:spPr>
        </p:sp>
        <p:sp>
          <p:nvSpPr>
            <p:cNvPr id="13398" name="Heatmap cell r51 c198"/>
            <p:cNvSpPr/>
            <p:nvPr/>
          </p:nvSpPr>
          <p:spPr>
            <a:xfrm>
              <a:off x="3594591" y="1367384"/>
              <a:ext cx="17140" cy="26609"/>
            </a:xfrm>
            <a:prstGeom prst="rect">
              <a:avLst/>
            </a:prstGeom>
            <a:solidFill>
              <a:srgbClr val="F3C5CA"/>
            </a:solidFill>
            <a:ln>
              <a:noFill/>
            </a:ln>
          </p:spPr>
        </p:sp>
        <p:sp>
          <p:nvSpPr>
            <p:cNvPr id="13399" name="Heatmap cell r51 c199"/>
            <p:cNvSpPr/>
            <p:nvPr/>
          </p:nvSpPr>
          <p:spPr>
            <a:xfrm>
              <a:off x="3611636" y="1367384"/>
              <a:ext cx="19034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13400" name="Heatmap cell r51 c200"/>
            <p:cNvSpPr/>
            <p:nvPr/>
          </p:nvSpPr>
          <p:spPr>
            <a:xfrm>
              <a:off x="3630575" y="1367384"/>
              <a:ext cx="17140" cy="26609"/>
            </a:xfrm>
            <a:prstGeom prst="rect">
              <a:avLst/>
            </a:prstGeom>
            <a:solidFill>
              <a:srgbClr val="E4EBEF"/>
            </a:solidFill>
            <a:ln>
              <a:noFill/>
            </a:ln>
          </p:spPr>
        </p:sp>
        <p:sp>
          <p:nvSpPr>
            <p:cNvPr id="13401" name="Heatmap cell r51 c201"/>
            <p:cNvSpPr/>
            <p:nvPr/>
          </p:nvSpPr>
          <p:spPr>
            <a:xfrm>
              <a:off x="3647620" y="1367384"/>
              <a:ext cx="19034" cy="26609"/>
            </a:xfrm>
            <a:prstGeom prst="rect">
              <a:avLst/>
            </a:prstGeom>
            <a:solidFill>
              <a:srgbClr val="C3D1DF"/>
            </a:solidFill>
            <a:ln>
              <a:noFill/>
            </a:ln>
          </p:spPr>
        </p:sp>
        <p:sp>
          <p:nvSpPr>
            <p:cNvPr id="13402" name="Heatmap cell r51 c202"/>
            <p:cNvSpPr/>
            <p:nvPr/>
          </p:nvSpPr>
          <p:spPr>
            <a:xfrm>
              <a:off x="3666558" y="1367384"/>
              <a:ext cx="17140" cy="26609"/>
            </a:xfrm>
            <a:prstGeom prst="rect">
              <a:avLst/>
            </a:prstGeom>
            <a:solidFill>
              <a:srgbClr val="F1BEC3"/>
            </a:solidFill>
            <a:ln>
              <a:noFill/>
            </a:ln>
          </p:spPr>
        </p:sp>
        <p:sp>
          <p:nvSpPr>
            <p:cNvPr id="13403" name="Heatmap cell r51 c203"/>
            <p:cNvSpPr/>
            <p:nvPr/>
          </p:nvSpPr>
          <p:spPr>
            <a:xfrm>
              <a:off x="3683603" y="1367384"/>
              <a:ext cx="19034" cy="26609"/>
            </a:xfrm>
            <a:prstGeom prst="rect">
              <a:avLst/>
            </a:prstGeom>
            <a:solidFill>
              <a:srgbClr val="E68892"/>
            </a:solidFill>
            <a:ln>
              <a:noFill/>
            </a:ln>
          </p:spPr>
        </p:sp>
        <p:sp>
          <p:nvSpPr>
            <p:cNvPr id="13404" name="Heatmap cell r51 c204"/>
            <p:cNvSpPr/>
            <p:nvPr/>
          </p:nvSpPr>
          <p:spPr>
            <a:xfrm>
              <a:off x="3702542" y="1367384"/>
              <a:ext cx="17140" cy="26609"/>
            </a:xfrm>
            <a:prstGeom prst="rect">
              <a:avLst/>
            </a:prstGeom>
            <a:solidFill>
              <a:srgbClr val="F1C1C5"/>
            </a:solidFill>
            <a:ln>
              <a:noFill/>
            </a:ln>
          </p:spPr>
        </p:sp>
        <p:sp>
          <p:nvSpPr>
            <p:cNvPr id="13405" name="Heatmap cell r51 c205"/>
            <p:cNvSpPr/>
            <p:nvPr/>
          </p:nvSpPr>
          <p:spPr>
            <a:xfrm>
              <a:off x="3719587" y="1367384"/>
              <a:ext cx="19034" cy="26609"/>
            </a:xfrm>
            <a:prstGeom prst="rect">
              <a:avLst/>
            </a:prstGeom>
            <a:solidFill>
              <a:srgbClr val="F3C9CE"/>
            </a:solidFill>
            <a:ln>
              <a:noFill/>
            </a:ln>
          </p:spPr>
        </p:sp>
        <p:sp>
          <p:nvSpPr>
            <p:cNvPr id="13406" name="Heatmap cell r51 c206"/>
            <p:cNvSpPr/>
            <p:nvPr/>
          </p:nvSpPr>
          <p:spPr>
            <a:xfrm>
              <a:off x="3738526" y="1367384"/>
              <a:ext cx="17140" cy="26609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13407" name="Heatmap cell r51 c207"/>
            <p:cNvSpPr/>
            <p:nvPr/>
          </p:nvSpPr>
          <p:spPr>
            <a:xfrm>
              <a:off x="3755571" y="1367384"/>
              <a:ext cx="19034" cy="26609"/>
            </a:xfrm>
            <a:prstGeom prst="rect">
              <a:avLst/>
            </a:prstGeom>
            <a:solidFill>
              <a:srgbClr val="C6D4E1"/>
            </a:solidFill>
            <a:ln>
              <a:noFill/>
            </a:ln>
          </p:spPr>
        </p:sp>
        <p:sp>
          <p:nvSpPr>
            <p:cNvPr id="13408" name="Heatmap cell r51 c208"/>
            <p:cNvSpPr/>
            <p:nvPr/>
          </p:nvSpPr>
          <p:spPr>
            <a:xfrm>
              <a:off x="3774510" y="1367384"/>
              <a:ext cx="19034" cy="26609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13409" name="Heatmap cell r51 c209"/>
            <p:cNvSpPr/>
            <p:nvPr/>
          </p:nvSpPr>
          <p:spPr>
            <a:xfrm>
              <a:off x="3793449" y="1367384"/>
              <a:ext cx="17140" cy="26609"/>
            </a:xfrm>
            <a:prstGeom prst="rect">
              <a:avLst/>
            </a:prstGeom>
            <a:solidFill>
              <a:srgbClr val="D12233"/>
            </a:solidFill>
            <a:ln>
              <a:noFill/>
            </a:ln>
          </p:spPr>
        </p:sp>
        <p:sp>
          <p:nvSpPr>
            <p:cNvPr id="13410" name="Heatmap cell r51 c211"/>
            <p:cNvSpPr/>
            <p:nvPr/>
          </p:nvSpPr>
          <p:spPr>
            <a:xfrm>
              <a:off x="3829432" y="1367384"/>
              <a:ext cx="17140" cy="26609"/>
            </a:xfrm>
            <a:prstGeom prst="rect">
              <a:avLst/>
            </a:prstGeom>
            <a:solidFill>
              <a:srgbClr val="FCF6F6"/>
            </a:solidFill>
            <a:ln>
              <a:noFill/>
            </a:ln>
          </p:spPr>
        </p:sp>
        <p:sp>
          <p:nvSpPr>
            <p:cNvPr id="13411" name="Heatmap cell r51 c212"/>
            <p:cNvSpPr/>
            <p:nvPr/>
          </p:nvSpPr>
          <p:spPr>
            <a:xfrm>
              <a:off x="3846477" y="1367384"/>
              <a:ext cx="19034" cy="26609"/>
            </a:xfrm>
            <a:prstGeom prst="rect">
              <a:avLst/>
            </a:prstGeom>
            <a:solidFill>
              <a:srgbClr val="F0F5F8"/>
            </a:solidFill>
            <a:ln>
              <a:noFill/>
            </a:ln>
          </p:spPr>
        </p:sp>
        <p:sp>
          <p:nvSpPr>
            <p:cNvPr id="13412" name="Heatmap cell r51 c213"/>
            <p:cNvSpPr/>
            <p:nvPr/>
          </p:nvSpPr>
          <p:spPr>
            <a:xfrm>
              <a:off x="3865416" y="1367384"/>
              <a:ext cx="17140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13413" name="Heatmap cell r51 c214"/>
            <p:cNvSpPr/>
            <p:nvPr/>
          </p:nvSpPr>
          <p:spPr>
            <a:xfrm>
              <a:off x="3882461" y="1367384"/>
              <a:ext cx="19034" cy="26609"/>
            </a:xfrm>
            <a:prstGeom prst="rect">
              <a:avLst/>
            </a:prstGeom>
            <a:solidFill>
              <a:srgbClr val="F3C7CC"/>
            </a:solidFill>
            <a:ln>
              <a:noFill/>
            </a:ln>
          </p:spPr>
        </p:sp>
        <p:sp>
          <p:nvSpPr>
            <p:cNvPr id="13414" name="Heatmap cell r51 c215"/>
            <p:cNvSpPr/>
            <p:nvPr/>
          </p:nvSpPr>
          <p:spPr>
            <a:xfrm>
              <a:off x="3901400" y="1367384"/>
              <a:ext cx="17140" cy="26609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13415" name="Heatmap cell r51 c216"/>
            <p:cNvSpPr/>
            <p:nvPr/>
          </p:nvSpPr>
          <p:spPr>
            <a:xfrm>
              <a:off x="3918445" y="1367384"/>
              <a:ext cx="19034" cy="26609"/>
            </a:xfrm>
            <a:prstGeom prst="rect">
              <a:avLst/>
            </a:prstGeom>
            <a:solidFill>
              <a:srgbClr val="F5CED2"/>
            </a:solidFill>
            <a:ln>
              <a:noFill/>
            </a:ln>
          </p:spPr>
        </p:sp>
        <p:sp>
          <p:nvSpPr>
            <p:cNvPr id="13416" name="Heatmap cell r51 c217"/>
            <p:cNvSpPr/>
            <p:nvPr/>
          </p:nvSpPr>
          <p:spPr>
            <a:xfrm>
              <a:off x="3937384" y="1367384"/>
              <a:ext cx="17140" cy="26609"/>
            </a:xfrm>
            <a:prstGeom prst="rect">
              <a:avLst/>
            </a:prstGeom>
            <a:solidFill>
              <a:srgbClr val="F8DDDF"/>
            </a:solidFill>
            <a:ln>
              <a:noFill/>
            </a:ln>
          </p:spPr>
        </p:sp>
        <p:sp>
          <p:nvSpPr>
            <p:cNvPr id="13417" name="Heatmap cell r51 c218"/>
            <p:cNvSpPr/>
            <p:nvPr/>
          </p:nvSpPr>
          <p:spPr>
            <a:xfrm>
              <a:off x="3954429" y="1367384"/>
              <a:ext cx="19034" cy="26609"/>
            </a:xfrm>
            <a:prstGeom prst="rect">
              <a:avLst/>
            </a:prstGeom>
            <a:solidFill>
              <a:srgbClr val="F7E2E4"/>
            </a:solidFill>
            <a:ln>
              <a:noFill/>
            </a:ln>
          </p:spPr>
        </p:sp>
        <p:sp>
          <p:nvSpPr>
            <p:cNvPr id="13418" name="Heatmap cell r51 c219"/>
            <p:cNvSpPr/>
            <p:nvPr/>
          </p:nvSpPr>
          <p:spPr>
            <a:xfrm>
              <a:off x="3973368" y="1367384"/>
              <a:ext cx="17140" cy="26609"/>
            </a:xfrm>
            <a:prstGeom prst="rect">
              <a:avLst/>
            </a:prstGeom>
            <a:solidFill>
              <a:srgbClr val="D3DEE8"/>
            </a:solidFill>
            <a:ln>
              <a:noFill/>
            </a:ln>
          </p:spPr>
        </p:sp>
        <p:sp>
          <p:nvSpPr>
            <p:cNvPr id="13419" name="Heatmap cell r51 c220"/>
            <p:cNvSpPr/>
            <p:nvPr/>
          </p:nvSpPr>
          <p:spPr>
            <a:xfrm>
              <a:off x="3990412" y="1367384"/>
              <a:ext cx="19034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13420" name="Heatmap cell r51 c221"/>
            <p:cNvSpPr/>
            <p:nvPr/>
          </p:nvSpPr>
          <p:spPr>
            <a:xfrm>
              <a:off x="4009351" y="1367384"/>
              <a:ext cx="19034" cy="26609"/>
            </a:xfrm>
            <a:prstGeom prst="rect">
              <a:avLst/>
            </a:prstGeom>
            <a:solidFill>
              <a:srgbClr val="F9E8E9"/>
            </a:solidFill>
            <a:ln>
              <a:noFill/>
            </a:ln>
          </p:spPr>
        </p:sp>
        <p:sp>
          <p:nvSpPr>
            <p:cNvPr id="13421" name="Heatmap cell r51 c222"/>
            <p:cNvSpPr/>
            <p:nvPr/>
          </p:nvSpPr>
          <p:spPr>
            <a:xfrm>
              <a:off x="4028290" y="1367384"/>
              <a:ext cx="17140" cy="26609"/>
            </a:xfrm>
            <a:prstGeom prst="rect">
              <a:avLst/>
            </a:prstGeom>
            <a:solidFill>
              <a:srgbClr val="EDACB3"/>
            </a:solidFill>
            <a:ln>
              <a:noFill/>
            </a:ln>
          </p:spPr>
        </p:sp>
        <p:sp>
          <p:nvSpPr>
            <p:cNvPr id="13422" name="Heatmap cell r51 c223"/>
            <p:cNvSpPr/>
            <p:nvPr/>
          </p:nvSpPr>
          <p:spPr>
            <a:xfrm>
              <a:off x="4045335" y="1367384"/>
              <a:ext cx="19034" cy="26609"/>
            </a:xfrm>
            <a:prstGeom prst="rect">
              <a:avLst/>
            </a:prstGeom>
            <a:solidFill>
              <a:srgbClr val="E89097"/>
            </a:solidFill>
            <a:ln>
              <a:noFill/>
            </a:ln>
          </p:spPr>
        </p:sp>
        <p:sp>
          <p:nvSpPr>
            <p:cNvPr id="13423" name="Heatmap cell r52 c1"/>
            <p:cNvSpPr/>
            <p:nvPr/>
          </p:nvSpPr>
          <p:spPr>
            <a:xfrm>
              <a:off x="13257" y="1393898"/>
              <a:ext cx="45548" cy="28503"/>
            </a:xfrm>
            <a:prstGeom prst="rect">
              <a:avLst/>
            </a:prstGeom>
            <a:solidFill>
              <a:srgbClr val="F76666"/>
            </a:solidFill>
            <a:ln>
              <a:noFill/>
            </a:ln>
          </p:spPr>
        </p:sp>
        <p:sp>
          <p:nvSpPr>
            <p:cNvPr id="13424" name="Heatmap cell r52 c3"/>
            <p:cNvSpPr/>
            <p:nvPr/>
          </p:nvSpPr>
          <p:spPr>
            <a:xfrm>
              <a:off x="71968" y="1393898"/>
              <a:ext cx="17140" cy="28503"/>
            </a:xfrm>
            <a:prstGeom prst="rect">
              <a:avLst/>
            </a:prstGeom>
            <a:solidFill>
              <a:srgbClr val="BCCDDD"/>
            </a:solidFill>
            <a:ln>
              <a:noFill/>
            </a:ln>
          </p:spPr>
        </p:sp>
        <p:sp>
          <p:nvSpPr>
            <p:cNvPr id="13425" name="Heatmap cell r52 c4"/>
            <p:cNvSpPr/>
            <p:nvPr/>
          </p:nvSpPr>
          <p:spPr>
            <a:xfrm>
              <a:off x="89013" y="1393898"/>
              <a:ext cx="19034" cy="28503"/>
            </a:xfrm>
            <a:prstGeom prst="rect">
              <a:avLst/>
            </a:prstGeom>
            <a:solidFill>
              <a:srgbClr val="EBEFF5"/>
            </a:solidFill>
            <a:ln>
              <a:noFill/>
            </a:ln>
          </p:spPr>
        </p:sp>
        <p:sp>
          <p:nvSpPr>
            <p:cNvPr id="13426" name="Heatmap cell r52 c6"/>
            <p:cNvSpPr/>
            <p:nvPr/>
          </p:nvSpPr>
          <p:spPr>
            <a:xfrm>
              <a:off x="124996" y="1393898"/>
              <a:ext cx="19034" cy="28503"/>
            </a:xfrm>
            <a:prstGeom prst="rect">
              <a:avLst/>
            </a:prstGeom>
            <a:solidFill>
              <a:srgbClr val="C5D3E0"/>
            </a:solidFill>
            <a:ln>
              <a:noFill/>
            </a:ln>
          </p:spPr>
        </p:sp>
        <p:sp>
          <p:nvSpPr>
            <p:cNvPr id="13427" name="Heatmap cell r52 c7"/>
            <p:cNvSpPr/>
            <p:nvPr/>
          </p:nvSpPr>
          <p:spPr>
            <a:xfrm>
              <a:off x="143935" y="1393898"/>
              <a:ext cx="17140" cy="28503"/>
            </a:xfrm>
            <a:prstGeom prst="rect">
              <a:avLst/>
            </a:prstGeom>
            <a:solidFill>
              <a:srgbClr val="EBEFF5"/>
            </a:solidFill>
            <a:ln>
              <a:noFill/>
            </a:ln>
          </p:spPr>
        </p:sp>
        <p:sp>
          <p:nvSpPr>
            <p:cNvPr id="13428" name="Heatmap cell r52 c9"/>
            <p:cNvSpPr/>
            <p:nvPr/>
          </p:nvSpPr>
          <p:spPr>
            <a:xfrm>
              <a:off x="179919" y="1393898"/>
              <a:ext cx="19034" cy="28503"/>
            </a:xfrm>
            <a:prstGeom prst="rect">
              <a:avLst/>
            </a:prstGeom>
            <a:solidFill>
              <a:srgbClr val="5B82A9"/>
            </a:solidFill>
            <a:ln>
              <a:noFill/>
            </a:ln>
          </p:spPr>
        </p:sp>
        <p:sp>
          <p:nvSpPr>
            <p:cNvPr id="13429" name="Heatmap cell r52 c10"/>
            <p:cNvSpPr/>
            <p:nvPr/>
          </p:nvSpPr>
          <p:spPr>
            <a:xfrm>
              <a:off x="198858" y="1393898"/>
              <a:ext cx="17140" cy="28503"/>
            </a:xfrm>
            <a:prstGeom prst="rect">
              <a:avLst/>
            </a:prstGeom>
            <a:solidFill>
              <a:srgbClr val="FBF1F3"/>
            </a:solidFill>
            <a:ln>
              <a:noFill/>
            </a:ln>
          </p:spPr>
        </p:sp>
        <p:sp>
          <p:nvSpPr>
            <p:cNvPr id="13430" name="Heatmap cell r52 c11"/>
            <p:cNvSpPr/>
            <p:nvPr/>
          </p:nvSpPr>
          <p:spPr>
            <a:xfrm>
              <a:off x="215903" y="1393898"/>
              <a:ext cx="19034" cy="28503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13431" name="Heatmap cell r52 c12"/>
            <p:cNvSpPr/>
            <p:nvPr/>
          </p:nvSpPr>
          <p:spPr>
            <a:xfrm>
              <a:off x="234842" y="1393898"/>
              <a:ext cx="17140" cy="28503"/>
            </a:xfrm>
            <a:prstGeom prst="rect">
              <a:avLst/>
            </a:prstGeom>
            <a:solidFill>
              <a:srgbClr val="DEE6EC"/>
            </a:solidFill>
            <a:ln>
              <a:noFill/>
            </a:ln>
          </p:spPr>
        </p:sp>
        <p:sp>
          <p:nvSpPr>
            <p:cNvPr id="13432" name="Heatmap cell r52 c13"/>
            <p:cNvSpPr/>
            <p:nvPr/>
          </p:nvSpPr>
          <p:spPr>
            <a:xfrm>
              <a:off x="251887" y="1393898"/>
              <a:ext cx="19034" cy="28503"/>
            </a:xfrm>
            <a:prstGeom prst="rect">
              <a:avLst/>
            </a:prstGeom>
            <a:solidFill>
              <a:srgbClr val="F6D6DA"/>
            </a:solidFill>
            <a:ln>
              <a:noFill/>
            </a:ln>
          </p:spPr>
        </p:sp>
        <p:sp>
          <p:nvSpPr>
            <p:cNvPr id="13433" name="Heatmap cell r52 c14"/>
            <p:cNvSpPr/>
            <p:nvPr/>
          </p:nvSpPr>
          <p:spPr>
            <a:xfrm>
              <a:off x="270825" y="1393898"/>
              <a:ext cx="17140" cy="28503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13434" name="Heatmap cell r52 c15"/>
            <p:cNvSpPr/>
            <p:nvPr/>
          </p:nvSpPr>
          <p:spPr>
            <a:xfrm>
              <a:off x="287870" y="1393898"/>
              <a:ext cx="19034" cy="28503"/>
            </a:xfrm>
            <a:prstGeom prst="rect">
              <a:avLst/>
            </a:prstGeom>
            <a:solidFill>
              <a:srgbClr val="CDD9E3"/>
            </a:solidFill>
            <a:ln>
              <a:noFill/>
            </a:ln>
          </p:spPr>
        </p:sp>
        <p:sp>
          <p:nvSpPr>
            <p:cNvPr id="13435" name="Heatmap cell r52 c16"/>
            <p:cNvSpPr/>
            <p:nvPr/>
          </p:nvSpPr>
          <p:spPr>
            <a:xfrm>
              <a:off x="306809" y="1393898"/>
              <a:ext cx="17140" cy="28503"/>
            </a:xfrm>
            <a:prstGeom prst="rect">
              <a:avLst/>
            </a:prstGeom>
            <a:solidFill>
              <a:srgbClr val="C8D5E2"/>
            </a:solidFill>
            <a:ln>
              <a:noFill/>
            </a:ln>
          </p:spPr>
        </p:sp>
        <p:sp>
          <p:nvSpPr>
            <p:cNvPr id="13436" name="Heatmap cell r52 c17"/>
            <p:cNvSpPr/>
            <p:nvPr/>
          </p:nvSpPr>
          <p:spPr>
            <a:xfrm>
              <a:off x="323854" y="1393898"/>
              <a:ext cx="19034" cy="28503"/>
            </a:xfrm>
            <a:prstGeom prst="rect">
              <a:avLst/>
            </a:prstGeom>
            <a:solidFill>
              <a:srgbClr val="B8C8DA"/>
            </a:solidFill>
            <a:ln>
              <a:noFill/>
            </a:ln>
          </p:spPr>
        </p:sp>
        <p:sp>
          <p:nvSpPr>
            <p:cNvPr id="13437" name="Heatmap cell r52 c18"/>
            <p:cNvSpPr/>
            <p:nvPr/>
          </p:nvSpPr>
          <p:spPr>
            <a:xfrm>
              <a:off x="342793" y="1393898"/>
              <a:ext cx="17140" cy="28503"/>
            </a:xfrm>
            <a:prstGeom prst="rect">
              <a:avLst/>
            </a:prstGeom>
            <a:solidFill>
              <a:srgbClr val="C3D1DF"/>
            </a:solidFill>
            <a:ln>
              <a:noFill/>
            </a:ln>
          </p:spPr>
        </p:sp>
        <p:sp>
          <p:nvSpPr>
            <p:cNvPr id="13438" name="Heatmap cell r52 c19"/>
            <p:cNvSpPr/>
            <p:nvPr/>
          </p:nvSpPr>
          <p:spPr>
            <a:xfrm>
              <a:off x="359838" y="1393898"/>
              <a:ext cx="19034" cy="28503"/>
            </a:xfrm>
            <a:prstGeom prst="rect">
              <a:avLst/>
            </a:prstGeom>
            <a:solidFill>
              <a:srgbClr val="3D6C9A"/>
            </a:solidFill>
            <a:ln>
              <a:noFill/>
            </a:ln>
          </p:spPr>
        </p:sp>
        <p:sp>
          <p:nvSpPr>
            <p:cNvPr id="13439" name="Heatmap cell r52 c20"/>
            <p:cNvSpPr/>
            <p:nvPr/>
          </p:nvSpPr>
          <p:spPr>
            <a:xfrm>
              <a:off x="378777" y="1393898"/>
              <a:ext cx="17140" cy="28503"/>
            </a:xfrm>
            <a:prstGeom prst="rect">
              <a:avLst/>
            </a:prstGeom>
            <a:solidFill>
              <a:srgbClr val="F4CCD1"/>
            </a:solidFill>
            <a:ln>
              <a:noFill/>
            </a:ln>
          </p:spPr>
        </p:sp>
        <p:sp>
          <p:nvSpPr>
            <p:cNvPr id="13440" name="Heatmap cell r52 c21"/>
            <p:cNvSpPr/>
            <p:nvPr/>
          </p:nvSpPr>
          <p:spPr>
            <a:xfrm>
              <a:off x="395822" y="1393898"/>
              <a:ext cx="19034" cy="28503"/>
            </a:xfrm>
            <a:prstGeom prst="rect">
              <a:avLst/>
            </a:prstGeom>
            <a:solidFill>
              <a:srgbClr val="D3DEE8"/>
            </a:solidFill>
            <a:ln>
              <a:noFill/>
            </a:ln>
          </p:spPr>
        </p:sp>
        <p:sp>
          <p:nvSpPr>
            <p:cNvPr id="13441" name="Heatmap cell r52 c22"/>
            <p:cNvSpPr/>
            <p:nvPr/>
          </p:nvSpPr>
          <p:spPr>
            <a:xfrm>
              <a:off x="414760" y="1393898"/>
              <a:ext cx="19034" cy="28503"/>
            </a:xfrm>
            <a:prstGeom prst="rect">
              <a:avLst/>
            </a:prstGeom>
            <a:solidFill>
              <a:srgbClr val="F8E3E6"/>
            </a:solidFill>
            <a:ln>
              <a:noFill/>
            </a:ln>
          </p:spPr>
        </p:sp>
        <p:sp>
          <p:nvSpPr>
            <p:cNvPr id="13442" name="Heatmap cell r52 c23"/>
            <p:cNvSpPr/>
            <p:nvPr/>
          </p:nvSpPr>
          <p:spPr>
            <a:xfrm>
              <a:off x="433699" y="1393898"/>
              <a:ext cx="17140" cy="28503"/>
            </a:xfrm>
            <a:prstGeom prst="rect">
              <a:avLst/>
            </a:prstGeom>
            <a:solidFill>
              <a:srgbClr val="B8C9DA"/>
            </a:solidFill>
            <a:ln>
              <a:noFill/>
            </a:ln>
          </p:spPr>
        </p:sp>
        <p:sp>
          <p:nvSpPr>
            <p:cNvPr id="13443" name="Heatmap cell r52 c24"/>
            <p:cNvSpPr/>
            <p:nvPr/>
          </p:nvSpPr>
          <p:spPr>
            <a:xfrm>
              <a:off x="450744" y="1393898"/>
              <a:ext cx="19034" cy="28503"/>
            </a:xfrm>
            <a:prstGeom prst="rect">
              <a:avLst/>
            </a:prstGeom>
            <a:solidFill>
              <a:srgbClr val="F0BDC2"/>
            </a:solidFill>
            <a:ln>
              <a:noFill/>
            </a:ln>
          </p:spPr>
        </p:sp>
        <p:sp>
          <p:nvSpPr>
            <p:cNvPr id="13444" name="Heatmap cell r52 c25"/>
            <p:cNvSpPr/>
            <p:nvPr/>
          </p:nvSpPr>
          <p:spPr>
            <a:xfrm>
              <a:off x="469683" y="1393898"/>
              <a:ext cx="17140" cy="28503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13445" name="Heatmap cell r52 c26"/>
            <p:cNvSpPr/>
            <p:nvPr/>
          </p:nvSpPr>
          <p:spPr>
            <a:xfrm>
              <a:off x="486728" y="1393898"/>
              <a:ext cx="19034" cy="28503"/>
            </a:xfrm>
            <a:prstGeom prst="rect">
              <a:avLst/>
            </a:prstGeom>
            <a:solidFill>
              <a:srgbClr val="E8ECF3"/>
            </a:solidFill>
            <a:ln>
              <a:noFill/>
            </a:ln>
          </p:spPr>
        </p:sp>
        <p:sp>
          <p:nvSpPr>
            <p:cNvPr id="13446" name="Heatmap cell r52 c27"/>
            <p:cNvSpPr/>
            <p:nvPr/>
          </p:nvSpPr>
          <p:spPr>
            <a:xfrm>
              <a:off x="505667" y="1393898"/>
              <a:ext cx="17140" cy="28503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13447" name="Heatmap cell r52 c28"/>
            <p:cNvSpPr/>
            <p:nvPr/>
          </p:nvSpPr>
          <p:spPr>
            <a:xfrm>
              <a:off x="522712" y="1393898"/>
              <a:ext cx="19034" cy="28503"/>
            </a:xfrm>
            <a:prstGeom prst="rect">
              <a:avLst/>
            </a:prstGeom>
            <a:solidFill>
              <a:srgbClr val="DBE3EB"/>
            </a:solidFill>
            <a:ln>
              <a:noFill/>
            </a:ln>
          </p:spPr>
        </p:sp>
        <p:sp>
          <p:nvSpPr>
            <p:cNvPr id="13448" name="Heatmap cell r52 c29"/>
            <p:cNvSpPr/>
            <p:nvPr/>
          </p:nvSpPr>
          <p:spPr>
            <a:xfrm>
              <a:off x="541651" y="1393898"/>
              <a:ext cx="17140" cy="28503"/>
            </a:xfrm>
            <a:prstGeom prst="rect">
              <a:avLst/>
            </a:prstGeom>
            <a:solidFill>
              <a:srgbClr val="F8DEE0"/>
            </a:solidFill>
            <a:ln>
              <a:noFill/>
            </a:ln>
          </p:spPr>
        </p:sp>
        <p:sp>
          <p:nvSpPr>
            <p:cNvPr id="13449" name="Heatmap cell r52 c30"/>
            <p:cNvSpPr/>
            <p:nvPr/>
          </p:nvSpPr>
          <p:spPr>
            <a:xfrm>
              <a:off x="558696" y="1393898"/>
              <a:ext cx="19034" cy="28503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13450" name="Heatmap cell r52 c31"/>
            <p:cNvSpPr/>
            <p:nvPr/>
          </p:nvSpPr>
          <p:spPr>
            <a:xfrm>
              <a:off x="577634" y="1393898"/>
              <a:ext cx="17140" cy="28503"/>
            </a:xfrm>
            <a:prstGeom prst="rect">
              <a:avLst/>
            </a:prstGeom>
            <a:solidFill>
              <a:srgbClr val="D9E1EB"/>
            </a:solidFill>
            <a:ln>
              <a:noFill/>
            </a:ln>
          </p:spPr>
        </p:sp>
        <p:sp>
          <p:nvSpPr>
            <p:cNvPr id="13451" name="Heatmap cell r52 c32"/>
            <p:cNvSpPr/>
            <p:nvPr/>
          </p:nvSpPr>
          <p:spPr>
            <a:xfrm>
              <a:off x="594679" y="1393898"/>
              <a:ext cx="19034" cy="28503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13452" name="Heatmap cell r52 c33"/>
            <p:cNvSpPr/>
            <p:nvPr/>
          </p:nvSpPr>
          <p:spPr>
            <a:xfrm>
              <a:off x="613618" y="1393898"/>
              <a:ext cx="17140" cy="28503"/>
            </a:xfrm>
            <a:prstGeom prst="rect">
              <a:avLst/>
            </a:prstGeom>
            <a:solidFill>
              <a:srgbClr val="F4CED1"/>
            </a:solidFill>
            <a:ln>
              <a:noFill/>
            </a:ln>
          </p:spPr>
        </p:sp>
        <p:sp>
          <p:nvSpPr>
            <p:cNvPr id="13453" name="Heatmap cell r52 c34"/>
            <p:cNvSpPr/>
            <p:nvPr/>
          </p:nvSpPr>
          <p:spPr>
            <a:xfrm>
              <a:off x="630663" y="1393898"/>
              <a:ext cx="19034" cy="28503"/>
            </a:xfrm>
            <a:prstGeom prst="rect">
              <a:avLst/>
            </a:prstGeom>
            <a:solidFill>
              <a:srgbClr val="F8E1E3"/>
            </a:solidFill>
            <a:ln>
              <a:noFill/>
            </a:ln>
          </p:spPr>
        </p:sp>
        <p:sp>
          <p:nvSpPr>
            <p:cNvPr id="13454" name="Heatmap cell r52 c35"/>
            <p:cNvSpPr/>
            <p:nvPr/>
          </p:nvSpPr>
          <p:spPr>
            <a:xfrm>
              <a:off x="649602" y="1393898"/>
              <a:ext cx="19034" cy="28503"/>
            </a:xfrm>
            <a:prstGeom prst="rect">
              <a:avLst/>
            </a:prstGeom>
            <a:solidFill>
              <a:srgbClr val="A0B7CE"/>
            </a:solidFill>
            <a:ln>
              <a:noFill/>
            </a:ln>
          </p:spPr>
        </p:sp>
        <p:sp>
          <p:nvSpPr>
            <p:cNvPr id="13455" name="Heatmap cell r52 c36"/>
            <p:cNvSpPr/>
            <p:nvPr/>
          </p:nvSpPr>
          <p:spPr>
            <a:xfrm>
              <a:off x="668541" y="1393898"/>
              <a:ext cx="17140" cy="28503"/>
            </a:xfrm>
            <a:prstGeom prst="rect">
              <a:avLst/>
            </a:prstGeom>
            <a:solidFill>
              <a:srgbClr val="B5C5D7"/>
            </a:solidFill>
            <a:ln>
              <a:noFill/>
            </a:ln>
          </p:spPr>
        </p:sp>
        <p:sp>
          <p:nvSpPr>
            <p:cNvPr id="13456" name="Heatmap cell r52 c37"/>
            <p:cNvSpPr/>
            <p:nvPr/>
          </p:nvSpPr>
          <p:spPr>
            <a:xfrm>
              <a:off x="685586" y="1393898"/>
              <a:ext cx="19034" cy="28503"/>
            </a:xfrm>
            <a:prstGeom prst="rect">
              <a:avLst/>
            </a:prstGeom>
            <a:solidFill>
              <a:srgbClr val="F6D5D9"/>
            </a:solidFill>
            <a:ln>
              <a:noFill/>
            </a:ln>
          </p:spPr>
        </p:sp>
        <p:sp>
          <p:nvSpPr>
            <p:cNvPr id="13457" name="Heatmap cell r52 c38"/>
            <p:cNvSpPr/>
            <p:nvPr/>
          </p:nvSpPr>
          <p:spPr>
            <a:xfrm>
              <a:off x="704525" y="1393898"/>
              <a:ext cx="17140" cy="28503"/>
            </a:xfrm>
            <a:prstGeom prst="rect">
              <a:avLst/>
            </a:prstGeom>
            <a:solidFill>
              <a:srgbClr val="F6F8F9"/>
            </a:solidFill>
            <a:ln>
              <a:noFill/>
            </a:ln>
          </p:spPr>
        </p:sp>
        <p:sp>
          <p:nvSpPr>
            <p:cNvPr id="13458" name="Heatmap cell r52 c40"/>
            <p:cNvSpPr/>
            <p:nvPr/>
          </p:nvSpPr>
          <p:spPr>
            <a:xfrm>
              <a:off x="740508" y="1393898"/>
              <a:ext cx="17140" cy="28503"/>
            </a:xfrm>
            <a:prstGeom prst="rect">
              <a:avLst/>
            </a:prstGeom>
            <a:solidFill>
              <a:srgbClr val="F4CDD0"/>
            </a:solidFill>
            <a:ln>
              <a:noFill/>
            </a:ln>
          </p:spPr>
        </p:sp>
        <p:sp>
          <p:nvSpPr>
            <p:cNvPr id="13459" name="Heatmap cell r52 c41"/>
            <p:cNvSpPr/>
            <p:nvPr/>
          </p:nvSpPr>
          <p:spPr>
            <a:xfrm>
              <a:off x="757553" y="1393898"/>
              <a:ext cx="19034" cy="28503"/>
            </a:xfrm>
            <a:prstGeom prst="rect">
              <a:avLst/>
            </a:prstGeom>
            <a:solidFill>
              <a:srgbClr val="C3D1DF"/>
            </a:solidFill>
            <a:ln>
              <a:noFill/>
            </a:ln>
          </p:spPr>
        </p:sp>
        <p:sp>
          <p:nvSpPr>
            <p:cNvPr id="13460" name="Heatmap cell r52 c42"/>
            <p:cNvSpPr/>
            <p:nvPr/>
          </p:nvSpPr>
          <p:spPr>
            <a:xfrm>
              <a:off x="776492" y="1393898"/>
              <a:ext cx="17140" cy="28503"/>
            </a:xfrm>
            <a:prstGeom prst="rect">
              <a:avLst/>
            </a:prstGeom>
            <a:solidFill>
              <a:srgbClr val="FDF9FA"/>
            </a:solidFill>
            <a:ln>
              <a:noFill/>
            </a:ln>
          </p:spPr>
        </p:sp>
        <p:sp>
          <p:nvSpPr>
            <p:cNvPr id="13461" name="Heatmap cell r52 c43"/>
            <p:cNvSpPr/>
            <p:nvPr/>
          </p:nvSpPr>
          <p:spPr>
            <a:xfrm>
              <a:off x="793537" y="1393898"/>
              <a:ext cx="19034" cy="28503"/>
            </a:xfrm>
            <a:prstGeom prst="rect">
              <a:avLst/>
            </a:prstGeom>
            <a:solidFill>
              <a:srgbClr val="DFE6ED"/>
            </a:solidFill>
            <a:ln>
              <a:noFill/>
            </a:ln>
          </p:spPr>
        </p:sp>
        <p:sp>
          <p:nvSpPr>
            <p:cNvPr id="13462" name="Heatmap cell r52 c44"/>
            <p:cNvSpPr/>
            <p:nvPr/>
          </p:nvSpPr>
          <p:spPr>
            <a:xfrm>
              <a:off x="812476" y="1393898"/>
              <a:ext cx="17140" cy="28503"/>
            </a:xfrm>
            <a:prstGeom prst="rect">
              <a:avLst/>
            </a:prstGeom>
            <a:solidFill>
              <a:srgbClr val="EFB5BA"/>
            </a:solidFill>
            <a:ln>
              <a:noFill/>
            </a:ln>
          </p:spPr>
        </p:sp>
        <p:sp>
          <p:nvSpPr>
            <p:cNvPr id="13463" name="Heatmap cell r52 c45"/>
            <p:cNvSpPr/>
            <p:nvPr/>
          </p:nvSpPr>
          <p:spPr>
            <a:xfrm>
              <a:off x="829521" y="1393898"/>
              <a:ext cx="19034" cy="28503"/>
            </a:xfrm>
            <a:prstGeom prst="rect">
              <a:avLst/>
            </a:prstGeom>
            <a:solidFill>
              <a:srgbClr val="D4DFE9"/>
            </a:solidFill>
            <a:ln>
              <a:noFill/>
            </a:ln>
          </p:spPr>
        </p:sp>
        <p:sp>
          <p:nvSpPr>
            <p:cNvPr id="13464" name="Heatmap cell r52 c46"/>
            <p:cNvSpPr/>
            <p:nvPr/>
          </p:nvSpPr>
          <p:spPr>
            <a:xfrm>
              <a:off x="848460" y="1393898"/>
              <a:ext cx="17140" cy="28503"/>
            </a:xfrm>
            <a:prstGeom prst="rect">
              <a:avLst/>
            </a:prstGeom>
            <a:solidFill>
              <a:srgbClr val="EFB6BA"/>
            </a:solidFill>
            <a:ln>
              <a:noFill/>
            </a:ln>
          </p:spPr>
        </p:sp>
        <p:sp>
          <p:nvSpPr>
            <p:cNvPr id="13465" name="Heatmap cell r52 c47"/>
            <p:cNvSpPr/>
            <p:nvPr/>
          </p:nvSpPr>
          <p:spPr>
            <a:xfrm>
              <a:off x="865505" y="1393898"/>
              <a:ext cx="19034" cy="28503"/>
            </a:xfrm>
            <a:prstGeom prst="rect">
              <a:avLst/>
            </a:prstGeom>
            <a:solidFill>
              <a:srgbClr val="F4CCD1"/>
            </a:solidFill>
            <a:ln>
              <a:noFill/>
            </a:ln>
          </p:spPr>
        </p:sp>
        <p:sp>
          <p:nvSpPr>
            <p:cNvPr id="13466" name="Heatmap cell r52 c48"/>
            <p:cNvSpPr/>
            <p:nvPr/>
          </p:nvSpPr>
          <p:spPr>
            <a:xfrm>
              <a:off x="884444" y="1393898"/>
              <a:ext cx="19034" cy="28503"/>
            </a:xfrm>
            <a:prstGeom prst="rect">
              <a:avLst/>
            </a:prstGeom>
            <a:solidFill>
              <a:srgbClr val="FBF0F1"/>
            </a:solidFill>
            <a:ln>
              <a:noFill/>
            </a:ln>
          </p:spPr>
        </p:sp>
        <p:sp>
          <p:nvSpPr>
            <p:cNvPr id="13467" name="Heatmap cell r52 c49"/>
            <p:cNvSpPr/>
            <p:nvPr/>
          </p:nvSpPr>
          <p:spPr>
            <a:xfrm>
              <a:off x="903382" y="1393898"/>
              <a:ext cx="17140" cy="28503"/>
            </a:xfrm>
            <a:prstGeom prst="rect">
              <a:avLst/>
            </a:prstGeom>
            <a:solidFill>
              <a:srgbClr val="FBF3F4"/>
            </a:solidFill>
            <a:ln>
              <a:noFill/>
            </a:ln>
          </p:spPr>
        </p:sp>
        <p:sp>
          <p:nvSpPr>
            <p:cNvPr id="13468" name="Heatmap cell r52 c50"/>
            <p:cNvSpPr/>
            <p:nvPr/>
          </p:nvSpPr>
          <p:spPr>
            <a:xfrm>
              <a:off x="920427" y="1393898"/>
              <a:ext cx="19034" cy="28503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</p:sp>
        <p:sp>
          <p:nvSpPr>
            <p:cNvPr id="13469" name="Heatmap cell r52 c51"/>
            <p:cNvSpPr/>
            <p:nvPr/>
          </p:nvSpPr>
          <p:spPr>
            <a:xfrm>
              <a:off x="939366" y="1393898"/>
              <a:ext cx="17140" cy="28503"/>
            </a:xfrm>
            <a:prstGeom prst="rect">
              <a:avLst/>
            </a:prstGeom>
            <a:solidFill>
              <a:srgbClr val="F6D5D9"/>
            </a:solidFill>
            <a:ln>
              <a:noFill/>
            </a:ln>
          </p:spPr>
        </p:sp>
        <p:sp>
          <p:nvSpPr>
            <p:cNvPr id="13470" name="Heatmap cell r52 c53"/>
            <p:cNvSpPr/>
            <p:nvPr/>
          </p:nvSpPr>
          <p:spPr>
            <a:xfrm>
              <a:off x="975350" y="1393898"/>
              <a:ext cx="17140" cy="28503"/>
            </a:xfrm>
            <a:prstGeom prst="rect">
              <a:avLst/>
            </a:prstGeom>
            <a:solidFill>
              <a:srgbClr val="BACADB"/>
            </a:solidFill>
            <a:ln>
              <a:noFill/>
            </a:ln>
          </p:spPr>
        </p:sp>
        <p:sp>
          <p:nvSpPr>
            <p:cNvPr id="13471" name="Heatmap cell r52 c54"/>
            <p:cNvSpPr/>
            <p:nvPr/>
          </p:nvSpPr>
          <p:spPr>
            <a:xfrm>
              <a:off x="992395" y="1393898"/>
              <a:ext cx="19034" cy="28503"/>
            </a:xfrm>
            <a:prstGeom prst="rect">
              <a:avLst/>
            </a:prstGeom>
            <a:solidFill>
              <a:srgbClr val="95AEC7"/>
            </a:solidFill>
            <a:ln>
              <a:noFill/>
            </a:ln>
          </p:spPr>
        </p:sp>
        <p:sp>
          <p:nvSpPr>
            <p:cNvPr id="13472" name="Heatmap cell r52 c55"/>
            <p:cNvSpPr/>
            <p:nvPr/>
          </p:nvSpPr>
          <p:spPr>
            <a:xfrm>
              <a:off x="1011334" y="1393898"/>
              <a:ext cx="17140" cy="28503"/>
            </a:xfrm>
            <a:prstGeom prst="rect">
              <a:avLst/>
            </a:prstGeom>
            <a:solidFill>
              <a:srgbClr val="BFCFDF"/>
            </a:solidFill>
            <a:ln>
              <a:noFill/>
            </a:ln>
          </p:spPr>
        </p:sp>
        <p:sp>
          <p:nvSpPr>
            <p:cNvPr id="13473" name="Heatmap cell r52 c56"/>
            <p:cNvSpPr/>
            <p:nvPr/>
          </p:nvSpPr>
          <p:spPr>
            <a:xfrm>
              <a:off x="1028379" y="1393898"/>
              <a:ext cx="19034" cy="28503"/>
            </a:xfrm>
            <a:prstGeom prst="rect">
              <a:avLst/>
            </a:prstGeom>
            <a:solidFill>
              <a:srgbClr val="F7D9DB"/>
            </a:solidFill>
            <a:ln>
              <a:noFill/>
            </a:ln>
          </p:spPr>
        </p:sp>
        <p:sp>
          <p:nvSpPr>
            <p:cNvPr id="13474" name="Heatmap cell r52 c57"/>
            <p:cNvSpPr/>
            <p:nvPr/>
          </p:nvSpPr>
          <p:spPr>
            <a:xfrm>
              <a:off x="1047318" y="1393898"/>
              <a:ext cx="17140" cy="28503"/>
            </a:xfrm>
            <a:prstGeom prst="rect">
              <a:avLst/>
            </a:prstGeom>
            <a:solidFill>
              <a:srgbClr val="EAEEF4"/>
            </a:solidFill>
            <a:ln>
              <a:noFill/>
            </a:ln>
          </p:spPr>
        </p:sp>
        <p:sp>
          <p:nvSpPr>
            <p:cNvPr id="13475" name="Heatmap cell r52 c58"/>
            <p:cNvSpPr/>
            <p:nvPr/>
          </p:nvSpPr>
          <p:spPr>
            <a:xfrm>
              <a:off x="1064363" y="1393898"/>
              <a:ext cx="19034" cy="28503"/>
            </a:xfrm>
            <a:prstGeom prst="rect">
              <a:avLst/>
            </a:prstGeom>
            <a:solidFill>
              <a:srgbClr val="D9E1EB"/>
            </a:solidFill>
            <a:ln>
              <a:noFill/>
            </a:ln>
          </p:spPr>
        </p:sp>
        <p:sp>
          <p:nvSpPr>
            <p:cNvPr id="13476" name="Heatmap cell r52 c59"/>
            <p:cNvSpPr/>
            <p:nvPr/>
          </p:nvSpPr>
          <p:spPr>
            <a:xfrm>
              <a:off x="1083301" y="1393898"/>
              <a:ext cx="17140" cy="28503"/>
            </a:xfrm>
            <a:prstGeom prst="rect">
              <a:avLst/>
            </a:prstGeom>
            <a:solidFill>
              <a:srgbClr val="E8ECF3"/>
            </a:solidFill>
            <a:ln>
              <a:noFill/>
            </a:ln>
          </p:spPr>
        </p:sp>
        <p:sp>
          <p:nvSpPr>
            <p:cNvPr id="13477" name="Heatmap cell r52 c61"/>
            <p:cNvSpPr/>
            <p:nvPr/>
          </p:nvSpPr>
          <p:spPr>
            <a:xfrm>
              <a:off x="1119285" y="1393898"/>
              <a:ext cx="19034" cy="28503"/>
            </a:xfrm>
            <a:prstGeom prst="rect">
              <a:avLst/>
            </a:prstGeom>
            <a:solidFill>
              <a:srgbClr val="DEE6EC"/>
            </a:solidFill>
            <a:ln>
              <a:noFill/>
            </a:ln>
          </p:spPr>
        </p:sp>
        <p:sp>
          <p:nvSpPr>
            <p:cNvPr id="13478" name="Heatmap cell r52 c62"/>
            <p:cNvSpPr/>
            <p:nvPr/>
          </p:nvSpPr>
          <p:spPr>
            <a:xfrm>
              <a:off x="1138224" y="1393898"/>
              <a:ext cx="17140" cy="28503"/>
            </a:xfrm>
            <a:prstGeom prst="rect">
              <a:avLst/>
            </a:prstGeom>
            <a:solidFill>
              <a:srgbClr val="AABDD2"/>
            </a:solidFill>
            <a:ln>
              <a:noFill/>
            </a:ln>
          </p:spPr>
        </p:sp>
        <p:sp>
          <p:nvSpPr>
            <p:cNvPr id="13479" name="Heatmap cell r52 c63"/>
            <p:cNvSpPr/>
            <p:nvPr/>
          </p:nvSpPr>
          <p:spPr>
            <a:xfrm>
              <a:off x="1155269" y="1393898"/>
              <a:ext cx="19034" cy="28503"/>
            </a:xfrm>
            <a:prstGeom prst="rect">
              <a:avLst/>
            </a:prstGeom>
            <a:solidFill>
              <a:srgbClr val="D9E1EB"/>
            </a:solidFill>
            <a:ln>
              <a:noFill/>
            </a:ln>
          </p:spPr>
        </p:sp>
        <p:sp>
          <p:nvSpPr>
            <p:cNvPr id="13480" name="Heatmap cell r52 c64"/>
            <p:cNvSpPr/>
            <p:nvPr/>
          </p:nvSpPr>
          <p:spPr>
            <a:xfrm>
              <a:off x="1174208" y="1393898"/>
              <a:ext cx="17140" cy="28503"/>
            </a:xfrm>
            <a:prstGeom prst="rect">
              <a:avLst/>
            </a:prstGeom>
            <a:solidFill>
              <a:srgbClr val="E3EAF0"/>
            </a:solidFill>
            <a:ln>
              <a:noFill/>
            </a:ln>
          </p:spPr>
        </p:sp>
        <p:sp>
          <p:nvSpPr>
            <p:cNvPr id="13481" name="Heatmap cell r52 c65"/>
            <p:cNvSpPr/>
            <p:nvPr/>
          </p:nvSpPr>
          <p:spPr>
            <a:xfrm>
              <a:off x="1191253" y="1393898"/>
              <a:ext cx="19034" cy="28503"/>
            </a:xfrm>
            <a:prstGeom prst="rect">
              <a:avLst/>
            </a:prstGeom>
            <a:solidFill>
              <a:srgbClr val="F4CCD1"/>
            </a:solidFill>
            <a:ln>
              <a:noFill/>
            </a:ln>
          </p:spPr>
        </p:sp>
        <p:sp>
          <p:nvSpPr>
            <p:cNvPr id="13482" name="Heatmap cell r52 c66"/>
            <p:cNvSpPr/>
            <p:nvPr/>
          </p:nvSpPr>
          <p:spPr>
            <a:xfrm>
              <a:off x="1210192" y="1393898"/>
              <a:ext cx="17140" cy="28503"/>
            </a:xfrm>
            <a:prstGeom prst="rect">
              <a:avLst/>
            </a:prstGeom>
            <a:solidFill>
              <a:srgbClr val="F9E7E8"/>
            </a:solidFill>
            <a:ln>
              <a:noFill/>
            </a:ln>
          </p:spPr>
        </p:sp>
        <p:sp>
          <p:nvSpPr>
            <p:cNvPr id="13483" name="Heatmap cell r52 c67"/>
            <p:cNvSpPr/>
            <p:nvPr/>
          </p:nvSpPr>
          <p:spPr>
            <a:xfrm>
              <a:off x="1227236" y="1393898"/>
              <a:ext cx="19034" cy="28503"/>
            </a:xfrm>
            <a:prstGeom prst="rect">
              <a:avLst/>
            </a:prstGeom>
            <a:solidFill>
              <a:srgbClr val="CDD9E3"/>
            </a:solidFill>
            <a:ln>
              <a:noFill/>
            </a:ln>
          </p:spPr>
        </p:sp>
        <p:sp>
          <p:nvSpPr>
            <p:cNvPr id="13484" name="Heatmap cell r52 c68"/>
            <p:cNvSpPr/>
            <p:nvPr/>
          </p:nvSpPr>
          <p:spPr>
            <a:xfrm>
              <a:off x="1246175" y="1393898"/>
              <a:ext cx="17140" cy="28503"/>
            </a:xfrm>
            <a:prstGeom prst="rect">
              <a:avLst/>
            </a:prstGeom>
            <a:solidFill>
              <a:srgbClr val="C2D0DE"/>
            </a:solidFill>
            <a:ln>
              <a:noFill/>
            </a:ln>
          </p:spPr>
        </p:sp>
        <p:sp>
          <p:nvSpPr>
            <p:cNvPr id="13485" name="Heatmap cell r52 c69"/>
            <p:cNvSpPr/>
            <p:nvPr/>
          </p:nvSpPr>
          <p:spPr>
            <a:xfrm>
              <a:off x="1263220" y="1393898"/>
              <a:ext cx="19034" cy="28503"/>
            </a:xfrm>
            <a:prstGeom prst="rect">
              <a:avLst/>
            </a:prstGeom>
            <a:solidFill>
              <a:srgbClr val="B5C5D7"/>
            </a:solidFill>
            <a:ln>
              <a:noFill/>
            </a:ln>
          </p:spPr>
        </p:sp>
        <p:sp>
          <p:nvSpPr>
            <p:cNvPr id="13486" name="Heatmap cell r52 c70"/>
            <p:cNvSpPr/>
            <p:nvPr/>
          </p:nvSpPr>
          <p:spPr>
            <a:xfrm>
              <a:off x="1282159" y="1393898"/>
              <a:ext cx="17140" cy="28503"/>
            </a:xfrm>
            <a:prstGeom prst="rect">
              <a:avLst/>
            </a:prstGeom>
            <a:solidFill>
              <a:srgbClr val="F8DEE0"/>
            </a:solidFill>
            <a:ln>
              <a:noFill/>
            </a:ln>
          </p:spPr>
        </p:sp>
        <p:sp>
          <p:nvSpPr>
            <p:cNvPr id="13487" name="Heatmap cell r52 c71"/>
            <p:cNvSpPr/>
            <p:nvPr/>
          </p:nvSpPr>
          <p:spPr>
            <a:xfrm>
              <a:off x="1299204" y="1393898"/>
              <a:ext cx="19034" cy="28503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13488" name="Heatmap cell r52 c72"/>
            <p:cNvSpPr/>
            <p:nvPr/>
          </p:nvSpPr>
          <p:spPr>
            <a:xfrm>
              <a:off x="1318143" y="1393898"/>
              <a:ext cx="17140" cy="28503"/>
            </a:xfrm>
            <a:prstGeom prst="rect">
              <a:avLst/>
            </a:prstGeom>
            <a:solidFill>
              <a:srgbClr val="DEE6EC"/>
            </a:solidFill>
            <a:ln>
              <a:noFill/>
            </a:ln>
          </p:spPr>
        </p:sp>
        <p:sp>
          <p:nvSpPr>
            <p:cNvPr id="13489" name="Heatmap cell r52 c73"/>
            <p:cNvSpPr/>
            <p:nvPr/>
          </p:nvSpPr>
          <p:spPr>
            <a:xfrm>
              <a:off x="1335188" y="1393898"/>
              <a:ext cx="19034" cy="28503"/>
            </a:xfrm>
            <a:prstGeom prst="rect">
              <a:avLst/>
            </a:prstGeom>
            <a:solidFill>
              <a:srgbClr val="F8E6E8"/>
            </a:solidFill>
            <a:ln>
              <a:noFill/>
            </a:ln>
          </p:spPr>
        </p:sp>
        <p:sp>
          <p:nvSpPr>
            <p:cNvPr id="13490" name="Heatmap cell r52 c74"/>
            <p:cNvSpPr/>
            <p:nvPr/>
          </p:nvSpPr>
          <p:spPr>
            <a:xfrm>
              <a:off x="1354127" y="1393898"/>
              <a:ext cx="17140" cy="28503"/>
            </a:xfrm>
            <a:prstGeom prst="rect">
              <a:avLst/>
            </a:prstGeom>
            <a:solidFill>
              <a:srgbClr val="F8E6E8"/>
            </a:solidFill>
            <a:ln>
              <a:noFill/>
            </a:ln>
          </p:spPr>
        </p:sp>
        <p:sp>
          <p:nvSpPr>
            <p:cNvPr id="13491" name="Heatmap cell r52 c75"/>
            <p:cNvSpPr/>
            <p:nvPr/>
          </p:nvSpPr>
          <p:spPr>
            <a:xfrm>
              <a:off x="1371172" y="1393898"/>
              <a:ext cx="19034" cy="28503"/>
            </a:xfrm>
            <a:prstGeom prst="rect">
              <a:avLst/>
            </a:prstGeom>
            <a:solidFill>
              <a:srgbClr val="DFE6ED"/>
            </a:solidFill>
            <a:ln>
              <a:noFill/>
            </a:ln>
          </p:spPr>
        </p:sp>
        <p:sp>
          <p:nvSpPr>
            <p:cNvPr id="13492" name="Heatmap cell r52 c76"/>
            <p:cNvSpPr/>
            <p:nvPr/>
          </p:nvSpPr>
          <p:spPr>
            <a:xfrm>
              <a:off x="1390110" y="1393898"/>
              <a:ext cx="19034" cy="28503"/>
            </a:xfrm>
            <a:prstGeom prst="rect">
              <a:avLst/>
            </a:prstGeom>
            <a:solidFill>
              <a:srgbClr val="9DB5CC"/>
            </a:solidFill>
            <a:ln>
              <a:noFill/>
            </a:ln>
          </p:spPr>
        </p:sp>
        <p:sp>
          <p:nvSpPr>
            <p:cNvPr id="13493" name="Heatmap cell r52 c77"/>
            <p:cNvSpPr/>
            <p:nvPr/>
          </p:nvSpPr>
          <p:spPr>
            <a:xfrm>
              <a:off x="1409049" y="1393898"/>
              <a:ext cx="17140" cy="28503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13494" name="Heatmap cell r52 c78"/>
            <p:cNvSpPr/>
            <p:nvPr/>
          </p:nvSpPr>
          <p:spPr>
            <a:xfrm>
              <a:off x="1426094" y="1393898"/>
              <a:ext cx="19034" cy="28503"/>
            </a:xfrm>
            <a:prstGeom prst="rect">
              <a:avLst/>
            </a:prstGeom>
            <a:solidFill>
              <a:srgbClr val="F8E3E6"/>
            </a:solidFill>
            <a:ln>
              <a:noFill/>
            </a:ln>
          </p:spPr>
        </p:sp>
        <p:sp>
          <p:nvSpPr>
            <p:cNvPr id="13495" name="Heatmap cell r52 c79"/>
            <p:cNvSpPr/>
            <p:nvPr/>
          </p:nvSpPr>
          <p:spPr>
            <a:xfrm>
              <a:off x="1445033" y="1393898"/>
              <a:ext cx="17140" cy="28503"/>
            </a:xfrm>
            <a:prstGeom prst="rect">
              <a:avLst/>
            </a:prstGeom>
            <a:solidFill>
              <a:srgbClr val="D6E0EA"/>
            </a:solidFill>
            <a:ln>
              <a:noFill/>
            </a:ln>
          </p:spPr>
        </p:sp>
        <p:sp>
          <p:nvSpPr>
            <p:cNvPr id="13496" name="Heatmap cell r52 c80"/>
            <p:cNvSpPr/>
            <p:nvPr/>
          </p:nvSpPr>
          <p:spPr>
            <a:xfrm>
              <a:off x="1462078" y="1393898"/>
              <a:ext cx="19034" cy="28503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13497" name="Heatmap cell r52 c81"/>
            <p:cNvSpPr/>
            <p:nvPr/>
          </p:nvSpPr>
          <p:spPr>
            <a:xfrm>
              <a:off x="1481017" y="1393898"/>
              <a:ext cx="17140" cy="28503"/>
            </a:xfrm>
            <a:prstGeom prst="rect">
              <a:avLst/>
            </a:prstGeom>
            <a:solidFill>
              <a:srgbClr val="F5D0D3"/>
            </a:solidFill>
            <a:ln>
              <a:noFill/>
            </a:ln>
          </p:spPr>
        </p:sp>
        <p:sp>
          <p:nvSpPr>
            <p:cNvPr id="13498" name="Heatmap cell r52 c82"/>
            <p:cNvSpPr/>
            <p:nvPr/>
          </p:nvSpPr>
          <p:spPr>
            <a:xfrm>
              <a:off x="1498062" y="1393898"/>
              <a:ext cx="19034" cy="28503"/>
            </a:xfrm>
            <a:prstGeom prst="rect">
              <a:avLst/>
            </a:prstGeom>
            <a:solidFill>
              <a:srgbClr val="F8E3E6"/>
            </a:solidFill>
            <a:ln>
              <a:noFill/>
            </a:ln>
          </p:spPr>
        </p:sp>
        <p:sp>
          <p:nvSpPr>
            <p:cNvPr id="13499" name="Heatmap cell r52 c83"/>
            <p:cNvSpPr/>
            <p:nvPr/>
          </p:nvSpPr>
          <p:spPr>
            <a:xfrm>
              <a:off x="1517001" y="1393898"/>
              <a:ext cx="17140" cy="28503"/>
            </a:xfrm>
            <a:prstGeom prst="rect">
              <a:avLst/>
            </a:prstGeom>
            <a:solidFill>
              <a:srgbClr val="F6D5D9"/>
            </a:solidFill>
            <a:ln>
              <a:noFill/>
            </a:ln>
          </p:spPr>
        </p:sp>
        <p:sp>
          <p:nvSpPr>
            <p:cNvPr id="13500" name="Heatmap cell r52 c84"/>
            <p:cNvSpPr/>
            <p:nvPr/>
          </p:nvSpPr>
          <p:spPr>
            <a:xfrm>
              <a:off x="1534046" y="1393898"/>
              <a:ext cx="19034" cy="28503"/>
            </a:xfrm>
            <a:prstGeom prst="rect">
              <a:avLst/>
            </a:prstGeom>
            <a:solidFill>
              <a:srgbClr val="DFE7ED"/>
            </a:solidFill>
            <a:ln>
              <a:noFill/>
            </a:ln>
          </p:spPr>
        </p:sp>
        <p:sp>
          <p:nvSpPr>
            <p:cNvPr id="13501" name="Heatmap cell r52 c85"/>
            <p:cNvSpPr/>
            <p:nvPr/>
          </p:nvSpPr>
          <p:spPr>
            <a:xfrm>
              <a:off x="1552984" y="1393898"/>
              <a:ext cx="17140" cy="28503"/>
            </a:xfrm>
            <a:prstGeom prst="rect">
              <a:avLst/>
            </a:prstGeom>
            <a:solidFill>
              <a:srgbClr val="F1C0C6"/>
            </a:solidFill>
            <a:ln>
              <a:noFill/>
            </a:ln>
          </p:spPr>
        </p:sp>
        <p:sp>
          <p:nvSpPr>
            <p:cNvPr id="13502" name="Heatmap cell r52 c86"/>
            <p:cNvSpPr/>
            <p:nvPr/>
          </p:nvSpPr>
          <p:spPr>
            <a:xfrm>
              <a:off x="1570029" y="1393898"/>
              <a:ext cx="19034" cy="28503"/>
            </a:xfrm>
            <a:prstGeom prst="rect">
              <a:avLst/>
            </a:prstGeom>
            <a:solidFill>
              <a:srgbClr val="D2DDE8"/>
            </a:solidFill>
            <a:ln>
              <a:noFill/>
            </a:ln>
          </p:spPr>
        </p:sp>
        <p:sp>
          <p:nvSpPr>
            <p:cNvPr id="13503" name="Heatmap cell r52 c87"/>
            <p:cNvSpPr/>
            <p:nvPr/>
          </p:nvSpPr>
          <p:spPr>
            <a:xfrm>
              <a:off x="1588968" y="1393898"/>
              <a:ext cx="17140" cy="28503"/>
            </a:xfrm>
            <a:prstGeom prst="rect">
              <a:avLst/>
            </a:prstGeom>
            <a:solidFill>
              <a:srgbClr val="BDCEDD"/>
            </a:solidFill>
            <a:ln>
              <a:noFill/>
            </a:ln>
          </p:spPr>
        </p:sp>
        <p:sp>
          <p:nvSpPr>
            <p:cNvPr id="13504" name="Heatmap cell r52 c88"/>
            <p:cNvSpPr/>
            <p:nvPr/>
          </p:nvSpPr>
          <p:spPr>
            <a:xfrm>
              <a:off x="1606013" y="1393898"/>
              <a:ext cx="19034" cy="28503"/>
            </a:xfrm>
            <a:prstGeom prst="rect">
              <a:avLst/>
            </a:prstGeom>
            <a:solidFill>
              <a:srgbClr val="E1E9EF"/>
            </a:solidFill>
            <a:ln>
              <a:noFill/>
            </a:ln>
          </p:spPr>
        </p:sp>
        <p:sp>
          <p:nvSpPr>
            <p:cNvPr id="13505" name="Heatmap cell r52 c89"/>
            <p:cNvSpPr/>
            <p:nvPr/>
          </p:nvSpPr>
          <p:spPr>
            <a:xfrm>
              <a:off x="1624952" y="1393898"/>
              <a:ext cx="19034" cy="28503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13506" name="Heatmap cell r52 c90"/>
            <p:cNvSpPr/>
            <p:nvPr/>
          </p:nvSpPr>
          <p:spPr>
            <a:xfrm>
              <a:off x="1643891" y="1393898"/>
              <a:ext cx="17140" cy="28503"/>
            </a:xfrm>
            <a:prstGeom prst="rect">
              <a:avLst/>
            </a:prstGeom>
            <a:solidFill>
              <a:srgbClr val="E78993"/>
            </a:solidFill>
            <a:ln>
              <a:noFill/>
            </a:ln>
          </p:spPr>
        </p:sp>
        <p:sp>
          <p:nvSpPr>
            <p:cNvPr id="13507" name="Heatmap cell r52 c91"/>
            <p:cNvSpPr/>
            <p:nvPr/>
          </p:nvSpPr>
          <p:spPr>
            <a:xfrm>
              <a:off x="1660936" y="1393898"/>
              <a:ext cx="19034" cy="28503"/>
            </a:xfrm>
            <a:prstGeom prst="rect">
              <a:avLst/>
            </a:prstGeom>
            <a:solidFill>
              <a:srgbClr val="B9C9DB"/>
            </a:solidFill>
            <a:ln>
              <a:noFill/>
            </a:ln>
          </p:spPr>
        </p:sp>
        <p:sp>
          <p:nvSpPr>
            <p:cNvPr id="13508" name="Heatmap cell r52 c92"/>
            <p:cNvSpPr/>
            <p:nvPr/>
          </p:nvSpPr>
          <p:spPr>
            <a:xfrm>
              <a:off x="1679875" y="1393898"/>
              <a:ext cx="17140" cy="28503"/>
            </a:xfrm>
            <a:prstGeom prst="rect">
              <a:avLst/>
            </a:prstGeom>
            <a:solidFill>
              <a:srgbClr val="EB9EA4"/>
            </a:solidFill>
            <a:ln>
              <a:noFill/>
            </a:ln>
          </p:spPr>
        </p:sp>
        <p:sp>
          <p:nvSpPr>
            <p:cNvPr id="13509" name="Heatmap cell r52 c93"/>
            <p:cNvSpPr/>
            <p:nvPr/>
          </p:nvSpPr>
          <p:spPr>
            <a:xfrm>
              <a:off x="1696920" y="1393898"/>
              <a:ext cx="19034" cy="28503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13510" name="Heatmap cell r52 c94"/>
            <p:cNvSpPr/>
            <p:nvPr/>
          </p:nvSpPr>
          <p:spPr>
            <a:xfrm>
              <a:off x="1715858" y="1393898"/>
              <a:ext cx="17140" cy="28503"/>
            </a:xfrm>
            <a:prstGeom prst="rect">
              <a:avLst/>
            </a:prstGeom>
            <a:solidFill>
              <a:srgbClr val="F8DEE0"/>
            </a:solidFill>
            <a:ln>
              <a:noFill/>
            </a:ln>
          </p:spPr>
        </p:sp>
        <p:sp>
          <p:nvSpPr>
            <p:cNvPr id="13511" name="Heatmap cell r52 c96"/>
            <p:cNvSpPr/>
            <p:nvPr/>
          </p:nvSpPr>
          <p:spPr>
            <a:xfrm>
              <a:off x="1751842" y="1393898"/>
              <a:ext cx="17140" cy="28503"/>
            </a:xfrm>
            <a:prstGeom prst="rect">
              <a:avLst/>
            </a:prstGeom>
            <a:solidFill>
              <a:srgbClr val="D4DFE9"/>
            </a:solidFill>
            <a:ln>
              <a:noFill/>
            </a:ln>
          </p:spPr>
        </p:sp>
        <p:sp>
          <p:nvSpPr>
            <p:cNvPr id="13512" name="Heatmap cell r52 c97"/>
            <p:cNvSpPr/>
            <p:nvPr/>
          </p:nvSpPr>
          <p:spPr>
            <a:xfrm>
              <a:off x="1768887" y="1393898"/>
              <a:ext cx="19034" cy="28503"/>
            </a:xfrm>
            <a:prstGeom prst="rect">
              <a:avLst/>
            </a:prstGeom>
            <a:solidFill>
              <a:srgbClr val="C8D5E2"/>
            </a:solidFill>
            <a:ln>
              <a:noFill/>
            </a:ln>
          </p:spPr>
        </p:sp>
        <p:sp>
          <p:nvSpPr>
            <p:cNvPr id="13513" name="Heatmap cell r52 c98"/>
            <p:cNvSpPr/>
            <p:nvPr/>
          </p:nvSpPr>
          <p:spPr>
            <a:xfrm>
              <a:off x="1787826" y="1393898"/>
              <a:ext cx="17140" cy="28503"/>
            </a:xfrm>
            <a:prstGeom prst="rect">
              <a:avLst/>
            </a:prstGeom>
            <a:solidFill>
              <a:srgbClr val="DFE6ED"/>
            </a:solidFill>
            <a:ln>
              <a:noFill/>
            </a:ln>
          </p:spPr>
        </p:sp>
        <p:sp>
          <p:nvSpPr>
            <p:cNvPr id="13514" name="Heatmap cell r52 c99"/>
            <p:cNvSpPr/>
            <p:nvPr/>
          </p:nvSpPr>
          <p:spPr>
            <a:xfrm>
              <a:off x="1804871" y="1393898"/>
              <a:ext cx="19034" cy="28503"/>
            </a:xfrm>
            <a:prstGeom prst="rect">
              <a:avLst/>
            </a:prstGeom>
            <a:solidFill>
              <a:srgbClr val="EBEFF5"/>
            </a:solidFill>
            <a:ln>
              <a:noFill/>
            </a:ln>
          </p:spPr>
        </p:sp>
        <p:sp>
          <p:nvSpPr>
            <p:cNvPr id="13515" name="Heatmap cell r52 c100"/>
            <p:cNvSpPr/>
            <p:nvPr/>
          </p:nvSpPr>
          <p:spPr>
            <a:xfrm>
              <a:off x="1823810" y="1393898"/>
              <a:ext cx="17140" cy="28503"/>
            </a:xfrm>
            <a:prstGeom prst="rect">
              <a:avLst/>
            </a:prstGeom>
            <a:solidFill>
              <a:srgbClr val="F9E7E8"/>
            </a:solidFill>
            <a:ln>
              <a:noFill/>
            </a:ln>
          </p:spPr>
        </p:sp>
        <p:sp>
          <p:nvSpPr>
            <p:cNvPr id="13516" name="Heatmap cell r52 c101"/>
            <p:cNvSpPr/>
            <p:nvPr/>
          </p:nvSpPr>
          <p:spPr>
            <a:xfrm>
              <a:off x="1840855" y="1393898"/>
              <a:ext cx="19034" cy="28503"/>
            </a:xfrm>
            <a:prstGeom prst="rect">
              <a:avLst/>
            </a:prstGeom>
            <a:solidFill>
              <a:srgbClr val="E5858F"/>
            </a:solidFill>
            <a:ln>
              <a:noFill/>
            </a:ln>
          </p:spPr>
        </p:sp>
        <p:sp>
          <p:nvSpPr>
            <p:cNvPr id="13517" name="Heatmap cell r52 c102"/>
            <p:cNvSpPr/>
            <p:nvPr/>
          </p:nvSpPr>
          <p:spPr>
            <a:xfrm>
              <a:off x="1859794" y="1393898"/>
              <a:ext cx="19034" cy="28503"/>
            </a:xfrm>
            <a:prstGeom prst="rect">
              <a:avLst/>
            </a:prstGeom>
            <a:solidFill>
              <a:srgbClr val="5E85AB"/>
            </a:solidFill>
            <a:ln>
              <a:noFill/>
            </a:ln>
          </p:spPr>
        </p:sp>
        <p:sp>
          <p:nvSpPr>
            <p:cNvPr id="13518" name="Heatmap cell r52 c103"/>
            <p:cNvSpPr/>
            <p:nvPr/>
          </p:nvSpPr>
          <p:spPr>
            <a:xfrm>
              <a:off x="1878732" y="1393898"/>
              <a:ext cx="17140" cy="28503"/>
            </a:xfrm>
            <a:prstGeom prst="rect">
              <a:avLst/>
            </a:prstGeom>
            <a:solidFill>
              <a:srgbClr val="EFB8BD"/>
            </a:solidFill>
            <a:ln>
              <a:noFill/>
            </a:ln>
          </p:spPr>
        </p:sp>
        <p:sp>
          <p:nvSpPr>
            <p:cNvPr id="13519" name="Heatmap cell r52 c104"/>
            <p:cNvSpPr/>
            <p:nvPr/>
          </p:nvSpPr>
          <p:spPr>
            <a:xfrm>
              <a:off x="1895777" y="1393898"/>
              <a:ext cx="19034" cy="28503"/>
            </a:xfrm>
            <a:prstGeom prst="rect">
              <a:avLst/>
            </a:prstGeom>
            <a:solidFill>
              <a:srgbClr val="C3D1DF"/>
            </a:solidFill>
            <a:ln>
              <a:noFill/>
            </a:ln>
          </p:spPr>
        </p:sp>
        <p:sp>
          <p:nvSpPr>
            <p:cNvPr id="13520" name="Heatmap cell r52 c106"/>
            <p:cNvSpPr/>
            <p:nvPr/>
          </p:nvSpPr>
          <p:spPr>
            <a:xfrm>
              <a:off x="1931761" y="1393898"/>
              <a:ext cx="19034" cy="28503"/>
            </a:xfrm>
            <a:prstGeom prst="rect">
              <a:avLst/>
            </a:prstGeom>
            <a:solidFill>
              <a:srgbClr val="C6D4E1"/>
            </a:solidFill>
            <a:ln>
              <a:noFill/>
            </a:ln>
          </p:spPr>
        </p:sp>
        <p:sp>
          <p:nvSpPr>
            <p:cNvPr id="13521" name="Heatmap cell r52 c107"/>
            <p:cNvSpPr/>
            <p:nvPr/>
          </p:nvSpPr>
          <p:spPr>
            <a:xfrm>
              <a:off x="1950700" y="1393898"/>
              <a:ext cx="17140" cy="28503"/>
            </a:xfrm>
            <a:prstGeom prst="rect">
              <a:avLst/>
            </a:prstGeom>
            <a:solidFill>
              <a:srgbClr val="D1DCE7"/>
            </a:solidFill>
            <a:ln>
              <a:noFill/>
            </a:ln>
          </p:spPr>
        </p:sp>
        <p:sp>
          <p:nvSpPr>
            <p:cNvPr id="13522" name="Heatmap cell r52 c108"/>
            <p:cNvSpPr/>
            <p:nvPr/>
          </p:nvSpPr>
          <p:spPr>
            <a:xfrm>
              <a:off x="1967745" y="1393898"/>
              <a:ext cx="19034" cy="28503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</p:sp>
        <p:sp>
          <p:nvSpPr>
            <p:cNvPr id="13523" name="Heatmap cell r52 c109"/>
            <p:cNvSpPr/>
            <p:nvPr/>
          </p:nvSpPr>
          <p:spPr>
            <a:xfrm>
              <a:off x="1986684" y="1393898"/>
              <a:ext cx="17140" cy="28503"/>
            </a:xfrm>
            <a:prstGeom prst="rect">
              <a:avLst/>
            </a:prstGeom>
            <a:solidFill>
              <a:srgbClr val="D7E1EB"/>
            </a:solidFill>
            <a:ln>
              <a:noFill/>
            </a:ln>
          </p:spPr>
        </p:sp>
        <p:sp>
          <p:nvSpPr>
            <p:cNvPr id="13524" name="Heatmap cell r52 c110"/>
            <p:cNvSpPr/>
            <p:nvPr/>
          </p:nvSpPr>
          <p:spPr>
            <a:xfrm>
              <a:off x="2003729" y="1393898"/>
              <a:ext cx="19034" cy="28503"/>
            </a:xfrm>
            <a:prstGeom prst="rect">
              <a:avLst/>
            </a:prstGeom>
            <a:solidFill>
              <a:srgbClr val="6489AD"/>
            </a:solidFill>
            <a:ln>
              <a:noFill/>
            </a:ln>
          </p:spPr>
        </p:sp>
        <p:sp>
          <p:nvSpPr>
            <p:cNvPr id="13525" name="Heatmap cell r52 c111"/>
            <p:cNvSpPr/>
            <p:nvPr/>
          </p:nvSpPr>
          <p:spPr>
            <a:xfrm>
              <a:off x="2022668" y="1393898"/>
              <a:ext cx="17140" cy="28503"/>
            </a:xfrm>
            <a:prstGeom prst="rect">
              <a:avLst/>
            </a:prstGeom>
            <a:solidFill>
              <a:srgbClr val="9BB3CA"/>
            </a:solidFill>
            <a:ln>
              <a:noFill/>
            </a:ln>
          </p:spPr>
        </p:sp>
        <p:sp>
          <p:nvSpPr>
            <p:cNvPr id="13526" name="Heatmap cell r52 c112"/>
            <p:cNvSpPr/>
            <p:nvPr/>
          </p:nvSpPr>
          <p:spPr>
            <a:xfrm>
              <a:off x="2039712" y="1393898"/>
              <a:ext cx="19034" cy="28503"/>
            </a:xfrm>
            <a:prstGeom prst="rect">
              <a:avLst/>
            </a:prstGeom>
            <a:solidFill>
              <a:srgbClr val="8FAAC5"/>
            </a:solidFill>
            <a:ln>
              <a:noFill/>
            </a:ln>
          </p:spPr>
        </p:sp>
        <p:sp>
          <p:nvSpPr>
            <p:cNvPr id="13527" name="Heatmap cell r52 c113"/>
            <p:cNvSpPr/>
            <p:nvPr/>
          </p:nvSpPr>
          <p:spPr>
            <a:xfrm>
              <a:off x="2058651" y="1393898"/>
              <a:ext cx="17140" cy="28503"/>
            </a:xfrm>
            <a:prstGeom prst="rect">
              <a:avLst/>
            </a:prstGeom>
            <a:solidFill>
              <a:srgbClr val="EBEFF5"/>
            </a:solidFill>
            <a:ln>
              <a:noFill/>
            </a:ln>
          </p:spPr>
        </p:sp>
        <p:sp>
          <p:nvSpPr>
            <p:cNvPr id="13528" name="Heatmap cell r52 c114"/>
            <p:cNvSpPr/>
            <p:nvPr/>
          </p:nvSpPr>
          <p:spPr>
            <a:xfrm>
              <a:off x="2075696" y="1393898"/>
              <a:ext cx="19034" cy="28503"/>
            </a:xfrm>
            <a:prstGeom prst="rect">
              <a:avLst/>
            </a:prstGeom>
            <a:solidFill>
              <a:srgbClr val="F5D1D4"/>
            </a:solidFill>
            <a:ln>
              <a:noFill/>
            </a:ln>
          </p:spPr>
        </p:sp>
        <p:sp>
          <p:nvSpPr>
            <p:cNvPr id="13529" name="Heatmap cell r52 c115"/>
            <p:cNvSpPr/>
            <p:nvPr/>
          </p:nvSpPr>
          <p:spPr>
            <a:xfrm>
              <a:off x="2094635" y="1393898"/>
              <a:ext cx="19034" cy="28503"/>
            </a:xfrm>
            <a:prstGeom prst="rect">
              <a:avLst/>
            </a:prstGeom>
            <a:solidFill>
              <a:srgbClr val="EBF0F6"/>
            </a:solidFill>
            <a:ln>
              <a:noFill/>
            </a:ln>
          </p:spPr>
        </p:sp>
        <p:sp>
          <p:nvSpPr>
            <p:cNvPr id="13530" name="Heatmap cell r52 c116"/>
            <p:cNvSpPr/>
            <p:nvPr/>
          </p:nvSpPr>
          <p:spPr>
            <a:xfrm>
              <a:off x="2113574" y="1393898"/>
              <a:ext cx="17140" cy="28503"/>
            </a:xfrm>
            <a:prstGeom prst="rect">
              <a:avLst/>
            </a:prstGeom>
            <a:solidFill>
              <a:srgbClr val="A2B8CE"/>
            </a:solidFill>
            <a:ln>
              <a:noFill/>
            </a:ln>
          </p:spPr>
        </p:sp>
        <p:sp>
          <p:nvSpPr>
            <p:cNvPr id="13531" name="Heatmap cell r52 c117"/>
            <p:cNvSpPr/>
            <p:nvPr/>
          </p:nvSpPr>
          <p:spPr>
            <a:xfrm>
              <a:off x="2130619" y="1393898"/>
              <a:ext cx="19034" cy="28503"/>
            </a:xfrm>
            <a:prstGeom prst="rect">
              <a:avLst/>
            </a:prstGeom>
            <a:solidFill>
              <a:srgbClr val="97B0C8"/>
            </a:solidFill>
            <a:ln>
              <a:noFill/>
            </a:ln>
          </p:spPr>
        </p:sp>
        <p:sp>
          <p:nvSpPr>
            <p:cNvPr id="13532" name="Heatmap cell r52 c118"/>
            <p:cNvSpPr/>
            <p:nvPr/>
          </p:nvSpPr>
          <p:spPr>
            <a:xfrm>
              <a:off x="2149558" y="1393898"/>
              <a:ext cx="17140" cy="28503"/>
            </a:xfrm>
            <a:prstGeom prst="rect">
              <a:avLst/>
            </a:prstGeom>
            <a:solidFill>
              <a:srgbClr val="7D9DBA"/>
            </a:solidFill>
            <a:ln>
              <a:noFill/>
            </a:ln>
          </p:spPr>
        </p:sp>
        <p:sp>
          <p:nvSpPr>
            <p:cNvPr id="13533" name="Heatmap cell r52 c119"/>
            <p:cNvSpPr/>
            <p:nvPr/>
          </p:nvSpPr>
          <p:spPr>
            <a:xfrm>
              <a:off x="2166603" y="1393898"/>
              <a:ext cx="19034" cy="28503"/>
            </a:xfrm>
            <a:prstGeom prst="rect">
              <a:avLst/>
            </a:prstGeom>
            <a:solidFill>
              <a:srgbClr val="B7C7D9"/>
            </a:solidFill>
            <a:ln>
              <a:noFill/>
            </a:ln>
          </p:spPr>
        </p:sp>
        <p:sp>
          <p:nvSpPr>
            <p:cNvPr id="13534" name="Heatmap cell r52 c121"/>
            <p:cNvSpPr/>
            <p:nvPr/>
          </p:nvSpPr>
          <p:spPr>
            <a:xfrm>
              <a:off x="2202586" y="1393898"/>
              <a:ext cx="19034" cy="28503"/>
            </a:xfrm>
            <a:prstGeom prst="rect">
              <a:avLst/>
            </a:prstGeom>
            <a:solidFill>
              <a:srgbClr val="F3C5C8"/>
            </a:solidFill>
            <a:ln>
              <a:noFill/>
            </a:ln>
          </p:spPr>
        </p:sp>
        <p:sp>
          <p:nvSpPr>
            <p:cNvPr id="13535" name="Heatmap cell r52 c122"/>
            <p:cNvSpPr/>
            <p:nvPr/>
          </p:nvSpPr>
          <p:spPr>
            <a:xfrm>
              <a:off x="2221525" y="1393898"/>
              <a:ext cx="17140" cy="28503"/>
            </a:xfrm>
            <a:prstGeom prst="rect">
              <a:avLst/>
            </a:prstGeom>
            <a:solidFill>
              <a:srgbClr val="D3DEE8"/>
            </a:solidFill>
            <a:ln>
              <a:noFill/>
            </a:ln>
          </p:spPr>
        </p:sp>
        <p:sp>
          <p:nvSpPr>
            <p:cNvPr id="13536" name="Heatmap cell r52 c123"/>
            <p:cNvSpPr/>
            <p:nvPr/>
          </p:nvSpPr>
          <p:spPr>
            <a:xfrm>
              <a:off x="2238570" y="1393898"/>
              <a:ext cx="19034" cy="28503"/>
            </a:xfrm>
            <a:prstGeom prst="rect">
              <a:avLst/>
            </a:prstGeom>
            <a:solidFill>
              <a:srgbClr val="C3D1DF"/>
            </a:solidFill>
            <a:ln>
              <a:noFill/>
            </a:ln>
          </p:spPr>
        </p:sp>
        <p:sp>
          <p:nvSpPr>
            <p:cNvPr id="13537" name="Heatmap cell r52 c124"/>
            <p:cNvSpPr/>
            <p:nvPr/>
          </p:nvSpPr>
          <p:spPr>
            <a:xfrm>
              <a:off x="2257509" y="1393898"/>
              <a:ext cx="17140" cy="28503"/>
            </a:xfrm>
            <a:prstGeom prst="rect">
              <a:avLst/>
            </a:prstGeom>
            <a:solidFill>
              <a:srgbClr val="96AFC7"/>
            </a:solidFill>
            <a:ln>
              <a:noFill/>
            </a:ln>
          </p:spPr>
        </p:sp>
        <p:sp>
          <p:nvSpPr>
            <p:cNvPr id="13538" name="Heatmap cell r52 c125"/>
            <p:cNvSpPr/>
            <p:nvPr/>
          </p:nvSpPr>
          <p:spPr>
            <a:xfrm>
              <a:off x="2274554" y="1393898"/>
              <a:ext cx="19034" cy="28503"/>
            </a:xfrm>
            <a:prstGeom prst="rect">
              <a:avLst/>
            </a:prstGeom>
            <a:solidFill>
              <a:srgbClr val="C8D5E2"/>
            </a:solidFill>
            <a:ln>
              <a:noFill/>
            </a:ln>
          </p:spPr>
        </p:sp>
        <p:sp>
          <p:nvSpPr>
            <p:cNvPr id="13539" name="Heatmap cell r52 c126"/>
            <p:cNvSpPr/>
            <p:nvPr/>
          </p:nvSpPr>
          <p:spPr>
            <a:xfrm>
              <a:off x="2293493" y="1393898"/>
              <a:ext cx="17140" cy="28503"/>
            </a:xfrm>
            <a:prstGeom prst="rect">
              <a:avLst/>
            </a:prstGeom>
            <a:solidFill>
              <a:srgbClr val="ABC0D2"/>
            </a:solidFill>
            <a:ln>
              <a:noFill/>
            </a:ln>
          </p:spPr>
        </p:sp>
        <p:sp>
          <p:nvSpPr>
            <p:cNvPr id="13540" name="Heatmap cell r52 c127"/>
            <p:cNvSpPr/>
            <p:nvPr/>
          </p:nvSpPr>
          <p:spPr>
            <a:xfrm>
              <a:off x="2310538" y="1393898"/>
              <a:ext cx="19034" cy="28503"/>
            </a:xfrm>
            <a:prstGeom prst="rect">
              <a:avLst/>
            </a:prstGeom>
            <a:solidFill>
              <a:srgbClr val="ECF0F6"/>
            </a:solidFill>
            <a:ln>
              <a:noFill/>
            </a:ln>
          </p:spPr>
        </p:sp>
        <p:sp>
          <p:nvSpPr>
            <p:cNvPr id="13541" name="Heatmap cell r52 c128"/>
            <p:cNvSpPr/>
            <p:nvPr/>
          </p:nvSpPr>
          <p:spPr>
            <a:xfrm>
              <a:off x="2329477" y="1393898"/>
              <a:ext cx="19034" cy="28503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13542" name="Heatmap cell r52 c129"/>
            <p:cNvSpPr/>
            <p:nvPr/>
          </p:nvSpPr>
          <p:spPr>
            <a:xfrm>
              <a:off x="2348416" y="1393898"/>
              <a:ext cx="17140" cy="28503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13543" name="Heatmap cell r52 c131"/>
            <p:cNvSpPr/>
            <p:nvPr/>
          </p:nvSpPr>
          <p:spPr>
            <a:xfrm>
              <a:off x="2384399" y="1393898"/>
              <a:ext cx="17140" cy="28503"/>
            </a:xfrm>
            <a:prstGeom prst="rect">
              <a:avLst/>
            </a:prstGeom>
            <a:solidFill>
              <a:srgbClr val="CCD7E3"/>
            </a:solidFill>
            <a:ln>
              <a:noFill/>
            </a:ln>
          </p:spPr>
        </p:sp>
        <p:sp>
          <p:nvSpPr>
            <p:cNvPr id="13544" name="Heatmap cell r52 c132"/>
            <p:cNvSpPr/>
            <p:nvPr/>
          </p:nvSpPr>
          <p:spPr>
            <a:xfrm>
              <a:off x="2401444" y="1393898"/>
              <a:ext cx="19034" cy="28503"/>
            </a:xfrm>
            <a:prstGeom prst="rect">
              <a:avLst/>
            </a:prstGeom>
            <a:solidFill>
              <a:srgbClr val="7595B7"/>
            </a:solidFill>
            <a:ln>
              <a:noFill/>
            </a:ln>
          </p:spPr>
        </p:sp>
        <p:sp>
          <p:nvSpPr>
            <p:cNvPr id="13545" name="Heatmap cell r52 c133"/>
            <p:cNvSpPr/>
            <p:nvPr/>
          </p:nvSpPr>
          <p:spPr>
            <a:xfrm>
              <a:off x="2420383" y="1393898"/>
              <a:ext cx="17140" cy="28503"/>
            </a:xfrm>
            <a:prstGeom prst="rect">
              <a:avLst/>
            </a:prstGeom>
            <a:solidFill>
              <a:srgbClr val="D6E0EA"/>
            </a:solidFill>
            <a:ln>
              <a:noFill/>
            </a:ln>
          </p:spPr>
        </p:sp>
        <p:sp>
          <p:nvSpPr>
            <p:cNvPr id="13546" name="Heatmap cell r52 c134"/>
            <p:cNvSpPr/>
            <p:nvPr/>
          </p:nvSpPr>
          <p:spPr>
            <a:xfrm>
              <a:off x="2437428" y="1393898"/>
              <a:ext cx="19034" cy="28503"/>
            </a:xfrm>
            <a:prstGeom prst="rect">
              <a:avLst/>
            </a:prstGeom>
            <a:solidFill>
              <a:srgbClr val="F0F4F7"/>
            </a:solidFill>
            <a:ln>
              <a:noFill/>
            </a:ln>
          </p:spPr>
        </p:sp>
        <p:sp>
          <p:nvSpPr>
            <p:cNvPr id="13547" name="Heatmap cell r52 c135"/>
            <p:cNvSpPr/>
            <p:nvPr/>
          </p:nvSpPr>
          <p:spPr>
            <a:xfrm>
              <a:off x="2456367" y="1393898"/>
              <a:ext cx="17140" cy="28503"/>
            </a:xfrm>
            <a:prstGeom prst="rect">
              <a:avLst/>
            </a:prstGeom>
            <a:solidFill>
              <a:srgbClr val="F0BAC0"/>
            </a:solidFill>
            <a:ln>
              <a:noFill/>
            </a:ln>
          </p:spPr>
        </p:sp>
        <p:sp>
          <p:nvSpPr>
            <p:cNvPr id="13548" name="Heatmap cell r52 c136"/>
            <p:cNvSpPr/>
            <p:nvPr/>
          </p:nvSpPr>
          <p:spPr>
            <a:xfrm>
              <a:off x="2473412" y="1393898"/>
              <a:ext cx="19034" cy="28503"/>
            </a:xfrm>
            <a:prstGeom prst="rect">
              <a:avLst/>
            </a:prstGeom>
            <a:solidFill>
              <a:srgbClr val="E9EEF4"/>
            </a:solidFill>
            <a:ln>
              <a:noFill/>
            </a:ln>
          </p:spPr>
        </p:sp>
        <p:sp>
          <p:nvSpPr>
            <p:cNvPr id="13549" name="Heatmap cell r52 c137"/>
            <p:cNvSpPr/>
            <p:nvPr/>
          </p:nvSpPr>
          <p:spPr>
            <a:xfrm>
              <a:off x="2492351" y="1393898"/>
              <a:ext cx="17140" cy="28503"/>
            </a:xfrm>
            <a:prstGeom prst="rect">
              <a:avLst/>
            </a:prstGeom>
            <a:solidFill>
              <a:srgbClr val="C9D6E2"/>
            </a:solidFill>
            <a:ln>
              <a:noFill/>
            </a:ln>
          </p:spPr>
        </p:sp>
        <p:sp>
          <p:nvSpPr>
            <p:cNvPr id="13550" name="Heatmap cell r52 c138"/>
            <p:cNvSpPr/>
            <p:nvPr/>
          </p:nvSpPr>
          <p:spPr>
            <a:xfrm>
              <a:off x="2509396" y="1393898"/>
              <a:ext cx="19034" cy="28503"/>
            </a:xfrm>
            <a:prstGeom prst="rect">
              <a:avLst/>
            </a:prstGeom>
            <a:solidFill>
              <a:srgbClr val="B1C4D5"/>
            </a:solidFill>
            <a:ln>
              <a:noFill/>
            </a:ln>
          </p:spPr>
        </p:sp>
        <p:sp>
          <p:nvSpPr>
            <p:cNvPr id="13551" name="Heatmap cell r52 c140"/>
            <p:cNvSpPr/>
            <p:nvPr/>
          </p:nvSpPr>
          <p:spPr>
            <a:xfrm>
              <a:off x="2545379" y="1393898"/>
              <a:ext cx="19034" cy="28503"/>
            </a:xfrm>
            <a:prstGeom prst="rect">
              <a:avLst/>
            </a:prstGeom>
            <a:solidFill>
              <a:srgbClr val="A8BCD1"/>
            </a:solidFill>
            <a:ln>
              <a:noFill/>
            </a:ln>
          </p:spPr>
        </p:sp>
        <p:sp>
          <p:nvSpPr>
            <p:cNvPr id="13552" name="Heatmap cell r52 c141"/>
            <p:cNvSpPr/>
            <p:nvPr/>
          </p:nvSpPr>
          <p:spPr>
            <a:xfrm>
              <a:off x="2564318" y="1393898"/>
              <a:ext cx="19034" cy="28503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13553" name="Heatmap cell r52 c142"/>
            <p:cNvSpPr/>
            <p:nvPr/>
          </p:nvSpPr>
          <p:spPr>
            <a:xfrm>
              <a:off x="2583257" y="1393898"/>
              <a:ext cx="17140" cy="28503"/>
            </a:xfrm>
            <a:prstGeom prst="rect">
              <a:avLst/>
            </a:prstGeom>
            <a:solidFill>
              <a:srgbClr val="A2B8CE"/>
            </a:solidFill>
            <a:ln>
              <a:noFill/>
            </a:ln>
          </p:spPr>
        </p:sp>
        <p:sp>
          <p:nvSpPr>
            <p:cNvPr id="13554" name="Heatmap cell r52 c143"/>
            <p:cNvSpPr/>
            <p:nvPr/>
          </p:nvSpPr>
          <p:spPr>
            <a:xfrm>
              <a:off x="2600302" y="1393898"/>
              <a:ext cx="19034" cy="28503"/>
            </a:xfrm>
            <a:prstGeom prst="rect">
              <a:avLst/>
            </a:prstGeom>
            <a:solidFill>
              <a:srgbClr val="99B0C8"/>
            </a:solidFill>
            <a:ln>
              <a:noFill/>
            </a:ln>
          </p:spPr>
        </p:sp>
        <p:sp>
          <p:nvSpPr>
            <p:cNvPr id="13555" name="Heatmap cell r52 c144"/>
            <p:cNvSpPr/>
            <p:nvPr/>
          </p:nvSpPr>
          <p:spPr>
            <a:xfrm>
              <a:off x="2619241" y="1393898"/>
              <a:ext cx="17140" cy="28503"/>
            </a:xfrm>
            <a:prstGeom prst="rect">
              <a:avLst/>
            </a:prstGeom>
            <a:solidFill>
              <a:srgbClr val="F1C2C6"/>
            </a:solidFill>
            <a:ln>
              <a:noFill/>
            </a:ln>
          </p:spPr>
        </p:sp>
        <p:sp>
          <p:nvSpPr>
            <p:cNvPr id="13556" name="Heatmap cell r52 c145"/>
            <p:cNvSpPr/>
            <p:nvPr/>
          </p:nvSpPr>
          <p:spPr>
            <a:xfrm>
              <a:off x="2636286" y="1393898"/>
              <a:ext cx="19034" cy="28503"/>
            </a:xfrm>
            <a:prstGeom prst="rect">
              <a:avLst/>
            </a:prstGeom>
            <a:solidFill>
              <a:srgbClr val="D5DFEA"/>
            </a:solidFill>
            <a:ln>
              <a:noFill/>
            </a:ln>
          </p:spPr>
        </p:sp>
        <p:sp>
          <p:nvSpPr>
            <p:cNvPr id="13557" name="Heatmap cell r52 c146"/>
            <p:cNvSpPr/>
            <p:nvPr/>
          </p:nvSpPr>
          <p:spPr>
            <a:xfrm>
              <a:off x="2655225" y="1393898"/>
              <a:ext cx="17140" cy="28503"/>
            </a:xfrm>
            <a:prstGeom prst="rect">
              <a:avLst/>
            </a:prstGeom>
            <a:solidFill>
              <a:srgbClr val="F8E4E7"/>
            </a:solidFill>
            <a:ln>
              <a:noFill/>
            </a:ln>
          </p:spPr>
        </p:sp>
        <p:sp>
          <p:nvSpPr>
            <p:cNvPr id="13558" name="Heatmap cell r52 c147"/>
            <p:cNvSpPr/>
            <p:nvPr/>
          </p:nvSpPr>
          <p:spPr>
            <a:xfrm>
              <a:off x="2672270" y="1393898"/>
              <a:ext cx="19034" cy="28503"/>
            </a:xfrm>
            <a:prstGeom prst="rect">
              <a:avLst/>
            </a:prstGeom>
            <a:solidFill>
              <a:srgbClr val="F1F5F8"/>
            </a:solidFill>
            <a:ln>
              <a:noFill/>
            </a:ln>
          </p:spPr>
        </p:sp>
        <p:sp>
          <p:nvSpPr>
            <p:cNvPr id="13559" name="Heatmap cell r52 c148"/>
            <p:cNvSpPr/>
            <p:nvPr/>
          </p:nvSpPr>
          <p:spPr>
            <a:xfrm>
              <a:off x="2691208" y="1393898"/>
              <a:ext cx="17140" cy="28503"/>
            </a:xfrm>
            <a:prstGeom prst="rect">
              <a:avLst/>
            </a:prstGeom>
            <a:solidFill>
              <a:srgbClr val="C5D2DF"/>
            </a:solidFill>
            <a:ln>
              <a:noFill/>
            </a:ln>
          </p:spPr>
        </p:sp>
        <p:sp>
          <p:nvSpPr>
            <p:cNvPr id="13560" name="Heatmap cell r52 c149"/>
            <p:cNvSpPr/>
            <p:nvPr/>
          </p:nvSpPr>
          <p:spPr>
            <a:xfrm>
              <a:off x="2708253" y="1393898"/>
              <a:ext cx="19034" cy="28503"/>
            </a:xfrm>
            <a:prstGeom prst="rect">
              <a:avLst/>
            </a:prstGeom>
            <a:solidFill>
              <a:srgbClr val="BFCFDF"/>
            </a:solidFill>
            <a:ln>
              <a:noFill/>
            </a:ln>
          </p:spPr>
        </p:sp>
        <p:sp>
          <p:nvSpPr>
            <p:cNvPr id="13561" name="Heatmap cell r52 c150"/>
            <p:cNvSpPr/>
            <p:nvPr/>
          </p:nvSpPr>
          <p:spPr>
            <a:xfrm>
              <a:off x="2727192" y="1393898"/>
              <a:ext cx="17140" cy="28503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13562" name="Heatmap cell r52 c151"/>
            <p:cNvSpPr/>
            <p:nvPr/>
          </p:nvSpPr>
          <p:spPr>
            <a:xfrm>
              <a:off x="2744237" y="1393898"/>
              <a:ext cx="19034" cy="28503"/>
            </a:xfrm>
            <a:prstGeom prst="rect">
              <a:avLst/>
            </a:prstGeom>
            <a:solidFill>
              <a:srgbClr val="DBE3EB"/>
            </a:solidFill>
            <a:ln>
              <a:noFill/>
            </a:ln>
          </p:spPr>
        </p:sp>
        <p:sp>
          <p:nvSpPr>
            <p:cNvPr id="13563" name="Heatmap cell r52 c153"/>
            <p:cNvSpPr/>
            <p:nvPr/>
          </p:nvSpPr>
          <p:spPr>
            <a:xfrm>
              <a:off x="2780221" y="1393898"/>
              <a:ext cx="19034" cy="28503"/>
            </a:xfrm>
            <a:prstGeom prst="rect">
              <a:avLst/>
            </a:prstGeom>
            <a:solidFill>
              <a:srgbClr val="F8E1E3"/>
            </a:solidFill>
            <a:ln>
              <a:noFill/>
            </a:ln>
          </p:spPr>
        </p:sp>
        <p:sp>
          <p:nvSpPr>
            <p:cNvPr id="13564" name="Heatmap cell r52 c154"/>
            <p:cNvSpPr/>
            <p:nvPr/>
          </p:nvSpPr>
          <p:spPr>
            <a:xfrm>
              <a:off x="2799160" y="1393898"/>
              <a:ext cx="17140" cy="28503"/>
            </a:xfrm>
            <a:prstGeom prst="rect">
              <a:avLst/>
            </a:prstGeom>
            <a:solidFill>
              <a:srgbClr val="ECF0F6"/>
            </a:solidFill>
            <a:ln>
              <a:noFill/>
            </a:ln>
          </p:spPr>
        </p:sp>
        <p:sp>
          <p:nvSpPr>
            <p:cNvPr id="13565" name="Heatmap cell r52 c155"/>
            <p:cNvSpPr/>
            <p:nvPr/>
          </p:nvSpPr>
          <p:spPr>
            <a:xfrm>
              <a:off x="2816205" y="1393898"/>
              <a:ext cx="19034" cy="28503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13566" name="Heatmap cell r52 c156"/>
            <p:cNvSpPr/>
            <p:nvPr/>
          </p:nvSpPr>
          <p:spPr>
            <a:xfrm>
              <a:off x="2835144" y="1393898"/>
              <a:ext cx="19034" cy="28503"/>
            </a:xfrm>
            <a:prstGeom prst="rect">
              <a:avLst/>
            </a:prstGeom>
            <a:solidFill>
              <a:srgbClr val="E3EAF0"/>
            </a:solidFill>
            <a:ln>
              <a:noFill/>
            </a:ln>
          </p:spPr>
        </p:sp>
        <p:sp>
          <p:nvSpPr>
            <p:cNvPr id="13567" name="Heatmap cell r52 c158"/>
            <p:cNvSpPr/>
            <p:nvPr/>
          </p:nvSpPr>
          <p:spPr>
            <a:xfrm>
              <a:off x="2871127" y="1393898"/>
              <a:ext cx="19034" cy="28503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</p:sp>
        <p:sp>
          <p:nvSpPr>
            <p:cNvPr id="13568" name="Heatmap cell r52 c159"/>
            <p:cNvSpPr/>
            <p:nvPr/>
          </p:nvSpPr>
          <p:spPr>
            <a:xfrm>
              <a:off x="2890066" y="1393898"/>
              <a:ext cx="17140" cy="28503"/>
            </a:xfrm>
            <a:prstGeom prst="rect">
              <a:avLst/>
            </a:prstGeom>
            <a:solidFill>
              <a:srgbClr val="D7E1EB"/>
            </a:solidFill>
            <a:ln>
              <a:noFill/>
            </a:ln>
          </p:spPr>
        </p:sp>
        <p:sp>
          <p:nvSpPr>
            <p:cNvPr id="13569" name="Heatmap cell r52 c160"/>
            <p:cNvSpPr/>
            <p:nvPr/>
          </p:nvSpPr>
          <p:spPr>
            <a:xfrm>
              <a:off x="2907111" y="1393898"/>
              <a:ext cx="19034" cy="28503"/>
            </a:xfrm>
            <a:prstGeom prst="rect">
              <a:avLst/>
            </a:prstGeom>
            <a:solidFill>
              <a:srgbClr val="E3EAF0"/>
            </a:solidFill>
            <a:ln>
              <a:noFill/>
            </a:ln>
          </p:spPr>
        </p:sp>
        <p:sp>
          <p:nvSpPr>
            <p:cNvPr id="13570" name="Heatmap cell r52 c161"/>
            <p:cNvSpPr/>
            <p:nvPr/>
          </p:nvSpPr>
          <p:spPr>
            <a:xfrm>
              <a:off x="2926050" y="1393898"/>
              <a:ext cx="17140" cy="28503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13571" name="Heatmap cell r52 c162"/>
            <p:cNvSpPr/>
            <p:nvPr/>
          </p:nvSpPr>
          <p:spPr>
            <a:xfrm>
              <a:off x="2943095" y="1393898"/>
              <a:ext cx="19034" cy="28503"/>
            </a:xfrm>
            <a:prstGeom prst="rect">
              <a:avLst/>
            </a:prstGeom>
            <a:solidFill>
              <a:srgbClr val="F9E8E9"/>
            </a:solidFill>
            <a:ln>
              <a:noFill/>
            </a:ln>
          </p:spPr>
        </p:sp>
        <p:sp>
          <p:nvSpPr>
            <p:cNvPr id="13572" name="Heatmap cell r52 c163"/>
            <p:cNvSpPr/>
            <p:nvPr/>
          </p:nvSpPr>
          <p:spPr>
            <a:xfrm>
              <a:off x="2962034" y="1393898"/>
              <a:ext cx="17140" cy="28503"/>
            </a:xfrm>
            <a:prstGeom prst="rect">
              <a:avLst/>
            </a:prstGeom>
            <a:solidFill>
              <a:srgbClr val="F9E7E8"/>
            </a:solidFill>
            <a:ln>
              <a:noFill/>
            </a:ln>
          </p:spPr>
        </p:sp>
        <p:sp>
          <p:nvSpPr>
            <p:cNvPr id="13573" name="Heatmap cell r52 c164"/>
            <p:cNvSpPr/>
            <p:nvPr/>
          </p:nvSpPr>
          <p:spPr>
            <a:xfrm>
              <a:off x="2979079" y="1393898"/>
              <a:ext cx="19034" cy="28503"/>
            </a:xfrm>
            <a:prstGeom prst="rect">
              <a:avLst/>
            </a:prstGeom>
            <a:solidFill>
              <a:srgbClr val="F9E8E9"/>
            </a:solidFill>
            <a:ln>
              <a:noFill/>
            </a:ln>
          </p:spPr>
        </p:sp>
        <p:sp>
          <p:nvSpPr>
            <p:cNvPr id="13574" name="Heatmap cell r52 c165"/>
            <p:cNvSpPr/>
            <p:nvPr/>
          </p:nvSpPr>
          <p:spPr>
            <a:xfrm>
              <a:off x="2998018" y="1393898"/>
              <a:ext cx="17140" cy="28503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13575" name="Heatmap cell r52 c166"/>
            <p:cNvSpPr/>
            <p:nvPr/>
          </p:nvSpPr>
          <p:spPr>
            <a:xfrm>
              <a:off x="3015062" y="1393898"/>
              <a:ext cx="19034" cy="28503"/>
            </a:xfrm>
            <a:prstGeom prst="rect">
              <a:avLst/>
            </a:prstGeom>
            <a:solidFill>
              <a:srgbClr val="F9E8E9"/>
            </a:solidFill>
            <a:ln>
              <a:noFill/>
            </a:ln>
          </p:spPr>
        </p:sp>
        <p:sp>
          <p:nvSpPr>
            <p:cNvPr id="13576" name="Heatmap cell r52 c167"/>
            <p:cNvSpPr/>
            <p:nvPr/>
          </p:nvSpPr>
          <p:spPr>
            <a:xfrm>
              <a:off x="3034001" y="1393898"/>
              <a:ext cx="17140" cy="28503"/>
            </a:xfrm>
            <a:prstGeom prst="rect">
              <a:avLst/>
            </a:prstGeom>
            <a:solidFill>
              <a:srgbClr val="FAECEC"/>
            </a:solidFill>
            <a:ln>
              <a:noFill/>
            </a:ln>
          </p:spPr>
        </p:sp>
        <p:sp>
          <p:nvSpPr>
            <p:cNvPr id="13577" name="Heatmap cell r52 c168"/>
            <p:cNvSpPr/>
            <p:nvPr/>
          </p:nvSpPr>
          <p:spPr>
            <a:xfrm>
              <a:off x="3051046" y="1393898"/>
              <a:ext cx="19034" cy="28503"/>
            </a:xfrm>
            <a:prstGeom prst="rect">
              <a:avLst/>
            </a:prstGeom>
            <a:solidFill>
              <a:srgbClr val="ADC2D4"/>
            </a:solidFill>
            <a:ln>
              <a:noFill/>
            </a:ln>
          </p:spPr>
        </p:sp>
        <p:sp>
          <p:nvSpPr>
            <p:cNvPr id="13578" name="Heatmap cell r52 c169"/>
            <p:cNvSpPr/>
            <p:nvPr/>
          </p:nvSpPr>
          <p:spPr>
            <a:xfrm>
              <a:off x="3069985" y="1393898"/>
              <a:ext cx="19034" cy="28503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13579" name="Heatmap cell r52 c170"/>
            <p:cNvSpPr/>
            <p:nvPr/>
          </p:nvSpPr>
          <p:spPr>
            <a:xfrm>
              <a:off x="3088924" y="1393898"/>
              <a:ext cx="17140" cy="28503"/>
            </a:xfrm>
            <a:prstGeom prst="rect">
              <a:avLst/>
            </a:prstGeom>
            <a:solidFill>
              <a:srgbClr val="FBF5F5"/>
            </a:solidFill>
            <a:ln>
              <a:noFill/>
            </a:ln>
          </p:spPr>
        </p:sp>
        <p:sp>
          <p:nvSpPr>
            <p:cNvPr id="13580" name="Heatmap cell r52 c172"/>
            <p:cNvSpPr/>
            <p:nvPr/>
          </p:nvSpPr>
          <p:spPr>
            <a:xfrm>
              <a:off x="3124908" y="1393898"/>
              <a:ext cx="17140" cy="28503"/>
            </a:xfrm>
            <a:prstGeom prst="rect">
              <a:avLst/>
            </a:prstGeom>
            <a:solidFill>
              <a:srgbClr val="F3C6CB"/>
            </a:solidFill>
            <a:ln>
              <a:noFill/>
            </a:ln>
          </p:spPr>
        </p:sp>
        <p:sp>
          <p:nvSpPr>
            <p:cNvPr id="13581" name="Heatmap cell r52 c173"/>
            <p:cNvSpPr/>
            <p:nvPr/>
          </p:nvSpPr>
          <p:spPr>
            <a:xfrm>
              <a:off x="3141953" y="1393898"/>
              <a:ext cx="19034" cy="28503"/>
            </a:xfrm>
            <a:prstGeom prst="rect">
              <a:avLst/>
            </a:prstGeom>
            <a:solidFill>
              <a:srgbClr val="F8E3E6"/>
            </a:solidFill>
            <a:ln>
              <a:noFill/>
            </a:ln>
          </p:spPr>
        </p:sp>
        <p:sp>
          <p:nvSpPr>
            <p:cNvPr id="13582" name="Heatmap cell r52 c174"/>
            <p:cNvSpPr/>
            <p:nvPr/>
          </p:nvSpPr>
          <p:spPr>
            <a:xfrm>
              <a:off x="3160892" y="1393898"/>
              <a:ext cx="17140" cy="28503"/>
            </a:xfrm>
            <a:prstGeom prst="rect">
              <a:avLst/>
            </a:prstGeom>
            <a:solidFill>
              <a:srgbClr val="F1F5F8"/>
            </a:solidFill>
            <a:ln>
              <a:noFill/>
            </a:ln>
          </p:spPr>
        </p:sp>
        <p:sp>
          <p:nvSpPr>
            <p:cNvPr id="13583" name="Heatmap cell r52 c175"/>
            <p:cNvSpPr/>
            <p:nvPr/>
          </p:nvSpPr>
          <p:spPr>
            <a:xfrm>
              <a:off x="3177936" y="1393898"/>
              <a:ext cx="19034" cy="28503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13584" name="Heatmap cell r52 c176"/>
            <p:cNvSpPr/>
            <p:nvPr/>
          </p:nvSpPr>
          <p:spPr>
            <a:xfrm>
              <a:off x="3196875" y="1393898"/>
              <a:ext cx="17140" cy="28503"/>
            </a:xfrm>
            <a:prstGeom prst="rect">
              <a:avLst/>
            </a:prstGeom>
            <a:solidFill>
              <a:srgbClr val="F7D9DB"/>
            </a:solidFill>
            <a:ln>
              <a:noFill/>
            </a:ln>
          </p:spPr>
        </p:sp>
        <p:sp>
          <p:nvSpPr>
            <p:cNvPr id="13585" name="Heatmap cell r52 c177"/>
            <p:cNvSpPr/>
            <p:nvPr/>
          </p:nvSpPr>
          <p:spPr>
            <a:xfrm>
              <a:off x="3213920" y="1393898"/>
              <a:ext cx="19034" cy="28503"/>
            </a:xfrm>
            <a:prstGeom prst="rect">
              <a:avLst/>
            </a:prstGeom>
            <a:solidFill>
              <a:srgbClr val="F4CCD1"/>
            </a:solidFill>
            <a:ln>
              <a:noFill/>
            </a:ln>
          </p:spPr>
        </p:sp>
        <p:sp>
          <p:nvSpPr>
            <p:cNvPr id="13586" name="Heatmap cell r52 c178"/>
            <p:cNvSpPr/>
            <p:nvPr/>
          </p:nvSpPr>
          <p:spPr>
            <a:xfrm>
              <a:off x="3232859" y="1393898"/>
              <a:ext cx="17140" cy="28503"/>
            </a:xfrm>
            <a:prstGeom prst="rect">
              <a:avLst/>
            </a:prstGeom>
            <a:solidFill>
              <a:srgbClr val="F9E8E9"/>
            </a:solidFill>
            <a:ln>
              <a:noFill/>
            </a:ln>
          </p:spPr>
        </p:sp>
        <p:sp>
          <p:nvSpPr>
            <p:cNvPr id="13587" name="Heatmap cell r52 c179"/>
            <p:cNvSpPr/>
            <p:nvPr/>
          </p:nvSpPr>
          <p:spPr>
            <a:xfrm>
              <a:off x="3249904" y="1393898"/>
              <a:ext cx="19034" cy="28503"/>
            </a:xfrm>
            <a:prstGeom prst="rect">
              <a:avLst/>
            </a:prstGeom>
            <a:solidFill>
              <a:srgbClr val="F8DDDF"/>
            </a:solidFill>
            <a:ln>
              <a:noFill/>
            </a:ln>
          </p:spPr>
        </p:sp>
        <p:sp>
          <p:nvSpPr>
            <p:cNvPr id="13588" name="Heatmap cell r52 c180"/>
            <p:cNvSpPr/>
            <p:nvPr/>
          </p:nvSpPr>
          <p:spPr>
            <a:xfrm>
              <a:off x="3268843" y="1393898"/>
              <a:ext cx="17140" cy="28503"/>
            </a:xfrm>
            <a:prstGeom prst="rect">
              <a:avLst/>
            </a:prstGeom>
            <a:solidFill>
              <a:srgbClr val="7394B6"/>
            </a:solidFill>
            <a:ln>
              <a:noFill/>
            </a:ln>
          </p:spPr>
        </p:sp>
        <p:sp>
          <p:nvSpPr>
            <p:cNvPr id="13589" name="Heatmap cell r52 c181"/>
            <p:cNvSpPr/>
            <p:nvPr/>
          </p:nvSpPr>
          <p:spPr>
            <a:xfrm>
              <a:off x="3285888" y="1393898"/>
              <a:ext cx="19034" cy="28503"/>
            </a:xfrm>
            <a:prstGeom prst="rect">
              <a:avLst/>
            </a:prstGeom>
            <a:solidFill>
              <a:srgbClr val="EAEEF4"/>
            </a:solidFill>
            <a:ln>
              <a:noFill/>
            </a:ln>
          </p:spPr>
        </p:sp>
        <p:sp>
          <p:nvSpPr>
            <p:cNvPr id="13590" name="Heatmap cell r52 c182"/>
            <p:cNvSpPr/>
            <p:nvPr/>
          </p:nvSpPr>
          <p:spPr>
            <a:xfrm>
              <a:off x="3304827" y="1393898"/>
              <a:ext cx="19034" cy="28503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13591" name="Heatmap cell r52 c183"/>
            <p:cNvSpPr/>
            <p:nvPr/>
          </p:nvSpPr>
          <p:spPr>
            <a:xfrm>
              <a:off x="3323765" y="1393898"/>
              <a:ext cx="17140" cy="28503"/>
            </a:xfrm>
            <a:prstGeom prst="rect">
              <a:avLst/>
            </a:prstGeom>
            <a:solidFill>
              <a:srgbClr val="EBA6AC"/>
            </a:solidFill>
            <a:ln>
              <a:noFill/>
            </a:ln>
          </p:spPr>
        </p:sp>
        <p:sp>
          <p:nvSpPr>
            <p:cNvPr id="13592" name="Heatmap cell r52 c184"/>
            <p:cNvSpPr/>
            <p:nvPr/>
          </p:nvSpPr>
          <p:spPr>
            <a:xfrm>
              <a:off x="3340810" y="1393898"/>
              <a:ext cx="19034" cy="28503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13593" name="Heatmap cell r52 c185"/>
            <p:cNvSpPr/>
            <p:nvPr/>
          </p:nvSpPr>
          <p:spPr>
            <a:xfrm>
              <a:off x="3359749" y="1393898"/>
              <a:ext cx="17140" cy="28503"/>
            </a:xfrm>
            <a:prstGeom prst="rect">
              <a:avLst/>
            </a:prstGeom>
            <a:solidFill>
              <a:srgbClr val="D5DFEA"/>
            </a:solidFill>
            <a:ln>
              <a:noFill/>
            </a:ln>
          </p:spPr>
        </p:sp>
        <p:sp>
          <p:nvSpPr>
            <p:cNvPr id="13594" name="Heatmap cell r52 c186"/>
            <p:cNvSpPr/>
            <p:nvPr/>
          </p:nvSpPr>
          <p:spPr>
            <a:xfrm>
              <a:off x="3376794" y="1393898"/>
              <a:ext cx="19034" cy="28503"/>
            </a:xfrm>
            <a:prstGeom prst="rect">
              <a:avLst/>
            </a:prstGeom>
            <a:solidFill>
              <a:srgbClr val="91ACC7"/>
            </a:solidFill>
            <a:ln>
              <a:noFill/>
            </a:ln>
          </p:spPr>
        </p:sp>
        <p:sp>
          <p:nvSpPr>
            <p:cNvPr id="13595" name="Heatmap cell r52 c187"/>
            <p:cNvSpPr/>
            <p:nvPr/>
          </p:nvSpPr>
          <p:spPr>
            <a:xfrm>
              <a:off x="3395733" y="1393898"/>
              <a:ext cx="17140" cy="28503"/>
            </a:xfrm>
            <a:prstGeom prst="rect">
              <a:avLst/>
            </a:prstGeom>
            <a:solidFill>
              <a:srgbClr val="F8E1E3"/>
            </a:solidFill>
            <a:ln>
              <a:noFill/>
            </a:ln>
          </p:spPr>
        </p:sp>
        <p:sp>
          <p:nvSpPr>
            <p:cNvPr id="13596" name="Heatmap cell r52 c188"/>
            <p:cNvSpPr/>
            <p:nvPr/>
          </p:nvSpPr>
          <p:spPr>
            <a:xfrm>
              <a:off x="3412778" y="1393898"/>
              <a:ext cx="19034" cy="28503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13597" name="Heatmap cell r52 c189"/>
            <p:cNvSpPr/>
            <p:nvPr/>
          </p:nvSpPr>
          <p:spPr>
            <a:xfrm>
              <a:off x="3431717" y="1393898"/>
              <a:ext cx="17140" cy="28503"/>
            </a:xfrm>
            <a:prstGeom prst="rect">
              <a:avLst/>
            </a:prstGeom>
            <a:solidFill>
              <a:srgbClr val="D5DFEA"/>
            </a:solidFill>
            <a:ln>
              <a:noFill/>
            </a:ln>
          </p:spPr>
        </p:sp>
        <p:sp>
          <p:nvSpPr>
            <p:cNvPr id="13598" name="Heatmap cell r52 c190"/>
            <p:cNvSpPr/>
            <p:nvPr/>
          </p:nvSpPr>
          <p:spPr>
            <a:xfrm>
              <a:off x="3448762" y="1393898"/>
              <a:ext cx="19034" cy="28503"/>
            </a:xfrm>
            <a:prstGeom prst="rect">
              <a:avLst/>
            </a:prstGeom>
            <a:solidFill>
              <a:srgbClr val="F0F5F8"/>
            </a:solidFill>
            <a:ln>
              <a:noFill/>
            </a:ln>
          </p:spPr>
        </p:sp>
        <p:sp>
          <p:nvSpPr>
            <p:cNvPr id="13599" name="Heatmap cell r52 c191"/>
            <p:cNvSpPr/>
            <p:nvPr/>
          </p:nvSpPr>
          <p:spPr>
            <a:xfrm>
              <a:off x="3467701" y="1393898"/>
              <a:ext cx="17140" cy="28503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13600" name="Heatmap cell r52 c192"/>
            <p:cNvSpPr/>
            <p:nvPr/>
          </p:nvSpPr>
          <p:spPr>
            <a:xfrm>
              <a:off x="3484746" y="1393898"/>
              <a:ext cx="19034" cy="28503"/>
            </a:xfrm>
            <a:prstGeom prst="rect">
              <a:avLst/>
            </a:prstGeom>
            <a:solidFill>
              <a:srgbClr val="F6F8F9"/>
            </a:solidFill>
            <a:ln>
              <a:noFill/>
            </a:ln>
          </p:spPr>
        </p:sp>
        <p:sp>
          <p:nvSpPr>
            <p:cNvPr id="13601" name="Heatmap cell r52 c193"/>
            <p:cNvSpPr/>
            <p:nvPr/>
          </p:nvSpPr>
          <p:spPr>
            <a:xfrm>
              <a:off x="3503684" y="1393898"/>
              <a:ext cx="17140" cy="28503"/>
            </a:xfrm>
            <a:prstGeom prst="rect">
              <a:avLst/>
            </a:prstGeom>
            <a:solidFill>
              <a:srgbClr val="9EB5CC"/>
            </a:solidFill>
            <a:ln>
              <a:noFill/>
            </a:ln>
          </p:spPr>
        </p:sp>
        <p:sp>
          <p:nvSpPr>
            <p:cNvPr id="13602" name="Heatmap cell r52 c194"/>
            <p:cNvSpPr/>
            <p:nvPr/>
          </p:nvSpPr>
          <p:spPr>
            <a:xfrm>
              <a:off x="3520729" y="1393898"/>
              <a:ext cx="19034" cy="28503"/>
            </a:xfrm>
            <a:prstGeom prst="rect">
              <a:avLst/>
            </a:prstGeom>
            <a:solidFill>
              <a:srgbClr val="F8DEE0"/>
            </a:solidFill>
            <a:ln>
              <a:noFill/>
            </a:ln>
          </p:spPr>
        </p:sp>
        <p:sp>
          <p:nvSpPr>
            <p:cNvPr id="13603" name="Heatmap cell r52 c195"/>
            <p:cNvSpPr/>
            <p:nvPr/>
          </p:nvSpPr>
          <p:spPr>
            <a:xfrm>
              <a:off x="3539668" y="1393898"/>
              <a:ext cx="19034" cy="28503"/>
            </a:xfrm>
            <a:prstGeom prst="rect">
              <a:avLst/>
            </a:prstGeom>
            <a:solidFill>
              <a:srgbClr val="FBF1F3"/>
            </a:solidFill>
            <a:ln>
              <a:noFill/>
            </a:ln>
          </p:spPr>
        </p:sp>
        <p:sp>
          <p:nvSpPr>
            <p:cNvPr id="13604" name="Heatmap cell r52 c196"/>
            <p:cNvSpPr/>
            <p:nvPr/>
          </p:nvSpPr>
          <p:spPr>
            <a:xfrm>
              <a:off x="3558607" y="1393898"/>
              <a:ext cx="17140" cy="28503"/>
            </a:xfrm>
            <a:prstGeom prst="rect">
              <a:avLst/>
            </a:prstGeom>
            <a:solidFill>
              <a:srgbClr val="85A1BE"/>
            </a:solidFill>
            <a:ln>
              <a:noFill/>
            </a:ln>
          </p:spPr>
        </p:sp>
        <p:sp>
          <p:nvSpPr>
            <p:cNvPr id="13605" name="Heatmap cell r52 c197"/>
            <p:cNvSpPr/>
            <p:nvPr/>
          </p:nvSpPr>
          <p:spPr>
            <a:xfrm>
              <a:off x="3575652" y="1393898"/>
              <a:ext cx="19034" cy="28503"/>
            </a:xfrm>
            <a:prstGeom prst="rect">
              <a:avLst/>
            </a:prstGeom>
            <a:solidFill>
              <a:srgbClr val="BBCCDC"/>
            </a:solidFill>
            <a:ln>
              <a:noFill/>
            </a:ln>
          </p:spPr>
        </p:sp>
        <p:sp>
          <p:nvSpPr>
            <p:cNvPr id="13606" name="Heatmap cell r52 c198"/>
            <p:cNvSpPr/>
            <p:nvPr/>
          </p:nvSpPr>
          <p:spPr>
            <a:xfrm>
              <a:off x="3594591" y="1393898"/>
              <a:ext cx="17140" cy="28503"/>
            </a:xfrm>
            <a:prstGeom prst="rect">
              <a:avLst/>
            </a:prstGeom>
            <a:solidFill>
              <a:srgbClr val="B5C6D7"/>
            </a:solidFill>
            <a:ln>
              <a:noFill/>
            </a:ln>
          </p:spPr>
        </p:sp>
        <p:sp>
          <p:nvSpPr>
            <p:cNvPr id="13607" name="Heatmap cell r52 c199"/>
            <p:cNvSpPr/>
            <p:nvPr/>
          </p:nvSpPr>
          <p:spPr>
            <a:xfrm>
              <a:off x="3611636" y="1393898"/>
              <a:ext cx="19034" cy="28503"/>
            </a:xfrm>
            <a:prstGeom prst="rect">
              <a:avLst/>
            </a:prstGeom>
            <a:solidFill>
              <a:srgbClr val="F2C8CD"/>
            </a:solidFill>
            <a:ln>
              <a:noFill/>
            </a:ln>
          </p:spPr>
        </p:sp>
        <p:sp>
          <p:nvSpPr>
            <p:cNvPr id="13608" name="Heatmap cell r52 c200"/>
            <p:cNvSpPr/>
            <p:nvPr/>
          </p:nvSpPr>
          <p:spPr>
            <a:xfrm>
              <a:off x="3630575" y="1393898"/>
              <a:ext cx="17140" cy="28503"/>
            </a:xfrm>
            <a:prstGeom prst="rect">
              <a:avLst/>
            </a:prstGeom>
            <a:solidFill>
              <a:srgbClr val="7696B8"/>
            </a:solidFill>
            <a:ln>
              <a:noFill/>
            </a:ln>
          </p:spPr>
        </p:sp>
        <p:sp>
          <p:nvSpPr>
            <p:cNvPr id="13609" name="Heatmap cell r52 c201"/>
            <p:cNvSpPr/>
            <p:nvPr/>
          </p:nvSpPr>
          <p:spPr>
            <a:xfrm>
              <a:off x="3647620" y="1393898"/>
              <a:ext cx="19034" cy="28503"/>
            </a:xfrm>
            <a:prstGeom prst="rect">
              <a:avLst/>
            </a:prstGeom>
            <a:solidFill>
              <a:srgbClr val="F8DEE0"/>
            </a:solidFill>
            <a:ln>
              <a:noFill/>
            </a:ln>
          </p:spPr>
        </p:sp>
        <p:sp>
          <p:nvSpPr>
            <p:cNvPr id="13610" name="Heatmap cell r52 c202"/>
            <p:cNvSpPr/>
            <p:nvPr/>
          </p:nvSpPr>
          <p:spPr>
            <a:xfrm>
              <a:off x="3666558" y="1393898"/>
              <a:ext cx="17140" cy="28503"/>
            </a:xfrm>
            <a:prstGeom prst="rect">
              <a:avLst/>
            </a:prstGeom>
            <a:solidFill>
              <a:srgbClr val="E17680"/>
            </a:solidFill>
            <a:ln>
              <a:noFill/>
            </a:ln>
          </p:spPr>
        </p:sp>
        <p:sp>
          <p:nvSpPr>
            <p:cNvPr id="13611" name="Heatmap cell r52 c203"/>
            <p:cNvSpPr/>
            <p:nvPr/>
          </p:nvSpPr>
          <p:spPr>
            <a:xfrm>
              <a:off x="3683603" y="1393898"/>
              <a:ext cx="19034" cy="28503"/>
            </a:xfrm>
            <a:prstGeom prst="rect">
              <a:avLst/>
            </a:prstGeom>
            <a:solidFill>
              <a:srgbClr val="D9E1EB"/>
            </a:solidFill>
            <a:ln>
              <a:noFill/>
            </a:ln>
          </p:spPr>
        </p:sp>
        <p:sp>
          <p:nvSpPr>
            <p:cNvPr id="13612" name="Heatmap cell r52 c204"/>
            <p:cNvSpPr/>
            <p:nvPr/>
          </p:nvSpPr>
          <p:spPr>
            <a:xfrm>
              <a:off x="3702542" y="1393898"/>
              <a:ext cx="17140" cy="28503"/>
            </a:xfrm>
            <a:prstGeom prst="rect">
              <a:avLst/>
            </a:prstGeom>
            <a:solidFill>
              <a:srgbClr val="FAECEC"/>
            </a:solidFill>
            <a:ln>
              <a:noFill/>
            </a:ln>
          </p:spPr>
        </p:sp>
        <p:sp>
          <p:nvSpPr>
            <p:cNvPr id="13613" name="Heatmap cell r52 c205"/>
            <p:cNvSpPr/>
            <p:nvPr/>
          </p:nvSpPr>
          <p:spPr>
            <a:xfrm>
              <a:off x="3719587" y="1393898"/>
              <a:ext cx="19034" cy="28503"/>
            </a:xfrm>
            <a:prstGeom prst="rect">
              <a:avLst/>
            </a:prstGeom>
            <a:solidFill>
              <a:srgbClr val="E27882"/>
            </a:solidFill>
            <a:ln>
              <a:noFill/>
            </a:ln>
          </p:spPr>
        </p:sp>
        <p:sp>
          <p:nvSpPr>
            <p:cNvPr id="13614" name="Heatmap cell r52 c206"/>
            <p:cNvSpPr/>
            <p:nvPr/>
          </p:nvSpPr>
          <p:spPr>
            <a:xfrm>
              <a:off x="3738526" y="1393898"/>
              <a:ext cx="17140" cy="28503"/>
            </a:xfrm>
            <a:prstGeom prst="rect">
              <a:avLst/>
            </a:prstGeom>
            <a:solidFill>
              <a:srgbClr val="EA9DA3"/>
            </a:solidFill>
            <a:ln>
              <a:noFill/>
            </a:ln>
          </p:spPr>
        </p:sp>
        <p:sp>
          <p:nvSpPr>
            <p:cNvPr id="13615" name="Heatmap cell r52 c208"/>
            <p:cNvSpPr/>
            <p:nvPr/>
          </p:nvSpPr>
          <p:spPr>
            <a:xfrm>
              <a:off x="3774510" y="1393898"/>
              <a:ext cx="19034" cy="28503"/>
            </a:xfrm>
            <a:prstGeom prst="rect">
              <a:avLst/>
            </a:prstGeom>
            <a:solidFill>
              <a:srgbClr val="EEF3F6"/>
            </a:solidFill>
            <a:ln>
              <a:noFill/>
            </a:ln>
          </p:spPr>
        </p:sp>
        <p:sp>
          <p:nvSpPr>
            <p:cNvPr id="13616" name="Heatmap cell r52 c209"/>
            <p:cNvSpPr/>
            <p:nvPr/>
          </p:nvSpPr>
          <p:spPr>
            <a:xfrm>
              <a:off x="3793449" y="1393898"/>
              <a:ext cx="17140" cy="28503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13617" name="Heatmap cell r52 c210"/>
            <p:cNvSpPr/>
            <p:nvPr/>
          </p:nvSpPr>
          <p:spPr>
            <a:xfrm>
              <a:off x="3810494" y="1393898"/>
              <a:ext cx="19034" cy="28503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13618" name="Heatmap cell r52 c211"/>
            <p:cNvSpPr/>
            <p:nvPr/>
          </p:nvSpPr>
          <p:spPr>
            <a:xfrm>
              <a:off x="3829432" y="1393898"/>
              <a:ext cx="17140" cy="28503"/>
            </a:xfrm>
            <a:prstGeom prst="rect">
              <a:avLst/>
            </a:prstGeom>
            <a:solidFill>
              <a:srgbClr val="E9979F"/>
            </a:solidFill>
            <a:ln>
              <a:noFill/>
            </a:ln>
          </p:spPr>
        </p:sp>
        <p:sp>
          <p:nvSpPr>
            <p:cNvPr id="13619" name="Heatmap cell r52 c212"/>
            <p:cNvSpPr/>
            <p:nvPr/>
          </p:nvSpPr>
          <p:spPr>
            <a:xfrm>
              <a:off x="3846477" y="1393898"/>
              <a:ext cx="19034" cy="28503"/>
            </a:xfrm>
            <a:prstGeom prst="rect">
              <a:avLst/>
            </a:prstGeom>
            <a:solidFill>
              <a:srgbClr val="A4BAD0"/>
            </a:solidFill>
            <a:ln>
              <a:noFill/>
            </a:ln>
          </p:spPr>
        </p:sp>
        <p:sp>
          <p:nvSpPr>
            <p:cNvPr id="13620" name="Heatmap cell r52 c213"/>
            <p:cNvSpPr/>
            <p:nvPr/>
          </p:nvSpPr>
          <p:spPr>
            <a:xfrm>
              <a:off x="3865416" y="1393898"/>
              <a:ext cx="17140" cy="28503"/>
            </a:xfrm>
            <a:prstGeom prst="rect">
              <a:avLst/>
            </a:prstGeom>
            <a:solidFill>
              <a:srgbClr val="FAEEEF"/>
            </a:solidFill>
            <a:ln>
              <a:noFill/>
            </a:ln>
          </p:spPr>
        </p:sp>
        <p:sp>
          <p:nvSpPr>
            <p:cNvPr id="13621" name="Heatmap cell r52 c214"/>
            <p:cNvSpPr/>
            <p:nvPr/>
          </p:nvSpPr>
          <p:spPr>
            <a:xfrm>
              <a:off x="3882461" y="1393898"/>
              <a:ext cx="19034" cy="28503"/>
            </a:xfrm>
            <a:prstGeom prst="rect">
              <a:avLst/>
            </a:prstGeom>
            <a:solidFill>
              <a:srgbClr val="FCF7F7"/>
            </a:solidFill>
            <a:ln>
              <a:noFill/>
            </a:ln>
          </p:spPr>
        </p:sp>
        <p:sp>
          <p:nvSpPr>
            <p:cNvPr id="13622" name="Heatmap cell r52 c215"/>
            <p:cNvSpPr/>
            <p:nvPr/>
          </p:nvSpPr>
          <p:spPr>
            <a:xfrm>
              <a:off x="3901400" y="1393898"/>
              <a:ext cx="17140" cy="28503"/>
            </a:xfrm>
            <a:prstGeom prst="rect">
              <a:avLst/>
            </a:prstGeom>
            <a:solidFill>
              <a:srgbClr val="91ACC7"/>
            </a:solidFill>
            <a:ln>
              <a:noFill/>
            </a:ln>
          </p:spPr>
        </p:sp>
        <p:sp>
          <p:nvSpPr>
            <p:cNvPr id="13623" name="Heatmap cell r52 c216"/>
            <p:cNvSpPr/>
            <p:nvPr/>
          </p:nvSpPr>
          <p:spPr>
            <a:xfrm>
              <a:off x="3918445" y="1393898"/>
              <a:ext cx="19034" cy="28503"/>
            </a:xfrm>
            <a:prstGeom prst="rect">
              <a:avLst/>
            </a:prstGeom>
            <a:solidFill>
              <a:srgbClr val="F5D0D3"/>
            </a:solidFill>
            <a:ln>
              <a:noFill/>
            </a:ln>
          </p:spPr>
        </p:sp>
        <p:sp>
          <p:nvSpPr>
            <p:cNvPr id="13624" name="Heatmap cell r52 c217"/>
            <p:cNvSpPr/>
            <p:nvPr/>
          </p:nvSpPr>
          <p:spPr>
            <a:xfrm>
              <a:off x="3937384" y="1393898"/>
              <a:ext cx="17140" cy="28503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13625" name="Heatmap cell r52 c218"/>
            <p:cNvSpPr/>
            <p:nvPr/>
          </p:nvSpPr>
          <p:spPr>
            <a:xfrm>
              <a:off x="3954429" y="1393898"/>
              <a:ext cx="19034" cy="28503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13626" name="Heatmap cell r52 c219"/>
            <p:cNvSpPr/>
            <p:nvPr/>
          </p:nvSpPr>
          <p:spPr>
            <a:xfrm>
              <a:off x="3973368" y="1393898"/>
              <a:ext cx="17140" cy="28503"/>
            </a:xfrm>
            <a:prstGeom prst="rect">
              <a:avLst/>
            </a:prstGeom>
            <a:solidFill>
              <a:srgbClr val="CFDAE4"/>
            </a:solidFill>
            <a:ln>
              <a:noFill/>
            </a:ln>
          </p:spPr>
        </p:sp>
        <p:sp>
          <p:nvSpPr>
            <p:cNvPr id="13627" name="Heatmap cell r52 c220"/>
            <p:cNvSpPr/>
            <p:nvPr/>
          </p:nvSpPr>
          <p:spPr>
            <a:xfrm>
              <a:off x="3990412" y="1393898"/>
              <a:ext cx="19034" cy="28503"/>
            </a:xfrm>
            <a:prstGeom prst="rect">
              <a:avLst/>
            </a:prstGeom>
            <a:solidFill>
              <a:srgbClr val="DFE7ED"/>
            </a:solidFill>
            <a:ln>
              <a:noFill/>
            </a:ln>
          </p:spPr>
        </p:sp>
        <p:sp>
          <p:nvSpPr>
            <p:cNvPr id="13628" name="Heatmap cell r52 c221"/>
            <p:cNvSpPr/>
            <p:nvPr/>
          </p:nvSpPr>
          <p:spPr>
            <a:xfrm>
              <a:off x="4009351" y="1393898"/>
              <a:ext cx="19034" cy="28503"/>
            </a:xfrm>
            <a:prstGeom prst="rect">
              <a:avLst/>
            </a:prstGeom>
            <a:solidFill>
              <a:srgbClr val="DDE4EC"/>
            </a:solidFill>
            <a:ln>
              <a:noFill/>
            </a:ln>
          </p:spPr>
        </p:sp>
        <p:sp>
          <p:nvSpPr>
            <p:cNvPr id="13629" name="Heatmap cell r52 c222"/>
            <p:cNvSpPr/>
            <p:nvPr/>
          </p:nvSpPr>
          <p:spPr>
            <a:xfrm>
              <a:off x="4028290" y="1393898"/>
              <a:ext cx="17140" cy="28503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13630" name="Heatmap cell r52 c223"/>
            <p:cNvSpPr/>
            <p:nvPr/>
          </p:nvSpPr>
          <p:spPr>
            <a:xfrm>
              <a:off x="4045335" y="1393898"/>
              <a:ext cx="19034" cy="28503"/>
            </a:xfrm>
            <a:prstGeom prst="rect">
              <a:avLst/>
            </a:prstGeom>
            <a:solidFill>
              <a:srgbClr val="FDF9FA"/>
            </a:solidFill>
            <a:ln>
              <a:noFill/>
            </a:ln>
          </p:spPr>
        </p:sp>
        <p:sp>
          <p:nvSpPr>
            <p:cNvPr id="13631" name="Heatmap cell r53 c1"/>
            <p:cNvSpPr/>
            <p:nvPr/>
          </p:nvSpPr>
          <p:spPr>
            <a:xfrm>
              <a:off x="13257" y="1422306"/>
              <a:ext cx="45548" cy="26609"/>
            </a:xfrm>
            <a:prstGeom prst="rect">
              <a:avLst/>
            </a:prstGeom>
            <a:solidFill>
              <a:srgbClr val="F76666"/>
            </a:solidFill>
            <a:ln>
              <a:noFill/>
            </a:ln>
          </p:spPr>
        </p:sp>
        <p:sp>
          <p:nvSpPr>
            <p:cNvPr id="13632" name="Heatmap cell r53 c3"/>
            <p:cNvSpPr/>
            <p:nvPr/>
          </p:nvSpPr>
          <p:spPr>
            <a:xfrm>
              <a:off x="71968" y="1422306"/>
              <a:ext cx="17140" cy="26609"/>
            </a:xfrm>
            <a:prstGeom prst="rect">
              <a:avLst/>
            </a:prstGeom>
            <a:solidFill>
              <a:srgbClr val="F6D6DA"/>
            </a:solidFill>
            <a:ln>
              <a:noFill/>
            </a:ln>
          </p:spPr>
        </p:sp>
        <p:sp>
          <p:nvSpPr>
            <p:cNvPr id="13633" name="Heatmap cell r53 c4"/>
            <p:cNvSpPr/>
            <p:nvPr/>
          </p:nvSpPr>
          <p:spPr>
            <a:xfrm>
              <a:off x="89013" y="1422306"/>
              <a:ext cx="19034" cy="26609"/>
            </a:xfrm>
            <a:prstGeom prst="rect">
              <a:avLst/>
            </a:prstGeom>
            <a:solidFill>
              <a:srgbClr val="E1E9EF"/>
            </a:solidFill>
            <a:ln>
              <a:noFill/>
            </a:ln>
          </p:spPr>
        </p:sp>
        <p:sp>
          <p:nvSpPr>
            <p:cNvPr id="13634" name="Heatmap cell r53 c5"/>
            <p:cNvSpPr/>
            <p:nvPr/>
          </p:nvSpPr>
          <p:spPr>
            <a:xfrm>
              <a:off x="107951" y="1422306"/>
              <a:ext cx="17140" cy="26609"/>
            </a:xfrm>
            <a:prstGeom prst="rect">
              <a:avLst/>
            </a:prstGeom>
            <a:solidFill>
              <a:srgbClr val="92ADC6"/>
            </a:solidFill>
            <a:ln>
              <a:noFill/>
            </a:ln>
          </p:spPr>
        </p:sp>
        <p:sp>
          <p:nvSpPr>
            <p:cNvPr id="13635" name="Heatmap cell r53 c6"/>
            <p:cNvSpPr/>
            <p:nvPr/>
          </p:nvSpPr>
          <p:spPr>
            <a:xfrm>
              <a:off x="124996" y="1422306"/>
              <a:ext cx="19034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13636" name="Heatmap cell r53 c7"/>
            <p:cNvSpPr/>
            <p:nvPr/>
          </p:nvSpPr>
          <p:spPr>
            <a:xfrm>
              <a:off x="143935" y="1422306"/>
              <a:ext cx="17140" cy="26609"/>
            </a:xfrm>
            <a:prstGeom prst="rect">
              <a:avLst/>
            </a:prstGeom>
            <a:solidFill>
              <a:srgbClr val="E6EBF1"/>
            </a:solidFill>
            <a:ln>
              <a:noFill/>
            </a:ln>
          </p:spPr>
        </p:sp>
        <p:sp>
          <p:nvSpPr>
            <p:cNvPr id="13637" name="Heatmap cell r53 c8"/>
            <p:cNvSpPr/>
            <p:nvPr/>
          </p:nvSpPr>
          <p:spPr>
            <a:xfrm>
              <a:off x="160980" y="1422306"/>
              <a:ext cx="19034" cy="26609"/>
            </a:xfrm>
            <a:prstGeom prst="rect">
              <a:avLst/>
            </a:prstGeom>
            <a:solidFill>
              <a:srgbClr val="FBF0F1"/>
            </a:solidFill>
            <a:ln>
              <a:noFill/>
            </a:ln>
          </p:spPr>
        </p:sp>
        <p:sp>
          <p:nvSpPr>
            <p:cNvPr id="13638" name="Heatmap cell r53 c9"/>
            <p:cNvSpPr/>
            <p:nvPr/>
          </p:nvSpPr>
          <p:spPr>
            <a:xfrm>
              <a:off x="179919" y="1422306"/>
              <a:ext cx="19034" cy="26609"/>
            </a:xfrm>
            <a:prstGeom prst="rect">
              <a:avLst/>
            </a:prstGeom>
            <a:solidFill>
              <a:srgbClr val="E9979F"/>
            </a:solidFill>
            <a:ln>
              <a:noFill/>
            </a:ln>
          </p:spPr>
        </p:sp>
        <p:sp>
          <p:nvSpPr>
            <p:cNvPr id="13639" name="Heatmap cell r53 c10"/>
            <p:cNvSpPr/>
            <p:nvPr/>
          </p:nvSpPr>
          <p:spPr>
            <a:xfrm>
              <a:off x="198858" y="1422306"/>
              <a:ext cx="17140" cy="26609"/>
            </a:xfrm>
            <a:prstGeom prst="rect">
              <a:avLst/>
            </a:prstGeom>
            <a:solidFill>
              <a:srgbClr val="A2B8CE"/>
            </a:solidFill>
            <a:ln>
              <a:noFill/>
            </a:ln>
          </p:spPr>
        </p:sp>
        <p:sp>
          <p:nvSpPr>
            <p:cNvPr id="13640" name="Heatmap cell r53 c11"/>
            <p:cNvSpPr/>
            <p:nvPr/>
          </p:nvSpPr>
          <p:spPr>
            <a:xfrm>
              <a:off x="215903" y="1422306"/>
              <a:ext cx="19034" cy="26609"/>
            </a:xfrm>
            <a:prstGeom prst="rect">
              <a:avLst/>
            </a:prstGeom>
            <a:solidFill>
              <a:srgbClr val="E9EEF4"/>
            </a:solidFill>
            <a:ln>
              <a:noFill/>
            </a:ln>
          </p:spPr>
        </p:sp>
        <p:sp>
          <p:nvSpPr>
            <p:cNvPr id="13641" name="Heatmap cell r53 c12"/>
            <p:cNvSpPr/>
            <p:nvPr/>
          </p:nvSpPr>
          <p:spPr>
            <a:xfrm>
              <a:off x="234842" y="1422306"/>
              <a:ext cx="17140" cy="26609"/>
            </a:xfrm>
            <a:prstGeom prst="rect">
              <a:avLst/>
            </a:prstGeom>
            <a:solidFill>
              <a:srgbClr val="D5DFE9"/>
            </a:solidFill>
            <a:ln>
              <a:noFill/>
            </a:ln>
          </p:spPr>
        </p:sp>
        <p:sp>
          <p:nvSpPr>
            <p:cNvPr id="13642" name="Heatmap cell r53 c13"/>
            <p:cNvSpPr/>
            <p:nvPr/>
          </p:nvSpPr>
          <p:spPr>
            <a:xfrm>
              <a:off x="251887" y="1422306"/>
              <a:ext cx="19034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13643" name="Heatmap cell r53 c14"/>
            <p:cNvSpPr/>
            <p:nvPr/>
          </p:nvSpPr>
          <p:spPr>
            <a:xfrm>
              <a:off x="270825" y="1422306"/>
              <a:ext cx="17140" cy="26609"/>
            </a:xfrm>
            <a:prstGeom prst="rect">
              <a:avLst/>
            </a:prstGeom>
            <a:solidFill>
              <a:srgbClr val="DAE2EB"/>
            </a:solidFill>
            <a:ln>
              <a:noFill/>
            </a:ln>
          </p:spPr>
        </p:sp>
        <p:sp>
          <p:nvSpPr>
            <p:cNvPr id="13644" name="Heatmap cell r53 c15"/>
            <p:cNvSpPr/>
            <p:nvPr/>
          </p:nvSpPr>
          <p:spPr>
            <a:xfrm>
              <a:off x="287870" y="1422306"/>
              <a:ext cx="19034" cy="26609"/>
            </a:xfrm>
            <a:prstGeom prst="rect">
              <a:avLst/>
            </a:prstGeom>
            <a:solidFill>
              <a:srgbClr val="FAECEC"/>
            </a:solidFill>
            <a:ln>
              <a:noFill/>
            </a:ln>
          </p:spPr>
        </p:sp>
        <p:sp>
          <p:nvSpPr>
            <p:cNvPr id="13645" name="Heatmap cell r53 c16"/>
            <p:cNvSpPr/>
            <p:nvPr/>
          </p:nvSpPr>
          <p:spPr>
            <a:xfrm>
              <a:off x="306809" y="1422306"/>
              <a:ext cx="17140" cy="26609"/>
            </a:xfrm>
            <a:prstGeom prst="rect">
              <a:avLst/>
            </a:prstGeom>
            <a:solidFill>
              <a:srgbClr val="F5D1D4"/>
            </a:solidFill>
            <a:ln>
              <a:noFill/>
            </a:ln>
          </p:spPr>
        </p:sp>
        <p:sp>
          <p:nvSpPr>
            <p:cNvPr id="13646" name="Heatmap cell r53 c17"/>
            <p:cNvSpPr/>
            <p:nvPr/>
          </p:nvSpPr>
          <p:spPr>
            <a:xfrm>
              <a:off x="323854" y="1422306"/>
              <a:ext cx="19034" cy="26609"/>
            </a:xfrm>
            <a:prstGeom prst="rect">
              <a:avLst/>
            </a:prstGeom>
            <a:solidFill>
              <a:srgbClr val="C5D2DF"/>
            </a:solidFill>
            <a:ln>
              <a:noFill/>
            </a:ln>
          </p:spPr>
        </p:sp>
        <p:sp>
          <p:nvSpPr>
            <p:cNvPr id="13647" name="Heatmap cell r53 c19"/>
            <p:cNvSpPr/>
            <p:nvPr/>
          </p:nvSpPr>
          <p:spPr>
            <a:xfrm>
              <a:off x="359838" y="1422306"/>
              <a:ext cx="19034" cy="26609"/>
            </a:xfrm>
            <a:prstGeom prst="rect">
              <a:avLst/>
            </a:prstGeom>
            <a:solidFill>
              <a:srgbClr val="A8BCD1"/>
            </a:solidFill>
            <a:ln>
              <a:noFill/>
            </a:ln>
          </p:spPr>
        </p:sp>
        <p:sp>
          <p:nvSpPr>
            <p:cNvPr id="13648" name="Heatmap cell r53 c20"/>
            <p:cNvSpPr/>
            <p:nvPr/>
          </p:nvSpPr>
          <p:spPr>
            <a:xfrm>
              <a:off x="378777" y="1422306"/>
              <a:ext cx="17140" cy="26609"/>
            </a:xfrm>
            <a:prstGeom prst="rect">
              <a:avLst/>
            </a:prstGeom>
            <a:solidFill>
              <a:srgbClr val="F8DDDF"/>
            </a:solidFill>
            <a:ln>
              <a:noFill/>
            </a:ln>
          </p:spPr>
        </p:sp>
        <p:sp>
          <p:nvSpPr>
            <p:cNvPr id="13649" name="Heatmap cell r53 c21"/>
            <p:cNvSpPr/>
            <p:nvPr/>
          </p:nvSpPr>
          <p:spPr>
            <a:xfrm>
              <a:off x="395822" y="1422306"/>
              <a:ext cx="19034" cy="26609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13650" name="Heatmap cell r53 c22"/>
            <p:cNvSpPr/>
            <p:nvPr/>
          </p:nvSpPr>
          <p:spPr>
            <a:xfrm>
              <a:off x="414760" y="1422306"/>
              <a:ext cx="19034" cy="26609"/>
            </a:xfrm>
            <a:prstGeom prst="rect">
              <a:avLst/>
            </a:prstGeom>
            <a:solidFill>
              <a:srgbClr val="91ACC7"/>
            </a:solidFill>
            <a:ln>
              <a:noFill/>
            </a:ln>
          </p:spPr>
        </p:sp>
        <p:sp>
          <p:nvSpPr>
            <p:cNvPr id="13651" name="Heatmap cell r53 c23"/>
            <p:cNvSpPr/>
            <p:nvPr/>
          </p:nvSpPr>
          <p:spPr>
            <a:xfrm>
              <a:off x="433699" y="1422306"/>
              <a:ext cx="17140" cy="26609"/>
            </a:xfrm>
            <a:prstGeom prst="rect">
              <a:avLst/>
            </a:prstGeom>
            <a:solidFill>
              <a:srgbClr val="326292"/>
            </a:solidFill>
            <a:ln>
              <a:noFill/>
            </a:ln>
          </p:spPr>
        </p:sp>
        <p:sp>
          <p:nvSpPr>
            <p:cNvPr id="13652" name="Heatmap cell r53 c24"/>
            <p:cNvSpPr/>
            <p:nvPr/>
          </p:nvSpPr>
          <p:spPr>
            <a:xfrm>
              <a:off x="450744" y="1422306"/>
              <a:ext cx="19034" cy="26609"/>
            </a:xfrm>
            <a:prstGeom prst="rect">
              <a:avLst/>
            </a:prstGeom>
            <a:solidFill>
              <a:srgbClr val="F0BAC0"/>
            </a:solidFill>
            <a:ln>
              <a:noFill/>
            </a:ln>
          </p:spPr>
        </p:sp>
        <p:sp>
          <p:nvSpPr>
            <p:cNvPr id="13653" name="Heatmap cell r53 c25"/>
            <p:cNvSpPr/>
            <p:nvPr/>
          </p:nvSpPr>
          <p:spPr>
            <a:xfrm>
              <a:off x="469683" y="1422306"/>
              <a:ext cx="17140" cy="26609"/>
            </a:xfrm>
            <a:prstGeom prst="rect">
              <a:avLst/>
            </a:prstGeom>
            <a:solidFill>
              <a:srgbClr val="B4C5D6"/>
            </a:solidFill>
            <a:ln>
              <a:noFill/>
            </a:ln>
          </p:spPr>
        </p:sp>
        <p:sp>
          <p:nvSpPr>
            <p:cNvPr id="13654" name="Heatmap cell r53 c26"/>
            <p:cNvSpPr/>
            <p:nvPr/>
          </p:nvSpPr>
          <p:spPr>
            <a:xfrm>
              <a:off x="486728" y="1422306"/>
              <a:ext cx="19034" cy="26609"/>
            </a:xfrm>
            <a:prstGeom prst="rect">
              <a:avLst/>
            </a:prstGeom>
            <a:solidFill>
              <a:srgbClr val="BACADB"/>
            </a:solidFill>
            <a:ln>
              <a:noFill/>
            </a:ln>
          </p:spPr>
        </p:sp>
        <p:sp>
          <p:nvSpPr>
            <p:cNvPr id="13655" name="Heatmap cell r53 c27"/>
            <p:cNvSpPr/>
            <p:nvPr/>
          </p:nvSpPr>
          <p:spPr>
            <a:xfrm>
              <a:off x="505667" y="1422306"/>
              <a:ext cx="17140" cy="26609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</p:sp>
        <p:sp>
          <p:nvSpPr>
            <p:cNvPr id="13656" name="Heatmap cell r53 c28"/>
            <p:cNvSpPr/>
            <p:nvPr/>
          </p:nvSpPr>
          <p:spPr>
            <a:xfrm>
              <a:off x="522712" y="1422306"/>
              <a:ext cx="19034" cy="26609"/>
            </a:xfrm>
            <a:prstGeom prst="rect">
              <a:avLst/>
            </a:prstGeom>
            <a:solidFill>
              <a:srgbClr val="F2C8CD"/>
            </a:solidFill>
            <a:ln>
              <a:noFill/>
            </a:ln>
          </p:spPr>
        </p:sp>
        <p:sp>
          <p:nvSpPr>
            <p:cNvPr id="13657" name="Heatmap cell r53 c29"/>
            <p:cNvSpPr/>
            <p:nvPr/>
          </p:nvSpPr>
          <p:spPr>
            <a:xfrm>
              <a:off x="541651" y="1422306"/>
              <a:ext cx="17140" cy="26609"/>
            </a:xfrm>
            <a:prstGeom prst="rect">
              <a:avLst/>
            </a:prstGeom>
            <a:solidFill>
              <a:srgbClr val="E3EAF0"/>
            </a:solidFill>
            <a:ln>
              <a:noFill/>
            </a:ln>
          </p:spPr>
        </p:sp>
        <p:sp>
          <p:nvSpPr>
            <p:cNvPr id="13658" name="Heatmap cell r53 c30"/>
            <p:cNvSpPr/>
            <p:nvPr/>
          </p:nvSpPr>
          <p:spPr>
            <a:xfrm>
              <a:off x="558696" y="1422306"/>
              <a:ext cx="19034" cy="26609"/>
            </a:xfrm>
            <a:prstGeom prst="rect">
              <a:avLst/>
            </a:prstGeom>
            <a:solidFill>
              <a:srgbClr val="F7D9DB"/>
            </a:solidFill>
            <a:ln>
              <a:noFill/>
            </a:ln>
          </p:spPr>
        </p:sp>
        <p:sp>
          <p:nvSpPr>
            <p:cNvPr id="13659" name="Heatmap cell r53 c31"/>
            <p:cNvSpPr/>
            <p:nvPr/>
          </p:nvSpPr>
          <p:spPr>
            <a:xfrm>
              <a:off x="577634" y="1422306"/>
              <a:ext cx="17140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13660" name="Heatmap cell r53 c32"/>
            <p:cNvSpPr/>
            <p:nvPr/>
          </p:nvSpPr>
          <p:spPr>
            <a:xfrm>
              <a:off x="594679" y="1422306"/>
              <a:ext cx="19034" cy="26609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13661" name="Heatmap cell r53 c34"/>
            <p:cNvSpPr/>
            <p:nvPr/>
          </p:nvSpPr>
          <p:spPr>
            <a:xfrm>
              <a:off x="630663" y="1422306"/>
              <a:ext cx="19034" cy="26609"/>
            </a:xfrm>
            <a:prstGeom prst="rect">
              <a:avLst/>
            </a:prstGeom>
            <a:solidFill>
              <a:srgbClr val="CDD9E3"/>
            </a:solidFill>
            <a:ln>
              <a:noFill/>
            </a:ln>
          </p:spPr>
        </p:sp>
        <p:sp>
          <p:nvSpPr>
            <p:cNvPr id="13662" name="Heatmap cell r53 c35"/>
            <p:cNvSpPr/>
            <p:nvPr/>
          </p:nvSpPr>
          <p:spPr>
            <a:xfrm>
              <a:off x="649602" y="1422306"/>
              <a:ext cx="19034" cy="26609"/>
            </a:xfrm>
            <a:prstGeom prst="rect">
              <a:avLst/>
            </a:prstGeom>
            <a:solidFill>
              <a:srgbClr val="F5D0D3"/>
            </a:solidFill>
            <a:ln>
              <a:noFill/>
            </a:ln>
          </p:spPr>
        </p:sp>
        <p:sp>
          <p:nvSpPr>
            <p:cNvPr id="13663" name="Heatmap cell r53 c36"/>
            <p:cNvSpPr/>
            <p:nvPr/>
          </p:nvSpPr>
          <p:spPr>
            <a:xfrm>
              <a:off x="668541" y="1422306"/>
              <a:ext cx="17140" cy="26609"/>
            </a:xfrm>
            <a:prstGeom prst="rect">
              <a:avLst/>
            </a:prstGeom>
            <a:solidFill>
              <a:srgbClr val="F0BCC3"/>
            </a:solidFill>
            <a:ln>
              <a:noFill/>
            </a:ln>
          </p:spPr>
        </p:sp>
        <p:sp>
          <p:nvSpPr>
            <p:cNvPr id="13664" name="Heatmap cell r53 c37"/>
            <p:cNvSpPr/>
            <p:nvPr/>
          </p:nvSpPr>
          <p:spPr>
            <a:xfrm>
              <a:off x="685586" y="1422306"/>
              <a:ext cx="19034" cy="26609"/>
            </a:xfrm>
            <a:prstGeom prst="rect">
              <a:avLst/>
            </a:prstGeom>
            <a:solidFill>
              <a:srgbClr val="EFF3F7"/>
            </a:solidFill>
            <a:ln>
              <a:noFill/>
            </a:ln>
          </p:spPr>
        </p:sp>
        <p:sp>
          <p:nvSpPr>
            <p:cNvPr id="13665" name="Heatmap cell r53 c38"/>
            <p:cNvSpPr/>
            <p:nvPr/>
          </p:nvSpPr>
          <p:spPr>
            <a:xfrm>
              <a:off x="704525" y="1422306"/>
              <a:ext cx="17140" cy="26609"/>
            </a:xfrm>
            <a:prstGeom prst="rect">
              <a:avLst/>
            </a:prstGeom>
            <a:solidFill>
              <a:srgbClr val="E78E95"/>
            </a:solidFill>
            <a:ln>
              <a:noFill/>
            </a:ln>
          </p:spPr>
        </p:sp>
        <p:sp>
          <p:nvSpPr>
            <p:cNvPr id="13666" name="Heatmap cell r53 c39"/>
            <p:cNvSpPr/>
            <p:nvPr/>
          </p:nvSpPr>
          <p:spPr>
            <a:xfrm>
              <a:off x="721570" y="1422306"/>
              <a:ext cx="19034" cy="26609"/>
            </a:xfrm>
            <a:prstGeom prst="rect">
              <a:avLst/>
            </a:prstGeom>
            <a:solidFill>
              <a:srgbClr val="EBEFF5"/>
            </a:solidFill>
            <a:ln>
              <a:noFill/>
            </a:ln>
          </p:spPr>
        </p:sp>
        <p:sp>
          <p:nvSpPr>
            <p:cNvPr id="13667" name="Heatmap cell r53 c40"/>
            <p:cNvSpPr/>
            <p:nvPr/>
          </p:nvSpPr>
          <p:spPr>
            <a:xfrm>
              <a:off x="740508" y="1422306"/>
              <a:ext cx="17140" cy="26609"/>
            </a:xfrm>
            <a:prstGeom prst="rect">
              <a:avLst/>
            </a:prstGeom>
            <a:solidFill>
              <a:srgbClr val="FBF0F1"/>
            </a:solidFill>
            <a:ln>
              <a:noFill/>
            </a:ln>
          </p:spPr>
        </p:sp>
        <p:sp>
          <p:nvSpPr>
            <p:cNvPr id="13668" name="Heatmap cell r53 c41"/>
            <p:cNvSpPr/>
            <p:nvPr/>
          </p:nvSpPr>
          <p:spPr>
            <a:xfrm>
              <a:off x="757553" y="1422306"/>
              <a:ext cx="19034" cy="26609"/>
            </a:xfrm>
            <a:prstGeom prst="rect">
              <a:avLst/>
            </a:prstGeom>
            <a:solidFill>
              <a:srgbClr val="E8ECF3"/>
            </a:solidFill>
            <a:ln>
              <a:noFill/>
            </a:ln>
          </p:spPr>
        </p:sp>
        <p:sp>
          <p:nvSpPr>
            <p:cNvPr id="13669" name="Heatmap cell r53 c42"/>
            <p:cNvSpPr/>
            <p:nvPr/>
          </p:nvSpPr>
          <p:spPr>
            <a:xfrm>
              <a:off x="776492" y="1422306"/>
              <a:ext cx="17140" cy="26609"/>
            </a:xfrm>
            <a:prstGeom prst="rect">
              <a:avLst/>
            </a:prstGeom>
            <a:solidFill>
              <a:srgbClr val="EFB7BB"/>
            </a:solidFill>
            <a:ln>
              <a:noFill/>
            </a:ln>
          </p:spPr>
        </p:sp>
        <p:sp>
          <p:nvSpPr>
            <p:cNvPr id="13670" name="Heatmap cell r53 c43"/>
            <p:cNvSpPr/>
            <p:nvPr/>
          </p:nvSpPr>
          <p:spPr>
            <a:xfrm>
              <a:off x="793537" y="1422306"/>
              <a:ext cx="19034" cy="26609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13671" name="Heatmap cell r53 c44"/>
            <p:cNvSpPr/>
            <p:nvPr/>
          </p:nvSpPr>
          <p:spPr>
            <a:xfrm>
              <a:off x="812476" y="1422306"/>
              <a:ext cx="17140" cy="26609"/>
            </a:xfrm>
            <a:prstGeom prst="rect">
              <a:avLst/>
            </a:prstGeom>
            <a:solidFill>
              <a:srgbClr val="CED9E4"/>
            </a:solidFill>
            <a:ln>
              <a:noFill/>
            </a:ln>
          </p:spPr>
        </p:sp>
        <p:sp>
          <p:nvSpPr>
            <p:cNvPr id="13672" name="Heatmap cell r53 c45"/>
            <p:cNvSpPr/>
            <p:nvPr/>
          </p:nvSpPr>
          <p:spPr>
            <a:xfrm>
              <a:off x="829521" y="1422306"/>
              <a:ext cx="19034" cy="26609"/>
            </a:xfrm>
            <a:prstGeom prst="rect">
              <a:avLst/>
            </a:prstGeom>
            <a:solidFill>
              <a:srgbClr val="1D4C85"/>
            </a:solidFill>
            <a:ln>
              <a:noFill/>
            </a:ln>
          </p:spPr>
        </p:sp>
        <p:sp>
          <p:nvSpPr>
            <p:cNvPr id="13673" name="Heatmap cell r53 c46"/>
            <p:cNvSpPr/>
            <p:nvPr/>
          </p:nvSpPr>
          <p:spPr>
            <a:xfrm>
              <a:off x="848460" y="1422306"/>
              <a:ext cx="17140" cy="26609"/>
            </a:xfrm>
            <a:prstGeom prst="rect">
              <a:avLst/>
            </a:prstGeom>
            <a:solidFill>
              <a:srgbClr val="EFB8BC"/>
            </a:solidFill>
            <a:ln>
              <a:noFill/>
            </a:ln>
          </p:spPr>
        </p:sp>
        <p:sp>
          <p:nvSpPr>
            <p:cNvPr id="13674" name="Heatmap cell r53 c47"/>
            <p:cNvSpPr/>
            <p:nvPr/>
          </p:nvSpPr>
          <p:spPr>
            <a:xfrm>
              <a:off x="865505" y="1422306"/>
              <a:ext cx="19034" cy="26609"/>
            </a:xfrm>
            <a:prstGeom prst="rect">
              <a:avLst/>
            </a:prstGeom>
            <a:solidFill>
              <a:srgbClr val="FBF0F1"/>
            </a:solidFill>
            <a:ln>
              <a:noFill/>
            </a:ln>
          </p:spPr>
        </p:sp>
        <p:sp>
          <p:nvSpPr>
            <p:cNvPr id="13675" name="Heatmap cell r53 c48"/>
            <p:cNvSpPr/>
            <p:nvPr/>
          </p:nvSpPr>
          <p:spPr>
            <a:xfrm>
              <a:off x="884444" y="1422306"/>
              <a:ext cx="19034" cy="26609"/>
            </a:xfrm>
            <a:prstGeom prst="rect">
              <a:avLst/>
            </a:prstGeom>
            <a:solidFill>
              <a:srgbClr val="FBF1F3"/>
            </a:solidFill>
            <a:ln>
              <a:noFill/>
            </a:ln>
          </p:spPr>
        </p:sp>
        <p:sp>
          <p:nvSpPr>
            <p:cNvPr id="13676" name="Heatmap cell r53 c49"/>
            <p:cNvSpPr/>
            <p:nvPr/>
          </p:nvSpPr>
          <p:spPr>
            <a:xfrm>
              <a:off x="903382" y="1422306"/>
              <a:ext cx="17140" cy="26609"/>
            </a:xfrm>
            <a:prstGeom prst="rect">
              <a:avLst/>
            </a:prstGeom>
            <a:solidFill>
              <a:srgbClr val="DEE6EC"/>
            </a:solidFill>
            <a:ln>
              <a:noFill/>
            </a:ln>
          </p:spPr>
        </p:sp>
        <p:sp>
          <p:nvSpPr>
            <p:cNvPr id="13677" name="Heatmap cell r53 c50"/>
            <p:cNvSpPr/>
            <p:nvPr/>
          </p:nvSpPr>
          <p:spPr>
            <a:xfrm>
              <a:off x="920427" y="1422306"/>
              <a:ext cx="19034" cy="26609"/>
            </a:xfrm>
            <a:prstGeom prst="rect">
              <a:avLst/>
            </a:prstGeom>
            <a:solidFill>
              <a:srgbClr val="EFF3F7"/>
            </a:solidFill>
            <a:ln>
              <a:noFill/>
            </a:ln>
          </p:spPr>
        </p:sp>
        <p:sp>
          <p:nvSpPr>
            <p:cNvPr id="13678" name="Heatmap cell r53 c51"/>
            <p:cNvSpPr/>
            <p:nvPr/>
          </p:nvSpPr>
          <p:spPr>
            <a:xfrm>
              <a:off x="939366" y="1422306"/>
              <a:ext cx="17140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13679" name="Heatmap cell r53 c53"/>
            <p:cNvSpPr/>
            <p:nvPr/>
          </p:nvSpPr>
          <p:spPr>
            <a:xfrm>
              <a:off x="975350" y="1422306"/>
              <a:ext cx="17140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13680" name="Heatmap cell r53 c54"/>
            <p:cNvSpPr/>
            <p:nvPr/>
          </p:nvSpPr>
          <p:spPr>
            <a:xfrm>
              <a:off x="992395" y="1422306"/>
              <a:ext cx="19034" cy="26609"/>
            </a:xfrm>
            <a:prstGeom prst="rect">
              <a:avLst/>
            </a:prstGeom>
            <a:solidFill>
              <a:srgbClr val="F7E2E4"/>
            </a:solidFill>
            <a:ln>
              <a:noFill/>
            </a:ln>
          </p:spPr>
        </p:sp>
        <p:sp>
          <p:nvSpPr>
            <p:cNvPr id="13681" name="Heatmap cell r53 c55"/>
            <p:cNvSpPr/>
            <p:nvPr/>
          </p:nvSpPr>
          <p:spPr>
            <a:xfrm>
              <a:off x="1011334" y="1422306"/>
              <a:ext cx="17140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13682" name="Heatmap cell r53 c56"/>
            <p:cNvSpPr/>
            <p:nvPr/>
          </p:nvSpPr>
          <p:spPr>
            <a:xfrm>
              <a:off x="1028379" y="1422306"/>
              <a:ext cx="19034" cy="26609"/>
            </a:xfrm>
            <a:prstGeom prst="rect">
              <a:avLst/>
            </a:prstGeom>
            <a:solidFill>
              <a:srgbClr val="F7D7DB"/>
            </a:solidFill>
            <a:ln>
              <a:noFill/>
            </a:ln>
          </p:spPr>
        </p:sp>
        <p:sp>
          <p:nvSpPr>
            <p:cNvPr id="13683" name="Heatmap cell r53 c57"/>
            <p:cNvSpPr/>
            <p:nvPr/>
          </p:nvSpPr>
          <p:spPr>
            <a:xfrm>
              <a:off x="1047318" y="1422306"/>
              <a:ext cx="17140" cy="26609"/>
            </a:xfrm>
            <a:prstGeom prst="rect">
              <a:avLst/>
            </a:prstGeom>
            <a:solidFill>
              <a:srgbClr val="ECA0A8"/>
            </a:solidFill>
            <a:ln>
              <a:noFill/>
            </a:ln>
          </p:spPr>
        </p:sp>
        <p:sp>
          <p:nvSpPr>
            <p:cNvPr id="13684" name="Heatmap cell r53 c58"/>
            <p:cNvSpPr/>
            <p:nvPr/>
          </p:nvSpPr>
          <p:spPr>
            <a:xfrm>
              <a:off x="1064363" y="1422306"/>
              <a:ext cx="19034" cy="26609"/>
            </a:xfrm>
            <a:prstGeom prst="rect">
              <a:avLst/>
            </a:prstGeom>
            <a:solidFill>
              <a:srgbClr val="F8DBDD"/>
            </a:solidFill>
            <a:ln>
              <a:noFill/>
            </a:ln>
          </p:spPr>
        </p:sp>
        <p:sp>
          <p:nvSpPr>
            <p:cNvPr id="13685" name="Heatmap cell r53 c61"/>
            <p:cNvSpPr/>
            <p:nvPr/>
          </p:nvSpPr>
          <p:spPr>
            <a:xfrm>
              <a:off x="1119285" y="1422306"/>
              <a:ext cx="19034" cy="26609"/>
            </a:xfrm>
            <a:prstGeom prst="rect">
              <a:avLst/>
            </a:prstGeom>
            <a:solidFill>
              <a:srgbClr val="F1C2C6"/>
            </a:solidFill>
            <a:ln>
              <a:noFill/>
            </a:ln>
          </p:spPr>
        </p:sp>
        <p:sp>
          <p:nvSpPr>
            <p:cNvPr id="13686" name="Heatmap cell r53 c62"/>
            <p:cNvSpPr/>
            <p:nvPr/>
          </p:nvSpPr>
          <p:spPr>
            <a:xfrm>
              <a:off x="1138224" y="1422306"/>
              <a:ext cx="17140" cy="26609"/>
            </a:xfrm>
            <a:prstGeom prst="rect">
              <a:avLst/>
            </a:prstGeom>
            <a:solidFill>
              <a:srgbClr val="DAE2EB"/>
            </a:solidFill>
            <a:ln>
              <a:noFill/>
            </a:ln>
          </p:spPr>
        </p:sp>
        <p:sp>
          <p:nvSpPr>
            <p:cNvPr id="13687" name="Heatmap cell r53 c63"/>
            <p:cNvSpPr/>
            <p:nvPr/>
          </p:nvSpPr>
          <p:spPr>
            <a:xfrm>
              <a:off x="1155269" y="1422306"/>
              <a:ext cx="19034" cy="26609"/>
            </a:xfrm>
            <a:prstGeom prst="rect">
              <a:avLst/>
            </a:prstGeom>
            <a:solidFill>
              <a:srgbClr val="D7E1EB"/>
            </a:solidFill>
            <a:ln>
              <a:noFill/>
            </a:ln>
          </p:spPr>
        </p:sp>
        <p:sp>
          <p:nvSpPr>
            <p:cNvPr id="13688" name="Heatmap cell r53 c64"/>
            <p:cNvSpPr/>
            <p:nvPr/>
          </p:nvSpPr>
          <p:spPr>
            <a:xfrm>
              <a:off x="1174208" y="1422306"/>
              <a:ext cx="17140" cy="26609"/>
            </a:xfrm>
            <a:prstGeom prst="rect">
              <a:avLst/>
            </a:prstGeom>
            <a:solidFill>
              <a:srgbClr val="F6F8F9"/>
            </a:solidFill>
            <a:ln>
              <a:noFill/>
            </a:ln>
          </p:spPr>
        </p:sp>
        <p:sp>
          <p:nvSpPr>
            <p:cNvPr id="13689" name="Heatmap cell r53 c66"/>
            <p:cNvSpPr/>
            <p:nvPr/>
          </p:nvSpPr>
          <p:spPr>
            <a:xfrm>
              <a:off x="1210192" y="1422306"/>
              <a:ext cx="17140" cy="26609"/>
            </a:xfrm>
            <a:prstGeom prst="rect">
              <a:avLst/>
            </a:prstGeom>
            <a:solidFill>
              <a:srgbClr val="FDF9FA"/>
            </a:solidFill>
            <a:ln>
              <a:noFill/>
            </a:ln>
          </p:spPr>
        </p:sp>
        <p:sp>
          <p:nvSpPr>
            <p:cNvPr id="13690" name="Heatmap cell r53 c67"/>
            <p:cNvSpPr/>
            <p:nvPr/>
          </p:nvSpPr>
          <p:spPr>
            <a:xfrm>
              <a:off x="1227236" y="1422306"/>
              <a:ext cx="19034" cy="26609"/>
            </a:xfrm>
            <a:prstGeom prst="rect">
              <a:avLst/>
            </a:prstGeom>
            <a:solidFill>
              <a:srgbClr val="F8F8FA"/>
            </a:solidFill>
            <a:ln>
              <a:noFill/>
            </a:ln>
          </p:spPr>
        </p:sp>
        <p:sp>
          <p:nvSpPr>
            <p:cNvPr id="13691" name="Heatmap cell r53 c68"/>
            <p:cNvSpPr/>
            <p:nvPr/>
          </p:nvSpPr>
          <p:spPr>
            <a:xfrm>
              <a:off x="1246175" y="1422306"/>
              <a:ext cx="17140" cy="26609"/>
            </a:xfrm>
            <a:prstGeom prst="rect">
              <a:avLst/>
            </a:prstGeom>
            <a:solidFill>
              <a:srgbClr val="F8E1E3"/>
            </a:solidFill>
            <a:ln>
              <a:noFill/>
            </a:ln>
          </p:spPr>
        </p:sp>
        <p:sp>
          <p:nvSpPr>
            <p:cNvPr id="13692" name="Heatmap cell r53 c69"/>
            <p:cNvSpPr/>
            <p:nvPr/>
          </p:nvSpPr>
          <p:spPr>
            <a:xfrm>
              <a:off x="1263220" y="1422306"/>
              <a:ext cx="19034" cy="26609"/>
            </a:xfrm>
            <a:prstGeom prst="rect">
              <a:avLst/>
            </a:prstGeom>
            <a:solidFill>
              <a:srgbClr val="FCF6F6"/>
            </a:solidFill>
            <a:ln>
              <a:noFill/>
            </a:ln>
          </p:spPr>
        </p:sp>
        <p:sp>
          <p:nvSpPr>
            <p:cNvPr id="13693" name="Heatmap cell r53 c70"/>
            <p:cNvSpPr/>
            <p:nvPr/>
          </p:nvSpPr>
          <p:spPr>
            <a:xfrm>
              <a:off x="1282159" y="1422306"/>
              <a:ext cx="17140" cy="26609"/>
            </a:xfrm>
            <a:prstGeom prst="rect">
              <a:avLst/>
            </a:prstGeom>
            <a:solidFill>
              <a:srgbClr val="EEB1B8"/>
            </a:solidFill>
            <a:ln>
              <a:noFill/>
            </a:ln>
          </p:spPr>
        </p:sp>
        <p:sp>
          <p:nvSpPr>
            <p:cNvPr id="13694" name="Heatmap cell r53 c71"/>
            <p:cNvSpPr/>
            <p:nvPr/>
          </p:nvSpPr>
          <p:spPr>
            <a:xfrm>
              <a:off x="1299204" y="1422306"/>
              <a:ext cx="19034" cy="26609"/>
            </a:xfrm>
            <a:prstGeom prst="rect">
              <a:avLst/>
            </a:prstGeom>
            <a:solidFill>
              <a:srgbClr val="F6F8F9"/>
            </a:solidFill>
            <a:ln>
              <a:noFill/>
            </a:ln>
          </p:spPr>
        </p:sp>
        <p:sp>
          <p:nvSpPr>
            <p:cNvPr id="13695" name="Heatmap cell r53 c72"/>
            <p:cNvSpPr/>
            <p:nvPr/>
          </p:nvSpPr>
          <p:spPr>
            <a:xfrm>
              <a:off x="1318143" y="1422306"/>
              <a:ext cx="17140" cy="26609"/>
            </a:xfrm>
            <a:prstGeom prst="rect">
              <a:avLst/>
            </a:prstGeom>
            <a:solidFill>
              <a:srgbClr val="F4CDD0"/>
            </a:solidFill>
            <a:ln>
              <a:noFill/>
            </a:ln>
          </p:spPr>
        </p:sp>
        <p:sp>
          <p:nvSpPr>
            <p:cNvPr id="13696" name="Heatmap cell r53 c73"/>
            <p:cNvSpPr/>
            <p:nvPr/>
          </p:nvSpPr>
          <p:spPr>
            <a:xfrm>
              <a:off x="1335188" y="1422306"/>
              <a:ext cx="19034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13697" name="Heatmap cell r53 c74"/>
            <p:cNvSpPr/>
            <p:nvPr/>
          </p:nvSpPr>
          <p:spPr>
            <a:xfrm>
              <a:off x="1354127" y="1422306"/>
              <a:ext cx="17140" cy="26609"/>
            </a:xfrm>
            <a:prstGeom prst="rect">
              <a:avLst/>
            </a:prstGeom>
            <a:solidFill>
              <a:srgbClr val="FBF1F3"/>
            </a:solidFill>
            <a:ln>
              <a:noFill/>
            </a:ln>
          </p:spPr>
        </p:sp>
        <p:sp>
          <p:nvSpPr>
            <p:cNvPr id="13698" name="Heatmap cell r53 c75"/>
            <p:cNvSpPr/>
            <p:nvPr/>
          </p:nvSpPr>
          <p:spPr>
            <a:xfrm>
              <a:off x="1371172" y="1422306"/>
              <a:ext cx="19034" cy="26609"/>
            </a:xfrm>
            <a:prstGeom prst="rect">
              <a:avLst/>
            </a:prstGeom>
            <a:solidFill>
              <a:srgbClr val="F8E1E3"/>
            </a:solidFill>
            <a:ln>
              <a:noFill/>
            </a:ln>
          </p:spPr>
        </p:sp>
        <p:sp>
          <p:nvSpPr>
            <p:cNvPr id="13699" name="Heatmap cell r53 c78"/>
            <p:cNvSpPr/>
            <p:nvPr/>
          </p:nvSpPr>
          <p:spPr>
            <a:xfrm>
              <a:off x="1426094" y="1422306"/>
              <a:ext cx="19034" cy="26609"/>
            </a:xfrm>
            <a:prstGeom prst="rect">
              <a:avLst/>
            </a:prstGeom>
            <a:solidFill>
              <a:srgbClr val="D6E0EA"/>
            </a:solidFill>
            <a:ln>
              <a:noFill/>
            </a:ln>
          </p:spPr>
        </p:sp>
        <p:sp>
          <p:nvSpPr>
            <p:cNvPr id="13700" name="Heatmap cell r53 c79"/>
            <p:cNvSpPr/>
            <p:nvPr/>
          </p:nvSpPr>
          <p:spPr>
            <a:xfrm>
              <a:off x="1445033" y="1422306"/>
              <a:ext cx="17140" cy="26609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13701" name="Heatmap cell r53 c80"/>
            <p:cNvSpPr/>
            <p:nvPr/>
          </p:nvSpPr>
          <p:spPr>
            <a:xfrm>
              <a:off x="1462078" y="1422306"/>
              <a:ext cx="19034" cy="26609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13702" name="Heatmap cell r53 c81"/>
            <p:cNvSpPr/>
            <p:nvPr/>
          </p:nvSpPr>
          <p:spPr>
            <a:xfrm>
              <a:off x="1481017" y="1422306"/>
              <a:ext cx="17140" cy="26609"/>
            </a:xfrm>
            <a:prstGeom prst="rect">
              <a:avLst/>
            </a:prstGeom>
            <a:solidFill>
              <a:srgbClr val="FBF5F5"/>
            </a:solidFill>
            <a:ln>
              <a:noFill/>
            </a:ln>
          </p:spPr>
        </p:sp>
        <p:sp>
          <p:nvSpPr>
            <p:cNvPr id="13703" name="Heatmap cell r53 c82"/>
            <p:cNvSpPr/>
            <p:nvPr/>
          </p:nvSpPr>
          <p:spPr>
            <a:xfrm>
              <a:off x="1498062" y="1422306"/>
              <a:ext cx="19034" cy="26609"/>
            </a:xfrm>
            <a:prstGeom prst="rect">
              <a:avLst/>
            </a:prstGeom>
            <a:solidFill>
              <a:srgbClr val="FCF7F7"/>
            </a:solidFill>
            <a:ln>
              <a:noFill/>
            </a:ln>
          </p:spPr>
        </p:sp>
        <p:sp>
          <p:nvSpPr>
            <p:cNvPr id="13704" name="Heatmap cell r53 c83"/>
            <p:cNvSpPr/>
            <p:nvPr/>
          </p:nvSpPr>
          <p:spPr>
            <a:xfrm>
              <a:off x="1517001" y="1422306"/>
              <a:ext cx="17140" cy="26609"/>
            </a:xfrm>
            <a:prstGeom prst="rect">
              <a:avLst/>
            </a:prstGeom>
            <a:solidFill>
              <a:srgbClr val="EDADB4"/>
            </a:solidFill>
            <a:ln>
              <a:noFill/>
            </a:ln>
          </p:spPr>
        </p:sp>
        <p:sp>
          <p:nvSpPr>
            <p:cNvPr id="13705" name="Heatmap cell r53 c84"/>
            <p:cNvSpPr/>
            <p:nvPr/>
          </p:nvSpPr>
          <p:spPr>
            <a:xfrm>
              <a:off x="1534046" y="1422306"/>
              <a:ext cx="19034" cy="26609"/>
            </a:xfrm>
            <a:prstGeom prst="rect">
              <a:avLst/>
            </a:prstGeom>
            <a:solidFill>
              <a:srgbClr val="F1C0C4"/>
            </a:solidFill>
            <a:ln>
              <a:noFill/>
            </a:ln>
          </p:spPr>
        </p:sp>
        <p:sp>
          <p:nvSpPr>
            <p:cNvPr id="13706" name="Heatmap cell r53 c85"/>
            <p:cNvSpPr/>
            <p:nvPr/>
          </p:nvSpPr>
          <p:spPr>
            <a:xfrm>
              <a:off x="1552984" y="1422306"/>
              <a:ext cx="17140" cy="26609"/>
            </a:xfrm>
            <a:prstGeom prst="rect">
              <a:avLst/>
            </a:prstGeom>
            <a:solidFill>
              <a:srgbClr val="F7D3D6"/>
            </a:solidFill>
            <a:ln>
              <a:noFill/>
            </a:ln>
          </p:spPr>
        </p:sp>
        <p:sp>
          <p:nvSpPr>
            <p:cNvPr id="13707" name="Heatmap cell r53 c86"/>
            <p:cNvSpPr/>
            <p:nvPr/>
          </p:nvSpPr>
          <p:spPr>
            <a:xfrm>
              <a:off x="1570029" y="1422306"/>
              <a:ext cx="19034" cy="26609"/>
            </a:xfrm>
            <a:prstGeom prst="rect">
              <a:avLst/>
            </a:prstGeom>
            <a:solidFill>
              <a:srgbClr val="F3C9CE"/>
            </a:solidFill>
            <a:ln>
              <a:noFill/>
            </a:ln>
          </p:spPr>
        </p:sp>
        <p:sp>
          <p:nvSpPr>
            <p:cNvPr id="13708" name="Heatmap cell r53 c87"/>
            <p:cNvSpPr/>
            <p:nvPr/>
          </p:nvSpPr>
          <p:spPr>
            <a:xfrm>
              <a:off x="1588968" y="1422306"/>
              <a:ext cx="17140" cy="26609"/>
            </a:xfrm>
            <a:prstGeom prst="rect">
              <a:avLst/>
            </a:prstGeom>
            <a:solidFill>
              <a:srgbClr val="D6E0EA"/>
            </a:solidFill>
            <a:ln>
              <a:noFill/>
            </a:ln>
          </p:spPr>
        </p:sp>
        <p:sp>
          <p:nvSpPr>
            <p:cNvPr id="13709" name="Heatmap cell r53 c89"/>
            <p:cNvSpPr/>
            <p:nvPr/>
          </p:nvSpPr>
          <p:spPr>
            <a:xfrm>
              <a:off x="1624952" y="1422306"/>
              <a:ext cx="19034" cy="26609"/>
            </a:xfrm>
            <a:prstGeom prst="rect">
              <a:avLst/>
            </a:prstGeom>
            <a:solidFill>
              <a:srgbClr val="EFB8BD"/>
            </a:solidFill>
            <a:ln>
              <a:noFill/>
            </a:ln>
          </p:spPr>
        </p:sp>
        <p:sp>
          <p:nvSpPr>
            <p:cNvPr id="13710" name="Heatmap cell r53 c90"/>
            <p:cNvSpPr/>
            <p:nvPr/>
          </p:nvSpPr>
          <p:spPr>
            <a:xfrm>
              <a:off x="1643891" y="1422306"/>
              <a:ext cx="17140" cy="26609"/>
            </a:xfrm>
            <a:prstGeom prst="rect">
              <a:avLst/>
            </a:prstGeom>
            <a:solidFill>
              <a:srgbClr val="F7D3D6"/>
            </a:solidFill>
            <a:ln>
              <a:noFill/>
            </a:ln>
          </p:spPr>
        </p:sp>
        <p:sp>
          <p:nvSpPr>
            <p:cNvPr id="13711" name="Heatmap cell r53 c91"/>
            <p:cNvSpPr/>
            <p:nvPr/>
          </p:nvSpPr>
          <p:spPr>
            <a:xfrm>
              <a:off x="1660936" y="1422306"/>
              <a:ext cx="19034" cy="26609"/>
            </a:xfrm>
            <a:prstGeom prst="rect">
              <a:avLst/>
            </a:prstGeom>
            <a:solidFill>
              <a:srgbClr val="B9C9DB"/>
            </a:solidFill>
            <a:ln>
              <a:noFill/>
            </a:ln>
          </p:spPr>
        </p:sp>
        <p:sp>
          <p:nvSpPr>
            <p:cNvPr id="13712" name="Heatmap cell r53 c92"/>
            <p:cNvSpPr/>
            <p:nvPr/>
          </p:nvSpPr>
          <p:spPr>
            <a:xfrm>
              <a:off x="1679875" y="1422306"/>
              <a:ext cx="17140" cy="26609"/>
            </a:xfrm>
            <a:prstGeom prst="rect">
              <a:avLst/>
            </a:prstGeom>
            <a:solidFill>
              <a:srgbClr val="EBEFF5"/>
            </a:solidFill>
            <a:ln>
              <a:noFill/>
            </a:ln>
          </p:spPr>
        </p:sp>
        <p:sp>
          <p:nvSpPr>
            <p:cNvPr id="13713" name="Heatmap cell r53 c93"/>
            <p:cNvSpPr/>
            <p:nvPr/>
          </p:nvSpPr>
          <p:spPr>
            <a:xfrm>
              <a:off x="1696920" y="1422306"/>
              <a:ext cx="19034" cy="26609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13714" name="Heatmap cell r53 c94"/>
            <p:cNvSpPr/>
            <p:nvPr/>
          </p:nvSpPr>
          <p:spPr>
            <a:xfrm>
              <a:off x="1715858" y="1422306"/>
              <a:ext cx="17140" cy="26609"/>
            </a:xfrm>
            <a:prstGeom prst="rect">
              <a:avLst/>
            </a:prstGeom>
            <a:solidFill>
              <a:srgbClr val="EEB1B7"/>
            </a:solidFill>
            <a:ln>
              <a:noFill/>
            </a:ln>
          </p:spPr>
        </p:sp>
        <p:sp>
          <p:nvSpPr>
            <p:cNvPr id="13715" name="Heatmap cell r53 c95"/>
            <p:cNvSpPr/>
            <p:nvPr/>
          </p:nvSpPr>
          <p:spPr>
            <a:xfrm>
              <a:off x="1732903" y="1422306"/>
              <a:ext cx="19034" cy="26609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13716" name="Heatmap cell r53 c96"/>
            <p:cNvSpPr/>
            <p:nvPr/>
          </p:nvSpPr>
          <p:spPr>
            <a:xfrm>
              <a:off x="1751842" y="1422306"/>
              <a:ext cx="17140" cy="26609"/>
            </a:xfrm>
            <a:prstGeom prst="rect">
              <a:avLst/>
            </a:prstGeom>
            <a:solidFill>
              <a:srgbClr val="F8DBDD"/>
            </a:solidFill>
            <a:ln>
              <a:noFill/>
            </a:ln>
          </p:spPr>
        </p:sp>
        <p:sp>
          <p:nvSpPr>
            <p:cNvPr id="13717" name="Heatmap cell r53 c97"/>
            <p:cNvSpPr/>
            <p:nvPr/>
          </p:nvSpPr>
          <p:spPr>
            <a:xfrm>
              <a:off x="1768887" y="1422306"/>
              <a:ext cx="19034" cy="26609"/>
            </a:xfrm>
            <a:prstGeom prst="rect">
              <a:avLst/>
            </a:prstGeom>
            <a:solidFill>
              <a:srgbClr val="E9EDF3"/>
            </a:solidFill>
            <a:ln>
              <a:noFill/>
            </a:ln>
          </p:spPr>
        </p:sp>
        <p:sp>
          <p:nvSpPr>
            <p:cNvPr id="13718" name="Heatmap cell r53 c98"/>
            <p:cNvSpPr/>
            <p:nvPr/>
          </p:nvSpPr>
          <p:spPr>
            <a:xfrm>
              <a:off x="1787826" y="1422306"/>
              <a:ext cx="17140" cy="26609"/>
            </a:xfrm>
            <a:prstGeom prst="rect">
              <a:avLst/>
            </a:prstGeom>
            <a:solidFill>
              <a:srgbClr val="F8DBDD"/>
            </a:solidFill>
            <a:ln>
              <a:noFill/>
            </a:ln>
          </p:spPr>
        </p:sp>
        <p:sp>
          <p:nvSpPr>
            <p:cNvPr id="13719" name="Heatmap cell r53 c100"/>
            <p:cNvSpPr/>
            <p:nvPr/>
          </p:nvSpPr>
          <p:spPr>
            <a:xfrm>
              <a:off x="1823810" y="1422306"/>
              <a:ext cx="17140" cy="26609"/>
            </a:xfrm>
            <a:prstGeom prst="rect">
              <a:avLst/>
            </a:prstGeom>
            <a:solidFill>
              <a:srgbClr val="D4DFE9"/>
            </a:solidFill>
            <a:ln>
              <a:noFill/>
            </a:ln>
          </p:spPr>
        </p:sp>
        <p:sp>
          <p:nvSpPr>
            <p:cNvPr id="13720" name="Heatmap cell r53 c101"/>
            <p:cNvSpPr/>
            <p:nvPr/>
          </p:nvSpPr>
          <p:spPr>
            <a:xfrm>
              <a:off x="1840855" y="1422306"/>
              <a:ext cx="19034" cy="26609"/>
            </a:xfrm>
            <a:prstGeom prst="rect">
              <a:avLst/>
            </a:prstGeom>
            <a:solidFill>
              <a:srgbClr val="F4CED1"/>
            </a:solidFill>
            <a:ln>
              <a:noFill/>
            </a:ln>
          </p:spPr>
        </p:sp>
        <p:sp>
          <p:nvSpPr>
            <p:cNvPr id="13721" name="Heatmap cell r53 c102"/>
            <p:cNvSpPr/>
            <p:nvPr/>
          </p:nvSpPr>
          <p:spPr>
            <a:xfrm>
              <a:off x="1859794" y="1422306"/>
              <a:ext cx="19034" cy="26609"/>
            </a:xfrm>
            <a:prstGeom prst="rect">
              <a:avLst/>
            </a:prstGeom>
            <a:solidFill>
              <a:srgbClr val="F5F7F9"/>
            </a:solidFill>
            <a:ln>
              <a:noFill/>
            </a:ln>
          </p:spPr>
        </p:sp>
        <p:sp>
          <p:nvSpPr>
            <p:cNvPr id="13722" name="Heatmap cell r53 c103"/>
            <p:cNvSpPr/>
            <p:nvPr/>
          </p:nvSpPr>
          <p:spPr>
            <a:xfrm>
              <a:off x="1878732" y="1422306"/>
              <a:ext cx="17140" cy="26609"/>
            </a:xfrm>
            <a:prstGeom prst="rect">
              <a:avLst/>
            </a:prstGeom>
            <a:solidFill>
              <a:srgbClr val="ADC2D4"/>
            </a:solidFill>
            <a:ln>
              <a:noFill/>
            </a:ln>
          </p:spPr>
        </p:sp>
        <p:sp>
          <p:nvSpPr>
            <p:cNvPr id="13723" name="Heatmap cell r53 c104"/>
            <p:cNvSpPr/>
            <p:nvPr/>
          </p:nvSpPr>
          <p:spPr>
            <a:xfrm>
              <a:off x="1895777" y="1422306"/>
              <a:ext cx="19034" cy="26609"/>
            </a:xfrm>
            <a:prstGeom prst="rect">
              <a:avLst/>
            </a:prstGeom>
            <a:solidFill>
              <a:srgbClr val="F8DDDF"/>
            </a:solidFill>
            <a:ln>
              <a:noFill/>
            </a:ln>
          </p:spPr>
        </p:sp>
        <p:sp>
          <p:nvSpPr>
            <p:cNvPr id="13724" name="Heatmap cell r53 c105"/>
            <p:cNvSpPr/>
            <p:nvPr/>
          </p:nvSpPr>
          <p:spPr>
            <a:xfrm>
              <a:off x="1914716" y="1422306"/>
              <a:ext cx="17140" cy="26609"/>
            </a:xfrm>
            <a:prstGeom prst="rect">
              <a:avLst/>
            </a:prstGeom>
            <a:solidFill>
              <a:srgbClr val="F1C3C8"/>
            </a:solidFill>
            <a:ln>
              <a:noFill/>
            </a:ln>
          </p:spPr>
        </p:sp>
        <p:sp>
          <p:nvSpPr>
            <p:cNvPr id="13725" name="Heatmap cell r53 c106"/>
            <p:cNvSpPr/>
            <p:nvPr/>
          </p:nvSpPr>
          <p:spPr>
            <a:xfrm>
              <a:off x="1931761" y="1422306"/>
              <a:ext cx="19034" cy="26609"/>
            </a:xfrm>
            <a:prstGeom prst="rect">
              <a:avLst/>
            </a:prstGeom>
            <a:solidFill>
              <a:srgbClr val="D0DBE6"/>
            </a:solidFill>
            <a:ln>
              <a:noFill/>
            </a:ln>
          </p:spPr>
        </p:sp>
        <p:sp>
          <p:nvSpPr>
            <p:cNvPr id="13726" name="Heatmap cell r53 c107"/>
            <p:cNvSpPr/>
            <p:nvPr/>
          </p:nvSpPr>
          <p:spPr>
            <a:xfrm>
              <a:off x="1950700" y="1422306"/>
              <a:ext cx="17140" cy="26609"/>
            </a:xfrm>
            <a:prstGeom prst="rect">
              <a:avLst/>
            </a:prstGeom>
            <a:solidFill>
              <a:srgbClr val="CED9E4"/>
            </a:solidFill>
            <a:ln>
              <a:noFill/>
            </a:ln>
          </p:spPr>
        </p:sp>
        <p:sp>
          <p:nvSpPr>
            <p:cNvPr id="13727" name="Heatmap cell r53 c108"/>
            <p:cNvSpPr/>
            <p:nvPr/>
          </p:nvSpPr>
          <p:spPr>
            <a:xfrm>
              <a:off x="1967745" y="1422306"/>
              <a:ext cx="19034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13728" name="Heatmap cell r53 c109"/>
            <p:cNvSpPr/>
            <p:nvPr/>
          </p:nvSpPr>
          <p:spPr>
            <a:xfrm>
              <a:off x="1986684" y="1422306"/>
              <a:ext cx="17140" cy="26609"/>
            </a:xfrm>
            <a:prstGeom prst="rect">
              <a:avLst/>
            </a:prstGeom>
            <a:solidFill>
              <a:srgbClr val="DFE6ED"/>
            </a:solidFill>
            <a:ln>
              <a:noFill/>
            </a:ln>
          </p:spPr>
        </p:sp>
        <p:sp>
          <p:nvSpPr>
            <p:cNvPr id="13729" name="Heatmap cell r53 c110"/>
            <p:cNvSpPr/>
            <p:nvPr/>
          </p:nvSpPr>
          <p:spPr>
            <a:xfrm>
              <a:off x="2003729" y="1422306"/>
              <a:ext cx="19034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13730" name="Heatmap cell r53 c111"/>
            <p:cNvSpPr/>
            <p:nvPr/>
          </p:nvSpPr>
          <p:spPr>
            <a:xfrm>
              <a:off x="2022668" y="1422306"/>
              <a:ext cx="17140" cy="26609"/>
            </a:xfrm>
            <a:prstGeom prst="rect">
              <a:avLst/>
            </a:prstGeom>
            <a:solidFill>
              <a:srgbClr val="B7C7D9"/>
            </a:solidFill>
            <a:ln>
              <a:noFill/>
            </a:ln>
          </p:spPr>
        </p:sp>
        <p:sp>
          <p:nvSpPr>
            <p:cNvPr id="13731" name="Heatmap cell r53 c112"/>
            <p:cNvSpPr/>
            <p:nvPr/>
          </p:nvSpPr>
          <p:spPr>
            <a:xfrm>
              <a:off x="2039712" y="1422306"/>
              <a:ext cx="19034" cy="26609"/>
            </a:xfrm>
            <a:prstGeom prst="rect">
              <a:avLst/>
            </a:prstGeom>
            <a:solidFill>
              <a:srgbClr val="F5CED2"/>
            </a:solidFill>
            <a:ln>
              <a:noFill/>
            </a:ln>
          </p:spPr>
        </p:sp>
        <p:sp>
          <p:nvSpPr>
            <p:cNvPr id="13732" name="Heatmap cell r53 c113"/>
            <p:cNvSpPr/>
            <p:nvPr/>
          </p:nvSpPr>
          <p:spPr>
            <a:xfrm>
              <a:off x="2058651" y="1422306"/>
              <a:ext cx="17140" cy="26609"/>
            </a:xfrm>
            <a:prstGeom prst="rect">
              <a:avLst/>
            </a:prstGeom>
            <a:solidFill>
              <a:srgbClr val="EBA2A9"/>
            </a:solidFill>
            <a:ln>
              <a:noFill/>
            </a:ln>
          </p:spPr>
        </p:sp>
        <p:sp>
          <p:nvSpPr>
            <p:cNvPr id="13733" name="Heatmap cell r53 c115"/>
            <p:cNvSpPr/>
            <p:nvPr/>
          </p:nvSpPr>
          <p:spPr>
            <a:xfrm>
              <a:off x="2094635" y="1422306"/>
              <a:ext cx="19034" cy="26609"/>
            </a:xfrm>
            <a:prstGeom prst="rect">
              <a:avLst/>
            </a:prstGeom>
            <a:solidFill>
              <a:srgbClr val="F5CED2"/>
            </a:solidFill>
            <a:ln>
              <a:noFill/>
            </a:ln>
          </p:spPr>
        </p:sp>
        <p:sp>
          <p:nvSpPr>
            <p:cNvPr id="13734" name="Heatmap cell r53 c116"/>
            <p:cNvSpPr/>
            <p:nvPr/>
          </p:nvSpPr>
          <p:spPr>
            <a:xfrm>
              <a:off x="2113574" y="1422306"/>
              <a:ext cx="17140" cy="26609"/>
            </a:xfrm>
            <a:prstGeom prst="rect">
              <a:avLst/>
            </a:prstGeom>
            <a:solidFill>
              <a:srgbClr val="9DB5CC"/>
            </a:solidFill>
            <a:ln>
              <a:noFill/>
            </a:ln>
          </p:spPr>
        </p:sp>
        <p:sp>
          <p:nvSpPr>
            <p:cNvPr id="13735" name="Heatmap cell r53 c117"/>
            <p:cNvSpPr/>
            <p:nvPr/>
          </p:nvSpPr>
          <p:spPr>
            <a:xfrm>
              <a:off x="2130619" y="1422306"/>
              <a:ext cx="19034" cy="26609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13736" name="Heatmap cell r53 c118"/>
            <p:cNvSpPr/>
            <p:nvPr/>
          </p:nvSpPr>
          <p:spPr>
            <a:xfrm>
              <a:off x="2149558" y="1422306"/>
              <a:ext cx="17140" cy="26609"/>
            </a:xfrm>
            <a:prstGeom prst="rect">
              <a:avLst/>
            </a:prstGeom>
            <a:solidFill>
              <a:srgbClr val="F4CED1"/>
            </a:solidFill>
            <a:ln>
              <a:noFill/>
            </a:ln>
          </p:spPr>
        </p:sp>
        <p:sp>
          <p:nvSpPr>
            <p:cNvPr id="13737" name="Heatmap cell r53 c119"/>
            <p:cNvSpPr/>
            <p:nvPr/>
          </p:nvSpPr>
          <p:spPr>
            <a:xfrm>
              <a:off x="2166603" y="1422306"/>
              <a:ext cx="19034" cy="26609"/>
            </a:xfrm>
            <a:prstGeom prst="rect">
              <a:avLst/>
            </a:prstGeom>
            <a:solidFill>
              <a:srgbClr val="EBA1A8"/>
            </a:solidFill>
            <a:ln>
              <a:noFill/>
            </a:ln>
          </p:spPr>
        </p:sp>
        <p:sp>
          <p:nvSpPr>
            <p:cNvPr id="13738" name="Heatmap cell r53 c120"/>
            <p:cNvSpPr/>
            <p:nvPr/>
          </p:nvSpPr>
          <p:spPr>
            <a:xfrm>
              <a:off x="2185542" y="1422306"/>
              <a:ext cx="17140" cy="26609"/>
            </a:xfrm>
            <a:prstGeom prst="rect">
              <a:avLst/>
            </a:prstGeom>
            <a:solidFill>
              <a:srgbClr val="ECA8AE"/>
            </a:solidFill>
            <a:ln>
              <a:noFill/>
            </a:ln>
          </p:spPr>
        </p:sp>
        <p:sp>
          <p:nvSpPr>
            <p:cNvPr id="13739" name="Heatmap cell r53 c121"/>
            <p:cNvSpPr/>
            <p:nvPr/>
          </p:nvSpPr>
          <p:spPr>
            <a:xfrm>
              <a:off x="2202586" y="1422306"/>
              <a:ext cx="19034" cy="26609"/>
            </a:xfrm>
            <a:prstGeom prst="rect">
              <a:avLst/>
            </a:prstGeom>
            <a:solidFill>
              <a:srgbClr val="DFE7ED"/>
            </a:solidFill>
            <a:ln>
              <a:noFill/>
            </a:ln>
          </p:spPr>
        </p:sp>
        <p:sp>
          <p:nvSpPr>
            <p:cNvPr id="13740" name="Heatmap cell r53 c122"/>
            <p:cNvSpPr/>
            <p:nvPr/>
          </p:nvSpPr>
          <p:spPr>
            <a:xfrm>
              <a:off x="2221525" y="1422306"/>
              <a:ext cx="17140" cy="26609"/>
            </a:xfrm>
            <a:prstGeom prst="rect">
              <a:avLst/>
            </a:prstGeom>
            <a:solidFill>
              <a:srgbClr val="F7E2E4"/>
            </a:solidFill>
            <a:ln>
              <a:noFill/>
            </a:ln>
          </p:spPr>
        </p:sp>
        <p:sp>
          <p:nvSpPr>
            <p:cNvPr id="13741" name="Heatmap cell r53 c123"/>
            <p:cNvSpPr/>
            <p:nvPr/>
          </p:nvSpPr>
          <p:spPr>
            <a:xfrm>
              <a:off x="2238570" y="1422306"/>
              <a:ext cx="19034" cy="26609"/>
            </a:xfrm>
            <a:prstGeom prst="rect">
              <a:avLst/>
            </a:prstGeom>
            <a:solidFill>
              <a:srgbClr val="DAE2EB"/>
            </a:solidFill>
            <a:ln>
              <a:noFill/>
            </a:ln>
          </p:spPr>
        </p:sp>
        <p:sp>
          <p:nvSpPr>
            <p:cNvPr id="13742" name="Heatmap cell r53 c124"/>
            <p:cNvSpPr/>
            <p:nvPr/>
          </p:nvSpPr>
          <p:spPr>
            <a:xfrm>
              <a:off x="2257509" y="1422306"/>
              <a:ext cx="17140" cy="26609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13743" name="Heatmap cell r53 c125"/>
            <p:cNvSpPr/>
            <p:nvPr/>
          </p:nvSpPr>
          <p:spPr>
            <a:xfrm>
              <a:off x="2274554" y="1422306"/>
              <a:ext cx="19034" cy="26609"/>
            </a:xfrm>
            <a:prstGeom prst="rect">
              <a:avLst/>
            </a:prstGeom>
            <a:solidFill>
              <a:srgbClr val="F7D7DB"/>
            </a:solidFill>
            <a:ln>
              <a:noFill/>
            </a:ln>
          </p:spPr>
        </p:sp>
        <p:sp>
          <p:nvSpPr>
            <p:cNvPr id="13744" name="Heatmap cell r53 c126"/>
            <p:cNvSpPr/>
            <p:nvPr/>
          </p:nvSpPr>
          <p:spPr>
            <a:xfrm>
              <a:off x="2293493" y="1422306"/>
              <a:ext cx="17140" cy="26609"/>
            </a:xfrm>
            <a:prstGeom prst="rect">
              <a:avLst/>
            </a:prstGeom>
            <a:solidFill>
              <a:srgbClr val="FCF6F6"/>
            </a:solidFill>
            <a:ln>
              <a:noFill/>
            </a:ln>
          </p:spPr>
        </p:sp>
        <p:sp>
          <p:nvSpPr>
            <p:cNvPr id="13745" name="Heatmap cell r53 c127"/>
            <p:cNvSpPr/>
            <p:nvPr/>
          </p:nvSpPr>
          <p:spPr>
            <a:xfrm>
              <a:off x="2310538" y="1422306"/>
              <a:ext cx="19034" cy="26609"/>
            </a:xfrm>
            <a:prstGeom prst="rect">
              <a:avLst/>
            </a:prstGeom>
            <a:solidFill>
              <a:srgbClr val="F7DADC"/>
            </a:solidFill>
            <a:ln>
              <a:noFill/>
            </a:ln>
          </p:spPr>
        </p:sp>
        <p:sp>
          <p:nvSpPr>
            <p:cNvPr id="13746" name="Heatmap cell r53 c129"/>
            <p:cNvSpPr/>
            <p:nvPr/>
          </p:nvSpPr>
          <p:spPr>
            <a:xfrm>
              <a:off x="2348416" y="1422306"/>
              <a:ext cx="17140" cy="26609"/>
            </a:xfrm>
            <a:prstGeom prst="rect">
              <a:avLst/>
            </a:prstGeom>
            <a:solidFill>
              <a:srgbClr val="EBA9AE"/>
            </a:solidFill>
            <a:ln>
              <a:noFill/>
            </a:ln>
          </p:spPr>
        </p:sp>
        <p:sp>
          <p:nvSpPr>
            <p:cNvPr id="13747" name="Heatmap cell r53 c130"/>
            <p:cNvSpPr/>
            <p:nvPr/>
          </p:nvSpPr>
          <p:spPr>
            <a:xfrm>
              <a:off x="2365460" y="1422306"/>
              <a:ext cx="19034" cy="26609"/>
            </a:xfrm>
            <a:prstGeom prst="rect">
              <a:avLst/>
            </a:prstGeom>
            <a:solidFill>
              <a:srgbClr val="F8E9EA"/>
            </a:solidFill>
            <a:ln>
              <a:noFill/>
            </a:ln>
          </p:spPr>
        </p:sp>
        <p:sp>
          <p:nvSpPr>
            <p:cNvPr id="13748" name="Heatmap cell r53 c131"/>
            <p:cNvSpPr/>
            <p:nvPr/>
          </p:nvSpPr>
          <p:spPr>
            <a:xfrm>
              <a:off x="2384399" y="1422306"/>
              <a:ext cx="17140" cy="26609"/>
            </a:xfrm>
            <a:prstGeom prst="rect">
              <a:avLst/>
            </a:prstGeom>
            <a:solidFill>
              <a:srgbClr val="F7D7DB"/>
            </a:solidFill>
            <a:ln>
              <a:noFill/>
            </a:ln>
          </p:spPr>
        </p:sp>
        <p:sp>
          <p:nvSpPr>
            <p:cNvPr id="13749" name="Heatmap cell r53 c132"/>
            <p:cNvSpPr/>
            <p:nvPr/>
          </p:nvSpPr>
          <p:spPr>
            <a:xfrm>
              <a:off x="2401444" y="1422306"/>
              <a:ext cx="19034" cy="26609"/>
            </a:xfrm>
            <a:prstGeom prst="rect">
              <a:avLst/>
            </a:prstGeom>
            <a:solidFill>
              <a:srgbClr val="F7E2E4"/>
            </a:solidFill>
            <a:ln>
              <a:noFill/>
            </a:ln>
          </p:spPr>
        </p:sp>
        <p:sp>
          <p:nvSpPr>
            <p:cNvPr id="13750" name="Heatmap cell r53 c134"/>
            <p:cNvSpPr/>
            <p:nvPr/>
          </p:nvSpPr>
          <p:spPr>
            <a:xfrm>
              <a:off x="2437428" y="1422306"/>
              <a:ext cx="19034" cy="26609"/>
            </a:xfrm>
            <a:prstGeom prst="rect">
              <a:avLst/>
            </a:prstGeom>
            <a:solidFill>
              <a:srgbClr val="F1F5F8"/>
            </a:solidFill>
            <a:ln>
              <a:noFill/>
            </a:ln>
          </p:spPr>
        </p:sp>
        <p:sp>
          <p:nvSpPr>
            <p:cNvPr id="13751" name="Heatmap cell r53 c135"/>
            <p:cNvSpPr/>
            <p:nvPr/>
          </p:nvSpPr>
          <p:spPr>
            <a:xfrm>
              <a:off x="2456367" y="1422306"/>
              <a:ext cx="17140" cy="26609"/>
            </a:xfrm>
            <a:prstGeom prst="rect">
              <a:avLst/>
            </a:prstGeom>
            <a:solidFill>
              <a:srgbClr val="F7E2E4"/>
            </a:solidFill>
            <a:ln>
              <a:noFill/>
            </a:ln>
          </p:spPr>
        </p:sp>
        <p:sp>
          <p:nvSpPr>
            <p:cNvPr id="13752" name="Heatmap cell r53 c136"/>
            <p:cNvSpPr/>
            <p:nvPr/>
          </p:nvSpPr>
          <p:spPr>
            <a:xfrm>
              <a:off x="2473412" y="1422306"/>
              <a:ext cx="19034" cy="26609"/>
            </a:xfrm>
            <a:prstGeom prst="rect">
              <a:avLst/>
            </a:prstGeom>
            <a:solidFill>
              <a:srgbClr val="E9EDF3"/>
            </a:solidFill>
            <a:ln>
              <a:noFill/>
            </a:ln>
          </p:spPr>
        </p:sp>
        <p:sp>
          <p:nvSpPr>
            <p:cNvPr id="13753" name="Heatmap cell r53 c137"/>
            <p:cNvSpPr/>
            <p:nvPr/>
          </p:nvSpPr>
          <p:spPr>
            <a:xfrm>
              <a:off x="2492351" y="1422306"/>
              <a:ext cx="17140" cy="26609"/>
            </a:xfrm>
            <a:prstGeom prst="rect">
              <a:avLst/>
            </a:prstGeom>
            <a:solidFill>
              <a:srgbClr val="F9E8E9"/>
            </a:solidFill>
            <a:ln>
              <a:noFill/>
            </a:ln>
          </p:spPr>
        </p:sp>
        <p:sp>
          <p:nvSpPr>
            <p:cNvPr id="13754" name="Heatmap cell r53 c138"/>
            <p:cNvSpPr/>
            <p:nvPr/>
          </p:nvSpPr>
          <p:spPr>
            <a:xfrm>
              <a:off x="2509396" y="1422306"/>
              <a:ext cx="19034" cy="26609"/>
            </a:xfrm>
            <a:prstGeom prst="rect">
              <a:avLst/>
            </a:prstGeom>
            <a:solidFill>
              <a:srgbClr val="FAEBED"/>
            </a:solidFill>
            <a:ln>
              <a:noFill/>
            </a:ln>
          </p:spPr>
        </p:sp>
        <p:sp>
          <p:nvSpPr>
            <p:cNvPr id="13755" name="Heatmap cell r53 c139"/>
            <p:cNvSpPr/>
            <p:nvPr/>
          </p:nvSpPr>
          <p:spPr>
            <a:xfrm>
              <a:off x="2528334" y="1422306"/>
              <a:ext cx="17140" cy="26609"/>
            </a:xfrm>
            <a:prstGeom prst="rect">
              <a:avLst/>
            </a:prstGeom>
            <a:solidFill>
              <a:srgbClr val="B8C8DA"/>
            </a:solidFill>
            <a:ln>
              <a:noFill/>
            </a:ln>
          </p:spPr>
        </p:sp>
        <p:sp>
          <p:nvSpPr>
            <p:cNvPr id="13756" name="Heatmap cell r53 c140"/>
            <p:cNvSpPr/>
            <p:nvPr/>
          </p:nvSpPr>
          <p:spPr>
            <a:xfrm>
              <a:off x="2545379" y="1422306"/>
              <a:ext cx="19034" cy="26609"/>
            </a:xfrm>
            <a:prstGeom prst="rect">
              <a:avLst/>
            </a:prstGeom>
            <a:solidFill>
              <a:srgbClr val="FBF5F5"/>
            </a:solidFill>
            <a:ln>
              <a:noFill/>
            </a:ln>
          </p:spPr>
        </p:sp>
        <p:sp>
          <p:nvSpPr>
            <p:cNvPr id="13757" name="Heatmap cell r53 c141"/>
            <p:cNvSpPr/>
            <p:nvPr/>
          </p:nvSpPr>
          <p:spPr>
            <a:xfrm>
              <a:off x="2564318" y="1422306"/>
              <a:ext cx="19034" cy="26609"/>
            </a:xfrm>
            <a:prstGeom prst="rect">
              <a:avLst/>
            </a:prstGeom>
            <a:solidFill>
              <a:srgbClr val="F7DADC"/>
            </a:solidFill>
            <a:ln>
              <a:noFill/>
            </a:ln>
          </p:spPr>
        </p:sp>
        <p:sp>
          <p:nvSpPr>
            <p:cNvPr id="13758" name="Heatmap cell r53 c143"/>
            <p:cNvSpPr/>
            <p:nvPr/>
          </p:nvSpPr>
          <p:spPr>
            <a:xfrm>
              <a:off x="2600302" y="1422306"/>
              <a:ext cx="19034" cy="26609"/>
            </a:xfrm>
            <a:prstGeom prst="rect">
              <a:avLst/>
            </a:prstGeom>
            <a:solidFill>
              <a:srgbClr val="F7D9DB"/>
            </a:solidFill>
            <a:ln>
              <a:noFill/>
            </a:ln>
          </p:spPr>
        </p:sp>
        <p:sp>
          <p:nvSpPr>
            <p:cNvPr id="13759" name="Heatmap cell r53 c144"/>
            <p:cNvSpPr/>
            <p:nvPr/>
          </p:nvSpPr>
          <p:spPr>
            <a:xfrm>
              <a:off x="2619241" y="1422306"/>
              <a:ext cx="17140" cy="26609"/>
            </a:xfrm>
            <a:prstGeom prst="rect">
              <a:avLst/>
            </a:prstGeom>
            <a:solidFill>
              <a:srgbClr val="ABC0D2"/>
            </a:solidFill>
            <a:ln>
              <a:noFill/>
            </a:ln>
          </p:spPr>
        </p:sp>
        <p:sp>
          <p:nvSpPr>
            <p:cNvPr id="13760" name="Heatmap cell r53 c145"/>
            <p:cNvSpPr/>
            <p:nvPr/>
          </p:nvSpPr>
          <p:spPr>
            <a:xfrm>
              <a:off x="2636286" y="1422306"/>
              <a:ext cx="19034" cy="26609"/>
            </a:xfrm>
            <a:prstGeom prst="rect">
              <a:avLst/>
            </a:prstGeom>
            <a:solidFill>
              <a:srgbClr val="DCE3EB"/>
            </a:solidFill>
            <a:ln>
              <a:noFill/>
            </a:ln>
          </p:spPr>
        </p:sp>
        <p:sp>
          <p:nvSpPr>
            <p:cNvPr id="13761" name="Heatmap cell r53 c147"/>
            <p:cNvSpPr/>
            <p:nvPr/>
          </p:nvSpPr>
          <p:spPr>
            <a:xfrm>
              <a:off x="2672270" y="1422306"/>
              <a:ext cx="19034" cy="26609"/>
            </a:xfrm>
            <a:prstGeom prst="rect">
              <a:avLst/>
            </a:prstGeom>
            <a:solidFill>
              <a:srgbClr val="A8BCD1"/>
            </a:solidFill>
            <a:ln>
              <a:noFill/>
            </a:ln>
          </p:spPr>
        </p:sp>
        <p:sp>
          <p:nvSpPr>
            <p:cNvPr id="13762" name="Heatmap cell r53 c148"/>
            <p:cNvSpPr/>
            <p:nvPr/>
          </p:nvSpPr>
          <p:spPr>
            <a:xfrm>
              <a:off x="2691208" y="1422306"/>
              <a:ext cx="17140" cy="26609"/>
            </a:xfrm>
            <a:prstGeom prst="rect">
              <a:avLst/>
            </a:prstGeom>
            <a:solidFill>
              <a:srgbClr val="D4DFE9"/>
            </a:solidFill>
            <a:ln>
              <a:noFill/>
            </a:ln>
          </p:spPr>
        </p:sp>
        <p:sp>
          <p:nvSpPr>
            <p:cNvPr id="13763" name="Heatmap cell r53 c149"/>
            <p:cNvSpPr/>
            <p:nvPr/>
          </p:nvSpPr>
          <p:spPr>
            <a:xfrm>
              <a:off x="2708253" y="1422306"/>
              <a:ext cx="19034" cy="26609"/>
            </a:xfrm>
            <a:prstGeom prst="rect">
              <a:avLst/>
            </a:prstGeom>
            <a:solidFill>
              <a:srgbClr val="F8DEE0"/>
            </a:solidFill>
            <a:ln>
              <a:noFill/>
            </a:ln>
          </p:spPr>
        </p:sp>
        <p:sp>
          <p:nvSpPr>
            <p:cNvPr id="13764" name="Heatmap cell r53 c150"/>
            <p:cNvSpPr/>
            <p:nvPr/>
          </p:nvSpPr>
          <p:spPr>
            <a:xfrm>
              <a:off x="2727192" y="1422306"/>
              <a:ext cx="17140" cy="26609"/>
            </a:xfrm>
            <a:prstGeom prst="rect">
              <a:avLst/>
            </a:prstGeom>
            <a:solidFill>
              <a:srgbClr val="85A2BE"/>
            </a:solidFill>
            <a:ln>
              <a:noFill/>
            </a:ln>
          </p:spPr>
        </p:sp>
        <p:sp>
          <p:nvSpPr>
            <p:cNvPr id="13765" name="Heatmap cell r53 c154"/>
            <p:cNvSpPr/>
            <p:nvPr/>
          </p:nvSpPr>
          <p:spPr>
            <a:xfrm>
              <a:off x="2799160" y="1422306"/>
              <a:ext cx="17140" cy="26609"/>
            </a:xfrm>
            <a:prstGeom prst="rect">
              <a:avLst/>
            </a:prstGeom>
            <a:solidFill>
              <a:srgbClr val="EFB4B9"/>
            </a:solidFill>
            <a:ln>
              <a:noFill/>
            </a:ln>
          </p:spPr>
        </p:sp>
        <p:sp>
          <p:nvSpPr>
            <p:cNvPr id="13766" name="Heatmap cell r53 c155"/>
            <p:cNvSpPr/>
            <p:nvPr/>
          </p:nvSpPr>
          <p:spPr>
            <a:xfrm>
              <a:off x="2816205" y="1422306"/>
              <a:ext cx="19034" cy="26609"/>
            </a:xfrm>
            <a:prstGeom prst="rect">
              <a:avLst/>
            </a:prstGeom>
            <a:solidFill>
              <a:srgbClr val="FCF6F6"/>
            </a:solidFill>
            <a:ln>
              <a:noFill/>
            </a:ln>
          </p:spPr>
        </p:sp>
        <p:sp>
          <p:nvSpPr>
            <p:cNvPr id="13767" name="Heatmap cell r53 c156"/>
            <p:cNvSpPr/>
            <p:nvPr/>
          </p:nvSpPr>
          <p:spPr>
            <a:xfrm>
              <a:off x="2835144" y="1422306"/>
              <a:ext cx="19034" cy="26609"/>
            </a:xfrm>
            <a:prstGeom prst="rect">
              <a:avLst/>
            </a:prstGeom>
            <a:solidFill>
              <a:srgbClr val="F6D4D7"/>
            </a:solidFill>
            <a:ln>
              <a:noFill/>
            </a:ln>
          </p:spPr>
        </p:sp>
        <p:sp>
          <p:nvSpPr>
            <p:cNvPr id="13768" name="Heatmap cell r53 c157"/>
            <p:cNvSpPr/>
            <p:nvPr/>
          </p:nvSpPr>
          <p:spPr>
            <a:xfrm>
              <a:off x="2854082" y="1422306"/>
              <a:ext cx="17140" cy="26609"/>
            </a:xfrm>
            <a:prstGeom prst="rect">
              <a:avLst/>
            </a:prstGeom>
            <a:solidFill>
              <a:srgbClr val="E2EAEF"/>
            </a:solidFill>
            <a:ln>
              <a:noFill/>
            </a:ln>
          </p:spPr>
        </p:sp>
        <p:sp>
          <p:nvSpPr>
            <p:cNvPr id="13769" name="Heatmap cell r53 c158"/>
            <p:cNvSpPr/>
            <p:nvPr/>
          </p:nvSpPr>
          <p:spPr>
            <a:xfrm>
              <a:off x="2871127" y="1422306"/>
              <a:ext cx="19034" cy="26609"/>
            </a:xfrm>
            <a:prstGeom prst="rect">
              <a:avLst/>
            </a:prstGeom>
            <a:solidFill>
              <a:srgbClr val="F7D3D6"/>
            </a:solidFill>
            <a:ln>
              <a:noFill/>
            </a:ln>
          </p:spPr>
        </p:sp>
        <p:sp>
          <p:nvSpPr>
            <p:cNvPr id="13770" name="Heatmap cell r53 c159"/>
            <p:cNvSpPr/>
            <p:nvPr/>
          </p:nvSpPr>
          <p:spPr>
            <a:xfrm>
              <a:off x="2890066" y="1422306"/>
              <a:ext cx="17140" cy="26609"/>
            </a:xfrm>
            <a:prstGeom prst="rect">
              <a:avLst/>
            </a:prstGeom>
            <a:solidFill>
              <a:srgbClr val="F6F8F9"/>
            </a:solidFill>
            <a:ln>
              <a:noFill/>
            </a:ln>
          </p:spPr>
        </p:sp>
        <p:sp>
          <p:nvSpPr>
            <p:cNvPr id="13771" name="Heatmap cell r53 c160"/>
            <p:cNvSpPr/>
            <p:nvPr/>
          </p:nvSpPr>
          <p:spPr>
            <a:xfrm>
              <a:off x="2907111" y="1422306"/>
              <a:ext cx="19034" cy="26609"/>
            </a:xfrm>
            <a:prstGeom prst="rect">
              <a:avLst/>
            </a:prstGeom>
            <a:solidFill>
              <a:srgbClr val="EBA1A8"/>
            </a:solidFill>
            <a:ln>
              <a:noFill/>
            </a:ln>
          </p:spPr>
        </p:sp>
        <p:sp>
          <p:nvSpPr>
            <p:cNvPr id="13772" name="Heatmap cell r53 c161"/>
            <p:cNvSpPr/>
            <p:nvPr/>
          </p:nvSpPr>
          <p:spPr>
            <a:xfrm>
              <a:off x="2926050" y="1422306"/>
              <a:ext cx="17140" cy="26609"/>
            </a:xfrm>
            <a:prstGeom prst="rect">
              <a:avLst/>
            </a:prstGeom>
            <a:solidFill>
              <a:srgbClr val="F0BBC2"/>
            </a:solidFill>
            <a:ln>
              <a:noFill/>
            </a:ln>
          </p:spPr>
        </p:sp>
        <p:sp>
          <p:nvSpPr>
            <p:cNvPr id="13773" name="Heatmap cell r53 c162"/>
            <p:cNvSpPr/>
            <p:nvPr/>
          </p:nvSpPr>
          <p:spPr>
            <a:xfrm>
              <a:off x="2943095" y="1422306"/>
              <a:ext cx="19034" cy="26609"/>
            </a:xfrm>
            <a:prstGeom prst="rect">
              <a:avLst/>
            </a:prstGeom>
            <a:solidFill>
              <a:srgbClr val="EEB1B8"/>
            </a:solidFill>
            <a:ln>
              <a:noFill/>
            </a:ln>
          </p:spPr>
        </p:sp>
        <p:sp>
          <p:nvSpPr>
            <p:cNvPr id="13774" name="Heatmap cell r53 c163"/>
            <p:cNvSpPr/>
            <p:nvPr/>
          </p:nvSpPr>
          <p:spPr>
            <a:xfrm>
              <a:off x="2962034" y="1422306"/>
              <a:ext cx="17140" cy="26609"/>
            </a:xfrm>
            <a:prstGeom prst="rect">
              <a:avLst/>
            </a:prstGeom>
            <a:solidFill>
              <a:srgbClr val="F0BBC2"/>
            </a:solidFill>
            <a:ln>
              <a:noFill/>
            </a:ln>
          </p:spPr>
        </p:sp>
        <p:sp>
          <p:nvSpPr>
            <p:cNvPr id="13775" name="Heatmap cell r53 c164"/>
            <p:cNvSpPr/>
            <p:nvPr/>
          </p:nvSpPr>
          <p:spPr>
            <a:xfrm>
              <a:off x="2979079" y="1422306"/>
              <a:ext cx="19034" cy="26609"/>
            </a:xfrm>
            <a:prstGeom prst="rect">
              <a:avLst/>
            </a:prstGeom>
            <a:solidFill>
              <a:srgbClr val="F0BAC0"/>
            </a:solidFill>
            <a:ln>
              <a:noFill/>
            </a:ln>
          </p:spPr>
        </p:sp>
        <p:sp>
          <p:nvSpPr>
            <p:cNvPr id="13776" name="Heatmap cell r53 c165"/>
            <p:cNvSpPr/>
            <p:nvPr/>
          </p:nvSpPr>
          <p:spPr>
            <a:xfrm>
              <a:off x="2998018" y="1422306"/>
              <a:ext cx="17140" cy="26609"/>
            </a:xfrm>
            <a:prstGeom prst="rect">
              <a:avLst/>
            </a:prstGeom>
            <a:solidFill>
              <a:srgbClr val="EFB8BC"/>
            </a:solidFill>
            <a:ln>
              <a:noFill/>
            </a:ln>
          </p:spPr>
        </p:sp>
        <p:sp>
          <p:nvSpPr>
            <p:cNvPr id="13777" name="Heatmap cell r53 c166"/>
            <p:cNvSpPr/>
            <p:nvPr/>
          </p:nvSpPr>
          <p:spPr>
            <a:xfrm>
              <a:off x="3015062" y="1422306"/>
              <a:ext cx="19034" cy="26609"/>
            </a:xfrm>
            <a:prstGeom prst="rect">
              <a:avLst/>
            </a:prstGeom>
            <a:solidFill>
              <a:srgbClr val="F1C2C6"/>
            </a:solidFill>
            <a:ln>
              <a:noFill/>
            </a:ln>
          </p:spPr>
        </p:sp>
        <p:sp>
          <p:nvSpPr>
            <p:cNvPr id="13778" name="Heatmap cell r53 c167"/>
            <p:cNvSpPr/>
            <p:nvPr/>
          </p:nvSpPr>
          <p:spPr>
            <a:xfrm>
              <a:off x="3034001" y="1422306"/>
              <a:ext cx="17140" cy="26609"/>
            </a:xfrm>
            <a:prstGeom prst="rect">
              <a:avLst/>
            </a:prstGeom>
            <a:solidFill>
              <a:srgbClr val="F8DBDD"/>
            </a:solidFill>
            <a:ln>
              <a:noFill/>
            </a:ln>
          </p:spPr>
        </p:sp>
        <p:sp>
          <p:nvSpPr>
            <p:cNvPr id="13779" name="Heatmap cell r53 c168"/>
            <p:cNvSpPr/>
            <p:nvPr/>
          </p:nvSpPr>
          <p:spPr>
            <a:xfrm>
              <a:off x="3051046" y="1422306"/>
              <a:ext cx="19034" cy="26609"/>
            </a:xfrm>
            <a:prstGeom prst="rect">
              <a:avLst/>
            </a:prstGeom>
            <a:solidFill>
              <a:srgbClr val="FBF0F1"/>
            </a:solidFill>
            <a:ln>
              <a:noFill/>
            </a:ln>
          </p:spPr>
        </p:sp>
        <p:sp>
          <p:nvSpPr>
            <p:cNvPr id="13780" name="Heatmap cell r53 c169"/>
            <p:cNvSpPr/>
            <p:nvPr/>
          </p:nvSpPr>
          <p:spPr>
            <a:xfrm>
              <a:off x="3069985" y="1422306"/>
              <a:ext cx="19034" cy="26609"/>
            </a:xfrm>
            <a:prstGeom prst="rect">
              <a:avLst/>
            </a:prstGeom>
            <a:solidFill>
              <a:srgbClr val="FBF1F3"/>
            </a:solidFill>
            <a:ln>
              <a:noFill/>
            </a:ln>
          </p:spPr>
        </p:sp>
        <p:sp>
          <p:nvSpPr>
            <p:cNvPr id="13781" name="Heatmap cell r53 c170"/>
            <p:cNvSpPr/>
            <p:nvPr/>
          </p:nvSpPr>
          <p:spPr>
            <a:xfrm>
              <a:off x="3088924" y="1422306"/>
              <a:ext cx="17140" cy="26609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</p:sp>
        <p:sp>
          <p:nvSpPr>
            <p:cNvPr id="13782" name="Heatmap cell r53 c171"/>
            <p:cNvSpPr/>
            <p:nvPr/>
          </p:nvSpPr>
          <p:spPr>
            <a:xfrm>
              <a:off x="3105969" y="1422306"/>
              <a:ext cx="19034" cy="26609"/>
            </a:xfrm>
            <a:prstGeom prst="rect">
              <a:avLst/>
            </a:prstGeom>
            <a:solidFill>
              <a:srgbClr val="F6D5D9"/>
            </a:solidFill>
            <a:ln>
              <a:noFill/>
            </a:ln>
          </p:spPr>
        </p:sp>
        <p:sp>
          <p:nvSpPr>
            <p:cNvPr id="13783" name="Heatmap cell r53 c172"/>
            <p:cNvSpPr/>
            <p:nvPr/>
          </p:nvSpPr>
          <p:spPr>
            <a:xfrm>
              <a:off x="3124908" y="1422306"/>
              <a:ext cx="17140" cy="26609"/>
            </a:xfrm>
            <a:prstGeom prst="rect">
              <a:avLst/>
            </a:prstGeom>
            <a:solidFill>
              <a:srgbClr val="F4CED1"/>
            </a:solidFill>
            <a:ln>
              <a:noFill/>
            </a:ln>
          </p:spPr>
        </p:sp>
        <p:sp>
          <p:nvSpPr>
            <p:cNvPr id="13784" name="Heatmap cell r53 c173"/>
            <p:cNvSpPr/>
            <p:nvPr/>
          </p:nvSpPr>
          <p:spPr>
            <a:xfrm>
              <a:off x="3141953" y="1422306"/>
              <a:ext cx="19034" cy="26609"/>
            </a:xfrm>
            <a:prstGeom prst="rect">
              <a:avLst/>
            </a:prstGeom>
            <a:solidFill>
              <a:srgbClr val="E7929B"/>
            </a:solidFill>
            <a:ln>
              <a:noFill/>
            </a:ln>
          </p:spPr>
        </p:sp>
        <p:sp>
          <p:nvSpPr>
            <p:cNvPr id="13785" name="Heatmap cell r53 c174"/>
            <p:cNvSpPr/>
            <p:nvPr/>
          </p:nvSpPr>
          <p:spPr>
            <a:xfrm>
              <a:off x="3160892" y="1422306"/>
              <a:ext cx="17140" cy="26609"/>
            </a:xfrm>
            <a:prstGeom prst="rect">
              <a:avLst/>
            </a:prstGeom>
            <a:solidFill>
              <a:srgbClr val="EEB1B8"/>
            </a:solidFill>
            <a:ln>
              <a:noFill/>
            </a:ln>
          </p:spPr>
        </p:sp>
        <p:sp>
          <p:nvSpPr>
            <p:cNvPr id="13786" name="Heatmap cell r53 c175"/>
            <p:cNvSpPr/>
            <p:nvPr/>
          </p:nvSpPr>
          <p:spPr>
            <a:xfrm>
              <a:off x="3177936" y="1422306"/>
              <a:ext cx="19034" cy="26609"/>
            </a:xfrm>
            <a:prstGeom prst="rect">
              <a:avLst/>
            </a:prstGeom>
            <a:solidFill>
              <a:srgbClr val="F0BDC2"/>
            </a:solidFill>
            <a:ln>
              <a:noFill/>
            </a:ln>
          </p:spPr>
        </p:sp>
        <p:sp>
          <p:nvSpPr>
            <p:cNvPr id="13787" name="Heatmap cell r53 c176"/>
            <p:cNvSpPr/>
            <p:nvPr/>
          </p:nvSpPr>
          <p:spPr>
            <a:xfrm>
              <a:off x="3196875" y="1422306"/>
              <a:ext cx="17140" cy="26609"/>
            </a:xfrm>
            <a:prstGeom prst="rect">
              <a:avLst/>
            </a:prstGeom>
            <a:solidFill>
              <a:srgbClr val="EB9EA4"/>
            </a:solidFill>
            <a:ln>
              <a:noFill/>
            </a:ln>
          </p:spPr>
        </p:sp>
        <p:sp>
          <p:nvSpPr>
            <p:cNvPr id="13788" name="Heatmap cell r53 c177"/>
            <p:cNvSpPr/>
            <p:nvPr/>
          </p:nvSpPr>
          <p:spPr>
            <a:xfrm>
              <a:off x="3213920" y="1422306"/>
              <a:ext cx="19034" cy="26609"/>
            </a:xfrm>
            <a:prstGeom prst="rect">
              <a:avLst/>
            </a:prstGeom>
            <a:solidFill>
              <a:srgbClr val="E9959E"/>
            </a:solidFill>
            <a:ln>
              <a:noFill/>
            </a:ln>
          </p:spPr>
        </p:sp>
        <p:sp>
          <p:nvSpPr>
            <p:cNvPr id="13789" name="Heatmap cell r53 c178"/>
            <p:cNvSpPr/>
            <p:nvPr/>
          </p:nvSpPr>
          <p:spPr>
            <a:xfrm>
              <a:off x="3232859" y="1422306"/>
              <a:ext cx="17140" cy="26609"/>
            </a:xfrm>
            <a:prstGeom prst="rect">
              <a:avLst/>
            </a:prstGeom>
            <a:solidFill>
              <a:srgbClr val="EDACB3"/>
            </a:solidFill>
            <a:ln>
              <a:noFill/>
            </a:ln>
          </p:spPr>
        </p:sp>
        <p:sp>
          <p:nvSpPr>
            <p:cNvPr id="13790" name="Heatmap cell r53 c179"/>
            <p:cNvSpPr/>
            <p:nvPr/>
          </p:nvSpPr>
          <p:spPr>
            <a:xfrm>
              <a:off x="3249904" y="1422306"/>
              <a:ext cx="19034" cy="26609"/>
            </a:xfrm>
            <a:prstGeom prst="rect">
              <a:avLst/>
            </a:prstGeom>
            <a:solidFill>
              <a:srgbClr val="F3C5C8"/>
            </a:solidFill>
            <a:ln>
              <a:noFill/>
            </a:ln>
          </p:spPr>
        </p:sp>
        <p:sp>
          <p:nvSpPr>
            <p:cNvPr id="13791" name="Heatmap cell r53 c180"/>
            <p:cNvSpPr/>
            <p:nvPr/>
          </p:nvSpPr>
          <p:spPr>
            <a:xfrm>
              <a:off x="3268843" y="1422306"/>
              <a:ext cx="17140" cy="26609"/>
            </a:xfrm>
            <a:prstGeom prst="rect">
              <a:avLst/>
            </a:prstGeom>
            <a:solidFill>
              <a:srgbClr val="CAD6E3"/>
            </a:solidFill>
            <a:ln>
              <a:noFill/>
            </a:ln>
          </p:spPr>
        </p:sp>
        <p:sp>
          <p:nvSpPr>
            <p:cNvPr id="13792" name="Heatmap cell r53 c181"/>
            <p:cNvSpPr/>
            <p:nvPr/>
          </p:nvSpPr>
          <p:spPr>
            <a:xfrm>
              <a:off x="3285888" y="1422306"/>
              <a:ext cx="19034" cy="26609"/>
            </a:xfrm>
            <a:prstGeom prst="rect">
              <a:avLst/>
            </a:prstGeom>
            <a:solidFill>
              <a:srgbClr val="F1C1C5"/>
            </a:solidFill>
            <a:ln>
              <a:noFill/>
            </a:ln>
          </p:spPr>
        </p:sp>
        <p:sp>
          <p:nvSpPr>
            <p:cNvPr id="13793" name="Heatmap cell r53 c182"/>
            <p:cNvSpPr/>
            <p:nvPr/>
          </p:nvSpPr>
          <p:spPr>
            <a:xfrm>
              <a:off x="3304827" y="1422306"/>
              <a:ext cx="19034" cy="26609"/>
            </a:xfrm>
            <a:prstGeom prst="rect">
              <a:avLst/>
            </a:prstGeom>
            <a:solidFill>
              <a:srgbClr val="F6D4D7"/>
            </a:solidFill>
            <a:ln>
              <a:noFill/>
            </a:ln>
          </p:spPr>
        </p:sp>
        <p:sp>
          <p:nvSpPr>
            <p:cNvPr id="13794" name="Heatmap cell r53 c183"/>
            <p:cNvSpPr/>
            <p:nvPr/>
          </p:nvSpPr>
          <p:spPr>
            <a:xfrm>
              <a:off x="3323765" y="1422306"/>
              <a:ext cx="17140" cy="26609"/>
            </a:xfrm>
            <a:prstGeom prst="rect">
              <a:avLst/>
            </a:prstGeom>
            <a:solidFill>
              <a:srgbClr val="F0BCC3"/>
            </a:solidFill>
            <a:ln>
              <a:noFill/>
            </a:ln>
          </p:spPr>
        </p:sp>
        <p:sp>
          <p:nvSpPr>
            <p:cNvPr id="13795" name="Heatmap cell r53 c184"/>
            <p:cNvSpPr/>
            <p:nvPr/>
          </p:nvSpPr>
          <p:spPr>
            <a:xfrm>
              <a:off x="3340810" y="1422306"/>
              <a:ext cx="19034" cy="26609"/>
            </a:xfrm>
            <a:prstGeom prst="rect">
              <a:avLst/>
            </a:prstGeom>
            <a:solidFill>
              <a:srgbClr val="E78992"/>
            </a:solidFill>
            <a:ln>
              <a:noFill/>
            </a:ln>
          </p:spPr>
        </p:sp>
        <p:sp>
          <p:nvSpPr>
            <p:cNvPr id="13796" name="Heatmap cell r53 c185"/>
            <p:cNvSpPr/>
            <p:nvPr/>
          </p:nvSpPr>
          <p:spPr>
            <a:xfrm>
              <a:off x="3359749" y="1422306"/>
              <a:ext cx="17140" cy="26609"/>
            </a:xfrm>
            <a:prstGeom prst="rect">
              <a:avLst/>
            </a:prstGeom>
            <a:solidFill>
              <a:srgbClr val="EDAFB5"/>
            </a:solidFill>
            <a:ln>
              <a:noFill/>
            </a:ln>
          </p:spPr>
        </p:sp>
        <p:sp>
          <p:nvSpPr>
            <p:cNvPr id="13797" name="Heatmap cell r53 c186"/>
            <p:cNvSpPr/>
            <p:nvPr/>
          </p:nvSpPr>
          <p:spPr>
            <a:xfrm>
              <a:off x="3376794" y="1422306"/>
              <a:ext cx="19034" cy="26609"/>
            </a:xfrm>
            <a:prstGeom prst="rect">
              <a:avLst/>
            </a:prstGeom>
            <a:solidFill>
              <a:srgbClr val="ADC2D4"/>
            </a:solidFill>
            <a:ln>
              <a:noFill/>
            </a:ln>
          </p:spPr>
        </p:sp>
        <p:sp>
          <p:nvSpPr>
            <p:cNvPr id="13798" name="Heatmap cell r53 c187"/>
            <p:cNvSpPr/>
            <p:nvPr/>
          </p:nvSpPr>
          <p:spPr>
            <a:xfrm>
              <a:off x="3395733" y="1422306"/>
              <a:ext cx="17140" cy="26609"/>
            </a:xfrm>
            <a:prstGeom prst="rect">
              <a:avLst/>
            </a:prstGeom>
            <a:solidFill>
              <a:srgbClr val="F8DDDF"/>
            </a:solidFill>
            <a:ln>
              <a:noFill/>
            </a:ln>
          </p:spPr>
        </p:sp>
        <p:sp>
          <p:nvSpPr>
            <p:cNvPr id="13799" name="Heatmap cell r53 c188"/>
            <p:cNvSpPr/>
            <p:nvPr/>
          </p:nvSpPr>
          <p:spPr>
            <a:xfrm>
              <a:off x="3412778" y="1422306"/>
              <a:ext cx="19034" cy="26609"/>
            </a:xfrm>
            <a:prstGeom prst="rect">
              <a:avLst/>
            </a:prstGeom>
            <a:solidFill>
              <a:srgbClr val="F3C6CB"/>
            </a:solidFill>
            <a:ln>
              <a:noFill/>
            </a:ln>
          </p:spPr>
        </p:sp>
        <p:sp>
          <p:nvSpPr>
            <p:cNvPr id="13800" name="Heatmap cell r53 c189"/>
            <p:cNvSpPr/>
            <p:nvPr/>
          </p:nvSpPr>
          <p:spPr>
            <a:xfrm>
              <a:off x="3431717" y="1422306"/>
              <a:ext cx="17140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13801" name="Heatmap cell r53 c190"/>
            <p:cNvSpPr/>
            <p:nvPr/>
          </p:nvSpPr>
          <p:spPr>
            <a:xfrm>
              <a:off x="3448762" y="1422306"/>
              <a:ext cx="19034" cy="26609"/>
            </a:xfrm>
            <a:prstGeom prst="rect">
              <a:avLst/>
            </a:prstGeom>
            <a:solidFill>
              <a:srgbClr val="ECF0F6"/>
            </a:solidFill>
            <a:ln>
              <a:noFill/>
            </a:ln>
          </p:spPr>
        </p:sp>
        <p:sp>
          <p:nvSpPr>
            <p:cNvPr id="13802" name="Heatmap cell r53 c191"/>
            <p:cNvSpPr/>
            <p:nvPr/>
          </p:nvSpPr>
          <p:spPr>
            <a:xfrm>
              <a:off x="3467701" y="1422306"/>
              <a:ext cx="17140" cy="26609"/>
            </a:xfrm>
            <a:prstGeom prst="rect">
              <a:avLst/>
            </a:prstGeom>
            <a:solidFill>
              <a:srgbClr val="EFB6BA"/>
            </a:solidFill>
            <a:ln>
              <a:noFill/>
            </a:ln>
          </p:spPr>
        </p:sp>
        <p:sp>
          <p:nvSpPr>
            <p:cNvPr id="13803" name="Heatmap cell r53 c192"/>
            <p:cNvSpPr/>
            <p:nvPr/>
          </p:nvSpPr>
          <p:spPr>
            <a:xfrm>
              <a:off x="3484746" y="1422306"/>
              <a:ext cx="19034" cy="26609"/>
            </a:xfrm>
            <a:prstGeom prst="rect">
              <a:avLst/>
            </a:prstGeom>
            <a:solidFill>
              <a:srgbClr val="F8F8FA"/>
            </a:solidFill>
            <a:ln>
              <a:noFill/>
            </a:ln>
          </p:spPr>
        </p:sp>
        <p:sp>
          <p:nvSpPr>
            <p:cNvPr id="13804" name="Heatmap cell r53 c193"/>
            <p:cNvSpPr/>
            <p:nvPr/>
          </p:nvSpPr>
          <p:spPr>
            <a:xfrm>
              <a:off x="3503684" y="1422306"/>
              <a:ext cx="17140" cy="26609"/>
            </a:xfrm>
            <a:prstGeom prst="rect">
              <a:avLst/>
            </a:prstGeom>
            <a:solidFill>
              <a:srgbClr val="EDF1F7"/>
            </a:solidFill>
            <a:ln>
              <a:noFill/>
            </a:ln>
          </p:spPr>
        </p:sp>
        <p:sp>
          <p:nvSpPr>
            <p:cNvPr id="13805" name="Heatmap cell r53 c194"/>
            <p:cNvSpPr/>
            <p:nvPr/>
          </p:nvSpPr>
          <p:spPr>
            <a:xfrm>
              <a:off x="3520729" y="1422306"/>
              <a:ext cx="19034" cy="26609"/>
            </a:xfrm>
            <a:prstGeom prst="rect">
              <a:avLst/>
            </a:prstGeom>
            <a:solidFill>
              <a:srgbClr val="F0BAC0"/>
            </a:solidFill>
            <a:ln>
              <a:noFill/>
            </a:ln>
          </p:spPr>
        </p:sp>
        <p:sp>
          <p:nvSpPr>
            <p:cNvPr id="13806" name="Heatmap cell r53 c195"/>
            <p:cNvSpPr/>
            <p:nvPr/>
          </p:nvSpPr>
          <p:spPr>
            <a:xfrm>
              <a:off x="3539668" y="1422306"/>
              <a:ext cx="19034" cy="26609"/>
            </a:xfrm>
            <a:prstGeom prst="rect">
              <a:avLst/>
            </a:prstGeom>
            <a:solidFill>
              <a:srgbClr val="F0BDC2"/>
            </a:solidFill>
            <a:ln>
              <a:noFill/>
            </a:ln>
          </p:spPr>
        </p:sp>
        <p:sp>
          <p:nvSpPr>
            <p:cNvPr id="13807" name="Heatmap cell r53 c196"/>
            <p:cNvSpPr/>
            <p:nvPr/>
          </p:nvSpPr>
          <p:spPr>
            <a:xfrm>
              <a:off x="3558607" y="1422306"/>
              <a:ext cx="17140" cy="26609"/>
            </a:xfrm>
            <a:prstGeom prst="rect">
              <a:avLst/>
            </a:prstGeom>
            <a:solidFill>
              <a:srgbClr val="A2B8CE"/>
            </a:solidFill>
            <a:ln>
              <a:noFill/>
            </a:ln>
          </p:spPr>
        </p:sp>
        <p:sp>
          <p:nvSpPr>
            <p:cNvPr id="13808" name="Heatmap cell r53 c197"/>
            <p:cNvSpPr/>
            <p:nvPr/>
          </p:nvSpPr>
          <p:spPr>
            <a:xfrm>
              <a:off x="3575652" y="1422306"/>
              <a:ext cx="19034" cy="26609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13809" name="Heatmap cell r53 c198"/>
            <p:cNvSpPr/>
            <p:nvPr/>
          </p:nvSpPr>
          <p:spPr>
            <a:xfrm>
              <a:off x="3594591" y="1422306"/>
              <a:ext cx="17140" cy="26609"/>
            </a:xfrm>
            <a:prstGeom prst="rect">
              <a:avLst/>
            </a:prstGeom>
            <a:solidFill>
              <a:srgbClr val="FDF9FA"/>
            </a:solidFill>
            <a:ln>
              <a:noFill/>
            </a:ln>
          </p:spPr>
        </p:sp>
        <p:sp>
          <p:nvSpPr>
            <p:cNvPr id="13810" name="Heatmap cell r53 c199"/>
            <p:cNvSpPr/>
            <p:nvPr/>
          </p:nvSpPr>
          <p:spPr>
            <a:xfrm>
              <a:off x="3611636" y="1422306"/>
              <a:ext cx="19034" cy="26609"/>
            </a:xfrm>
            <a:prstGeom prst="rect">
              <a:avLst/>
            </a:prstGeom>
            <a:solidFill>
              <a:srgbClr val="F5D1D4"/>
            </a:solidFill>
            <a:ln>
              <a:noFill/>
            </a:ln>
          </p:spPr>
        </p:sp>
        <p:sp>
          <p:nvSpPr>
            <p:cNvPr id="13811" name="Heatmap cell r53 c200"/>
            <p:cNvSpPr/>
            <p:nvPr/>
          </p:nvSpPr>
          <p:spPr>
            <a:xfrm>
              <a:off x="3630575" y="1422306"/>
              <a:ext cx="17140" cy="26609"/>
            </a:xfrm>
            <a:prstGeom prst="rect">
              <a:avLst/>
            </a:prstGeom>
            <a:solidFill>
              <a:srgbClr val="CCD7E3"/>
            </a:solidFill>
            <a:ln>
              <a:noFill/>
            </a:ln>
          </p:spPr>
        </p:sp>
        <p:sp>
          <p:nvSpPr>
            <p:cNvPr id="13812" name="Heatmap cell r53 c201"/>
            <p:cNvSpPr/>
            <p:nvPr/>
          </p:nvSpPr>
          <p:spPr>
            <a:xfrm>
              <a:off x="3647620" y="1422306"/>
              <a:ext cx="19034" cy="26609"/>
            </a:xfrm>
            <a:prstGeom prst="rect">
              <a:avLst/>
            </a:prstGeom>
            <a:solidFill>
              <a:srgbClr val="EBA4AC"/>
            </a:solidFill>
            <a:ln>
              <a:noFill/>
            </a:ln>
          </p:spPr>
        </p:sp>
        <p:sp>
          <p:nvSpPr>
            <p:cNvPr id="13813" name="Heatmap cell r53 c202"/>
            <p:cNvSpPr/>
            <p:nvPr/>
          </p:nvSpPr>
          <p:spPr>
            <a:xfrm>
              <a:off x="3666558" y="1422306"/>
              <a:ext cx="17140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13814" name="Heatmap cell r53 c203"/>
            <p:cNvSpPr/>
            <p:nvPr/>
          </p:nvSpPr>
          <p:spPr>
            <a:xfrm>
              <a:off x="3683603" y="1422306"/>
              <a:ext cx="19034" cy="26609"/>
            </a:xfrm>
            <a:prstGeom prst="rect">
              <a:avLst/>
            </a:prstGeom>
            <a:solidFill>
              <a:srgbClr val="FCF6F6"/>
            </a:solidFill>
            <a:ln>
              <a:noFill/>
            </a:ln>
          </p:spPr>
        </p:sp>
        <p:sp>
          <p:nvSpPr>
            <p:cNvPr id="13815" name="Heatmap cell r53 c204"/>
            <p:cNvSpPr/>
            <p:nvPr/>
          </p:nvSpPr>
          <p:spPr>
            <a:xfrm>
              <a:off x="3702542" y="1422306"/>
              <a:ext cx="17140" cy="26609"/>
            </a:xfrm>
            <a:prstGeom prst="rect">
              <a:avLst/>
            </a:prstGeom>
            <a:solidFill>
              <a:srgbClr val="ECAAAF"/>
            </a:solidFill>
            <a:ln>
              <a:noFill/>
            </a:ln>
          </p:spPr>
        </p:sp>
        <p:sp>
          <p:nvSpPr>
            <p:cNvPr id="13816" name="Heatmap cell r53 c205"/>
            <p:cNvSpPr/>
            <p:nvPr/>
          </p:nvSpPr>
          <p:spPr>
            <a:xfrm>
              <a:off x="3719587" y="1422306"/>
              <a:ext cx="19034" cy="26609"/>
            </a:xfrm>
            <a:prstGeom prst="rect">
              <a:avLst/>
            </a:prstGeom>
            <a:solidFill>
              <a:srgbClr val="F4CCD1"/>
            </a:solidFill>
            <a:ln>
              <a:noFill/>
            </a:ln>
          </p:spPr>
        </p:sp>
        <p:sp>
          <p:nvSpPr>
            <p:cNvPr id="13817" name="Heatmap cell r53 c206"/>
            <p:cNvSpPr/>
            <p:nvPr/>
          </p:nvSpPr>
          <p:spPr>
            <a:xfrm>
              <a:off x="3738526" y="1422306"/>
              <a:ext cx="17140" cy="26609"/>
            </a:xfrm>
            <a:prstGeom prst="rect">
              <a:avLst/>
            </a:prstGeom>
            <a:solidFill>
              <a:srgbClr val="E5838B"/>
            </a:solidFill>
            <a:ln>
              <a:noFill/>
            </a:ln>
          </p:spPr>
        </p:sp>
        <p:sp>
          <p:nvSpPr>
            <p:cNvPr id="13818" name="Heatmap cell r53 c207"/>
            <p:cNvSpPr/>
            <p:nvPr/>
          </p:nvSpPr>
          <p:spPr>
            <a:xfrm>
              <a:off x="3755571" y="1422306"/>
              <a:ext cx="19034" cy="26609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13819" name="Heatmap cell r53 c208"/>
            <p:cNvSpPr/>
            <p:nvPr/>
          </p:nvSpPr>
          <p:spPr>
            <a:xfrm>
              <a:off x="3774510" y="1422306"/>
              <a:ext cx="19034" cy="26609"/>
            </a:xfrm>
            <a:prstGeom prst="rect">
              <a:avLst/>
            </a:prstGeom>
            <a:solidFill>
              <a:srgbClr val="F5CED2"/>
            </a:solidFill>
            <a:ln>
              <a:noFill/>
            </a:ln>
          </p:spPr>
        </p:sp>
        <p:sp>
          <p:nvSpPr>
            <p:cNvPr id="13820" name="Heatmap cell r53 c209"/>
            <p:cNvSpPr/>
            <p:nvPr/>
          </p:nvSpPr>
          <p:spPr>
            <a:xfrm>
              <a:off x="3793449" y="1422306"/>
              <a:ext cx="17140" cy="26609"/>
            </a:xfrm>
            <a:prstGeom prst="rect">
              <a:avLst/>
            </a:prstGeom>
            <a:solidFill>
              <a:srgbClr val="F7DADC"/>
            </a:solidFill>
            <a:ln>
              <a:noFill/>
            </a:ln>
          </p:spPr>
        </p:sp>
        <p:sp>
          <p:nvSpPr>
            <p:cNvPr id="13821" name="Heatmap cell r53 c210"/>
            <p:cNvSpPr/>
            <p:nvPr/>
          </p:nvSpPr>
          <p:spPr>
            <a:xfrm>
              <a:off x="3810494" y="1422306"/>
              <a:ext cx="19034" cy="26609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13822" name="Heatmap cell r53 c211"/>
            <p:cNvSpPr/>
            <p:nvPr/>
          </p:nvSpPr>
          <p:spPr>
            <a:xfrm>
              <a:off x="3829432" y="1422306"/>
              <a:ext cx="17140" cy="26609"/>
            </a:xfrm>
            <a:prstGeom prst="rect">
              <a:avLst/>
            </a:prstGeom>
            <a:solidFill>
              <a:srgbClr val="F6F8F9"/>
            </a:solidFill>
            <a:ln>
              <a:noFill/>
            </a:ln>
          </p:spPr>
        </p:sp>
        <p:sp>
          <p:nvSpPr>
            <p:cNvPr id="13823" name="Heatmap cell r53 c212"/>
            <p:cNvSpPr/>
            <p:nvPr/>
          </p:nvSpPr>
          <p:spPr>
            <a:xfrm>
              <a:off x="3846477" y="1422306"/>
              <a:ext cx="19034" cy="26609"/>
            </a:xfrm>
            <a:prstGeom prst="rect">
              <a:avLst/>
            </a:prstGeom>
            <a:solidFill>
              <a:srgbClr val="C5D3E0"/>
            </a:solidFill>
            <a:ln>
              <a:noFill/>
            </a:ln>
          </p:spPr>
        </p:sp>
        <p:sp>
          <p:nvSpPr>
            <p:cNvPr id="13824" name="Heatmap cell r53 c213"/>
            <p:cNvSpPr/>
            <p:nvPr/>
          </p:nvSpPr>
          <p:spPr>
            <a:xfrm>
              <a:off x="3865416" y="1422306"/>
              <a:ext cx="17140" cy="26609"/>
            </a:xfrm>
            <a:prstGeom prst="rect">
              <a:avLst/>
            </a:prstGeom>
            <a:solidFill>
              <a:srgbClr val="F7E2E4"/>
            </a:solidFill>
            <a:ln>
              <a:noFill/>
            </a:ln>
          </p:spPr>
        </p:sp>
        <p:sp>
          <p:nvSpPr>
            <p:cNvPr id="13825" name="Heatmap cell r53 c214"/>
            <p:cNvSpPr/>
            <p:nvPr/>
          </p:nvSpPr>
          <p:spPr>
            <a:xfrm>
              <a:off x="3882461" y="1422306"/>
              <a:ext cx="19034" cy="26609"/>
            </a:xfrm>
            <a:prstGeom prst="rect">
              <a:avLst/>
            </a:prstGeom>
            <a:solidFill>
              <a:srgbClr val="D7E1EB"/>
            </a:solidFill>
            <a:ln>
              <a:noFill/>
            </a:ln>
          </p:spPr>
        </p:sp>
        <p:sp>
          <p:nvSpPr>
            <p:cNvPr id="13826" name="Heatmap cell r53 c215"/>
            <p:cNvSpPr/>
            <p:nvPr/>
          </p:nvSpPr>
          <p:spPr>
            <a:xfrm>
              <a:off x="3901400" y="1422306"/>
              <a:ext cx="17140" cy="26609"/>
            </a:xfrm>
            <a:prstGeom prst="rect">
              <a:avLst/>
            </a:prstGeom>
            <a:solidFill>
              <a:srgbClr val="E4EBEF"/>
            </a:solidFill>
            <a:ln>
              <a:noFill/>
            </a:ln>
          </p:spPr>
        </p:sp>
        <p:sp>
          <p:nvSpPr>
            <p:cNvPr id="13827" name="Heatmap cell r53 c216"/>
            <p:cNvSpPr/>
            <p:nvPr/>
          </p:nvSpPr>
          <p:spPr>
            <a:xfrm>
              <a:off x="3918445" y="1422306"/>
              <a:ext cx="19034" cy="26609"/>
            </a:xfrm>
            <a:prstGeom prst="rect">
              <a:avLst/>
            </a:prstGeom>
            <a:solidFill>
              <a:srgbClr val="F4CCD1"/>
            </a:solidFill>
            <a:ln>
              <a:noFill/>
            </a:ln>
          </p:spPr>
        </p:sp>
        <p:sp>
          <p:nvSpPr>
            <p:cNvPr id="13828" name="Heatmap cell r53 c217"/>
            <p:cNvSpPr/>
            <p:nvPr/>
          </p:nvSpPr>
          <p:spPr>
            <a:xfrm>
              <a:off x="3937384" y="1422306"/>
              <a:ext cx="17140" cy="26609"/>
            </a:xfrm>
            <a:prstGeom prst="rect">
              <a:avLst/>
            </a:prstGeom>
            <a:solidFill>
              <a:srgbClr val="F8DEE0"/>
            </a:solidFill>
            <a:ln>
              <a:noFill/>
            </a:ln>
          </p:spPr>
        </p:sp>
        <p:sp>
          <p:nvSpPr>
            <p:cNvPr id="13829" name="Heatmap cell r53 c219"/>
            <p:cNvSpPr/>
            <p:nvPr/>
          </p:nvSpPr>
          <p:spPr>
            <a:xfrm>
              <a:off x="3973368" y="1422306"/>
              <a:ext cx="17140" cy="26609"/>
            </a:xfrm>
            <a:prstGeom prst="rect">
              <a:avLst/>
            </a:prstGeom>
            <a:solidFill>
              <a:srgbClr val="DFE7ED"/>
            </a:solidFill>
            <a:ln>
              <a:noFill/>
            </a:ln>
          </p:spPr>
        </p:sp>
        <p:sp>
          <p:nvSpPr>
            <p:cNvPr id="13830" name="Heatmap cell r53 c220"/>
            <p:cNvSpPr/>
            <p:nvPr/>
          </p:nvSpPr>
          <p:spPr>
            <a:xfrm>
              <a:off x="3990412" y="1422306"/>
              <a:ext cx="19034" cy="26609"/>
            </a:xfrm>
            <a:prstGeom prst="rect">
              <a:avLst/>
            </a:prstGeom>
            <a:solidFill>
              <a:srgbClr val="F3C7CC"/>
            </a:solidFill>
            <a:ln>
              <a:noFill/>
            </a:ln>
          </p:spPr>
        </p:sp>
        <p:sp>
          <p:nvSpPr>
            <p:cNvPr id="13831" name="Heatmap cell r53 c221"/>
            <p:cNvSpPr/>
            <p:nvPr/>
          </p:nvSpPr>
          <p:spPr>
            <a:xfrm>
              <a:off x="4009351" y="1422306"/>
              <a:ext cx="19034" cy="26609"/>
            </a:xfrm>
            <a:prstGeom prst="rect">
              <a:avLst/>
            </a:prstGeom>
            <a:solidFill>
              <a:srgbClr val="F5F7F9"/>
            </a:solidFill>
            <a:ln>
              <a:noFill/>
            </a:ln>
          </p:spPr>
        </p:sp>
        <p:sp>
          <p:nvSpPr>
            <p:cNvPr id="13832" name="Heatmap cell r53 c222"/>
            <p:cNvSpPr/>
            <p:nvPr/>
          </p:nvSpPr>
          <p:spPr>
            <a:xfrm>
              <a:off x="4028290" y="1422306"/>
              <a:ext cx="17140" cy="26609"/>
            </a:xfrm>
            <a:prstGeom prst="rect">
              <a:avLst/>
            </a:prstGeom>
            <a:solidFill>
              <a:srgbClr val="F5F7F9"/>
            </a:solidFill>
            <a:ln>
              <a:noFill/>
            </a:ln>
          </p:spPr>
        </p:sp>
        <p:sp>
          <p:nvSpPr>
            <p:cNvPr id="13833" name="Heatmap cell r53 c223"/>
            <p:cNvSpPr/>
            <p:nvPr/>
          </p:nvSpPr>
          <p:spPr>
            <a:xfrm>
              <a:off x="4045335" y="1422306"/>
              <a:ext cx="19034" cy="26609"/>
            </a:xfrm>
            <a:prstGeom prst="rect">
              <a:avLst/>
            </a:prstGeom>
            <a:solidFill>
              <a:srgbClr val="FAEBED"/>
            </a:solidFill>
            <a:ln>
              <a:noFill/>
            </a:ln>
          </p:spPr>
        </p:sp>
        <p:sp>
          <p:nvSpPr>
            <p:cNvPr id="13834" name="Heatmap cell r54 c1"/>
            <p:cNvSpPr/>
            <p:nvPr/>
          </p:nvSpPr>
          <p:spPr>
            <a:xfrm>
              <a:off x="13257" y="1448821"/>
              <a:ext cx="45548" cy="26609"/>
            </a:xfrm>
            <a:prstGeom prst="rect">
              <a:avLst/>
            </a:prstGeom>
            <a:solidFill>
              <a:srgbClr val="F76666"/>
            </a:solidFill>
            <a:ln>
              <a:noFill/>
            </a:ln>
          </p:spPr>
        </p:sp>
        <p:sp>
          <p:nvSpPr>
            <p:cNvPr id="13835" name="Heatmap cell r54 c3"/>
            <p:cNvSpPr/>
            <p:nvPr/>
          </p:nvSpPr>
          <p:spPr>
            <a:xfrm>
              <a:off x="71968" y="1448821"/>
              <a:ext cx="17140" cy="26609"/>
            </a:xfrm>
            <a:prstGeom prst="rect">
              <a:avLst/>
            </a:prstGeom>
            <a:solidFill>
              <a:srgbClr val="FBF5F5"/>
            </a:solidFill>
            <a:ln>
              <a:noFill/>
            </a:ln>
          </p:spPr>
        </p:sp>
        <p:sp>
          <p:nvSpPr>
            <p:cNvPr id="13836" name="Heatmap cell r54 c4"/>
            <p:cNvSpPr/>
            <p:nvPr/>
          </p:nvSpPr>
          <p:spPr>
            <a:xfrm>
              <a:off x="89013" y="1448821"/>
              <a:ext cx="19034" cy="26609"/>
            </a:xfrm>
            <a:prstGeom prst="rect">
              <a:avLst/>
            </a:prstGeom>
            <a:solidFill>
              <a:srgbClr val="DAE2EB"/>
            </a:solidFill>
            <a:ln>
              <a:noFill/>
            </a:ln>
          </p:spPr>
        </p:sp>
        <p:sp>
          <p:nvSpPr>
            <p:cNvPr id="13837" name="Heatmap cell r54 c5"/>
            <p:cNvSpPr/>
            <p:nvPr/>
          </p:nvSpPr>
          <p:spPr>
            <a:xfrm>
              <a:off x="107951" y="1448821"/>
              <a:ext cx="17140" cy="26609"/>
            </a:xfrm>
            <a:prstGeom prst="rect">
              <a:avLst/>
            </a:prstGeom>
            <a:solidFill>
              <a:srgbClr val="F2C8CD"/>
            </a:solidFill>
            <a:ln>
              <a:noFill/>
            </a:ln>
          </p:spPr>
        </p:sp>
        <p:sp>
          <p:nvSpPr>
            <p:cNvPr id="13838" name="Heatmap cell r54 c6"/>
            <p:cNvSpPr/>
            <p:nvPr/>
          </p:nvSpPr>
          <p:spPr>
            <a:xfrm>
              <a:off x="124996" y="1448821"/>
              <a:ext cx="19034" cy="26609"/>
            </a:xfrm>
            <a:prstGeom prst="rect">
              <a:avLst/>
            </a:prstGeom>
            <a:solidFill>
              <a:srgbClr val="F0F5F8"/>
            </a:solidFill>
            <a:ln>
              <a:noFill/>
            </a:ln>
          </p:spPr>
        </p:sp>
        <p:sp>
          <p:nvSpPr>
            <p:cNvPr id="13839" name="Heatmap cell r54 c7"/>
            <p:cNvSpPr/>
            <p:nvPr/>
          </p:nvSpPr>
          <p:spPr>
            <a:xfrm>
              <a:off x="143935" y="1448821"/>
              <a:ext cx="17140" cy="26609"/>
            </a:xfrm>
            <a:prstGeom prst="rect">
              <a:avLst/>
            </a:prstGeom>
            <a:solidFill>
              <a:srgbClr val="F7E2E4"/>
            </a:solidFill>
            <a:ln>
              <a:noFill/>
            </a:ln>
          </p:spPr>
        </p:sp>
        <p:sp>
          <p:nvSpPr>
            <p:cNvPr id="13840" name="Heatmap cell r54 c8"/>
            <p:cNvSpPr/>
            <p:nvPr/>
          </p:nvSpPr>
          <p:spPr>
            <a:xfrm>
              <a:off x="160980" y="1448821"/>
              <a:ext cx="19034" cy="26609"/>
            </a:xfrm>
            <a:prstGeom prst="rect">
              <a:avLst/>
            </a:prstGeom>
            <a:solidFill>
              <a:srgbClr val="BECFDD"/>
            </a:solidFill>
            <a:ln>
              <a:noFill/>
            </a:ln>
          </p:spPr>
        </p:sp>
        <p:sp>
          <p:nvSpPr>
            <p:cNvPr id="13841" name="Heatmap cell r54 c9"/>
            <p:cNvSpPr/>
            <p:nvPr/>
          </p:nvSpPr>
          <p:spPr>
            <a:xfrm>
              <a:off x="179919" y="1448821"/>
              <a:ext cx="19034" cy="26609"/>
            </a:xfrm>
            <a:prstGeom prst="rect">
              <a:avLst/>
            </a:prstGeom>
            <a:solidFill>
              <a:srgbClr val="D3DEE8"/>
            </a:solidFill>
            <a:ln>
              <a:noFill/>
            </a:ln>
          </p:spPr>
        </p:sp>
        <p:sp>
          <p:nvSpPr>
            <p:cNvPr id="13842" name="Heatmap cell r54 c10"/>
            <p:cNvSpPr/>
            <p:nvPr/>
          </p:nvSpPr>
          <p:spPr>
            <a:xfrm>
              <a:off x="198858" y="1448821"/>
              <a:ext cx="17140" cy="26609"/>
            </a:xfrm>
            <a:prstGeom prst="rect">
              <a:avLst/>
            </a:prstGeom>
            <a:solidFill>
              <a:srgbClr val="F5CED2"/>
            </a:solidFill>
            <a:ln>
              <a:noFill/>
            </a:ln>
          </p:spPr>
        </p:sp>
        <p:sp>
          <p:nvSpPr>
            <p:cNvPr id="13843" name="Heatmap cell r54 c11"/>
            <p:cNvSpPr/>
            <p:nvPr/>
          </p:nvSpPr>
          <p:spPr>
            <a:xfrm>
              <a:off x="215903" y="1448821"/>
              <a:ext cx="19034" cy="26609"/>
            </a:xfrm>
            <a:prstGeom prst="rect">
              <a:avLst/>
            </a:prstGeom>
            <a:solidFill>
              <a:srgbClr val="F4CED1"/>
            </a:solidFill>
            <a:ln>
              <a:noFill/>
            </a:ln>
          </p:spPr>
        </p:sp>
        <p:sp>
          <p:nvSpPr>
            <p:cNvPr id="13844" name="Heatmap cell r54 c12"/>
            <p:cNvSpPr/>
            <p:nvPr/>
          </p:nvSpPr>
          <p:spPr>
            <a:xfrm>
              <a:off x="234842" y="1448821"/>
              <a:ext cx="17140" cy="26609"/>
            </a:xfrm>
            <a:prstGeom prst="rect">
              <a:avLst/>
            </a:prstGeom>
            <a:solidFill>
              <a:srgbClr val="BCCDDD"/>
            </a:solidFill>
            <a:ln>
              <a:noFill/>
            </a:ln>
          </p:spPr>
        </p:sp>
        <p:sp>
          <p:nvSpPr>
            <p:cNvPr id="13845" name="Heatmap cell r54 c13"/>
            <p:cNvSpPr/>
            <p:nvPr/>
          </p:nvSpPr>
          <p:spPr>
            <a:xfrm>
              <a:off x="251887" y="1448821"/>
              <a:ext cx="19034" cy="26609"/>
            </a:xfrm>
            <a:prstGeom prst="rect">
              <a:avLst/>
            </a:prstGeom>
            <a:solidFill>
              <a:srgbClr val="F1BEC3"/>
            </a:solidFill>
            <a:ln>
              <a:noFill/>
            </a:ln>
          </p:spPr>
        </p:sp>
        <p:sp>
          <p:nvSpPr>
            <p:cNvPr id="13846" name="Heatmap cell r54 c14"/>
            <p:cNvSpPr/>
            <p:nvPr/>
          </p:nvSpPr>
          <p:spPr>
            <a:xfrm>
              <a:off x="270825" y="1448821"/>
              <a:ext cx="17140" cy="26609"/>
            </a:xfrm>
            <a:prstGeom prst="rect">
              <a:avLst/>
            </a:prstGeom>
            <a:solidFill>
              <a:srgbClr val="F7D7DB"/>
            </a:solidFill>
            <a:ln>
              <a:noFill/>
            </a:ln>
          </p:spPr>
        </p:sp>
        <p:sp>
          <p:nvSpPr>
            <p:cNvPr id="13847" name="Heatmap cell r54 c15"/>
            <p:cNvSpPr/>
            <p:nvPr/>
          </p:nvSpPr>
          <p:spPr>
            <a:xfrm>
              <a:off x="287870" y="1448821"/>
              <a:ext cx="19034" cy="26609"/>
            </a:xfrm>
            <a:prstGeom prst="rect">
              <a:avLst/>
            </a:prstGeom>
            <a:solidFill>
              <a:srgbClr val="E7EBF1"/>
            </a:solidFill>
            <a:ln>
              <a:noFill/>
            </a:ln>
          </p:spPr>
        </p:sp>
        <p:sp>
          <p:nvSpPr>
            <p:cNvPr id="13848" name="Heatmap cell r54 c16"/>
            <p:cNvSpPr/>
            <p:nvPr/>
          </p:nvSpPr>
          <p:spPr>
            <a:xfrm>
              <a:off x="306809" y="1448821"/>
              <a:ext cx="17140" cy="26609"/>
            </a:xfrm>
            <a:prstGeom prst="rect">
              <a:avLst/>
            </a:prstGeom>
            <a:solidFill>
              <a:srgbClr val="DC5561"/>
            </a:solidFill>
            <a:ln>
              <a:noFill/>
            </a:ln>
          </p:spPr>
        </p:sp>
        <p:sp>
          <p:nvSpPr>
            <p:cNvPr id="13849" name="Heatmap cell r54 c17"/>
            <p:cNvSpPr/>
            <p:nvPr/>
          </p:nvSpPr>
          <p:spPr>
            <a:xfrm>
              <a:off x="323854" y="1448821"/>
              <a:ext cx="19034" cy="26609"/>
            </a:xfrm>
            <a:prstGeom prst="rect">
              <a:avLst/>
            </a:prstGeom>
            <a:solidFill>
              <a:srgbClr val="F8E6E8"/>
            </a:solidFill>
            <a:ln>
              <a:noFill/>
            </a:ln>
          </p:spPr>
        </p:sp>
        <p:sp>
          <p:nvSpPr>
            <p:cNvPr id="13850" name="Heatmap cell r54 c18"/>
            <p:cNvSpPr/>
            <p:nvPr/>
          </p:nvSpPr>
          <p:spPr>
            <a:xfrm>
              <a:off x="342793" y="1448821"/>
              <a:ext cx="17140" cy="26609"/>
            </a:xfrm>
            <a:prstGeom prst="rect">
              <a:avLst/>
            </a:prstGeom>
            <a:solidFill>
              <a:srgbClr val="E4EBEF"/>
            </a:solidFill>
            <a:ln>
              <a:noFill/>
            </a:ln>
          </p:spPr>
        </p:sp>
        <p:sp>
          <p:nvSpPr>
            <p:cNvPr id="13851" name="Heatmap cell r54 c19"/>
            <p:cNvSpPr/>
            <p:nvPr/>
          </p:nvSpPr>
          <p:spPr>
            <a:xfrm>
              <a:off x="359838" y="1448821"/>
              <a:ext cx="19034" cy="26609"/>
            </a:xfrm>
            <a:prstGeom prst="rect">
              <a:avLst/>
            </a:prstGeom>
            <a:solidFill>
              <a:srgbClr val="F3C9CE"/>
            </a:solidFill>
            <a:ln>
              <a:noFill/>
            </a:ln>
          </p:spPr>
        </p:sp>
        <p:sp>
          <p:nvSpPr>
            <p:cNvPr id="13852" name="Heatmap cell r54 c20"/>
            <p:cNvSpPr/>
            <p:nvPr/>
          </p:nvSpPr>
          <p:spPr>
            <a:xfrm>
              <a:off x="378777" y="1448821"/>
              <a:ext cx="17140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13853" name="Heatmap cell r54 c21"/>
            <p:cNvSpPr/>
            <p:nvPr/>
          </p:nvSpPr>
          <p:spPr>
            <a:xfrm>
              <a:off x="395822" y="1448821"/>
              <a:ext cx="19034" cy="26609"/>
            </a:xfrm>
            <a:prstGeom prst="rect">
              <a:avLst/>
            </a:prstGeom>
            <a:solidFill>
              <a:srgbClr val="DCE3EB"/>
            </a:solidFill>
            <a:ln>
              <a:noFill/>
            </a:ln>
          </p:spPr>
        </p:sp>
        <p:sp>
          <p:nvSpPr>
            <p:cNvPr id="13854" name="Heatmap cell r54 c22"/>
            <p:cNvSpPr/>
            <p:nvPr/>
          </p:nvSpPr>
          <p:spPr>
            <a:xfrm>
              <a:off x="414760" y="1448821"/>
              <a:ext cx="19034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13855" name="Heatmap cell r54 c23"/>
            <p:cNvSpPr/>
            <p:nvPr/>
          </p:nvSpPr>
          <p:spPr>
            <a:xfrm>
              <a:off x="433699" y="1448821"/>
              <a:ext cx="17140" cy="26609"/>
            </a:xfrm>
            <a:prstGeom prst="rect">
              <a:avLst/>
            </a:prstGeom>
            <a:solidFill>
              <a:srgbClr val="EEF3F6"/>
            </a:solidFill>
            <a:ln>
              <a:noFill/>
            </a:ln>
          </p:spPr>
        </p:sp>
        <p:sp>
          <p:nvSpPr>
            <p:cNvPr id="13856" name="Heatmap cell r54 c24"/>
            <p:cNvSpPr/>
            <p:nvPr/>
          </p:nvSpPr>
          <p:spPr>
            <a:xfrm>
              <a:off x="450744" y="1448821"/>
              <a:ext cx="19034" cy="26609"/>
            </a:xfrm>
            <a:prstGeom prst="rect">
              <a:avLst/>
            </a:prstGeom>
            <a:solidFill>
              <a:srgbClr val="FCF7F7"/>
            </a:solidFill>
            <a:ln>
              <a:noFill/>
            </a:ln>
          </p:spPr>
        </p:sp>
        <p:sp>
          <p:nvSpPr>
            <p:cNvPr id="13857" name="Heatmap cell r54 c25"/>
            <p:cNvSpPr/>
            <p:nvPr/>
          </p:nvSpPr>
          <p:spPr>
            <a:xfrm>
              <a:off x="469683" y="1448821"/>
              <a:ext cx="17140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13858" name="Heatmap cell r54 c26"/>
            <p:cNvSpPr/>
            <p:nvPr/>
          </p:nvSpPr>
          <p:spPr>
            <a:xfrm>
              <a:off x="486728" y="1448821"/>
              <a:ext cx="19034" cy="26609"/>
            </a:xfrm>
            <a:prstGeom prst="rect">
              <a:avLst/>
            </a:prstGeom>
            <a:solidFill>
              <a:srgbClr val="D4DFE9"/>
            </a:solidFill>
            <a:ln>
              <a:noFill/>
            </a:ln>
          </p:spPr>
        </p:sp>
        <p:sp>
          <p:nvSpPr>
            <p:cNvPr id="13859" name="Heatmap cell r54 c27"/>
            <p:cNvSpPr/>
            <p:nvPr/>
          </p:nvSpPr>
          <p:spPr>
            <a:xfrm>
              <a:off x="505667" y="1448821"/>
              <a:ext cx="17140" cy="26609"/>
            </a:xfrm>
            <a:prstGeom prst="rect">
              <a:avLst/>
            </a:prstGeom>
            <a:solidFill>
              <a:srgbClr val="DF6A75"/>
            </a:solidFill>
            <a:ln>
              <a:noFill/>
            </a:ln>
          </p:spPr>
        </p:sp>
        <p:sp>
          <p:nvSpPr>
            <p:cNvPr id="13860" name="Heatmap cell r54 c28"/>
            <p:cNvSpPr/>
            <p:nvPr/>
          </p:nvSpPr>
          <p:spPr>
            <a:xfrm>
              <a:off x="522712" y="1448821"/>
              <a:ext cx="19034" cy="26609"/>
            </a:xfrm>
            <a:prstGeom prst="rect">
              <a:avLst/>
            </a:prstGeom>
            <a:solidFill>
              <a:srgbClr val="D53B4A"/>
            </a:solidFill>
            <a:ln>
              <a:noFill/>
            </a:ln>
          </p:spPr>
        </p:sp>
        <p:sp>
          <p:nvSpPr>
            <p:cNvPr id="13861" name="Heatmap cell r54 c29"/>
            <p:cNvSpPr/>
            <p:nvPr/>
          </p:nvSpPr>
          <p:spPr>
            <a:xfrm>
              <a:off x="541651" y="1448821"/>
              <a:ext cx="17140" cy="26609"/>
            </a:xfrm>
            <a:prstGeom prst="rect">
              <a:avLst/>
            </a:prstGeom>
            <a:solidFill>
              <a:srgbClr val="ECF0F6"/>
            </a:solidFill>
            <a:ln>
              <a:noFill/>
            </a:ln>
          </p:spPr>
        </p:sp>
        <p:sp>
          <p:nvSpPr>
            <p:cNvPr id="13862" name="Heatmap cell r54 c30"/>
            <p:cNvSpPr/>
            <p:nvPr/>
          </p:nvSpPr>
          <p:spPr>
            <a:xfrm>
              <a:off x="558696" y="1448821"/>
              <a:ext cx="19034" cy="26609"/>
            </a:xfrm>
            <a:prstGeom prst="rect">
              <a:avLst/>
            </a:prstGeom>
            <a:solidFill>
              <a:srgbClr val="CDD9E3"/>
            </a:solidFill>
            <a:ln>
              <a:noFill/>
            </a:ln>
          </p:spPr>
        </p:sp>
        <p:sp>
          <p:nvSpPr>
            <p:cNvPr id="13863" name="Heatmap cell r54 c31"/>
            <p:cNvSpPr/>
            <p:nvPr/>
          </p:nvSpPr>
          <p:spPr>
            <a:xfrm>
              <a:off x="577634" y="1448821"/>
              <a:ext cx="17140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13864" name="Heatmap cell r54 c32"/>
            <p:cNvSpPr/>
            <p:nvPr/>
          </p:nvSpPr>
          <p:spPr>
            <a:xfrm>
              <a:off x="594679" y="1448821"/>
              <a:ext cx="19034" cy="26609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13865" name="Heatmap cell r54 c33"/>
            <p:cNvSpPr/>
            <p:nvPr/>
          </p:nvSpPr>
          <p:spPr>
            <a:xfrm>
              <a:off x="613618" y="1448821"/>
              <a:ext cx="17140" cy="26609"/>
            </a:xfrm>
            <a:prstGeom prst="rect">
              <a:avLst/>
            </a:prstGeom>
            <a:solidFill>
              <a:srgbClr val="C9D6E2"/>
            </a:solidFill>
            <a:ln>
              <a:noFill/>
            </a:ln>
          </p:spPr>
        </p:sp>
        <p:sp>
          <p:nvSpPr>
            <p:cNvPr id="13866" name="Heatmap cell r54 c34"/>
            <p:cNvSpPr/>
            <p:nvPr/>
          </p:nvSpPr>
          <p:spPr>
            <a:xfrm>
              <a:off x="630663" y="1448821"/>
              <a:ext cx="19034" cy="26609"/>
            </a:xfrm>
            <a:prstGeom prst="rect">
              <a:avLst/>
            </a:prstGeom>
            <a:solidFill>
              <a:srgbClr val="F4CDD0"/>
            </a:solidFill>
            <a:ln>
              <a:noFill/>
            </a:ln>
          </p:spPr>
        </p:sp>
        <p:sp>
          <p:nvSpPr>
            <p:cNvPr id="13867" name="Heatmap cell r54 c35"/>
            <p:cNvSpPr/>
            <p:nvPr/>
          </p:nvSpPr>
          <p:spPr>
            <a:xfrm>
              <a:off x="649602" y="1448821"/>
              <a:ext cx="19034" cy="26609"/>
            </a:xfrm>
            <a:prstGeom prst="rect">
              <a:avLst/>
            </a:prstGeom>
            <a:solidFill>
              <a:srgbClr val="EBA4AC"/>
            </a:solidFill>
            <a:ln>
              <a:noFill/>
            </a:ln>
          </p:spPr>
        </p:sp>
        <p:sp>
          <p:nvSpPr>
            <p:cNvPr id="13868" name="Heatmap cell r54 c36"/>
            <p:cNvSpPr/>
            <p:nvPr/>
          </p:nvSpPr>
          <p:spPr>
            <a:xfrm>
              <a:off x="668541" y="1448821"/>
              <a:ext cx="17140" cy="26609"/>
            </a:xfrm>
            <a:prstGeom prst="rect">
              <a:avLst/>
            </a:prstGeom>
            <a:solidFill>
              <a:srgbClr val="F5CED2"/>
            </a:solidFill>
            <a:ln>
              <a:noFill/>
            </a:ln>
          </p:spPr>
        </p:sp>
        <p:sp>
          <p:nvSpPr>
            <p:cNvPr id="13869" name="Heatmap cell r54 c37"/>
            <p:cNvSpPr/>
            <p:nvPr/>
          </p:nvSpPr>
          <p:spPr>
            <a:xfrm>
              <a:off x="685586" y="1448821"/>
              <a:ext cx="19034" cy="26609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13870" name="Heatmap cell r54 c38"/>
            <p:cNvSpPr/>
            <p:nvPr/>
          </p:nvSpPr>
          <p:spPr>
            <a:xfrm>
              <a:off x="704525" y="1448821"/>
              <a:ext cx="17140" cy="26609"/>
            </a:xfrm>
            <a:prstGeom prst="rect">
              <a:avLst/>
            </a:prstGeom>
            <a:solidFill>
              <a:srgbClr val="F7D9DB"/>
            </a:solidFill>
            <a:ln>
              <a:noFill/>
            </a:ln>
          </p:spPr>
        </p:sp>
        <p:sp>
          <p:nvSpPr>
            <p:cNvPr id="13871" name="Heatmap cell r54 c39"/>
            <p:cNvSpPr/>
            <p:nvPr/>
          </p:nvSpPr>
          <p:spPr>
            <a:xfrm>
              <a:off x="721570" y="1448821"/>
              <a:ext cx="19034" cy="26609"/>
            </a:xfrm>
            <a:prstGeom prst="rect">
              <a:avLst/>
            </a:prstGeom>
            <a:solidFill>
              <a:srgbClr val="F7D3D6"/>
            </a:solidFill>
            <a:ln>
              <a:noFill/>
            </a:ln>
          </p:spPr>
        </p:sp>
        <p:sp>
          <p:nvSpPr>
            <p:cNvPr id="13872" name="Heatmap cell r54 c40"/>
            <p:cNvSpPr/>
            <p:nvPr/>
          </p:nvSpPr>
          <p:spPr>
            <a:xfrm>
              <a:off x="740508" y="1448821"/>
              <a:ext cx="17140" cy="26609"/>
            </a:xfrm>
            <a:prstGeom prst="rect">
              <a:avLst/>
            </a:prstGeom>
            <a:solidFill>
              <a:srgbClr val="EDACB3"/>
            </a:solidFill>
            <a:ln>
              <a:noFill/>
            </a:ln>
          </p:spPr>
        </p:sp>
        <p:sp>
          <p:nvSpPr>
            <p:cNvPr id="13873" name="Heatmap cell r54 c42"/>
            <p:cNvSpPr/>
            <p:nvPr/>
          </p:nvSpPr>
          <p:spPr>
            <a:xfrm>
              <a:off x="776492" y="1448821"/>
              <a:ext cx="17140" cy="26609"/>
            </a:xfrm>
            <a:prstGeom prst="rect">
              <a:avLst/>
            </a:prstGeom>
            <a:solidFill>
              <a:srgbClr val="C6D4E1"/>
            </a:solidFill>
            <a:ln>
              <a:noFill/>
            </a:ln>
          </p:spPr>
        </p:sp>
        <p:sp>
          <p:nvSpPr>
            <p:cNvPr id="13874" name="Heatmap cell r54 c43"/>
            <p:cNvSpPr/>
            <p:nvPr/>
          </p:nvSpPr>
          <p:spPr>
            <a:xfrm>
              <a:off x="793537" y="1448821"/>
              <a:ext cx="19034" cy="26609"/>
            </a:xfrm>
            <a:prstGeom prst="rect">
              <a:avLst/>
            </a:prstGeom>
            <a:solidFill>
              <a:srgbClr val="F5D1D4"/>
            </a:solidFill>
            <a:ln>
              <a:noFill/>
            </a:ln>
          </p:spPr>
        </p:sp>
        <p:sp>
          <p:nvSpPr>
            <p:cNvPr id="13875" name="Heatmap cell r54 c44"/>
            <p:cNvSpPr/>
            <p:nvPr/>
          </p:nvSpPr>
          <p:spPr>
            <a:xfrm>
              <a:off x="812476" y="1448821"/>
              <a:ext cx="17140" cy="26609"/>
            </a:xfrm>
            <a:prstGeom prst="rect">
              <a:avLst/>
            </a:prstGeom>
            <a:solidFill>
              <a:srgbClr val="FCF6F6"/>
            </a:solidFill>
            <a:ln>
              <a:noFill/>
            </a:ln>
          </p:spPr>
        </p:sp>
        <p:sp>
          <p:nvSpPr>
            <p:cNvPr id="13876" name="Heatmap cell r54 c45"/>
            <p:cNvSpPr/>
            <p:nvPr/>
          </p:nvSpPr>
          <p:spPr>
            <a:xfrm>
              <a:off x="829521" y="1448821"/>
              <a:ext cx="19034" cy="26609"/>
            </a:xfrm>
            <a:prstGeom prst="rect">
              <a:avLst/>
            </a:prstGeom>
            <a:solidFill>
              <a:srgbClr val="E9EDF3"/>
            </a:solidFill>
            <a:ln>
              <a:noFill/>
            </a:ln>
          </p:spPr>
        </p:sp>
        <p:sp>
          <p:nvSpPr>
            <p:cNvPr id="13877" name="Heatmap cell r54 c46"/>
            <p:cNvSpPr/>
            <p:nvPr/>
          </p:nvSpPr>
          <p:spPr>
            <a:xfrm>
              <a:off x="848460" y="1448821"/>
              <a:ext cx="17140" cy="26609"/>
            </a:xfrm>
            <a:prstGeom prst="rect">
              <a:avLst/>
            </a:prstGeom>
            <a:solidFill>
              <a:srgbClr val="F6D5D9"/>
            </a:solidFill>
            <a:ln>
              <a:noFill/>
            </a:ln>
          </p:spPr>
        </p:sp>
        <p:sp>
          <p:nvSpPr>
            <p:cNvPr id="13878" name="Heatmap cell r54 c47"/>
            <p:cNvSpPr/>
            <p:nvPr/>
          </p:nvSpPr>
          <p:spPr>
            <a:xfrm>
              <a:off x="865505" y="1448821"/>
              <a:ext cx="19034" cy="26609"/>
            </a:xfrm>
            <a:prstGeom prst="rect">
              <a:avLst/>
            </a:prstGeom>
            <a:solidFill>
              <a:srgbClr val="ECAAAF"/>
            </a:solidFill>
            <a:ln>
              <a:noFill/>
            </a:ln>
          </p:spPr>
        </p:sp>
        <p:sp>
          <p:nvSpPr>
            <p:cNvPr id="13879" name="Heatmap cell r54 c48"/>
            <p:cNvSpPr/>
            <p:nvPr/>
          </p:nvSpPr>
          <p:spPr>
            <a:xfrm>
              <a:off x="884444" y="1448821"/>
              <a:ext cx="19034" cy="26609"/>
            </a:xfrm>
            <a:prstGeom prst="rect">
              <a:avLst/>
            </a:prstGeom>
            <a:solidFill>
              <a:srgbClr val="F4CACD"/>
            </a:solidFill>
            <a:ln>
              <a:noFill/>
            </a:ln>
          </p:spPr>
        </p:sp>
        <p:sp>
          <p:nvSpPr>
            <p:cNvPr id="13880" name="Heatmap cell r54 c49"/>
            <p:cNvSpPr/>
            <p:nvPr/>
          </p:nvSpPr>
          <p:spPr>
            <a:xfrm>
              <a:off x="903382" y="1448821"/>
              <a:ext cx="17140" cy="26609"/>
            </a:xfrm>
            <a:prstGeom prst="rect">
              <a:avLst/>
            </a:prstGeom>
            <a:solidFill>
              <a:srgbClr val="F1C4C7"/>
            </a:solidFill>
            <a:ln>
              <a:noFill/>
            </a:ln>
          </p:spPr>
        </p:sp>
        <p:sp>
          <p:nvSpPr>
            <p:cNvPr id="13881" name="Heatmap cell r54 c50"/>
            <p:cNvSpPr/>
            <p:nvPr/>
          </p:nvSpPr>
          <p:spPr>
            <a:xfrm>
              <a:off x="920427" y="1448821"/>
              <a:ext cx="19034" cy="26609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13882" name="Heatmap cell r54 c51"/>
            <p:cNvSpPr/>
            <p:nvPr/>
          </p:nvSpPr>
          <p:spPr>
            <a:xfrm>
              <a:off x="939366" y="1448821"/>
              <a:ext cx="17140" cy="26609"/>
            </a:xfrm>
            <a:prstGeom prst="rect">
              <a:avLst/>
            </a:prstGeom>
            <a:solidFill>
              <a:srgbClr val="FAEBED"/>
            </a:solidFill>
            <a:ln>
              <a:noFill/>
            </a:ln>
          </p:spPr>
        </p:sp>
        <p:sp>
          <p:nvSpPr>
            <p:cNvPr id="13883" name="Heatmap cell r54 c52"/>
            <p:cNvSpPr/>
            <p:nvPr/>
          </p:nvSpPr>
          <p:spPr>
            <a:xfrm>
              <a:off x="956411" y="1448821"/>
              <a:ext cx="19034" cy="26609"/>
            </a:xfrm>
            <a:prstGeom prst="rect">
              <a:avLst/>
            </a:prstGeom>
            <a:solidFill>
              <a:srgbClr val="F7D3D6"/>
            </a:solidFill>
            <a:ln>
              <a:noFill/>
            </a:ln>
          </p:spPr>
        </p:sp>
        <p:sp>
          <p:nvSpPr>
            <p:cNvPr id="13884" name="Heatmap cell r54 c53"/>
            <p:cNvSpPr/>
            <p:nvPr/>
          </p:nvSpPr>
          <p:spPr>
            <a:xfrm>
              <a:off x="975350" y="1448821"/>
              <a:ext cx="17140" cy="26609"/>
            </a:xfrm>
            <a:prstGeom prst="rect">
              <a:avLst/>
            </a:prstGeom>
            <a:solidFill>
              <a:srgbClr val="F1C1C5"/>
            </a:solidFill>
            <a:ln>
              <a:noFill/>
            </a:ln>
          </p:spPr>
        </p:sp>
        <p:sp>
          <p:nvSpPr>
            <p:cNvPr id="13885" name="Heatmap cell r54 c54"/>
            <p:cNvSpPr/>
            <p:nvPr/>
          </p:nvSpPr>
          <p:spPr>
            <a:xfrm>
              <a:off x="992395" y="1448821"/>
              <a:ext cx="19034" cy="26609"/>
            </a:xfrm>
            <a:prstGeom prst="rect">
              <a:avLst/>
            </a:prstGeom>
            <a:solidFill>
              <a:srgbClr val="C5D3E0"/>
            </a:solidFill>
            <a:ln>
              <a:noFill/>
            </a:ln>
          </p:spPr>
        </p:sp>
        <p:sp>
          <p:nvSpPr>
            <p:cNvPr id="13886" name="Heatmap cell r54 c55"/>
            <p:cNvSpPr/>
            <p:nvPr/>
          </p:nvSpPr>
          <p:spPr>
            <a:xfrm>
              <a:off x="1011334" y="1448821"/>
              <a:ext cx="17140" cy="26609"/>
            </a:xfrm>
            <a:prstGeom prst="rect">
              <a:avLst/>
            </a:prstGeom>
            <a:solidFill>
              <a:srgbClr val="F0BAC0"/>
            </a:solidFill>
            <a:ln>
              <a:noFill/>
            </a:ln>
          </p:spPr>
        </p:sp>
        <p:sp>
          <p:nvSpPr>
            <p:cNvPr id="13887" name="Heatmap cell r54 c56"/>
            <p:cNvSpPr/>
            <p:nvPr/>
          </p:nvSpPr>
          <p:spPr>
            <a:xfrm>
              <a:off x="1028379" y="1448821"/>
              <a:ext cx="19034" cy="26609"/>
            </a:xfrm>
            <a:prstGeom prst="rect">
              <a:avLst/>
            </a:prstGeom>
            <a:solidFill>
              <a:srgbClr val="E7929A"/>
            </a:solidFill>
            <a:ln>
              <a:noFill/>
            </a:ln>
          </p:spPr>
        </p:sp>
        <p:sp>
          <p:nvSpPr>
            <p:cNvPr id="13888" name="Heatmap cell r54 c57"/>
            <p:cNvSpPr/>
            <p:nvPr/>
          </p:nvSpPr>
          <p:spPr>
            <a:xfrm>
              <a:off x="1047318" y="1448821"/>
              <a:ext cx="17140" cy="26609"/>
            </a:xfrm>
            <a:prstGeom prst="rect">
              <a:avLst/>
            </a:prstGeom>
            <a:solidFill>
              <a:srgbClr val="F5F7F9"/>
            </a:solidFill>
            <a:ln>
              <a:noFill/>
            </a:ln>
          </p:spPr>
        </p:sp>
        <p:sp>
          <p:nvSpPr>
            <p:cNvPr id="13889" name="Heatmap cell r54 c58"/>
            <p:cNvSpPr/>
            <p:nvPr/>
          </p:nvSpPr>
          <p:spPr>
            <a:xfrm>
              <a:off x="1064363" y="1448821"/>
              <a:ext cx="19034" cy="26609"/>
            </a:xfrm>
            <a:prstGeom prst="rect">
              <a:avLst/>
            </a:prstGeom>
            <a:solidFill>
              <a:srgbClr val="F3C7CC"/>
            </a:solidFill>
            <a:ln>
              <a:noFill/>
            </a:ln>
          </p:spPr>
        </p:sp>
        <p:sp>
          <p:nvSpPr>
            <p:cNvPr id="13890" name="Heatmap cell r54 c59"/>
            <p:cNvSpPr/>
            <p:nvPr/>
          </p:nvSpPr>
          <p:spPr>
            <a:xfrm>
              <a:off x="1083301" y="1448821"/>
              <a:ext cx="17140" cy="26609"/>
            </a:xfrm>
            <a:prstGeom prst="rect">
              <a:avLst/>
            </a:prstGeom>
            <a:solidFill>
              <a:srgbClr val="F8DDDF"/>
            </a:solidFill>
            <a:ln>
              <a:noFill/>
            </a:ln>
          </p:spPr>
        </p:sp>
        <p:sp>
          <p:nvSpPr>
            <p:cNvPr id="13891" name="Heatmap cell r54 c60"/>
            <p:cNvSpPr/>
            <p:nvPr/>
          </p:nvSpPr>
          <p:spPr>
            <a:xfrm>
              <a:off x="1100346" y="1448821"/>
              <a:ext cx="19034" cy="26609"/>
            </a:xfrm>
            <a:prstGeom prst="rect">
              <a:avLst/>
            </a:prstGeom>
            <a:solidFill>
              <a:srgbClr val="E3EAF0"/>
            </a:solidFill>
            <a:ln>
              <a:noFill/>
            </a:ln>
          </p:spPr>
        </p:sp>
        <p:sp>
          <p:nvSpPr>
            <p:cNvPr id="13892" name="Heatmap cell r54 c61"/>
            <p:cNvSpPr/>
            <p:nvPr/>
          </p:nvSpPr>
          <p:spPr>
            <a:xfrm>
              <a:off x="1119285" y="1448821"/>
              <a:ext cx="19034" cy="26609"/>
            </a:xfrm>
            <a:prstGeom prst="rect">
              <a:avLst/>
            </a:prstGeom>
            <a:solidFill>
              <a:srgbClr val="F9E7E8"/>
            </a:solidFill>
            <a:ln>
              <a:noFill/>
            </a:ln>
          </p:spPr>
        </p:sp>
        <p:sp>
          <p:nvSpPr>
            <p:cNvPr id="13893" name="Heatmap cell r54 c63"/>
            <p:cNvSpPr/>
            <p:nvPr/>
          </p:nvSpPr>
          <p:spPr>
            <a:xfrm>
              <a:off x="1155269" y="1448821"/>
              <a:ext cx="19034" cy="26609"/>
            </a:xfrm>
            <a:prstGeom prst="rect">
              <a:avLst/>
            </a:prstGeom>
            <a:solidFill>
              <a:srgbClr val="C4D2DF"/>
            </a:solidFill>
            <a:ln>
              <a:noFill/>
            </a:ln>
          </p:spPr>
        </p:sp>
        <p:sp>
          <p:nvSpPr>
            <p:cNvPr id="13894" name="Heatmap cell r54 c64"/>
            <p:cNvSpPr/>
            <p:nvPr/>
          </p:nvSpPr>
          <p:spPr>
            <a:xfrm>
              <a:off x="1174208" y="1448821"/>
              <a:ext cx="17140" cy="26609"/>
            </a:xfrm>
            <a:prstGeom prst="rect">
              <a:avLst/>
            </a:prstGeom>
            <a:solidFill>
              <a:srgbClr val="F8E1E3"/>
            </a:solidFill>
            <a:ln>
              <a:noFill/>
            </a:ln>
          </p:spPr>
        </p:sp>
        <p:sp>
          <p:nvSpPr>
            <p:cNvPr id="13895" name="Heatmap cell r54 c65"/>
            <p:cNvSpPr/>
            <p:nvPr/>
          </p:nvSpPr>
          <p:spPr>
            <a:xfrm>
              <a:off x="1191253" y="1448821"/>
              <a:ext cx="19034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13896" name="Heatmap cell r54 c66"/>
            <p:cNvSpPr/>
            <p:nvPr/>
          </p:nvSpPr>
          <p:spPr>
            <a:xfrm>
              <a:off x="1210192" y="1448821"/>
              <a:ext cx="17140" cy="26609"/>
            </a:xfrm>
            <a:prstGeom prst="rect">
              <a:avLst/>
            </a:prstGeom>
            <a:solidFill>
              <a:srgbClr val="E9959E"/>
            </a:solidFill>
            <a:ln>
              <a:noFill/>
            </a:ln>
          </p:spPr>
        </p:sp>
        <p:sp>
          <p:nvSpPr>
            <p:cNvPr id="13897" name="Heatmap cell r54 c67"/>
            <p:cNvSpPr/>
            <p:nvPr/>
          </p:nvSpPr>
          <p:spPr>
            <a:xfrm>
              <a:off x="1227236" y="1448821"/>
              <a:ext cx="19034" cy="26609"/>
            </a:xfrm>
            <a:prstGeom prst="rect">
              <a:avLst/>
            </a:prstGeom>
            <a:solidFill>
              <a:srgbClr val="F8E1E3"/>
            </a:solidFill>
            <a:ln>
              <a:noFill/>
            </a:ln>
          </p:spPr>
        </p:sp>
        <p:sp>
          <p:nvSpPr>
            <p:cNvPr id="13898" name="Heatmap cell r54 c68"/>
            <p:cNvSpPr/>
            <p:nvPr/>
          </p:nvSpPr>
          <p:spPr>
            <a:xfrm>
              <a:off x="1246175" y="1448821"/>
              <a:ext cx="17140" cy="26609"/>
            </a:xfrm>
            <a:prstGeom prst="rect">
              <a:avLst/>
            </a:prstGeom>
            <a:solidFill>
              <a:srgbClr val="EFB7BB"/>
            </a:solidFill>
            <a:ln>
              <a:noFill/>
            </a:ln>
          </p:spPr>
        </p:sp>
        <p:sp>
          <p:nvSpPr>
            <p:cNvPr id="13899" name="Heatmap cell r54 c69"/>
            <p:cNvSpPr/>
            <p:nvPr/>
          </p:nvSpPr>
          <p:spPr>
            <a:xfrm>
              <a:off x="1263220" y="1448821"/>
              <a:ext cx="19034" cy="26609"/>
            </a:xfrm>
            <a:prstGeom prst="rect">
              <a:avLst/>
            </a:prstGeom>
            <a:solidFill>
              <a:srgbClr val="C3D1DF"/>
            </a:solidFill>
            <a:ln>
              <a:noFill/>
            </a:ln>
          </p:spPr>
        </p:sp>
        <p:sp>
          <p:nvSpPr>
            <p:cNvPr id="13900" name="Heatmap cell r54 c70"/>
            <p:cNvSpPr/>
            <p:nvPr/>
          </p:nvSpPr>
          <p:spPr>
            <a:xfrm>
              <a:off x="1282159" y="1448821"/>
              <a:ext cx="17140" cy="26609"/>
            </a:xfrm>
            <a:prstGeom prst="rect">
              <a:avLst/>
            </a:prstGeom>
            <a:solidFill>
              <a:srgbClr val="EEB1B8"/>
            </a:solidFill>
            <a:ln>
              <a:noFill/>
            </a:ln>
          </p:spPr>
        </p:sp>
        <p:sp>
          <p:nvSpPr>
            <p:cNvPr id="13901" name="Heatmap cell r54 c71"/>
            <p:cNvSpPr/>
            <p:nvPr/>
          </p:nvSpPr>
          <p:spPr>
            <a:xfrm>
              <a:off x="1299204" y="1448821"/>
              <a:ext cx="19034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13902" name="Heatmap cell r54 c73"/>
            <p:cNvSpPr/>
            <p:nvPr/>
          </p:nvSpPr>
          <p:spPr>
            <a:xfrm>
              <a:off x="1335188" y="1448821"/>
              <a:ext cx="19034" cy="26609"/>
            </a:xfrm>
            <a:prstGeom prst="rect">
              <a:avLst/>
            </a:prstGeom>
            <a:solidFill>
              <a:srgbClr val="EA9CA1"/>
            </a:solidFill>
            <a:ln>
              <a:noFill/>
            </a:ln>
          </p:spPr>
        </p:sp>
        <p:sp>
          <p:nvSpPr>
            <p:cNvPr id="13903" name="Heatmap cell r54 c74"/>
            <p:cNvSpPr/>
            <p:nvPr/>
          </p:nvSpPr>
          <p:spPr>
            <a:xfrm>
              <a:off x="1354127" y="1448821"/>
              <a:ext cx="17140" cy="26609"/>
            </a:xfrm>
            <a:prstGeom prst="rect">
              <a:avLst/>
            </a:prstGeom>
            <a:solidFill>
              <a:srgbClr val="F8E6E8"/>
            </a:solidFill>
            <a:ln>
              <a:noFill/>
            </a:ln>
          </p:spPr>
        </p:sp>
        <p:sp>
          <p:nvSpPr>
            <p:cNvPr id="13904" name="Heatmap cell r54 c75"/>
            <p:cNvSpPr/>
            <p:nvPr/>
          </p:nvSpPr>
          <p:spPr>
            <a:xfrm>
              <a:off x="1371172" y="1448821"/>
              <a:ext cx="19034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13905" name="Heatmap cell r54 c76"/>
            <p:cNvSpPr/>
            <p:nvPr/>
          </p:nvSpPr>
          <p:spPr>
            <a:xfrm>
              <a:off x="1390110" y="1448821"/>
              <a:ext cx="19034" cy="26609"/>
            </a:xfrm>
            <a:prstGeom prst="rect">
              <a:avLst/>
            </a:prstGeom>
            <a:solidFill>
              <a:srgbClr val="B8C9DA"/>
            </a:solidFill>
            <a:ln>
              <a:noFill/>
            </a:ln>
          </p:spPr>
        </p:sp>
        <p:sp>
          <p:nvSpPr>
            <p:cNvPr id="13906" name="Heatmap cell r54 c77"/>
            <p:cNvSpPr/>
            <p:nvPr/>
          </p:nvSpPr>
          <p:spPr>
            <a:xfrm>
              <a:off x="1409049" y="1448821"/>
              <a:ext cx="17140" cy="26609"/>
            </a:xfrm>
            <a:prstGeom prst="rect">
              <a:avLst/>
            </a:prstGeom>
            <a:solidFill>
              <a:srgbClr val="E8ECF3"/>
            </a:solidFill>
            <a:ln>
              <a:noFill/>
            </a:ln>
          </p:spPr>
        </p:sp>
        <p:sp>
          <p:nvSpPr>
            <p:cNvPr id="13907" name="Heatmap cell r54 c78"/>
            <p:cNvSpPr/>
            <p:nvPr/>
          </p:nvSpPr>
          <p:spPr>
            <a:xfrm>
              <a:off x="1426094" y="1448821"/>
              <a:ext cx="19034" cy="26609"/>
            </a:xfrm>
            <a:prstGeom prst="rect">
              <a:avLst/>
            </a:prstGeom>
            <a:solidFill>
              <a:srgbClr val="F7DCDF"/>
            </a:solidFill>
            <a:ln>
              <a:noFill/>
            </a:ln>
          </p:spPr>
        </p:sp>
        <p:sp>
          <p:nvSpPr>
            <p:cNvPr id="13908" name="Heatmap cell r54 c80"/>
            <p:cNvSpPr/>
            <p:nvPr/>
          </p:nvSpPr>
          <p:spPr>
            <a:xfrm>
              <a:off x="1462078" y="1448821"/>
              <a:ext cx="19034" cy="26609"/>
            </a:xfrm>
            <a:prstGeom prst="rect">
              <a:avLst/>
            </a:prstGeom>
            <a:solidFill>
              <a:srgbClr val="F5D0D3"/>
            </a:solidFill>
            <a:ln>
              <a:noFill/>
            </a:ln>
          </p:spPr>
        </p:sp>
        <p:sp>
          <p:nvSpPr>
            <p:cNvPr id="13909" name="Heatmap cell r54 c81"/>
            <p:cNvSpPr/>
            <p:nvPr/>
          </p:nvSpPr>
          <p:spPr>
            <a:xfrm>
              <a:off x="1481017" y="1448821"/>
              <a:ext cx="17140" cy="26609"/>
            </a:xfrm>
            <a:prstGeom prst="rect">
              <a:avLst/>
            </a:prstGeom>
            <a:solidFill>
              <a:srgbClr val="F4CED1"/>
            </a:solidFill>
            <a:ln>
              <a:noFill/>
            </a:ln>
          </p:spPr>
        </p:sp>
        <p:sp>
          <p:nvSpPr>
            <p:cNvPr id="13910" name="Heatmap cell r54 c82"/>
            <p:cNvSpPr/>
            <p:nvPr/>
          </p:nvSpPr>
          <p:spPr>
            <a:xfrm>
              <a:off x="1498062" y="1448821"/>
              <a:ext cx="19034" cy="26609"/>
            </a:xfrm>
            <a:prstGeom prst="rect">
              <a:avLst/>
            </a:prstGeom>
            <a:solidFill>
              <a:srgbClr val="F8E9EA"/>
            </a:solidFill>
            <a:ln>
              <a:noFill/>
            </a:ln>
          </p:spPr>
        </p:sp>
        <p:sp>
          <p:nvSpPr>
            <p:cNvPr id="13911" name="Heatmap cell r54 c83"/>
            <p:cNvSpPr/>
            <p:nvPr/>
          </p:nvSpPr>
          <p:spPr>
            <a:xfrm>
              <a:off x="1517001" y="1448821"/>
              <a:ext cx="17140" cy="26609"/>
            </a:xfrm>
            <a:prstGeom prst="rect">
              <a:avLst/>
            </a:prstGeom>
            <a:solidFill>
              <a:srgbClr val="F8E6E8"/>
            </a:solidFill>
            <a:ln>
              <a:noFill/>
            </a:ln>
          </p:spPr>
        </p:sp>
        <p:sp>
          <p:nvSpPr>
            <p:cNvPr id="13912" name="Heatmap cell r54 c84"/>
            <p:cNvSpPr/>
            <p:nvPr/>
          </p:nvSpPr>
          <p:spPr>
            <a:xfrm>
              <a:off x="1534046" y="1448821"/>
              <a:ext cx="19034" cy="26609"/>
            </a:xfrm>
            <a:prstGeom prst="rect">
              <a:avLst/>
            </a:prstGeom>
            <a:solidFill>
              <a:srgbClr val="F5CED2"/>
            </a:solidFill>
            <a:ln>
              <a:noFill/>
            </a:ln>
          </p:spPr>
        </p:sp>
        <p:sp>
          <p:nvSpPr>
            <p:cNvPr id="13913" name="Heatmap cell r54 c85"/>
            <p:cNvSpPr/>
            <p:nvPr/>
          </p:nvSpPr>
          <p:spPr>
            <a:xfrm>
              <a:off x="1552984" y="1448821"/>
              <a:ext cx="17140" cy="26609"/>
            </a:xfrm>
            <a:prstGeom prst="rect">
              <a:avLst/>
            </a:prstGeom>
            <a:solidFill>
              <a:srgbClr val="E78E95"/>
            </a:solidFill>
            <a:ln>
              <a:noFill/>
            </a:ln>
          </p:spPr>
        </p:sp>
        <p:sp>
          <p:nvSpPr>
            <p:cNvPr id="13914" name="Heatmap cell r54 c86"/>
            <p:cNvSpPr/>
            <p:nvPr/>
          </p:nvSpPr>
          <p:spPr>
            <a:xfrm>
              <a:off x="1570029" y="1448821"/>
              <a:ext cx="19034" cy="26609"/>
            </a:xfrm>
            <a:prstGeom prst="rect">
              <a:avLst/>
            </a:prstGeom>
            <a:solidFill>
              <a:srgbClr val="DFE6ED"/>
            </a:solidFill>
            <a:ln>
              <a:noFill/>
            </a:ln>
          </p:spPr>
        </p:sp>
        <p:sp>
          <p:nvSpPr>
            <p:cNvPr id="13915" name="Heatmap cell r54 c87"/>
            <p:cNvSpPr/>
            <p:nvPr/>
          </p:nvSpPr>
          <p:spPr>
            <a:xfrm>
              <a:off x="1588968" y="1448821"/>
              <a:ext cx="17140" cy="26609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13916" name="Heatmap cell r54 c88"/>
            <p:cNvSpPr/>
            <p:nvPr/>
          </p:nvSpPr>
          <p:spPr>
            <a:xfrm>
              <a:off x="1606013" y="1448821"/>
              <a:ext cx="19034" cy="26609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13917" name="Heatmap cell r54 c89"/>
            <p:cNvSpPr/>
            <p:nvPr/>
          </p:nvSpPr>
          <p:spPr>
            <a:xfrm>
              <a:off x="1624952" y="1448821"/>
              <a:ext cx="19034" cy="26609"/>
            </a:xfrm>
            <a:prstGeom prst="rect">
              <a:avLst/>
            </a:prstGeom>
            <a:solidFill>
              <a:srgbClr val="DBE3EB"/>
            </a:solidFill>
            <a:ln>
              <a:noFill/>
            </a:ln>
          </p:spPr>
        </p:sp>
        <p:sp>
          <p:nvSpPr>
            <p:cNvPr id="13918" name="Heatmap cell r54 c90"/>
            <p:cNvSpPr/>
            <p:nvPr/>
          </p:nvSpPr>
          <p:spPr>
            <a:xfrm>
              <a:off x="1643891" y="1448821"/>
              <a:ext cx="17140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13919" name="Heatmap cell r54 c91"/>
            <p:cNvSpPr/>
            <p:nvPr/>
          </p:nvSpPr>
          <p:spPr>
            <a:xfrm>
              <a:off x="1660936" y="1448821"/>
              <a:ext cx="19034" cy="26609"/>
            </a:xfrm>
            <a:prstGeom prst="rect">
              <a:avLst/>
            </a:prstGeom>
            <a:solidFill>
              <a:srgbClr val="B9C9DB"/>
            </a:solidFill>
            <a:ln>
              <a:noFill/>
            </a:ln>
          </p:spPr>
        </p:sp>
        <p:sp>
          <p:nvSpPr>
            <p:cNvPr id="13920" name="Heatmap cell r54 c92"/>
            <p:cNvSpPr/>
            <p:nvPr/>
          </p:nvSpPr>
          <p:spPr>
            <a:xfrm>
              <a:off x="1679875" y="1448821"/>
              <a:ext cx="17140" cy="26609"/>
            </a:xfrm>
            <a:prstGeom prst="rect">
              <a:avLst/>
            </a:prstGeom>
            <a:solidFill>
              <a:srgbClr val="DAE2EB"/>
            </a:solidFill>
            <a:ln>
              <a:noFill/>
            </a:ln>
          </p:spPr>
        </p:sp>
        <p:sp>
          <p:nvSpPr>
            <p:cNvPr id="13921" name="Heatmap cell r54 c93"/>
            <p:cNvSpPr/>
            <p:nvPr/>
          </p:nvSpPr>
          <p:spPr>
            <a:xfrm>
              <a:off x="1696920" y="1448821"/>
              <a:ext cx="19034" cy="26609"/>
            </a:xfrm>
            <a:prstGeom prst="rect">
              <a:avLst/>
            </a:prstGeom>
            <a:solidFill>
              <a:srgbClr val="F4CCD1"/>
            </a:solidFill>
            <a:ln>
              <a:noFill/>
            </a:ln>
          </p:spPr>
        </p:sp>
        <p:sp>
          <p:nvSpPr>
            <p:cNvPr id="13922" name="Heatmap cell r54 c94"/>
            <p:cNvSpPr/>
            <p:nvPr/>
          </p:nvSpPr>
          <p:spPr>
            <a:xfrm>
              <a:off x="1715858" y="1448821"/>
              <a:ext cx="17140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13923" name="Heatmap cell r54 c96"/>
            <p:cNvSpPr/>
            <p:nvPr/>
          </p:nvSpPr>
          <p:spPr>
            <a:xfrm>
              <a:off x="1751842" y="1448821"/>
              <a:ext cx="17140" cy="26609"/>
            </a:xfrm>
            <a:prstGeom prst="rect">
              <a:avLst/>
            </a:prstGeom>
            <a:solidFill>
              <a:srgbClr val="F5D0D3"/>
            </a:solidFill>
            <a:ln>
              <a:noFill/>
            </a:ln>
          </p:spPr>
        </p:sp>
        <p:sp>
          <p:nvSpPr>
            <p:cNvPr id="13924" name="Heatmap cell r54 c97"/>
            <p:cNvSpPr/>
            <p:nvPr/>
          </p:nvSpPr>
          <p:spPr>
            <a:xfrm>
              <a:off x="1768887" y="1448821"/>
              <a:ext cx="19034" cy="26609"/>
            </a:xfrm>
            <a:prstGeom prst="rect">
              <a:avLst/>
            </a:prstGeom>
            <a:solidFill>
              <a:srgbClr val="BBCCDC"/>
            </a:solidFill>
            <a:ln>
              <a:noFill/>
            </a:ln>
          </p:spPr>
        </p:sp>
        <p:sp>
          <p:nvSpPr>
            <p:cNvPr id="13925" name="Heatmap cell r54 c98"/>
            <p:cNvSpPr/>
            <p:nvPr/>
          </p:nvSpPr>
          <p:spPr>
            <a:xfrm>
              <a:off x="1787826" y="1448821"/>
              <a:ext cx="17140" cy="26609"/>
            </a:xfrm>
            <a:prstGeom prst="rect">
              <a:avLst/>
            </a:prstGeom>
            <a:solidFill>
              <a:srgbClr val="D0DBE6"/>
            </a:solidFill>
            <a:ln>
              <a:noFill/>
            </a:ln>
          </p:spPr>
        </p:sp>
        <p:sp>
          <p:nvSpPr>
            <p:cNvPr id="13926" name="Heatmap cell r54 c99"/>
            <p:cNvSpPr/>
            <p:nvPr/>
          </p:nvSpPr>
          <p:spPr>
            <a:xfrm>
              <a:off x="1804871" y="1448821"/>
              <a:ext cx="19034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13927" name="Heatmap cell r54 c100"/>
            <p:cNvSpPr/>
            <p:nvPr/>
          </p:nvSpPr>
          <p:spPr>
            <a:xfrm>
              <a:off x="1823810" y="1448821"/>
              <a:ext cx="17140" cy="26609"/>
            </a:xfrm>
            <a:prstGeom prst="rect">
              <a:avLst/>
            </a:prstGeom>
            <a:solidFill>
              <a:srgbClr val="E4828A"/>
            </a:solidFill>
            <a:ln>
              <a:noFill/>
            </a:ln>
          </p:spPr>
        </p:sp>
        <p:sp>
          <p:nvSpPr>
            <p:cNvPr id="13928" name="Heatmap cell r54 c101"/>
            <p:cNvSpPr/>
            <p:nvPr/>
          </p:nvSpPr>
          <p:spPr>
            <a:xfrm>
              <a:off x="1840855" y="1448821"/>
              <a:ext cx="19034" cy="26609"/>
            </a:xfrm>
            <a:prstGeom prst="rect">
              <a:avLst/>
            </a:prstGeom>
            <a:solidFill>
              <a:srgbClr val="F8E4E7"/>
            </a:solidFill>
            <a:ln>
              <a:noFill/>
            </a:ln>
          </p:spPr>
        </p:sp>
        <p:sp>
          <p:nvSpPr>
            <p:cNvPr id="13929" name="Heatmap cell r54 c103"/>
            <p:cNvSpPr/>
            <p:nvPr/>
          </p:nvSpPr>
          <p:spPr>
            <a:xfrm>
              <a:off x="1878732" y="1448821"/>
              <a:ext cx="17140" cy="26609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13930" name="Heatmap cell r54 c104"/>
            <p:cNvSpPr/>
            <p:nvPr/>
          </p:nvSpPr>
          <p:spPr>
            <a:xfrm>
              <a:off x="1895777" y="1448821"/>
              <a:ext cx="19034" cy="26609"/>
            </a:xfrm>
            <a:prstGeom prst="rect">
              <a:avLst/>
            </a:prstGeom>
            <a:solidFill>
              <a:srgbClr val="F1C4C7"/>
            </a:solidFill>
            <a:ln>
              <a:noFill/>
            </a:ln>
          </p:spPr>
        </p:sp>
        <p:sp>
          <p:nvSpPr>
            <p:cNvPr id="13931" name="Heatmap cell r54 c105"/>
            <p:cNvSpPr/>
            <p:nvPr/>
          </p:nvSpPr>
          <p:spPr>
            <a:xfrm>
              <a:off x="1914716" y="1448821"/>
              <a:ext cx="17140" cy="26609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13932" name="Heatmap cell r54 c106"/>
            <p:cNvSpPr/>
            <p:nvPr/>
          </p:nvSpPr>
          <p:spPr>
            <a:xfrm>
              <a:off x="1931761" y="1448821"/>
              <a:ext cx="19034" cy="26609"/>
            </a:xfrm>
            <a:prstGeom prst="rect">
              <a:avLst/>
            </a:prstGeom>
            <a:solidFill>
              <a:srgbClr val="FCF7F7"/>
            </a:solidFill>
            <a:ln>
              <a:noFill/>
            </a:ln>
          </p:spPr>
        </p:sp>
        <p:sp>
          <p:nvSpPr>
            <p:cNvPr id="13933" name="Heatmap cell r54 c107"/>
            <p:cNvSpPr/>
            <p:nvPr/>
          </p:nvSpPr>
          <p:spPr>
            <a:xfrm>
              <a:off x="1950700" y="1448821"/>
              <a:ext cx="17140" cy="26609"/>
            </a:xfrm>
            <a:prstGeom prst="rect">
              <a:avLst/>
            </a:prstGeom>
            <a:solidFill>
              <a:srgbClr val="F0BBC2"/>
            </a:solidFill>
            <a:ln>
              <a:noFill/>
            </a:ln>
          </p:spPr>
        </p:sp>
        <p:sp>
          <p:nvSpPr>
            <p:cNvPr id="13934" name="Heatmap cell r54 c108"/>
            <p:cNvSpPr/>
            <p:nvPr/>
          </p:nvSpPr>
          <p:spPr>
            <a:xfrm>
              <a:off x="1967745" y="1448821"/>
              <a:ext cx="19034" cy="26609"/>
            </a:xfrm>
            <a:prstGeom prst="rect">
              <a:avLst/>
            </a:prstGeom>
            <a:solidFill>
              <a:srgbClr val="F1C3C8"/>
            </a:solidFill>
            <a:ln>
              <a:noFill/>
            </a:ln>
          </p:spPr>
        </p:sp>
        <p:sp>
          <p:nvSpPr>
            <p:cNvPr id="13935" name="Heatmap cell r54 c109"/>
            <p:cNvSpPr/>
            <p:nvPr/>
          </p:nvSpPr>
          <p:spPr>
            <a:xfrm>
              <a:off x="1986684" y="1448821"/>
              <a:ext cx="17140" cy="26609"/>
            </a:xfrm>
            <a:prstGeom prst="rect">
              <a:avLst/>
            </a:prstGeom>
            <a:solidFill>
              <a:srgbClr val="F8DBDD"/>
            </a:solidFill>
            <a:ln>
              <a:noFill/>
            </a:ln>
          </p:spPr>
        </p:sp>
        <p:sp>
          <p:nvSpPr>
            <p:cNvPr id="13936" name="Heatmap cell r54 c110"/>
            <p:cNvSpPr/>
            <p:nvPr/>
          </p:nvSpPr>
          <p:spPr>
            <a:xfrm>
              <a:off x="2003729" y="1448821"/>
              <a:ext cx="19034" cy="26609"/>
            </a:xfrm>
            <a:prstGeom prst="rect">
              <a:avLst/>
            </a:prstGeom>
            <a:solidFill>
              <a:srgbClr val="F8F8FA"/>
            </a:solidFill>
            <a:ln>
              <a:noFill/>
            </a:ln>
          </p:spPr>
        </p:sp>
        <p:sp>
          <p:nvSpPr>
            <p:cNvPr id="13937" name="Heatmap cell r54 c111"/>
            <p:cNvSpPr/>
            <p:nvPr/>
          </p:nvSpPr>
          <p:spPr>
            <a:xfrm>
              <a:off x="2022668" y="1448821"/>
              <a:ext cx="17140" cy="26609"/>
            </a:xfrm>
            <a:prstGeom prst="rect">
              <a:avLst/>
            </a:prstGeom>
            <a:solidFill>
              <a:srgbClr val="DFE7ED"/>
            </a:solidFill>
            <a:ln>
              <a:noFill/>
            </a:ln>
          </p:spPr>
        </p:sp>
        <p:sp>
          <p:nvSpPr>
            <p:cNvPr id="13938" name="Heatmap cell r54 c112"/>
            <p:cNvSpPr/>
            <p:nvPr/>
          </p:nvSpPr>
          <p:spPr>
            <a:xfrm>
              <a:off x="2039712" y="1448821"/>
              <a:ext cx="19034" cy="26609"/>
            </a:xfrm>
            <a:prstGeom prst="rect">
              <a:avLst/>
            </a:prstGeom>
            <a:solidFill>
              <a:srgbClr val="EEB1B7"/>
            </a:solidFill>
            <a:ln>
              <a:noFill/>
            </a:ln>
          </p:spPr>
        </p:sp>
        <p:sp>
          <p:nvSpPr>
            <p:cNvPr id="13939" name="Heatmap cell r54 c113"/>
            <p:cNvSpPr/>
            <p:nvPr/>
          </p:nvSpPr>
          <p:spPr>
            <a:xfrm>
              <a:off x="2058651" y="1448821"/>
              <a:ext cx="17140" cy="26609"/>
            </a:xfrm>
            <a:prstGeom prst="rect">
              <a:avLst/>
            </a:prstGeom>
            <a:solidFill>
              <a:srgbClr val="F5F7F9"/>
            </a:solidFill>
            <a:ln>
              <a:noFill/>
            </a:ln>
          </p:spPr>
        </p:sp>
        <p:sp>
          <p:nvSpPr>
            <p:cNvPr id="13940" name="Heatmap cell r54 c114"/>
            <p:cNvSpPr/>
            <p:nvPr/>
          </p:nvSpPr>
          <p:spPr>
            <a:xfrm>
              <a:off x="2075696" y="1448821"/>
              <a:ext cx="19034" cy="26609"/>
            </a:xfrm>
            <a:prstGeom prst="rect">
              <a:avLst/>
            </a:prstGeom>
            <a:solidFill>
              <a:srgbClr val="F1C2C6"/>
            </a:solidFill>
            <a:ln>
              <a:noFill/>
            </a:ln>
          </p:spPr>
        </p:sp>
        <p:sp>
          <p:nvSpPr>
            <p:cNvPr id="13941" name="Heatmap cell r54 c115"/>
            <p:cNvSpPr/>
            <p:nvPr/>
          </p:nvSpPr>
          <p:spPr>
            <a:xfrm>
              <a:off x="2094635" y="1448821"/>
              <a:ext cx="19034" cy="26609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13942" name="Heatmap cell r54 c117"/>
            <p:cNvSpPr/>
            <p:nvPr/>
          </p:nvSpPr>
          <p:spPr>
            <a:xfrm>
              <a:off x="2130619" y="1448821"/>
              <a:ext cx="19034" cy="26609"/>
            </a:xfrm>
            <a:prstGeom prst="rect">
              <a:avLst/>
            </a:prstGeom>
            <a:solidFill>
              <a:srgbClr val="A6BAD0"/>
            </a:solidFill>
            <a:ln>
              <a:noFill/>
            </a:ln>
          </p:spPr>
        </p:sp>
        <p:sp>
          <p:nvSpPr>
            <p:cNvPr id="13943" name="Heatmap cell r54 c118"/>
            <p:cNvSpPr/>
            <p:nvPr/>
          </p:nvSpPr>
          <p:spPr>
            <a:xfrm>
              <a:off x="2149558" y="1448821"/>
              <a:ext cx="17140" cy="26609"/>
            </a:xfrm>
            <a:prstGeom prst="rect">
              <a:avLst/>
            </a:prstGeom>
            <a:solidFill>
              <a:srgbClr val="DF646E"/>
            </a:solidFill>
            <a:ln>
              <a:noFill/>
            </a:ln>
          </p:spPr>
        </p:sp>
        <p:sp>
          <p:nvSpPr>
            <p:cNvPr id="13944" name="Heatmap cell r54 c119"/>
            <p:cNvSpPr/>
            <p:nvPr/>
          </p:nvSpPr>
          <p:spPr>
            <a:xfrm>
              <a:off x="2166603" y="1448821"/>
              <a:ext cx="19034" cy="26609"/>
            </a:xfrm>
            <a:prstGeom prst="rect">
              <a:avLst/>
            </a:prstGeom>
            <a:solidFill>
              <a:srgbClr val="F7DADC"/>
            </a:solidFill>
            <a:ln>
              <a:noFill/>
            </a:ln>
          </p:spPr>
        </p:sp>
        <p:sp>
          <p:nvSpPr>
            <p:cNvPr id="13945" name="Heatmap cell r54 c121"/>
            <p:cNvSpPr/>
            <p:nvPr/>
          </p:nvSpPr>
          <p:spPr>
            <a:xfrm>
              <a:off x="2202586" y="1448821"/>
              <a:ext cx="19034" cy="26609"/>
            </a:xfrm>
            <a:prstGeom prst="rect">
              <a:avLst/>
            </a:prstGeom>
            <a:solidFill>
              <a:srgbClr val="B8C8DA"/>
            </a:solidFill>
            <a:ln>
              <a:noFill/>
            </a:ln>
          </p:spPr>
        </p:sp>
        <p:sp>
          <p:nvSpPr>
            <p:cNvPr id="13946" name="Heatmap cell r54 c122"/>
            <p:cNvSpPr/>
            <p:nvPr/>
          </p:nvSpPr>
          <p:spPr>
            <a:xfrm>
              <a:off x="2221525" y="1448821"/>
              <a:ext cx="17140" cy="26609"/>
            </a:xfrm>
            <a:prstGeom prst="rect">
              <a:avLst/>
            </a:prstGeom>
            <a:solidFill>
              <a:srgbClr val="EDAFB5"/>
            </a:solidFill>
            <a:ln>
              <a:noFill/>
            </a:ln>
          </p:spPr>
        </p:sp>
        <p:sp>
          <p:nvSpPr>
            <p:cNvPr id="13947" name="Heatmap cell r54 c123"/>
            <p:cNvSpPr/>
            <p:nvPr/>
          </p:nvSpPr>
          <p:spPr>
            <a:xfrm>
              <a:off x="2238570" y="1448821"/>
              <a:ext cx="19034" cy="26609"/>
            </a:xfrm>
            <a:prstGeom prst="rect">
              <a:avLst/>
            </a:prstGeom>
            <a:solidFill>
              <a:srgbClr val="C9D6E2"/>
            </a:solidFill>
            <a:ln>
              <a:noFill/>
            </a:ln>
          </p:spPr>
        </p:sp>
        <p:sp>
          <p:nvSpPr>
            <p:cNvPr id="13948" name="Heatmap cell r54 c124"/>
            <p:cNvSpPr/>
            <p:nvPr/>
          </p:nvSpPr>
          <p:spPr>
            <a:xfrm>
              <a:off x="2257509" y="1448821"/>
              <a:ext cx="17140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13949" name="Heatmap cell r54 c125"/>
            <p:cNvSpPr/>
            <p:nvPr/>
          </p:nvSpPr>
          <p:spPr>
            <a:xfrm>
              <a:off x="2274554" y="1448821"/>
              <a:ext cx="19034" cy="26609"/>
            </a:xfrm>
            <a:prstGeom prst="rect">
              <a:avLst/>
            </a:prstGeom>
            <a:solidFill>
              <a:srgbClr val="EFF3F7"/>
            </a:solidFill>
            <a:ln>
              <a:noFill/>
            </a:ln>
          </p:spPr>
        </p:sp>
        <p:sp>
          <p:nvSpPr>
            <p:cNvPr id="13950" name="Heatmap cell r54 c126"/>
            <p:cNvSpPr/>
            <p:nvPr/>
          </p:nvSpPr>
          <p:spPr>
            <a:xfrm>
              <a:off x="2293493" y="1448821"/>
              <a:ext cx="17140" cy="26609"/>
            </a:xfrm>
            <a:prstGeom prst="rect">
              <a:avLst/>
            </a:prstGeom>
            <a:solidFill>
              <a:srgbClr val="BCCDDD"/>
            </a:solidFill>
            <a:ln>
              <a:noFill/>
            </a:ln>
          </p:spPr>
        </p:sp>
        <p:sp>
          <p:nvSpPr>
            <p:cNvPr id="13951" name="Heatmap cell r54 c127"/>
            <p:cNvSpPr/>
            <p:nvPr/>
          </p:nvSpPr>
          <p:spPr>
            <a:xfrm>
              <a:off x="2310538" y="1448821"/>
              <a:ext cx="19034" cy="26609"/>
            </a:xfrm>
            <a:prstGeom prst="rect">
              <a:avLst/>
            </a:prstGeom>
            <a:solidFill>
              <a:srgbClr val="F1F5F8"/>
            </a:solidFill>
            <a:ln>
              <a:noFill/>
            </a:ln>
          </p:spPr>
        </p:sp>
        <p:sp>
          <p:nvSpPr>
            <p:cNvPr id="13952" name="Heatmap cell r54 c128"/>
            <p:cNvSpPr/>
            <p:nvPr/>
          </p:nvSpPr>
          <p:spPr>
            <a:xfrm>
              <a:off x="2329477" y="1448821"/>
              <a:ext cx="19034" cy="26609"/>
            </a:xfrm>
            <a:prstGeom prst="rect">
              <a:avLst/>
            </a:prstGeom>
            <a:solidFill>
              <a:srgbClr val="E8ECF3"/>
            </a:solidFill>
            <a:ln>
              <a:noFill/>
            </a:ln>
          </p:spPr>
        </p:sp>
        <p:sp>
          <p:nvSpPr>
            <p:cNvPr id="13953" name="Heatmap cell r54 c129"/>
            <p:cNvSpPr/>
            <p:nvPr/>
          </p:nvSpPr>
          <p:spPr>
            <a:xfrm>
              <a:off x="2348416" y="1448821"/>
              <a:ext cx="17140" cy="26609"/>
            </a:xfrm>
            <a:prstGeom prst="rect">
              <a:avLst/>
            </a:prstGeom>
            <a:solidFill>
              <a:srgbClr val="A9BCD2"/>
            </a:solidFill>
            <a:ln>
              <a:noFill/>
            </a:ln>
          </p:spPr>
        </p:sp>
        <p:sp>
          <p:nvSpPr>
            <p:cNvPr id="13954" name="Heatmap cell r54 c130"/>
            <p:cNvSpPr/>
            <p:nvPr/>
          </p:nvSpPr>
          <p:spPr>
            <a:xfrm>
              <a:off x="2365460" y="1448821"/>
              <a:ext cx="19034" cy="26609"/>
            </a:xfrm>
            <a:prstGeom prst="rect">
              <a:avLst/>
            </a:prstGeom>
            <a:solidFill>
              <a:srgbClr val="EBF0F6"/>
            </a:solidFill>
            <a:ln>
              <a:noFill/>
            </a:ln>
          </p:spPr>
        </p:sp>
        <p:sp>
          <p:nvSpPr>
            <p:cNvPr id="13955" name="Heatmap cell r54 c131"/>
            <p:cNvSpPr/>
            <p:nvPr/>
          </p:nvSpPr>
          <p:spPr>
            <a:xfrm>
              <a:off x="2384399" y="1448821"/>
              <a:ext cx="17140" cy="26609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13956" name="Heatmap cell r54 c132"/>
            <p:cNvSpPr/>
            <p:nvPr/>
          </p:nvSpPr>
          <p:spPr>
            <a:xfrm>
              <a:off x="2401444" y="1448821"/>
              <a:ext cx="19034" cy="26609"/>
            </a:xfrm>
            <a:prstGeom prst="rect">
              <a:avLst/>
            </a:prstGeom>
            <a:solidFill>
              <a:srgbClr val="F9E7E8"/>
            </a:solidFill>
            <a:ln>
              <a:noFill/>
            </a:ln>
          </p:spPr>
        </p:sp>
        <p:sp>
          <p:nvSpPr>
            <p:cNvPr id="13957" name="Heatmap cell r54 c133"/>
            <p:cNvSpPr/>
            <p:nvPr/>
          </p:nvSpPr>
          <p:spPr>
            <a:xfrm>
              <a:off x="2420383" y="1448821"/>
              <a:ext cx="17140" cy="26609"/>
            </a:xfrm>
            <a:prstGeom prst="rect">
              <a:avLst/>
            </a:prstGeom>
            <a:solidFill>
              <a:srgbClr val="E3EAF0"/>
            </a:solidFill>
            <a:ln>
              <a:noFill/>
            </a:ln>
          </p:spPr>
        </p:sp>
        <p:sp>
          <p:nvSpPr>
            <p:cNvPr id="13958" name="Heatmap cell r54 c134"/>
            <p:cNvSpPr/>
            <p:nvPr/>
          </p:nvSpPr>
          <p:spPr>
            <a:xfrm>
              <a:off x="2437428" y="1448821"/>
              <a:ext cx="19034" cy="26609"/>
            </a:xfrm>
            <a:prstGeom prst="rect">
              <a:avLst/>
            </a:prstGeom>
            <a:solidFill>
              <a:srgbClr val="EFB9BE"/>
            </a:solidFill>
            <a:ln>
              <a:noFill/>
            </a:ln>
          </p:spPr>
        </p:sp>
        <p:sp>
          <p:nvSpPr>
            <p:cNvPr id="13959" name="Heatmap cell r54 c135"/>
            <p:cNvSpPr/>
            <p:nvPr/>
          </p:nvSpPr>
          <p:spPr>
            <a:xfrm>
              <a:off x="2456367" y="1448821"/>
              <a:ext cx="17140" cy="26609"/>
            </a:xfrm>
            <a:prstGeom prst="rect">
              <a:avLst/>
            </a:prstGeom>
            <a:solidFill>
              <a:srgbClr val="7F9FBC"/>
            </a:solidFill>
            <a:ln>
              <a:noFill/>
            </a:ln>
          </p:spPr>
        </p:sp>
        <p:sp>
          <p:nvSpPr>
            <p:cNvPr id="13960" name="Heatmap cell r54 c136"/>
            <p:cNvSpPr/>
            <p:nvPr/>
          </p:nvSpPr>
          <p:spPr>
            <a:xfrm>
              <a:off x="2473412" y="1448821"/>
              <a:ext cx="19034" cy="26609"/>
            </a:xfrm>
            <a:prstGeom prst="rect">
              <a:avLst/>
            </a:prstGeom>
            <a:solidFill>
              <a:srgbClr val="F8DDDF"/>
            </a:solidFill>
            <a:ln>
              <a:noFill/>
            </a:ln>
          </p:spPr>
        </p:sp>
        <p:sp>
          <p:nvSpPr>
            <p:cNvPr id="13961" name="Heatmap cell r54 c137"/>
            <p:cNvSpPr/>
            <p:nvPr/>
          </p:nvSpPr>
          <p:spPr>
            <a:xfrm>
              <a:off x="2492351" y="1448821"/>
              <a:ext cx="17140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13962" name="Heatmap cell r54 c138"/>
            <p:cNvSpPr/>
            <p:nvPr/>
          </p:nvSpPr>
          <p:spPr>
            <a:xfrm>
              <a:off x="2509396" y="1448821"/>
              <a:ext cx="19034" cy="26609"/>
            </a:xfrm>
            <a:prstGeom prst="rect">
              <a:avLst/>
            </a:prstGeom>
            <a:solidFill>
              <a:srgbClr val="AABDD2"/>
            </a:solidFill>
            <a:ln>
              <a:noFill/>
            </a:ln>
          </p:spPr>
        </p:sp>
        <p:sp>
          <p:nvSpPr>
            <p:cNvPr id="13963" name="Heatmap cell r54 c140"/>
            <p:cNvSpPr/>
            <p:nvPr/>
          </p:nvSpPr>
          <p:spPr>
            <a:xfrm>
              <a:off x="2545379" y="1448821"/>
              <a:ext cx="19034" cy="26609"/>
            </a:xfrm>
            <a:prstGeom prst="rect">
              <a:avLst/>
            </a:prstGeom>
            <a:solidFill>
              <a:srgbClr val="F6D4D7"/>
            </a:solidFill>
            <a:ln>
              <a:noFill/>
            </a:ln>
          </p:spPr>
        </p:sp>
        <p:sp>
          <p:nvSpPr>
            <p:cNvPr id="13964" name="Heatmap cell r54 c141"/>
            <p:cNvSpPr/>
            <p:nvPr/>
          </p:nvSpPr>
          <p:spPr>
            <a:xfrm>
              <a:off x="2564318" y="1448821"/>
              <a:ext cx="19034" cy="26609"/>
            </a:xfrm>
            <a:prstGeom prst="rect">
              <a:avLst/>
            </a:prstGeom>
            <a:solidFill>
              <a:srgbClr val="F9E7E8"/>
            </a:solidFill>
            <a:ln>
              <a:noFill/>
            </a:ln>
          </p:spPr>
        </p:sp>
        <p:sp>
          <p:nvSpPr>
            <p:cNvPr id="13965" name="Heatmap cell r54 c142"/>
            <p:cNvSpPr/>
            <p:nvPr/>
          </p:nvSpPr>
          <p:spPr>
            <a:xfrm>
              <a:off x="2583257" y="1448821"/>
              <a:ext cx="17140" cy="26609"/>
            </a:xfrm>
            <a:prstGeom prst="rect">
              <a:avLst/>
            </a:prstGeom>
            <a:solidFill>
              <a:srgbClr val="F8E3E6"/>
            </a:solidFill>
            <a:ln>
              <a:noFill/>
            </a:ln>
          </p:spPr>
        </p:sp>
        <p:sp>
          <p:nvSpPr>
            <p:cNvPr id="13966" name="Heatmap cell r54 c144"/>
            <p:cNvSpPr/>
            <p:nvPr/>
          </p:nvSpPr>
          <p:spPr>
            <a:xfrm>
              <a:off x="2619241" y="1448821"/>
              <a:ext cx="17140" cy="26609"/>
            </a:xfrm>
            <a:prstGeom prst="rect">
              <a:avLst/>
            </a:prstGeom>
            <a:solidFill>
              <a:srgbClr val="AFC3D5"/>
            </a:solidFill>
            <a:ln>
              <a:noFill/>
            </a:ln>
          </p:spPr>
        </p:sp>
        <p:sp>
          <p:nvSpPr>
            <p:cNvPr id="13967" name="Heatmap cell r54 c145"/>
            <p:cNvSpPr/>
            <p:nvPr/>
          </p:nvSpPr>
          <p:spPr>
            <a:xfrm>
              <a:off x="2636286" y="1448821"/>
              <a:ext cx="19034" cy="26609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13968" name="Heatmap cell r54 c146"/>
            <p:cNvSpPr/>
            <p:nvPr/>
          </p:nvSpPr>
          <p:spPr>
            <a:xfrm>
              <a:off x="2655225" y="1448821"/>
              <a:ext cx="17140" cy="26609"/>
            </a:xfrm>
            <a:prstGeom prst="rect">
              <a:avLst/>
            </a:prstGeom>
            <a:solidFill>
              <a:srgbClr val="F0BBC2"/>
            </a:solidFill>
            <a:ln>
              <a:noFill/>
            </a:ln>
          </p:spPr>
        </p:sp>
        <p:sp>
          <p:nvSpPr>
            <p:cNvPr id="13969" name="Heatmap cell r54 c148"/>
            <p:cNvSpPr/>
            <p:nvPr/>
          </p:nvSpPr>
          <p:spPr>
            <a:xfrm>
              <a:off x="2691208" y="1448821"/>
              <a:ext cx="17140" cy="26609"/>
            </a:xfrm>
            <a:prstGeom prst="rect">
              <a:avLst/>
            </a:prstGeom>
            <a:solidFill>
              <a:srgbClr val="F7D3D6"/>
            </a:solidFill>
            <a:ln>
              <a:noFill/>
            </a:ln>
          </p:spPr>
        </p:sp>
        <p:sp>
          <p:nvSpPr>
            <p:cNvPr id="13970" name="Heatmap cell r54 c149"/>
            <p:cNvSpPr/>
            <p:nvPr/>
          </p:nvSpPr>
          <p:spPr>
            <a:xfrm>
              <a:off x="2708253" y="1448821"/>
              <a:ext cx="19034" cy="26609"/>
            </a:xfrm>
            <a:prstGeom prst="rect">
              <a:avLst/>
            </a:prstGeom>
            <a:solidFill>
              <a:srgbClr val="ECAAAF"/>
            </a:solidFill>
            <a:ln>
              <a:noFill/>
            </a:ln>
          </p:spPr>
        </p:sp>
        <p:sp>
          <p:nvSpPr>
            <p:cNvPr id="13971" name="Heatmap cell r54 c150"/>
            <p:cNvSpPr/>
            <p:nvPr/>
          </p:nvSpPr>
          <p:spPr>
            <a:xfrm>
              <a:off x="2727192" y="1448821"/>
              <a:ext cx="17140" cy="26609"/>
            </a:xfrm>
            <a:prstGeom prst="rect">
              <a:avLst/>
            </a:prstGeom>
            <a:solidFill>
              <a:srgbClr val="95AEC7"/>
            </a:solidFill>
            <a:ln>
              <a:noFill/>
            </a:ln>
          </p:spPr>
        </p:sp>
        <p:sp>
          <p:nvSpPr>
            <p:cNvPr id="13972" name="Heatmap cell r54 c151"/>
            <p:cNvSpPr/>
            <p:nvPr/>
          </p:nvSpPr>
          <p:spPr>
            <a:xfrm>
              <a:off x="2744237" y="1448821"/>
              <a:ext cx="19034" cy="26609"/>
            </a:xfrm>
            <a:prstGeom prst="rect">
              <a:avLst/>
            </a:prstGeom>
            <a:solidFill>
              <a:srgbClr val="F6F8F9"/>
            </a:solidFill>
            <a:ln>
              <a:noFill/>
            </a:ln>
          </p:spPr>
        </p:sp>
        <p:sp>
          <p:nvSpPr>
            <p:cNvPr id="13973" name="Heatmap cell r54 c152"/>
            <p:cNvSpPr/>
            <p:nvPr/>
          </p:nvSpPr>
          <p:spPr>
            <a:xfrm>
              <a:off x="2763176" y="1448821"/>
              <a:ext cx="17140" cy="26609"/>
            </a:xfrm>
            <a:prstGeom prst="rect">
              <a:avLst/>
            </a:prstGeom>
            <a:solidFill>
              <a:srgbClr val="F6F8F9"/>
            </a:solidFill>
            <a:ln>
              <a:noFill/>
            </a:ln>
          </p:spPr>
        </p:sp>
        <p:sp>
          <p:nvSpPr>
            <p:cNvPr id="13974" name="Heatmap cell r54 c153"/>
            <p:cNvSpPr/>
            <p:nvPr/>
          </p:nvSpPr>
          <p:spPr>
            <a:xfrm>
              <a:off x="2780221" y="1448821"/>
              <a:ext cx="19034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13975" name="Heatmap cell r54 c154"/>
            <p:cNvSpPr/>
            <p:nvPr/>
          </p:nvSpPr>
          <p:spPr>
            <a:xfrm>
              <a:off x="2799160" y="1448821"/>
              <a:ext cx="17140" cy="26609"/>
            </a:xfrm>
            <a:prstGeom prst="rect">
              <a:avLst/>
            </a:prstGeom>
            <a:solidFill>
              <a:srgbClr val="ABC0D2"/>
            </a:solidFill>
            <a:ln>
              <a:noFill/>
            </a:ln>
          </p:spPr>
        </p:sp>
        <p:sp>
          <p:nvSpPr>
            <p:cNvPr id="13976" name="Heatmap cell r54 c155"/>
            <p:cNvSpPr/>
            <p:nvPr/>
          </p:nvSpPr>
          <p:spPr>
            <a:xfrm>
              <a:off x="2816205" y="1448821"/>
              <a:ext cx="19034" cy="26609"/>
            </a:xfrm>
            <a:prstGeom prst="rect">
              <a:avLst/>
            </a:prstGeom>
            <a:solidFill>
              <a:srgbClr val="F8E9EA"/>
            </a:solidFill>
            <a:ln>
              <a:noFill/>
            </a:ln>
          </p:spPr>
        </p:sp>
        <p:sp>
          <p:nvSpPr>
            <p:cNvPr id="13977" name="Heatmap cell r54 c156"/>
            <p:cNvSpPr/>
            <p:nvPr/>
          </p:nvSpPr>
          <p:spPr>
            <a:xfrm>
              <a:off x="2835144" y="1448821"/>
              <a:ext cx="19034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13978" name="Heatmap cell r54 c157"/>
            <p:cNvSpPr/>
            <p:nvPr/>
          </p:nvSpPr>
          <p:spPr>
            <a:xfrm>
              <a:off x="2854082" y="1448821"/>
              <a:ext cx="17140" cy="26609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13979" name="Heatmap cell r54 c158"/>
            <p:cNvSpPr/>
            <p:nvPr/>
          </p:nvSpPr>
          <p:spPr>
            <a:xfrm>
              <a:off x="2871127" y="1448821"/>
              <a:ext cx="19034" cy="26609"/>
            </a:xfrm>
            <a:prstGeom prst="rect">
              <a:avLst/>
            </a:prstGeom>
            <a:solidFill>
              <a:srgbClr val="F6D4D7"/>
            </a:solidFill>
            <a:ln>
              <a:noFill/>
            </a:ln>
          </p:spPr>
        </p:sp>
        <p:sp>
          <p:nvSpPr>
            <p:cNvPr id="13980" name="Heatmap cell r54 c159"/>
            <p:cNvSpPr/>
            <p:nvPr/>
          </p:nvSpPr>
          <p:spPr>
            <a:xfrm>
              <a:off x="2890066" y="1448821"/>
              <a:ext cx="17140" cy="26609"/>
            </a:xfrm>
            <a:prstGeom prst="rect">
              <a:avLst/>
            </a:prstGeom>
            <a:solidFill>
              <a:srgbClr val="F7D7DB"/>
            </a:solidFill>
            <a:ln>
              <a:noFill/>
            </a:ln>
          </p:spPr>
        </p:sp>
        <p:sp>
          <p:nvSpPr>
            <p:cNvPr id="13981" name="Heatmap cell r54 c160"/>
            <p:cNvSpPr/>
            <p:nvPr/>
          </p:nvSpPr>
          <p:spPr>
            <a:xfrm>
              <a:off x="2907111" y="1448821"/>
              <a:ext cx="19034" cy="26609"/>
            </a:xfrm>
            <a:prstGeom prst="rect">
              <a:avLst/>
            </a:prstGeom>
            <a:solidFill>
              <a:srgbClr val="C5D3E0"/>
            </a:solidFill>
            <a:ln>
              <a:noFill/>
            </a:ln>
          </p:spPr>
        </p:sp>
        <p:sp>
          <p:nvSpPr>
            <p:cNvPr id="13982" name="Heatmap cell r54 c161"/>
            <p:cNvSpPr/>
            <p:nvPr/>
          </p:nvSpPr>
          <p:spPr>
            <a:xfrm>
              <a:off x="2926050" y="1448821"/>
              <a:ext cx="17140" cy="26609"/>
            </a:xfrm>
            <a:prstGeom prst="rect">
              <a:avLst/>
            </a:prstGeom>
            <a:solidFill>
              <a:srgbClr val="B8C8DA"/>
            </a:solidFill>
            <a:ln>
              <a:noFill/>
            </a:ln>
          </p:spPr>
        </p:sp>
        <p:sp>
          <p:nvSpPr>
            <p:cNvPr id="13983" name="Heatmap cell r54 c162"/>
            <p:cNvSpPr/>
            <p:nvPr/>
          </p:nvSpPr>
          <p:spPr>
            <a:xfrm>
              <a:off x="2943095" y="1448821"/>
              <a:ext cx="19034" cy="26609"/>
            </a:xfrm>
            <a:prstGeom prst="rect">
              <a:avLst/>
            </a:prstGeom>
            <a:solidFill>
              <a:srgbClr val="C5D2DF"/>
            </a:solidFill>
            <a:ln>
              <a:noFill/>
            </a:ln>
          </p:spPr>
        </p:sp>
        <p:sp>
          <p:nvSpPr>
            <p:cNvPr id="13984" name="Heatmap cell r54 c163"/>
            <p:cNvSpPr/>
            <p:nvPr/>
          </p:nvSpPr>
          <p:spPr>
            <a:xfrm>
              <a:off x="2962034" y="1448821"/>
              <a:ext cx="17140" cy="26609"/>
            </a:xfrm>
            <a:prstGeom prst="rect">
              <a:avLst/>
            </a:prstGeom>
            <a:solidFill>
              <a:srgbClr val="D5DFEA"/>
            </a:solidFill>
            <a:ln>
              <a:noFill/>
            </a:ln>
          </p:spPr>
        </p:sp>
        <p:sp>
          <p:nvSpPr>
            <p:cNvPr id="13985" name="Heatmap cell r54 c164"/>
            <p:cNvSpPr/>
            <p:nvPr/>
          </p:nvSpPr>
          <p:spPr>
            <a:xfrm>
              <a:off x="2979079" y="1448821"/>
              <a:ext cx="19034" cy="26609"/>
            </a:xfrm>
            <a:prstGeom prst="rect">
              <a:avLst/>
            </a:prstGeom>
            <a:solidFill>
              <a:srgbClr val="CFDBE6"/>
            </a:solidFill>
            <a:ln>
              <a:noFill/>
            </a:ln>
          </p:spPr>
        </p:sp>
        <p:sp>
          <p:nvSpPr>
            <p:cNvPr id="13986" name="Heatmap cell r54 c165"/>
            <p:cNvSpPr/>
            <p:nvPr/>
          </p:nvSpPr>
          <p:spPr>
            <a:xfrm>
              <a:off x="2998018" y="1448821"/>
              <a:ext cx="17140" cy="26609"/>
            </a:xfrm>
            <a:prstGeom prst="rect">
              <a:avLst/>
            </a:prstGeom>
            <a:solidFill>
              <a:srgbClr val="CED9E4"/>
            </a:solidFill>
            <a:ln>
              <a:noFill/>
            </a:ln>
          </p:spPr>
        </p:sp>
        <p:sp>
          <p:nvSpPr>
            <p:cNvPr id="13987" name="Heatmap cell r54 c166"/>
            <p:cNvSpPr/>
            <p:nvPr/>
          </p:nvSpPr>
          <p:spPr>
            <a:xfrm>
              <a:off x="3015062" y="1448821"/>
              <a:ext cx="19034" cy="26609"/>
            </a:xfrm>
            <a:prstGeom prst="rect">
              <a:avLst/>
            </a:prstGeom>
            <a:solidFill>
              <a:srgbClr val="D5DFE9"/>
            </a:solidFill>
            <a:ln>
              <a:noFill/>
            </a:ln>
          </p:spPr>
        </p:sp>
        <p:sp>
          <p:nvSpPr>
            <p:cNvPr id="13988" name="Heatmap cell r54 c167"/>
            <p:cNvSpPr/>
            <p:nvPr/>
          </p:nvSpPr>
          <p:spPr>
            <a:xfrm>
              <a:off x="3034001" y="1448821"/>
              <a:ext cx="17140" cy="26609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13989" name="Heatmap cell r54 c168"/>
            <p:cNvSpPr/>
            <p:nvPr/>
          </p:nvSpPr>
          <p:spPr>
            <a:xfrm>
              <a:off x="3051046" y="1448821"/>
              <a:ext cx="19034" cy="26609"/>
            </a:xfrm>
            <a:prstGeom prst="rect">
              <a:avLst/>
            </a:prstGeom>
            <a:solidFill>
              <a:srgbClr val="E9979F"/>
            </a:solidFill>
            <a:ln>
              <a:noFill/>
            </a:ln>
          </p:spPr>
        </p:sp>
        <p:sp>
          <p:nvSpPr>
            <p:cNvPr id="13990" name="Heatmap cell r54 c169"/>
            <p:cNvSpPr/>
            <p:nvPr/>
          </p:nvSpPr>
          <p:spPr>
            <a:xfrm>
              <a:off x="3069985" y="1448821"/>
              <a:ext cx="19034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13991" name="Heatmap cell r54 c170"/>
            <p:cNvSpPr/>
            <p:nvPr/>
          </p:nvSpPr>
          <p:spPr>
            <a:xfrm>
              <a:off x="3088924" y="1448821"/>
              <a:ext cx="17140" cy="26609"/>
            </a:xfrm>
            <a:prstGeom prst="rect">
              <a:avLst/>
            </a:prstGeom>
            <a:solidFill>
              <a:srgbClr val="C3D1DF"/>
            </a:solidFill>
            <a:ln>
              <a:noFill/>
            </a:ln>
          </p:spPr>
        </p:sp>
        <p:sp>
          <p:nvSpPr>
            <p:cNvPr id="13992" name="Heatmap cell r54 c172"/>
            <p:cNvSpPr/>
            <p:nvPr/>
          </p:nvSpPr>
          <p:spPr>
            <a:xfrm>
              <a:off x="3124908" y="1448821"/>
              <a:ext cx="17140" cy="26609"/>
            </a:xfrm>
            <a:prstGeom prst="rect">
              <a:avLst/>
            </a:prstGeom>
            <a:solidFill>
              <a:srgbClr val="CED9E4"/>
            </a:solidFill>
            <a:ln>
              <a:noFill/>
            </a:ln>
          </p:spPr>
        </p:sp>
        <p:sp>
          <p:nvSpPr>
            <p:cNvPr id="13993" name="Heatmap cell r54 c173"/>
            <p:cNvSpPr/>
            <p:nvPr/>
          </p:nvSpPr>
          <p:spPr>
            <a:xfrm>
              <a:off x="3141953" y="1448821"/>
              <a:ext cx="19034" cy="26609"/>
            </a:xfrm>
            <a:prstGeom prst="rect">
              <a:avLst/>
            </a:prstGeom>
            <a:solidFill>
              <a:srgbClr val="9FB7CD"/>
            </a:solidFill>
            <a:ln>
              <a:noFill/>
            </a:ln>
          </p:spPr>
        </p:sp>
        <p:sp>
          <p:nvSpPr>
            <p:cNvPr id="13994" name="Heatmap cell r54 c174"/>
            <p:cNvSpPr/>
            <p:nvPr/>
          </p:nvSpPr>
          <p:spPr>
            <a:xfrm>
              <a:off x="3160892" y="1448821"/>
              <a:ext cx="17140" cy="26609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13995" name="Heatmap cell r54 c175"/>
            <p:cNvSpPr/>
            <p:nvPr/>
          </p:nvSpPr>
          <p:spPr>
            <a:xfrm>
              <a:off x="3177936" y="1448821"/>
              <a:ext cx="19034" cy="26609"/>
            </a:xfrm>
            <a:prstGeom prst="rect">
              <a:avLst/>
            </a:prstGeom>
            <a:solidFill>
              <a:srgbClr val="C5D2E0"/>
            </a:solidFill>
            <a:ln>
              <a:noFill/>
            </a:ln>
          </p:spPr>
        </p:sp>
        <p:sp>
          <p:nvSpPr>
            <p:cNvPr id="13996" name="Heatmap cell r54 c176"/>
            <p:cNvSpPr/>
            <p:nvPr/>
          </p:nvSpPr>
          <p:spPr>
            <a:xfrm>
              <a:off x="3196875" y="1448821"/>
              <a:ext cx="17140" cy="26609"/>
            </a:xfrm>
            <a:prstGeom prst="rect">
              <a:avLst/>
            </a:prstGeom>
            <a:solidFill>
              <a:srgbClr val="F5CED2"/>
            </a:solidFill>
            <a:ln>
              <a:noFill/>
            </a:ln>
          </p:spPr>
        </p:sp>
        <p:sp>
          <p:nvSpPr>
            <p:cNvPr id="13997" name="Heatmap cell r54 c177"/>
            <p:cNvSpPr/>
            <p:nvPr/>
          </p:nvSpPr>
          <p:spPr>
            <a:xfrm>
              <a:off x="3213920" y="1448821"/>
              <a:ext cx="19034" cy="26609"/>
            </a:xfrm>
            <a:prstGeom prst="rect">
              <a:avLst/>
            </a:prstGeom>
            <a:solidFill>
              <a:srgbClr val="F6D5D9"/>
            </a:solidFill>
            <a:ln>
              <a:noFill/>
            </a:ln>
          </p:spPr>
        </p:sp>
        <p:sp>
          <p:nvSpPr>
            <p:cNvPr id="13998" name="Heatmap cell r54 c178"/>
            <p:cNvSpPr/>
            <p:nvPr/>
          </p:nvSpPr>
          <p:spPr>
            <a:xfrm>
              <a:off x="3232859" y="1448821"/>
              <a:ext cx="17140" cy="26609"/>
            </a:xfrm>
            <a:prstGeom prst="rect">
              <a:avLst/>
            </a:prstGeom>
            <a:solidFill>
              <a:srgbClr val="BCCCDC"/>
            </a:solidFill>
            <a:ln>
              <a:noFill/>
            </a:ln>
          </p:spPr>
        </p:sp>
        <p:sp>
          <p:nvSpPr>
            <p:cNvPr id="13999" name="Heatmap cell r54 c179"/>
            <p:cNvSpPr/>
            <p:nvPr/>
          </p:nvSpPr>
          <p:spPr>
            <a:xfrm>
              <a:off x="3249904" y="1448821"/>
              <a:ext cx="19034" cy="26609"/>
            </a:xfrm>
            <a:prstGeom prst="rect">
              <a:avLst/>
            </a:prstGeom>
            <a:solidFill>
              <a:srgbClr val="F7E2E4"/>
            </a:solidFill>
            <a:ln>
              <a:noFill/>
            </a:ln>
          </p:spPr>
        </p:sp>
        <p:sp>
          <p:nvSpPr>
            <p:cNvPr id="14000" name="Heatmap cell r54 c180"/>
            <p:cNvSpPr/>
            <p:nvPr/>
          </p:nvSpPr>
          <p:spPr>
            <a:xfrm>
              <a:off x="3268843" y="1448821"/>
              <a:ext cx="17140" cy="26609"/>
            </a:xfrm>
            <a:prstGeom prst="rect">
              <a:avLst/>
            </a:prstGeom>
            <a:solidFill>
              <a:srgbClr val="FAECEC"/>
            </a:solidFill>
            <a:ln>
              <a:noFill/>
            </a:ln>
          </p:spPr>
        </p:sp>
        <p:sp>
          <p:nvSpPr>
            <p:cNvPr id="14001" name="Heatmap cell r54 c181"/>
            <p:cNvSpPr/>
            <p:nvPr/>
          </p:nvSpPr>
          <p:spPr>
            <a:xfrm>
              <a:off x="3285888" y="1448821"/>
              <a:ext cx="19034" cy="26609"/>
            </a:xfrm>
            <a:prstGeom prst="rect">
              <a:avLst/>
            </a:prstGeom>
            <a:solidFill>
              <a:srgbClr val="F5D0D3"/>
            </a:solidFill>
            <a:ln>
              <a:noFill/>
            </a:ln>
          </p:spPr>
        </p:sp>
        <p:sp>
          <p:nvSpPr>
            <p:cNvPr id="14002" name="Heatmap cell r54 c182"/>
            <p:cNvSpPr/>
            <p:nvPr/>
          </p:nvSpPr>
          <p:spPr>
            <a:xfrm>
              <a:off x="3304827" y="1448821"/>
              <a:ext cx="19034" cy="26609"/>
            </a:xfrm>
            <a:prstGeom prst="rect">
              <a:avLst/>
            </a:prstGeom>
            <a:solidFill>
              <a:srgbClr val="DFE6ED"/>
            </a:solidFill>
            <a:ln>
              <a:noFill/>
            </a:ln>
          </p:spPr>
        </p:sp>
        <p:sp>
          <p:nvSpPr>
            <p:cNvPr id="14003" name="Heatmap cell r54 c184"/>
            <p:cNvSpPr/>
            <p:nvPr/>
          </p:nvSpPr>
          <p:spPr>
            <a:xfrm>
              <a:off x="3340810" y="1448821"/>
              <a:ext cx="19034" cy="26609"/>
            </a:xfrm>
            <a:prstGeom prst="rect">
              <a:avLst/>
            </a:prstGeom>
            <a:solidFill>
              <a:srgbClr val="BECFDD"/>
            </a:solidFill>
            <a:ln>
              <a:noFill/>
            </a:ln>
          </p:spPr>
        </p:sp>
        <p:sp>
          <p:nvSpPr>
            <p:cNvPr id="14004" name="Heatmap cell r54 c185"/>
            <p:cNvSpPr/>
            <p:nvPr/>
          </p:nvSpPr>
          <p:spPr>
            <a:xfrm>
              <a:off x="3359749" y="1448821"/>
              <a:ext cx="17140" cy="26609"/>
            </a:xfrm>
            <a:prstGeom prst="rect">
              <a:avLst/>
            </a:prstGeom>
            <a:solidFill>
              <a:srgbClr val="E37C86"/>
            </a:solidFill>
            <a:ln>
              <a:noFill/>
            </a:ln>
          </p:spPr>
        </p:sp>
        <p:sp>
          <p:nvSpPr>
            <p:cNvPr id="14005" name="Heatmap cell r54 c186"/>
            <p:cNvSpPr/>
            <p:nvPr/>
          </p:nvSpPr>
          <p:spPr>
            <a:xfrm>
              <a:off x="3376794" y="1448821"/>
              <a:ext cx="19034" cy="26609"/>
            </a:xfrm>
            <a:prstGeom prst="rect">
              <a:avLst/>
            </a:prstGeom>
            <a:solidFill>
              <a:srgbClr val="BFCFDF"/>
            </a:solidFill>
            <a:ln>
              <a:noFill/>
            </a:ln>
          </p:spPr>
        </p:sp>
        <p:sp>
          <p:nvSpPr>
            <p:cNvPr id="14006" name="Heatmap cell r54 c187"/>
            <p:cNvSpPr/>
            <p:nvPr/>
          </p:nvSpPr>
          <p:spPr>
            <a:xfrm>
              <a:off x="3395733" y="1448821"/>
              <a:ext cx="17140" cy="26609"/>
            </a:xfrm>
            <a:prstGeom prst="rect">
              <a:avLst/>
            </a:prstGeom>
            <a:solidFill>
              <a:srgbClr val="F8E4E7"/>
            </a:solidFill>
            <a:ln>
              <a:noFill/>
            </a:ln>
          </p:spPr>
        </p:sp>
        <p:sp>
          <p:nvSpPr>
            <p:cNvPr id="14007" name="Heatmap cell r54 c188"/>
            <p:cNvSpPr/>
            <p:nvPr/>
          </p:nvSpPr>
          <p:spPr>
            <a:xfrm>
              <a:off x="3412778" y="1448821"/>
              <a:ext cx="19034" cy="26609"/>
            </a:xfrm>
            <a:prstGeom prst="rect">
              <a:avLst/>
            </a:prstGeom>
            <a:solidFill>
              <a:srgbClr val="C3D1DF"/>
            </a:solidFill>
            <a:ln>
              <a:noFill/>
            </a:ln>
          </p:spPr>
        </p:sp>
        <p:sp>
          <p:nvSpPr>
            <p:cNvPr id="14008" name="Heatmap cell r54 c189"/>
            <p:cNvSpPr/>
            <p:nvPr/>
          </p:nvSpPr>
          <p:spPr>
            <a:xfrm>
              <a:off x="3431717" y="1448821"/>
              <a:ext cx="17140" cy="26609"/>
            </a:xfrm>
            <a:prstGeom prst="rect">
              <a:avLst/>
            </a:prstGeom>
            <a:solidFill>
              <a:srgbClr val="C9D6E2"/>
            </a:solidFill>
            <a:ln>
              <a:noFill/>
            </a:ln>
          </p:spPr>
        </p:sp>
        <p:sp>
          <p:nvSpPr>
            <p:cNvPr id="14009" name="Heatmap cell r54 c190"/>
            <p:cNvSpPr/>
            <p:nvPr/>
          </p:nvSpPr>
          <p:spPr>
            <a:xfrm>
              <a:off x="3448762" y="1448821"/>
              <a:ext cx="19034" cy="26609"/>
            </a:xfrm>
            <a:prstGeom prst="rect">
              <a:avLst/>
            </a:prstGeom>
            <a:solidFill>
              <a:srgbClr val="F8E6E8"/>
            </a:solidFill>
            <a:ln>
              <a:noFill/>
            </a:ln>
          </p:spPr>
        </p:sp>
        <p:sp>
          <p:nvSpPr>
            <p:cNvPr id="14010" name="Heatmap cell r54 c191"/>
            <p:cNvSpPr/>
            <p:nvPr/>
          </p:nvSpPr>
          <p:spPr>
            <a:xfrm>
              <a:off x="3467701" y="1448821"/>
              <a:ext cx="17140" cy="26609"/>
            </a:xfrm>
            <a:prstGeom prst="rect">
              <a:avLst/>
            </a:prstGeom>
            <a:solidFill>
              <a:srgbClr val="9FB6CD"/>
            </a:solidFill>
            <a:ln>
              <a:noFill/>
            </a:ln>
          </p:spPr>
        </p:sp>
        <p:sp>
          <p:nvSpPr>
            <p:cNvPr id="14011" name="Heatmap cell r54 c192"/>
            <p:cNvSpPr/>
            <p:nvPr/>
          </p:nvSpPr>
          <p:spPr>
            <a:xfrm>
              <a:off x="3484746" y="1448821"/>
              <a:ext cx="19034" cy="26609"/>
            </a:xfrm>
            <a:prstGeom prst="rect">
              <a:avLst/>
            </a:prstGeom>
            <a:solidFill>
              <a:srgbClr val="F8F8FA"/>
            </a:solidFill>
            <a:ln>
              <a:noFill/>
            </a:ln>
          </p:spPr>
        </p:sp>
        <p:sp>
          <p:nvSpPr>
            <p:cNvPr id="14012" name="Heatmap cell r54 c193"/>
            <p:cNvSpPr/>
            <p:nvPr/>
          </p:nvSpPr>
          <p:spPr>
            <a:xfrm>
              <a:off x="3503684" y="1448821"/>
              <a:ext cx="17140" cy="26609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14013" name="Heatmap cell r54 c194"/>
            <p:cNvSpPr/>
            <p:nvPr/>
          </p:nvSpPr>
          <p:spPr>
            <a:xfrm>
              <a:off x="3520729" y="1448821"/>
              <a:ext cx="19034" cy="26609"/>
            </a:xfrm>
            <a:prstGeom prst="rect">
              <a:avLst/>
            </a:prstGeom>
            <a:solidFill>
              <a:srgbClr val="99B0C8"/>
            </a:solidFill>
            <a:ln>
              <a:noFill/>
            </a:ln>
          </p:spPr>
        </p:sp>
        <p:sp>
          <p:nvSpPr>
            <p:cNvPr id="14014" name="Heatmap cell r54 c195"/>
            <p:cNvSpPr/>
            <p:nvPr/>
          </p:nvSpPr>
          <p:spPr>
            <a:xfrm>
              <a:off x="3539668" y="1448821"/>
              <a:ext cx="19034" cy="26609"/>
            </a:xfrm>
            <a:prstGeom prst="rect">
              <a:avLst/>
            </a:prstGeom>
            <a:solidFill>
              <a:srgbClr val="A8BCD1"/>
            </a:solidFill>
            <a:ln>
              <a:noFill/>
            </a:ln>
          </p:spPr>
        </p:sp>
        <p:sp>
          <p:nvSpPr>
            <p:cNvPr id="14015" name="Heatmap cell r54 c196"/>
            <p:cNvSpPr/>
            <p:nvPr/>
          </p:nvSpPr>
          <p:spPr>
            <a:xfrm>
              <a:off x="3558607" y="1448821"/>
              <a:ext cx="17140" cy="26609"/>
            </a:xfrm>
            <a:prstGeom prst="rect">
              <a:avLst/>
            </a:prstGeom>
            <a:solidFill>
              <a:srgbClr val="F5D0D3"/>
            </a:solidFill>
            <a:ln>
              <a:noFill/>
            </a:ln>
          </p:spPr>
        </p:sp>
        <p:sp>
          <p:nvSpPr>
            <p:cNvPr id="14016" name="Heatmap cell r54 c197"/>
            <p:cNvSpPr/>
            <p:nvPr/>
          </p:nvSpPr>
          <p:spPr>
            <a:xfrm>
              <a:off x="3575652" y="1448821"/>
              <a:ext cx="19034" cy="26609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</p:sp>
        <p:sp>
          <p:nvSpPr>
            <p:cNvPr id="14017" name="Heatmap cell r54 c199"/>
            <p:cNvSpPr/>
            <p:nvPr/>
          </p:nvSpPr>
          <p:spPr>
            <a:xfrm>
              <a:off x="3611636" y="1448821"/>
              <a:ext cx="19034" cy="26609"/>
            </a:xfrm>
            <a:prstGeom prst="rect">
              <a:avLst/>
            </a:prstGeom>
            <a:solidFill>
              <a:srgbClr val="E6EBF1"/>
            </a:solidFill>
            <a:ln>
              <a:noFill/>
            </a:ln>
          </p:spPr>
        </p:sp>
        <p:sp>
          <p:nvSpPr>
            <p:cNvPr id="14018" name="Heatmap cell r54 c200"/>
            <p:cNvSpPr/>
            <p:nvPr/>
          </p:nvSpPr>
          <p:spPr>
            <a:xfrm>
              <a:off x="3630575" y="1448821"/>
              <a:ext cx="17140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14019" name="Heatmap cell r54 c201"/>
            <p:cNvSpPr/>
            <p:nvPr/>
          </p:nvSpPr>
          <p:spPr>
            <a:xfrm>
              <a:off x="3647620" y="1448821"/>
              <a:ext cx="19034" cy="26609"/>
            </a:xfrm>
            <a:prstGeom prst="rect">
              <a:avLst/>
            </a:prstGeom>
            <a:solidFill>
              <a:srgbClr val="EFB4B9"/>
            </a:solidFill>
            <a:ln>
              <a:noFill/>
            </a:ln>
          </p:spPr>
        </p:sp>
        <p:sp>
          <p:nvSpPr>
            <p:cNvPr id="14020" name="Heatmap cell r54 c202"/>
            <p:cNvSpPr/>
            <p:nvPr/>
          </p:nvSpPr>
          <p:spPr>
            <a:xfrm>
              <a:off x="3666558" y="1448821"/>
              <a:ext cx="17140" cy="26609"/>
            </a:xfrm>
            <a:prstGeom prst="rect">
              <a:avLst/>
            </a:prstGeom>
            <a:solidFill>
              <a:srgbClr val="EA9CA1"/>
            </a:solidFill>
            <a:ln>
              <a:noFill/>
            </a:ln>
          </p:spPr>
        </p:sp>
        <p:sp>
          <p:nvSpPr>
            <p:cNvPr id="14021" name="Heatmap cell r54 c203"/>
            <p:cNvSpPr/>
            <p:nvPr/>
          </p:nvSpPr>
          <p:spPr>
            <a:xfrm>
              <a:off x="3683603" y="1448821"/>
              <a:ext cx="19034" cy="26609"/>
            </a:xfrm>
            <a:prstGeom prst="rect">
              <a:avLst/>
            </a:prstGeom>
            <a:solidFill>
              <a:srgbClr val="EFB7BB"/>
            </a:solidFill>
            <a:ln>
              <a:noFill/>
            </a:ln>
          </p:spPr>
        </p:sp>
        <p:sp>
          <p:nvSpPr>
            <p:cNvPr id="14022" name="Heatmap cell r54 c204"/>
            <p:cNvSpPr/>
            <p:nvPr/>
          </p:nvSpPr>
          <p:spPr>
            <a:xfrm>
              <a:off x="3702542" y="1448821"/>
              <a:ext cx="17140" cy="26609"/>
            </a:xfrm>
            <a:prstGeom prst="rect">
              <a:avLst/>
            </a:prstGeom>
            <a:solidFill>
              <a:srgbClr val="6A8DB0"/>
            </a:solidFill>
            <a:ln>
              <a:noFill/>
            </a:ln>
          </p:spPr>
        </p:sp>
        <p:sp>
          <p:nvSpPr>
            <p:cNvPr id="14023" name="Heatmap cell r54 c205"/>
            <p:cNvSpPr/>
            <p:nvPr/>
          </p:nvSpPr>
          <p:spPr>
            <a:xfrm>
              <a:off x="3719587" y="1448821"/>
              <a:ext cx="19034" cy="26609"/>
            </a:xfrm>
            <a:prstGeom prst="rect">
              <a:avLst/>
            </a:prstGeom>
            <a:solidFill>
              <a:srgbClr val="E6868E"/>
            </a:solidFill>
            <a:ln>
              <a:noFill/>
            </a:ln>
          </p:spPr>
        </p:sp>
        <p:sp>
          <p:nvSpPr>
            <p:cNvPr id="14024" name="Heatmap cell r54 c206"/>
            <p:cNvSpPr/>
            <p:nvPr/>
          </p:nvSpPr>
          <p:spPr>
            <a:xfrm>
              <a:off x="3738526" y="1448821"/>
              <a:ext cx="17140" cy="26609"/>
            </a:xfrm>
            <a:prstGeom prst="rect">
              <a:avLst/>
            </a:prstGeom>
            <a:solidFill>
              <a:srgbClr val="DC5764"/>
            </a:solidFill>
            <a:ln>
              <a:noFill/>
            </a:ln>
          </p:spPr>
        </p:sp>
        <p:sp>
          <p:nvSpPr>
            <p:cNvPr id="14025" name="Heatmap cell r54 c207"/>
            <p:cNvSpPr/>
            <p:nvPr/>
          </p:nvSpPr>
          <p:spPr>
            <a:xfrm>
              <a:off x="3755571" y="1448821"/>
              <a:ext cx="19034" cy="26609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14026" name="Heatmap cell r54 c208"/>
            <p:cNvSpPr/>
            <p:nvPr/>
          </p:nvSpPr>
          <p:spPr>
            <a:xfrm>
              <a:off x="3774510" y="1448821"/>
              <a:ext cx="19034" cy="26609"/>
            </a:xfrm>
            <a:prstGeom prst="rect">
              <a:avLst/>
            </a:prstGeom>
            <a:solidFill>
              <a:srgbClr val="F0BBC2"/>
            </a:solidFill>
            <a:ln>
              <a:noFill/>
            </a:ln>
          </p:spPr>
        </p:sp>
        <p:sp>
          <p:nvSpPr>
            <p:cNvPr id="14027" name="Heatmap cell r54 c209"/>
            <p:cNvSpPr/>
            <p:nvPr/>
          </p:nvSpPr>
          <p:spPr>
            <a:xfrm>
              <a:off x="3793449" y="1448821"/>
              <a:ext cx="17140" cy="26609"/>
            </a:xfrm>
            <a:prstGeom prst="rect">
              <a:avLst/>
            </a:prstGeom>
            <a:solidFill>
              <a:srgbClr val="CFDAE4"/>
            </a:solidFill>
            <a:ln>
              <a:noFill/>
            </a:ln>
          </p:spPr>
        </p:sp>
        <p:sp>
          <p:nvSpPr>
            <p:cNvPr id="14028" name="Heatmap cell r54 c211"/>
            <p:cNvSpPr/>
            <p:nvPr/>
          </p:nvSpPr>
          <p:spPr>
            <a:xfrm>
              <a:off x="3829432" y="1448821"/>
              <a:ext cx="17140" cy="26609"/>
            </a:xfrm>
            <a:prstGeom prst="rect">
              <a:avLst/>
            </a:prstGeom>
            <a:solidFill>
              <a:srgbClr val="EDB0B6"/>
            </a:solidFill>
            <a:ln>
              <a:noFill/>
            </a:ln>
          </p:spPr>
        </p:sp>
        <p:sp>
          <p:nvSpPr>
            <p:cNvPr id="14029" name="Heatmap cell r54 c212"/>
            <p:cNvSpPr/>
            <p:nvPr/>
          </p:nvSpPr>
          <p:spPr>
            <a:xfrm>
              <a:off x="3846477" y="1448821"/>
              <a:ext cx="19034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14030" name="Heatmap cell r54 c213"/>
            <p:cNvSpPr/>
            <p:nvPr/>
          </p:nvSpPr>
          <p:spPr>
            <a:xfrm>
              <a:off x="3865416" y="1448821"/>
              <a:ext cx="17140" cy="26609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14031" name="Heatmap cell r54 c214"/>
            <p:cNvSpPr/>
            <p:nvPr/>
          </p:nvSpPr>
          <p:spPr>
            <a:xfrm>
              <a:off x="3882461" y="1448821"/>
              <a:ext cx="19034" cy="26609"/>
            </a:xfrm>
            <a:prstGeom prst="rect">
              <a:avLst/>
            </a:prstGeom>
            <a:solidFill>
              <a:srgbClr val="F7D9DB"/>
            </a:solidFill>
            <a:ln>
              <a:noFill/>
            </a:ln>
          </p:spPr>
        </p:sp>
        <p:sp>
          <p:nvSpPr>
            <p:cNvPr id="14032" name="Heatmap cell r54 c216"/>
            <p:cNvSpPr/>
            <p:nvPr/>
          </p:nvSpPr>
          <p:spPr>
            <a:xfrm>
              <a:off x="3918445" y="1448821"/>
              <a:ext cx="19034" cy="26609"/>
            </a:xfrm>
            <a:prstGeom prst="rect">
              <a:avLst/>
            </a:prstGeom>
            <a:solidFill>
              <a:srgbClr val="F5CED2"/>
            </a:solidFill>
            <a:ln>
              <a:noFill/>
            </a:ln>
          </p:spPr>
        </p:sp>
        <p:sp>
          <p:nvSpPr>
            <p:cNvPr id="14033" name="Heatmap cell r54 c217"/>
            <p:cNvSpPr/>
            <p:nvPr/>
          </p:nvSpPr>
          <p:spPr>
            <a:xfrm>
              <a:off x="3937384" y="1448821"/>
              <a:ext cx="17140" cy="26609"/>
            </a:xfrm>
            <a:prstGeom prst="rect">
              <a:avLst/>
            </a:prstGeom>
            <a:solidFill>
              <a:srgbClr val="F7DCDF"/>
            </a:solidFill>
            <a:ln>
              <a:noFill/>
            </a:ln>
          </p:spPr>
        </p:sp>
        <p:sp>
          <p:nvSpPr>
            <p:cNvPr id="14034" name="Heatmap cell r54 c218"/>
            <p:cNvSpPr/>
            <p:nvPr/>
          </p:nvSpPr>
          <p:spPr>
            <a:xfrm>
              <a:off x="3954429" y="1448821"/>
              <a:ext cx="19034" cy="26609"/>
            </a:xfrm>
            <a:prstGeom prst="rect">
              <a:avLst/>
            </a:prstGeom>
            <a:solidFill>
              <a:srgbClr val="F0F4F7"/>
            </a:solidFill>
            <a:ln>
              <a:noFill/>
            </a:ln>
          </p:spPr>
        </p:sp>
        <p:sp>
          <p:nvSpPr>
            <p:cNvPr id="14035" name="Heatmap cell r54 c219"/>
            <p:cNvSpPr/>
            <p:nvPr/>
          </p:nvSpPr>
          <p:spPr>
            <a:xfrm>
              <a:off x="3973368" y="1448821"/>
              <a:ext cx="17140" cy="26609"/>
            </a:xfrm>
            <a:prstGeom prst="rect">
              <a:avLst/>
            </a:prstGeom>
            <a:solidFill>
              <a:srgbClr val="B1C4D5"/>
            </a:solidFill>
            <a:ln>
              <a:noFill/>
            </a:ln>
          </p:spPr>
        </p:sp>
        <p:sp>
          <p:nvSpPr>
            <p:cNvPr id="14036" name="Heatmap cell r54 c220"/>
            <p:cNvSpPr/>
            <p:nvPr/>
          </p:nvSpPr>
          <p:spPr>
            <a:xfrm>
              <a:off x="3990412" y="1448821"/>
              <a:ext cx="19034" cy="26609"/>
            </a:xfrm>
            <a:prstGeom prst="rect">
              <a:avLst/>
            </a:prstGeom>
            <a:solidFill>
              <a:srgbClr val="B7C7D9"/>
            </a:solidFill>
            <a:ln>
              <a:noFill/>
            </a:ln>
          </p:spPr>
        </p:sp>
        <p:sp>
          <p:nvSpPr>
            <p:cNvPr id="14037" name="Heatmap cell r54 c221"/>
            <p:cNvSpPr/>
            <p:nvPr/>
          </p:nvSpPr>
          <p:spPr>
            <a:xfrm>
              <a:off x="4009351" y="1448821"/>
              <a:ext cx="19034" cy="26609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</p:sp>
        <p:sp>
          <p:nvSpPr>
            <p:cNvPr id="14038" name="Heatmap cell r54 c222"/>
            <p:cNvSpPr/>
            <p:nvPr/>
          </p:nvSpPr>
          <p:spPr>
            <a:xfrm>
              <a:off x="4028290" y="1448821"/>
              <a:ext cx="17140" cy="26609"/>
            </a:xfrm>
            <a:prstGeom prst="rect">
              <a:avLst/>
            </a:prstGeom>
            <a:solidFill>
              <a:srgbClr val="F7E2E4"/>
            </a:solidFill>
            <a:ln>
              <a:noFill/>
            </a:ln>
          </p:spPr>
        </p:sp>
        <p:sp>
          <p:nvSpPr>
            <p:cNvPr id="14039" name="Heatmap cell r54 c223"/>
            <p:cNvSpPr/>
            <p:nvPr/>
          </p:nvSpPr>
          <p:spPr>
            <a:xfrm>
              <a:off x="4045335" y="1448821"/>
              <a:ext cx="19034" cy="26609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</p:sp>
        <p:sp>
          <p:nvSpPr>
            <p:cNvPr id="14040" name="Heatmap cell r55 c1"/>
            <p:cNvSpPr/>
            <p:nvPr/>
          </p:nvSpPr>
          <p:spPr>
            <a:xfrm>
              <a:off x="13257" y="1475335"/>
              <a:ext cx="45548" cy="28503"/>
            </a:xfrm>
            <a:prstGeom prst="rect">
              <a:avLst/>
            </a:prstGeom>
            <a:solidFill>
              <a:srgbClr val="F76666"/>
            </a:solidFill>
            <a:ln>
              <a:noFill/>
            </a:ln>
          </p:spPr>
        </p:sp>
        <p:sp>
          <p:nvSpPr>
            <p:cNvPr id="14041" name="Heatmap cell r55 c3"/>
            <p:cNvSpPr/>
            <p:nvPr/>
          </p:nvSpPr>
          <p:spPr>
            <a:xfrm>
              <a:off x="71968" y="1475335"/>
              <a:ext cx="17140" cy="28503"/>
            </a:xfrm>
            <a:prstGeom prst="rect">
              <a:avLst/>
            </a:prstGeom>
            <a:solidFill>
              <a:srgbClr val="F8DEE0"/>
            </a:solidFill>
            <a:ln>
              <a:noFill/>
            </a:ln>
          </p:spPr>
        </p:sp>
        <p:sp>
          <p:nvSpPr>
            <p:cNvPr id="14042" name="Heatmap cell r55 c4"/>
            <p:cNvSpPr/>
            <p:nvPr/>
          </p:nvSpPr>
          <p:spPr>
            <a:xfrm>
              <a:off x="89013" y="1475335"/>
              <a:ext cx="19034" cy="28503"/>
            </a:xfrm>
            <a:prstGeom prst="rect">
              <a:avLst/>
            </a:prstGeom>
            <a:solidFill>
              <a:srgbClr val="BDCEDD"/>
            </a:solidFill>
            <a:ln>
              <a:noFill/>
            </a:ln>
          </p:spPr>
        </p:sp>
        <p:sp>
          <p:nvSpPr>
            <p:cNvPr id="14043" name="Heatmap cell r55 c5"/>
            <p:cNvSpPr/>
            <p:nvPr/>
          </p:nvSpPr>
          <p:spPr>
            <a:xfrm>
              <a:off x="107951" y="1475335"/>
              <a:ext cx="17140" cy="28503"/>
            </a:xfrm>
            <a:prstGeom prst="rect">
              <a:avLst/>
            </a:prstGeom>
            <a:solidFill>
              <a:srgbClr val="DCE3EB"/>
            </a:solidFill>
            <a:ln>
              <a:noFill/>
            </a:ln>
          </p:spPr>
        </p:sp>
        <p:sp>
          <p:nvSpPr>
            <p:cNvPr id="14044" name="Heatmap cell r55 c6"/>
            <p:cNvSpPr/>
            <p:nvPr/>
          </p:nvSpPr>
          <p:spPr>
            <a:xfrm>
              <a:off x="124996" y="1475335"/>
              <a:ext cx="19034" cy="28503"/>
            </a:xfrm>
            <a:prstGeom prst="rect">
              <a:avLst/>
            </a:prstGeom>
            <a:solidFill>
              <a:srgbClr val="49759F"/>
            </a:solidFill>
            <a:ln>
              <a:noFill/>
            </a:ln>
          </p:spPr>
        </p:sp>
        <p:sp>
          <p:nvSpPr>
            <p:cNvPr id="14045" name="Heatmap cell r55 c7"/>
            <p:cNvSpPr/>
            <p:nvPr/>
          </p:nvSpPr>
          <p:spPr>
            <a:xfrm>
              <a:off x="143935" y="1475335"/>
              <a:ext cx="17140" cy="28503"/>
            </a:xfrm>
            <a:prstGeom prst="rect">
              <a:avLst/>
            </a:prstGeom>
            <a:solidFill>
              <a:srgbClr val="7092B5"/>
            </a:solidFill>
            <a:ln>
              <a:noFill/>
            </a:ln>
          </p:spPr>
        </p:sp>
        <p:sp>
          <p:nvSpPr>
            <p:cNvPr id="14046" name="Heatmap cell r55 c8"/>
            <p:cNvSpPr/>
            <p:nvPr/>
          </p:nvSpPr>
          <p:spPr>
            <a:xfrm>
              <a:off x="160980" y="1475335"/>
              <a:ext cx="19034" cy="28503"/>
            </a:xfrm>
            <a:prstGeom prst="rect">
              <a:avLst/>
            </a:prstGeom>
            <a:solidFill>
              <a:srgbClr val="8FAAC5"/>
            </a:solidFill>
            <a:ln>
              <a:noFill/>
            </a:ln>
          </p:spPr>
        </p:sp>
        <p:sp>
          <p:nvSpPr>
            <p:cNvPr id="14047" name="Heatmap cell r55 c9"/>
            <p:cNvSpPr/>
            <p:nvPr/>
          </p:nvSpPr>
          <p:spPr>
            <a:xfrm>
              <a:off x="179919" y="1475335"/>
              <a:ext cx="19034" cy="28503"/>
            </a:xfrm>
            <a:prstGeom prst="rect">
              <a:avLst/>
            </a:prstGeom>
            <a:solidFill>
              <a:srgbClr val="E1E9EF"/>
            </a:solidFill>
            <a:ln>
              <a:noFill/>
            </a:ln>
          </p:spPr>
        </p:sp>
        <p:sp>
          <p:nvSpPr>
            <p:cNvPr id="14048" name="Heatmap cell r55 c10"/>
            <p:cNvSpPr/>
            <p:nvPr/>
          </p:nvSpPr>
          <p:spPr>
            <a:xfrm>
              <a:off x="198858" y="1475335"/>
              <a:ext cx="17140" cy="28503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14049" name="Heatmap cell r55 c11"/>
            <p:cNvSpPr/>
            <p:nvPr/>
          </p:nvSpPr>
          <p:spPr>
            <a:xfrm>
              <a:off x="215903" y="1475335"/>
              <a:ext cx="19034" cy="28503"/>
            </a:xfrm>
            <a:prstGeom prst="rect">
              <a:avLst/>
            </a:prstGeom>
            <a:solidFill>
              <a:srgbClr val="D5DFEA"/>
            </a:solidFill>
            <a:ln>
              <a:noFill/>
            </a:ln>
          </p:spPr>
        </p:sp>
        <p:sp>
          <p:nvSpPr>
            <p:cNvPr id="14050" name="Heatmap cell r55 c12"/>
            <p:cNvSpPr/>
            <p:nvPr/>
          </p:nvSpPr>
          <p:spPr>
            <a:xfrm>
              <a:off x="234842" y="1475335"/>
              <a:ext cx="17140" cy="28503"/>
            </a:xfrm>
            <a:prstGeom prst="rect">
              <a:avLst/>
            </a:prstGeom>
            <a:solidFill>
              <a:srgbClr val="B1C4D5"/>
            </a:solidFill>
            <a:ln>
              <a:noFill/>
            </a:ln>
          </p:spPr>
        </p:sp>
        <p:sp>
          <p:nvSpPr>
            <p:cNvPr id="14051" name="Heatmap cell r55 c13"/>
            <p:cNvSpPr/>
            <p:nvPr/>
          </p:nvSpPr>
          <p:spPr>
            <a:xfrm>
              <a:off x="251887" y="1475335"/>
              <a:ext cx="19034" cy="28503"/>
            </a:xfrm>
            <a:prstGeom prst="rect">
              <a:avLst/>
            </a:prstGeom>
            <a:solidFill>
              <a:srgbClr val="ECA0A8"/>
            </a:solidFill>
            <a:ln>
              <a:noFill/>
            </a:ln>
          </p:spPr>
        </p:sp>
        <p:sp>
          <p:nvSpPr>
            <p:cNvPr id="14052" name="Heatmap cell r55 c14"/>
            <p:cNvSpPr/>
            <p:nvPr/>
          </p:nvSpPr>
          <p:spPr>
            <a:xfrm>
              <a:off x="270825" y="1475335"/>
              <a:ext cx="17140" cy="28503"/>
            </a:xfrm>
            <a:prstGeom prst="rect">
              <a:avLst/>
            </a:prstGeom>
            <a:solidFill>
              <a:srgbClr val="F8E4E7"/>
            </a:solidFill>
            <a:ln>
              <a:noFill/>
            </a:ln>
          </p:spPr>
        </p:sp>
        <p:sp>
          <p:nvSpPr>
            <p:cNvPr id="14053" name="Heatmap cell r55 c15"/>
            <p:cNvSpPr/>
            <p:nvPr/>
          </p:nvSpPr>
          <p:spPr>
            <a:xfrm>
              <a:off x="287870" y="1475335"/>
              <a:ext cx="19034" cy="28503"/>
            </a:xfrm>
            <a:prstGeom prst="rect">
              <a:avLst/>
            </a:prstGeom>
            <a:solidFill>
              <a:srgbClr val="A2B8CF"/>
            </a:solidFill>
            <a:ln>
              <a:noFill/>
            </a:ln>
          </p:spPr>
        </p:sp>
        <p:sp>
          <p:nvSpPr>
            <p:cNvPr id="14054" name="Heatmap cell r55 c16"/>
            <p:cNvSpPr/>
            <p:nvPr/>
          </p:nvSpPr>
          <p:spPr>
            <a:xfrm>
              <a:off x="306809" y="1475335"/>
              <a:ext cx="17140" cy="28503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14055" name="Heatmap cell r55 c17"/>
            <p:cNvSpPr/>
            <p:nvPr/>
          </p:nvSpPr>
          <p:spPr>
            <a:xfrm>
              <a:off x="323854" y="1475335"/>
              <a:ext cx="19034" cy="28503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14056" name="Heatmap cell r55 c18"/>
            <p:cNvSpPr/>
            <p:nvPr/>
          </p:nvSpPr>
          <p:spPr>
            <a:xfrm>
              <a:off x="342793" y="1475335"/>
              <a:ext cx="17140" cy="28503"/>
            </a:xfrm>
            <a:prstGeom prst="rect">
              <a:avLst/>
            </a:prstGeom>
            <a:solidFill>
              <a:srgbClr val="87A3C0"/>
            </a:solidFill>
            <a:ln>
              <a:noFill/>
            </a:ln>
          </p:spPr>
        </p:sp>
        <p:sp>
          <p:nvSpPr>
            <p:cNvPr id="14057" name="Heatmap cell r55 c20"/>
            <p:cNvSpPr/>
            <p:nvPr/>
          </p:nvSpPr>
          <p:spPr>
            <a:xfrm>
              <a:off x="378777" y="1475335"/>
              <a:ext cx="17140" cy="28503"/>
            </a:xfrm>
            <a:prstGeom prst="rect">
              <a:avLst/>
            </a:prstGeom>
            <a:solidFill>
              <a:srgbClr val="809EBB"/>
            </a:solidFill>
            <a:ln>
              <a:noFill/>
            </a:ln>
          </p:spPr>
        </p:sp>
        <p:sp>
          <p:nvSpPr>
            <p:cNvPr id="14058" name="Heatmap cell r55 c21"/>
            <p:cNvSpPr/>
            <p:nvPr/>
          </p:nvSpPr>
          <p:spPr>
            <a:xfrm>
              <a:off x="395822" y="1475335"/>
              <a:ext cx="19034" cy="28503"/>
            </a:xfrm>
            <a:prstGeom prst="rect">
              <a:avLst/>
            </a:prstGeom>
            <a:solidFill>
              <a:srgbClr val="8EA9C3"/>
            </a:solidFill>
            <a:ln>
              <a:noFill/>
            </a:ln>
          </p:spPr>
        </p:sp>
        <p:sp>
          <p:nvSpPr>
            <p:cNvPr id="14059" name="Heatmap cell r55 c22"/>
            <p:cNvSpPr/>
            <p:nvPr/>
          </p:nvSpPr>
          <p:spPr>
            <a:xfrm>
              <a:off x="414760" y="1475335"/>
              <a:ext cx="19034" cy="28503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14060" name="Heatmap cell r55 c23"/>
            <p:cNvSpPr/>
            <p:nvPr/>
          </p:nvSpPr>
          <p:spPr>
            <a:xfrm>
              <a:off x="433699" y="1475335"/>
              <a:ext cx="17140" cy="28503"/>
            </a:xfrm>
            <a:prstGeom prst="rect">
              <a:avLst/>
            </a:prstGeom>
            <a:solidFill>
              <a:srgbClr val="FBF3F4"/>
            </a:solidFill>
            <a:ln>
              <a:noFill/>
            </a:ln>
          </p:spPr>
        </p:sp>
        <p:sp>
          <p:nvSpPr>
            <p:cNvPr id="14061" name="Heatmap cell r55 c24"/>
            <p:cNvSpPr/>
            <p:nvPr/>
          </p:nvSpPr>
          <p:spPr>
            <a:xfrm>
              <a:off x="450744" y="1475335"/>
              <a:ext cx="19034" cy="28503"/>
            </a:xfrm>
            <a:prstGeom prst="rect">
              <a:avLst/>
            </a:prstGeom>
            <a:solidFill>
              <a:srgbClr val="205489"/>
            </a:solidFill>
            <a:ln>
              <a:noFill/>
            </a:ln>
          </p:spPr>
        </p:sp>
        <p:sp>
          <p:nvSpPr>
            <p:cNvPr id="14062" name="Heatmap cell r55 c25"/>
            <p:cNvSpPr/>
            <p:nvPr/>
          </p:nvSpPr>
          <p:spPr>
            <a:xfrm>
              <a:off x="469683" y="1475335"/>
              <a:ext cx="17140" cy="28503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</p:sp>
        <p:sp>
          <p:nvSpPr>
            <p:cNvPr id="14063" name="Heatmap cell r55 c26"/>
            <p:cNvSpPr/>
            <p:nvPr/>
          </p:nvSpPr>
          <p:spPr>
            <a:xfrm>
              <a:off x="486728" y="1475335"/>
              <a:ext cx="19034" cy="28503"/>
            </a:xfrm>
            <a:prstGeom prst="rect">
              <a:avLst/>
            </a:prstGeom>
            <a:solidFill>
              <a:srgbClr val="F7DADC"/>
            </a:solidFill>
            <a:ln>
              <a:noFill/>
            </a:ln>
          </p:spPr>
        </p:sp>
        <p:sp>
          <p:nvSpPr>
            <p:cNvPr id="14064" name="Heatmap cell r55 c27"/>
            <p:cNvSpPr/>
            <p:nvPr/>
          </p:nvSpPr>
          <p:spPr>
            <a:xfrm>
              <a:off x="505667" y="1475335"/>
              <a:ext cx="17140" cy="28503"/>
            </a:xfrm>
            <a:prstGeom prst="rect">
              <a:avLst/>
            </a:prstGeom>
            <a:solidFill>
              <a:srgbClr val="F5CFD2"/>
            </a:solidFill>
            <a:ln>
              <a:noFill/>
            </a:ln>
          </p:spPr>
        </p:sp>
        <p:sp>
          <p:nvSpPr>
            <p:cNvPr id="14065" name="Heatmap cell r55 c28"/>
            <p:cNvSpPr/>
            <p:nvPr/>
          </p:nvSpPr>
          <p:spPr>
            <a:xfrm>
              <a:off x="522712" y="1475335"/>
              <a:ext cx="19034" cy="28503"/>
            </a:xfrm>
            <a:prstGeom prst="rect">
              <a:avLst/>
            </a:prstGeom>
            <a:solidFill>
              <a:srgbClr val="FBF3F4"/>
            </a:solidFill>
            <a:ln>
              <a:noFill/>
            </a:ln>
          </p:spPr>
        </p:sp>
        <p:sp>
          <p:nvSpPr>
            <p:cNvPr id="14066" name="Heatmap cell r55 c29"/>
            <p:cNvSpPr/>
            <p:nvPr/>
          </p:nvSpPr>
          <p:spPr>
            <a:xfrm>
              <a:off x="541651" y="1475335"/>
              <a:ext cx="17140" cy="28503"/>
            </a:xfrm>
            <a:prstGeom prst="rect">
              <a:avLst/>
            </a:prstGeom>
            <a:solidFill>
              <a:srgbClr val="E9EDF3"/>
            </a:solidFill>
            <a:ln>
              <a:noFill/>
            </a:ln>
          </p:spPr>
        </p:sp>
        <p:sp>
          <p:nvSpPr>
            <p:cNvPr id="14067" name="Heatmap cell r55 c30"/>
            <p:cNvSpPr/>
            <p:nvPr/>
          </p:nvSpPr>
          <p:spPr>
            <a:xfrm>
              <a:off x="558696" y="1475335"/>
              <a:ext cx="19034" cy="28503"/>
            </a:xfrm>
            <a:prstGeom prst="rect">
              <a:avLst/>
            </a:prstGeom>
            <a:solidFill>
              <a:srgbClr val="C6D4E1"/>
            </a:solidFill>
            <a:ln>
              <a:noFill/>
            </a:ln>
          </p:spPr>
        </p:sp>
        <p:sp>
          <p:nvSpPr>
            <p:cNvPr id="14068" name="Heatmap cell r55 c31"/>
            <p:cNvSpPr/>
            <p:nvPr/>
          </p:nvSpPr>
          <p:spPr>
            <a:xfrm>
              <a:off x="577634" y="1475335"/>
              <a:ext cx="17140" cy="28503"/>
            </a:xfrm>
            <a:prstGeom prst="rect">
              <a:avLst/>
            </a:prstGeom>
            <a:solidFill>
              <a:srgbClr val="D9E1EB"/>
            </a:solidFill>
            <a:ln>
              <a:noFill/>
            </a:ln>
          </p:spPr>
        </p:sp>
        <p:sp>
          <p:nvSpPr>
            <p:cNvPr id="14069" name="Heatmap cell r55 c32"/>
            <p:cNvSpPr/>
            <p:nvPr/>
          </p:nvSpPr>
          <p:spPr>
            <a:xfrm>
              <a:off x="594679" y="1475335"/>
              <a:ext cx="19034" cy="28503"/>
            </a:xfrm>
            <a:prstGeom prst="rect">
              <a:avLst/>
            </a:prstGeom>
            <a:solidFill>
              <a:srgbClr val="C6D4E1"/>
            </a:solidFill>
            <a:ln>
              <a:noFill/>
            </a:ln>
          </p:spPr>
        </p:sp>
        <p:sp>
          <p:nvSpPr>
            <p:cNvPr id="14070" name="Heatmap cell r55 c33"/>
            <p:cNvSpPr/>
            <p:nvPr/>
          </p:nvSpPr>
          <p:spPr>
            <a:xfrm>
              <a:off x="613618" y="1475335"/>
              <a:ext cx="17140" cy="28503"/>
            </a:xfrm>
            <a:prstGeom prst="rect">
              <a:avLst/>
            </a:prstGeom>
            <a:solidFill>
              <a:srgbClr val="B7C7D9"/>
            </a:solidFill>
            <a:ln>
              <a:noFill/>
            </a:ln>
          </p:spPr>
        </p:sp>
        <p:sp>
          <p:nvSpPr>
            <p:cNvPr id="14071" name="Heatmap cell r55 c34"/>
            <p:cNvSpPr/>
            <p:nvPr/>
          </p:nvSpPr>
          <p:spPr>
            <a:xfrm>
              <a:off x="630663" y="1475335"/>
              <a:ext cx="19034" cy="28503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</p:sp>
        <p:sp>
          <p:nvSpPr>
            <p:cNvPr id="14072" name="Heatmap cell r55 c35"/>
            <p:cNvSpPr/>
            <p:nvPr/>
          </p:nvSpPr>
          <p:spPr>
            <a:xfrm>
              <a:off x="649602" y="1475335"/>
              <a:ext cx="19034" cy="28503"/>
            </a:xfrm>
            <a:prstGeom prst="rect">
              <a:avLst/>
            </a:prstGeom>
            <a:solidFill>
              <a:srgbClr val="F5F7F9"/>
            </a:solidFill>
            <a:ln>
              <a:noFill/>
            </a:ln>
          </p:spPr>
        </p:sp>
        <p:sp>
          <p:nvSpPr>
            <p:cNvPr id="14073" name="Heatmap cell r55 c36"/>
            <p:cNvSpPr/>
            <p:nvPr/>
          </p:nvSpPr>
          <p:spPr>
            <a:xfrm>
              <a:off x="668541" y="1475335"/>
              <a:ext cx="17140" cy="28503"/>
            </a:xfrm>
            <a:prstGeom prst="rect">
              <a:avLst/>
            </a:prstGeom>
            <a:solidFill>
              <a:srgbClr val="8AA7C2"/>
            </a:solidFill>
            <a:ln>
              <a:noFill/>
            </a:ln>
          </p:spPr>
        </p:sp>
        <p:sp>
          <p:nvSpPr>
            <p:cNvPr id="14074" name="Heatmap cell r55 c37"/>
            <p:cNvSpPr/>
            <p:nvPr/>
          </p:nvSpPr>
          <p:spPr>
            <a:xfrm>
              <a:off x="685586" y="1475335"/>
              <a:ext cx="19034" cy="28503"/>
            </a:xfrm>
            <a:prstGeom prst="rect">
              <a:avLst/>
            </a:prstGeom>
            <a:solidFill>
              <a:srgbClr val="F6D5D9"/>
            </a:solidFill>
            <a:ln>
              <a:noFill/>
            </a:ln>
          </p:spPr>
        </p:sp>
        <p:sp>
          <p:nvSpPr>
            <p:cNvPr id="14075" name="Heatmap cell r55 c38"/>
            <p:cNvSpPr/>
            <p:nvPr/>
          </p:nvSpPr>
          <p:spPr>
            <a:xfrm>
              <a:off x="704525" y="1475335"/>
              <a:ext cx="17140" cy="28503"/>
            </a:xfrm>
            <a:prstGeom prst="rect">
              <a:avLst/>
            </a:prstGeom>
            <a:solidFill>
              <a:srgbClr val="C9D6E2"/>
            </a:solidFill>
            <a:ln>
              <a:noFill/>
            </a:ln>
          </p:spPr>
        </p:sp>
        <p:sp>
          <p:nvSpPr>
            <p:cNvPr id="14076" name="Heatmap cell r55 c39"/>
            <p:cNvSpPr/>
            <p:nvPr/>
          </p:nvSpPr>
          <p:spPr>
            <a:xfrm>
              <a:off x="721570" y="1475335"/>
              <a:ext cx="19034" cy="28503"/>
            </a:xfrm>
            <a:prstGeom prst="rect">
              <a:avLst/>
            </a:prstGeom>
            <a:solidFill>
              <a:srgbClr val="B5C6D7"/>
            </a:solidFill>
            <a:ln>
              <a:noFill/>
            </a:ln>
          </p:spPr>
        </p:sp>
        <p:sp>
          <p:nvSpPr>
            <p:cNvPr id="14077" name="Heatmap cell r55 c40"/>
            <p:cNvSpPr/>
            <p:nvPr/>
          </p:nvSpPr>
          <p:spPr>
            <a:xfrm>
              <a:off x="740508" y="1475335"/>
              <a:ext cx="17140" cy="28503"/>
            </a:xfrm>
            <a:prstGeom prst="rect">
              <a:avLst/>
            </a:prstGeom>
            <a:solidFill>
              <a:srgbClr val="E06C78"/>
            </a:solidFill>
            <a:ln>
              <a:noFill/>
            </a:ln>
          </p:spPr>
        </p:sp>
        <p:sp>
          <p:nvSpPr>
            <p:cNvPr id="14078" name="Heatmap cell r55 c41"/>
            <p:cNvSpPr/>
            <p:nvPr/>
          </p:nvSpPr>
          <p:spPr>
            <a:xfrm>
              <a:off x="757553" y="1475335"/>
              <a:ext cx="19034" cy="28503"/>
            </a:xfrm>
            <a:prstGeom prst="rect">
              <a:avLst/>
            </a:prstGeom>
            <a:solidFill>
              <a:srgbClr val="F0F4F7"/>
            </a:solidFill>
            <a:ln>
              <a:noFill/>
            </a:ln>
          </p:spPr>
        </p:sp>
        <p:sp>
          <p:nvSpPr>
            <p:cNvPr id="14079" name="Heatmap cell r55 c42"/>
            <p:cNvSpPr/>
            <p:nvPr/>
          </p:nvSpPr>
          <p:spPr>
            <a:xfrm>
              <a:off x="776492" y="1475335"/>
              <a:ext cx="17140" cy="28503"/>
            </a:xfrm>
            <a:prstGeom prst="rect">
              <a:avLst/>
            </a:prstGeom>
            <a:solidFill>
              <a:srgbClr val="D0DBE6"/>
            </a:solidFill>
            <a:ln>
              <a:noFill/>
            </a:ln>
          </p:spPr>
        </p:sp>
        <p:sp>
          <p:nvSpPr>
            <p:cNvPr id="14080" name="Heatmap cell r55 c43"/>
            <p:cNvSpPr/>
            <p:nvPr/>
          </p:nvSpPr>
          <p:spPr>
            <a:xfrm>
              <a:off x="793537" y="1475335"/>
              <a:ext cx="19034" cy="28503"/>
            </a:xfrm>
            <a:prstGeom prst="rect">
              <a:avLst/>
            </a:prstGeom>
            <a:solidFill>
              <a:srgbClr val="EFF3F7"/>
            </a:solidFill>
            <a:ln>
              <a:noFill/>
            </a:ln>
          </p:spPr>
        </p:sp>
        <p:sp>
          <p:nvSpPr>
            <p:cNvPr id="14081" name="Heatmap cell r55 c44"/>
            <p:cNvSpPr/>
            <p:nvPr/>
          </p:nvSpPr>
          <p:spPr>
            <a:xfrm>
              <a:off x="812476" y="1475335"/>
              <a:ext cx="17140" cy="28503"/>
            </a:xfrm>
            <a:prstGeom prst="rect">
              <a:avLst/>
            </a:prstGeom>
            <a:solidFill>
              <a:srgbClr val="FBF1F3"/>
            </a:solidFill>
            <a:ln>
              <a:noFill/>
            </a:ln>
          </p:spPr>
        </p:sp>
        <p:sp>
          <p:nvSpPr>
            <p:cNvPr id="14082" name="Heatmap cell r55 c45"/>
            <p:cNvSpPr/>
            <p:nvPr/>
          </p:nvSpPr>
          <p:spPr>
            <a:xfrm>
              <a:off x="829521" y="1475335"/>
              <a:ext cx="19034" cy="28503"/>
            </a:xfrm>
            <a:prstGeom prst="rect">
              <a:avLst/>
            </a:prstGeom>
            <a:solidFill>
              <a:srgbClr val="EFF3F7"/>
            </a:solidFill>
            <a:ln>
              <a:noFill/>
            </a:ln>
          </p:spPr>
        </p:sp>
        <p:sp>
          <p:nvSpPr>
            <p:cNvPr id="14083" name="Heatmap cell r55 c47"/>
            <p:cNvSpPr/>
            <p:nvPr/>
          </p:nvSpPr>
          <p:spPr>
            <a:xfrm>
              <a:off x="865505" y="1475335"/>
              <a:ext cx="19034" cy="28503"/>
            </a:xfrm>
            <a:prstGeom prst="rect">
              <a:avLst/>
            </a:prstGeom>
            <a:solidFill>
              <a:srgbClr val="EA949C"/>
            </a:solidFill>
            <a:ln>
              <a:noFill/>
            </a:ln>
          </p:spPr>
        </p:sp>
        <p:sp>
          <p:nvSpPr>
            <p:cNvPr id="14084" name="Heatmap cell r55 c48"/>
            <p:cNvSpPr/>
            <p:nvPr/>
          </p:nvSpPr>
          <p:spPr>
            <a:xfrm>
              <a:off x="884444" y="1475335"/>
              <a:ext cx="19034" cy="28503"/>
            </a:xfrm>
            <a:prstGeom prst="rect">
              <a:avLst/>
            </a:prstGeom>
            <a:solidFill>
              <a:srgbClr val="DDE4EC"/>
            </a:solidFill>
            <a:ln>
              <a:noFill/>
            </a:ln>
          </p:spPr>
        </p:sp>
        <p:sp>
          <p:nvSpPr>
            <p:cNvPr id="14085" name="Heatmap cell r55 c49"/>
            <p:cNvSpPr/>
            <p:nvPr/>
          </p:nvSpPr>
          <p:spPr>
            <a:xfrm>
              <a:off x="903382" y="1475335"/>
              <a:ext cx="17140" cy="28503"/>
            </a:xfrm>
            <a:prstGeom prst="rect">
              <a:avLst/>
            </a:prstGeom>
            <a:solidFill>
              <a:srgbClr val="B1C4D5"/>
            </a:solidFill>
            <a:ln>
              <a:noFill/>
            </a:ln>
          </p:spPr>
        </p:sp>
        <p:sp>
          <p:nvSpPr>
            <p:cNvPr id="14086" name="Heatmap cell r55 c50"/>
            <p:cNvSpPr/>
            <p:nvPr/>
          </p:nvSpPr>
          <p:spPr>
            <a:xfrm>
              <a:off x="920427" y="1475335"/>
              <a:ext cx="19034" cy="28503"/>
            </a:xfrm>
            <a:prstGeom prst="rect">
              <a:avLst/>
            </a:prstGeom>
            <a:solidFill>
              <a:srgbClr val="7394B6"/>
            </a:solidFill>
            <a:ln>
              <a:noFill/>
            </a:ln>
          </p:spPr>
        </p:sp>
        <p:sp>
          <p:nvSpPr>
            <p:cNvPr id="14087" name="Heatmap cell r55 c51"/>
            <p:cNvSpPr/>
            <p:nvPr/>
          </p:nvSpPr>
          <p:spPr>
            <a:xfrm>
              <a:off x="939366" y="1475335"/>
              <a:ext cx="17140" cy="28503"/>
            </a:xfrm>
            <a:prstGeom prst="rect">
              <a:avLst/>
            </a:prstGeom>
            <a:solidFill>
              <a:srgbClr val="C5D2E0"/>
            </a:solidFill>
            <a:ln>
              <a:noFill/>
            </a:ln>
          </p:spPr>
        </p:sp>
        <p:sp>
          <p:nvSpPr>
            <p:cNvPr id="14088" name="Heatmap cell r55 c52"/>
            <p:cNvSpPr/>
            <p:nvPr/>
          </p:nvSpPr>
          <p:spPr>
            <a:xfrm>
              <a:off x="956411" y="1475335"/>
              <a:ext cx="19034" cy="28503"/>
            </a:xfrm>
            <a:prstGeom prst="rect">
              <a:avLst/>
            </a:prstGeom>
            <a:solidFill>
              <a:srgbClr val="ADC2D4"/>
            </a:solidFill>
            <a:ln>
              <a:noFill/>
            </a:ln>
          </p:spPr>
        </p:sp>
        <p:sp>
          <p:nvSpPr>
            <p:cNvPr id="14089" name="Heatmap cell r55 c53"/>
            <p:cNvSpPr/>
            <p:nvPr/>
          </p:nvSpPr>
          <p:spPr>
            <a:xfrm>
              <a:off x="975350" y="1475335"/>
              <a:ext cx="17140" cy="28503"/>
            </a:xfrm>
            <a:prstGeom prst="rect">
              <a:avLst/>
            </a:prstGeom>
            <a:solidFill>
              <a:srgbClr val="88A6C1"/>
            </a:solidFill>
            <a:ln>
              <a:noFill/>
            </a:ln>
          </p:spPr>
        </p:sp>
        <p:sp>
          <p:nvSpPr>
            <p:cNvPr id="14090" name="Heatmap cell r55 c54"/>
            <p:cNvSpPr/>
            <p:nvPr/>
          </p:nvSpPr>
          <p:spPr>
            <a:xfrm>
              <a:off x="992395" y="1475335"/>
              <a:ext cx="19034" cy="28503"/>
            </a:xfrm>
            <a:prstGeom prst="rect">
              <a:avLst/>
            </a:prstGeom>
            <a:solidFill>
              <a:srgbClr val="6C90B1"/>
            </a:solidFill>
            <a:ln>
              <a:noFill/>
            </a:ln>
          </p:spPr>
        </p:sp>
        <p:sp>
          <p:nvSpPr>
            <p:cNvPr id="14091" name="Heatmap cell r55 c55"/>
            <p:cNvSpPr/>
            <p:nvPr/>
          </p:nvSpPr>
          <p:spPr>
            <a:xfrm>
              <a:off x="1011334" y="1475335"/>
              <a:ext cx="17140" cy="28503"/>
            </a:xfrm>
            <a:prstGeom prst="rect">
              <a:avLst/>
            </a:prstGeom>
            <a:solidFill>
              <a:srgbClr val="CAD6E3"/>
            </a:solidFill>
            <a:ln>
              <a:noFill/>
            </a:ln>
          </p:spPr>
        </p:sp>
        <p:sp>
          <p:nvSpPr>
            <p:cNvPr id="14092" name="Heatmap cell r55 c56"/>
            <p:cNvSpPr/>
            <p:nvPr/>
          </p:nvSpPr>
          <p:spPr>
            <a:xfrm>
              <a:off x="1028379" y="1475335"/>
              <a:ext cx="19034" cy="28503"/>
            </a:xfrm>
            <a:prstGeom prst="rect">
              <a:avLst/>
            </a:prstGeom>
            <a:solidFill>
              <a:srgbClr val="F0F4F7"/>
            </a:solidFill>
            <a:ln>
              <a:noFill/>
            </a:ln>
          </p:spPr>
        </p:sp>
        <p:sp>
          <p:nvSpPr>
            <p:cNvPr id="14093" name="Heatmap cell r55 c57"/>
            <p:cNvSpPr/>
            <p:nvPr/>
          </p:nvSpPr>
          <p:spPr>
            <a:xfrm>
              <a:off x="1047318" y="1475335"/>
              <a:ext cx="17140" cy="28503"/>
            </a:xfrm>
            <a:prstGeom prst="rect">
              <a:avLst/>
            </a:prstGeom>
            <a:solidFill>
              <a:srgbClr val="809FBC"/>
            </a:solidFill>
            <a:ln>
              <a:noFill/>
            </a:ln>
          </p:spPr>
        </p:sp>
        <p:sp>
          <p:nvSpPr>
            <p:cNvPr id="14094" name="Heatmap cell r55 c58"/>
            <p:cNvSpPr/>
            <p:nvPr/>
          </p:nvSpPr>
          <p:spPr>
            <a:xfrm>
              <a:off x="1064363" y="1475335"/>
              <a:ext cx="19034" cy="28503"/>
            </a:xfrm>
            <a:prstGeom prst="rect">
              <a:avLst/>
            </a:prstGeom>
            <a:solidFill>
              <a:srgbClr val="95AEC7"/>
            </a:solidFill>
            <a:ln>
              <a:noFill/>
            </a:ln>
          </p:spPr>
        </p:sp>
        <p:sp>
          <p:nvSpPr>
            <p:cNvPr id="14095" name="Heatmap cell r55 c59"/>
            <p:cNvSpPr/>
            <p:nvPr/>
          </p:nvSpPr>
          <p:spPr>
            <a:xfrm>
              <a:off x="1083301" y="1475335"/>
              <a:ext cx="17140" cy="28503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14096" name="Heatmap cell r55 c60"/>
            <p:cNvSpPr/>
            <p:nvPr/>
          </p:nvSpPr>
          <p:spPr>
            <a:xfrm>
              <a:off x="1100346" y="1475335"/>
              <a:ext cx="19034" cy="28503"/>
            </a:xfrm>
            <a:prstGeom prst="rect">
              <a:avLst/>
            </a:prstGeom>
            <a:solidFill>
              <a:srgbClr val="9FB7CD"/>
            </a:solidFill>
            <a:ln>
              <a:noFill/>
            </a:ln>
          </p:spPr>
        </p:sp>
        <p:sp>
          <p:nvSpPr>
            <p:cNvPr id="14097" name="Heatmap cell r55 c61"/>
            <p:cNvSpPr/>
            <p:nvPr/>
          </p:nvSpPr>
          <p:spPr>
            <a:xfrm>
              <a:off x="1119285" y="1475335"/>
              <a:ext cx="19034" cy="28503"/>
            </a:xfrm>
            <a:prstGeom prst="rect">
              <a:avLst/>
            </a:prstGeom>
            <a:solidFill>
              <a:srgbClr val="EBA2A9"/>
            </a:solidFill>
            <a:ln>
              <a:noFill/>
            </a:ln>
          </p:spPr>
        </p:sp>
        <p:sp>
          <p:nvSpPr>
            <p:cNvPr id="14098" name="Heatmap cell r55 c62"/>
            <p:cNvSpPr/>
            <p:nvPr/>
          </p:nvSpPr>
          <p:spPr>
            <a:xfrm>
              <a:off x="1138224" y="1475335"/>
              <a:ext cx="17140" cy="28503"/>
            </a:xfrm>
            <a:prstGeom prst="rect">
              <a:avLst/>
            </a:prstGeom>
            <a:solidFill>
              <a:srgbClr val="03055E"/>
            </a:solidFill>
            <a:ln>
              <a:noFill/>
            </a:ln>
          </p:spPr>
        </p:sp>
        <p:sp>
          <p:nvSpPr>
            <p:cNvPr id="14099" name="Heatmap cell r55 c63"/>
            <p:cNvSpPr/>
            <p:nvPr/>
          </p:nvSpPr>
          <p:spPr>
            <a:xfrm>
              <a:off x="1155269" y="1475335"/>
              <a:ext cx="19034" cy="28503"/>
            </a:xfrm>
            <a:prstGeom prst="rect">
              <a:avLst/>
            </a:prstGeom>
            <a:solidFill>
              <a:srgbClr val="FCF8F9"/>
            </a:solidFill>
            <a:ln>
              <a:noFill/>
            </a:ln>
          </p:spPr>
        </p:sp>
        <p:sp>
          <p:nvSpPr>
            <p:cNvPr id="14100" name="Heatmap cell r55 c65"/>
            <p:cNvSpPr/>
            <p:nvPr/>
          </p:nvSpPr>
          <p:spPr>
            <a:xfrm>
              <a:off x="1191253" y="1475335"/>
              <a:ext cx="19034" cy="28503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14101" name="Heatmap cell r55 c66"/>
            <p:cNvSpPr/>
            <p:nvPr/>
          </p:nvSpPr>
          <p:spPr>
            <a:xfrm>
              <a:off x="1210192" y="1475335"/>
              <a:ext cx="17140" cy="28503"/>
            </a:xfrm>
            <a:prstGeom prst="rect">
              <a:avLst/>
            </a:prstGeom>
            <a:solidFill>
              <a:srgbClr val="F4CED1"/>
            </a:solidFill>
            <a:ln>
              <a:noFill/>
            </a:ln>
          </p:spPr>
        </p:sp>
        <p:sp>
          <p:nvSpPr>
            <p:cNvPr id="14102" name="Heatmap cell r55 c67"/>
            <p:cNvSpPr/>
            <p:nvPr/>
          </p:nvSpPr>
          <p:spPr>
            <a:xfrm>
              <a:off x="1227236" y="1475335"/>
              <a:ext cx="19034" cy="28503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14103" name="Heatmap cell r55 c68"/>
            <p:cNvSpPr/>
            <p:nvPr/>
          </p:nvSpPr>
          <p:spPr>
            <a:xfrm>
              <a:off x="1246175" y="1475335"/>
              <a:ext cx="17140" cy="28503"/>
            </a:xfrm>
            <a:prstGeom prst="rect">
              <a:avLst/>
            </a:prstGeom>
            <a:solidFill>
              <a:srgbClr val="A2B8CF"/>
            </a:solidFill>
            <a:ln>
              <a:noFill/>
            </a:ln>
          </p:spPr>
        </p:sp>
        <p:sp>
          <p:nvSpPr>
            <p:cNvPr id="14104" name="Heatmap cell r55 c69"/>
            <p:cNvSpPr/>
            <p:nvPr/>
          </p:nvSpPr>
          <p:spPr>
            <a:xfrm>
              <a:off x="1263220" y="1475335"/>
              <a:ext cx="19034" cy="28503"/>
            </a:xfrm>
            <a:prstGeom prst="rect">
              <a:avLst/>
            </a:prstGeom>
            <a:solidFill>
              <a:srgbClr val="517AA2"/>
            </a:solidFill>
            <a:ln>
              <a:noFill/>
            </a:ln>
          </p:spPr>
        </p:sp>
        <p:sp>
          <p:nvSpPr>
            <p:cNvPr id="14105" name="Heatmap cell r55 c70"/>
            <p:cNvSpPr/>
            <p:nvPr/>
          </p:nvSpPr>
          <p:spPr>
            <a:xfrm>
              <a:off x="1282159" y="1475335"/>
              <a:ext cx="17140" cy="28503"/>
            </a:xfrm>
            <a:prstGeom prst="rect">
              <a:avLst/>
            </a:prstGeom>
            <a:solidFill>
              <a:srgbClr val="FCF7F7"/>
            </a:solidFill>
            <a:ln>
              <a:noFill/>
            </a:ln>
          </p:spPr>
        </p:sp>
        <p:sp>
          <p:nvSpPr>
            <p:cNvPr id="14106" name="Heatmap cell r55 c71"/>
            <p:cNvSpPr/>
            <p:nvPr/>
          </p:nvSpPr>
          <p:spPr>
            <a:xfrm>
              <a:off x="1299204" y="1475335"/>
              <a:ext cx="19034" cy="28503"/>
            </a:xfrm>
            <a:prstGeom prst="rect">
              <a:avLst/>
            </a:prstGeom>
            <a:solidFill>
              <a:srgbClr val="E6EBF1"/>
            </a:solidFill>
            <a:ln>
              <a:noFill/>
            </a:ln>
          </p:spPr>
        </p:sp>
        <p:sp>
          <p:nvSpPr>
            <p:cNvPr id="14107" name="Heatmap cell r55 c72"/>
            <p:cNvSpPr/>
            <p:nvPr/>
          </p:nvSpPr>
          <p:spPr>
            <a:xfrm>
              <a:off x="1318143" y="1475335"/>
              <a:ext cx="17140" cy="28503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</p:sp>
        <p:sp>
          <p:nvSpPr>
            <p:cNvPr id="14108" name="Heatmap cell r55 c73"/>
            <p:cNvSpPr/>
            <p:nvPr/>
          </p:nvSpPr>
          <p:spPr>
            <a:xfrm>
              <a:off x="1335188" y="1475335"/>
              <a:ext cx="19034" cy="28503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14109" name="Heatmap cell r55 c74"/>
            <p:cNvSpPr/>
            <p:nvPr/>
          </p:nvSpPr>
          <p:spPr>
            <a:xfrm>
              <a:off x="1354127" y="1475335"/>
              <a:ext cx="17140" cy="28503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14110" name="Heatmap cell r55 c75"/>
            <p:cNvSpPr/>
            <p:nvPr/>
          </p:nvSpPr>
          <p:spPr>
            <a:xfrm>
              <a:off x="1371172" y="1475335"/>
              <a:ext cx="19034" cy="28503"/>
            </a:xfrm>
            <a:prstGeom prst="rect">
              <a:avLst/>
            </a:prstGeom>
            <a:solidFill>
              <a:srgbClr val="174380"/>
            </a:solidFill>
            <a:ln>
              <a:noFill/>
            </a:ln>
          </p:spPr>
        </p:sp>
        <p:sp>
          <p:nvSpPr>
            <p:cNvPr id="14111" name="Heatmap cell r55 c76"/>
            <p:cNvSpPr/>
            <p:nvPr/>
          </p:nvSpPr>
          <p:spPr>
            <a:xfrm>
              <a:off x="1390110" y="1475335"/>
              <a:ext cx="19034" cy="28503"/>
            </a:xfrm>
            <a:prstGeom prst="rect">
              <a:avLst/>
            </a:prstGeom>
            <a:solidFill>
              <a:srgbClr val="92ADC6"/>
            </a:solidFill>
            <a:ln>
              <a:noFill/>
            </a:ln>
          </p:spPr>
        </p:sp>
        <p:sp>
          <p:nvSpPr>
            <p:cNvPr id="14112" name="Heatmap cell r55 c77"/>
            <p:cNvSpPr/>
            <p:nvPr/>
          </p:nvSpPr>
          <p:spPr>
            <a:xfrm>
              <a:off x="1409049" y="1475335"/>
              <a:ext cx="17140" cy="28503"/>
            </a:xfrm>
            <a:prstGeom prst="rect">
              <a:avLst/>
            </a:prstGeom>
            <a:solidFill>
              <a:srgbClr val="2C5F91"/>
            </a:solidFill>
            <a:ln>
              <a:noFill/>
            </a:ln>
          </p:spPr>
        </p:sp>
        <p:sp>
          <p:nvSpPr>
            <p:cNvPr id="14113" name="Heatmap cell r55 c78"/>
            <p:cNvSpPr/>
            <p:nvPr/>
          </p:nvSpPr>
          <p:spPr>
            <a:xfrm>
              <a:off x="1426094" y="1475335"/>
              <a:ext cx="19034" cy="28503"/>
            </a:xfrm>
            <a:prstGeom prst="rect">
              <a:avLst/>
            </a:prstGeom>
            <a:solidFill>
              <a:srgbClr val="A9BCD2"/>
            </a:solidFill>
            <a:ln>
              <a:noFill/>
            </a:ln>
          </p:spPr>
        </p:sp>
        <p:sp>
          <p:nvSpPr>
            <p:cNvPr id="14114" name="Heatmap cell r55 c79"/>
            <p:cNvSpPr/>
            <p:nvPr/>
          </p:nvSpPr>
          <p:spPr>
            <a:xfrm>
              <a:off x="1445033" y="1475335"/>
              <a:ext cx="17140" cy="28503"/>
            </a:xfrm>
            <a:prstGeom prst="rect">
              <a:avLst/>
            </a:prstGeom>
            <a:solidFill>
              <a:srgbClr val="EFF3F7"/>
            </a:solidFill>
            <a:ln>
              <a:noFill/>
            </a:ln>
          </p:spPr>
        </p:sp>
        <p:sp>
          <p:nvSpPr>
            <p:cNvPr id="14115" name="Heatmap cell r55 c80"/>
            <p:cNvSpPr/>
            <p:nvPr/>
          </p:nvSpPr>
          <p:spPr>
            <a:xfrm>
              <a:off x="1462078" y="1475335"/>
              <a:ext cx="19034" cy="28503"/>
            </a:xfrm>
            <a:prstGeom prst="rect">
              <a:avLst/>
            </a:prstGeom>
            <a:solidFill>
              <a:srgbClr val="BFCFDF"/>
            </a:solidFill>
            <a:ln>
              <a:noFill/>
            </a:ln>
          </p:spPr>
        </p:sp>
        <p:sp>
          <p:nvSpPr>
            <p:cNvPr id="14116" name="Heatmap cell r55 c81"/>
            <p:cNvSpPr/>
            <p:nvPr/>
          </p:nvSpPr>
          <p:spPr>
            <a:xfrm>
              <a:off x="1481017" y="1475335"/>
              <a:ext cx="17140" cy="28503"/>
            </a:xfrm>
            <a:prstGeom prst="rect">
              <a:avLst/>
            </a:prstGeom>
            <a:solidFill>
              <a:srgbClr val="EDACB3"/>
            </a:solidFill>
            <a:ln>
              <a:noFill/>
            </a:ln>
          </p:spPr>
        </p:sp>
        <p:sp>
          <p:nvSpPr>
            <p:cNvPr id="14117" name="Heatmap cell r55 c82"/>
            <p:cNvSpPr/>
            <p:nvPr/>
          </p:nvSpPr>
          <p:spPr>
            <a:xfrm>
              <a:off x="1498062" y="1475335"/>
              <a:ext cx="19034" cy="28503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14118" name="Heatmap cell r55 c83"/>
            <p:cNvSpPr/>
            <p:nvPr/>
          </p:nvSpPr>
          <p:spPr>
            <a:xfrm>
              <a:off x="1517001" y="1475335"/>
              <a:ext cx="17140" cy="28503"/>
            </a:xfrm>
            <a:prstGeom prst="rect">
              <a:avLst/>
            </a:prstGeom>
            <a:solidFill>
              <a:srgbClr val="E9EEF4"/>
            </a:solidFill>
            <a:ln>
              <a:noFill/>
            </a:ln>
          </p:spPr>
        </p:sp>
        <p:sp>
          <p:nvSpPr>
            <p:cNvPr id="14119" name="Heatmap cell r55 c84"/>
            <p:cNvSpPr/>
            <p:nvPr/>
          </p:nvSpPr>
          <p:spPr>
            <a:xfrm>
              <a:off x="1534046" y="1475335"/>
              <a:ext cx="19034" cy="28503"/>
            </a:xfrm>
            <a:prstGeom prst="rect">
              <a:avLst/>
            </a:prstGeom>
            <a:solidFill>
              <a:srgbClr val="EBF0F6"/>
            </a:solidFill>
            <a:ln>
              <a:noFill/>
            </a:ln>
          </p:spPr>
        </p:sp>
        <p:sp>
          <p:nvSpPr>
            <p:cNvPr id="14120" name="Heatmap cell r55 c85"/>
            <p:cNvSpPr/>
            <p:nvPr/>
          </p:nvSpPr>
          <p:spPr>
            <a:xfrm>
              <a:off x="1552984" y="1475335"/>
              <a:ext cx="17140" cy="28503"/>
            </a:xfrm>
            <a:prstGeom prst="rect">
              <a:avLst/>
            </a:prstGeom>
            <a:solidFill>
              <a:srgbClr val="DE5F6A"/>
            </a:solidFill>
            <a:ln>
              <a:noFill/>
            </a:ln>
          </p:spPr>
        </p:sp>
        <p:sp>
          <p:nvSpPr>
            <p:cNvPr id="14121" name="Heatmap cell r55 c86"/>
            <p:cNvSpPr/>
            <p:nvPr/>
          </p:nvSpPr>
          <p:spPr>
            <a:xfrm>
              <a:off x="1570029" y="1475335"/>
              <a:ext cx="19034" cy="28503"/>
            </a:xfrm>
            <a:prstGeom prst="rect">
              <a:avLst/>
            </a:prstGeom>
            <a:solidFill>
              <a:srgbClr val="F7E2E4"/>
            </a:solidFill>
            <a:ln>
              <a:noFill/>
            </a:ln>
          </p:spPr>
        </p:sp>
        <p:sp>
          <p:nvSpPr>
            <p:cNvPr id="14122" name="Heatmap cell r55 c87"/>
            <p:cNvSpPr/>
            <p:nvPr/>
          </p:nvSpPr>
          <p:spPr>
            <a:xfrm>
              <a:off x="1588968" y="1475335"/>
              <a:ext cx="17140" cy="28503"/>
            </a:xfrm>
            <a:prstGeom prst="rect">
              <a:avLst/>
            </a:prstGeom>
            <a:solidFill>
              <a:srgbClr val="BCCCDC"/>
            </a:solidFill>
            <a:ln>
              <a:noFill/>
            </a:ln>
          </p:spPr>
        </p:sp>
        <p:sp>
          <p:nvSpPr>
            <p:cNvPr id="14123" name="Heatmap cell r55 c88"/>
            <p:cNvSpPr/>
            <p:nvPr/>
          </p:nvSpPr>
          <p:spPr>
            <a:xfrm>
              <a:off x="1606013" y="1475335"/>
              <a:ext cx="19034" cy="28503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14124" name="Heatmap cell r55 c89"/>
            <p:cNvSpPr/>
            <p:nvPr/>
          </p:nvSpPr>
          <p:spPr>
            <a:xfrm>
              <a:off x="1624952" y="1475335"/>
              <a:ext cx="19034" cy="28503"/>
            </a:xfrm>
            <a:prstGeom prst="rect">
              <a:avLst/>
            </a:prstGeom>
            <a:solidFill>
              <a:srgbClr val="F3C5C8"/>
            </a:solidFill>
            <a:ln>
              <a:noFill/>
            </a:ln>
          </p:spPr>
        </p:sp>
        <p:sp>
          <p:nvSpPr>
            <p:cNvPr id="14125" name="Heatmap cell r55 c90"/>
            <p:cNvSpPr/>
            <p:nvPr/>
          </p:nvSpPr>
          <p:spPr>
            <a:xfrm>
              <a:off x="1643891" y="1475335"/>
              <a:ext cx="17140" cy="28503"/>
            </a:xfrm>
            <a:prstGeom prst="rect">
              <a:avLst/>
            </a:prstGeom>
            <a:solidFill>
              <a:srgbClr val="E4858D"/>
            </a:solidFill>
            <a:ln>
              <a:noFill/>
            </a:ln>
          </p:spPr>
        </p:sp>
        <p:sp>
          <p:nvSpPr>
            <p:cNvPr id="14126" name="Heatmap cell r55 c91"/>
            <p:cNvSpPr/>
            <p:nvPr/>
          </p:nvSpPr>
          <p:spPr>
            <a:xfrm>
              <a:off x="1660936" y="1475335"/>
              <a:ext cx="19034" cy="28503"/>
            </a:xfrm>
            <a:prstGeom prst="rect">
              <a:avLst/>
            </a:prstGeom>
            <a:solidFill>
              <a:srgbClr val="B9C9DB"/>
            </a:solidFill>
            <a:ln>
              <a:noFill/>
            </a:ln>
          </p:spPr>
        </p:sp>
        <p:sp>
          <p:nvSpPr>
            <p:cNvPr id="14127" name="Heatmap cell r55 c92"/>
            <p:cNvSpPr/>
            <p:nvPr/>
          </p:nvSpPr>
          <p:spPr>
            <a:xfrm>
              <a:off x="1679875" y="1475335"/>
              <a:ext cx="17140" cy="28503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</p:sp>
        <p:sp>
          <p:nvSpPr>
            <p:cNvPr id="14128" name="Heatmap cell r55 c93"/>
            <p:cNvSpPr/>
            <p:nvPr/>
          </p:nvSpPr>
          <p:spPr>
            <a:xfrm>
              <a:off x="1696920" y="1475335"/>
              <a:ext cx="19034" cy="28503"/>
            </a:xfrm>
            <a:prstGeom prst="rect">
              <a:avLst/>
            </a:prstGeom>
            <a:solidFill>
              <a:srgbClr val="F7DADC"/>
            </a:solidFill>
            <a:ln>
              <a:noFill/>
            </a:ln>
          </p:spPr>
        </p:sp>
        <p:sp>
          <p:nvSpPr>
            <p:cNvPr id="14129" name="Heatmap cell r55 c94"/>
            <p:cNvSpPr/>
            <p:nvPr/>
          </p:nvSpPr>
          <p:spPr>
            <a:xfrm>
              <a:off x="1715858" y="1475335"/>
              <a:ext cx="17140" cy="28503"/>
            </a:xfrm>
            <a:prstGeom prst="rect">
              <a:avLst/>
            </a:prstGeom>
            <a:solidFill>
              <a:srgbClr val="F1F5F8"/>
            </a:solidFill>
            <a:ln>
              <a:noFill/>
            </a:ln>
          </p:spPr>
        </p:sp>
        <p:sp>
          <p:nvSpPr>
            <p:cNvPr id="14130" name="Heatmap cell r55 c95"/>
            <p:cNvSpPr/>
            <p:nvPr/>
          </p:nvSpPr>
          <p:spPr>
            <a:xfrm>
              <a:off x="1732903" y="1475335"/>
              <a:ext cx="19034" cy="28503"/>
            </a:xfrm>
            <a:prstGeom prst="rect">
              <a:avLst/>
            </a:prstGeom>
            <a:solidFill>
              <a:srgbClr val="F8DBDD"/>
            </a:solidFill>
            <a:ln>
              <a:noFill/>
            </a:ln>
          </p:spPr>
        </p:sp>
        <p:sp>
          <p:nvSpPr>
            <p:cNvPr id="14131" name="Heatmap cell r55 c96"/>
            <p:cNvSpPr/>
            <p:nvPr/>
          </p:nvSpPr>
          <p:spPr>
            <a:xfrm>
              <a:off x="1751842" y="1475335"/>
              <a:ext cx="17140" cy="28503"/>
            </a:xfrm>
            <a:prstGeom prst="rect">
              <a:avLst/>
            </a:prstGeom>
            <a:solidFill>
              <a:srgbClr val="E7EBF1"/>
            </a:solidFill>
            <a:ln>
              <a:noFill/>
            </a:ln>
          </p:spPr>
        </p:sp>
        <p:sp>
          <p:nvSpPr>
            <p:cNvPr id="14132" name="Heatmap cell r55 c97"/>
            <p:cNvSpPr/>
            <p:nvPr/>
          </p:nvSpPr>
          <p:spPr>
            <a:xfrm>
              <a:off x="1768887" y="1475335"/>
              <a:ext cx="19034" cy="28503"/>
            </a:xfrm>
            <a:prstGeom prst="rect">
              <a:avLst/>
            </a:prstGeom>
            <a:solidFill>
              <a:srgbClr val="9DB5CC"/>
            </a:solidFill>
            <a:ln>
              <a:noFill/>
            </a:ln>
          </p:spPr>
        </p:sp>
        <p:sp>
          <p:nvSpPr>
            <p:cNvPr id="14133" name="Heatmap cell r55 c98"/>
            <p:cNvSpPr/>
            <p:nvPr/>
          </p:nvSpPr>
          <p:spPr>
            <a:xfrm>
              <a:off x="1787826" y="1475335"/>
              <a:ext cx="17140" cy="28503"/>
            </a:xfrm>
            <a:prstGeom prst="rect">
              <a:avLst/>
            </a:prstGeom>
            <a:solidFill>
              <a:srgbClr val="FDF9FA"/>
            </a:solidFill>
            <a:ln>
              <a:noFill/>
            </a:ln>
          </p:spPr>
        </p:sp>
        <p:sp>
          <p:nvSpPr>
            <p:cNvPr id="14134" name="Heatmap cell r55 c99"/>
            <p:cNvSpPr/>
            <p:nvPr/>
          </p:nvSpPr>
          <p:spPr>
            <a:xfrm>
              <a:off x="1804871" y="1475335"/>
              <a:ext cx="19034" cy="28503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14135" name="Heatmap cell r55 c100"/>
            <p:cNvSpPr/>
            <p:nvPr/>
          </p:nvSpPr>
          <p:spPr>
            <a:xfrm>
              <a:off x="1823810" y="1475335"/>
              <a:ext cx="17140" cy="28503"/>
            </a:xfrm>
            <a:prstGeom prst="rect">
              <a:avLst/>
            </a:prstGeom>
            <a:solidFill>
              <a:srgbClr val="6F92B4"/>
            </a:solidFill>
            <a:ln>
              <a:noFill/>
            </a:ln>
          </p:spPr>
        </p:sp>
        <p:sp>
          <p:nvSpPr>
            <p:cNvPr id="14136" name="Heatmap cell r55 c101"/>
            <p:cNvSpPr/>
            <p:nvPr/>
          </p:nvSpPr>
          <p:spPr>
            <a:xfrm>
              <a:off x="1840855" y="1475335"/>
              <a:ext cx="19034" cy="28503"/>
            </a:xfrm>
            <a:prstGeom prst="rect">
              <a:avLst/>
            </a:prstGeom>
            <a:solidFill>
              <a:srgbClr val="EA9CA2"/>
            </a:solidFill>
            <a:ln>
              <a:noFill/>
            </a:ln>
          </p:spPr>
        </p:sp>
        <p:sp>
          <p:nvSpPr>
            <p:cNvPr id="14137" name="Heatmap cell r55 c102"/>
            <p:cNvSpPr/>
            <p:nvPr/>
          </p:nvSpPr>
          <p:spPr>
            <a:xfrm>
              <a:off x="1859794" y="1475335"/>
              <a:ext cx="19034" cy="28503"/>
            </a:xfrm>
            <a:prstGeom prst="rect">
              <a:avLst/>
            </a:prstGeom>
            <a:solidFill>
              <a:srgbClr val="85A1BE"/>
            </a:solidFill>
            <a:ln>
              <a:noFill/>
            </a:ln>
          </p:spPr>
        </p:sp>
        <p:sp>
          <p:nvSpPr>
            <p:cNvPr id="14138" name="Heatmap cell r55 c103"/>
            <p:cNvSpPr/>
            <p:nvPr/>
          </p:nvSpPr>
          <p:spPr>
            <a:xfrm>
              <a:off x="1878732" y="1475335"/>
              <a:ext cx="17140" cy="28503"/>
            </a:xfrm>
            <a:prstGeom prst="rect">
              <a:avLst/>
            </a:prstGeom>
            <a:solidFill>
              <a:srgbClr val="C9D6E2"/>
            </a:solidFill>
            <a:ln>
              <a:noFill/>
            </a:ln>
          </p:spPr>
        </p:sp>
        <p:sp>
          <p:nvSpPr>
            <p:cNvPr id="14139" name="Heatmap cell r55 c104"/>
            <p:cNvSpPr/>
            <p:nvPr/>
          </p:nvSpPr>
          <p:spPr>
            <a:xfrm>
              <a:off x="1895777" y="1475335"/>
              <a:ext cx="19034" cy="28503"/>
            </a:xfrm>
            <a:prstGeom prst="rect">
              <a:avLst/>
            </a:prstGeom>
            <a:solidFill>
              <a:srgbClr val="C5D2DF"/>
            </a:solidFill>
            <a:ln>
              <a:noFill/>
            </a:ln>
          </p:spPr>
        </p:sp>
        <p:sp>
          <p:nvSpPr>
            <p:cNvPr id="14140" name="Heatmap cell r55 c106"/>
            <p:cNvSpPr/>
            <p:nvPr/>
          </p:nvSpPr>
          <p:spPr>
            <a:xfrm>
              <a:off x="1931761" y="1475335"/>
              <a:ext cx="19034" cy="28503"/>
            </a:xfrm>
            <a:prstGeom prst="rect">
              <a:avLst/>
            </a:prstGeom>
            <a:solidFill>
              <a:srgbClr val="D3DEE8"/>
            </a:solidFill>
            <a:ln>
              <a:noFill/>
            </a:ln>
          </p:spPr>
        </p:sp>
        <p:sp>
          <p:nvSpPr>
            <p:cNvPr id="14141" name="Heatmap cell r55 c107"/>
            <p:cNvSpPr/>
            <p:nvPr/>
          </p:nvSpPr>
          <p:spPr>
            <a:xfrm>
              <a:off x="1950700" y="1475335"/>
              <a:ext cx="17140" cy="28503"/>
            </a:xfrm>
            <a:prstGeom prst="rect">
              <a:avLst/>
            </a:prstGeom>
            <a:solidFill>
              <a:srgbClr val="F7D9DB"/>
            </a:solidFill>
            <a:ln>
              <a:noFill/>
            </a:ln>
          </p:spPr>
        </p:sp>
        <p:sp>
          <p:nvSpPr>
            <p:cNvPr id="14142" name="Heatmap cell r55 c108"/>
            <p:cNvSpPr/>
            <p:nvPr/>
          </p:nvSpPr>
          <p:spPr>
            <a:xfrm>
              <a:off x="1967745" y="1475335"/>
              <a:ext cx="19034" cy="28503"/>
            </a:xfrm>
            <a:prstGeom prst="rect">
              <a:avLst/>
            </a:prstGeom>
            <a:solidFill>
              <a:srgbClr val="A0B7CE"/>
            </a:solidFill>
            <a:ln>
              <a:noFill/>
            </a:ln>
          </p:spPr>
        </p:sp>
        <p:sp>
          <p:nvSpPr>
            <p:cNvPr id="14143" name="Heatmap cell r55 c109"/>
            <p:cNvSpPr/>
            <p:nvPr/>
          </p:nvSpPr>
          <p:spPr>
            <a:xfrm>
              <a:off x="1986684" y="1475335"/>
              <a:ext cx="17140" cy="28503"/>
            </a:xfrm>
            <a:prstGeom prst="rect">
              <a:avLst/>
            </a:prstGeom>
            <a:solidFill>
              <a:srgbClr val="EAEEF4"/>
            </a:solidFill>
            <a:ln>
              <a:noFill/>
            </a:ln>
          </p:spPr>
        </p:sp>
        <p:sp>
          <p:nvSpPr>
            <p:cNvPr id="14144" name="Heatmap cell r55 c110"/>
            <p:cNvSpPr/>
            <p:nvPr/>
          </p:nvSpPr>
          <p:spPr>
            <a:xfrm>
              <a:off x="2003729" y="1475335"/>
              <a:ext cx="19034" cy="28503"/>
            </a:xfrm>
            <a:prstGeom prst="rect">
              <a:avLst/>
            </a:prstGeom>
            <a:solidFill>
              <a:srgbClr val="87A3C0"/>
            </a:solidFill>
            <a:ln>
              <a:noFill/>
            </a:ln>
          </p:spPr>
        </p:sp>
        <p:sp>
          <p:nvSpPr>
            <p:cNvPr id="14145" name="Heatmap cell r55 c111"/>
            <p:cNvSpPr/>
            <p:nvPr/>
          </p:nvSpPr>
          <p:spPr>
            <a:xfrm>
              <a:off x="2022668" y="1475335"/>
              <a:ext cx="17140" cy="28503"/>
            </a:xfrm>
            <a:prstGeom prst="rect">
              <a:avLst/>
            </a:prstGeom>
            <a:solidFill>
              <a:srgbClr val="D2DDE7"/>
            </a:solidFill>
            <a:ln>
              <a:noFill/>
            </a:ln>
          </p:spPr>
        </p:sp>
        <p:sp>
          <p:nvSpPr>
            <p:cNvPr id="14146" name="Heatmap cell r55 c112"/>
            <p:cNvSpPr/>
            <p:nvPr/>
          </p:nvSpPr>
          <p:spPr>
            <a:xfrm>
              <a:off x="2039712" y="1475335"/>
              <a:ext cx="19034" cy="28503"/>
            </a:xfrm>
            <a:prstGeom prst="rect">
              <a:avLst/>
            </a:prstGeom>
            <a:solidFill>
              <a:srgbClr val="C5D2DF"/>
            </a:solidFill>
            <a:ln>
              <a:noFill/>
            </a:ln>
          </p:spPr>
        </p:sp>
        <p:sp>
          <p:nvSpPr>
            <p:cNvPr id="14147" name="Heatmap cell r55 c113"/>
            <p:cNvSpPr/>
            <p:nvPr/>
          </p:nvSpPr>
          <p:spPr>
            <a:xfrm>
              <a:off x="2058651" y="1475335"/>
              <a:ext cx="17140" cy="28503"/>
            </a:xfrm>
            <a:prstGeom prst="rect">
              <a:avLst/>
            </a:prstGeom>
            <a:solidFill>
              <a:srgbClr val="7B9BB9"/>
            </a:solidFill>
            <a:ln>
              <a:noFill/>
            </a:ln>
          </p:spPr>
        </p:sp>
        <p:sp>
          <p:nvSpPr>
            <p:cNvPr id="14148" name="Heatmap cell r55 c114"/>
            <p:cNvSpPr/>
            <p:nvPr/>
          </p:nvSpPr>
          <p:spPr>
            <a:xfrm>
              <a:off x="2075696" y="1475335"/>
              <a:ext cx="19034" cy="28503"/>
            </a:xfrm>
            <a:prstGeom prst="rect">
              <a:avLst/>
            </a:prstGeom>
            <a:solidFill>
              <a:srgbClr val="B5C6D7"/>
            </a:solidFill>
            <a:ln>
              <a:noFill/>
            </a:ln>
          </p:spPr>
        </p:sp>
        <p:sp>
          <p:nvSpPr>
            <p:cNvPr id="14149" name="Heatmap cell r55 c115"/>
            <p:cNvSpPr/>
            <p:nvPr/>
          </p:nvSpPr>
          <p:spPr>
            <a:xfrm>
              <a:off x="2094635" y="1475335"/>
              <a:ext cx="19034" cy="28503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14150" name="Heatmap cell r55 c116"/>
            <p:cNvSpPr/>
            <p:nvPr/>
          </p:nvSpPr>
          <p:spPr>
            <a:xfrm>
              <a:off x="2113574" y="1475335"/>
              <a:ext cx="17140" cy="28503"/>
            </a:xfrm>
            <a:prstGeom prst="rect">
              <a:avLst/>
            </a:prstGeom>
            <a:solidFill>
              <a:srgbClr val="BDCEDD"/>
            </a:solidFill>
            <a:ln>
              <a:noFill/>
            </a:ln>
          </p:spPr>
        </p:sp>
        <p:sp>
          <p:nvSpPr>
            <p:cNvPr id="14151" name="Heatmap cell r55 c117"/>
            <p:cNvSpPr/>
            <p:nvPr/>
          </p:nvSpPr>
          <p:spPr>
            <a:xfrm>
              <a:off x="2130619" y="1475335"/>
              <a:ext cx="19034" cy="28503"/>
            </a:xfrm>
            <a:prstGeom prst="rect">
              <a:avLst/>
            </a:prstGeom>
            <a:solidFill>
              <a:srgbClr val="809FBC"/>
            </a:solidFill>
            <a:ln>
              <a:noFill/>
            </a:ln>
          </p:spPr>
        </p:sp>
        <p:sp>
          <p:nvSpPr>
            <p:cNvPr id="14152" name="Heatmap cell r55 c118"/>
            <p:cNvSpPr/>
            <p:nvPr/>
          </p:nvSpPr>
          <p:spPr>
            <a:xfrm>
              <a:off x="2149558" y="1475335"/>
              <a:ext cx="17140" cy="28503"/>
            </a:xfrm>
            <a:prstGeom prst="rect">
              <a:avLst/>
            </a:prstGeom>
            <a:solidFill>
              <a:srgbClr val="D5DFEA"/>
            </a:solidFill>
            <a:ln>
              <a:noFill/>
            </a:ln>
          </p:spPr>
        </p:sp>
        <p:sp>
          <p:nvSpPr>
            <p:cNvPr id="14153" name="Heatmap cell r55 c119"/>
            <p:cNvSpPr/>
            <p:nvPr/>
          </p:nvSpPr>
          <p:spPr>
            <a:xfrm>
              <a:off x="2166603" y="1475335"/>
              <a:ext cx="19034" cy="28503"/>
            </a:xfrm>
            <a:prstGeom prst="rect">
              <a:avLst/>
            </a:prstGeom>
            <a:solidFill>
              <a:srgbClr val="F7DADC"/>
            </a:solidFill>
            <a:ln>
              <a:noFill/>
            </a:ln>
          </p:spPr>
        </p:sp>
        <p:sp>
          <p:nvSpPr>
            <p:cNvPr id="14154" name="Heatmap cell r55 c120"/>
            <p:cNvSpPr/>
            <p:nvPr/>
          </p:nvSpPr>
          <p:spPr>
            <a:xfrm>
              <a:off x="2185542" y="1475335"/>
              <a:ext cx="17140" cy="28503"/>
            </a:xfrm>
            <a:prstGeom prst="rect">
              <a:avLst/>
            </a:prstGeom>
            <a:solidFill>
              <a:srgbClr val="E7EBF1"/>
            </a:solidFill>
            <a:ln>
              <a:noFill/>
            </a:ln>
          </p:spPr>
        </p:sp>
        <p:sp>
          <p:nvSpPr>
            <p:cNvPr id="14155" name="Heatmap cell r55 c121"/>
            <p:cNvSpPr/>
            <p:nvPr/>
          </p:nvSpPr>
          <p:spPr>
            <a:xfrm>
              <a:off x="2202586" y="1475335"/>
              <a:ext cx="19034" cy="28503"/>
            </a:xfrm>
            <a:prstGeom prst="rect">
              <a:avLst/>
            </a:prstGeom>
            <a:solidFill>
              <a:srgbClr val="F1C0C6"/>
            </a:solidFill>
            <a:ln>
              <a:noFill/>
            </a:ln>
          </p:spPr>
        </p:sp>
        <p:sp>
          <p:nvSpPr>
            <p:cNvPr id="14156" name="Heatmap cell r55 c122"/>
            <p:cNvSpPr/>
            <p:nvPr/>
          </p:nvSpPr>
          <p:spPr>
            <a:xfrm>
              <a:off x="2221525" y="1475335"/>
              <a:ext cx="17140" cy="28503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14157" name="Heatmap cell r55 c123"/>
            <p:cNvSpPr/>
            <p:nvPr/>
          </p:nvSpPr>
          <p:spPr>
            <a:xfrm>
              <a:off x="2238570" y="1475335"/>
              <a:ext cx="19034" cy="28503"/>
            </a:xfrm>
            <a:prstGeom prst="rect">
              <a:avLst/>
            </a:prstGeom>
            <a:solidFill>
              <a:srgbClr val="C6D4E1"/>
            </a:solidFill>
            <a:ln>
              <a:noFill/>
            </a:ln>
          </p:spPr>
        </p:sp>
        <p:sp>
          <p:nvSpPr>
            <p:cNvPr id="14158" name="Heatmap cell r55 c124"/>
            <p:cNvSpPr/>
            <p:nvPr/>
          </p:nvSpPr>
          <p:spPr>
            <a:xfrm>
              <a:off x="2257509" y="1475335"/>
              <a:ext cx="17140" cy="28503"/>
            </a:xfrm>
            <a:prstGeom prst="rect">
              <a:avLst/>
            </a:prstGeom>
            <a:solidFill>
              <a:srgbClr val="4F79A1"/>
            </a:solidFill>
            <a:ln>
              <a:noFill/>
            </a:ln>
          </p:spPr>
        </p:sp>
        <p:sp>
          <p:nvSpPr>
            <p:cNvPr id="14159" name="Heatmap cell r55 c125"/>
            <p:cNvSpPr/>
            <p:nvPr/>
          </p:nvSpPr>
          <p:spPr>
            <a:xfrm>
              <a:off x="2274554" y="1475335"/>
              <a:ext cx="19034" cy="28503"/>
            </a:xfrm>
            <a:prstGeom prst="rect">
              <a:avLst/>
            </a:prstGeom>
            <a:solidFill>
              <a:srgbClr val="A4BAD0"/>
            </a:solidFill>
            <a:ln>
              <a:noFill/>
            </a:ln>
          </p:spPr>
        </p:sp>
        <p:sp>
          <p:nvSpPr>
            <p:cNvPr id="14160" name="Heatmap cell r55 c126"/>
            <p:cNvSpPr/>
            <p:nvPr/>
          </p:nvSpPr>
          <p:spPr>
            <a:xfrm>
              <a:off x="2293493" y="1475335"/>
              <a:ext cx="17140" cy="28503"/>
            </a:xfrm>
            <a:prstGeom prst="rect">
              <a:avLst/>
            </a:prstGeom>
            <a:solidFill>
              <a:srgbClr val="F8F8FA"/>
            </a:solidFill>
            <a:ln>
              <a:noFill/>
            </a:ln>
          </p:spPr>
        </p:sp>
        <p:sp>
          <p:nvSpPr>
            <p:cNvPr id="14161" name="Heatmap cell r55 c128"/>
            <p:cNvSpPr/>
            <p:nvPr/>
          </p:nvSpPr>
          <p:spPr>
            <a:xfrm>
              <a:off x="2329477" y="1475335"/>
              <a:ext cx="19034" cy="28503"/>
            </a:xfrm>
            <a:prstGeom prst="rect">
              <a:avLst/>
            </a:prstGeom>
            <a:solidFill>
              <a:srgbClr val="EAEEF4"/>
            </a:solidFill>
            <a:ln>
              <a:noFill/>
            </a:ln>
          </p:spPr>
        </p:sp>
        <p:sp>
          <p:nvSpPr>
            <p:cNvPr id="14162" name="Heatmap cell r55 c129"/>
            <p:cNvSpPr/>
            <p:nvPr/>
          </p:nvSpPr>
          <p:spPr>
            <a:xfrm>
              <a:off x="2348416" y="1475335"/>
              <a:ext cx="17140" cy="28503"/>
            </a:xfrm>
            <a:prstGeom prst="rect">
              <a:avLst/>
            </a:prstGeom>
            <a:solidFill>
              <a:srgbClr val="C7D4E1"/>
            </a:solidFill>
            <a:ln>
              <a:noFill/>
            </a:ln>
          </p:spPr>
        </p:sp>
        <p:sp>
          <p:nvSpPr>
            <p:cNvPr id="14163" name="Heatmap cell r55 c130"/>
            <p:cNvSpPr/>
            <p:nvPr/>
          </p:nvSpPr>
          <p:spPr>
            <a:xfrm>
              <a:off x="2365460" y="1475335"/>
              <a:ext cx="19034" cy="28503"/>
            </a:xfrm>
            <a:prstGeom prst="rect">
              <a:avLst/>
            </a:prstGeom>
            <a:solidFill>
              <a:srgbClr val="F6D6DA"/>
            </a:solidFill>
            <a:ln>
              <a:noFill/>
            </a:ln>
          </p:spPr>
        </p:sp>
        <p:sp>
          <p:nvSpPr>
            <p:cNvPr id="14164" name="Heatmap cell r55 c131"/>
            <p:cNvSpPr/>
            <p:nvPr/>
          </p:nvSpPr>
          <p:spPr>
            <a:xfrm>
              <a:off x="2384399" y="1475335"/>
              <a:ext cx="17140" cy="28503"/>
            </a:xfrm>
            <a:prstGeom prst="rect">
              <a:avLst/>
            </a:prstGeom>
            <a:solidFill>
              <a:srgbClr val="527BA3"/>
            </a:solidFill>
            <a:ln>
              <a:noFill/>
            </a:ln>
          </p:spPr>
        </p:sp>
        <p:sp>
          <p:nvSpPr>
            <p:cNvPr id="14165" name="Heatmap cell r55 c132"/>
            <p:cNvSpPr/>
            <p:nvPr/>
          </p:nvSpPr>
          <p:spPr>
            <a:xfrm>
              <a:off x="2401444" y="1475335"/>
              <a:ext cx="19034" cy="28503"/>
            </a:xfrm>
            <a:prstGeom prst="rect">
              <a:avLst/>
            </a:prstGeom>
            <a:solidFill>
              <a:srgbClr val="BBCCDC"/>
            </a:solidFill>
            <a:ln>
              <a:noFill/>
            </a:ln>
          </p:spPr>
        </p:sp>
        <p:sp>
          <p:nvSpPr>
            <p:cNvPr id="14166" name="Heatmap cell r55 c133"/>
            <p:cNvSpPr/>
            <p:nvPr/>
          </p:nvSpPr>
          <p:spPr>
            <a:xfrm>
              <a:off x="2420383" y="1475335"/>
              <a:ext cx="17140" cy="28503"/>
            </a:xfrm>
            <a:prstGeom prst="rect">
              <a:avLst/>
            </a:prstGeom>
            <a:solidFill>
              <a:srgbClr val="F5D0D3"/>
            </a:solidFill>
            <a:ln>
              <a:noFill/>
            </a:ln>
          </p:spPr>
        </p:sp>
        <p:sp>
          <p:nvSpPr>
            <p:cNvPr id="14167" name="Heatmap cell r55 c134"/>
            <p:cNvSpPr/>
            <p:nvPr/>
          </p:nvSpPr>
          <p:spPr>
            <a:xfrm>
              <a:off x="2437428" y="1475335"/>
              <a:ext cx="19034" cy="28503"/>
            </a:xfrm>
            <a:prstGeom prst="rect">
              <a:avLst/>
            </a:prstGeom>
            <a:solidFill>
              <a:srgbClr val="DFE7ED"/>
            </a:solidFill>
            <a:ln>
              <a:noFill/>
            </a:ln>
          </p:spPr>
        </p:sp>
        <p:sp>
          <p:nvSpPr>
            <p:cNvPr id="14168" name="Heatmap cell r55 c135"/>
            <p:cNvSpPr/>
            <p:nvPr/>
          </p:nvSpPr>
          <p:spPr>
            <a:xfrm>
              <a:off x="2456367" y="1475335"/>
              <a:ext cx="17140" cy="28503"/>
            </a:xfrm>
            <a:prstGeom prst="rect">
              <a:avLst/>
            </a:prstGeom>
            <a:solidFill>
              <a:srgbClr val="F0BDC2"/>
            </a:solidFill>
            <a:ln>
              <a:noFill/>
            </a:ln>
          </p:spPr>
        </p:sp>
        <p:sp>
          <p:nvSpPr>
            <p:cNvPr id="14169" name="Heatmap cell r55 c136"/>
            <p:cNvSpPr/>
            <p:nvPr/>
          </p:nvSpPr>
          <p:spPr>
            <a:xfrm>
              <a:off x="2473412" y="1475335"/>
              <a:ext cx="19034" cy="28503"/>
            </a:xfrm>
            <a:prstGeom prst="rect">
              <a:avLst/>
            </a:prstGeom>
            <a:solidFill>
              <a:srgbClr val="DFE6ED"/>
            </a:solidFill>
            <a:ln>
              <a:noFill/>
            </a:ln>
          </p:spPr>
        </p:sp>
        <p:sp>
          <p:nvSpPr>
            <p:cNvPr id="14170" name="Heatmap cell r55 c137"/>
            <p:cNvSpPr/>
            <p:nvPr/>
          </p:nvSpPr>
          <p:spPr>
            <a:xfrm>
              <a:off x="2492351" y="1475335"/>
              <a:ext cx="17140" cy="28503"/>
            </a:xfrm>
            <a:prstGeom prst="rect">
              <a:avLst/>
            </a:prstGeom>
            <a:solidFill>
              <a:srgbClr val="14397A"/>
            </a:solidFill>
            <a:ln>
              <a:noFill/>
            </a:ln>
          </p:spPr>
        </p:sp>
        <p:sp>
          <p:nvSpPr>
            <p:cNvPr id="14171" name="Heatmap cell r55 c138"/>
            <p:cNvSpPr/>
            <p:nvPr/>
          </p:nvSpPr>
          <p:spPr>
            <a:xfrm>
              <a:off x="2509396" y="1475335"/>
              <a:ext cx="19034" cy="28503"/>
            </a:xfrm>
            <a:prstGeom prst="rect">
              <a:avLst/>
            </a:prstGeom>
            <a:solidFill>
              <a:srgbClr val="90ABC5"/>
            </a:solidFill>
            <a:ln>
              <a:noFill/>
            </a:ln>
          </p:spPr>
        </p:sp>
        <p:sp>
          <p:nvSpPr>
            <p:cNvPr id="14172" name="Heatmap cell r55 c139"/>
            <p:cNvSpPr/>
            <p:nvPr/>
          </p:nvSpPr>
          <p:spPr>
            <a:xfrm>
              <a:off x="2528334" y="1475335"/>
              <a:ext cx="17140" cy="28503"/>
            </a:xfrm>
            <a:prstGeom prst="rect">
              <a:avLst/>
            </a:prstGeom>
            <a:solidFill>
              <a:srgbClr val="F5F7F9"/>
            </a:solidFill>
            <a:ln>
              <a:noFill/>
            </a:ln>
          </p:spPr>
        </p:sp>
        <p:sp>
          <p:nvSpPr>
            <p:cNvPr id="14173" name="Heatmap cell r55 c140"/>
            <p:cNvSpPr/>
            <p:nvPr/>
          </p:nvSpPr>
          <p:spPr>
            <a:xfrm>
              <a:off x="2545379" y="1475335"/>
              <a:ext cx="19034" cy="28503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14174" name="Heatmap cell r55 c141"/>
            <p:cNvSpPr/>
            <p:nvPr/>
          </p:nvSpPr>
          <p:spPr>
            <a:xfrm>
              <a:off x="2564318" y="1475335"/>
              <a:ext cx="19034" cy="28503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14175" name="Heatmap cell r55 c142"/>
            <p:cNvSpPr/>
            <p:nvPr/>
          </p:nvSpPr>
          <p:spPr>
            <a:xfrm>
              <a:off x="2583257" y="1475335"/>
              <a:ext cx="17140" cy="28503"/>
            </a:xfrm>
            <a:prstGeom prst="rect">
              <a:avLst/>
            </a:prstGeom>
            <a:solidFill>
              <a:srgbClr val="6D91B3"/>
            </a:solidFill>
            <a:ln>
              <a:noFill/>
            </a:ln>
          </p:spPr>
        </p:sp>
        <p:sp>
          <p:nvSpPr>
            <p:cNvPr id="14176" name="Heatmap cell r55 c143"/>
            <p:cNvSpPr/>
            <p:nvPr/>
          </p:nvSpPr>
          <p:spPr>
            <a:xfrm>
              <a:off x="2600302" y="1475335"/>
              <a:ext cx="19034" cy="28503"/>
            </a:xfrm>
            <a:prstGeom prst="rect">
              <a:avLst/>
            </a:prstGeom>
            <a:solidFill>
              <a:srgbClr val="D5DFEA"/>
            </a:solidFill>
            <a:ln>
              <a:noFill/>
            </a:ln>
          </p:spPr>
        </p:sp>
        <p:sp>
          <p:nvSpPr>
            <p:cNvPr id="14177" name="Heatmap cell r55 c144"/>
            <p:cNvSpPr/>
            <p:nvPr/>
          </p:nvSpPr>
          <p:spPr>
            <a:xfrm>
              <a:off x="2619241" y="1475335"/>
              <a:ext cx="17140" cy="28503"/>
            </a:xfrm>
            <a:prstGeom prst="rect">
              <a:avLst/>
            </a:prstGeom>
            <a:solidFill>
              <a:srgbClr val="F3C9CE"/>
            </a:solidFill>
            <a:ln>
              <a:noFill/>
            </a:ln>
          </p:spPr>
        </p:sp>
        <p:sp>
          <p:nvSpPr>
            <p:cNvPr id="14178" name="Heatmap cell r55 c145"/>
            <p:cNvSpPr/>
            <p:nvPr/>
          </p:nvSpPr>
          <p:spPr>
            <a:xfrm>
              <a:off x="2636286" y="1475335"/>
              <a:ext cx="19034" cy="28503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14179" name="Heatmap cell r55 c146"/>
            <p:cNvSpPr/>
            <p:nvPr/>
          </p:nvSpPr>
          <p:spPr>
            <a:xfrm>
              <a:off x="2655225" y="1475335"/>
              <a:ext cx="17140" cy="28503"/>
            </a:xfrm>
            <a:prstGeom prst="rect">
              <a:avLst/>
            </a:prstGeom>
            <a:solidFill>
              <a:srgbClr val="FCF6F6"/>
            </a:solidFill>
            <a:ln>
              <a:noFill/>
            </a:ln>
          </p:spPr>
        </p:sp>
        <p:sp>
          <p:nvSpPr>
            <p:cNvPr id="14180" name="Heatmap cell r55 c147"/>
            <p:cNvSpPr/>
            <p:nvPr/>
          </p:nvSpPr>
          <p:spPr>
            <a:xfrm>
              <a:off x="2672270" y="1475335"/>
              <a:ext cx="19034" cy="28503"/>
            </a:xfrm>
            <a:prstGeom prst="rect">
              <a:avLst/>
            </a:prstGeom>
            <a:solidFill>
              <a:srgbClr val="DFE6ED"/>
            </a:solidFill>
            <a:ln>
              <a:noFill/>
            </a:ln>
          </p:spPr>
        </p:sp>
        <p:sp>
          <p:nvSpPr>
            <p:cNvPr id="14181" name="Heatmap cell r55 c148"/>
            <p:cNvSpPr/>
            <p:nvPr/>
          </p:nvSpPr>
          <p:spPr>
            <a:xfrm>
              <a:off x="2691208" y="1475335"/>
              <a:ext cx="17140" cy="28503"/>
            </a:xfrm>
            <a:prstGeom prst="rect">
              <a:avLst/>
            </a:prstGeom>
            <a:solidFill>
              <a:srgbClr val="CCD7E3"/>
            </a:solidFill>
            <a:ln>
              <a:noFill/>
            </a:ln>
          </p:spPr>
        </p:sp>
        <p:sp>
          <p:nvSpPr>
            <p:cNvPr id="14182" name="Heatmap cell r55 c149"/>
            <p:cNvSpPr/>
            <p:nvPr/>
          </p:nvSpPr>
          <p:spPr>
            <a:xfrm>
              <a:off x="2708253" y="1475335"/>
              <a:ext cx="19034" cy="28503"/>
            </a:xfrm>
            <a:prstGeom prst="rect">
              <a:avLst/>
            </a:prstGeom>
            <a:solidFill>
              <a:srgbClr val="91ACC7"/>
            </a:solidFill>
            <a:ln>
              <a:noFill/>
            </a:ln>
          </p:spPr>
        </p:sp>
        <p:sp>
          <p:nvSpPr>
            <p:cNvPr id="14183" name="Heatmap cell r55 c150"/>
            <p:cNvSpPr/>
            <p:nvPr/>
          </p:nvSpPr>
          <p:spPr>
            <a:xfrm>
              <a:off x="2727192" y="1475335"/>
              <a:ext cx="17140" cy="28503"/>
            </a:xfrm>
            <a:prstGeom prst="rect">
              <a:avLst/>
            </a:prstGeom>
            <a:solidFill>
              <a:srgbClr val="EDAEB5"/>
            </a:solidFill>
            <a:ln>
              <a:noFill/>
            </a:ln>
          </p:spPr>
        </p:sp>
        <p:sp>
          <p:nvSpPr>
            <p:cNvPr id="14184" name="Heatmap cell r55 c151"/>
            <p:cNvSpPr/>
            <p:nvPr/>
          </p:nvSpPr>
          <p:spPr>
            <a:xfrm>
              <a:off x="2744237" y="1475335"/>
              <a:ext cx="19034" cy="28503"/>
            </a:xfrm>
            <a:prstGeom prst="rect">
              <a:avLst/>
            </a:prstGeom>
            <a:solidFill>
              <a:srgbClr val="E9EEF4"/>
            </a:solidFill>
            <a:ln>
              <a:noFill/>
            </a:ln>
          </p:spPr>
        </p:sp>
        <p:sp>
          <p:nvSpPr>
            <p:cNvPr id="14185" name="Heatmap cell r55 c152"/>
            <p:cNvSpPr/>
            <p:nvPr/>
          </p:nvSpPr>
          <p:spPr>
            <a:xfrm>
              <a:off x="2763176" y="1475335"/>
              <a:ext cx="17140" cy="28503"/>
            </a:xfrm>
            <a:prstGeom prst="rect">
              <a:avLst/>
            </a:prstGeom>
            <a:solidFill>
              <a:srgbClr val="7C9CBA"/>
            </a:solidFill>
            <a:ln>
              <a:noFill/>
            </a:ln>
          </p:spPr>
        </p:sp>
        <p:sp>
          <p:nvSpPr>
            <p:cNvPr id="14186" name="Heatmap cell r55 c153"/>
            <p:cNvSpPr/>
            <p:nvPr/>
          </p:nvSpPr>
          <p:spPr>
            <a:xfrm>
              <a:off x="2780221" y="1475335"/>
              <a:ext cx="19034" cy="28503"/>
            </a:xfrm>
            <a:prstGeom prst="rect">
              <a:avLst/>
            </a:prstGeom>
            <a:solidFill>
              <a:srgbClr val="F1F5F8"/>
            </a:solidFill>
            <a:ln>
              <a:noFill/>
            </a:ln>
          </p:spPr>
        </p:sp>
        <p:sp>
          <p:nvSpPr>
            <p:cNvPr id="14187" name="Heatmap cell r55 c154"/>
            <p:cNvSpPr/>
            <p:nvPr/>
          </p:nvSpPr>
          <p:spPr>
            <a:xfrm>
              <a:off x="2799160" y="1475335"/>
              <a:ext cx="17140" cy="28503"/>
            </a:xfrm>
            <a:prstGeom prst="rect">
              <a:avLst/>
            </a:prstGeom>
            <a:solidFill>
              <a:srgbClr val="ECF0F6"/>
            </a:solidFill>
            <a:ln>
              <a:noFill/>
            </a:ln>
          </p:spPr>
        </p:sp>
        <p:sp>
          <p:nvSpPr>
            <p:cNvPr id="14188" name="Heatmap cell r55 c155"/>
            <p:cNvSpPr/>
            <p:nvPr/>
          </p:nvSpPr>
          <p:spPr>
            <a:xfrm>
              <a:off x="2816205" y="1475335"/>
              <a:ext cx="19034" cy="28503"/>
            </a:xfrm>
            <a:prstGeom prst="rect">
              <a:avLst/>
            </a:prstGeom>
            <a:solidFill>
              <a:srgbClr val="CFDAE4"/>
            </a:solidFill>
            <a:ln>
              <a:noFill/>
            </a:ln>
          </p:spPr>
        </p:sp>
        <p:sp>
          <p:nvSpPr>
            <p:cNvPr id="14189" name="Heatmap cell r55 c156"/>
            <p:cNvSpPr/>
            <p:nvPr/>
          </p:nvSpPr>
          <p:spPr>
            <a:xfrm>
              <a:off x="2835144" y="1475335"/>
              <a:ext cx="19034" cy="28503"/>
            </a:xfrm>
            <a:prstGeom prst="rect">
              <a:avLst/>
            </a:prstGeom>
            <a:solidFill>
              <a:srgbClr val="E7929B"/>
            </a:solidFill>
            <a:ln>
              <a:noFill/>
            </a:ln>
          </p:spPr>
        </p:sp>
        <p:sp>
          <p:nvSpPr>
            <p:cNvPr id="14190" name="Heatmap cell r55 c157"/>
            <p:cNvSpPr/>
            <p:nvPr/>
          </p:nvSpPr>
          <p:spPr>
            <a:xfrm>
              <a:off x="2854082" y="1475335"/>
              <a:ext cx="17140" cy="28503"/>
            </a:xfrm>
            <a:prstGeom prst="rect">
              <a:avLst/>
            </a:prstGeom>
            <a:solidFill>
              <a:srgbClr val="C6D4E1"/>
            </a:solidFill>
            <a:ln>
              <a:noFill/>
            </a:ln>
          </p:spPr>
        </p:sp>
        <p:sp>
          <p:nvSpPr>
            <p:cNvPr id="14191" name="Heatmap cell r55 c158"/>
            <p:cNvSpPr/>
            <p:nvPr/>
          </p:nvSpPr>
          <p:spPr>
            <a:xfrm>
              <a:off x="2871127" y="1475335"/>
              <a:ext cx="19034" cy="28503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14192" name="Heatmap cell r55 c159"/>
            <p:cNvSpPr/>
            <p:nvPr/>
          </p:nvSpPr>
          <p:spPr>
            <a:xfrm>
              <a:off x="2890066" y="1475335"/>
              <a:ext cx="17140" cy="28503"/>
            </a:xfrm>
            <a:prstGeom prst="rect">
              <a:avLst/>
            </a:prstGeom>
            <a:solidFill>
              <a:srgbClr val="92ADC6"/>
            </a:solidFill>
            <a:ln>
              <a:noFill/>
            </a:ln>
          </p:spPr>
        </p:sp>
        <p:sp>
          <p:nvSpPr>
            <p:cNvPr id="14193" name="Heatmap cell r55 c160"/>
            <p:cNvSpPr/>
            <p:nvPr/>
          </p:nvSpPr>
          <p:spPr>
            <a:xfrm>
              <a:off x="2907111" y="1475335"/>
              <a:ext cx="19034" cy="28503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14194" name="Heatmap cell r55 c161"/>
            <p:cNvSpPr/>
            <p:nvPr/>
          </p:nvSpPr>
          <p:spPr>
            <a:xfrm>
              <a:off x="2926050" y="1475335"/>
              <a:ext cx="17140" cy="28503"/>
            </a:xfrm>
            <a:prstGeom prst="rect">
              <a:avLst/>
            </a:prstGeom>
            <a:solidFill>
              <a:srgbClr val="F4CED1"/>
            </a:solidFill>
            <a:ln>
              <a:noFill/>
            </a:ln>
          </p:spPr>
        </p:sp>
        <p:sp>
          <p:nvSpPr>
            <p:cNvPr id="14195" name="Heatmap cell r55 c162"/>
            <p:cNvSpPr/>
            <p:nvPr/>
          </p:nvSpPr>
          <p:spPr>
            <a:xfrm>
              <a:off x="2943095" y="1475335"/>
              <a:ext cx="19034" cy="28503"/>
            </a:xfrm>
            <a:prstGeom prst="rect">
              <a:avLst/>
            </a:prstGeom>
            <a:solidFill>
              <a:srgbClr val="F5D1D4"/>
            </a:solidFill>
            <a:ln>
              <a:noFill/>
            </a:ln>
          </p:spPr>
        </p:sp>
        <p:sp>
          <p:nvSpPr>
            <p:cNvPr id="14196" name="Heatmap cell r55 c163"/>
            <p:cNvSpPr/>
            <p:nvPr/>
          </p:nvSpPr>
          <p:spPr>
            <a:xfrm>
              <a:off x="2962034" y="1475335"/>
              <a:ext cx="17140" cy="28503"/>
            </a:xfrm>
            <a:prstGeom prst="rect">
              <a:avLst/>
            </a:prstGeom>
            <a:solidFill>
              <a:srgbClr val="F7D3D6"/>
            </a:solidFill>
            <a:ln>
              <a:noFill/>
            </a:ln>
          </p:spPr>
        </p:sp>
        <p:sp>
          <p:nvSpPr>
            <p:cNvPr id="14197" name="Heatmap cell r55 c164"/>
            <p:cNvSpPr/>
            <p:nvPr/>
          </p:nvSpPr>
          <p:spPr>
            <a:xfrm>
              <a:off x="2979079" y="1475335"/>
              <a:ext cx="19034" cy="28503"/>
            </a:xfrm>
            <a:prstGeom prst="rect">
              <a:avLst/>
            </a:prstGeom>
            <a:solidFill>
              <a:srgbClr val="F6D5D9"/>
            </a:solidFill>
            <a:ln>
              <a:noFill/>
            </a:ln>
          </p:spPr>
        </p:sp>
        <p:sp>
          <p:nvSpPr>
            <p:cNvPr id="14198" name="Heatmap cell r55 c165"/>
            <p:cNvSpPr/>
            <p:nvPr/>
          </p:nvSpPr>
          <p:spPr>
            <a:xfrm>
              <a:off x="2998018" y="1475335"/>
              <a:ext cx="17140" cy="28503"/>
            </a:xfrm>
            <a:prstGeom prst="rect">
              <a:avLst/>
            </a:prstGeom>
            <a:solidFill>
              <a:srgbClr val="F6D5D9"/>
            </a:solidFill>
            <a:ln>
              <a:noFill/>
            </a:ln>
          </p:spPr>
        </p:sp>
        <p:sp>
          <p:nvSpPr>
            <p:cNvPr id="14199" name="Heatmap cell r55 c166"/>
            <p:cNvSpPr/>
            <p:nvPr/>
          </p:nvSpPr>
          <p:spPr>
            <a:xfrm>
              <a:off x="3015062" y="1475335"/>
              <a:ext cx="19034" cy="28503"/>
            </a:xfrm>
            <a:prstGeom prst="rect">
              <a:avLst/>
            </a:prstGeom>
            <a:solidFill>
              <a:srgbClr val="F7D7DB"/>
            </a:solidFill>
            <a:ln>
              <a:noFill/>
            </a:ln>
          </p:spPr>
        </p:sp>
        <p:sp>
          <p:nvSpPr>
            <p:cNvPr id="14200" name="Heatmap cell r55 c167"/>
            <p:cNvSpPr/>
            <p:nvPr/>
          </p:nvSpPr>
          <p:spPr>
            <a:xfrm>
              <a:off x="3034001" y="1475335"/>
              <a:ext cx="17140" cy="28503"/>
            </a:xfrm>
            <a:prstGeom prst="rect">
              <a:avLst/>
            </a:prstGeom>
            <a:solidFill>
              <a:srgbClr val="F4CED1"/>
            </a:solidFill>
            <a:ln>
              <a:noFill/>
            </a:ln>
          </p:spPr>
        </p:sp>
        <p:sp>
          <p:nvSpPr>
            <p:cNvPr id="14201" name="Heatmap cell r55 c169"/>
            <p:cNvSpPr/>
            <p:nvPr/>
          </p:nvSpPr>
          <p:spPr>
            <a:xfrm>
              <a:off x="3069985" y="1475335"/>
              <a:ext cx="19034" cy="28503"/>
            </a:xfrm>
            <a:prstGeom prst="rect">
              <a:avLst/>
            </a:prstGeom>
            <a:solidFill>
              <a:srgbClr val="ECF0F6"/>
            </a:solidFill>
            <a:ln>
              <a:noFill/>
            </a:ln>
          </p:spPr>
        </p:sp>
        <p:sp>
          <p:nvSpPr>
            <p:cNvPr id="14202" name="Heatmap cell r55 c170"/>
            <p:cNvSpPr/>
            <p:nvPr/>
          </p:nvSpPr>
          <p:spPr>
            <a:xfrm>
              <a:off x="3088924" y="1475335"/>
              <a:ext cx="17140" cy="28503"/>
            </a:xfrm>
            <a:prstGeom prst="rect">
              <a:avLst/>
            </a:prstGeom>
            <a:solidFill>
              <a:srgbClr val="F4CCD1"/>
            </a:solidFill>
            <a:ln>
              <a:noFill/>
            </a:ln>
          </p:spPr>
        </p:sp>
        <p:sp>
          <p:nvSpPr>
            <p:cNvPr id="14203" name="Heatmap cell r55 c171"/>
            <p:cNvSpPr/>
            <p:nvPr/>
          </p:nvSpPr>
          <p:spPr>
            <a:xfrm>
              <a:off x="3105969" y="1475335"/>
              <a:ext cx="19034" cy="28503"/>
            </a:xfrm>
            <a:prstGeom prst="rect">
              <a:avLst/>
            </a:prstGeom>
            <a:solidFill>
              <a:srgbClr val="EFB8BC"/>
            </a:solidFill>
            <a:ln>
              <a:noFill/>
            </a:ln>
          </p:spPr>
        </p:sp>
        <p:sp>
          <p:nvSpPr>
            <p:cNvPr id="14204" name="Heatmap cell r55 c172"/>
            <p:cNvSpPr/>
            <p:nvPr/>
          </p:nvSpPr>
          <p:spPr>
            <a:xfrm>
              <a:off x="3124908" y="1475335"/>
              <a:ext cx="17140" cy="28503"/>
            </a:xfrm>
            <a:prstGeom prst="rect">
              <a:avLst/>
            </a:prstGeom>
            <a:solidFill>
              <a:srgbClr val="F8E6E8"/>
            </a:solidFill>
            <a:ln>
              <a:noFill/>
            </a:ln>
          </p:spPr>
        </p:sp>
        <p:sp>
          <p:nvSpPr>
            <p:cNvPr id="14205" name="Heatmap cell r55 c173"/>
            <p:cNvSpPr/>
            <p:nvPr/>
          </p:nvSpPr>
          <p:spPr>
            <a:xfrm>
              <a:off x="3141953" y="1475335"/>
              <a:ext cx="19034" cy="28503"/>
            </a:xfrm>
            <a:prstGeom prst="rect">
              <a:avLst/>
            </a:prstGeom>
            <a:solidFill>
              <a:srgbClr val="F7D3D6"/>
            </a:solidFill>
            <a:ln>
              <a:noFill/>
            </a:ln>
          </p:spPr>
        </p:sp>
        <p:sp>
          <p:nvSpPr>
            <p:cNvPr id="14206" name="Heatmap cell r55 c174"/>
            <p:cNvSpPr/>
            <p:nvPr/>
          </p:nvSpPr>
          <p:spPr>
            <a:xfrm>
              <a:off x="3160892" y="1475335"/>
              <a:ext cx="17140" cy="28503"/>
            </a:xfrm>
            <a:prstGeom prst="rect">
              <a:avLst/>
            </a:prstGeom>
            <a:solidFill>
              <a:srgbClr val="ECABB0"/>
            </a:solidFill>
            <a:ln>
              <a:noFill/>
            </a:ln>
          </p:spPr>
        </p:sp>
        <p:sp>
          <p:nvSpPr>
            <p:cNvPr id="14207" name="Heatmap cell r55 c175"/>
            <p:cNvSpPr/>
            <p:nvPr/>
          </p:nvSpPr>
          <p:spPr>
            <a:xfrm>
              <a:off x="3177936" y="1475335"/>
              <a:ext cx="19034" cy="28503"/>
            </a:xfrm>
            <a:prstGeom prst="rect">
              <a:avLst/>
            </a:prstGeom>
            <a:solidFill>
              <a:srgbClr val="F5D0D3"/>
            </a:solidFill>
            <a:ln>
              <a:noFill/>
            </a:ln>
          </p:spPr>
        </p:sp>
        <p:sp>
          <p:nvSpPr>
            <p:cNvPr id="14208" name="Heatmap cell r55 c176"/>
            <p:cNvSpPr/>
            <p:nvPr/>
          </p:nvSpPr>
          <p:spPr>
            <a:xfrm>
              <a:off x="3196875" y="1475335"/>
              <a:ext cx="17140" cy="28503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14209" name="Heatmap cell r55 c177"/>
            <p:cNvSpPr/>
            <p:nvPr/>
          </p:nvSpPr>
          <p:spPr>
            <a:xfrm>
              <a:off x="3213920" y="1475335"/>
              <a:ext cx="19034" cy="28503"/>
            </a:xfrm>
            <a:prstGeom prst="rect">
              <a:avLst/>
            </a:prstGeom>
            <a:solidFill>
              <a:srgbClr val="EFB9BE"/>
            </a:solidFill>
            <a:ln>
              <a:noFill/>
            </a:ln>
          </p:spPr>
        </p:sp>
        <p:sp>
          <p:nvSpPr>
            <p:cNvPr id="14210" name="Heatmap cell r55 c178"/>
            <p:cNvSpPr/>
            <p:nvPr/>
          </p:nvSpPr>
          <p:spPr>
            <a:xfrm>
              <a:off x="3232859" y="1475335"/>
              <a:ext cx="17140" cy="28503"/>
            </a:xfrm>
            <a:prstGeom prst="rect">
              <a:avLst/>
            </a:prstGeom>
            <a:solidFill>
              <a:srgbClr val="F6D5D9"/>
            </a:solidFill>
            <a:ln>
              <a:noFill/>
            </a:ln>
          </p:spPr>
        </p:sp>
        <p:sp>
          <p:nvSpPr>
            <p:cNvPr id="14211" name="Heatmap cell r55 c180"/>
            <p:cNvSpPr/>
            <p:nvPr/>
          </p:nvSpPr>
          <p:spPr>
            <a:xfrm>
              <a:off x="3268843" y="1475335"/>
              <a:ext cx="17140" cy="28503"/>
            </a:xfrm>
            <a:prstGeom prst="rect">
              <a:avLst/>
            </a:prstGeom>
            <a:solidFill>
              <a:srgbClr val="FCF7F7"/>
            </a:solidFill>
            <a:ln>
              <a:noFill/>
            </a:ln>
          </p:spPr>
        </p:sp>
        <p:sp>
          <p:nvSpPr>
            <p:cNvPr id="14212" name="Heatmap cell r55 c181"/>
            <p:cNvSpPr/>
            <p:nvPr/>
          </p:nvSpPr>
          <p:spPr>
            <a:xfrm>
              <a:off x="3285888" y="1475335"/>
              <a:ext cx="19034" cy="28503"/>
            </a:xfrm>
            <a:prstGeom prst="rect">
              <a:avLst/>
            </a:prstGeom>
            <a:solidFill>
              <a:srgbClr val="EFB8BC"/>
            </a:solidFill>
            <a:ln>
              <a:noFill/>
            </a:ln>
          </p:spPr>
        </p:sp>
        <p:sp>
          <p:nvSpPr>
            <p:cNvPr id="14213" name="Heatmap cell r55 c182"/>
            <p:cNvSpPr/>
            <p:nvPr/>
          </p:nvSpPr>
          <p:spPr>
            <a:xfrm>
              <a:off x="3304827" y="1475335"/>
              <a:ext cx="19034" cy="28503"/>
            </a:xfrm>
            <a:prstGeom prst="rect">
              <a:avLst/>
            </a:prstGeom>
            <a:solidFill>
              <a:srgbClr val="F7D9DB"/>
            </a:solidFill>
            <a:ln>
              <a:noFill/>
            </a:ln>
          </p:spPr>
        </p:sp>
        <p:sp>
          <p:nvSpPr>
            <p:cNvPr id="14214" name="Heatmap cell r55 c183"/>
            <p:cNvSpPr/>
            <p:nvPr/>
          </p:nvSpPr>
          <p:spPr>
            <a:xfrm>
              <a:off x="3323765" y="1475335"/>
              <a:ext cx="17140" cy="28503"/>
            </a:xfrm>
            <a:prstGeom prst="rect">
              <a:avLst/>
            </a:prstGeom>
            <a:solidFill>
              <a:srgbClr val="FBF3F4"/>
            </a:solidFill>
            <a:ln>
              <a:noFill/>
            </a:ln>
          </p:spPr>
        </p:sp>
        <p:sp>
          <p:nvSpPr>
            <p:cNvPr id="14215" name="Heatmap cell r55 c184"/>
            <p:cNvSpPr/>
            <p:nvPr/>
          </p:nvSpPr>
          <p:spPr>
            <a:xfrm>
              <a:off x="3340810" y="1475335"/>
              <a:ext cx="19034" cy="28503"/>
            </a:xfrm>
            <a:prstGeom prst="rect">
              <a:avLst/>
            </a:prstGeom>
            <a:solidFill>
              <a:srgbClr val="F2C8CD"/>
            </a:solidFill>
            <a:ln>
              <a:noFill/>
            </a:ln>
          </p:spPr>
        </p:sp>
        <p:sp>
          <p:nvSpPr>
            <p:cNvPr id="14216" name="Heatmap cell r55 c185"/>
            <p:cNvSpPr/>
            <p:nvPr/>
          </p:nvSpPr>
          <p:spPr>
            <a:xfrm>
              <a:off x="3359749" y="1475335"/>
              <a:ext cx="17140" cy="28503"/>
            </a:xfrm>
            <a:prstGeom prst="rect">
              <a:avLst/>
            </a:prstGeom>
            <a:solidFill>
              <a:srgbClr val="D0DBE6"/>
            </a:solidFill>
            <a:ln>
              <a:noFill/>
            </a:ln>
          </p:spPr>
        </p:sp>
        <p:sp>
          <p:nvSpPr>
            <p:cNvPr id="14217" name="Heatmap cell r55 c187"/>
            <p:cNvSpPr/>
            <p:nvPr/>
          </p:nvSpPr>
          <p:spPr>
            <a:xfrm>
              <a:off x="3395733" y="1475335"/>
              <a:ext cx="17140" cy="28503"/>
            </a:xfrm>
            <a:prstGeom prst="rect">
              <a:avLst/>
            </a:prstGeom>
            <a:solidFill>
              <a:srgbClr val="FBF3F4"/>
            </a:solidFill>
            <a:ln>
              <a:noFill/>
            </a:ln>
          </p:spPr>
        </p:sp>
        <p:sp>
          <p:nvSpPr>
            <p:cNvPr id="14218" name="Heatmap cell r55 c188"/>
            <p:cNvSpPr/>
            <p:nvPr/>
          </p:nvSpPr>
          <p:spPr>
            <a:xfrm>
              <a:off x="3412778" y="1475335"/>
              <a:ext cx="19034" cy="28503"/>
            </a:xfrm>
            <a:prstGeom prst="rect">
              <a:avLst/>
            </a:prstGeom>
            <a:solidFill>
              <a:srgbClr val="EFB8BC"/>
            </a:solidFill>
            <a:ln>
              <a:noFill/>
            </a:ln>
          </p:spPr>
        </p:sp>
        <p:sp>
          <p:nvSpPr>
            <p:cNvPr id="14219" name="Heatmap cell r55 c189"/>
            <p:cNvSpPr/>
            <p:nvPr/>
          </p:nvSpPr>
          <p:spPr>
            <a:xfrm>
              <a:off x="3431717" y="1475335"/>
              <a:ext cx="17140" cy="28503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</p:sp>
        <p:sp>
          <p:nvSpPr>
            <p:cNvPr id="14220" name="Heatmap cell r55 c190"/>
            <p:cNvSpPr/>
            <p:nvPr/>
          </p:nvSpPr>
          <p:spPr>
            <a:xfrm>
              <a:off x="3448762" y="1475335"/>
              <a:ext cx="19034" cy="28503"/>
            </a:xfrm>
            <a:prstGeom prst="rect">
              <a:avLst/>
            </a:prstGeom>
            <a:solidFill>
              <a:srgbClr val="A1B8CE"/>
            </a:solidFill>
            <a:ln>
              <a:noFill/>
            </a:ln>
          </p:spPr>
        </p:sp>
        <p:sp>
          <p:nvSpPr>
            <p:cNvPr id="14221" name="Heatmap cell r55 c191"/>
            <p:cNvSpPr/>
            <p:nvPr/>
          </p:nvSpPr>
          <p:spPr>
            <a:xfrm>
              <a:off x="3467701" y="1475335"/>
              <a:ext cx="17140" cy="28503"/>
            </a:xfrm>
            <a:prstGeom prst="rect">
              <a:avLst/>
            </a:prstGeom>
            <a:solidFill>
              <a:srgbClr val="F3C6CB"/>
            </a:solidFill>
            <a:ln>
              <a:noFill/>
            </a:ln>
          </p:spPr>
        </p:sp>
        <p:sp>
          <p:nvSpPr>
            <p:cNvPr id="14222" name="Heatmap cell r55 c192"/>
            <p:cNvSpPr/>
            <p:nvPr/>
          </p:nvSpPr>
          <p:spPr>
            <a:xfrm>
              <a:off x="3484746" y="1475335"/>
              <a:ext cx="19034" cy="28503"/>
            </a:xfrm>
            <a:prstGeom prst="rect">
              <a:avLst/>
            </a:prstGeom>
            <a:solidFill>
              <a:srgbClr val="F3C5C8"/>
            </a:solidFill>
            <a:ln>
              <a:noFill/>
            </a:ln>
          </p:spPr>
        </p:sp>
        <p:sp>
          <p:nvSpPr>
            <p:cNvPr id="14223" name="Heatmap cell r55 c193"/>
            <p:cNvSpPr/>
            <p:nvPr/>
          </p:nvSpPr>
          <p:spPr>
            <a:xfrm>
              <a:off x="3503684" y="1475335"/>
              <a:ext cx="17140" cy="28503"/>
            </a:xfrm>
            <a:prstGeom prst="rect">
              <a:avLst/>
            </a:prstGeom>
            <a:solidFill>
              <a:srgbClr val="FAEEEF"/>
            </a:solidFill>
            <a:ln>
              <a:noFill/>
            </a:ln>
          </p:spPr>
        </p:sp>
        <p:sp>
          <p:nvSpPr>
            <p:cNvPr id="14224" name="Heatmap cell r55 c194"/>
            <p:cNvSpPr/>
            <p:nvPr/>
          </p:nvSpPr>
          <p:spPr>
            <a:xfrm>
              <a:off x="3520729" y="1475335"/>
              <a:ext cx="19034" cy="28503"/>
            </a:xfrm>
            <a:prstGeom prst="rect">
              <a:avLst/>
            </a:prstGeom>
            <a:solidFill>
              <a:srgbClr val="F4CDD0"/>
            </a:solidFill>
            <a:ln>
              <a:noFill/>
            </a:ln>
          </p:spPr>
        </p:sp>
        <p:sp>
          <p:nvSpPr>
            <p:cNvPr id="14225" name="Heatmap cell r55 c195"/>
            <p:cNvSpPr/>
            <p:nvPr/>
          </p:nvSpPr>
          <p:spPr>
            <a:xfrm>
              <a:off x="3539668" y="1475335"/>
              <a:ext cx="19034" cy="28503"/>
            </a:xfrm>
            <a:prstGeom prst="rect">
              <a:avLst/>
            </a:prstGeom>
            <a:solidFill>
              <a:srgbClr val="ECACB1"/>
            </a:solidFill>
            <a:ln>
              <a:noFill/>
            </a:ln>
          </p:spPr>
        </p:sp>
        <p:sp>
          <p:nvSpPr>
            <p:cNvPr id="14226" name="Heatmap cell r55 c196"/>
            <p:cNvSpPr/>
            <p:nvPr/>
          </p:nvSpPr>
          <p:spPr>
            <a:xfrm>
              <a:off x="3558607" y="1475335"/>
              <a:ext cx="17140" cy="28503"/>
            </a:xfrm>
            <a:prstGeom prst="rect">
              <a:avLst/>
            </a:prstGeom>
            <a:solidFill>
              <a:srgbClr val="F5D1D4"/>
            </a:solidFill>
            <a:ln>
              <a:noFill/>
            </a:ln>
          </p:spPr>
        </p:sp>
        <p:sp>
          <p:nvSpPr>
            <p:cNvPr id="14227" name="Heatmap cell r55 c197"/>
            <p:cNvSpPr/>
            <p:nvPr/>
          </p:nvSpPr>
          <p:spPr>
            <a:xfrm>
              <a:off x="3575652" y="1475335"/>
              <a:ext cx="19034" cy="28503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14228" name="Heatmap cell r55 c198"/>
            <p:cNvSpPr/>
            <p:nvPr/>
          </p:nvSpPr>
          <p:spPr>
            <a:xfrm>
              <a:off x="3594591" y="1475335"/>
              <a:ext cx="17140" cy="28503"/>
            </a:xfrm>
            <a:prstGeom prst="rect">
              <a:avLst/>
            </a:prstGeom>
            <a:solidFill>
              <a:srgbClr val="FAEEEF"/>
            </a:solidFill>
            <a:ln>
              <a:noFill/>
            </a:ln>
          </p:spPr>
        </p:sp>
        <p:sp>
          <p:nvSpPr>
            <p:cNvPr id="14229" name="Heatmap cell r55 c199"/>
            <p:cNvSpPr/>
            <p:nvPr/>
          </p:nvSpPr>
          <p:spPr>
            <a:xfrm>
              <a:off x="3611636" y="1475335"/>
              <a:ext cx="19034" cy="28503"/>
            </a:xfrm>
            <a:prstGeom prst="rect">
              <a:avLst/>
            </a:prstGeom>
            <a:solidFill>
              <a:srgbClr val="FBF0F1"/>
            </a:solidFill>
            <a:ln>
              <a:noFill/>
            </a:ln>
          </p:spPr>
        </p:sp>
        <p:sp>
          <p:nvSpPr>
            <p:cNvPr id="14230" name="Heatmap cell r55 c200"/>
            <p:cNvSpPr/>
            <p:nvPr/>
          </p:nvSpPr>
          <p:spPr>
            <a:xfrm>
              <a:off x="3630575" y="1475335"/>
              <a:ext cx="17140" cy="28503"/>
            </a:xfrm>
            <a:prstGeom prst="rect">
              <a:avLst/>
            </a:prstGeom>
            <a:solidFill>
              <a:srgbClr val="FBF0F1"/>
            </a:solidFill>
            <a:ln>
              <a:noFill/>
            </a:ln>
          </p:spPr>
        </p:sp>
        <p:sp>
          <p:nvSpPr>
            <p:cNvPr id="14231" name="Heatmap cell r55 c201"/>
            <p:cNvSpPr/>
            <p:nvPr/>
          </p:nvSpPr>
          <p:spPr>
            <a:xfrm>
              <a:off x="3647620" y="1475335"/>
              <a:ext cx="19034" cy="28503"/>
            </a:xfrm>
            <a:prstGeom prst="rect">
              <a:avLst/>
            </a:prstGeom>
            <a:solidFill>
              <a:srgbClr val="F8E9EA"/>
            </a:solidFill>
            <a:ln>
              <a:noFill/>
            </a:ln>
          </p:spPr>
        </p:sp>
        <p:sp>
          <p:nvSpPr>
            <p:cNvPr id="14232" name="Heatmap cell r55 c202"/>
            <p:cNvSpPr/>
            <p:nvPr/>
          </p:nvSpPr>
          <p:spPr>
            <a:xfrm>
              <a:off x="3666558" y="1475335"/>
              <a:ext cx="17140" cy="28503"/>
            </a:xfrm>
            <a:prstGeom prst="rect">
              <a:avLst/>
            </a:prstGeom>
            <a:solidFill>
              <a:srgbClr val="EFB6BA"/>
            </a:solidFill>
            <a:ln>
              <a:noFill/>
            </a:ln>
          </p:spPr>
        </p:sp>
        <p:sp>
          <p:nvSpPr>
            <p:cNvPr id="14233" name="Heatmap cell r55 c203"/>
            <p:cNvSpPr/>
            <p:nvPr/>
          </p:nvSpPr>
          <p:spPr>
            <a:xfrm>
              <a:off x="3683603" y="1475335"/>
              <a:ext cx="19034" cy="28503"/>
            </a:xfrm>
            <a:prstGeom prst="rect">
              <a:avLst/>
            </a:prstGeom>
            <a:solidFill>
              <a:srgbClr val="F3C5CA"/>
            </a:solidFill>
            <a:ln>
              <a:noFill/>
            </a:ln>
          </p:spPr>
        </p:sp>
        <p:sp>
          <p:nvSpPr>
            <p:cNvPr id="14234" name="Heatmap cell r55 c204"/>
            <p:cNvSpPr/>
            <p:nvPr/>
          </p:nvSpPr>
          <p:spPr>
            <a:xfrm>
              <a:off x="3702542" y="1475335"/>
              <a:ext cx="17140" cy="28503"/>
            </a:xfrm>
            <a:prstGeom prst="rect">
              <a:avLst/>
            </a:prstGeom>
            <a:solidFill>
              <a:srgbClr val="F4CACD"/>
            </a:solidFill>
            <a:ln>
              <a:noFill/>
            </a:ln>
          </p:spPr>
        </p:sp>
        <p:sp>
          <p:nvSpPr>
            <p:cNvPr id="14235" name="Heatmap cell r55 c205"/>
            <p:cNvSpPr/>
            <p:nvPr/>
          </p:nvSpPr>
          <p:spPr>
            <a:xfrm>
              <a:off x="3719587" y="1475335"/>
              <a:ext cx="19034" cy="28503"/>
            </a:xfrm>
            <a:prstGeom prst="rect">
              <a:avLst/>
            </a:prstGeom>
            <a:solidFill>
              <a:srgbClr val="EA9AA1"/>
            </a:solidFill>
            <a:ln>
              <a:noFill/>
            </a:ln>
          </p:spPr>
        </p:sp>
        <p:sp>
          <p:nvSpPr>
            <p:cNvPr id="14236" name="Heatmap cell r55 c206"/>
            <p:cNvSpPr/>
            <p:nvPr/>
          </p:nvSpPr>
          <p:spPr>
            <a:xfrm>
              <a:off x="3738526" y="1475335"/>
              <a:ext cx="17140" cy="28503"/>
            </a:xfrm>
            <a:prstGeom prst="rect">
              <a:avLst/>
            </a:prstGeom>
            <a:solidFill>
              <a:srgbClr val="EFB5BA"/>
            </a:solidFill>
            <a:ln>
              <a:noFill/>
            </a:ln>
          </p:spPr>
        </p:sp>
        <p:sp>
          <p:nvSpPr>
            <p:cNvPr id="14237" name="Heatmap cell r55 c208"/>
            <p:cNvSpPr/>
            <p:nvPr/>
          </p:nvSpPr>
          <p:spPr>
            <a:xfrm>
              <a:off x="3774510" y="1475335"/>
              <a:ext cx="19034" cy="28503"/>
            </a:xfrm>
            <a:prstGeom prst="rect">
              <a:avLst/>
            </a:prstGeom>
            <a:solidFill>
              <a:srgbClr val="85A1BE"/>
            </a:solidFill>
            <a:ln>
              <a:noFill/>
            </a:ln>
          </p:spPr>
        </p:sp>
        <p:sp>
          <p:nvSpPr>
            <p:cNvPr id="14238" name="Heatmap cell r55 c209"/>
            <p:cNvSpPr/>
            <p:nvPr/>
          </p:nvSpPr>
          <p:spPr>
            <a:xfrm>
              <a:off x="3793449" y="1475335"/>
              <a:ext cx="17140" cy="28503"/>
            </a:xfrm>
            <a:prstGeom prst="rect">
              <a:avLst/>
            </a:prstGeom>
            <a:solidFill>
              <a:srgbClr val="F6D4D7"/>
            </a:solidFill>
            <a:ln>
              <a:noFill/>
            </a:ln>
          </p:spPr>
        </p:sp>
        <p:sp>
          <p:nvSpPr>
            <p:cNvPr id="14239" name="Heatmap cell r55 c210"/>
            <p:cNvSpPr/>
            <p:nvPr/>
          </p:nvSpPr>
          <p:spPr>
            <a:xfrm>
              <a:off x="3810494" y="1475335"/>
              <a:ext cx="19034" cy="28503"/>
            </a:xfrm>
            <a:prstGeom prst="rect">
              <a:avLst/>
            </a:prstGeom>
            <a:solidFill>
              <a:srgbClr val="B5C6D7"/>
            </a:solidFill>
            <a:ln>
              <a:noFill/>
            </a:ln>
          </p:spPr>
        </p:sp>
        <p:sp>
          <p:nvSpPr>
            <p:cNvPr id="14240" name="Heatmap cell r55 c211"/>
            <p:cNvSpPr/>
            <p:nvPr/>
          </p:nvSpPr>
          <p:spPr>
            <a:xfrm>
              <a:off x="3829432" y="1475335"/>
              <a:ext cx="17140" cy="28503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14241" name="Heatmap cell r55 c212"/>
            <p:cNvSpPr/>
            <p:nvPr/>
          </p:nvSpPr>
          <p:spPr>
            <a:xfrm>
              <a:off x="3846477" y="1475335"/>
              <a:ext cx="19034" cy="28503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14242" name="Heatmap cell r55 c213"/>
            <p:cNvSpPr/>
            <p:nvPr/>
          </p:nvSpPr>
          <p:spPr>
            <a:xfrm>
              <a:off x="3865416" y="1475335"/>
              <a:ext cx="17140" cy="28503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14243" name="Heatmap cell r55 c214"/>
            <p:cNvSpPr/>
            <p:nvPr/>
          </p:nvSpPr>
          <p:spPr>
            <a:xfrm>
              <a:off x="3882461" y="1475335"/>
              <a:ext cx="19034" cy="28503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14244" name="Heatmap cell r55 c216"/>
            <p:cNvSpPr/>
            <p:nvPr/>
          </p:nvSpPr>
          <p:spPr>
            <a:xfrm>
              <a:off x="3918445" y="1475335"/>
              <a:ext cx="19034" cy="28503"/>
            </a:xfrm>
            <a:prstGeom prst="rect">
              <a:avLst/>
            </a:prstGeom>
            <a:solidFill>
              <a:srgbClr val="F2C8CD"/>
            </a:solidFill>
            <a:ln>
              <a:noFill/>
            </a:ln>
          </p:spPr>
        </p:sp>
        <p:sp>
          <p:nvSpPr>
            <p:cNvPr id="14245" name="Heatmap cell r55 c217"/>
            <p:cNvSpPr/>
            <p:nvPr/>
          </p:nvSpPr>
          <p:spPr>
            <a:xfrm>
              <a:off x="3937384" y="1475335"/>
              <a:ext cx="17140" cy="28503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14246" name="Heatmap cell r55 c218"/>
            <p:cNvSpPr/>
            <p:nvPr/>
          </p:nvSpPr>
          <p:spPr>
            <a:xfrm>
              <a:off x="3954429" y="1475335"/>
              <a:ext cx="19034" cy="28503"/>
            </a:xfrm>
            <a:prstGeom prst="rect">
              <a:avLst/>
            </a:prstGeom>
            <a:solidFill>
              <a:srgbClr val="CAD6E3"/>
            </a:solidFill>
            <a:ln>
              <a:noFill/>
            </a:ln>
          </p:spPr>
        </p:sp>
        <p:sp>
          <p:nvSpPr>
            <p:cNvPr id="14247" name="Heatmap cell r55 c219"/>
            <p:cNvSpPr/>
            <p:nvPr/>
          </p:nvSpPr>
          <p:spPr>
            <a:xfrm>
              <a:off x="3973368" y="1475335"/>
              <a:ext cx="17140" cy="28503"/>
            </a:xfrm>
            <a:prstGeom prst="rect">
              <a:avLst/>
            </a:prstGeom>
            <a:solidFill>
              <a:srgbClr val="D6E0EA"/>
            </a:solidFill>
            <a:ln>
              <a:noFill/>
            </a:ln>
          </p:spPr>
        </p:sp>
        <p:sp>
          <p:nvSpPr>
            <p:cNvPr id="14248" name="Heatmap cell r55 c220"/>
            <p:cNvSpPr/>
            <p:nvPr/>
          </p:nvSpPr>
          <p:spPr>
            <a:xfrm>
              <a:off x="3990412" y="1475335"/>
              <a:ext cx="19034" cy="28503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14249" name="Heatmap cell r55 c221"/>
            <p:cNvSpPr/>
            <p:nvPr/>
          </p:nvSpPr>
          <p:spPr>
            <a:xfrm>
              <a:off x="4009351" y="1475335"/>
              <a:ext cx="19034" cy="28503"/>
            </a:xfrm>
            <a:prstGeom prst="rect">
              <a:avLst/>
            </a:prstGeom>
            <a:solidFill>
              <a:srgbClr val="CFDAE4"/>
            </a:solidFill>
            <a:ln>
              <a:noFill/>
            </a:ln>
          </p:spPr>
        </p:sp>
        <p:sp>
          <p:nvSpPr>
            <p:cNvPr id="14250" name="Heatmap cell r55 c222"/>
            <p:cNvSpPr/>
            <p:nvPr/>
          </p:nvSpPr>
          <p:spPr>
            <a:xfrm>
              <a:off x="4028290" y="1475335"/>
              <a:ext cx="17140" cy="28503"/>
            </a:xfrm>
            <a:prstGeom prst="rect">
              <a:avLst/>
            </a:prstGeom>
            <a:solidFill>
              <a:srgbClr val="7595B7"/>
            </a:solidFill>
            <a:ln>
              <a:noFill/>
            </a:ln>
          </p:spPr>
        </p:sp>
        <p:sp>
          <p:nvSpPr>
            <p:cNvPr id="14251" name="Heatmap cell r55 c223"/>
            <p:cNvSpPr/>
            <p:nvPr/>
          </p:nvSpPr>
          <p:spPr>
            <a:xfrm>
              <a:off x="4045335" y="1475335"/>
              <a:ext cx="19034" cy="28503"/>
            </a:xfrm>
            <a:prstGeom prst="rect">
              <a:avLst/>
            </a:prstGeom>
            <a:solidFill>
              <a:srgbClr val="D3DEE8"/>
            </a:solidFill>
            <a:ln>
              <a:noFill/>
            </a:ln>
          </p:spPr>
        </p:sp>
        <p:sp>
          <p:nvSpPr>
            <p:cNvPr id="14252" name="Heatmap cell r56 c1"/>
            <p:cNvSpPr/>
            <p:nvPr/>
          </p:nvSpPr>
          <p:spPr>
            <a:xfrm>
              <a:off x="13257" y="1503743"/>
              <a:ext cx="45548" cy="26609"/>
            </a:xfrm>
            <a:prstGeom prst="rect">
              <a:avLst/>
            </a:prstGeom>
            <a:solidFill>
              <a:srgbClr val="F76666"/>
            </a:solidFill>
            <a:ln>
              <a:noFill/>
            </a:ln>
          </p:spPr>
        </p:sp>
        <p:sp>
          <p:nvSpPr>
            <p:cNvPr id="14253" name="Heatmap cell r56 c3"/>
            <p:cNvSpPr/>
            <p:nvPr/>
          </p:nvSpPr>
          <p:spPr>
            <a:xfrm>
              <a:off x="71968" y="1503743"/>
              <a:ext cx="17140" cy="26609"/>
            </a:xfrm>
            <a:prstGeom prst="rect">
              <a:avLst/>
            </a:prstGeom>
            <a:solidFill>
              <a:srgbClr val="ECF0F6"/>
            </a:solidFill>
            <a:ln>
              <a:noFill/>
            </a:ln>
          </p:spPr>
        </p:sp>
        <p:sp>
          <p:nvSpPr>
            <p:cNvPr id="14254" name="Heatmap cell r56 c4"/>
            <p:cNvSpPr/>
            <p:nvPr/>
          </p:nvSpPr>
          <p:spPr>
            <a:xfrm>
              <a:off x="89013" y="1503743"/>
              <a:ext cx="19034" cy="26609"/>
            </a:xfrm>
            <a:prstGeom prst="rect">
              <a:avLst/>
            </a:prstGeom>
            <a:solidFill>
              <a:srgbClr val="B8C9DA"/>
            </a:solidFill>
            <a:ln>
              <a:noFill/>
            </a:ln>
          </p:spPr>
        </p:sp>
        <p:sp>
          <p:nvSpPr>
            <p:cNvPr id="14255" name="Heatmap cell r56 c5"/>
            <p:cNvSpPr/>
            <p:nvPr/>
          </p:nvSpPr>
          <p:spPr>
            <a:xfrm>
              <a:off x="107951" y="1503743"/>
              <a:ext cx="17140" cy="26609"/>
            </a:xfrm>
            <a:prstGeom prst="rect">
              <a:avLst/>
            </a:prstGeom>
            <a:solidFill>
              <a:srgbClr val="9CB4CA"/>
            </a:solidFill>
            <a:ln>
              <a:noFill/>
            </a:ln>
          </p:spPr>
        </p:sp>
        <p:sp>
          <p:nvSpPr>
            <p:cNvPr id="14256" name="Heatmap cell r56 c6"/>
            <p:cNvSpPr/>
            <p:nvPr/>
          </p:nvSpPr>
          <p:spPr>
            <a:xfrm>
              <a:off x="124996" y="1503743"/>
              <a:ext cx="19034" cy="26609"/>
            </a:xfrm>
            <a:prstGeom prst="rect">
              <a:avLst/>
            </a:prstGeom>
            <a:solidFill>
              <a:srgbClr val="9DB5CC"/>
            </a:solidFill>
            <a:ln>
              <a:noFill/>
            </a:ln>
          </p:spPr>
        </p:sp>
        <p:sp>
          <p:nvSpPr>
            <p:cNvPr id="14257" name="Heatmap cell r56 c7"/>
            <p:cNvSpPr/>
            <p:nvPr/>
          </p:nvSpPr>
          <p:spPr>
            <a:xfrm>
              <a:off x="143935" y="1503743"/>
              <a:ext cx="17140" cy="26609"/>
            </a:xfrm>
            <a:prstGeom prst="rect">
              <a:avLst/>
            </a:prstGeom>
            <a:solidFill>
              <a:srgbClr val="BECFDD"/>
            </a:solidFill>
            <a:ln>
              <a:noFill/>
            </a:ln>
          </p:spPr>
        </p:sp>
        <p:sp>
          <p:nvSpPr>
            <p:cNvPr id="14258" name="Heatmap cell r56 c8"/>
            <p:cNvSpPr/>
            <p:nvPr/>
          </p:nvSpPr>
          <p:spPr>
            <a:xfrm>
              <a:off x="160980" y="1503743"/>
              <a:ext cx="19034" cy="26609"/>
            </a:xfrm>
            <a:prstGeom prst="rect">
              <a:avLst/>
            </a:prstGeom>
            <a:solidFill>
              <a:srgbClr val="C6D4E1"/>
            </a:solidFill>
            <a:ln>
              <a:noFill/>
            </a:ln>
          </p:spPr>
        </p:sp>
        <p:sp>
          <p:nvSpPr>
            <p:cNvPr id="14259" name="Heatmap cell r56 c9"/>
            <p:cNvSpPr/>
            <p:nvPr/>
          </p:nvSpPr>
          <p:spPr>
            <a:xfrm>
              <a:off x="179919" y="1503743"/>
              <a:ext cx="19034" cy="26609"/>
            </a:xfrm>
            <a:prstGeom prst="rect">
              <a:avLst/>
            </a:prstGeom>
            <a:solidFill>
              <a:srgbClr val="F8DDDF"/>
            </a:solidFill>
            <a:ln>
              <a:noFill/>
            </a:ln>
          </p:spPr>
        </p:sp>
        <p:sp>
          <p:nvSpPr>
            <p:cNvPr id="14260" name="Heatmap cell r56 c10"/>
            <p:cNvSpPr/>
            <p:nvPr/>
          </p:nvSpPr>
          <p:spPr>
            <a:xfrm>
              <a:off x="198858" y="1503743"/>
              <a:ext cx="17140" cy="26609"/>
            </a:xfrm>
            <a:prstGeom prst="rect">
              <a:avLst/>
            </a:prstGeom>
            <a:solidFill>
              <a:srgbClr val="B8C9DA"/>
            </a:solidFill>
            <a:ln>
              <a:noFill/>
            </a:ln>
          </p:spPr>
        </p:sp>
        <p:sp>
          <p:nvSpPr>
            <p:cNvPr id="14261" name="Heatmap cell r56 c11"/>
            <p:cNvSpPr/>
            <p:nvPr/>
          </p:nvSpPr>
          <p:spPr>
            <a:xfrm>
              <a:off x="215903" y="1503743"/>
              <a:ext cx="19034" cy="26609"/>
            </a:xfrm>
            <a:prstGeom prst="rect">
              <a:avLst/>
            </a:prstGeom>
            <a:solidFill>
              <a:srgbClr val="EFF3F7"/>
            </a:solidFill>
            <a:ln>
              <a:noFill/>
            </a:ln>
          </p:spPr>
        </p:sp>
        <p:sp>
          <p:nvSpPr>
            <p:cNvPr id="14262" name="Heatmap cell r56 c12"/>
            <p:cNvSpPr/>
            <p:nvPr/>
          </p:nvSpPr>
          <p:spPr>
            <a:xfrm>
              <a:off x="234842" y="1503743"/>
              <a:ext cx="17140" cy="26609"/>
            </a:xfrm>
            <a:prstGeom prst="rect">
              <a:avLst/>
            </a:prstGeom>
            <a:solidFill>
              <a:srgbClr val="91ACC5"/>
            </a:solidFill>
            <a:ln>
              <a:noFill/>
            </a:ln>
          </p:spPr>
        </p:sp>
        <p:sp>
          <p:nvSpPr>
            <p:cNvPr id="14263" name="Heatmap cell r56 c13"/>
            <p:cNvSpPr/>
            <p:nvPr/>
          </p:nvSpPr>
          <p:spPr>
            <a:xfrm>
              <a:off x="251887" y="1503743"/>
              <a:ext cx="19034" cy="26609"/>
            </a:xfrm>
            <a:prstGeom prst="rect">
              <a:avLst/>
            </a:prstGeom>
            <a:solidFill>
              <a:srgbClr val="C8D5E2"/>
            </a:solidFill>
            <a:ln>
              <a:noFill/>
            </a:ln>
          </p:spPr>
        </p:sp>
        <p:sp>
          <p:nvSpPr>
            <p:cNvPr id="14264" name="Heatmap cell r56 c14"/>
            <p:cNvSpPr/>
            <p:nvPr/>
          </p:nvSpPr>
          <p:spPr>
            <a:xfrm>
              <a:off x="270825" y="1503743"/>
              <a:ext cx="17140" cy="26609"/>
            </a:xfrm>
            <a:prstGeom prst="rect">
              <a:avLst/>
            </a:prstGeom>
            <a:solidFill>
              <a:srgbClr val="C3D1DF"/>
            </a:solidFill>
            <a:ln>
              <a:noFill/>
            </a:ln>
          </p:spPr>
        </p:sp>
        <p:sp>
          <p:nvSpPr>
            <p:cNvPr id="14265" name="Heatmap cell r56 c15"/>
            <p:cNvSpPr/>
            <p:nvPr/>
          </p:nvSpPr>
          <p:spPr>
            <a:xfrm>
              <a:off x="287870" y="1503743"/>
              <a:ext cx="19034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14266" name="Heatmap cell r56 c16"/>
            <p:cNvSpPr/>
            <p:nvPr/>
          </p:nvSpPr>
          <p:spPr>
            <a:xfrm>
              <a:off x="306809" y="1503743"/>
              <a:ext cx="17140" cy="26609"/>
            </a:xfrm>
            <a:prstGeom prst="rect">
              <a:avLst/>
            </a:prstGeom>
            <a:solidFill>
              <a:srgbClr val="EDF1F7"/>
            </a:solidFill>
            <a:ln>
              <a:noFill/>
            </a:ln>
          </p:spPr>
        </p:sp>
        <p:sp>
          <p:nvSpPr>
            <p:cNvPr id="14267" name="Heatmap cell r56 c17"/>
            <p:cNvSpPr/>
            <p:nvPr/>
          </p:nvSpPr>
          <p:spPr>
            <a:xfrm>
              <a:off x="323854" y="1503743"/>
              <a:ext cx="19034" cy="26609"/>
            </a:xfrm>
            <a:prstGeom prst="rect">
              <a:avLst/>
            </a:prstGeom>
            <a:solidFill>
              <a:srgbClr val="DEE6EC"/>
            </a:solidFill>
            <a:ln>
              <a:noFill/>
            </a:ln>
          </p:spPr>
        </p:sp>
        <p:sp>
          <p:nvSpPr>
            <p:cNvPr id="14268" name="Heatmap cell r56 c18"/>
            <p:cNvSpPr/>
            <p:nvPr/>
          </p:nvSpPr>
          <p:spPr>
            <a:xfrm>
              <a:off x="342793" y="1503743"/>
              <a:ext cx="17140" cy="26609"/>
            </a:xfrm>
            <a:prstGeom prst="rect">
              <a:avLst/>
            </a:prstGeom>
            <a:solidFill>
              <a:srgbClr val="C5D2E0"/>
            </a:solidFill>
            <a:ln>
              <a:noFill/>
            </a:ln>
          </p:spPr>
        </p:sp>
        <p:sp>
          <p:nvSpPr>
            <p:cNvPr id="14269" name="Heatmap cell r56 c19"/>
            <p:cNvSpPr/>
            <p:nvPr/>
          </p:nvSpPr>
          <p:spPr>
            <a:xfrm>
              <a:off x="359838" y="1503743"/>
              <a:ext cx="19034" cy="26609"/>
            </a:xfrm>
            <a:prstGeom prst="rect">
              <a:avLst/>
            </a:prstGeom>
            <a:solidFill>
              <a:srgbClr val="AFC4D5"/>
            </a:solidFill>
            <a:ln>
              <a:noFill/>
            </a:ln>
          </p:spPr>
        </p:sp>
        <p:sp>
          <p:nvSpPr>
            <p:cNvPr id="14270" name="Heatmap cell r56 c20"/>
            <p:cNvSpPr/>
            <p:nvPr/>
          </p:nvSpPr>
          <p:spPr>
            <a:xfrm>
              <a:off x="378777" y="1503743"/>
              <a:ext cx="17140" cy="26609"/>
            </a:xfrm>
            <a:prstGeom prst="rect">
              <a:avLst/>
            </a:prstGeom>
            <a:solidFill>
              <a:srgbClr val="7092B5"/>
            </a:solidFill>
            <a:ln>
              <a:noFill/>
            </a:ln>
          </p:spPr>
        </p:sp>
        <p:sp>
          <p:nvSpPr>
            <p:cNvPr id="14271" name="Heatmap cell r56 c21"/>
            <p:cNvSpPr/>
            <p:nvPr/>
          </p:nvSpPr>
          <p:spPr>
            <a:xfrm>
              <a:off x="395822" y="1503743"/>
              <a:ext cx="19034" cy="26609"/>
            </a:xfrm>
            <a:prstGeom prst="rect">
              <a:avLst/>
            </a:prstGeom>
            <a:solidFill>
              <a:srgbClr val="FAEBED"/>
            </a:solidFill>
            <a:ln>
              <a:noFill/>
            </a:ln>
          </p:spPr>
        </p:sp>
        <p:sp>
          <p:nvSpPr>
            <p:cNvPr id="14272" name="Heatmap cell r56 c22"/>
            <p:cNvSpPr/>
            <p:nvPr/>
          </p:nvSpPr>
          <p:spPr>
            <a:xfrm>
              <a:off x="414760" y="1503743"/>
              <a:ext cx="19034" cy="26609"/>
            </a:xfrm>
            <a:prstGeom prst="rect">
              <a:avLst/>
            </a:prstGeom>
            <a:solidFill>
              <a:srgbClr val="95AEC6"/>
            </a:solidFill>
            <a:ln>
              <a:noFill/>
            </a:ln>
          </p:spPr>
        </p:sp>
        <p:sp>
          <p:nvSpPr>
            <p:cNvPr id="14273" name="Heatmap cell r56 c23"/>
            <p:cNvSpPr/>
            <p:nvPr/>
          </p:nvSpPr>
          <p:spPr>
            <a:xfrm>
              <a:off x="433699" y="1503743"/>
              <a:ext cx="17140" cy="26609"/>
            </a:xfrm>
            <a:prstGeom prst="rect">
              <a:avLst/>
            </a:prstGeom>
            <a:solidFill>
              <a:srgbClr val="FBF5F5"/>
            </a:solidFill>
            <a:ln>
              <a:noFill/>
            </a:ln>
          </p:spPr>
        </p:sp>
        <p:sp>
          <p:nvSpPr>
            <p:cNvPr id="14274" name="Heatmap cell r56 c24"/>
            <p:cNvSpPr/>
            <p:nvPr/>
          </p:nvSpPr>
          <p:spPr>
            <a:xfrm>
              <a:off x="450744" y="1503743"/>
              <a:ext cx="19034" cy="26609"/>
            </a:xfrm>
            <a:prstGeom prst="rect">
              <a:avLst/>
            </a:prstGeom>
            <a:solidFill>
              <a:srgbClr val="B4C5D6"/>
            </a:solidFill>
            <a:ln>
              <a:noFill/>
            </a:ln>
          </p:spPr>
        </p:sp>
        <p:sp>
          <p:nvSpPr>
            <p:cNvPr id="14275" name="Heatmap cell r56 c25"/>
            <p:cNvSpPr/>
            <p:nvPr/>
          </p:nvSpPr>
          <p:spPr>
            <a:xfrm>
              <a:off x="469683" y="1503743"/>
              <a:ext cx="17140" cy="26609"/>
            </a:xfrm>
            <a:prstGeom prst="rect">
              <a:avLst/>
            </a:prstGeom>
            <a:solidFill>
              <a:srgbClr val="CCD7E3"/>
            </a:solidFill>
            <a:ln>
              <a:noFill/>
            </a:ln>
          </p:spPr>
        </p:sp>
        <p:sp>
          <p:nvSpPr>
            <p:cNvPr id="14276" name="Heatmap cell r56 c26"/>
            <p:cNvSpPr/>
            <p:nvPr/>
          </p:nvSpPr>
          <p:spPr>
            <a:xfrm>
              <a:off x="486728" y="1503743"/>
              <a:ext cx="19034" cy="26609"/>
            </a:xfrm>
            <a:prstGeom prst="rect">
              <a:avLst/>
            </a:prstGeom>
            <a:solidFill>
              <a:srgbClr val="AFC3D5"/>
            </a:solidFill>
            <a:ln>
              <a:noFill/>
            </a:ln>
          </p:spPr>
        </p:sp>
        <p:sp>
          <p:nvSpPr>
            <p:cNvPr id="14277" name="Heatmap cell r56 c27"/>
            <p:cNvSpPr/>
            <p:nvPr/>
          </p:nvSpPr>
          <p:spPr>
            <a:xfrm>
              <a:off x="505667" y="1503743"/>
              <a:ext cx="17140" cy="26609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14278" name="Heatmap cell r56 c28"/>
            <p:cNvSpPr/>
            <p:nvPr/>
          </p:nvSpPr>
          <p:spPr>
            <a:xfrm>
              <a:off x="522712" y="1503743"/>
              <a:ext cx="19034" cy="26609"/>
            </a:xfrm>
            <a:prstGeom prst="rect">
              <a:avLst/>
            </a:prstGeom>
            <a:solidFill>
              <a:srgbClr val="D4DFE9"/>
            </a:solidFill>
            <a:ln>
              <a:noFill/>
            </a:ln>
          </p:spPr>
        </p:sp>
        <p:sp>
          <p:nvSpPr>
            <p:cNvPr id="14279" name="Heatmap cell r56 c29"/>
            <p:cNvSpPr/>
            <p:nvPr/>
          </p:nvSpPr>
          <p:spPr>
            <a:xfrm>
              <a:off x="541651" y="1503743"/>
              <a:ext cx="17140" cy="26609"/>
            </a:xfrm>
            <a:prstGeom prst="rect">
              <a:avLst/>
            </a:prstGeom>
            <a:solidFill>
              <a:srgbClr val="EEF3F6"/>
            </a:solidFill>
            <a:ln>
              <a:noFill/>
            </a:ln>
          </p:spPr>
        </p:sp>
        <p:sp>
          <p:nvSpPr>
            <p:cNvPr id="14280" name="Heatmap cell r56 c30"/>
            <p:cNvSpPr/>
            <p:nvPr/>
          </p:nvSpPr>
          <p:spPr>
            <a:xfrm>
              <a:off x="558696" y="1503743"/>
              <a:ext cx="19034" cy="26609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14281" name="Heatmap cell r56 c31"/>
            <p:cNvSpPr/>
            <p:nvPr/>
          </p:nvSpPr>
          <p:spPr>
            <a:xfrm>
              <a:off x="577634" y="1503743"/>
              <a:ext cx="17140" cy="26609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14282" name="Heatmap cell r56 c32"/>
            <p:cNvSpPr/>
            <p:nvPr/>
          </p:nvSpPr>
          <p:spPr>
            <a:xfrm>
              <a:off x="594679" y="1503743"/>
              <a:ext cx="19034" cy="26609"/>
            </a:xfrm>
            <a:prstGeom prst="rect">
              <a:avLst/>
            </a:prstGeom>
            <a:solidFill>
              <a:srgbClr val="A9BCD2"/>
            </a:solidFill>
            <a:ln>
              <a:noFill/>
            </a:ln>
          </p:spPr>
        </p:sp>
        <p:sp>
          <p:nvSpPr>
            <p:cNvPr id="14283" name="Heatmap cell r56 c33"/>
            <p:cNvSpPr/>
            <p:nvPr/>
          </p:nvSpPr>
          <p:spPr>
            <a:xfrm>
              <a:off x="613618" y="1503743"/>
              <a:ext cx="17140" cy="26609"/>
            </a:xfrm>
            <a:prstGeom prst="rect">
              <a:avLst/>
            </a:prstGeom>
            <a:solidFill>
              <a:srgbClr val="FAEBED"/>
            </a:solidFill>
            <a:ln>
              <a:noFill/>
            </a:ln>
          </p:spPr>
        </p:sp>
        <p:sp>
          <p:nvSpPr>
            <p:cNvPr id="14284" name="Heatmap cell r56 c34"/>
            <p:cNvSpPr/>
            <p:nvPr/>
          </p:nvSpPr>
          <p:spPr>
            <a:xfrm>
              <a:off x="630663" y="1503743"/>
              <a:ext cx="19034" cy="26609"/>
            </a:xfrm>
            <a:prstGeom prst="rect">
              <a:avLst/>
            </a:prstGeom>
            <a:solidFill>
              <a:srgbClr val="CCD7E3"/>
            </a:solidFill>
            <a:ln>
              <a:noFill/>
            </a:ln>
          </p:spPr>
        </p:sp>
        <p:sp>
          <p:nvSpPr>
            <p:cNvPr id="14285" name="Heatmap cell r56 c35"/>
            <p:cNvSpPr/>
            <p:nvPr/>
          </p:nvSpPr>
          <p:spPr>
            <a:xfrm>
              <a:off x="649602" y="1503743"/>
              <a:ext cx="19034" cy="26609"/>
            </a:xfrm>
            <a:prstGeom prst="rect">
              <a:avLst/>
            </a:prstGeom>
            <a:solidFill>
              <a:srgbClr val="F1F5F8"/>
            </a:solidFill>
            <a:ln>
              <a:noFill/>
            </a:ln>
          </p:spPr>
        </p:sp>
        <p:sp>
          <p:nvSpPr>
            <p:cNvPr id="14286" name="Heatmap cell r56 c36"/>
            <p:cNvSpPr/>
            <p:nvPr/>
          </p:nvSpPr>
          <p:spPr>
            <a:xfrm>
              <a:off x="668541" y="1503743"/>
              <a:ext cx="17140" cy="26609"/>
            </a:xfrm>
            <a:prstGeom prst="rect">
              <a:avLst/>
            </a:prstGeom>
            <a:solidFill>
              <a:srgbClr val="E8ECF3"/>
            </a:solidFill>
            <a:ln>
              <a:noFill/>
            </a:ln>
          </p:spPr>
        </p:sp>
        <p:sp>
          <p:nvSpPr>
            <p:cNvPr id="14287" name="Heatmap cell r56 c37"/>
            <p:cNvSpPr/>
            <p:nvPr/>
          </p:nvSpPr>
          <p:spPr>
            <a:xfrm>
              <a:off x="685586" y="1503743"/>
              <a:ext cx="19034" cy="26609"/>
            </a:xfrm>
            <a:prstGeom prst="rect">
              <a:avLst/>
            </a:prstGeom>
            <a:solidFill>
              <a:srgbClr val="C6D4E1"/>
            </a:solidFill>
            <a:ln>
              <a:noFill/>
            </a:ln>
          </p:spPr>
        </p:sp>
        <p:sp>
          <p:nvSpPr>
            <p:cNvPr id="14288" name="Heatmap cell r56 c38"/>
            <p:cNvSpPr/>
            <p:nvPr/>
          </p:nvSpPr>
          <p:spPr>
            <a:xfrm>
              <a:off x="704525" y="1503743"/>
              <a:ext cx="17140" cy="26609"/>
            </a:xfrm>
            <a:prstGeom prst="rect">
              <a:avLst/>
            </a:prstGeom>
            <a:solidFill>
              <a:srgbClr val="6086AC"/>
            </a:solidFill>
            <a:ln>
              <a:noFill/>
            </a:ln>
          </p:spPr>
        </p:sp>
        <p:sp>
          <p:nvSpPr>
            <p:cNvPr id="14289" name="Heatmap cell r56 c39"/>
            <p:cNvSpPr/>
            <p:nvPr/>
          </p:nvSpPr>
          <p:spPr>
            <a:xfrm>
              <a:off x="721570" y="1503743"/>
              <a:ext cx="19034" cy="26609"/>
            </a:xfrm>
            <a:prstGeom prst="rect">
              <a:avLst/>
            </a:prstGeom>
            <a:solidFill>
              <a:srgbClr val="F8DEE0"/>
            </a:solidFill>
            <a:ln>
              <a:noFill/>
            </a:ln>
          </p:spPr>
        </p:sp>
        <p:sp>
          <p:nvSpPr>
            <p:cNvPr id="14290" name="Heatmap cell r56 c40"/>
            <p:cNvSpPr/>
            <p:nvPr/>
          </p:nvSpPr>
          <p:spPr>
            <a:xfrm>
              <a:off x="740508" y="1503743"/>
              <a:ext cx="17140" cy="26609"/>
            </a:xfrm>
            <a:prstGeom prst="rect">
              <a:avLst/>
            </a:prstGeom>
            <a:solidFill>
              <a:srgbClr val="E6EBF1"/>
            </a:solidFill>
            <a:ln>
              <a:noFill/>
            </a:ln>
          </p:spPr>
        </p:sp>
        <p:sp>
          <p:nvSpPr>
            <p:cNvPr id="14291" name="Heatmap cell r56 c41"/>
            <p:cNvSpPr/>
            <p:nvPr/>
          </p:nvSpPr>
          <p:spPr>
            <a:xfrm>
              <a:off x="757553" y="1503743"/>
              <a:ext cx="19034" cy="26609"/>
            </a:xfrm>
            <a:prstGeom prst="rect">
              <a:avLst/>
            </a:prstGeom>
            <a:solidFill>
              <a:srgbClr val="F0F4F7"/>
            </a:solidFill>
            <a:ln>
              <a:noFill/>
            </a:ln>
          </p:spPr>
        </p:sp>
        <p:sp>
          <p:nvSpPr>
            <p:cNvPr id="14292" name="Heatmap cell r56 c42"/>
            <p:cNvSpPr/>
            <p:nvPr/>
          </p:nvSpPr>
          <p:spPr>
            <a:xfrm>
              <a:off x="776492" y="1503743"/>
              <a:ext cx="17140" cy="26609"/>
            </a:xfrm>
            <a:prstGeom prst="rect">
              <a:avLst/>
            </a:prstGeom>
            <a:solidFill>
              <a:srgbClr val="F7D9DB"/>
            </a:solidFill>
            <a:ln>
              <a:noFill/>
            </a:ln>
          </p:spPr>
        </p:sp>
        <p:sp>
          <p:nvSpPr>
            <p:cNvPr id="14293" name="Heatmap cell r56 c44"/>
            <p:cNvSpPr/>
            <p:nvPr/>
          </p:nvSpPr>
          <p:spPr>
            <a:xfrm>
              <a:off x="812476" y="1503743"/>
              <a:ext cx="17140" cy="26609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14294" name="Heatmap cell r56 c45"/>
            <p:cNvSpPr/>
            <p:nvPr/>
          </p:nvSpPr>
          <p:spPr>
            <a:xfrm>
              <a:off x="829521" y="1503743"/>
              <a:ext cx="19034" cy="26609"/>
            </a:xfrm>
            <a:prstGeom prst="rect">
              <a:avLst/>
            </a:prstGeom>
            <a:solidFill>
              <a:srgbClr val="FCF7F7"/>
            </a:solidFill>
            <a:ln>
              <a:noFill/>
            </a:ln>
          </p:spPr>
        </p:sp>
        <p:sp>
          <p:nvSpPr>
            <p:cNvPr id="14295" name="Heatmap cell r56 c46"/>
            <p:cNvSpPr/>
            <p:nvPr/>
          </p:nvSpPr>
          <p:spPr>
            <a:xfrm>
              <a:off x="848460" y="1503743"/>
              <a:ext cx="17140" cy="26609"/>
            </a:xfrm>
            <a:prstGeom prst="rect">
              <a:avLst/>
            </a:prstGeom>
            <a:solidFill>
              <a:srgbClr val="C6D4E1"/>
            </a:solidFill>
            <a:ln>
              <a:noFill/>
            </a:ln>
          </p:spPr>
        </p:sp>
        <p:sp>
          <p:nvSpPr>
            <p:cNvPr id="14296" name="Heatmap cell r56 c47"/>
            <p:cNvSpPr/>
            <p:nvPr/>
          </p:nvSpPr>
          <p:spPr>
            <a:xfrm>
              <a:off x="865505" y="1503743"/>
              <a:ext cx="19034" cy="26609"/>
            </a:xfrm>
            <a:prstGeom prst="rect">
              <a:avLst/>
            </a:prstGeom>
            <a:solidFill>
              <a:srgbClr val="C4D2DF"/>
            </a:solidFill>
            <a:ln>
              <a:noFill/>
            </a:ln>
          </p:spPr>
        </p:sp>
        <p:sp>
          <p:nvSpPr>
            <p:cNvPr id="14297" name="Heatmap cell r56 c48"/>
            <p:cNvSpPr/>
            <p:nvPr/>
          </p:nvSpPr>
          <p:spPr>
            <a:xfrm>
              <a:off x="884444" y="1503743"/>
              <a:ext cx="19034" cy="26609"/>
            </a:xfrm>
            <a:prstGeom prst="rect">
              <a:avLst/>
            </a:prstGeom>
            <a:solidFill>
              <a:srgbClr val="D2DDE8"/>
            </a:solidFill>
            <a:ln>
              <a:noFill/>
            </a:ln>
          </p:spPr>
        </p:sp>
        <p:sp>
          <p:nvSpPr>
            <p:cNvPr id="14298" name="Heatmap cell r56 c49"/>
            <p:cNvSpPr/>
            <p:nvPr/>
          </p:nvSpPr>
          <p:spPr>
            <a:xfrm>
              <a:off x="903382" y="1503743"/>
              <a:ext cx="17140" cy="26609"/>
            </a:xfrm>
            <a:prstGeom prst="rect">
              <a:avLst/>
            </a:prstGeom>
            <a:solidFill>
              <a:srgbClr val="E9EDF3"/>
            </a:solidFill>
            <a:ln>
              <a:noFill/>
            </a:ln>
          </p:spPr>
        </p:sp>
        <p:sp>
          <p:nvSpPr>
            <p:cNvPr id="14299" name="Heatmap cell r56 c50"/>
            <p:cNvSpPr/>
            <p:nvPr/>
          </p:nvSpPr>
          <p:spPr>
            <a:xfrm>
              <a:off x="920427" y="1503743"/>
              <a:ext cx="19034" cy="26609"/>
            </a:xfrm>
            <a:prstGeom prst="rect">
              <a:avLst/>
            </a:prstGeom>
            <a:solidFill>
              <a:srgbClr val="5E84AA"/>
            </a:solidFill>
            <a:ln>
              <a:noFill/>
            </a:ln>
          </p:spPr>
        </p:sp>
        <p:sp>
          <p:nvSpPr>
            <p:cNvPr id="14300" name="Heatmap cell r56 c51"/>
            <p:cNvSpPr/>
            <p:nvPr/>
          </p:nvSpPr>
          <p:spPr>
            <a:xfrm>
              <a:off x="939366" y="1503743"/>
              <a:ext cx="17140" cy="26609"/>
            </a:xfrm>
            <a:prstGeom prst="rect">
              <a:avLst/>
            </a:prstGeom>
            <a:solidFill>
              <a:srgbClr val="F4CDD0"/>
            </a:solidFill>
            <a:ln>
              <a:noFill/>
            </a:ln>
          </p:spPr>
        </p:sp>
        <p:sp>
          <p:nvSpPr>
            <p:cNvPr id="14301" name="Heatmap cell r56 c52"/>
            <p:cNvSpPr/>
            <p:nvPr/>
          </p:nvSpPr>
          <p:spPr>
            <a:xfrm>
              <a:off x="956411" y="1503743"/>
              <a:ext cx="19034" cy="26609"/>
            </a:xfrm>
            <a:prstGeom prst="rect">
              <a:avLst/>
            </a:prstGeom>
            <a:solidFill>
              <a:srgbClr val="C5D2DF"/>
            </a:solidFill>
            <a:ln>
              <a:noFill/>
            </a:ln>
          </p:spPr>
        </p:sp>
        <p:sp>
          <p:nvSpPr>
            <p:cNvPr id="14302" name="Heatmap cell r56 c53"/>
            <p:cNvSpPr/>
            <p:nvPr/>
          </p:nvSpPr>
          <p:spPr>
            <a:xfrm>
              <a:off x="975350" y="1503743"/>
              <a:ext cx="17140" cy="26609"/>
            </a:xfrm>
            <a:prstGeom prst="rect">
              <a:avLst/>
            </a:prstGeom>
            <a:solidFill>
              <a:srgbClr val="CFDAE4"/>
            </a:solidFill>
            <a:ln>
              <a:noFill/>
            </a:ln>
          </p:spPr>
        </p:sp>
        <p:sp>
          <p:nvSpPr>
            <p:cNvPr id="14303" name="Heatmap cell r56 c54"/>
            <p:cNvSpPr/>
            <p:nvPr/>
          </p:nvSpPr>
          <p:spPr>
            <a:xfrm>
              <a:off x="992395" y="1503743"/>
              <a:ext cx="19034" cy="26609"/>
            </a:xfrm>
            <a:prstGeom prst="rect">
              <a:avLst/>
            </a:prstGeom>
            <a:solidFill>
              <a:srgbClr val="D9E1EB"/>
            </a:solidFill>
            <a:ln>
              <a:noFill/>
            </a:ln>
          </p:spPr>
        </p:sp>
        <p:sp>
          <p:nvSpPr>
            <p:cNvPr id="14304" name="Heatmap cell r56 c55"/>
            <p:cNvSpPr/>
            <p:nvPr/>
          </p:nvSpPr>
          <p:spPr>
            <a:xfrm>
              <a:off x="1011334" y="1503743"/>
              <a:ext cx="17140" cy="26609"/>
            </a:xfrm>
            <a:prstGeom prst="rect">
              <a:avLst/>
            </a:prstGeom>
            <a:solidFill>
              <a:srgbClr val="FAEEEF"/>
            </a:solidFill>
            <a:ln>
              <a:noFill/>
            </a:ln>
          </p:spPr>
        </p:sp>
        <p:sp>
          <p:nvSpPr>
            <p:cNvPr id="14305" name="Heatmap cell r56 c56"/>
            <p:cNvSpPr/>
            <p:nvPr/>
          </p:nvSpPr>
          <p:spPr>
            <a:xfrm>
              <a:off x="1028379" y="1503743"/>
              <a:ext cx="19034" cy="26609"/>
            </a:xfrm>
            <a:prstGeom prst="rect">
              <a:avLst/>
            </a:prstGeom>
            <a:solidFill>
              <a:srgbClr val="F8E6E8"/>
            </a:solidFill>
            <a:ln>
              <a:noFill/>
            </a:ln>
          </p:spPr>
        </p:sp>
        <p:sp>
          <p:nvSpPr>
            <p:cNvPr id="14306" name="Heatmap cell r56 c57"/>
            <p:cNvSpPr/>
            <p:nvPr/>
          </p:nvSpPr>
          <p:spPr>
            <a:xfrm>
              <a:off x="1047318" y="1503743"/>
              <a:ext cx="17140" cy="26609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</p:sp>
        <p:sp>
          <p:nvSpPr>
            <p:cNvPr id="14307" name="Heatmap cell r56 c58"/>
            <p:cNvSpPr/>
            <p:nvPr/>
          </p:nvSpPr>
          <p:spPr>
            <a:xfrm>
              <a:off x="1064363" y="1503743"/>
              <a:ext cx="19034" cy="26609"/>
            </a:xfrm>
            <a:prstGeom prst="rect">
              <a:avLst/>
            </a:prstGeom>
            <a:solidFill>
              <a:srgbClr val="DBE3EB"/>
            </a:solidFill>
            <a:ln>
              <a:noFill/>
            </a:ln>
          </p:spPr>
        </p:sp>
        <p:sp>
          <p:nvSpPr>
            <p:cNvPr id="14308" name="Heatmap cell r56 c59"/>
            <p:cNvSpPr/>
            <p:nvPr/>
          </p:nvSpPr>
          <p:spPr>
            <a:xfrm>
              <a:off x="1083301" y="1503743"/>
              <a:ext cx="17140" cy="26609"/>
            </a:xfrm>
            <a:prstGeom prst="rect">
              <a:avLst/>
            </a:prstGeom>
            <a:solidFill>
              <a:srgbClr val="C4D2DF"/>
            </a:solidFill>
            <a:ln>
              <a:noFill/>
            </a:ln>
          </p:spPr>
        </p:sp>
        <p:sp>
          <p:nvSpPr>
            <p:cNvPr id="14309" name="Heatmap cell r56 c60"/>
            <p:cNvSpPr/>
            <p:nvPr/>
          </p:nvSpPr>
          <p:spPr>
            <a:xfrm>
              <a:off x="1100346" y="1503743"/>
              <a:ext cx="19034" cy="26609"/>
            </a:xfrm>
            <a:prstGeom prst="rect">
              <a:avLst/>
            </a:prstGeom>
            <a:solidFill>
              <a:srgbClr val="6086AC"/>
            </a:solidFill>
            <a:ln>
              <a:noFill/>
            </a:ln>
          </p:spPr>
        </p:sp>
        <p:sp>
          <p:nvSpPr>
            <p:cNvPr id="14310" name="Heatmap cell r56 c61"/>
            <p:cNvSpPr/>
            <p:nvPr/>
          </p:nvSpPr>
          <p:spPr>
            <a:xfrm>
              <a:off x="1119285" y="1503743"/>
              <a:ext cx="19034" cy="26609"/>
            </a:xfrm>
            <a:prstGeom prst="rect">
              <a:avLst/>
            </a:prstGeom>
            <a:solidFill>
              <a:srgbClr val="F6F8F9"/>
            </a:solidFill>
            <a:ln>
              <a:noFill/>
            </a:ln>
          </p:spPr>
        </p:sp>
        <p:sp>
          <p:nvSpPr>
            <p:cNvPr id="14311" name="Heatmap cell r56 c62"/>
            <p:cNvSpPr/>
            <p:nvPr/>
          </p:nvSpPr>
          <p:spPr>
            <a:xfrm>
              <a:off x="1138224" y="1503743"/>
              <a:ext cx="17140" cy="26609"/>
            </a:xfrm>
            <a:prstGeom prst="rect">
              <a:avLst/>
            </a:prstGeom>
            <a:solidFill>
              <a:srgbClr val="EAEEF4"/>
            </a:solidFill>
            <a:ln>
              <a:noFill/>
            </a:ln>
          </p:spPr>
        </p:sp>
        <p:sp>
          <p:nvSpPr>
            <p:cNvPr id="14312" name="Heatmap cell r56 c63"/>
            <p:cNvSpPr/>
            <p:nvPr/>
          </p:nvSpPr>
          <p:spPr>
            <a:xfrm>
              <a:off x="1155269" y="1503743"/>
              <a:ext cx="19034" cy="26609"/>
            </a:xfrm>
            <a:prstGeom prst="rect">
              <a:avLst/>
            </a:prstGeom>
            <a:solidFill>
              <a:srgbClr val="ADC2D4"/>
            </a:solidFill>
            <a:ln>
              <a:noFill/>
            </a:ln>
          </p:spPr>
        </p:sp>
        <p:sp>
          <p:nvSpPr>
            <p:cNvPr id="14313" name="Heatmap cell r56 c64"/>
            <p:cNvSpPr/>
            <p:nvPr/>
          </p:nvSpPr>
          <p:spPr>
            <a:xfrm>
              <a:off x="1174208" y="1503743"/>
              <a:ext cx="17140" cy="26609"/>
            </a:xfrm>
            <a:prstGeom prst="rect">
              <a:avLst/>
            </a:prstGeom>
            <a:solidFill>
              <a:srgbClr val="B6C7D9"/>
            </a:solidFill>
            <a:ln>
              <a:noFill/>
            </a:ln>
          </p:spPr>
        </p:sp>
        <p:sp>
          <p:nvSpPr>
            <p:cNvPr id="14314" name="Heatmap cell r56 c66"/>
            <p:cNvSpPr/>
            <p:nvPr/>
          </p:nvSpPr>
          <p:spPr>
            <a:xfrm>
              <a:off x="1210192" y="1503743"/>
              <a:ext cx="17140" cy="26609"/>
            </a:xfrm>
            <a:prstGeom prst="rect">
              <a:avLst/>
            </a:prstGeom>
            <a:solidFill>
              <a:srgbClr val="E6EBF1"/>
            </a:solidFill>
            <a:ln>
              <a:noFill/>
            </a:ln>
          </p:spPr>
        </p:sp>
        <p:sp>
          <p:nvSpPr>
            <p:cNvPr id="14315" name="Heatmap cell r56 c67"/>
            <p:cNvSpPr/>
            <p:nvPr/>
          </p:nvSpPr>
          <p:spPr>
            <a:xfrm>
              <a:off x="1227236" y="1503743"/>
              <a:ext cx="19034" cy="26609"/>
            </a:xfrm>
            <a:prstGeom prst="rect">
              <a:avLst/>
            </a:prstGeom>
            <a:solidFill>
              <a:srgbClr val="CCD7E3"/>
            </a:solidFill>
            <a:ln>
              <a:noFill/>
            </a:ln>
          </p:spPr>
        </p:sp>
        <p:sp>
          <p:nvSpPr>
            <p:cNvPr id="14316" name="Heatmap cell r56 c68"/>
            <p:cNvSpPr/>
            <p:nvPr/>
          </p:nvSpPr>
          <p:spPr>
            <a:xfrm>
              <a:off x="1246175" y="1503743"/>
              <a:ext cx="17140" cy="26609"/>
            </a:xfrm>
            <a:prstGeom prst="rect">
              <a:avLst/>
            </a:prstGeom>
            <a:solidFill>
              <a:srgbClr val="DAE2EB"/>
            </a:solidFill>
            <a:ln>
              <a:noFill/>
            </a:ln>
          </p:spPr>
        </p:sp>
        <p:sp>
          <p:nvSpPr>
            <p:cNvPr id="14317" name="Heatmap cell r56 c69"/>
            <p:cNvSpPr/>
            <p:nvPr/>
          </p:nvSpPr>
          <p:spPr>
            <a:xfrm>
              <a:off x="1263220" y="1503743"/>
              <a:ext cx="19034" cy="26609"/>
            </a:xfrm>
            <a:prstGeom prst="rect">
              <a:avLst/>
            </a:prstGeom>
            <a:solidFill>
              <a:srgbClr val="87A3C0"/>
            </a:solidFill>
            <a:ln>
              <a:noFill/>
            </a:ln>
          </p:spPr>
        </p:sp>
        <p:sp>
          <p:nvSpPr>
            <p:cNvPr id="14318" name="Heatmap cell r56 c70"/>
            <p:cNvSpPr/>
            <p:nvPr/>
          </p:nvSpPr>
          <p:spPr>
            <a:xfrm>
              <a:off x="1282159" y="1503743"/>
              <a:ext cx="17140" cy="26609"/>
            </a:xfrm>
            <a:prstGeom prst="rect">
              <a:avLst/>
            </a:prstGeom>
            <a:solidFill>
              <a:srgbClr val="F8E6E8"/>
            </a:solidFill>
            <a:ln>
              <a:noFill/>
            </a:ln>
          </p:spPr>
        </p:sp>
        <p:sp>
          <p:nvSpPr>
            <p:cNvPr id="14319" name="Heatmap cell r56 c71"/>
            <p:cNvSpPr/>
            <p:nvPr/>
          </p:nvSpPr>
          <p:spPr>
            <a:xfrm>
              <a:off x="1299204" y="1503743"/>
              <a:ext cx="19034" cy="26609"/>
            </a:xfrm>
            <a:prstGeom prst="rect">
              <a:avLst/>
            </a:prstGeom>
            <a:solidFill>
              <a:srgbClr val="F1F5F8"/>
            </a:solidFill>
            <a:ln>
              <a:noFill/>
            </a:ln>
          </p:spPr>
        </p:sp>
        <p:sp>
          <p:nvSpPr>
            <p:cNvPr id="14320" name="Heatmap cell r56 c73"/>
            <p:cNvSpPr/>
            <p:nvPr/>
          </p:nvSpPr>
          <p:spPr>
            <a:xfrm>
              <a:off x="1335188" y="1503743"/>
              <a:ext cx="19034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14321" name="Heatmap cell r56 c74"/>
            <p:cNvSpPr/>
            <p:nvPr/>
          </p:nvSpPr>
          <p:spPr>
            <a:xfrm>
              <a:off x="1354127" y="1503743"/>
              <a:ext cx="17140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14322" name="Heatmap cell r56 c75"/>
            <p:cNvSpPr/>
            <p:nvPr/>
          </p:nvSpPr>
          <p:spPr>
            <a:xfrm>
              <a:off x="1371172" y="1503743"/>
              <a:ext cx="19034" cy="26609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14323" name="Heatmap cell r56 c76"/>
            <p:cNvSpPr/>
            <p:nvPr/>
          </p:nvSpPr>
          <p:spPr>
            <a:xfrm>
              <a:off x="1390110" y="1503743"/>
              <a:ext cx="19034" cy="26609"/>
            </a:xfrm>
            <a:prstGeom prst="rect">
              <a:avLst/>
            </a:prstGeom>
            <a:solidFill>
              <a:srgbClr val="EFF3F7"/>
            </a:solidFill>
            <a:ln>
              <a:noFill/>
            </a:ln>
          </p:spPr>
        </p:sp>
        <p:sp>
          <p:nvSpPr>
            <p:cNvPr id="14324" name="Heatmap cell r56 c77"/>
            <p:cNvSpPr/>
            <p:nvPr/>
          </p:nvSpPr>
          <p:spPr>
            <a:xfrm>
              <a:off x="1409049" y="1503743"/>
              <a:ext cx="17140" cy="26609"/>
            </a:xfrm>
            <a:prstGeom prst="rect">
              <a:avLst/>
            </a:prstGeom>
            <a:solidFill>
              <a:srgbClr val="6A8EB0"/>
            </a:solidFill>
            <a:ln>
              <a:noFill/>
            </a:ln>
          </p:spPr>
        </p:sp>
        <p:sp>
          <p:nvSpPr>
            <p:cNvPr id="14325" name="Heatmap cell r56 c78"/>
            <p:cNvSpPr/>
            <p:nvPr/>
          </p:nvSpPr>
          <p:spPr>
            <a:xfrm>
              <a:off x="1426094" y="1503743"/>
              <a:ext cx="19034" cy="26609"/>
            </a:xfrm>
            <a:prstGeom prst="rect">
              <a:avLst/>
            </a:prstGeom>
            <a:solidFill>
              <a:srgbClr val="EBEFF5"/>
            </a:solidFill>
            <a:ln>
              <a:noFill/>
            </a:ln>
          </p:spPr>
        </p:sp>
        <p:sp>
          <p:nvSpPr>
            <p:cNvPr id="14326" name="Heatmap cell r56 c79"/>
            <p:cNvSpPr/>
            <p:nvPr/>
          </p:nvSpPr>
          <p:spPr>
            <a:xfrm>
              <a:off x="1445033" y="1503743"/>
              <a:ext cx="17140" cy="26609"/>
            </a:xfrm>
            <a:prstGeom prst="rect">
              <a:avLst/>
            </a:prstGeom>
            <a:solidFill>
              <a:srgbClr val="DCE3EB"/>
            </a:solidFill>
            <a:ln>
              <a:noFill/>
            </a:ln>
          </p:spPr>
        </p:sp>
        <p:sp>
          <p:nvSpPr>
            <p:cNvPr id="14327" name="Heatmap cell r56 c80"/>
            <p:cNvSpPr/>
            <p:nvPr/>
          </p:nvSpPr>
          <p:spPr>
            <a:xfrm>
              <a:off x="1462078" y="1503743"/>
              <a:ext cx="19034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14328" name="Heatmap cell r56 c81"/>
            <p:cNvSpPr/>
            <p:nvPr/>
          </p:nvSpPr>
          <p:spPr>
            <a:xfrm>
              <a:off x="1481017" y="1503743"/>
              <a:ext cx="17140" cy="26609"/>
            </a:xfrm>
            <a:prstGeom prst="rect">
              <a:avLst/>
            </a:prstGeom>
            <a:solidFill>
              <a:srgbClr val="FAEBED"/>
            </a:solidFill>
            <a:ln>
              <a:noFill/>
            </a:ln>
          </p:spPr>
        </p:sp>
        <p:sp>
          <p:nvSpPr>
            <p:cNvPr id="14329" name="Heatmap cell r56 c82"/>
            <p:cNvSpPr/>
            <p:nvPr/>
          </p:nvSpPr>
          <p:spPr>
            <a:xfrm>
              <a:off x="1498062" y="1503743"/>
              <a:ext cx="19034" cy="26609"/>
            </a:xfrm>
            <a:prstGeom prst="rect">
              <a:avLst/>
            </a:prstGeom>
            <a:solidFill>
              <a:srgbClr val="FAEEEF"/>
            </a:solidFill>
            <a:ln>
              <a:noFill/>
            </a:ln>
          </p:spPr>
        </p:sp>
        <p:sp>
          <p:nvSpPr>
            <p:cNvPr id="14330" name="Heatmap cell r56 c83"/>
            <p:cNvSpPr/>
            <p:nvPr/>
          </p:nvSpPr>
          <p:spPr>
            <a:xfrm>
              <a:off x="1517001" y="1503743"/>
              <a:ext cx="17140" cy="26609"/>
            </a:xfrm>
            <a:prstGeom prst="rect">
              <a:avLst/>
            </a:prstGeom>
            <a:solidFill>
              <a:srgbClr val="DAE2EB"/>
            </a:solidFill>
            <a:ln>
              <a:noFill/>
            </a:ln>
          </p:spPr>
        </p:sp>
        <p:sp>
          <p:nvSpPr>
            <p:cNvPr id="14331" name="Heatmap cell r56 c84"/>
            <p:cNvSpPr/>
            <p:nvPr/>
          </p:nvSpPr>
          <p:spPr>
            <a:xfrm>
              <a:off x="1534046" y="1503743"/>
              <a:ext cx="19034" cy="26609"/>
            </a:xfrm>
            <a:prstGeom prst="rect">
              <a:avLst/>
            </a:prstGeom>
            <a:solidFill>
              <a:srgbClr val="DFE6ED"/>
            </a:solidFill>
            <a:ln>
              <a:noFill/>
            </a:ln>
          </p:spPr>
        </p:sp>
        <p:sp>
          <p:nvSpPr>
            <p:cNvPr id="14332" name="Heatmap cell r56 c85"/>
            <p:cNvSpPr/>
            <p:nvPr/>
          </p:nvSpPr>
          <p:spPr>
            <a:xfrm>
              <a:off x="1552984" y="1503743"/>
              <a:ext cx="17140" cy="26609"/>
            </a:xfrm>
            <a:prstGeom prst="rect">
              <a:avLst/>
            </a:prstGeom>
            <a:solidFill>
              <a:srgbClr val="CDD9E3"/>
            </a:solidFill>
            <a:ln>
              <a:noFill/>
            </a:ln>
          </p:spPr>
        </p:sp>
        <p:sp>
          <p:nvSpPr>
            <p:cNvPr id="14333" name="Heatmap cell r56 c86"/>
            <p:cNvSpPr/>
            <p:nvPr/>
          </p:nvSpPr>
          <p:spPr>
            <a:xfrm>
              <a:off x="1570029" y="1503743"/>
              <a:ext cx="19034" cy="26609"/>
            </a:xfrm>
            <a:prstGeom prst="rect">
              <a:avLst/>
            </a:prstGeom>
            <a:solidFill>
              <a:srgbClr val="EEF3F6"/>
            </a:solidFill>
            <a:ln>
              <a:noFill/>
            </a:ln>
          </p:spPr>
        </p:sp>
        <p:sp>
          <p:nvSpPr>
            <p:cNvPr id="14334" name="Heatmap cell r56 c87"/>
            <p:cNvSpPr/>
            <p:nvPr/>
          </p:nvSpPr>
          <p:spPr>
            <a:xfrm>
              <a:off x="1588968" y="1503743"/>
              <a:ext cx="17140" cy="26609"/>
            </a:xfrm>
            <a:prstGeom prst="rect">
              <a:avLst/>
            </a:prstGeom>
            <a:solidFill>
              <a:srgbClr val="C5D3E0"/>
            </a:solidFill>
            <a:ln>
              <a:noFill/>
            </a:ln>
          </p:spPr>
        </p:sp>
        <p:sp>
          <p:nvSpPr>
            <p:cNvPr id="14335" name="Heatmap cell r56 c88"/>
            <p:cNvSpPr/>
            <p:nvPr/>
          </p:nvSpPr>
          <p:spPr>
            <a:xfrm>
              <a:off x="1606013" y="1503743"/>
              <a:ext cx="19034" cy="26609"/>
            </a:xfrm>
            <a:prstGeom prst="rect">
              <a:avLst/>
            </a:prstGeom>
            <a:solidFill>
              <a:srgbClr val="BACADB"/>
            </a:solidFill>
            <a:ln>
              <a:noFill/>
            </a:ln>
          </p:spPr>
        </p:sp>
        <p:sp>
          <p:nvSpPr>
            <p:cNvPr id="14336" name="Heatmap cell r56 c89"/>
            <p:cNvSpPr/>
            <p:nvPr/>
          </p:nvSpPr>
          <p:spPr>
            <a:xfrm>
              <a:off x="1624952" y="1503743"/>
              <a:ext cx="19034" cy="26609"/>
            </a:xfrm>
            <a:prstGeom prst="rect">
              <a:avLst/>
            </a:prstGeom>
            <a:solidFill>
              <a:srgbClr val="B5C6D7"/>
            </a:solidFill>
            <a:ln>
              <a:noFill/>
            </a:ln>
          </p:spPr>
        </p:sp>
        <p:sp>
          <p:nvSpPr>
            <p:cNvPr id="14337" name="Heatmap cell r56 c90"/>
            <p:cNvSpPr/>
            <p:nvPr/>
          </p:nvSpPr>
          <p:spPr>
            <a:xfrm>
              <a:off x="1643891" y="1503743"/>
              <a:ext cx="17140" cy="26609"/>
            </a:xfrm>
            <a:prstGeom prst="rect">
              <a:avLst/>
            </a:prstGeom>
            <a:solidFill>
              <a:srgbClr val="F1F5F8"/>
            </a:solidFill>
            <a:ln>
              <a:noFill/>
            </a:ln>
          </p:spPr>
        </p:sp>
        <p:sp>
          <p:nvSpPr>
            <p:cNvPr id="14338" name="Heatmap cell r56 c91"/>
            <p:cNvSpPr/>
            <p:nvPr/>
          </p:nvSpPr>
          <p:spPr>
            <a:xfrm>
              <a:off x="1660936" y="1503743"/>
              <a:ext cx="19034" cy="26609"/>
            </a:xfrm>
            <a:prstGeom prst="rect">
              <a:avLst/>
            </a:prstGeom>
            <a:solidFill>
              <a:srgbClr val="B9C9DB"/>
            </a:solidFill>
            <a:ln>
              <a:noFill/>
            </a:ln>
          </p:spPr>
        </p:sp>
        <p:sp>
          <p:nvSpPr>
            <p:cNvPr id="14339" name="Heatmap cell r56 c93"/>
            <p:cNvSpPr/>
            <p:nvPr/>
          </p:nvSpPr>
          <p:spPr>
            <a:xfrm>
              <a:off x="1696920" y="1503743"/>
              <a:ext cx="19034" cy="26609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14340" name="Heatmap cell r56 c94"/>
            <p:cNvSpPr/>
            <p:nvPr/>
          </p:nvSpPr>
          <p:spPr>
            <a:xfrm>
              <a:off x="1715858" y="1503743"/>
              <a:ext cx="17140" cy="26609"/>
            </a:xfrm>
            <a:prstGeom prst="rect">
              <a:avLst/>
            </a:prstGeom>
            <a:solidFill>
              <a:srgbClr val="EDF1F7"/>
            </a:solidFill>
            <a:ln>
              <a:noFill/>
            </a:ln>
          </p:spPr>
        </p:sp>
        <p:sp>
          <p:nvSpPr>
            <p:cNvPr id="14341" name="Heatmap cell r56 c95"/>
            <p:cNvSpPr/>
            <p:nvPr/>
          </p:nvSpPr>
          <p:spPr>
            <a:xfrm>
              <a:off x="1732903" y="1503743"/>
              <a:ext cx="19034" cy="26609"/>
            </a:xfrm>
            <a:prstGeom prst="rect">
              <a:avLst/>
            </a:prstGeom>
            <a:solidFill>
              <a:srgbClr val="A6BAD0"/>
            </a:solidFill>
            <a:ln>
              <a:noFill/>
            </a:ln>
          </p:spPr>
        </p:sp>
        <p:sp>
          <p:nvSpPr>
            <p:cNvPr id="14342" name="Heatmap cell r56 c96"/>
            <p:cNvSpPr/>
            <p:nvPr/>
          </p:nvSpPr>
          <p:spPr>
            <a:xfrm>
              <a:off x="1751842" y="1503743"/>
              <a:ext cx="17140" cy="26609"/>
            </a:xfrm>
            <a:prstGeom prst="rect">
              <a:avLst/>
            </a:prstGeom>
            <a:solidFill>
              <a:srgbClr val="E6EBF1"/>
            </a:solidFill>
            <a:ln>
              <a:noFill/>
            </a:ln>
          </p:spPr>
        </p:sp>
        <p:sp>
          <p:nvSpPr>
            <p:cNvPr id="14343" name="Heatmap cell r56 c97"/>
            <p:cNvSpPr/>
            <p:nvPr/>
          </p:nvSpPr>
          <p:spPr>
            <a:xfrm>
              <a:off x="1768887" y="1503743"/>
              <a:ext cx="19034" cy="26609"/>
            </a:xfrm>
            <a:prstGeom prst="rect">
              <a:avLst/>
            </a:prstGeom>
            <a:solidFill>
              <a:srgbClr val="D3DEE8"/>
            </a:solidFill>
            <a:ln>
              <a:noFill/>
            </a:ln>
          </p:spPr>
        </p:sp>
        <p:sp>
          <p:nvSpPr>
            <p:cNvPr id="14344" name="Heatmap cell r56 c98"/>
            <p:cNvSpPr/>
            <p:nvPr/>
          </p:nvSpPr>
          <p:spPr>
            <a:xfrm>
              <a:off x="1787826" y="1503743"/>
              <a:ext cx="17140" cy="26609"/>
            </a:xfrm>
            <a:prstGeom prst="rect">
              <a:avLst/>
            </a:prstGeom>
            <a:solidFill>
              <a:srgbClr val="91ACC7"/>
            </a:solidFill>
            <a:ln>
              <a:noFill/>
            </a:ln>
          </p:spPr>
        </p:sp>
        <p:sp>
          <p:nvSpPr>
            <p:cNvPr id="14345" name="Heatmap cell r56 c99"/>
            <p:cNvSpPr/>
            <p:nvPr/>
          </p:nvSpPr>
          <p:spPr>
            <a:xfrm>
              <a:off x="1804871" y="1503743"/>
              <a:ext cx="19034" cy="26609"/>
            </a:xfrm>
            <a:prstGeom prst="rect">
              <a:avLst/>
            </a:prstGeom>
            <a:solidFill>
              <a:srgbClr val="C5D3E0"/>
            </a:solidFill>
            <a:ln>
              <a:noFill/>
            </a:ln>
          </p:spPr>
        </p:sp>
        <p:sp>
          <p:nvSpPr>
            <p:cNvPr id="14346" name="Heatmap cell r56 c100"/>
            <p:cNvSpPr/>
            <p:nvPr/>
          </p:nvSpPr>
          <p:spPr>
            <a:xfrm>
              <a:off x="1823810" y="1503743"/>
              <a:ext cx="17140" cy="26609"/>
            </a:xfrm>
            <a:prstGeom prst="rect">
              <a:avLst/>
            </a:prstGeom>
            <a:solidFill>
              <a:srgbClr val="F1C3C8"/>
            </a:solidFill>
            <a:ln>
              <a:noFill/>
            </a:ln>
          </p:spPr>
        </p:sp>
        <p:sp>
          <p:nvSpPr>
            <p:cNvPr id="14347" name="Heatmap cell r56 c101"/>
            <p:cNvSpPr/>
            <p:nvPr/>
          </p:nvSpPr>
          <p:spPr>
            <a:xfrm>
              <a:off x="1840855" y="1503743"/>
              <a:ext cx="19034" cy="26609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14348" name="Heatmap cell r56 c102"/>
            <p:cNvSpPr/>
            <p:nvPr/>
          </p:nvSpPr>
          <p:spPr>
            <a:xfrm>
              <a:off x="1859794" y="1503743"/>
              <a:ext cx="19034" cy="26609"/>
            </a:xfrm>
            <a:prstGeom prst="rect">
              <a:avLst/>
            </a:prstGeom>
            <a:solidFill>
              <a:srgbClr val="9FB7CD"/>
            </a:solidFill>
            <a:ln>
              <a:noFill/>
            </a:ln>
          </p:spPr>
        </p:sp>
        <p:sp>
          <p:nvSpPr>
            <p:cNvPr id="14349" name="Heatmap cell r56 c103"/>
            <p:cNvSpPr/>
            <p:nvPr/>
          </p:nvSpPr>
          <p:spPr>
            <a:xfrm>
              <a:off x="1878732" y="1503743"/>
              <a:ext cx="17140" cy="26609"/>
            </a:xfrm>
            <a:prstGeom prst="rect">
              <a:avLst/>
            </a:prstGeom>
            <a:solidFill>
              <a:srgbClr val="AFC3D5"/>
            </a:solidFill>
            <a:ln>
              <a:noFill/>
            </a:ln>
          </p:spPr>
        </p:sp>
        <p:sp>
          <p:nvSpPr>
            <p:cNvPr id="14350" name="Heatmap cell r56 c104"/>
            <p:cNvSpPr/>
            <p:nvPr/>
          </p:nvSpPr>
          <p:spPr>
            <a:xfrm>
              <a:off x="1895777" y="1503743"/>
              <a:ext cx="19034" cy="26609"/>
            </a:xfrm>
            <a:prstGeom prst="rect">
              <a:avLst/>
            </a:prstGeom>
            <a:solidFill>
              <a:srgbClr val="DCE3EB"/>
            </a:solidFill>
            <a:ln>
              <a:noFill/>
            </a:ln>
          </p:spPr>
        </p:sp>
        <p:sp>
          <p:nvSpPr>
            <p:cNvPr id="14351" name="Heatmap cell r56 c105"/>
            <p:cNvSpPr/>
            <p:nvPr/>
          </p:nvSpPr>
          <p:spPr>
            <a:xfrm>
              <a:off x="1914716" y="1503743"/>
              <a:ext cx="17140" cy="26609"/>
            </a:xfrm>
            <a:prstGeom prst="rect">
              <a:avLst/>
            </a:prstGeom>
            <a:solidFill>
              <a:srgbClr val="FBF5F5"/>
            </a:solidFill>
            <a:ln>
              <a:noFill/>
            </a:ln>
          </p:spPr>
        </p:sp>
        <p:sp>
          <p:nvSpPr>
            <p:cNvPr id="14352" name="Heatmap cell r56 c107"/>
            <p:cNvSpPr/>
            <p:nvPr/>
          </p:nvSpPr>
          <p:spPr>
            <a:xfrm>
              <a:off x="1950700" y="1503743"/>
              <a:ext cx="17140" cy="26609"/>
            </a:xfrm>
            <a:prstGeom prst="rect">
              <a:avLst/>
            </a:prstGeom>
            <a:solidFill>
              <a:srgbClr val="AFC4D5"/>
            </a:solidFill>
            <a:ln>
              <a:noFill/>
            </a:ln>
          </p:spPr>
        </p:sp>
        <p:sp>
          <p:nvSpPr>
            <p:cNvPr id="14353" name="Heatmap cell r56 c108"/>
            <p:cNvSpPr/>
            <p:nvPr/>
          </p:nvSpPr>
          <p:spPr>
            <a:xfrm>
              <a:off x="1967745" y="1503743"/>
              <a:ext cx="19034" cy="26609"/>
            </a:xfrm>
            <a:prstGeom prst="rect">
              <a:avLst/>
            </a:prstGeom>
            <a:solidFill>
              <a:srgbClr val="C6D4E1"/>
            </a:solidFill>
            <a:ln>
              <a:noFill/>
            </a:ln>
          </p:spPr>
        </p:sp>
        <p:sp>
          <p:nvSpPr>
            <p:cNvPr id="14354" name="Heatmap cell r56 c109"/>
            <p:cNvSpPr/>
            <p:nvPr/>
          </p:nvSpPr>
          <p:spPr>
            <a:xfrm>
              <a:off x="1986684" y="1503743"/>
              <a:ext cx="17140" cy="26609"/>
            </a:xfrm>
            <a:prstGeom prst="rect">
              <a:avLst/>
            </a:prstGeom>
            <a:solidFill>
              <a:srgbClr val="CED9E4"/>
            </a:solidFill>
            <a:ln>
              <a:noFill/>
            </a:ln>
          </p:spPr>
        </p:sp>
        <p:sp>
          <p:nvSpPr>
            <p:cNvPr id="14355" name="Heatmap cell r56 c110"/>
            <p:cNvSpPr/>
            <p:nvPr/>
          </p:nvSpPr>
          <p:spPr>
            <a:xfrm>
              <a:off x="2003729" y="1503743"/>
              <a:ext cx="19034" cy="26609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14356" name="Heatmap cell r56 c111"/>
            <p:cNvSpPr/>
            <p:nvPr/>
          </p:nvSpPr>
          <p:spPr>
            <a:xfrm>
              <a:off x="2022668" y="1503743"/>
              <a:ext cx="17140" cy="26609"/>
            </a:xfrm>
            <a:prstGeom prst="rect">
              <a:avLst/>
            </a:prstGeom>
            <a:solidFill>
              <a:srgbClr val="C7D4E1"/>
            </a:solidFill>
            <a:ln>
              <a:noFill/>
            </a:ln>
          </p:spPr>
        </p:sp>
        <p:sp>
          <p:nvSpPr>
            <p:cNvPr id="14357" name="Heatmap cell r56 c112"/>
            <p:cNvSpPr/>
            <p:nvPr/>
          </p:nvSpPr>
          <p:spPr>
            <a:xfrm>
              <a:off x="2039712" y="1503743"/>
              <a:ext cx="19034" cy="26609"/>
            </a:xfrm>
            <a:prstGeom prst="rect">
              <a:avLst/>
            </a:prstGeom>
            <a:solidFill>
              <a:srgbClr val="F0F5F8"/>
            </a:solidFill>
            <a:ln>
              <a:noFill/>
            </a:ln>
          </p:spPr>
        </p:sp>
        <p:sp>
          <p:nvSpPr>
            <p:cNvPr id="14358" name="Heatmap cell r56 c113"/>
            <p:cNvSpPr/>
            <p:nvPr/>
          </p:nvSpPr>
          <p:spPr>
            <a:xfrm>
              <a:off x="2058651" y="1503743"/>
              <a:ext cx="17140" cy="26609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14359" name="Heatmap cell r56 c114"/>
            <p:cNvSpPr/>
            <p:nvPr/>
          </p:nvSpPr>
          <p:spPr>
            <a:xfrm>
              <a:off x="2075696" y="1503743"/>
              <a:ext cx="19034" cy="26609"/>
            </a:xfrm>
            <a:prstGeom prst="rect">
              <a:avLst/>
            </a:prstGeom>
            <a:solidFill>
              <a:srgbClr val="EBF0F6"/>
            </a:solidFill>
            <a:ln>
              <a:noFill/>
            </a:ln>
          </p:spPr>
        </p:sp>
        <p:sp>
          <p:nvSpPr>
            <p:cNvPr id="14360" name="Heatmap cell r56 c115"/>
            <p:cNvSpPr/>
            <p:nvPr/>
          </p:nvSpPr>
          <p:spPr>
            <a:xfrm>
              <a:off x="2094635" y="1503743"/>
              <a:ext cx="19034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14361" name="Heatmap cell r56 c116"/>
            <p:cNvSpPr/>
            <p:nvPr/>
          </p:nvSpPr>
          <p:spPr>
            <a:xfrm>
              <a:off x="2113574" y="1503743"/>
              <a:ext cx="17140" cy="26609"/>
            </a:xfrm>
            <a:prstGeom prst="rect">
              <a:avLst/>
            </a:prstGeom>
            <a:solidFill>
              <a:srgbClr val="D3DEE8"/>
            </a:solidFill>
            <a:ln>
              <a:noFill/>
            </a:ln>
          </p:spPr>
        </p:sp>
        <p:sp>
          <p:nvSpPr>
            <p:cNvPr id="14362" name="Heatmap cell r56 c117"/>
            <p:cNvSpPr/>
            <p:nvPr/>
          </p:nvSpPr>
          <p:spPr>
            <a:xfrm>
              <a:off x="2130619" y="1503743"/>
              <a:ext cx="19034" cy="26609"/>
            </a:xfrm>
            <a:prstGeom prst="rect">
              <a:avLst/>
            </a:prstGeom>
            <a:solidFill>
              <a:srgbClr val="D5DFE9"/>
            </a:solidFill>
            <a:ln>
              <a:noFill/>
            </a:ln>
          </p:spPr>
        </p:sp>
        <p:sp>
          <p:nvSpPr>
            <p:cNvPr id="14363" name="Heatmap cell r56 c118"/>
            <p:cNvSpPr/>
            <p:nvPr/>
          </p:nvSpPr>
          <p:spPr>
            <a:xfrm>
              <a:off x="2149558" y="1503743"/>
              <a:ext cx="17140" cy="26609"/>
            </a:xfrm>
            <a:prstGeom prst="rect">
              <a:avLst/>
            </a:prstGeom>
            <a:solidFill>
              <a:srgbClr val="D0DBE6"/>
            </a:solidFill>
            <a:ln>
              <a:noFill/>
            </a:ln>
          </p:spPr>
        </p:sp>
        <p:sp>
          <p:nvSpPr>
            <p:cNvPr id="14364" name="Heatmap cell r56 c119"/>
            <p:cNvSpPr/>
            <p:nvPr/>
          </p:nvSpPr>
          <p:spPr>
            <a:xfrm>
              <a:off x="2166603" y="1503743"/>
              <a:ext cx="19034" cy="26609"/>
            </a:xfrm>
            <a:prstGeom prst="rect">
              <a:avLst/>
            </a:prstGeom>
            <a:solidFill>
              <a:srgbClr val="FCF8F9"/>
            </a:solidFill>
            <a:ln>
              <a:noFill/>
            </a:ln>
          </p:spPr>
        </p:sp>
        <p:sp>
          <p:nvSpPr>
            <p:cNvPr id="14365" name="Heatmap cell r56 c120"/>
            <p:cNvSpPr/>
            <p:nvPr/>
          </p:nvSpPr>
          <p:spPr>
            <a:xfrm>
              <a:off x="2185542" y="1503743"/>
              <a:ext cx="17140" cy="26609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14366" name="Heatmap cell r56 c121"/>
            <p:cNvSpPr/>
            <p:nvPr/>
          </p:nvSpPr>
          <p:spPr>
            <a:xfrm>
              <a:off x="2202586" y="1503743"/>
              <a:ext cx="19034" cy="26609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14367" name="Heatmap cell r56 c122"/>
            <p:cNvSpPr/>
            <p:nvPr/>
          </p:nvSpPr>
          <p:spPr>
            <a:xfrm>
              <a:off x="2221525" y="1503743"/>
              <a:ext cx="17140" cy="26609"/>
            </a:xfrm>
            <a:prstGeom prst="rect">
              <a:avLst/>
            </a:prstGeom>
            <a:solidFill>
              <a:srgbClr val="E8ECF3"/>
            </a:solidFill>
            <a:ln>
              <a:noFill/>
            </a:ln>
          </p:spPr>
        </p:sp>
        <p:sp>
          <p:nvSpPr>
            <p:cNvPr id="14368" name="Heatmap cell r56 c123"/>
            <p:cNvSpPr/>
            <p:nvPr/>
          </p:nvSpPr>
          <p:spPr>
            <a:xfrm>
              <a:off x="2238570" y="1503743"/>
              <a:ext cx="19034" cy="26609"/>
            </a:xfrm>
            <a:prstGeom prst="rect">
              <a:avLst/>
            </a:prstGeom>
            <a:solidFill>
              <a:srgbClr val="9DB5CC"/>
            </a:solidFill>
            <a:ln>
              <a:noFill/>
            </a:ln>
          </p:spPr>
        </p:sp>
        <p:sp>
          <p:nvSpPr>
            <p:cNvPr id="14369" name="Heatmap cell r56 c124"/>
            <p:cNvSpPr/>
            <p:nvPr/>
          </p:nvSpPr>
          <p:spPr>
            <a:xfrm>
              <a:off x="2257509" y="1503743"/>
              <a:ext cx="17140" cy="26609"/>
            </a:xfrm>
            <a:prstGeom prst="rect">
              <a:avLst/>
            </a:prstGeom>
            <a:solidFill>
              <a:srgbClr val="F9E8E9"/>
            </a:solidFill>
            <a:ln>
              <a:noFill/>
            </a:ln>
          </p:spPr>
        </p:sp>
        <p:sp>
          <p:nvSpPr>
            <p:cNvPr id="14370" name="Heatmap cell r56 c125"/>
            <p:cNvSpPr/>
            <p:nvPr/>
          </p:nvSpPr>
          <p:spPr>
            <a:xfrm>
              <a:off x="2274554" y="1503743"/>
              <a:ext cx="19034" cy="26609"/>
            </a:xfrm>
            <a:prstGeom prst="rect">
              <a:avLst/>
            </a:prstGeom>
            <a:solidFill>
              <a:srgbClr val="EFB6BA"/>
            </a:solidFill>
            <a:ln>
              <a:noFill/>
            </a:ln>
          </p:spPr>
        </p:sp>
        <p:sp>
          <p:nvSpPr>
            <p:cNvPr id="14371" name="Heatmap cell r56 c126"/>
            <p:cNvSpPr/>
            <p:nvPr/>
          </p:nvSpPr>
          <p:spPr>
            <a:xfrm>
              <a:off x="2293493" y="1503743"/>
              <a:ext cx="17140" cy="26609"/>
            </a:xfrm>
            <a:prstGeom prst="rect">
              <a:avLst/>
            </a:prstGeom>
            <a:solidFill>
              <a:srgbClr val="E4EBEF"/>
            </a:solidFill>
            <a:ln>
              <a:noFill/>
            </a:ln>
          </p:spPr>
        </p:sp>
        <p:sp>
          <p:nvSpPr>
            <p:cNvPr id="14372" name="Heatmap cell r56 c128"/>
            <p:cNvSpPr/>
            <p:nvPr/>
          </p:nvSpPr>
          <p:spPr>
            <a:xfrm>
              <a:off x="2329477" y="1503743"/>
              <a:ext cx="19034" cy="26609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</p:sp>
        <p:sp>
          <p:nvSpPr>
            <p:cNvPr id="14373" name="Heatmap cell r56 c129"/>
            <p:cNvSpPr/>
            <p:nvPr/>
          </p:nvSpPr>
          <p:spPr>
            <a:xfrm>
              <a:off x="2348416" y="1503743"/>
              <a:ext cx="17140" cy="26609"/>
            </a:xfrm>
            <a:prstGeom prst="rect">
              <a:avLst/>
            </a:prstGeom>
            <a:solidFill>
              <a:srgbClr val="D6E0EA"/>
            </a:solidFill>
            <a:ln>
              <a:noFill/>
            </a:ln>
          </p:spPr>
        </p:sp>
        <p:sp>
          <p:nvSpPr>
            <p:cNvPr id="14374" name="Heatmap cell r56 c130"/>
            <p:cNvSpPr/>
            <p:nvPr/>
          </p:nvSpPr>
          <p:spPr>
            <a:xfrm>
              <a:off x="2365460" y="1503743"/>
              <a:ext cx="19034" cy="26609"/>
            </a:xfrm>
            <a:prstGeom prst="rect">
              <a:avLst/>
            </a:prstGeom>
            <a:solidFill>
              <a:srgbClr val="ABBED2"/>
            </a:solidFill>
            <a:ln>
              <a:noFill/>
            </a:ln>
          </p:spPr>
        </p:sp>
        <p:sp>
          <p:nvSpPr>
            <p:cNvPr id="14375" name="Heatmap cell r56 c131"/>
            <p:cNvSpPr/>
            <p:nvPr/>
          </p:nvSpPr>
          <p:spPr>
            <a:xfrm>
              <a:off x="2384399" y="1503743"/>
              <a:ext cx="17140" cy="26609"/>
            </a:xfrm>
            <a:prstGeom prst="rect">
              <a:avLst/>
            </a:prstGeom>
            <a:solidFill>
              <a:srgbClr val="FCF8F9"/>
            </a:solidFill>
            <a:ln>
              <a:noFill/>
            </a:ln>
          </p:spPr>
        </p:sp>
        <p:sp>
          <p:nvSpPr>
            <p:cNvPr id="14376" name="Heatmap cell r56 c132"/>
            <p:cNvSpPr/>
            <p:nvPr/>
          </p:nvSpPr>
          <p:spPr>
            <a:xfrm>
              <a:off x="2401444" y="1503743"/>
              <a:ext cx="19034" cy="26609"/>
            </a:xfrm>
            <a:prstGeom prst="rect">
              <a:avLst/>
            </a:prstGeom>
            <a:solidFill>
              <a:srgbClr val="E8ECF3"/>
            </a:solidFill>
            <a:ln>
              <a:noFill/>
            </a:ln>
          </p:spPr>
        </p:sp>
        <p:sp>
          <p:nvSpPr>
            <p:cNvPr id="14377" name="Heatmap cell r56 c133"/>
            <p:cNvSpPr/>
            <p:nvPr/>
          </p:nvSpPr>
          <p:spPr>
            <a:xfrm>
              <a:off x="2420383" y="1503743"/>
              <a:ext cx="17140" cy="26609"/>
            </a:xfrm>
            <a:prstGeom prst="rect">
              <a:avLst/>
            </a:prstGeom>
            <a:solidFill>
              <a:srgbClr val="B4C5D6"/>
            </a:solidFill>
            <a:ln>
              <a:noFill/>
            </a:ln>
          </p:spPr>
        </p:sp>
        <p:sp>
          <p:nvSpPr>
            <p:cNvPr id="14378" name="Heatmap cell r56 c134"/>
            <p:cNvSpPr/>
            <p:nvPr/>
          </p:nvSpPr>
          <p:spPr>
            <a:xfrm>
              <a:off x="2437428" y="1503743"/>
              <a:ext cx="19034" cy="26609"/>
            </a:xfrm>
            <a:prstGeom prst="rect">
              <a:avLst/>
            </a:prstGeom>
            <a:solidFill>
              <a:srgbClr val="E9EDF3"/>
            </a:solidFill>
            <a:ln>
              <a:noFill/>
            </a:ln>
          </p:spPr>
        </p:sp>
        <p:sp>
          <p:nvSpPr>
            <p:cNvPr id="14379" name="Heatmap cell r56 c136"/>
            <p:cNvSpPr/>
            <p:nvPr/>
          </p:nvSpPr>
          <p:spPr>
            <a:xfrm>
              <a:off x="2473412" y="1503743"/>
              <a:ext cx="19034" cy="26609"/>
            </a:xfrm>
            <a:prstGeom prst="rect">
              <a:avLst/>
            </a:prstGeom>
            <a:solidFill>
              <a:srgbClr val="ACC1D3"/>
            </a:solidFill>
            <a:ln>
              <a:noFill/>
            </a:ln>
          </p:spPr>
        </p:sp>
        <p:sp>
          <p:nvSpPr>
            <p:cNvPr id="14380" name="Heatmap cell r56 c138"/>
            <p:cNvSpPr/>
            <p:nvPr/>
          </p:nvSpPr>
          <p:spPr>
            <a:xfrm>
              <a:off x="2509396" y="1503743"/>
              <a:ext cx="19034" cy="26609"/>
            </a:xfrm>
            <a:prstGeom prst="rect">
              <a:avLst/>
            </a:prstGeom>
            <a:solidFill>
              <a:srgbClr val="EFF3F7"/>
            </a:solidFill>
            <a:ln>
              <a:noFill/>
            </a:ln>
          </p:spPr>
        </p:sp>
        <p:sp>
          <p:nvSpPr>
            <p:cNvPr id="14381" name="Heatmap cell r56 c139"/>
            <p:cNvSpPr/>
            <p:nvPr/>
          </p:nvSpPr>
          <p:spPr>
            <a:xfrm>
              <a:off x="2528334" y="1503743"/>
              <a:ext cx="17140" cy="26609"/>
            </a:xfrm>
            <a:prstGeom prst="rect">
              <a:avLst/>
            </a:prstGeom>
            <a:solidFill>
              <a:srgbClr val="BFCFDF"/>
            </a:solidFill>
            <a:ln>
              <a:noFill/>
            </a:ln>
          </p:spPr>
        </p:sp>
        <p:sp>
          <p:nvSpPr>
            <p:cNvPr id="14382" name="Heatmap cell r56 c140"/>
            <p:cNvSpPr/>
            <p:nvPr/>
          </p:nvSpPr>
          <p:spPr>
            <a:xfrm>
              <a:off x="2545379" y="1503743"/>
              <a:ext cx="19034" cy="26609"/>
            </a:xfrm>
            <a:prstGeom prst="rect">
              <a:avLst/>
            </a:prstGeom>
            <a:solidFill>
              <a:srgbClr val="22588B"/>
            </a:solidFill>
            <a:ln>
              <a:noFill/>
            </a:ln>
          </p:spPr>
        </p:sp>
        <p:sp>
          <p:nvSpPr>
            <p:cNvPr id="14383" name="Heatmap cell r56 c141"/>
            <p:cNvSpPr/>
            <p:nvPr/>
          </p:nvSpPr>
          <p:spPr>
            <a:xfrm>
              <a:off x="2564318" y="1503743"/>
              <a:ext cx="19034" cy="26609"/>
            </a:xfrm>
            <a:prstGeom prst="rect">
              <a:avLst/>
            </a:prstGeom>
            <a:solidFill>
              <a:srgbClr val="FAECEC"/>
            </a:solidFill>
            <a:ln>
              <a:noFill/>
            </a:ln>
          </p:spPr>
        </p:sp>
        <p:sp>
          <p:nvSpPr>
            <p:cNvPr id="14384" name="Heatmap cell r56 c142"/>
            <p:cNvSpPr/>
            <p:nvPr/>
          </p:nvSpPr>
          <p:spPr>
            <a:xfrm>
              <a:off x="2583257" y="1503743"/>
              <a:ext cx="17140" cy="26609"/>
            </a:xfrm>
            <a:prstGeom prst="rect">
              <a:avLst/>
            </a:prstGeom>
            <a:solidFill>
              <a:srgbClr val="AFC3D5"/>
            </a:solidFill>
            <a:ln>
              <a:noFill/>
            </a:ln>
          </p:spPr>
        </p:sp>
        <p:sp>
          <p:nvSpPr>
            <p:cNvPr id="14385" name="Heatmap cell r56 c143"/>
            <p:cNvSpPr/>
            <p:nvPr/>
          </p:nvSpPr>
          <p:spPr>
            <a:xfrm>
              <a:off x="2600302" y="1503743"/>
              <a:ext cx="19034" cy="26609"/>
            </a:xfrm>
            <a:prstGeom prst="rect">
              <a:avLst/>
            </a:prstGeom>
            <a:solidFill>
              <a:srgbClr val="F5D1D4"/>
            </a:solidFill>
            <a:ln>
              <a:noFill/>
            </a:ln>
          </p:spPr>
        </p:sp>
        <p:sp>
          <p:nvSpPr>
            <p:cNvPr id="14386" name="Heatmap cell r56 c144"/>
            <p:cNvSpPr/>
            <p:nvPr/>
          </p:nvSpPr>
          <p:spPr>
            <a:xfrm>
              <a:off x="2619241" y="1503743"/>
              <a:ext cx="17140" cy="26609"/>
            </a:xfrm>
            <a:prstGeom prst="rect">
              <a:avLst/>
            </a:prstGeom>
            <a:solidFill>
              <a:srgbClr val="A7BBD1"/>
            </a:solidFill>
            <a:ln>
              <a:noFill/>
            </a:ln>
          </p:spPr>
        </p:sp>
        <p:sp>
          <p:nvSpPr>
            <p:cNvPr id="14387" name="Heatmap cell r56 c145"/>
            <p:cNvSpPr/>
            <p:nvPr/>
          </p:nvSpPr>
          <p:spPr>
            <a:xfrm>
              <a:off x="2636286" y="1503743"/>
              <a:ext cx="19034" cy="26609"/>
            </a:xfrm>
            <a:prstGeom prst="rect">
              <a:avLst/>
            </a:prstGeom>
            <a:solidFill>
              <a:srgbClr val="CFDBE6"/>
            </a:solidFill>
            <a:ln>
              <a:noFill/>
            </a:ln>
          </p:spPr>
        </p:sp>
        <p:sp>
          <p:nvSpPr>
            <p:cNvPr id="14388" name="Heatmap cell r56 c146"/>
            <p:cNvSpPr/>
            <p:nvPr/>
          </p:nvSpPr>
          <p:spPr>
            <a:xfrm>
              <a:off x="2655225" y="1503743"/>
              <a:ext cx="17140" cy="26609"/>
            </a:xfrm>
            <a:prstGeom prst="rect">
              <a:avLst/>
            </a:prstGeom>
            <a:solidFill>
              <a:srgbClr val="FAEBED"/>
            </a:solidFill>
            <a:ln>
              <a:noFill/>
            </a:ln>
          </p:spPr>
        </p:sp>
        <p:sp>
          <p:nvSpPr>
            <p:cNvPr id="14389" name="Heatmap cell r56 c147"/>
            <p:cNvSpPr/>
            <p:nvPr/>
          </p:nvSpPr>
          <p:spPr>
            <a:xfrm>
              <a:off x="2672270" y="1503743"/>
              <a:ext cx="19034" cy="26609"/>
            </a:xfrm>
            <a:prstGeom prst="rect">
              <a:avLst/>
            </a:prstGeom>
            <a:solidFill>
              <a:srgbClr val="E9EDF3"/>
            </a:solidFill>
            <a:ln>
              <a:noFill/>
            </a:ln>
          </p:spPr>
        </p:sp>
        <p:sp>
          <p:nvSpPr>
            <p:cNvPr id="14390" name="Heatmap cell r56 c148"/>
            <p:cNvSpPr/>
            <p:nvPr/>
          </p:nvSpPr>
          <p:spPr>
            <a:xfrm>
              <a:off x="2691208" y="1503743"/>
              <a:ext cx="17140" cy="26609"/>
            </a:xfrm>
            <a:prstGeom prst="rect">
              <a:avLst/>
            </a:prstGeom>
            <a:solidFill>
              <a:srgbClr val="C4D2DF"/>
            </a:solidFill>
            <a:ln>
              <a:noFill/>
            </a:ln>
          </p:spPr>
        </p:sp>
        <p:sp>
          <p:nvSpPr>
            <p:cNvPr id="14391" name="Heatmap cell r56 c149"/>
            <p:cNvSpPr/>
            <p:nvPr/>
          </p:nvSpPr>
          <p:spPr>
            <a:xfrm>
              <a:off x="2708253" y="1503743"/>
              <a:ext cx="19034" cy="26609"/>
            </a:xfrm>
            <a:prstGeom prst="rect">
              <a:avLst/>
            </a:prstGeom>
            <a:solidFill>
              <a:srgbClr val="E4EBEF"/>
            </a:solidFill>
            <a:ln>
              <a:noFill/>
            </a:ln>
          </p:spPr>
        </p:sp>
        <p:sp>
          <p:nvSpPr>
            <p:cNvPr id="14392" name="Heatmap cell r56 c150"/>
            <p:cNvSpPr/>
            <p:nvPr/>
          </p:nvSpPr>
          <p:spPr>
            <a:xfrm>
              <a:off x="2727192" y="1503743"/>
              <a:ext cx="17140" cy="26609"/>
            </a:xfrm>
            <a:prstGeom prst="rect">
              <a:avLst/>
            </a:prstGeom>
            <a:solidFill>
              <a:srgbClr val="A2B8CF"/>
            </a:solidFill>
            <a:ln>
              <a:noFill/>
            </a:ln>
          </p:spPr>
        </p:sp>
        <p:sp>
          <p:nvSpPr>
            <p:cNvPr id="14393" name="Heatmap cell r56 c151"/>
            <p:cNvSpPr/>
            <p:nvPr/>
          </p:nvSpPr>
          <p:spPr>
            <a:xfrm>
              <a:off x="2744237" y="1503743"/>
              <a:ext cx="19034" cy="26609"/>
            </a:xfrm>
            <a:prstGeom prst="rect">
              <a:avLst/>
            </a:prstGeom>
            <a:solidFill>
              <a:srgbClr val="F5CED2"/>
            </a:solidFill>
            <a:ln>
              <a:noFill/>
            </a:ln>
          </p:spPr>
        </p:sp>
        <p:sp>
          <p:nvSpPr>
            <p:cNvPr id="14394" name="Heatmap cell r56 c152"/>
            <p:cNvSpPr/>
            <p:nvPr/>
          </p:nvSpPr>
          <p:spPr>
            <a:xfrm>
              <a:off x="2763176" y="1503743"/>
              <a:ext cx="17140" cy="26609"/>
            </a:xfrm>
            <a:prstGeom prst="rect">
              <a:avLst/>
            </a:prstGeom>
            <a:solidFill>
              <a:srgbClr val="A8BCD1"/>
            </a:solidFill>
            <a:ln>
              <a:noFill/>
            </a:ln>
          </p:spPr>
        </p:sp>
        <p:sp>
          <p:nvSpPr>
            <p:cNvPr id="14395" name="Heatmap cell r56 c153"/>
            <p:cNvSpPr/>
            <p:nvPr/>
          </p:nvSpPr>
          <p:spPr>
            <a:xfrm>
              <a:off x="2780221" y="1503743"/>
              <a:ext cx="19034" cy="26609"/>
            </a:xfrm>
            <a:prstGeom prst="rect">
              <a:avLst/>
            </a:prstGeom>
            <a:solidFill>
              <a:srgbClr val="BCCDDD"/>
            </a:solidFill>
            <a:ln>
              <a:noFill/>
            </a:ln>
          </p:spPr>
        </p:sp>
        <p:sp>
          <p:nvSpPr>
            <p:cNvPr id="14396" name="Heatmap cell r56 c154"/>
            <p:cNvSpPr/>
            <p:nvPr/>
          </p:nvSpPr>
          <p:spPr>
            <a:xfrm>
              <a:off x="2799160" y="1503743"/>
              <a:ext cx="17140" cy="26609"/>
            </a:xfrm>
            <a:prstGeom prst="rect">
              <a:avLst/>
            </a:prstGeom>
            <a:solidFill>
              <a:srgbClr val="E7EBF1"/>
            </a:solidFill>
            <a:ln>
              <a:noFill/>
            </a:ln>
          </p:spPr>
        </p:sp>
        <p:sp>
          <p:nvSpPr>
            <p:cNvPr id="14397" name="Heatmap cell r56 c155"/>
            <p:cNvSpPr/>
            <p:nvPr/>
          </p:nvSpPr>
          <p:spPr>
            <a:xfrm>
              <a:off x="2816205" y="1503743"/>
              <a:ext cx="19034" cy="26609"/>
            </a:xfrm>
            <a:prstGeom prst="rect">
              <a:avLst/>
            </a:prstGeom>
            <a:solidFill>
              <a:srgbClr val="F5F7F9"/>
            </a:solidFill>
            <a:ln>
              <a:noFill/>
            </a:ln>
          </p:spPr>
        </p:sp>
        <p:sp>
          <p:nvSpPr>
            <p:cNvPr id="14398" name="Heatmap cell r56 c156"/>
            <p:cNvSpPr/>
            <p:nvPr/>
          </p:nvSpPr>
          <p:spPr>
            <a:xfrm>
              <a:off x="2835144" y="1503743"/>
              <a:ext cx="19034" cy="26609"/>
            </a:xfrm>
            <a:prstGeom prst="rect">
              <a:avLst/>
            </a:prstGeom>
            <a:solidFill>
              <a:srgbClr val="F7D9DB"/>
            </a:solidFill>
            <a:ln>
              <a:noFill/>
            </a:ln>
          </p:spPr>
        </p:sp>
        <p:sp>
          <p:nvSpPr>
            <p:cNvPr id="14399" name="Heatmap cell r56 c157"/>
            <p:cNvSpPr/>
            <p:nvPr/>
          </p:nvSpPr>
          <p:spPr>
            <a:xfrm>
              <a:off x="2854082" y="1503743"/>
              <a:ext cx="17140" cy="26609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14400" name="Heatmap cell r56 c158"/>
            <p:cNvSpPr/>
            <p:nvPr/>
          </p:nvSpPr>
          <p:spPr>
            <a:xfrm>
              <a:off x="2871127" y="1503743"/>
              <a:ext cx="19034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14401" name="Heatmap cell r56 c159"/>
            <p:cNvSpPr/>
            <p:nvPr/>
          </p:nvSpPr>
          <p:spPr>
            <a:xfrm>
              <a:off x="2890066" y="1503743"/>
              <a:ext cx="17140" cy="26609"/>
            </a:xfrm>
            <a:prstGeom prst="rect">
              <a:avLst/>
            </a:prstGeom>
            <a:solidFill>
              <a:srgbClr val="ECF0F6"/>
            </a:solidFill>
            <a:ln>
              <a:noFill/>
            </a:ln>
          </p:spPr>
        </p:sp>
        <p:sp>
          <p:nvSpPr>
            <p:cNvPr id="14402" name="Heatmap cell r56 c160"/>
            <p:cNvSpPr/>
            <p:nvPr/>
          </p:nvSpPr>
          <p:spPr>
            <a:xfrm>
              <a:off x="2907111" y="1503743"/>
              <a:ext cx="19034" cy="26609"/>
            </a:xfrm>
            <a:prstGeom prst="rect">
              <a:avLst/>
            </a:prstGeom>
            <a:solidFill>
              <a:srgbClr val="FCF8F9"/>
            </a:solidFill>
            <a:ln>
              <a:noFill/>
            </a:ln>
          </p:spPr>
        </p:sp>
        <p:sp>
          <p:nvSpPr>
            <p:cNvPr id="14403" name="Heatmap cell r56 c161"/>
            <p:cNvSpPr/>
            <p:nvPr/>
          </p:nvSpPr>
          <p:spPr>
            <a:xfrm>
              <a:off x="2926050" y="1503743"/>
              <a:ext cx="17140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14404" name="Heatmap cell r56 c162"/>
            <p:cNvSpPr/>
            <p:nvPr/>
          </p:nvSpPr>
          <p:spPr>
            <a:xfrm>
              <a:off x="2943095" y="1503743"/>
              <a:ext cx="19034" cy="26609"/>
            </a:xfrm>
            <a:prstGeom prst="rect">
              <a:avLst/>
            </a:prstGeom>
            <a:solidFill>
              <a:srgbClr val="F8E4E7"/>
            </a:solidFill>
            <a:ln>
              <a:noFill/>
            </a:ln>
          </p:spPr>
        </p:sp>
        <p:sp>
          <p:nvSpPr>
            <p:cNvPr id="14405" name="Heatmap cell r56 c163"/>
            <p:cNvSpPr/>
            <p:nvPr/>
          </p:nvSpPr>
          <p:spPr>
            <a:xfrm>
              <a:off x="2962034" y="1503743"/>
              <a:ext cx="17140" cy="26609"/>
            </a:xfrm>
            <a:prstGeom prst="rect">
              <a:avLst/>
            </a:prstGeom>
            <a:solidFill>
              <a:srgbClr val="F8E3E6"/>
            </a:solidFill>
            <a:ln>
              <a:noFill/>
            </a:ln>
          </p:spPr>
        </p:sp>
        <p:sp>
          <p:nvSpPr>
            <p:cNvPr id="14406" name="Heatmap cell r56 c164"/>
            <p:cNvSpPr/>
            <p:nvPr/>
          </p:nvSpPr>
          <p:spPr>
            <a:xfrm>
              <a:off x="2979079" y="1503743"/>
              <a:ext cx="19034" cy="26609"/>
            </a:xfrm>
            <a:prstGeom prst="rect">
              <a:avLst/>
            </a:prstGeom>
            <a:solidFill>
              <a:srgbClr val="F9E7E8"/>
            </a:solidFill>
            <a:ln>
              <a:noFill/>
            </a:ln>
          </p:spPr>
        </p:sp>
        <p:sp>
          <p:nvSpPr>
            <p:cNvPr id="14407" name="Heatmap cell r56 c165"/>
            <p:cNvSpPr/>
            <p:nvPr/>
          </p:nvSpPr>
          <p:spPr>
            <a:xfrm>
              <a:off x="2998018" y="1503743"/>
              <a:ext cx="17140" cy="26609"/>
            </a:xfrm>
            <a:prstGeom prst="rect">
              <a:avLst/>
            </a:prstGeom>
            <a:solidFill>
              <a:srgbClr val="F7E2E4"/>
            </a:solidFill>
            <a:ln>
              <a:noFill/>
            </a:ln>
          </p:spPr>
        </p:sp>
        <p:sp>
          <p:nvSpPr>
            <p:cNvPr id="14408" name="Heatmap cell r56 c166"/>
            <p:cNvSpPr/>
            <p:nvPr/>
          </p:nvSpPr>
          <p:spPr>
            <a:xfrm>
              <a:off x="3015062" y="1503743"/>
              <a:ext cx="19034" cy="26609"/>
            </a:xfrm>
            <a:prstGeom prst="rect">
              <a:avLst/>
            </a:prstGeom>
            <a:solidFill>
              <a:srgbClr val="F8E4E7"/>
            </a:solidFill>
            <a:ln>
              <a:noFill/>
            </a:ln>
          </p:spPr>
        </p:sp>
        <p:sp>
          <p:nvSpPr>
            <p:cNvPr id="14409" name="Heatmap cell r56 c168"/>
            <p:cNvSpPr/>
            <p:nvPr/>
          </p:nvSpPr>
          <p:spPr>
            <a:xfrm>
              <a:off x="3051046" y="1503743"/>
              <a:ext cx="19034" cy="26609"/>
            </a:xfrm>
            <a:prstGeom prst="rect">
              <a:avLst/>
            </a:prstGeom>
            <a:solidFill>
              <a:srgbClr val="EBA3AB"/>
            </a:solidFill>
            <a:ln>
              <a:noFill/>
            </a:ln>
          </p:spPr>
        </p:sp>
        <p:sp>
          <p:nvSpPr>
            <p:cNvPr id="14410" name="Heatmap cell r56 c169"/>
            <p:cNvSpPr/>
            <p:nvPr/>
          </p:nvSpPr>
          <p:spPr>
            <a:xfrm>
              <a:off x="3069985" y="1503743"/>
              <a:ext cx="19034" cy="26609"/>
            </a:xfrm>
            <a:prstGeom prst="rect">
              <a:avLst/>
            </a:prstGeom>
            <a:solidFill>
              <a:srgbClr val="F8E9EA"/>
            </a:solidFill>
            <a:ln>
              <a:noFill/>
            </a:ln>
          </p:spPr>
        </p:sp>
        <p:sp>
          <p:nvSpPr>
            <p:cNvPr id="14411" name="Heatmap cell r56 c170"/>
            <p:cNvSpPr/>
            <p:nvPr/>
          </p:nvSpPr>
          <p:spPr>
            <a:xfrm>
              <a:off x="3088924" y="1503743"/>
              <a:ext cx="17140" cy="26609"/>
            </a:xfrm>
            <a:prstGeom prst="rect">
              <a:avLst/>
            </a:prstGeom>
            <a:solidFill>
              <a:srgbClr val="FCF7F7"/>
            </a:solidFill>
            <a:ln>
              <a:noFill/>
            </a:ln>
          </p:spPr>
        </p:sp>
        <p:sp>
          <p:nvSpPr>
            <p:cNvPr id="14412" name="Heatmap cell r56 c171"/>
            <p:cNvSpPr/>
            <p:nvPr/>
          </p:nvSpPr>
          <p:spPr>
            <a:xfrm>
              <a:off x="3105969" y="1503743"/>
              <a:ext cx="19034" cy="26609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14413" name="Heatmap cell r56 c172"/>
            <p:cNvSpPr/>
            <p:nvPr/>
          </p:nvSpPr>
          <p:spPr>
            <a:xfrm>
              <a:off x="3124908" y="1503743"/>
              <a:ext cx="17140" cy="26609"/>
            </a:xfrm>
            <a:prstGeom prst="rect">
              <a:avLst/>
            </a:prstGeom>
            <a:solidFill>
              <a:srgbClr val="EEF3F6"/>
            </a:solidFill>
            <a:ln>
              <a:noFill/>
            </a:ln>
          </p:spPr>
        </p:sp>
        <p:sp>
          <p:nvSpPr>
            <p:cNvPr id="14414" name="Heatmap cell r56 c173"/>
            <p:cNvSpPr/>
            <p:nvPr/>
          </p:nvSpPr>
          <p:spPr>
            <a:xfrm>
              <a:off x="3141953" y="1503743"/>
              <a:ext cx="19034" cy="26609"/>
            </a:xfrm>
            <a:prstGeom prst="rect">
              <a:avLst/>
            </a:prstGeom>
            <a:solidFill>
              <a:srgbClr val="F9E7E8"/>
            </a:solidFill>
            <a:ln>
              <a:noFill/>
            </a:ln>
          </p:spPr>
        </p:sp>
        <p:sp>
          <p:nvSpPr>
            <p:cNvPr id="14415" name="Heatmap cell r56 c174"/>
            <p:cNvSpPr/>
            <p:nvPr/>
          </p:nvSpPr>
          <p:spPr>
            <a:xfrm>
              <a:off x="3160892" y="1503743"/>
              <a:ext cx="17140" cy="26609"/>
            </a:xfrm>
            <a:prstGeom prst="rect">
              <a:avLst/>
            </a:prstGeom>
            <a:solidFill>
              <a:srgbClr val="F1F5F8"/>
            </a:solidFill>
            <a:ln>
              <a:noFill/>
            </a:ln>
          </p:spPr>
        </p:sp>
        <p:sp>
          <p:nvSpPr>
            <p:cNvPr id="14416" name="Heatmap cell r56 c175"/>
            <p:cNvSpPr/>
            <p:nvPr/>
          </p:nvSpPr>
          <p:spPr>
            <a:xfrm>
              <a:off x="3177936" y="1503743"/>
              <a:ext cx="19034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14417" name="Heatmap cell r56 c176"/>
            <p:cNvSpPr/>
            <p:nvPr/>
          </p:nvSpPr>
          <p:spPr>
            <a:xfrm>
              <a:off x="3196875" y="1503743"/>
              <a:ext cx="17140" cy="26609"/>
            </a:xfrm>
            <a:prstGeom prst="rect">
              <a:avLst/>
            </a:prstGeom>
            <a:solidFill>
              <a:srgbClr val="F0BAC0"/>
            </a:solidFill>
            <a:ln>
              <a:noFill/>
            </a:ln>
          </p:spPr>
        </p:sp>
        <p:sp>
          <p:nvSpPr>
            <p:cNvPr id="14418" name="Heatmap cell r56 c177"/>
            <p:cNvSpPr/>
            <p:nvPr/>
          </p:nvSpPr>
          <p:spPr>
            <a:xfrm>
              <a:off x="3213920" y="1503743"/>
              <a:ext cx="19034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14419" name="Heatmap cell r56 c178"/>
            <p:cNvSpPr/>
            <p:nvPr/>
          </p:nvSpPr>
          <p:spPr>
            <a:xfrm>
              <a:off x="3232859" y="1503743"/>
              <a:ext cx="17140" cy="26609"/>
            </a:xfrm>
            <a:prstGeom prst="rect">
              <a:avLst/>
            </a:prstGeom>
            <a:solidFill>
              <a:srgbClr val="FAECEC"/>
            </a:solidFill>
            <a:ln>
              <a:noFill/>
            </a:ln>
          </p:spPr>
        </p:sp>
        <p:sp>
          <p:nvSpPr>
            <p:cNvPr id="14420" name="Heatmap cell r56 c179"/>
            <p:cNvSpPr/>
            <p:nvPr/>
          </p:nvSpPr>
          <p:spPr>
            <a:xfrm>
              <a:off x="3249904" y="1503743"/>
              <a:ext cx="19034" cy="26609"/>
            </a:xfrm>
            <a:prstGeom prst="rect">
              <a:avLst/>
            </a:prstGeom>
            <a:solidFill>
              <a:srgbClr val="F8DEE0"/>
            </a:solidFill>
            <a:ln>
              <a:noFill/>
            </a:ln>
          </p:spPr>
        </p:sp>
        <p:sp>
          <p:nvSpPr>
            <p:cNvPr id="14421" name="Heatmap cell r56 c180"/>
            <p:cNvSpPr/>
            <p:nvPr/>
          </p:nvSpPr>
          <p:spPr>
            <a:xfrm>
              <a:off x="3268843" y="1503743"/>
              <a:ext cx="17140" cy="26609"/>
            </a:xfrm>
            <a:prstGeom prst="rect">
              <a:avLst/>
            </a:prstGeom>
            <a:solidFill>
              <a:srgbClr val="F8DEE0"/>
            </a:solidFill>
            <a:ln>
              <a:noFill/>
            </a:ln>
          </p:spPr>
        </p:sp>
        <p:sp>
          <p:nvSpPr>
            <p:cNvPr id="14422" name="Heatmap cell r56 c181"/>
            <p:cNvSpPr/>
            <p:nvPr/>
          </p:nvSpPr>
          <p:spPr>
            <a:xfrm>
              <a:off x="3285888" y="1503743"/>
              <a:ext cx="19034" cy="26609"/>
            </a:xfrm>
            <a:prstGeom prst="rect">
              <a:avLst/>
            </a:prstGeom>
            <a:solidFill>
              <a:srgbClr val="EEF3F6"/>
            </a:solidFill>
            <a:ln>
              <a:noFill/>
            </a:ln>
          </p:spPr>
        </p:sp>
        <p:sp>
          <p:nvSpPr>
            <p:cNvPr id="14423" name="Heatmap cell r56 c182"/>
            <p:cNvSpPr/>
            <p:nvPr/>
          </p:nvSpPr>
          <p:spPr>
            <a:xfrm>
              <a:off x="3304827" y="1503743"/>
              <a:ext cx="19034" cy="26609"/>
            </a:xfrm>
            <a:prstGeom prst="rect">
              <a:avLst/>
            </a:prstGeom>
            <a:solidFill>
              <a:srgbClr val="FDF9FA"/>
            </a:solidFill>
            <a:ln>
              <a:noFill/>
            </a:ln>
          </p:spPr>
        </p:sp>
        <p:sp>
          <p:nvSpPr>
            <p:cNvPr id="14424" name="Heatmap cell r56 c183"/>
            <p:cNvSpPr/>
            <p:nvPr/>
          </p:nvSpPr>
          <p:spPr>
            <a:xfrm>
              <a:off x="3323765" y="1503743"/>
              <a:ext cx="17140" cy="26609"/>
            </a:xfrm>
            <a:prstGeom prst="rect">
              <a:avLst/>
            </a:prstGeom>
            <a:solidFill>
              <a:srgbClr val="FCF7F7"/>
            </a:solidFill>
            <a:ln>
              <a:noFill/>
            </a:ln>
          </p:spPr>
        </p:sp>
        <p:sp>
          <p:nvSpPr>
            <p:cNvPr id="14425" name="Heatmap cell r56 c184"/>
            <p:cNvSpPr/>
            <p:nvPr/>
          </p:nvSpPr>
          <p:spPr>
            <a:xfrm>
              <a:off x="3340810" y="1503743"/>
              <a:ext cx="19034" cy="26609"/>
            </a:xfrm>
            <a:prstGeom prst="rect">
              <a:avLst/>
            </a:prstGeom>
            <a:solidFill>
              <a:srgbClr val="F6D6DA"/>
            </a:solidFill>
            <a:ln>
              <a:noFill/>
            </a:ln>
          </p:spPr>
        </p:sp>
        <p:sp>
          <p:nvSpPr>
            <p:cNvPr id="14426" name="Heatmap cell r56 c185"/>
            <p:cNvSpPr/>
            <p:nvPr/>
          </p:nvSpPr>
          <p:spPr>
            <a:xfrm>
              <a:off x="3359749" y="1503743"/>
              <a:ext cx="17140" cy="26609"/>
            </a:xfrm>
            <a:prstGeom prst="rect">
              <a:avLst/>
            </a:prstGeom>
            <a:solidFill>
              <a:srgbClr val="F1C0C6"/>
            </a:solidFill>
            <a:ln>
              <a:noFill/>
            </a:ln>
          </p:spPr>
        </p:sp>
        <p:sp>
          <p:nvSpPr>
            <p:cNvPr id="14427" name="Heatmap cell r56 c186"/>
            <p:cNvSpPr/>
            <p:nvPr/>
          </p:nvSpPr>
          <p:spPr>
            <a:xfrm>
              <a:off x="3376794" y="1503743"/>
              <a:ext cx="19034" cy="26609"/>
            </a:xfrm>
            <a:prstGeom prst="rect">
              <a:avLst/>
            </a:prstGeom>
            <a:solidFill>
              <a:srgbClr val="EDAEB5"/>
            </a:solidFill>
            <a:ln>
              <a:noFill/>
            </a:ln>
          </p:spPr>
        </p:sp>
        <p:sp>
          <p:nvSpPr>
            <p:cNvPr id="14428" name="Heatmap cell r56 c187"/>
            <p:cNvSpPr/>
            <p:nvPr/>
          </p:nvSpPr>
          <p:spPr>
            <a:xfrm>
              <a:off x="3395733" y="1503743"/>
              <a:ext cx="17140" cy="26609"/>
            </a:xfrm>
            <a:prstGeom prst="rect">
              <a:avLst/>
            </a:prstGeom>
            <a:solidFill>
              <a:srgbClr val="F9E8E9"/>
            </a:solidFill>
            <a:ln>
              <a:noFill/>
            </a:ln>
          </p:spPr>
        </p:sp>
        <p:sp>
          <p:nvSpPr>
            <p:cNvPr id="14429" name="Heatmap cell r56 c188"/>
            <p:cNvSpPr/>
            <p:nvPr/>
          </p:nvSpPr>
          <p:spPr>
            <a:xfrm>
              <a:off x="3412778" y="1503743"/>
              <a:ext cx="19034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14430" name="Heatmap cell r56 c189"/>
            <p:cNvSpPr/>
            <p:nvPr/>
          </p:nvSpPr>
          <p:spPr>
            <a:xfrm>
              <a:off x="3431717" y="1503743"/>
              <a:ext cx="17140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14431" name="Heatmap cell r56 c190"/>
            <p:cNvSpPr/>
            <p:nvPr/>
          </p:nvSpPr>
          <p:spPr>
            <a:xfrm>
              <a:off x="3448762" y="1503743"/>
              <a:ext cx="19034" cy="26609"/>
            </a:xfrm>
            <a:prstGeom prst="rect">
              <a:avLst/>
            </a:prstGeom>
            <a:solidFill>
              <a:srgbClr val="F3C5CA"/>
            </a:solidFill>
            <a:ln>
              <a:noFill/>
            </a:ln>
          </p:spPr>
        </p:sp>
        <p:sp>
          <p:nvSpPr>
            <p:cNvPr id="14432" name="Heatmap cell r56 c193"/>
            <p:cNvSpPr/>
            <p:nvPr/>
          </p:nvSpPr>
          <p:spPr>
            <a:xfrm>
              <a:off x="3503684" y="1503743"/>
              <a:ext cx="17140" cy="26609"/>
            </a:xfrm>
            <a:prstGeom prst="rect">
              <a:avLst/>
            </a:prstGeom>
            <a:solidFill>
              <a:srgbClr val="F7DCDF"/>
            </a:solidFill>
            <a:ln>
              <a:noFill/>
            </a:ln>
          </p:spPr>
        </p:sp>
        <p:sp>
          <p:nvSpPr>
            <p:cNvPr id="14433" name="Heatmap cell r56 c196"/>
            <p:cNvSpPr/>
            <p:nvPr/>
          </p:nvSpPr>
          <p:spPr>
            <a:xfrm>
              <a:off x="3558607" y="1503743"/>
              <a:ext cx="17140" cy="26609"/>
            </a:xfrm>
            <a:prstGeom prst="rect">
              <a:avLst/>
            </a:prstGeom>
            <a:solidFill>
              <a:srgbClr val="F5D1D4"/>
            </a:solidFill>
            <a:ln>
              <a:noFill/>
            </a:ln>
          </p:spPr>
        </p:sp>
        <p:sp>
          <p:nvSpPr>
            <p:cNvPr id="14434" name="Heatmap cell r56 c197"/>
            <p:cNvSpPr/>
            <p:nvPr/>
          </p:nvSpPr>
          <p:spPr>
            <a:xfrm>
              <a:off x="3575652" y="1503743"/>
              <a:ext cx="19034" cy="26609"/>
            </a:xfrm>
            <a:prstGeom prst="rect">
              <a:avLst/>
            </a:prstGeom>
            <a:solidFill>
              <a:srgbClr val="C3D1DF"/>
            </a:solidFill>
            <a:ln>
              <a:noFill/>
            </a:ln>
          </p:spPr>
        </p:sp>
        <p:sp>
          <p:nvSpPr>
            <p:cNvPr id="14435" name="Heatmap cell r56 c198"/>
            <p:cNvSpPr/>
            <p:nvPr/>
          </p:nvSpPr>
          <p:spPr>
            <a:xfrm>
              <a:off x="3594591" y="1503743"/>
              <a:ext cx="17140" cy="26609"/>
            </a:xfrm>
            <a:prstGeom prst="rect">
              <a:avLst/>
            </a:prstGeom>
            <a:solidFill>
              <a:srgbClr val="CFDBE6"/>
            </a:solidFill>
            <a:ln>
              <a:noFill/>
            </a:ln>
          </p:spPr>
        </p:sp>
        <p:sp>
          <p:nvSpPr>
            <p:cNvPr id="14436" name="Heatmap cell r56 c199"/>
            <p:cNvSpPr/>
            <p:nvPr/>
          </p:nvSpPr>
          <p:spPr>
            <a:xfrm>
              <a:off x="3611636" y="1503743"/>
              <a:ext cx="19034" cy="26609"/>
            </a:xfrm>
            <a:prstGeom prst="rect">
              <a:avLst/>
            </a:prstGeom>
            <a:solidFill>
              <a:srgbClr val="FAECEC"/>
            </a:solidFill>
            <a:ln>
              <a:noFill/>
            </a:ln>
          </p:spPr>
        </p:sp>
        <p:sp>
          <p:nvSpPr>
            <p:cNvPr id="14437" name="Heatmap cell r56 c200"/>
            <p:cNvSpPr/>
            <p:nvPr/>
          </p:nvSpPr>
          <p:spPr>
            <a:xfrm>
              <a:off x="3630575" y="1503743"/>
              <a:ext cx="17140" cy="26609"/>
            </a:xfrm>
            <a:prstGeom prst="rect">
              <a:avLst/>
            </a:prstGeom>
            <a:solidFill>
              <a:srgbClr val="F9E7E8"/>
            </a:solidFill>
            <a:ln>
              <a:noFill/>
            </a:ln>
          </p:spPr>
        </p:sp>
        <p:sp>
          <p:nvSpPr>
            <p:cNvPr id="14438" name="Heatmap cell r56 c201"/>
            <p:cNvSpPr/>
            <p:nvPr/>
          </p:nvSpPr>
          <p:spPr>
            <a:xfrm>
              <a:off x="3647620" y="1503743"/>
              <a:ext cx="19034" cy="26609"/>
            </a:xfrm>
            <a:prstGeom prst="rect">
              <a:avLst/>
            </a:prstGeom>
            <a:solidFill>
              <a:srgbClr val="EFF3F7"/>
            </a:solidFill>
            <a:ln>
              <a:noFill/>
            </a:ln>
          </p:spPr>
        </p:sp>
        <p:sp>
          <p:nvSpPr>
            <p:cNvPr id="14439" name="Heatmap cell r56 c202"/>
            <p:cNvSpPr/>
            <p:nvPr/>
          </p:nvSpPr>
          <p:spPr>
            <a:xfrm>
              <a:off x="3666558" y="1503743"/>
              <a:ext cx="17140" cy="26609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14440" name="Heatmap cell r56 c204"/>
            <p:cNvSpPr/>
            <p:nvPr/>
          </p:nvSpPr>
          <p:spPr>
            <a:xfrm>
              <a:off x="3702542" y="1503743"/>
              <a:ext cx="17140" cy="26609"/>
            </a:xfrm>
            <a:prstGeom prst="rect">
              <a:avLst/>
            </a:prstGeom>
            <a:solidFill>
              <a:srgbClr val="FBF3F4"/>
            </a:solidFill>
            <a:ln>
              <a:noFill/>
            </a:ln>
          </p:spPr>
        </p:sp>
        <p:sp>
          <p:nvSpPr>
            <p:cNvPr id="14441" name="Heatmap cell r56 c205"/>
            <p:cNvSpPr/>
            <p:nvPr/>
          </p:nvSpPr>
          <p:spPr>
            <a:xfrm>
              <a:off x="3719587" y="1503743"/>
              <a:ext cx="19034" cy="26609"/>
            </a:xfrm>
            <a:prstGeom prst="rect">
              <a:avLst/>
            </a:prstGeom>
            <a:solidFill>
              <a:srgbClr val="C3D1DF"/>
            </a:solidFill>
            <a:ln>
              <a:noFill/>
            </a:ln>
          </p:spPr>
        </p:sp>
        <p:sp>
          <p:nvSpPr>
            <p:cNvPr id="14442" name="Heatmap cell r56 c206"/>
            <p:cNvSpPr/>
            <p:nvPr/>
          </p:nvSpPr>
          <p:spPr>
            <a:xfrm>
              <a:off x="3738526" y="1503743"/>
              <a:ext cx="17140" cy="26609"/>
            </a:xfrm>
            <a:prstGeom prst="rect">
              <a:avLst/>
            </a:prstGeom>
            <a:solidFill>
              <a:srgbClr val="ECA7AD"/>
            </a:solidFill>
            <a:ln>
              <a:noFill/>
            </a:ln>
          </p:spPr>
        </p:sp>
        <p:sp>
          <p:nvSpPr>
            <p:cNvPr id="14443" name="Heatmap cell r56 c207"/>
            <p:cNvSpPr/>
            <p:nvPr/>
          </p:nvSpPr>
          <p:spPr>
            <a:xfrm>
              <a:off x="3755571" y="1503743"/>
              <a:ext cx="19034" cy="26609"/>
            </a:xfrm>
            <a:prstGeom prst="rect">
              <a:avLst/>
            </a:prstGeom>
            <a:solidFill>
              <a:srgbClr val="9DB5CC"/>
            </a:solidFill>
            <a:ln>
              <a:noFill/>
            </a:ln>
          </p:spPr>
        </p:sp>
        <p:sp>
          <p:nvSpPr>
            <p:cNvPr id="14444" name="Heatmap cell r56 c208"/>
            <p:cNvSpPr/>
            <p:nvPr/>
          </p:nvSpPr>
          <p:spPr>
            <a:xfrm>
              <a:off x="3774510" y="1503743"/>
              <a:ext cx="19034" cy="26609"/>
            </a:xfrm>
            <a:prstGeom prst="rect">
              <a:avLst/>
            </a:prstGeom>
            <a:solidFill>
              <a:srgbClr val="F4CACD"/>
            </a:solidFill>
            <a:ln>
              <a:noFill/>
            </a:ln>
          </p:spPr>
        </p:sp>
        <p:sp>
          <p:nvSpPr>
            <p:cNvPr id="14445" name="Heatmap cell r56 c209"/>
            <p:cNvSpPr/>
            <p:nvPr/>
          </p:nvSpPr>
          <p:spPr>
            <a:xfrm>
              <a:off x="3793449" y="1503743"/>
              <a:ext cx="17140" cy="26609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14446" name="Heatmap cell r56 c210"/>
            <p:cNvSpPr/>
            <p:nvPr/>
          </p:nvSpPr>
          <p:spPr>
            <a:xfrm>
              <a:off x="3810494" y="1503743"/>
              <a:ext cx="19034" cy="26609"/>
            </a:xfrm>
            <a:prstGeom prst="rect">
              <a:avLst/>
            </a:prstGeom>
            <a:solidFill>
              <a:srgbClr val="EFB8BC"/>
            </a:solidFill>
            <a:ln>
              <a:noFill/>
            </a:ln>
          </p:spPr>
        </p:sp>
        <p:sp>
          <p:nvSpPr>
            <p:cNvPr id="14447" name="Heatmap cell r56 c211"/>
            <p:cNvSpPr/>
            <p:nvPr/>
          </p:nvSpPr>
          <p:spPr>
            <a:xfrm>
              <a:off x="3829432" y="1503743"/>
              <a:ext cx="17140" cy="26609"/>
            </a:xfrm>
            <a:prstGeom prst="rect">
              <a:avLst/>
            </a:prstGeom>
            <a:solidFill>
              <a:srgbClr val="F1C2C6"/>
            </a:solidFill>
            <a:ln>
              <a:noFill/>
            </a:ln>
          </p:spPr>
        </p:sp>
        <p:sp>
          <p:nvSpPr>
            <p:cNvPr id="14448" name="Heatmap cell r56 c212"/>
            <p:cNvSpPr/>
            <p:nvPr/>
          </p:nvSpPr>
          <p:spPr>
            <a:xfrm>
              <a:off x="3846477" y="1503743"/>
              <a:ext cx="19034" cy="26609"/>
            </a:xfrm>
            <a:prstGeom prst="rect">
              <a:avLst/>
            </a:prstGeom>
            <a:solidFill>
              <a:srgbClr val="F7E2E4"/>
            </a:solidFill>
            <a:ln>
              <a:noFill/>
            </a:ln>
          </p:spPr>
        </p:sp>
        <p:sp>
          <p:nvSpPr>
            <p:cNvPr id="14449" name="Heatmap cell r56 c213"/>
            <p:cNvSpPr/>
            <p:nvPr/>
          </p:nvSpPr>
          <p:spPr>
            <a:xfrm>
              <a:off x="3865416" y="1503743"/>
              <a:ext cx="17140" cy="26609"/>
            </a:xfrm>
            <a:prstGeom prst="rect">
              <a:avLst/>
            </a:prstGeom>
            <a:solidFill>
              <a:srgbClr val="F7E2E4"/>
            </a:solidFill>
            <a:ln>
              <a:noFill/>
            </a:ln>
          </p:spPr>
        </p:sp>
        <p:sp>
          <p:nvSpPr>
            <p:cNvPr id="14450" name="Heatmap cell r56 c214"/>
            <p:cNvSpPr/>
            <p:nvPr/>
          </p:nvSpPr>
          <p:spPr>
            <a:xfrm>
              <a:off x="3882461" y="1503743"/>
              <a:ext cx="19034" cy="26609"/>
            </a:xfrm>
            <a:prstGeom prst="rect">
              <a:avLst/>
            </a:prstGeom>
            <a:solidFill>
              <a:srgbClr val="EFB7BB"/>
            </a:solidFill>
            <a:ln>
              <a:noFill/>
            </a:ln>
          </p:spPr>
        </p:sp>
        <p:sp>
          <p:nvSpPr>
            <p:cNvPr id="14451" name="Heatmap cell r56 c215"/>
            <p:cNvSpPr/>
            <p:nvPr/>
          </p:nvSpPr>
          <p:spPr>
            <a:xfrm>
              <a:off x="3901400" y="1503743"/>
              <a:ext cx="17140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14452" name="Heatmap cell r56 c216"/>
            <p:cNvSpPr/>
            <p:nvPr/>
          </p:nvSpPr>
          <p:spPr>
            <a:xfrm>
              <a:off x="3918445" y="1503743"/>
              <a:ext cx="19034" cy="26609"/>
            </a:xfrm>
            <a:prstGeom prst="rect">
              <a:avLst/>
            </a:prstGeom>
            <a:solidFill>
              <a:srgbClr val="F1C1C5"/>
            </a:solidFill>
            <a:ln>
              <a:noFill/>
            </a:ln>
          </p:spPr>
        </p:sp>
        <p:sp>
          <p:nvSpPr>
            <p:cNvPr id="14453" name="Heatmap cell r56 c217"/>
            <p:cNvSpPr/>
            <p:nvPr/>
          </p:nvSpPr>
          <p:spPr>
            <a:xfrm>
              <a:off x="3937384" y="1503743"/>
              <a:ext cx="17140" cy="26609"/>
            </a:xfrm>
            <a:prstGeom prst="rect">
              <a:avLst/>
            </a:prstGeom>
            <a:solidFill>
              <a:srgbClr val="F8E3E6"/>
            </a:solidFill>
            <a:ln>
              <a:noFill/>
            </a:ln>
          </p:spPr>
        </p:sp>
        <p:sp>
          <p:nvSpPr>
            <p:cNvPr id="14454" name="Heatmap cell r56 c218"/>
            <p:cNvSpPr/>
            <p:nvPr/>
          </p:nvSpPr>
          <p:spPr>
            <a:xfrm>
              <a:off x="3954429" y="1503743"/>
              <a:ext cx="19034" cy="26609"/>
            </a:xfrm>
            <a:prstGeom prst="rect">
              <a:avLst/>
            </a:prstGeom>
            <a:solidFill>
              <a:srgbClr val="F8DDDF"/>
            </a:solidFill>
            <a:ln>
              <a:noFill/>
            </a:ln>
          </p:spPr>
        </p:sp>
        <p:sp>
          <p:nvSpPr>
            <p:cNvPr id="14455" name="Heatmap cell r56 c219"/>
            <p:cNvSpPr/>
            <p:nvPr/>
          </p:nvSpPr>
          <p:spPr>
            <a:xfrm>
              <a:off x="3973368" y="1503743"/>
              <a:ext cx="17140" cy="26609"/>
            </a:xfrm>
            <a:prstGeom prst="rect">
              <a:avLst/>
            </a:prstGeom>
            <a:solidFill>
              <a:srgbClr val="F0F5F8"/>
            </a:solidFill>
            <a:ln>
              <a:noFill/>
            </a:ln>
          </p:spPr>
        </p:sp>
        <p:sp>
          <p:nvSpPr>
            <p:cNvPr id="14456" name="Heatmap cell r56 c220"/>
            <p:cNvSpPr/>
            <p:nvPr/>
          </p:nvSpPr>
          <p:spPr>
            <a:xfrm>
              <a:off x="3990412" y="1503743"/>
              <a:ext cx="19034" cy="26609"/>
            </a:xfrm>
            <a:prstGeom prst="rect">
              <a:avLst/>
            </a:prstGeom>
            <a:solidFill>
              <a:srgbClr val="DFE6ED"/>
            </a:solidFill>
            <a:ln>
              <a:noFill/>
            </a:ln>
          </p:spPr>
        </p:sp>
        <p:sp>
          <p:nvSpPr>
            <p:cNvPr id="14457" name="Heatmap cell r56 c221"/>
            <p:cNvSpPr/>
            <p:nvPr/>
          </p:nvSpPr>
          <p:spPr>
            <a:xfrm>
              <a:off x="4009351" y="1503743"/>
              <a:ext cx="19034" cy="26609"/>
            </a:xfrm>
            <a:prstGeom prst="rect">
              <a:avLst/>
            </a:prstGeom>
            <a:solidFill>
              <a:srgbClr val="F8DEE0"/>
            </a:solidFill>
            <a:ln>
              <a:noFill/>
            </a:ln>
          </p:spPr>
        </p:sp>
        <p:sp>
          <p:nvSpPr>
            <p:cNvPr id="14458" name="Heatmap cell r56 c222"/>
            <p:cNvSpPr/>
            <p:nvPr/>
          </p:nvSpPr>
          <p:spPr>
            <a:xfrm>
              <a:off x="4028290" y="1503743"/>
              <a:ext cx="17140" cy="26609"/>
            </a:xfrm>
            <a:prstGeom prst="rect">
              <a:avLst/>
            </a:prstGeom>
            <a:solidFill>
              <a:srgbClr val="F3C9CE"/>
            </a:solidFill>
            <a:ln>
              <a:noFill/>
            </a:ln>
          </p:spPr>
        </p:sp>
        <p:sp>
          <p:nvSpPr>
            <p:cNvPr id="14459" name="Heatmap cell r56 c223"/>
            <p:cNvSpPr/>
            <p:nvPr/>
          </p:nvSpPr>
          <p:spPr>
            <a:xfrm>
              <a:off x="4045335" y="1503743"/>
              <a:ext cx="19034" cy="26609"/>
            </a:xfrm>
            <a:prstGeom prst="rect">
              <a:avLst/>
            </a:prstGeom>
            <a:solidFill>
              <a:srgbClr val="F5CED2"/>
            </a:solidFill>
            <a:ln>
              <a:noFill/>
            </a:ln>
          </p:spPr>
        </p:sp>
        <p:sp>
          <p:nvSpPr>
            <p:cNvPr id="14460" name="Heatmap cell r57 c1"/>
            <p:cNvSpPr/>
            <p:nvPr/>
          </p:nvSpPr>
          <p:spPr>
            <a:xfrm>
              <a:off x="13257" y="1530258"/>
              <a:ext cx="45548" cy="26609"/>
            </a:xfrm>
            <a:prstGeom prst="rect">
              <a:avLst/>
            </a:prstGeom>
            <a:solidFill>
              <a:srgbClr val="F76666"/>
            </a:solidFill>
            <a:ln>
              <a:noFill/>
            </a:ln>
          </p:spPr>
        </p:sp>
        <p:sp>
          <p:nvSpPr>
            <p:cNvPr id="14461" name="Heatmap cell r57 c3"/>
            <p:cNvSpPr/>
            <p:nvPr/>
          </p:nvSpPr>
          <p:spPr>
            <a:xfrm>
              <a:off x="71968" y="1530258"/>
              <a:ext cx="17140" cy="26609"/>
            </a:xfrm>
            <a:prstGeom prst="rect">
              <a:avLst/>
            </a:prstGeom>
            <a:solidFill>
              <a:srgbClr val="E6EBF1"/>
            </a:solidFill>
            <a:ln>
              <a:noFill/>
            </a:ln>
          </p:spPr>
        </p:sp>
        <p:sp>
          <p:nvSpPr>
            <p:cNvPr id="14462" name="Heatmap cell r57 c5"/>
            <p:cNvSpPr/>
            <p:nvPr/>
          </p:nvSpPr>
          <p:spPr>
            <a:xfrm>
              <a:off x="107951" y="1530258"/>
              <a:ext cx="17140" cy="26609"/>
            </a:xfrm>
            <a:prstGeom prst="rect">
              <a:avLst/>
            </a:prstGeom>
            <a:solidFill>
              <a:srgbClr val="E8ECF3"/>
            </a:solidFill>
            <a:ln>
              <a:noFill/>
            </a:ln>
          </p:spPr>
        </p:sp>
        <p:sp>
          <p:nvSpPr>
            <p:cNvPr id="14463" name="Heatmap cell r57 c6"/>
            <p:cNvSpPr/>
            <p:nvPr/>
          </p:nvSpPr>
          <p:spPr>
            <a:xfrm>
              <a:off x="124996" y="1530258"/>
              <a:ext cx="19034" cy="26609"/>
            </a:xfrm>
            <a:prstGeom prst="rect">
              <a:avLst/>
            </a:prstGeom>
            <a:solidFill>
              <a:srgbClr val="E2EAEF"/>
            </a:solidFill>
            <a:ln>
              <a:noFill/>
            </a:ln>
          </p:spPr>
        </p:sp>
        <p:sp>
          <p:nvSpPr>
            <p:cNvPr id="14464" name="Heatmap cell r57 c7"/>
            <p:cNvSpPr/>
            <p:nvPr/>
          </p:nvSpPr>
          <p:spPr>
            <a:xfrm>
              <a:off x="143935" y="1530258"/>
              <a:ext cx="17140" cy="26609"/>
            </a:xfrm>
            <a:prstGeom prst="rect">
              <a:avLst/>
            </a:prstGeom>
            <a:solidFill>
              <a:srgbClr val="BCCDDD"/>
            </a:solidFill>
            <a:ln>
              <a:noFill/>
            </a:ln>
          </p:spPr>
        </p:sp>
        <p:sp>
          <p:nvSpPr>
            <p:cNvPr id="14465" name="Heatmap cell r57 c8"/>
            <p:cNvSpPr/>
            <p:nvPr/>
          </p:nvSpPr>
          <p:spPr>
            <a:xfrm>
              <a:off x="160980" y="1530258"/>
              <a:ext cx="19034" cy="26609"/>
            </a:xfrm>
            <a:prstGeom prst="rect">
              <a:avLst/>
            </a:prstGeom>
            <a:solidFill>
              <a:srgbClr val="4D79A1"/>
            </a:solidFill>
            <a:ln>
              <a:noFill/>
            </a:ln>
          </p:spPr>
        </p:sp>
        <p:sp>
          <p:nvSpPr>
            <p:cNvPr id="14466" name="Heatmap cell r57 c9"/>
            <p:cNvSpPr/>
            <p:nvPr/>
          </p:nvSpPr>
          <p:spPr>
            <a:xfrm>
              <a:off x="179919" y="1530258"/>
              <a:ext cx="19034" cy="26609"/>
            </a:xfrm>
            <a:prstGeom prst="rect">
              <a:avLst/>
            </a:prstGeom>
            <a:solidFill>
              <a:srgbClr val="B9C9DB"/>
            </a:solidFill>
            <a:ln>
              <a:noFill/>
            </a:ln>
          </p:spPr>
        </p:sp>
        <p:sp>
          <p:nvSpPr>
            <p:cNvPr id="14467" name="Heatmap cell r57 c10"/>
            <p:cNvSpPr/>
            <p:nvPr/>
          </p:nvSpPr>
          <p:spPr>
            <a:xfrm>
              <a:off x="198858" y="1530258"/>
              <a:ext cx="17140" cy="26609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14468" name="Heatmap cell r57 c11"/>
            <p:cNvSpPr/>
            <p:nvPr/>
          </p:nvSpPr>
          <p:spPr>
            <a:xfrm>
              <a:off x="215903" y="1530258"/>
              <a:ext cx="19034" cy="26609"/>
            </a:xfrm>
            <a:prstGeom prst="rect">
              <a:avLst/>
            </a:prstGeom>
            <a:solidFill>
              <a:srgbClr val="9DB5CC"/>
            </a:solidFill>
            <a:ln>
              <a:noFill/>
            </a:ln>
          </p:spPr>
        </p:sp>
        <p:sp>
          <p:nvSpPr>
            <p:cNvPr id="14469" name="Heatmap cell r57 c12"/>
            <p:cNvSpPr/>
            <p:nvPr/>
          </p:nvSpPr>
          <p:spPr>
            <a:xfrm>
              <a:off x="234842" y="1530258"/>
              <a:ext cx="17140" cy="26609"/>
            </a:xfrm>
            <a:prstGeom prst="rect">
              <a:avLst/>
            </a:prstGeom>
            <a:solidFill>
              <a:srgbClr val="FCF7F7"/>
            </a:solidFill>
            <a:ln>
              <a:noFill/>
            </a:ln>
          </p:spPr>
        </p:sp>
        <p:sp>
          <p:nvSpPr>
            <p:cNvPr id="14470" name="Heatmap cell r57 c13"/>
            <p:cNvSpPr/>
            <p:nvPr/>
          </p:nvSpPr>
          <p:spPr>
            <a:xfrm>
              <a:off x="251887" y="1530258"/>
              <a:ext cx="19034" cy="26609"/>
            </a:xfrm>
            <a:prstGeom prst="rect">
              <a:avLst/>
            </a:prstGeom>
            <a:solidFill>
              <a:srgbClr val="194480"/>
            </a:solidFill>
            <a:ln>
              <a:noFill/>
            </a:ln>
          </p:spPr>
        </p:sp>
        <p:sp>
          <p:nvSpPr>
            <p:cNvPr id="14471" name="Heatmap cell r57 c14"/>
            <p:cNvSpPr/>
            <p:nvPr/>
          </p:nvSpPr>
          <p:spPr>
            <a:xfrm>
              <a:off x="270825" y="1530258"/>
              <a:ext cx="17140" cy="26609"/>
            </a:xfrm>
            <a:prstGeom prst="rect">
              <a:avLst/>
            </a:prstGeom>
            <a:solidFill>
              <a:srgbClr val="F5D0D3"/>
            </a:solidFill>
            <a:ln>
              <a:noFill/>
            </a:ln>
          </p:spPr>
        </p:sp>
        <p:sp>
          <p:nvSpPr>
            <p:cNvPr id="14472" name="Heatmap cell r57 c15"/>
            <p:cNvSpPr/>
            <p:nvPr/>
          </p:nvSpPr>
          <p:spPr>
            <a:xfrm>
              <a:off x="287870" y="1530258"/>
              <a:ext cx="19034" cy="26609"/>
            </a:xfrm>
            <a:prstGeom prst="rect">
              <a:avLst/>
            </a:prstGeom>
            <a:solidFill>
              <a:srgbClr val="F8E3E6"/>
            </a:solidFill>
            <a:ln>
              <a:noFill/>
            </a:ln>
          </p:spPr>
        </p:sp>
        <p:sp>
          <p:nvSpPr>
            <p:cNvPr id="14473" name="Heatmap cell r57 c16"/>
            <p:cNvSpPr/>
            <p:nvPr/>
          </p:nvSpPr>
          <p:spPr>
            <a:xfrm>
              <a:off x="306809" y="1530258"/>
              <a:ext cx="17140" cy="26609"/>
            </a:xfrm>
            <a:prstGeom prst="rect">
              <a:avLst/>
            </a:prstGeom>
            <a:solidFill>
              <a:srgbClr val="D2DDE7"/>
            </a:solidFill>
            <a:ln>
              <a:noFill/>
            </a:ln>
          </p:spPr>
        </p:sp>
        <p:sp>
          <p:nvSpPr>
            <p:cNvPr id="14474" name="Heatmap cell r57 c17"/>
            <p:cNvSpPr/>
            <p:nvPr/>
          </p:nvSpPr>
          <p:spPr>
            <a:xfrm>
              <a:off x="323854" y="1530258"/>
              <a:ext cx="19034" cy="26609"/>
            </a:xfrm>
            <a:prstGeom prst="rect">
              <a:avLst/>
            </a:prstGeom>
            <a:solidFill>
              <a:srgbClr val="CFDAE4"/>
            </a:solidFill>
            <a:ln>
              <a:noFill/>
            </a:ln>
          </p:spPr>
        </p:sp>
        <p:sp>
          <p:nvSpPr>
            <p:cNvPr id="14475" name="Heatmap cell r57 c18"/>
            <p:cNvSpPr/>
            <p:nvPr/>
          </p:nvSpPr>
          <p:spPr>
            <a:xfrm>
              <a:off x="342793" y="1530258"/>
              <a:ext cx="17140" cy="26609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14476" name="Heatmap cell r57 c19"/>
            <p:cNvSpPr/>
            <p:nvPr/>
          </p:nvSpPr>
          <p:spPr>
            <a:xfrm>
              <a:off x="359838" y="1530258"/>
              <a:ext cx="19034" cy="26609"/>
            </a:xfrm>
            <a:prstGeom prst="rect">
              <a:avLst/>
            </a:prstGeom>
            <a:solidFill>
              <a:srgbClr val="F5D1D4"/>
            </a:solidFill>
            <a:ln>
              <a:noFill/>
            </a:ln>
          </p:spPr>
        </p:sp>
        <p:sp>
          <p:nvSpPr>
            <p:cNvPr id="14477" name="Heatmap cell r57 c21"/>
            <p:cNvSpPr/>
            <p:nvPr/>
          </p:nvSpPr>
          <p:spPr>
            <a:xfrm>
              <a:off x="395822" y="1530258"/>
              <a:ext cx="19034" cy="26609"/>
            </a:xfrm>
            <a:prstGeom prst="rect">
              <a:avLst/>
            </a:prstGeom>
            <a:solidFill>
              <a:srgbClr val="FDF9FA"/>
            </a:solidFill>
            <a:ln>
              <a:noFill/>
            </a:ln>
          </p:spPr>
        </p:sp>
        <p:sp>
          <p:nvSpPr>
            <p:cNvPr id="14478" name="Heatmap cell r57 c22"/>
            <p:cNvSpPr/>
            <p:nvPr/>
          </p:nvSpPr>
          <p:spPr>
            <a:xfrm>
              <a:off x="414760" y="1530258"/>
              <a:ext cx="19034" cy="26609"/>
            </a:xfrm>
            <a:prstGeom prst="rect">
              <a:avLst/>
            </a:prstGeom>
            <a:solidFill>
              <a:srgbClr val="E8ECF3"/>
            </a:solidFill>
            <a:ln>
              <a:noFill/>
            </a:ln>
          </p:spPr>
        </p:sp>
        <p:sp>
          <p:nvSpPr>
            <p:cNvPr id="14479" name="Heatmap cell r57 c24"/>
            <p:cNvSpPr/>
            <p:nvPr/>
          </p:nvSpPr>
          <p:spPr>
            <a:xfrm>
              <a:off x="450744" y="1530258"/>
              <a:ext cx="19034" cy="26609"/>
            </a:xfrm>
            <a:prstGeom prst="rect">
              <a:avLst/>
            </a:prstGeom>
            <a:solidFill>
              <a:srgbClr val="B3C5D6"/>
            </a:solidFill>
            <a:ln>
              <a:noFill/>
            </a:ln>
          </p:spPr>
        </p:sp>
        <p:sp>
          <p:nvSpPr>
            <p:cNvPr id="14480" name="Heatmap cell r57 c25"/>
            <p:cNvSpPr/>
            <p:nvPr/>
          </p:nvSpPr>
          <p:spPr>
            <a:xfrm>
              <a:off x="469683" y="1530258"/>
              <a:ext cx="17140" cy="26609"/>
            </a:xfrm>
            <a:prstGeom prst="rect">
              <a:avLst/>
            </a:prstGeom>
            <a:solidFill>
              <a:srgbClr val="FBF1F3"/>
            </a:solidFill>
            <a:ln>
              <a:noFill/>
            </a:ln>
          </p:spPr>
        </p:sp>
        <p:sp>
          <p:nvSpPr>
            <p:cNvPr id="14481" name="Heatmap cell r57 c26"/>
            <p:cNvSpPr/>
            <p:nvPr/>
          </p:nvSpPr>
          <p:spPr>
            <a:xfrm>
              <a:off x="486728" y="1530258"/>
              <a:ext cx="19034" cy="26609"/>
            </a:xfrm>
            <a:prstGeom prst="rect">
              <a:avLst/>
            </a:prstGeom>
            <a:solidFill>
              <a:srgbClr val="E4EBEF"/>
            </a:solidFill>
            <a:ln>
              <a:noFill/>
            </a:ln>
          </p:spPr>
        </p:sp>
        <p:sp>
          <p:nvSpPr>
            <p:cNvPr id="14482" name="Heatmap cell r57 c27"/>
            <p:cNvSpPr/>
            <p:nvPr/>
          </p:nvSpPr>
          <p:spPr>
            <a:xfrm>
              <a:off x="505667" y="1530258"/>
              <a:ext cx="17140" cy="26609"/>
            </a:xfrm>
            <a:prstGeom prst="rect">
              <a:avLst/>
            </a:prstGeom>
            <a:solidFill>
              <a:srgbClr val="F8E4E7"/>
            </a:solidFill>
            <a:ln>
              <a:noFill/>
            </a:ln>
          </p:spPr>
        </p:sp>
        <p:sp>
          <p:nvSpPr>
            <p:cNvPr id="14483" name="Heatmap cell r57 c28"/>
            <p:cNvSpPr/>
            <p:nvPr/>
          </p:nvSpPr>
          <p:spPr>
            <a:xfrm>
              <a:off x="522712" y="1530258"/>
              <a:ext cx="19034" cy="26609"/>
            </a:xfrm>
            <a:prstGeom prst="rect">
              <a:avLst/>
            </a:prstGeom>
            <a:solidFill>
              <a:srgbClr val="D4DFE9"/>
            </a:solidFill>
            <a:ln>
              <a:noFill/>
            </a:ln>
          </p:spPr>
        </p:sp>
        <p:sp>
          <p:nvSpPr>
            <p:cNvPr id="14484" name="Heatmap cell r57 c29"/>
            <p:cNvSpPr/>
            <p:nvPr/>
          </p:nvSpPr>
          <p:spPr>
            <a:xfrm>
              <a:off x="541651" y="1530258"/>
              <a:ext cx="17140" cy="26609"/>
            </a:xfrm>
            <a:prstGeom prst="rect">
              <a:avLst/>
            </a:prstGeom>
            <a:solidFill>
              <a:srgbClr val="A0B7CE"/>
            </a:solidFill>
            <a:ln>
              <a:noFill/>
            </a:ln>
          </p:spPr>
        </p:sp>
        <p:sp>
          <p:nvSpPr>
            <p:cNvPr id="14485" name="Heatmap cell r57 c30"/>
            <p:cNvSpPr/>
            <p:nvPr/>
          </p:nvSpPr>
          <p:spPr>
            <a:xfrm>
              <a:off x="558696" y="1530258"/>
              <a:ext cx="19034" cy="26609"/>
            </a:xfrm>
            <a:prstGeom prst="rect">
              <a:avLst/>
            </a:prstGeom>
            <a:solidFill>
              <a:srgbClr val="CAD6E3"/>
            </a:solidFill>
            <a:ln>
              <a:noFill/>
            </a:ln>
          </p:spPr>
        </p:sp>
        <p:sp>
          <p:nvSpPr>
            <p:cNvPr id="14486" name="Heatmap cell r57 c31"/>
            <p:cNvSpPr/>
            <p:nvPr/>
          </p:nvSpPr>
          <p:spPr>
            <a:xfrm>
              <a:off x="577634" y="1530258"/>
              <a:ext cx="17140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14487" name="Heatmap cell r57 c32"/>
            <p:cNvSpPr/>
            <p:nvPr/>
          </p:nvSpPr>
          <p:spPr>
            <a:xfrm>
              <a:off x="594679" y="1530258"/>
              <a:ext cx="19034" cy="26609"/>
            </a:xfrm>
            <a:prstGeom prst="rect">
              <a:avLst/>
            </a:prstGeom>
            <a:solidFill>
              <a:srgbClr val="F8E9EA"/>
            </a:solidFill>
            <a:ln>
              <a:noFill/>
            </a:ln>
          </p:spPr>
        </p:sp>
        <p:sp>
          <p:nvSpPr>
            <p:cNvPr id="14488" name="Heatmap cell r57 c33"/>
            <p:cNvSpPr/>
            <p:nvPr/>
          </p:nvSpPr>
          <p:spPr>
            <a:xfrm>
              <a:off x="613618" y="1530258"/>
              <a:ext cx="17140" cy="26609"/>
            </a:xfrm>
            <a:prstGeom prst="rect">
              <a:avLst/>
            </a:prstGeom>
            <a:solidFill>
              <a:srgbClr val="F1C0C6"/>
            </a:solidFill>
            <a:ln>
              <a:noFill/>
            </a:ln>
          </p:spPr>
        </p:sp>
        <p:sp>
          <p:nvSpPr>
            <p:cNvPr id="14489" name="Heatmap cell r57 c34"/>
            <p:cNvSpPr/>
            <p:nvPr/>
          </p:nvSpPr>
          <p:spPr>
            <a:xfrm>
              <a:off x="630663" y="1530258"/>
              <a:ext cx="19034" cy="26609"/>
            </a:xfrm>
            <a:prstGeom prst="rect">
              <a:avLst/>
            </a:prstGeom>
            <a:solidFill>
              <a:srgbClr val="E1E9EF"/>
            </a:solidFill>
            <a:ln>
              <a:noFill/>
            </a:ln>
          </p:spPr>
        </p:sp>
        <p:sp>
          <p:nvSpPr>
            <p:cNvPr id="14490" name="Heatmap cell r57 c35"/>
            <p:cNvSpPr/>
            <p:nvPr/>
          </p:nvSpPr>
          <p:spPr>
            <a:xfrm>
              <a:off x="649602" y="1530258"/>
              <a:ext cx="19034" cy="26609"/>
            </a:xfrm>
            <a:prstGeom prst="rect">
              <a:avLst/>
            </a:prstGeom>
            <a:solidFill>
              <a:srgbClr val="D6E0EA"/>
            </a:solidFill>
            <a:ln>
              <a:noFill/>
            </a:ln>
          </p:spPr>
        </p:sp>
        <p:sp>
          <p:nvSpPr>
            <p:cNvPr id="14491" name="Heatmap cell r57 c36"/>
            <p:cNvSpPr/>
            <p:nvPr/>
          </p:nvSpPr>
          <p:spPr>
            <a:xfrm>
              <a:off x="668541" y="1530258"/>
              <a:ext cx="17140" cy="26609"/>
            </a:xfrm>
            <a:prstGeom prst="rect">
              <a:avLst/>
            </a:prstGeom>
            <a:solidFill>
              <a:srgbClr val="E3EAF0"/>
            </a:solidFill>
            <a:ln>
              <a:noFill/>
            </a:ln>
          </p:spPr>
        </p:sp>
        <p:sp>
          <p:nvSpPr>
            <p:cNvPr id="14492" name="Heatmap cell r57 c37"/>
            <p:cNvSpPr/>
            <p:nvPr/>
          </p:nvSpPr>
          <p:spPr>
            <a:xfrm>
              <a:off x="685586" y="1530258"/>
              <a:ext cx="19034" cy="26609"/>
            </a:xfrm>
            <a:prstGeom prst="rect">
              <a:avLst/>
            </a:prstGeom>
            <a:solidFill>
              <a:srgbClr val="799AB8"/>
            </a:solidFill>
            <a:ln>
              <a:noFill/>
            </a:ln>
          </p:spPr>
        </p:sp>
        <p:sp>
          <p:nvSpPr>
            <p:cNvPr id="14493" name="Heatmap cell r57 c38"/>
            <p:cNvSpPr/>
            <p:nvPr/>
          </p:nvSpPr>
          <p:spPr>
            <a:xfrm>
              <a:off x="704525" y="1530258"/>
              <a:ext cx="17140" cy="26609"/>
            </a:xfrm>
            <a:prstGeom prst="rect">
              <a:avLst/>
            </a:prstGeom>
            <a:solidFill>
              <a:srgbClr val="88A6C1"/>
            </a:solidFill>
            <a:ln>
              <a:noFill/>
            </a:ln>
          </p:spPr>
        </p:sp>
        <p:sp>
          <p:nvSpPr>
            <p:cNvPr id="14494" name="Heatmap cell r57 c39"/>
            <p:cNvSpPr/>
            <p:nvPr/>
          </p:nvSpPr>
          <p:spPr>
            <a:xfrm>
              <a:off x="721570" y="1530258"/>
              <a:ext cx="19034" cy="26609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</p:sp>
        <p:sp>
          <p:nvSpPr>
            <p:cNvPr id="14495" name="Heatmap cell r57 c40"/>
            <p:cNvSpPr/>
            <p:nvPr/>
          </p:nvSpPr>
          <p:spPr>
            <a:xfrm>
              <a:off x="740508" y="1530258"/>
              <a:ext cx="17140" cy="26609"/>
            </a:xfrm>
            <a:prstGeom prst="rect">
              <a:avLst/>
            </a:prstGeom>
            <a:solidFill>
              <a:srgbClr val="1B4A85"/>
            </a:solidFill>
            <a:ln>
              <a:noFill/>
            </a:ln>
          </p:spPr>
        </p:sp>
        <p:sp>
          <p:nvSpPr>
            <p:cNvPr id="14496" name="Heatmap cell r57 c41"/>
            <p:cNvSpPr/>
            <p:nvPr/>
          </p:nvSpPr>
          <p:spPr>
            <a:xfrm>
              <a:off x="757553" y="1530258"/>
              <a:ext cx="19034" cy="26609"/>
            </a:xfrm>
            <a:prstGeom prst="rect">
              <a:avLst/>
            </a:prstGeom>
            <a:solidFill>
              <a:srgbClr val="FCF8F9"/>
            </a:solidFill>
            <a:ln>
              <a:noFill/>
            </a:ln>
          </p:spPr>
        </p:sp>
        <p:sp>
          <p:nvSpPr>
            <p:cNvPr id="14497" name="Heatmap cell r57 c42"/>
            <p:cNvSpPr/>
            <p:nvPr/>
          </p:nvSpPr>
          <p:spPr>
            <a:xfrm>
              <a:off x="776492" y="1530258"/>
              <a:ext cx="17140" cy="26609"/>
            </a:xfrm>
            <a:prstGeom prst="rect">
              <a:avLst/>
            </a:prstGeom>
            <a:solidFill>
              <a:srgbClr val="CCD7E3"/>
            </a:solidFill>
            <a:ln>
              <a:noFill/>
            </a:ln>
          </p:spPr>
        </p:sp>
        <p:sp>
          <p:nvSpPr>
            <p:cNvPr id="14498" name="Heatmap cell r57 c43"/>
            <p:cNvSpPr/>
            <p:nvPr/>
          </p:nvSpPr>
          <p:spPr>
            <a:xfrm>
              <a:off x="793537" y="1530258"/>
              <a:ext cx="19034" cy="26609"/>
            </a:xfrm>
            <a:prstGeom prst="rect">
              <a:avLst/>
            </a:prstGeom>
            <a:solidFill>
              <a:srgbClr val="F5CED2"/>
            </a:solidFill>
            <a:ln>
              <a:noFill/>
            </a:ln>
          </p:spPr>
        </p:sp>
        <p:sp>
          <p:nvSpPr>
            <p:cNvPr id="14499" name="Heatmap cell r57 c44"/>
            <p:cNvSpPr/>
            <p:nvPr/>
          </p:nvSpPr>
          <p:spPr>
            <a:xfrm>
              <a:off x="812476" y="1530258"/>
              <a:ext cx="17140" cy="26609"/>
            </a:xfrm>
            <a:prstGeom prst="rect">
              <a:avLst/>
            </a:prstGeom>
            <a:solidFill>
              <a:srgbClr val="F8F8FA"/>
            </a:solidFill>
            <a:ln>
              <a:noFill/>
            </a:ln>
          </p:spPr>
        </p:sp>
        <p:sp>
          <p:nvSpPr>
            <p:cNvPr id="14500" name="Heatmap cell r57 c45"/>
            <p:cNvSpPr/>
            <p:nvPr/>
          </p:nvSpPr>
          <p:spPr>
            <a:xfrm>
              <a:off x="829521" y="1530258"/>
              <a:ext cx="19034" cy="26609"/>
            </a:xfrm>
            <a:prstGeom prst="rect">
              <a:avLst/>
            </a:prstGeom>
            <a:solidFill>
              <a:srgbClr val="F0F5F8"/>
            </a:solidFill>
            <a:ln>
              <a:noFill/>
            </a:ln>
          </p:spPr>
        </p:sp>
        <p:sp>
          <p:nvSpPr>
            <p:cNvPr id="14501" name="Heatmap cell r57 c46"/>
            <p:cNvSpPr/>
            <p:nvPr/>
          </p:nvSpPr>
          <p:spPr>
            <a:xfrm>
              <a:off x="848460" y="1530258"/>
              <a:ext cx="17140" cy="26609"/>
            </a:xfrm>
            <a:prstGeom prst="rect">
              <a:avLst/>
            </a:prstGeom>
            <a:solidFill>
              <a:srgbClr val="90ABC5"/>
            </a:solidFill>
            <a:ln>
              <a:noFill/>
            </a:ln>
          </p:spPr>
        </p:sp>
        <p:sp>
          <p:nvSpPr>
            <p:cNvPr id="14502" name="Heatmap cell r57 c47"/>
            <p:cNvSpPr/>
            <p:nvPr/>
          </p:nvSpPr>
          <p:spPr>
            <a:xfrm>
              <a:off x="865505" y="1530258"/>
              <a:ext cx="19034" cy="26609"/>
            </a:xfrm>
            <a:prstGeom prst="rect">
              <a:avLst/>
            </a:prstGeom>
            <a:solidFill>
              <a:srgbClr val="5680A7"/>
            </a:solidFill>
            <a:ln>
              <a:noFill/>
            </a:ln>
          </p:spPr>
        </p:sp>
        <p:sp>
          <p:nvSpPr>
            <p:cNvPr id="14503" name="Heatmap cell r57 c48"/>
            <p:cNvSpPr/>
            <p:nvPr/>
          </p:nvSpPr>
          <p:spPr>
            <a:xfrm>
              <a:off x="884444" y="1530258"/>
              <a:ext cx="19034" cy="26609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14504" name="Heatmap cell r57 c49"/>
            <p:cNvSpPr/>
            <p:nvPr/>
          </p:nvSpPr>
          <p:spPr>
            <a:xfrm>
              <a:off x="903382" y="1530258"/>
              <a:ext cx="17140" cy="26609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</p:sp>
        <p:sp>
          <p:nvSpPr>
            <p:cNvPr id="14505" name="Heatmap cell r57 c50"/>
            <p:cNvSpPr/>
            <p:nvPr/>
          </p:nvSpPr>
          <p:spPr>
            <a:xfrm>
              <a:off x="920427" y="1530258"/>
              <a:ext cx="19034" cy="26609"/>
            </a:xfrm>
            <a:prstGeom prst="rect">
              <a:avLst/>
            </a:prstGeom>
            <a:solidFill>
              <a:srgbClr val="8AA7C2"/>
            </a:solidFill>
            <a:ln>
              <a:noFill/>
            </a:ln>
          </p:spPr>
        </p:sp>
        <p:sp>
          <p:nvSpPr>
            <p:cNvPr id="14506" name="Heatmap cell r57 c51"/>
            <p:cNvSpPr/>
            <p:nvPr/>
          </p:nvSpPr>
          <p:spPr>
            <a:xfrm>
              <a:off x="939366" y="1530258"/>
              <a:ext cx="17140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14507" name="Heatmap cell r57 c52"/>
            <p:cNvSpPr/>
            <p:nvPr/>
          </p:nvSpPr>
          <p:spPr>
            <a:xfrm>
              <a:off x="956411" y="1530258"/>
              <a:ext cx="19034" cy="26609"/>
            </a:xfrm>
            <a:prstGeom prst="rect">
              <a:avLst/>
            </a:prstGeom>
            <a:solidFill>
              <a:srgbClr val="B3C5D6"/>
            </a:solidFill>
            <a:ln>
              <a:noFill/>
            </a:ln>
          </p:spPr>
        </p:sp>
        <p:sp>
          <p:nvSpPr>
            <p:cNvPr id="14508" name="Heatmap cell r57 c53"/>
            <p:cNvSpPr/>
            <p:nvPr/>
          </p:nvSpPr>
          <p:spPr>
            <a:xfrm>
              <a:off x="975350" y="1530258"/>
              <a:ext cx="17140" cy="26609"/>
            </a:xfrm>
            <a:prstGeom prst="rect">
              <a:avLst/>
            </a:prstGeom>
            <a:solidFill>
              <a:srgbClr val="DAE2EB"/>
            </a:solidFill>
            <a:ln>
              <a:noFill/>
            </a:ln>
          </p:spPr>
        </p:sp>
        <p:sp>
          <p:nvSpPr>
            <p:cNvPr id="14509" name="Heatmap cell r57 c54"/>
            <p:cNvSpPr/>
            <p:nvPr/>
          </p:nvSpPr>
          <p:spPr>
            <a:xfrm>
              <a:off x="992395" y="1530258"/>
              <a:ext cx="19034" cy="26609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</p:sp>
        <p:sp>
          <p:nvSpPr>
            <p:cNvPr id="14510" name="Heatmap cell r57 c55"/>
            <p:cNvSpPr/>
            <p:nvPr/>
          </p:nvSpPr>
          <p:spPr>
            <a:xfrm>
              <a:off x="1011334" y="1530258"/>
              <a:ext cx="17140" cy="26609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14511" name="Heatmap cell r57 c56"/>
            <p:cNvSpPr/>
            <p:nvPr/>
          </p:nvSpPr>
          <p:spPr>
            <a:xfrm>
              <a:off x="1028379" y="1530258"/>
              <a:ext cx="19034" cy="26609"/>
            </a:xfrm>
            <a:prstGeom prst="rect">
              <a:avLst/>
            </a:prstGeom>
            <a:solidFill>
              <a:srgbClr val="9EB5CC"/>
            </a:solidFill>
            <a:ln>
              <a:noFill/>
            </a:ln>
          </p:spPr>
        </p:sp>
        <p:sp>
          <p:nvSpPr>
            <p:cNvPr id="14512" name="Heatmap cell r57 c57"/>
            <p:cNvSpPr/>
            <p:nvPr/>
          </p:nvSpPr>
          <p:spPr>
            <a:xfrm>
              <a:off x="1047318" y="1530258"/>
              <a:ext cx="17140" cy="26609"/>
            </a:xfrm>
            <a:prstGeom prst="rect">
              <a:avLst/>
            </a:prstGeom>
            <a:solidFill>
              <a:srgbClr val="9FB7CD"/>
            </a:solidFill>
            <a:ln>
              <a:noFill/>
            </a:ln>
          </p:spPr>
        </p:sp>
        <p:sp>
          <p:nvSpPr>
            <p:cNvPr id="14513" name="Heatmap cell r57 c58"/>
            <p:cNvSpPr/>
            <p:nvPr/>
          </p:nvSpPr>
          <p:spPr>
            <a:xfrm>
              <a:off x="1064363" y="1530258"/>
              <a:ext cx="19034" cy="26609"/>
            </a:xfrm>
            <a:prstGeom prst="rect">
              <a:avLst/>
            </a:prstGeom>
            <a:solidFill>
              <a:srgbClr val="396997"/>
            </a:solidFill>
            <a:ln>
              <a:noFill/>
            </a:ln>
          </p:spPr>
        </p:sp>
        <p:sp>
          <p:nvSpPr>
            <p:cNvPr id="14514" name="Heatmap cell r57 c60"/>
            <p:cNvSpPr/>
            <p:nvPr/>
          </p:nvSpPr>
          <p:spPr>
            <a:xfrm>
              <a:off x="1100346" y="1530258"/>
              <a:ext cx="19034" cy="26609"/>
            </a:xfrm>
            <a:prstGeom prst="rect">
              <a:avLst/>
            </a:prstGeom>
            <a:solidFill>
              <a:srgbClr val="A6BAD0"/>
            </a:solidFill>
            <a:ln>
              <a:noFill/>
            </a:ln>
          </p:spPr>
        </p:sp>
        <p:sp>
          <p:nvSpPr>
            <p:cNvPr id="14515" name="Heatmap cell r57 c61"/>
            <p:cNvSpPr/>
            <p:nvPr/>
          </p:nvSpPr>
          <p:spPr>
            <a:xfrm>
              <a:off x="1119285" y="1530258"/>
              <a:ext cx="19034" cy="26609"/>
            </a:xfrm>
            <a:prstGeom prst="rect">
              <a:avLst/>
            </a:prstGeom>
            <a:solidFill>
              <a:srgbClr val="F1F5F8"/>
            </a:solidFill>
            <a:ln>
              <a:noFill/>
            </a:ln>
          </p:spPr>
        </p:sp>
        <p:sp>
          <p:nvSpPr>
            <p:cNvPr id="14516" name="Heatmap cell r57 c62"/>
            <p:cNvSpPr/>
            <p:nvPr/>
          </p:nvSpPr>
          <p:spPr>
            <a:xfrm>
              <a:off x="1138224" y="1530258"/>
              <a:ext cx="17140" cy="26609"/>
            </a:xfrm>
            <a:prstGeom prst="rect">
              <a:avLst/>
            </a:prstGeom>
            <a:solidFill>
              <a:srgbClr val="F8F8FA"/>
            </a:solidFill>
            <a:ln>
              <a:noFill/>
            </a:ln>
          </p:spPr>
        </p:sp>
        <p:sp>
          <p:nvSpPr>
            <p:cNvPr id="14517" name="Heatmap cell r57 c63"/>
            <p:cNvSpPr/>
            <p:nvPr/>
          </p:nvSpPr>
          <p:spPr>
            <a:xfrm>
              <a:off x="1155269" y="1530258"/>
              <a:ext cx="19034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14518" name="Heatmap cell r57 c64"/>
            <p:cNvSpPr/>
            <p:nvPr/>
          </p:nvSpPr>
          <p:spPr>
            <a:xfrm>
              <a:off x="1174208" y="1530258"/>
              <a:ext cx="17140" cy="26609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14519" name="Heatmap cell r57 c65"/>
            <p:cNvSpPr/>
            <p:nvPr/>
          </p:nvSpPr>
          <p:spPr>
            <a:xfrm>
              <a:off x="1191253" y="1530258"/>
              <a:ext cx="19034" cy="26609"/>
            </a:xfrm>
            <a:prstGeom prst="rect">
              <a:avLst/>
            </a:prstGeom>
            <a:solidFill>
              <a:srgbClr val="DCE3EB"/>
            </a:solidFill>
            <a:ln>
              <a:noFill/>
            </a:ln>
          </p:spPr>
        </p:sp>
        <p:sp>
          <p:nvSpPr>
            <p:cNvPr id="14520" name="Heatmap cell r57 c66"/>
            <p:cNvSpPr/>
            <p:nvPr/>
          </p:nvSpPr>
          <p:spPr>
            <a:xfrm>
              <a:off x="1210192" y="1530258"/>
              <a:ext cx="17140" cy="26609"/>
            </a:xfrm>
            <a:prstGeom prst="rect">
              <a:avLst/>
            </a:prstGeom>
            <a:solidFill>
              <a:srgbClr val="7092B5"/>
            </a:solidFill>
            <a:ln>
              <a:noFill/>
            </a:ln>
          </p:spPr>
        </p:sp>
        <p:sp>
          <p:nvSpPr>
            <p:cNvPr id="14521" name="Heatmap cell r57 c67"/>
            <p:cNvSpPr/>
            <p:nvPr/>
          </p:nvSpPr>
          <p:spPr>
            <a:xfrm>
              <a:off x="1227236" y="1530258"/>
              <a:ext cx="19034" cy="26609"/>
            </a:xfrm>
            <a:prstGeom prst="rect">
              <a:avLst/>
            </a:prstGeom>
            <a:solidFill>
              <a:srgbClr val="DFE6ED"/>
            </a:solidFill>
            <a:ln>
              <a:noFill/>
            </a:ln>
          </p:spPr>
        </p:sp>
        <p:sp>
          <p:nvSpPr>
            <p:cNvPr id="14522" name="Heatmap cell r57 c68"/>
            <p:cNvSpPr/>
            <p:nvPr/>
          </p:nvSpPr>
          <p:spPr>
            <a:xfrm>
              <a:off x="1246175" y="1530258"/>
              <a:ext cx="17140" cy="26609"/>
            </a:xfrm>
            <a:prstGeom prst="rect">
              <a:avLst/>
            </a:prstGeom>
            <a:solidFill>
              <a:srgbClr val="8EA9C3"/>
            </a:solidFill>
            <a:ln>
              <a:noFill/>
            </a:ln>
          </p:spPr>
        </p:sp>
        <p:sp>
          <p:nvSpPr>
            <p:cNvPr id="14523" name="Heatmap cell r57 c69"/>
            <p:cNvSpPr/>
            <p:nvPr/>
          </p:nvSpPr>
          <p:spPr>
            <a:xfrm>
              <a:off x="1263220" y="1530258"/>
              <a:ext cx="19034" cy="26609"/>
            </a:xfrm>
            <a:prstGeom prst="rect">
              <a:avLst/>
            </a:prstGeom>
            <a:solidFill>
              <a:srgbClr val="FBF3F4"/>
            </a:solidFill>
            <a:ln>
              <a:noFill/>
            </a:ln>
          </p:spPr>
        </p:sp>
        <p:sp>
          <p:nvSpPr>
            <p:cNvPr id="14524" name="Heatmap cell r57 c70"/>
            <p:cNvSpPr/>
            <p:nvPr/>
          </p:nvSpPr>
          <p:spPr>
            <a:xfrm>
              <a:off x="1282159" y="1530258"/>
              <a:ext cx="17140" cy="26609"/>
            </a:xfrm>
            <a:prstGeom prst="rect">
              <a:avLst/>
            </a:prstGeom>
            <a:solidFill>
              <a:srgbClr val="99B0C8"/>
            </a:solidFill>
            <a:ln>
              <a:noFill/>
            </a:ln>
          </p:spPr>
        </p:sp>
        <p:sp>
          <p:nvSpPr>
            <p:cNvPr id="14525" name="Heatmap cell r57 c71"/>
            <p:cNvSpPr/>
            <p:nvPr/>
          </p:nvSpPr>
          <p:spPr>
            <a:xfrm>
              <a:off x="1299204" y="1530258"/>
              <a:ext cx="19034" cy="26609"/>
            </a:xfrm>
            <a:prstGeom prst="rect">
              <a:avLst/>
            </a:prstGeom>
            <a:solidFill>
              <a:srgbClr val="C5D2DF"/>
            </a:solidFill>
            <a:ln>
              <a:noFill/>
            </a:ln>
          </p:spPr>
        </p:sp>
        <p:sp>
          <p:nvSpPr>
            <p:cNvPr id="14526" name="Heatmap cell r57 c72"/>
            <p:cNvSpPr/>
            <p:nvPr/>
          </p:nvSpPr>
          <p:spPr>
            <a:xfrm>
              <a:off x="1318143" y="1530258"/>
              <a:ext cx="17140" cy="26609"/>
            </a:xfrm>
            <a:prstGeom prst="rect">
              <a:avLst/>
            </a:prstGeom>
            <a:solidFill>
              <a:srgbClr val="EBEFF5"/>
            </a:solidFill>
            <a:ln>
              <a:noFill/>
            </a:ln>
          </p:spPr>
        </p:sp>
        <p:sp>
          <p:nvSpPr>
            <p:cNvPr id="14527" name="Heatmap cell r57 c73"/>
            <p:cNvSpPr/>
            <p:nvPr/>
          </p:nvSpPr>
          <p:spPr>
            <a:xfrm>
              <a:off x="1335188" y="1530258"/>
              <a:ext cx="19034" cy="26609"/>
            </a:xfrm>
            <a:prstGeom prst="rect">
              <a:avLst/>
            </a:prstGeom>
            <a:solidFill>
              <a:srgbClr val="7696B8"/>
            </a:solidFill>
            <a:ln>
              <a:noFill/>
            </a:ln>
          </p:spPr>
        </p:sp>
        <p:sp>
          <p:nvSpPr>
            <p:cNvPr id="14528" name="Heatmap cell r57 c74"/>
            <p:cNvSpPr/>
            <p:nvPr/>
          </p:nvSpPr>
          <p:spPr>
            <a:xfrm>
              <a:off x="1354127" y="1530258"/>
              <a:ext cx="17140" cy="26609"/>
            </a:xfrm>
            <a:prstGeom prst="rect">
              <a:avLst/>
            </a:prstGeom>
            <a:solidFill>
              <a:srgbClr val="FBF5F5"/>
            </a:solidFill>
            <a:ln>
              <a:noFill/>
            </a:ln>
          </p:spPr>
        </p:sp>
        <p:sp>
          <p:nvSpPr>
            <p:cNvPr id="14529" name="Heatmap cell r57 c75"/>
            <p:cNvSpPr/>
            <p:nvPr/>
          </p:nvSpPr>
          <p:spPr>
            <a:xfrm>
              <a:off x="1371172" y="1530258"/>
              <a:ext cx="19034" cy="26609"/>
            </a:xfrm>
            <a:prstGeom prst="rect">
              <a:avLst/>
            </a:prstGeom>
            <a:solidFill>
              <a:srgbClr val="174380"/>
            </a:solidFill>
            <a:ln>
              <a:noFill/>
            </a:ln>
          </p:spPr>
        </p:sp>
        <p:sp>
          <p:nvSpPr>
            <p:cNvPr id="14530" name="Heatmap cell r57 c76"/>
            <p:cNvSpPr/>
            <p:nvPr/>
          </p:nvSpPr>
          <p:spPr>
            <a:xfrm>
              <a:off x="1390110" y="1530258"/>
              <a:ext cx="19034" cy="26609"/>
            </a:xfrm>
            <a:prstGeom prst="rect">
              <a:avLst/>
            </a:prstGeom>
            <a:solidFill>
              <a:srgbClr val="D2DDE8"/>
            </a:solidFill>
            <a:ln>
              <a:noFill/>
            </a:ln>
          </p:spPr>
        </p:sp>
        <p:sp>
          <p:nvSpPr>
            <p:cNvPr id="14531" name="Heatmap cell r57 c77"/>
            <p:cNvSpPr/>
            <p:nvPr/>
          </p:nvSpPr>
          <p:spPr>
            <a:xfrm>
              <a:off x="1409049" y="1530258"/>
              <a:ext cx="17140" cy="26609"/>
            </a:xfrm>
            <a:prstGeom prst="rect">
              <a:avLst/>
            </a:prstGeom>
            <a:solidFill>
              <a:srgbClr val="9FB7CD"/>
            </a:solidFill>
            <a:ln>
              <a:noFill/>
            </a:ln>
          </p:spPr>
        </p:sp>
        <p:sp>
          <p:nvSpPr>
            <p:cNvPr id="14532" name="Heatmap cell r57 c78"/>
            <p:cNvSpPr/>
            <p:nvPr/>
          </p:nvSpPr>
          <p:spPr>
            <a:xfrm>
              <a:off x="1426094" y="1530258"/>
              <a:ext cx="19034" cy="26609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14533" name="Heatmap cell r57 c79"/>
            <p:cNvSpPr/>
            <p:nvPr/>
          </p:nvSpPr>
          <p:spPr>
            <a:xfrm>
              <a:off x="1445033" y="1530258"/>
              <a:ext cx="17140" cy="26609"/>
            </a:xfrm>
            <a:prstGeom prst="rect">
              <a:avLst/>
            </a:prstGeom>
            <a:solidFill>
              <a:srgbClr val="DCE3EB"/>
            </a:solidFill>
            <a:ln>
              <a:noFill/>
            </a:ln>
          </p:spPr>
        </p:sp>
        <p:sp>
          <p:nvSpPr>
            <p:cNvPr id="14534" name="Heatmap cell r57 c80"/>
            <p:cNvSpPr/>
            <p:nvPr/>
          </p:nvSpPr>
          <p:spPr>
            <a:xfrm>
              <a:off x="1462078" y="1530258"/>
              <a:ext cx="19034" cy="26609"/>
            </a:xfrm>
            <a:prstGeom prst="rect">
              <a:avLst/>
            </a:prstGeom>
            <a:solidFill>
              <a:srgbClr val="CDD9E3"/>
            </a:solidFill>
            <a:ln>
              <a:noFill/>
            </a:ln>
          </p:spPr>
        </p:sp>
        <p:sp>
          <p:nvSpPr>
            <p:cNvPr id="14535" name="Heatmap cell r57 c81"/>
            <p:cNvSpPr/>
            <p:nvPr/>
          </p:nvSpPr>
          <p:spPr>
            <a:xfrm>
              <a:off x="1481017" y="1530258"/>
              <a:ext cx="17140" cy="26609"/>
            </a:xfrm>
            <a:prstGeom prst="rect">
              <a:avLst/>
            </a:prstGeom>
            <a:solidFill>
              <a:srgbClr val="1B4883"/>
            </a:solidFill>
            <a:ln>
              <a:noFill/>
            </a:ln>
          </p:spPr>
        </p:sp>
        <p:sp>
          <p:nvSpPr>
            <p:cNvPr id="14536" name="Heatmap cell r57 c82"/>
            <p:cNvSpPr/>
            <p:nvPr/>
          </p:nvSpPr>
          <p:spPr>
            <a:xfrm>
              <a:off x="1498062" y="1530258"/>
              <a:ext cx="19034" cy="26609"/>
            </a:xfrm>
            <a:prstGeom prst="rect">
              <a:avLst/>
            </a:prstGeom>
            <a:solidFill>
              <a:srgbClr val="F8E3E6"/>
            </a:solidFill>
            <a:ln>
              <a:noFill/>
            </a:ln>
          </p:spPr>
        </p:sp>
        <p:sp>
          <p:nvSpPr>
            <p:cNvPr id="14537" name="Heatmap cell r57 c83"/>
            <p:cNvSpPr/>
            <p:nvPr/>
          </p:nvSpPr>
          <p:spPr>
            <a:xfrm>
              <a:off x="1517001" y="1530258"/>
              <a:ext cx="17140" cy="26609"/>
            </a:xfrm>
            <a:prstGeom prst="rect">
              <a:avLst/>
            </a:prstGeom>
            <a:solidFill>
              <a:srgbClr val="C3D1DF"/>
            </a:solidFill>
            <a:ln>
              <a:noFill/>
            </a:ln>
          </p:spPr>
        </p:sp>
        <p:sp>
          <p:nvSpPr>
            <p:cNvPr id="14538" name="Heatmap cell r57 c84"/>
            <p:cNvSpPr/>
            <p:nvPr/>
          </p:nvSpPr>
          <p:spPr>
            <a:xfrm>
              <a:off x="1534046" y="1530258"/>
              <a:ext cx="19034" cy="26609"/>
            </a:xfrm>
            <a:prstGeom prst="rect">
              <a:avLst/>
            </a:prstGeom>
            <a:solidFill>
              <a:srgbClr val="F5D0D3"/>
            </a:solidFill>
            <a:ln>
              <a:noFill/>
            </a:ln>
          </p:spPr>
        </p:sp>
        <p:sp>
          <p:nvSpPr>
            <p:cNvPr id="14539" name="Heatmap cell r57 c85"/>
            <p:cNvSpPr/>
            <p:nvPr/>
          </p:nvSpPr>
          <p:spPr>
            <a:xfrm>
              <a:off x="1552984" y="1530258"/>
              <a:ext cx="17140" cy="26609"/>
            </a:xfrm>
            <a:prstGeom prst="rect">
              <a:avLst/>
            </a:prstGeom>
            <a:solidFill>
              <a:srgbClr val="B3C5D6"/>
            </a:solidFill>
            <a:ln>
              <a:noFill/>
            </a:ln>
          </p:spPr>
        </p:sp>
        <p:sp>
          <p:nvSpPr>
            <p:cNvPr id="14540" name="Heatmap cell r57 c86"/>
            <p:cNvSpPr/>
            <p:nvPr/>
          </p:nvSpPr>
          <p:spPr>
            <a:xfrm>
              <a:off x="1570029" y="1530258"/>
              <a:ext cx="19034" cy="26609"/>
            </a:xfrm>
            <a:prstGeom prst="rect">
              <a:avLst/>
            </a:prstGeom>
            <a:solidFill>
              <a:srgbClr val="7696B8"/>
            </a:solidFill>
            <a:ln>
              <a:noFill/>
            </a:ln>
          </p:spPr>
        </p:sp>
        <p:sp>
          <p:nvSpPr>
            <p:cNvPr id="14541" name="Heatmap cell r57 c87"/>
            <p:cNvSpPr/>
            <p:nvPr/>
          </p:nvSpPr>
          <p:spPr>
            <a:xfrm>
              <a:off x="1588968" y="1530258"/>
              <a:ext cx="17140" cy="26609"/>
            </a:xfrm>
            <a:prstGeom prst="rect">
              <a:avLst/>
            </a:prstGeom>
            <a:solidFill>
              <a:srgbClr val="C4D2DF"/>
            </a:solidFill>
            <a:ln>
              <a:noFill/>
            </a:ln>
          </p:spPr>
        </p:sp>
        <p:sp>
          <p:nvSpPr>
            <p:cNvPr id="14542" name="Heatmap cell r57 c88"/>
            <p:cNvSpPr/>
            <p:nvPr/>
          </p:nvSpPr>
          <p:spPr>
            <a:xfrm>
              <a:off x="1606013" y="1530258"/>
              <a:ext cx="19034" cy="26609"/>
            </a:xfrm>
            <a:prstGeom prst="rect">
              <a:avLst/>
            </a:prstGeom>
            <a:solidFill>
              <a:srgbClr val="F5F7F9"/>
            </a:solidFill>
            <a:ln>
              <a:noFill/>
            </a:ln>
          </p:spPr>
        </p:sp>
        <p:sp>
          <p:nvSpPr>
            <p:cNvPr id="14543" name="Heatmap cell r57 c89"/>
            <p:cNvSpPr/>
            <p:nvPr/>
          </p:nvSpPr>
          <p:spPr>
            <a:xfrm>
              <a:off x="1624952" y="1530258"/>
              <a:ext cx="19034" cy="26609"/>
            </a:xfrm>
            <a:prstGeom prst="rect">
              <a:avLst/>
            </a:prstGeom>
            <a:solidFill>
              <a:srgbClr val="E6EBF1"/>
            </a:solidFill>
            <a:ln>
              <a:noFill/>
            </a:ln>
          </p:spPr>
        </p:sp>
        <p:sp>
          <p:nvSpPr>
            <p:cNvPr id="14544" name="Heatmap cell r57 c90"/>
            <p:cNvSpPr/>
            <p:nvPr/>
          </p:nvSpPr>
          <p:spPr>
            <a:xfrm>
              <a:off x="1643891" y="1530258"/>
              <a:ext cx="17140" cy="26609"/>
            </a:xfrm>
            <a:prstGeom prst="rect">
              <a:avLst/>
            </a:prstGeom>
            <a:solidFill>
              <a:srgbClr val="C7D4E1"/>
            </a:solidFill>
            <a:ln>
              <a:noFill/>
            </a:ln>
          </p:spPr>
        </p:sp>
        <p:sp>
          <p:nvSpPr>
            <p:cNvPr id="14545" name="Heatmap cell r57 c91"/>
            <p:cNvSpPr/>
            <p:nvPr/>
          </p:nvSpPr>
          <p:spPr>
            <a:xfrm>
              <a:off x="1660936" y="1530258"/>
              <a:ext cx="19034" cy="26609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</p:sp>
        <p:sp>
          <p:nvSpPr>
            <p:cNvPr id="14546" name="Heatmap cell r57 c92"/>
            <p:cNvSpPr/>
            <p:nvPr/>
          </p:nvSpPr>
          <p:spPr>
            <a:xfrm>
              <a:off x="1679875" y="1530258"/>
              <a:ext cx="17140" cy="26609"/>
            </a:xfrm>
            <a:prstGeom prst="rect">
              <a:avLst/>
            </a:prstGeom>
            <a:solidFill>
              <a:srgbClr val="FAEBED"/>
            </a:solidFill>
            <a:ln>
              <a:noFill/>
            </a:ln>
          </p:spPr>
        </p:sp>
        <p:sp>
          <p:nvSpPr>
            <p:cNvPr id="14547" name="Heatmap cell r57 c93"/>
            <p:cNvSpPr/>
            <p:nvPr/>
          </p:nvSpPr>
          <p:spPr>
            <a:xfrm>
              <a:off x="1696920" y="1530258"/>
              <a:ext cx="19034" cy="26609"/>
            </a:xfrm>
            <a:prstGeom prst="rect">
              <a:avLst/>
            </a:prstGeom>
            <a:solidFill>
              <a:srgbClr val="FAECEC"/>
            </a:solidFill>
            <a:ln>
              <a:noFill/>
            </a:ln>
          </p:spPr>
        </p:sp>
        <p:sp>
          <p:nvSpPr>
            <p:cNvPr id="14548" name="Heatmap cell r57 c94"/>
            <p:cNvSpPr/>
            <p:nvPr/>
          </p:nvSpPr>
          <p:spPr>
            <a:xfrm>
              <a:off x="1715858" y="1530258"/>
              <a:ext cx="17140" cy="26609"/>
            </a:xfrm>
            <a:prstGeom prst="rect">
              <a:avLst/>
            </a:prstGeom>
            <a:solidFill>
              <a:srgbClr val="95AEC7"/>
            </a:solidFill>
            <a:ln>
              <a:noFill/>
            </a:ln>
          </p:spPr>
        </p:sp>
        <p:sp>
          <p:nvSpPr>
            <p:cNvPr id="14549" name="Heatmap cell r57 c95"/>
            <p:cNvSpPr/>
            <p:nvPr/>
          </p:nvSpPr>
          <p:spPr>
            <a:xfrm>
              <a:off x="1732903" y="1530258"/>
              <a:ext cx="19034" cy="26609"/>
            </a:xfrm>
            <a:prstGeom prst="rect">
              <a:avLst/>
            </a:prstGeom>
            <a:solidFill>
              <a:srgbClr val="83A0BD"/>
            </a:solidFill>
            <a:ln>
              <a:noFill/>
            </a:ln>
          </p:spPr>
        </p:sp>
        <p:sp>
          <p:nvSpPr>
            <p:cNvPr id="14550" name="Heatmap cell r57 c96"/>
            <p:cNvSpPr/>
            <p:nvPr/>
          </p:nvSpPr>
          <p:spPr>
            <a:xfrm>
              <a:off x="1751842" y="1530258"/>
              <a:ext cx="17140" cy="26609"/>
            </a:xfrm>
            <a:prstGeom prst="rect">
              <a:avLst/>
            </a:prstGeom>
            <a:solidFill>
              <a:srgbClr val="C5D2DF"/>
            </a:solidFill>
            <a:ln>
              <a:noFill/>
            </a:ln>
          </p:spPr>
        </p:sp>
        <p:sp>
          <p:nvSpPr>
            <p:cNvPr id="14551" name="Heatmap cell r57 c97"/>
            <p:cNvSpPr/>
            <p:nvPr/>
          </p:nvSpPr>
          <p:spPr>
            <a:xfrm>
              <a:off x="1768887" y="1530258"/>
              <a:ext cx="19034" cy="26609"/>
            </a:xfrm>
            <a:prstGeom prst="rect">
              <a:avLst/>
            </a:prstGeom>
            <a:solidFill>
              <a:srgbClr val="CED9E4"/>
            </a:solidFill>
            <a:ln>
              <a:noFill/>
            </a:ln>
          </p:spPr>
        </p:sp>
        <p:sp>
          <p:nvSpPr>
            <p:cNvPr id="14552" name="Heatmap cell r57 c98"/>
            <p:cNvSpPr/>
            <p:nvPr/>
          </p:nvSpPr>
          <p:spPr>
            <a:xfrm>
              <a:off x="1787826" y="1530258"/>
              <a:ext cx="17140" cy="26609"/>
            </a:xfrm>
            <a:prstGeom prst="rect">
              <a:avLst/>
            </a:prstGeom>
            <a:solidFill>
              <a:srgbClr val="97B0C8"/>
            </a:solidFill>
            <a:ln>
              <a:noFill/>
            </a:ln>
          </p:spPr>
        </p:sp>
        <p:sp>
          <p:nvSpPr>
            <p:cNvPr id="14553" name="Heatmap cell r57 c99"/>
            <p:cNvSpPr/>
            <p:nvPr/>
          </p:nvSpPr>
          <p:spPr>
            <a:xfrm>
              <a:off x="1804871" y="1530258"/>
              <a:ext cx="19034" cy="26609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</p:sp>
        <p:sp>
          <p:nvSpPr>
            <p:cNvPr id="14554" name="Heatmap cell r57 c100"/>
            <p:cNvSpPr/>
            <p:nvPr/>
          </p:nvSpPr>
          <p:spPr>
            <a:xfrm>
              <a:off x="1823810" y="1530258"/>
              <a:ext cx="17140" cy="26609"/>
            </a:xfrm>
            <a:prstGeom prst="rect">
              <a:avLst/>
            </a:prstGeom>
            <a:solidFill>
              <a:srgbClr val="FCF7F7"/>
            </a:solidFill>
            <a:ln>
              <a:noFill/>
            </a:ln>
          </p:spPr>
        </p:sp>
        <p:sp>
          <p:nvSpPr>
            <p:cNvPr id="14555" name="Heatmap cell r57 c101"/>
            <p:cNvSpPr/>
            <p:nvPr/>
          </p:nvSpPr>
          <p:spPr>
            <a:xfrm>
              <a:off x="1840855" y="1530258"/>
              <a:ext cx="19034" cy="26609"/>
            </a:xfrm>
            <a:prstGeom prst="rect">
              <a:avLst/>
            </a:prstGeom>
            <a:solidFill>
              <a:srgbClr val="DFE6ED"/>
            </a:solidFill>
            <a:ln>
              <a:noFill/>
            </a:ln>
          </p:spPr>
        </p:sp>
        <p:sp>
          <p:nvSpPr>
            <p:cNvPr id="14556" name="Heatmap cell r57 c102"/>
            <p:cNvSpPr/>
            <p:nvPr/>
          </p:nvSpPr>
          <p:spPr>
            <a:xfrm>
              <a:off x="1859794" y="1530258"/>
              <a:ext cx="19034" cy="26609"/>
            </a:xfrm>
            <a:prstGeom prst="rect">
              <a:avLst/>
            </a:prstGeom>
            <a:solidFill>
              <a:srgbClr val="F8E4E7"/>
            </a:solidFill>
            <a:ln>
              <a:noFill/>
            </a:ln>
          </p:spPr>
        </p:sp>
        <p:sp>
          <p:nvSpPr>
            <p:cNvPr id="14557" name="Heatmap cell r57 c103"/>
            <p:cNvSpPr/>
            <p:nvPr/>
          </p:nvSpPr>
          <p:spPr>
            <a:xfrm>
              <a:off x="1878732" y="1530258"/>
              <a:ext cx="17140" cy="26609"/>
            </a:xfrm>
            <a:prstGeom prst="rect">
              <a:avLst/>
            </a:prstGeom>
            <a:solidFill>
              <a:srgbClr val="EDACB3"/>
            </a:solidFill>
            <a:ln>
              <a:noFill/>
            </a:ln>
          </p:spPr>
        </p:sp>
        <p:sp>
          <p:nvSpPr>
            <p:cNvPr id="14558" name="Heatmap cell r57 c104"/>
            <p:cNvSpPr/>
            <p:nvPr/>
          </p:nvSpPr>
          <p:spPr>
            <a:xfrm>
              <a:off x="1895777" y="1530258"/>
              <a:ext cx="19034" cy="26609"/>
            </a:xfrm>
            <a:prstGeom prst="rect">
              <a:avLst/>
            </a:prstGeom>
            <a:solidFill>
              <a:srgbClr val="C5D3E0"/>
            </a:solidFill>
            <a:ln>
              <a:noFill/>
            </a:ln>
          </p:spPr>
        </p:sp>
        <p:sp>
          <p:nvSpPr>
            <p:cNvPr id="14559" name="Heatmap cell r57 c105"/>
            <p:cNvSpPr/>
            <p:nvPr/>
          </p:nvSpPr>
          <p:spPr>
            <a:xfrm>
              <a:off x="1914716" y="1530258"/>
              <a:ext cx="17140" cy="26609"/>
            </a:xfrm>
            <a:prstGeom prst="rect">
              <a:avLst/>
            </a:prstGeom>
            <a:solidFill>
              <a:srgbClr val="DAE2EB"/>
            </a:solidFill>
            <a:ln>
              <a:noFill/>
            </a:ln>
          </p:spPr>
        </p:sp>
        <p:sp>
          <p:nvSpPr>
            <p:cNvPr id="14560" name="Heatmap cell r57 c106"/>
            <p:cNvSpPr/>
            <p:nvPr/>
          </p:nvSpPr>
          <p:spPr>
            <a:xfrm>
              <a:off x="1931761" y="1530258"/>
              <a:ext cx="19034" cy="26609"/>
            </a:xfrm>
            <a:prstGeom prst="rect">
              <a:avLst/>
            </a:prstGeom>
            <a:solidFill>
              <a:srgbClr val="CED9E4"/>
            </a:solidFill>
            <a:ln>
              <a:noFill/>
            </a:ln>
          </p:spPr>
        </p:sp>
        <p:sp>
          <p:nvSpPr>
            <p:cNvPr id="14561" name="Heatmap cell r57 c107"/>
            <p:cNvSpPr/>
            <p:nvPr/>
          </p:nvSpPr>
          <p:spPr>
            <a:xfrm>
              <a:off x="1950700" y="1530258"/>
              <a:ext cx="17140" cy="26609"/>
            </a:xfrm>
            <a:prstGeom prst="rect">
              <a:avLst/>
            </a:prstGeom>
            <a:solidFill>
              <a:srgbClr val="CED9E4"/>
            </a:solidFill>
            <a:ln>
              <a:noFill/>
            </a:ln>
          </p:spPr>
        </p:sp>
        <p:sp>
          <p:nvSpPr>
            <p:cNvPr id="14562" name="Heatmap cell r57 c108"/>
            <p:cNvSpPr/>
            <p:nvPr/>
          </p:nvSpPr>
          <p:spPr>
            <a:xfrm>
              <a:off x="1967745" y="1530258"/>
              <a:ext cx="19034" cy="26609"/>
            </a:xfrm>
            <a:prstGeom prst="rect">
              <a:avLst/>
            </a:prstGeom>
            <a:solidFill>
              <a:srgbClr val="BCCCDC"/>
            </a:solidFill>
            <a:ln>
              <a:noFill/>
            </a:ln>
          </p:spPr>
        </p:sp>
        <p:sp>
          <p:nvSpPr>
            <p:cNvPr id="14563" name="Heatmap cell r57 c109"/>
            <p:cNvSpPr/>
            <p:nvPr/>
          </p:nvSpPr>
          <p:spPr>
            <a:xfrm>
              <a:off x="1986684" y="1530258"/>
              <a:ext cx="17140" cy="26609"/>
            </a:xfrm>
            <a:prstGeom prst="rect">
              <a:avLst/>
            </a:prstGeom>
            <a:solidFill>
              <a:srgbClr val="F5CFD2"/>
            </a:solidFill>
            <a:ln>
              <a:noFill/>
            </a:ln>
          </p:spPr>
        </p:sp>
        <p:sp>
          <p:nvSpPr>
            <p:cNvPr id="14564" name="Heatmap cell r57 c110"/>
            <p:cNvSpPr/>
            <p:nvPr/>
          </p:nvSpPr>
          <p:spPr>
            <a:xfrm>
              <a:off x="2003729" y="1530258"/>
              <a:ext cx="19034" cy="26609"/>
            </a:xfrm>
            <a:prstGeom prst="rect">
              <a:avLst/>
            </a:prstGeom>
            <a:solidFill>
              <a:srgbClr val="9FB6CD"/>
            </a:solidFill>
            <a:ln>
              <a:noFill/>
            </a:ln>
          </p:spPr>
        </p:sp>
        <p:sp>
          <p:nvSpPr>
            <p:cNvPr id="14565" name="Heatmap cell r57 c111"/>
            <p:cNvSpPr/>
            <p:nvPr/>
          </p:nvSpPr>
          <p:spPr>
            <a:xfrm>
              <a:off x="2022668" y="1530258"/>
              <a:ext cx="17140" cy="26609"/>
            </a:xfrm>
            <a:prstGeom prst="rect">
              <a:avLst/>
            </a:prstGeom>
            <a:solidFill>
              <a:srgbClr val="B8C9DA"/>
            </a:solidFill>
            <a:ln>
              <a:noFill/>
            </a:ln>
          </p:spPr>
        </p:sp>
        <p:sp>
          <p:nvSpPr>
            <p:cNvPr id="14566" name="Heatmap cell r57 c112"/>
            <p:cNvSpPr/>
            <p:nvPr/>
          </p:nvSpPr>
          <p:spPr>
            <a:xfrm>
              <a:off x="2039712" y="1530258"/>
              <a:ext cx="19034" cy="26609"/>
            </a:xfrm>
            <a:prstGeom prst="rect">
              <a:avLst/>
            </a:prstGeom>
            <a:solidFill>
              <a:srgbClr val="DDE4EC"/>
            </a:solidFill>
            <a:ln>
              <a:noFill/>
            </a:ln>
          </p:spPr>
        </p:sp>
        <p:sp>
          <p:nvSpPr>
            <p:cNvPr id="14567" name="Heatmap cell r57 c113"/>
            <p:cNvSpPr/>
            <p:nvPr/>
          </p:nvSpPr>
          <p:spPr>
            <a:xfrm>
              <a:off x="2058651" y="1530258"/>
              <a:ext cx="17140" cy="26609"/>
            </a:xfrm>
            <a:prstGeom prst="rect">
              <a:avLst/>
            </a:prstGeom>
            <a:solidFill>
              <a:srgbClr val="AFC4D5"/>
            </a:solidFill>
            <a:ln>
              <a:noFill/>
            </a:ln>
          </p:spPr>
        </p:sp>
        <p:sp>
          <p:nvSpPr>
            <p:cNvPr id="14568" name="Heatmap cell r57 c114"/>
            <p:cNvSpPr/>
            <p:nvPr/>
          </p:nvSpPr>
          <p:spPr>
            <a:xfrm>
              <a:off x="2075696" y="1530258"/>
              <a:ext cx="19034" cy="26609"/>
            </a:xfrm>
            <a:prstGeom prst="rect">
              <a:avLst/>
            </a:prstGeom>
            <a:solidFill>
              <a:srgbClr val="E78E95"/>
            </a:solidFill>
            <a:ln>
              <a:noFill/>
            </a:ln>
          </p:spPr>
        </p:sp>
        <p:sp>
          <p:nvSpPr>
            <p:cNvPr id="14569" name="Heatmap cell r57 c115"/>
            <p:cNvSpPr/>
            <p:nvPr/>
          </p:nvSpPr>
          <p:spPr>
            <a:xfrm>
              <a:off x="2094635" y="1530258"/>
              <a:ext cx="19034" cy="26609"/>
            </a:xfrm>
            <a:prstGeom prst="rect">
              <a:avLst/>
            </a:prstGeom>
            <a:solidFill>
              <a:srgbClr val="FBF5F5"/>
            </a:solidFill>
            <a:ln>
              <a:noFill/>
            </a:ln>
          </p:spPr>
        </p:sp>
        <p:sp>
          <p:nvSpPr>
            <p:cNvPr id="14570" name="Heatmap cell r57 c116"/>
            <p:cNvSpPr/>
            <p:nvPr/>
          </p:nvSpPr>
          <p:spPr>
            <a:xfrm>
              <a:off x="2113574" y="1530258"/>
              <a:ext cx="17140" cy="26609"/>
            </a:xfrm>
            <a:prstGeom prst="rect">
              <a:avLst/>
            </a:prstGeom>
            <a:solidFill>
              <a:srgbClr val="DBE3EB"/>
            </a:solidFill>
            <a:ln>
              <a:noFill/>
            </a:ln>
          </p:spPr>
        </p:sp>
        <p:sp>
          <p:nvSpPr>
            <p:cNvPr id="14571" name="Heatmap cell r57 c117"/>
            <p:cNvSpPr/>
            <p:nvPr/>
          </p:nvSpPr>
          <p:spPr>
            <a:xfrm>
              <a:off x="2130619" y="1530258"/>
              <a:ext cx="19034" cy="26609"/>
            </a:xfrm>
            <a:prstGeom prst="rect">
              <a:avLst/>
            </a:prstGeom>
            <a:solidFill>
              <a:srgbClr val="DBE3EB"/>
            </a:solidFill>
            <a:ln>
              <a:noFill/>
            </a:ln>
          </p:spPr>
        </p:sp>
        <p:sp>
          <p:nvSpPr>
            <p:cNvPr id="14572" name="Heatmap cell r57 c118"/>
            <p:cNvSpPr/>
            <p:nvPr/>
          </p:nvSpPr>
          <p:spPr>
            <a:xfrm>
              <a:off x="2149558" y="1530258"/>
              <a:ext cx="17140" cy="26609"/>
            </a:xfrm>
            <a:prstGeom prst="rect">
              <a:avLst/>
            </a:prstGeom>
            <a:solidFill>
              <a:srgbClr val="DFE7ED"/>
            </a:solidFill>
            <a:ln>
              <a:noFill/>
            </a:ln>
          </p:spPr>
        </p:sp>
        <p:sp>
          <p:nvSpPr>
            <p:cNvPr id="14573" name="Heatmap cell r57 c119"/>
            <p:cNvSpPr/>
            <p:nvPr/>
          </p:nvSpPr>
          <p:spPr>
            <a:xfrm>
              <a:off x="2166603" y="1530258"/>
              <a:ext cx="19034" cy="26609"/>
            </a:xfrm>
            <a:prstGeom prst="rect">
              <a:avLst/>
            </a:prstGeom>
            <a:solidFill>
              <a:srgbClr val="4C78A0"/>
            </a:solidFill>
            <a:ln>
              <a:noFill/>
            </a:ln>
          </p:spPr>
        </p:sp>
        <p:sp>
          <p:nvSpPr>
            <p:cNvPr id="14574" name="Heatmap cell r57 c120"/>
            <p:cNvSpPr/>
            <p:nvPr/>
          </p:nvSpPr>
          <p:spPr>
            <a:xfrm>
              <a:off x="2185542" y="1530258"/>
              <a:ext cx="17140" cy="26609"/>
            </a:xfrm>
            <a:prstGeom prst="rect">
              <a:avLst/>
            </a:prstGeom>
            <a:solidFill>
              <a:srgbClr val="BACADB"/>
            </a:solidFill>
            <a:ln>
              <a:noFill/>
            </a:ln>
          </p:spPr>
        </p:sp>
        <p:sp>
          <p:nvSpPr>
            <p:cNvPr id="14575" name="Heatmap cell r57 c121"/>
            <p:cNvSpPr/>
            <p:nvPr/>
          </p:nvSpPr>
          <p:spPr>
            <a:xfrm>
              <a:off x="2202586" y="1530258"/>
              <a:ext cx="19034" cy="26609"/>
            </a:xfrm>
            <a:prstGeom prst="rect">
              <a:avLst/>
            </a:prstGeom>
            <a:solidFill>
              <a:srgbClr val="92ADC6"/>
            </a:solidFill>
            <a:ln>
              <a:noFill/>
            </a:ln>
          </p:spPr>
        </p:sp>
        <p:sp>
          <p:nvSpPr>
            <p:cNvPr id="14576" name="Heatmap cell r57 c122"/>
            <p:cNvSpPr/>
            <p:nvPr/>
          </p:nvSpPr>
          <p:spPr>
            <a:xfrm>
              <a:off x="2221525" y="1530258"/>
              <a:ext cx="17140" cy="26609"/>
            </a:xfrm>
            <a:prstGeom prst="rect">
              <a:avLst/>
            </a:prstGeom>
            <a:solidFill>
              <a:srgbClr val="EEF3F6"/>
            </a:solidFill>
            <a:ln>
              <a:noFill/>
            </a:ln>
          </p:spPr>
        </p:sp>
        <p:sp>
          <p:nvSpPr>
            <p:cNvPr id="14577" name="Heatmap cell r57 c123"/>
            <p:cNvSpPr/>
            <p:nvPr/>
          </p:nvSpPr>
          <p:spPr>
            <a:xfrm>
              <a:off x="2238570" y="1530258"/>
              <a:ext cx="19034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14578" name="Heatmap cell r57 c124"/>
            <p:cNvSpPr/>
            <p:nvPr/>
          </p:nvSpPr>
          <p:spPr>
            <a:xfrm>
              <a:off x="2257509" y="1530258"/>
              <a:ext cx="17140" cy="26609"/>
            </a:xfrm>
            <a:prstGeom prst="rect">
              <a:avLst/>
            </a:prstGeom>
            <a:solidFill>
              <a:srgbClr val="9FB6CD"/>
            </a:solidFill>
            <a:ln>
              <a:noFill/>
            </a:ln>
          </p:spPr>
        </p:sp>
        <p:sp>
          <p:nvSpPr>
            <p:cNvPr id="14579" name="Heatmap cell r57 c125"/>
            <p:cNvSpPr/>
            <p:nvPr/>
          </p:nvSpPr>
          <p:spPr>
            <a:xfrm>
              <a:off x="2274554" y="1530258"/>
              <a:ext cx="19034" cy="26609"/>
            </a:xfrm>
            <a:prstGeom prst="rect">
              <a:avLst/>
            </a:prstGeom>
            <a:solidFill>
              <a:srgbClr val="FBF0F1"/>
            </a:solidFill>
            <a:ln>
              <a:noFill/>
            </a:ln>
          </p:spPr>
        </p:sp>
        <p:sp>
          <p:nvSpPr>
            <p:cNvPr id="14580" name="Heatmap cell r57 c126"/>
            <p:cNvSpPr/>
            <p:nvPr/>
          </p:nvSpPr>
          <p:spPr>
            <a:xfrm>
              <a:off x="2293493" y="1530258"/>
              <a:ext cx="17140" cy="26609"/>
            </a:xfrm>
            <a:prstGeom prst="rect">
              <a:avLst/>
            </a:prstGeom>
            <a:solidFill>
              <a:srgbClr val="DBE3EB"/>
            </a:solidFill>
            <a:ln>
              <a:noFill/>
            </a:ln>
          </p:spPr>
        </p:sp>
        <p:sp>
          <p:nvSpPr>
            <p:cNvPr id="14581" name="Heatmap cell r57 c127"/>
            <p:cNvSpPr/>
            <p:nvPr/>
          </p:nvSpPr>
          <p:spPr>
            <a:xfrm>
              <a:off x="2310538" y="1530258"/>
              <a:ext cx="19034" cy="26609"/>
            </a:xfrm>
            <a:prstGeom prst="rect">
              <a:avLst/>
            </a:prstGeom>
            <a:solidFill>
              <a:srgbClr val="88A6C1"/>
            </a:solidFill>
            <a:ln>
              <a:noFill/>
            </a:ln>
          </p:spPr>
        </p:sp>
        <p:sp>
          <p:nvSpPr>
            <p:cNvPr id="14582" name="Heatmap cell r57 c128"/>
            <p:cNvSpPr/>
            <p:nvPr/>
          </p:nvSpPr>
          <p:spPr>
            <a:xfrm>
              <a:off x="2329477" y="1530258"/>
              <a:ext cx="19034" cy="26609"/>
            </a:xfrm>
            <a:prstGeom prst="rect">
              <a:avLst/>
            </a:prstGeom>
            <a:solidFill>
              <a:srgbClr val="D1DCE7"/>
            </a:solidFill>
            <a:ln>
              <a:noFill/>
            </a:ln>
          </p:spPr>
        </p:sp>
        <p:sp>
          <p:nvSpPr>
            <p:cNvPr id="14583" name="Heatmap cell r57 c129"/>
            <p:cNvSpPr/>
            <p:nvPr/>
          </p:nvSpPr>
          <p:spPr>
            <a:xfrm>
              <a:off x="2348416" y="1530258"/>
              <a:ext cx="17140" cy="26609"/>
            </a:xfrm>
            <a:prstGeom prst="rect">
              <a:avLst/>
            </a:prstGeom>
            <a:solidFill>
              <a:srgbClr val="D1DCE7"/>
            </a:solidFill>
            <a:ln>
              <a:noFill/>
            </a:ln>
          </p:spPr>
        </p:sp>
        <p:sp>
          <p:nvSpPr>
            <p:cNvPr id="14584" name="Heatmap cell r57 c130"/>
            <p:cNvSpPr/>
            <p:nvPr/>
          </p:nvSpPr>
          <p:spPr>
            <a:xfrm>
              <a:off x="2365460" y="1530258"/>
              <a:ext cx="19034" cy="26609"/>
            </a:xfrm>
            <a:prstGeom prst="rect">
              <a:avLst/>
            </a:prstGeom>
            <a:solidFill>
              <a:srgbClr val="CCD7E3"/>
            </a:solidFill>
            <a:ln>
              <a:noFill/>
            </a:ln>
          </p:spPr>
        </p:sp>
        <p:sp>
          <p:nvSpPr>
            <p:cNvPr id="14585" name="Heatmap cell r57 c131"/>
            <p:cNvSpPr/>
            <p:nvPr/>
          </p:nvSpPr>
          <p:spPr>
            <a:xfrm>
              <a:off x="2384399" y="1530258"/>
              <a:ext cx="17140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14586" name="Heatmap cell r57 c132"/>
            <p:cNvSpPr/>
            <p:nvPr/>
          </p:nvSpPr>
          <p:spPr>
            <a:xfrm>
              <a:off x="2401444" y="1530258"/>
              <a:ext cx="19034" cy="26609"/>
            </a:xfrm>
            <a:prstGeom prst="rect">
              <a:avLst/>
            </a:prstGeom>
            <a:solidFill>
              <a:srgbClr val="E8ECF3"/>
            </a:solidFill>
            <a:ln>
              <a:noFill/>
            </a:ln>
          </p:spPr>
        </p:sp>
        <p:sp>
          <p:nvSpPr>
            <p:cNvPr id="14587" name="Heatmap cell r57 c133"/>
            <p:cNvSpPr/>
            <p:nvPr/>
          </p:nvSpPr>
          <p:spPr>
            <a:xfrm>
              <a:off x="2420383" y="1530258"/>
              <a:ext cx="17140" cy="26609"/>
            </a:xfrm>
            <a:prstGeom prst="rect">
              <a:avLst/>
            </a:prstGeom>
            <a:solidFill>
              <a:srgbClr val="163B7B"/>
            </a:solidFill>
            <a:ln>
              <a:noFill/>
            </a:ln>
          </p:spPr>
        </p:sp>
        <p:sp>
          <p:nvSpPr>
            <p:cNvPr id="14588" name="Heatmap cell r57 c134"/>
            <p:cNvSpPr/>
            <p:nvPr/>
          </p:nvSpPr>
          <p:spPr>
            <a:xfrm>
              <a:off x="2437428" y="1530258"/>
              <a:ext cx="19034" cy="26609"/>
            </a:xfrm>
            <a:prstGeom prst="rect">
              <a:avLst/>
            </a:prstGeom>
            <a:solidFill>
              <a:srgbClr val="C5D2DF"/>
            </a:solidFill>
            <a:ln>
              <a:noFill/>
            </a:ln>
          </p:spPr>
        </p:sp>
        <p:sp>
          <p:nvSpPr>
            <p:cNvPr id="14589" name="Heatmap cell r57 c135"/>
            <p:cNvSpPr/>
            <p:nvPr/>
          </p:nvSpPr>
          <p:spPr>
            <a:xfrm>
              <a:off x="2456367" y="1530258"/>
              <a:ext cx="17140" cy="26609"/>
            </a:xfrm>
            <a:prstGeom prst="rect">
              <a:avLst/>
            </a:prstGeom>
            <a:solidFill>
              <a:srgbClr val="AABDD2"/>
            </a:solidFill>
            <a:ln>
              <a:noFill/>
            </a:ln>
          </p:spPr>
        </p:sp>
        <p:sp>
          <p:nvSpPr>
            <p:cNvPr id="14590" name="Heatmap cell r57 c136"/>
            <p:cNvSpPr/>
            <p:nvPr/>
          </p:nvSpPr>
          <p:spPr>
            <a:xfrm>
              <a:off x="2473412" y="1530258"/>
              <a:ext cx="19034" cy="26609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</p:sp>
        <p:sp>
          <p:nvSpPr>
            <p:cNvPr id="14591" name="Heatmap cell r57 c137"/>
            <p:cNvSpPr/>
            <p:nvPr/>
          </p:nvSpPr>
          <p:spPr>
            <a:xfrm>
              <a:off x="2492351" y="1530258"/>
              <a:ext cx="17140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14592" name="Heatmap cell r57 c138"/>
            <p:cNvSpPr/>
            <p:nvPr/>
          </p:nvSpPr>
          <p:spPr>
            <a:xfrm>
              <a:off x="2509396" y="1530258"/>
              <a:ext cx="19034" cy="26609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14593" name="Heatmap cell r57 c139"/>
            <p:cNvSpPr/>
            <p:nvPr/>
          </p:nvSpPr>
          <p:spPr>
            <a:xfrm>
              <a:off x="2528334" y="1530258"/>
              <a:ext cx="17140" cy="26609"/>
            </a:xfrm>
            <a:prstGeom prst="rect">
              <a:avLst/>
            </a:prstGeom>
            <a:solidFill>
              <a:srgbClr val="04065F"/>
            </a:solidFill>
            <a:ln>
              <a:noFill/>
            </a:ln>
          </p:spPr>
        </p:sp>
        <p:sp>
          <p:nvSpPr>
            <p:cNvPr id="14594" name="Heatmap cell r57 c140"/>
            <p:cNvSpPr/>
            <p:nvPr/>
          </p:nvSpPr>
          <p:spPr>
            <a:xfrm>
              <a:off x="2545379" y="1530258"/>
              <a:ext cx="19034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14595" name="Heatmap cell r57 c141"/>
            <p:cNvSpPr/>
            <p:nvPr/>
          </p:nvSpPr>
          <p:spPr>
            <a:xfrm>
              <a:off x="2564318" y="1530258"/>
              <a:ext cx="19034" cy="26609"/>
            </a:xfrm>
            <a:prstGeom prst="rect">
              <a:avLst/>
            </a:prstGeom>
            <a:solidFill>
              <a:srgbClr val="D9E1EB"/>
            </a:solidFill>
            <a:ln>
              <a:noFill/>
            </a:ln>
          </p:spPr>
        </p:sp>
        <p:sp>
          <p:nvSpPr>
            <p:cNvPr id="14596" name="Heatmap cell r57 c142"/>
            <p:cNvSpPr/>
            <p:nvPr/>
          </p:nvSpPr>
          <p:spPr>
            <a:xfrm>
              <a:off x="2583257" y="1530258"/>
              <a:ext cx="17140" cy="26609"/>
            </a:xfrm>
            <a:prstGeom prst="rect">
              <a:avLst/>
            </a:prstGeom>
            <a:solidFill>
              <a:srgbClr val="D5DFEA"/>
            </a:solidFill>
            <a:ln>
              <a:noFill/>
            </a:ln>
          </p:spPr>
        </p:sp>
        <p:sp>
          <p:nvSpPr>
            <p:cNvPr id="14597" name="Heatmap cell r57 c143"/>
            <p:cNvSpPr/>
            <p:nvPr/>
          </p:nvSpPr>
          <p:spPr>
            <a:xfrm>
              <a:off x="2600302" y="1530258"/>
              <a:ext cx="19034" cy="26609"/>
            </a:xfrm>
            <a:prstGeom prst="rect">
              <a:avLst/>
            </a:prstGeom>
            <a:solidFill>
              <a:srgbClr val="ECF0F6"/>
            </a:solidFill>
            <a:ln>
              <a:noFill/>
            </a:ln>
          </p:spPr>
        </p:sp>
        <p:sp>
          <p:nvSpPr>
            <p:cNvPr id="14598" name="Heatmap cell r57 c144"/>
            <p:cNvSpPr/>
            <p:nvPr/>
          </p:nvSpPr>
          <p:spPr>
            <a:xfrm>
              <a:off x="2619241" y="1530258"/>
              <a:ext cx="17140" cy="26609"/>
            </a:xfrm>
            <a:prstGeom prst="rect">
              <a:avLst/>
            </a:prstGeom>
            <a:solidFill>
              <a:srgbClr val="EDAEB5"/>
            </a:solidFill>
            <a:ln>
              <a:noFill/>
            </a:ln>
          </p:spPr>
        </p:sp>
        <p:sp>
          <p:nvSpPr>
            <p:cNvPr id="14599" name="Heatmap cell r57 c145"/>
            <p:cNvSpPr/>
            <p:nvPr/>
          </p:nvSpPr>
          <p:spPr>
            <a:xfrm>
              <a:off x="2636286" y="1530258"/>
              <a:ext cx="19034" cy="26609"/>
            </a:xfrm>
            <a:prstGeom prst="rect">
              <a:avLst/>
            </a:prstGeom>
            <a:solidFill>
              <a:srgbClr val="D7E1EB"/>
            </a:solidFill>
            <a:ln>
              <a:noFill/>
            </a:ln>
          </p:spPr>
        </p:sp>
        <p:sp>
          <p:nvSpPr>
            <p:cNvPr id="14600" name="Heatmap cell r57 c146"/>
            <p:cNvSpPr/>
            <p:nvPr/>
          </p:nvSpPr>
          <p:spPr>
            <a:xfrm>
              <a:off x="2655225" y="1530258"/>
              <a:ext cx="17140" cy="26609"/>
            </a:xfrm>
            <a:prstGeom prst="rect">
              <a:avLst/>
            </a:prstGeom>
            <a:solidFill>
              <a:srgbClr val="B8C9DA"/>
            </a:solidFill>
            <a:ln>
              <a:noFill/>
            </a:ln>
          </p:spPr>
        </p:sp>
        <p:sp>
          <p:nvSpPr>
            <p:cNvPr id="14601" name="Heatmap cell r57 c147"/>
            <p:cNvSpPr/>
            <p:nvPr/>
          </p:nvSpPr>
          <p:spPr>
            <a:xfrm>
              <a:off x="2672270" y="1530258"/>
              <a:ext cx="19034" cy="26609"/>
            </a:xfrm>
            <a:prstGeom prst="rect">
              <a:avLst/>
            </a:prstGeom>
            <a:solidFill>
              <a:srgbClr val="ADC2D4"/>
            </a:solidFill>
            <a:ln>
              <a:noFill/>
            </a:ln>
          </p:spPr>
        </p:sp>
        <p:sp>
          <p:nvSpPr>
            <p:cNvPr id="14602" name="Heatmap cell r57 c148"/>
            <p:cNvSpPr/>
            <p:nvPr/>
          </p:nvSpPr>
          <p:spPr>
            <a:xfrm>
              <a:off x="2691208" y="1530258"/>
              <a:ext cx="17140" cy="26609"/>
            </a:xfrm>
            <a:prstGeom prst="rect">
              <a:avLst/>
            </a:prstGeom>
            <a:solidFill>
              <a:srgbClr val="D0DBE6"/>
            </a:solidFill>
            <a:ln>
              <a:noFill/>
            </a:ln>
          </p:spPr>
        </p:sp>
        <p:sp>
          <p:nvSpPr>
            <p:cNvPr id="14603" name="Heatmap cell r57 c149"/>
            <p:cNvSpPr/>
            <p:nvPr/>
          </p:nvSpPr>
          <p:spPr>
            <a:xfrm>
              <a:off x="2708253" y="1530258"/>
              <a:ext cx="19034" cy="26609"/>
            </a:xfrm>
            <a:prstGeom prst="rect">
              <a:avLst/>
            </a:prstGeom>
            <a:solidFill>
              <a:srgbClr val="CCD7E3"/>
            </a:solidFill>
            <a:ln>
              <a:noFill/>
            </a:ln>
          </p:spPr>
        </p:sp>
        <p:sp>
          <p:nvSpPr>
            <p:cNvPr id="14604" name="Heatmap cell r57 c150"/>
            <p:cNvSpPr/>
            <p:nvPr/>
          </p:nvSpPr>
          <p:spPr>
            <a:xfrm>
              <a:off x="2727192" y="1530258"/>
              <a:ext cx="17140" cy="26609"/>
            </a:xfrm>
            <a:prstGeom prst="rect">
              <a:avLst/>
            </a:prstGeom>
            <a:solidFill>
              <a:srgbClr val="EFB9BE"/>
            </a:solidFill>
            <a:ln>
              <a:noFill/>
            </a:ln>
          </p:spPr>
        </p:sp>
        <p:sp>
          <p:nvSpPr>
            <p:cNvPr id="14605" name="Heatmap cell r57 c151"/>
            <p:cNvSpPr/>
            <p:nvPr/>
          </p:nvSpPr>
          <p:spPr>
            <a:xfrm>
              <a:off x="2744237" y="1530258"/>
              <a:ext cx="19034" cy="26609"/>
            </a:xfrm>
            <a:prstGeom prst="rect">
              <a:avLst/>
            </a:prstGeom>
            <a:solidFill>
              <a:srgbClr val="BECFDD"/>
            </a:solidFill>
            <a:ln>
              <a:noFill/>
            </a:ln>
          </p:spPr>
        </p:sp>
        <p:sp>
          <p:nvSpPr>
            <p:cNvPr id="14606" name="Heatmap cell r57 c152"/>
            <p:cNvSpPr/>
            <p:nvPr/>
          </p:nvSpPr>
          <p:spPr>
            <a:xfrm>
              <a:off x="2763176" y="1530258"/>
              <a:ext cx="17140" cy="26609"/>
            </a:xfrm>
            <a:prstGeom prst="rect">
              <a:avLst/>
            </a:prstGeom>
            <a:solidFill>
              <a:srgbClr val="B5C6D7"/>
            </a:solidFill>
            <a:ln>
              <a:noFill/>
            </a:ln>
          </p:spPr>
        </p:sp>
        <p:sp>
          <p:nvSpPr>
            <p:cNvPr id="14607" name="Heatmap cell r57 c154"/>
            <p:cNvSpPr/>
            <p:nvPr/>
          </p:nvSpPr>
          <p:spPr>
            <a:xfrm>
              <a:off x="2799160" y="1530258"/>
              <a:ext cx="17140" cy="26609"/>
            </a:xfrm>
            <a:prstGeom prst="rect">
              <a:avLst/>
            </a:prstGeom>
            <a:solidFill>
              <a:srgbClr val="F1C0C4"/>
            </a:solidFill>
            <a:ln>
              <a:noFill/>
            </a:ln>
          </p:spPr>
        </p:sp>
        <p:sp>
          <p:nvSpPr>
            <p:cNvPr id="14608" name="Heatmap cell r57 c155"/>
            <p:cNvSpPr/>
            <p:nvPr/>
          </p:nvSpPr>
          <p:spPr>
            <a:xfrm>
              <a:off x="2816205" y="1530258"/>
              <a:ext cx="19034" cy="26609"/>
            </a:xfrm>
            <a:prstGeom prst="rect">
              <a:avLst/>
            </a:prstGeom>
            <a:solidFill>
              <a:srgbClr val="87A3C0"/>
            </a:solidFill>
            <a:ln>
              <a:noFill/>
            </a:ln>
          </p:spPr>
        </p:sp>
        <p:sp>
          <p:nvSpPr>
            <p:cNvPr id="14609" name="Heatmap cell r57 c156"/>
            <p:cNvSpPr/>
            <p:nvPr/>
          </p:nvSpPr>
          <p:spPr>
            <a:xfrm>
              <a:off x="2835144" y="1530258"/>
              <a:ext cx="19034" cy="26609"/>
            </a:xfrm>
            <a:prstGeom prst="rect">
              <a:avLst/>
            </a:prstGeom>
            <a:solidFill>
              <a:srgbClr val="6A8DB0"/>
            </a:solidFill>
            <a:ln>
              <a:noFill/>
            </a:ln>
          </p:spPr>
        </p:sp>
        <p:sp>
          <p:nvSpPr>
            <p:cNvPr id="14610" name="Heatmap cell r57 c157"/>
            <p:cNvSpPr/>
            <p:nvPr/>
          </p:nvSpPr>
          <p:spPr>
            <a:xfrm>
              <a:off x="2854082" y="1530258"/>
              <a:ext cx="17140" cy="26609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</p:sp>
        <p:sp>
          <p:nvSpPr>
            <p:cNvPr id="14611" name="Heatmap cell r57 c158"/>
            <p:cNvSpPr/>
            <p:nvPr/>
          </p:nvSpPr>
          <p:spPr>
            <a:xfrm>
              <a:off x="2871127" y="1530258"/>
              <a:ext cx="19034" cy="26609"/>
            </a:xfrm>
            <a:prstGeom prst="rect">
              <a:avLst/>
            </a:prstGeom>
            <a:solidFill>
              <a:srgbClr val="ADC2D4"/>
            </a:solidFill>
            <a:ln>
              <a:noFill/>
            </a:ln>
          </p:spPr>
        </p:sp>
        <p:sp>
          <p:nvSpPr>
            <p:cNvPr id="14612" name="Heatmap cell r57 c159"/>
            <p:cNvSpPr/>
            <p:nvPr/>
          </p:nvSpPr>
          <p:spPr>
            <a:xfrm>
              <a:off x="2890066" y="1530258"/>
              <a:ext cx="17140" cy="26609"/>
            </a:xfrm>
            <a:prstGeom prst="rect">
              <a:avLst/>
            </a:prstGeom>
            <a:solidFill>
              <a:srgbClr val="BDCEDD"/>
            </a:solidFill>
            <a:ln>
              <a:noFill/>
            </a:ln>
          </p:spPr>
        </p:sp>
        <p:sp>
          <p:nvSpPr>
            <p:cNvPr id="14613" name="Heatmap cell r57 c160"/>
            <p:cNvSpPr/>
            <p:nvPr/>
          </p:nvSpPr>
          <p:spPr>
            <a:xfrm>
              <a:off x="2907111" y="1530258"/>
              <a:ext cx="19034" cy="26609"/>
            </a:xfrm>
            <a:prstGeom prst="rect">
              <a:avLst/>
            </a:prstGeom>
            <a:solidFill>
              <a:srgbClr val="C3D1DF"/>
            </a:solidFill>
            <a:ln>
              <a:noFill/>
            </a:ln>
          </p:spPr>
        </p:sp>
        <p:sp>
          <p:nvSpPr>
            <p:cNvPr id="14614" name="Heatmap cell r57 c161"/>
            <p:cNvSpPr/>
            <p:nvPr/>
          </p:nvSpPr>
          <p:spPr>
            <a:xfrm>
              <a:off x="2926050" y="1530258"/>
              <a:ext cx="17140" cy="26609"/>
            </a:xfrm>
            <a:prstGeom prst="rect">
              <a:avLst/>
            </a:prstGeom>
            <a:solidFill>
              <a:srgbClr val="FDF9FA"/>
            </a:solidFill>
            <a:ln>
              <a:noFill/>
            </a:ln>
          </p:spPr>
        </p:sp>
        <p:sp>
          <p:nvSpPr>
            <p:cNvPr id="14615" name="Heatmap cell r57 c163"/>
            <p:cNvSpPr/>
            <p:nvPr/>
          </p:nvSpPr>
          <p:spPr>
            <a:xfrm>
              <a:off x="2962034" y="1530258"/>
              <a:ext cx="17140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14616" name="Heatmap cell r57 c165"/>
            <p:cNvSpPr/>
            <p:nvPr/>
          </p:nvSpPr>
          <p:spPr>
            <a:xfrm>
              <a:off x="2998018" y="1530258"/>
              <a:ext cx="17140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14617" name="Heatmap cell r57 c166"/>
            <p:cNvSpPr/>
            <p:nvPr/>
          </p:nvSpPr>
          <p:spPr>
            <a:xfrm>
              <a:off x="3015062" y="1530258"/>
              <a:ext cx="19034" cy="26609"/>
            </a:xfrm>
            <a:prstGeom prst="rect">
              <a:avLst/>
            </a:prstGeom>
            <a:solidFill>
              <a:srgbClr val="FBF0F1"/>
            </a:solidFill>
            <a:ln>
              <a:noFill/>
            </a:ln>
          </p:spPr>
        </p:sp>
        <p:sp>
          <p:nvSpPr>
            <p:cNvPr id="14618" name="Heatmap cell r57 c167"/>
            <p:cNvSpPr/>
            <p:nvPr/>
          </p:nvSpPr>
          <p:spPr>
            <a:xfrm>
              <a:off x="3034001" y="1530258"/>
              <a:ext cx="17140" cy="26609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14619" name="Heatmap cell r57 c168"/>
            <p:cNvSpPr/>
            <p:nvPr/>
          </p:nvSpPr>
          <p:spPr>
            <a:xfrm>
              <a:off x="3051046" y="1530258"/>
              <a:ext cx="19034" cy="26609"/>
            </a:xfrm>
            <a:prstGeom prst="rect">
              <a:avLst/>
            </a:prstGeom>
            <a:solidFill>
              <a:srgbClr val="F7DCDF"/>
            </a:solidFill>
            <a:ln>
              <a:noFill/>
            </a:ln>
          </p:spPr>
        </p:sp>
        <p:sp>
          <p:nvSpPr>
            <p:cNvPr id="14620" name="Heatmap cell r57 c169"/>
            <p:cNvSpPr/>
            <p:nvPr/>
          </p:nvSpPr>
          <p:spPr>
            <a:xfrm>
              <a:off x="3069985" y="1530258"/>
              <a:ext cx="19034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14621" name="Heatmap cell r57 c170"/>
            <p:cNvSpPr/>
            <p:nvPr/>
          </p:nvSpPr>
          <p:spPr>
            <a:xfrm>
              <a:off x="3088924" y="1530258"/>
              <a:ext cx="17140" cy="26609"/>
            </a:xfrm>
            <a:prstGeom prst="rect">
              <a:avLst/>
            </a:prstGeom>
            <a:solidFill>
              <a:srgbClr val="E1E9EF"/>
            </a:solidFill>
            <a:ln>
              <a:noFill/>
            </a:ln>
          </p:spPr>
        </p:sp>
        <p:sp>
          <p:nvSpPr>
            <p:cNvPr id="14622" name="Heatmap cell r57 c171"/>
            <p:cNvSpPr/>
            <p:nvPr/>
          </p:nvSpPr>
          <p:spPr>
            <a:xfrm>
              <a:off x="3105969" y="1530258"/>
              <a:ext cx="19034" cy="26609"/>
            </a:xfrm>
            <a:prstGeom prst="rect">
              <a:avLst/>
            </a:prstGeom>
            <a:solidFill>
              <a:srgbClr val="F9E8E9"/>
            </a:solidFill>
            <a:ln>
              <a:noFill/>
            </a:ln>
          </p:spPr>
        </p:sp>
        <p:sp>
          <p:nvSpPr>
            <p:cNvPr id="14623" name="Heatmap cell r57 c172"/>
            <p:cNvSpPr/>
            <p:nvPr/>
          </p:nvSpPr>
          <p:spPr>
            <a:xfrm>
              <a:off x="3124908" y="1530258"/>
              <a:ext cx="17140" cy="26609"/>
            </a:xfrm>
            <a:prstGeom prst="rect">
              <a:avLst/>
            </a:prstGeom>
            <a:solidFill>
              <a:srgbClr val="CCD7E3"/>
            </a:solidFill>
            <a:ln>
              <a:noFill/>
            </a:ln>
          </p:spPr>
        </p:sp>
        <p:sp>
          <p:nvSpPr>
            <p:cNvPr id="14624" name="Heatmap cell r57 c173"/>
            <p:cNvSpPr/>
            <p:nvPr/>
          </p:nvSpPr>
          <p:spPr>
            <a:xfrm>
              <a:off x="3141953" y="1530258"/>
              <a:ext cx="19034" cy="26609"/>
            </a:xfrm>
            <a:prstGeom prst="rect">
              <a:avLst/>
            </a:prstGeom>
            <a:solidFill>
              <a:srgbClr val="B8C8DA"/>
            </a:solidFill>
            <a:ln>
              <a:noFill/>
            </a:ln>
          </p:spPr>
        </p:sp>
        <p:sp>
          <p:nvSpPr>
            <p:cNvPr id="14625" name="Heatmap cell r57 c174"/>
            <p:cNvSpPr/>
            <p:nvPr/>
          </p:nvSpPr>
          <p:spPr>
            <a:xfrm>
              <a:off x="3160892" y="1530258"/>
              <a:ext cx="17140" cy="26609"/>
            </a:xfrm>
            <a:prstGeom prst="rect">
              <a:avLst/>
            </a:prstGeom>
            <a:solidFill>
              <a:srgbClr val="F6F8F9"/>
            </a:solidFill>
            <a:ln>
              <a:noFill/>
            </a:ln>
          </p:spPr>
        </p:sp>
        <p:sp>
          <p:nvSpPr>
            <p:cNvPr id="14626" name="Heatmap cell r57 c175"/>
            <p:cNvSpPr/>
            <p:nvPr/>
          </p:nvSpPr>
          <p:spPr>
            <a:xfrm>
              <a:off x="3177936" y="1530258"/>
              <a:ext cx="19034" cy="26609"/>
            </a:xfrm>
            <a:prstGeom prst="rect">
              <a:avLst/>
            </a:prstGeom>
            <a:solidFill>
              <a:srgbClr val="E7EBF1"/>
            </a:solidFill>
            <a:ln>
              <a:noFill/>
            </a:ln>
          </p:spPr>
        </p:sp>
        <p:sp>
          <p:nvSpPr>
            <p:cNvPr id="14627" name="Heatmap cell r57 c176"/>
            <p:cNvSpPr/>
            <p:nvPr/>
          </p:nvSpPr>
          <p:spPr>
            <a:xfrm>
              <a:off x="3196875" y="1530258"/>
              <a:ext cx="17140" cy="26609"/>
            </a:xfrm>
            <a:prstGeom prst="rect">
              <a:avLst/>
            </a:prstGeom>
            <a:solidFill>
              <a:srgbClr val="BACADB"/>
            </a:solidFill>
            <a:ln>
              <a:noFill/>
            </a:ln>
          </p:spPr>
        </p:sp>
        <p:sp>
          <p:nvSpPr>
            <p:cNvPr id="14628" name="Heatmap cell r57 c177"/>
            <p:cNvSpPr/>
            <p:nvPr/>
          </p:nvSpPr>
          <p:spPr>
            <a:xfrm>
              <a:off x="3213920" y="1530258"/>
              <a:ext cx="19034" cy="26609"/>
            </a:xfrm>
            <a:prstGeom prst="rect">
              <a:avLst/>
            </a:prstGeom>
            <a:solidFill>
              <a:srgbClr val="CAD6E3"/>
            </a:solidFill>
            <a:ln>
              <a:noFill/>
            </a:ln>
          </p:spPr>
        </p:sp>
        <p:sp>
          <p:nvSpPr>
            <p:cNvPr id="14629" name="Heatmap cell r57 c178"/>
            <p:cNvSpPr/>
            <p:nvPr/>
          </p:nvSpPr>
          <p:spPr>
            <a:xfrm>
              <a:off x="3232859" y="1530258"/>
              <a:ext cx="17140" cy="26609"/>
            </a:xfrm>
            <a:prstGeom prst="rect">
              <a:avLst/>
            </a:prstGeom>
            <a:solidFill>
              <a:srgbClr val="CED9E4"/>
            </a:solidFill>
            <a:ln>
              <a:noFill/>
            </a:ln>
          </p:spPr>
        </p:sp>
        <p:sp>
          <p:nvSpPr>
            <p:cNvPr id="14630" name="Heatmap cell r57 c180"/>
            <p:cNvSpPr/>
            <p:nvPr/>
          </p:nvSpPr>
          <p:spPr>
            <a:xfrm>
              <a:off x="3268843" y="1530258"/>
              <a:ext cx="17140" cy="26609"/>
            </a:xfrm>
            <a:prstGeom prst="rect">
              <a:avLst/>
            </a:prstGeom>
            <a:solidFill>
              <a:srgbClr val="EBA6AC"/>
            </a:solidFill>
            <a:ln>
              <a:noFill/>
            </a:ln>
          </p:spPr>
        </p:sp>
        <p:sp>
          <p:nvSpPr>
            <p:cNvPr id="14631" name="Heatmap cell r57 c181"/>
            <p:cNvSpPr/>
            <p:nvPr/>
          </p:nvSpPr>
          <p:spPr>
            <a:xfrm>
              <a:off x="3285888" y="1530258"/>
              <a:ext cx="19034" cy="26609"/>
            </a:xfrm>
            <a:prstGeom prst="rect">
              <a:avLst/>
            </a:prstGeom>
            <a:solidFill>
              <a:srgbClr val="E2EAEF"/>
            </a:solidFill>
            <a:ln>
              <a:noFill/>
            </a:ln>
          </p:spPr>
        </p:sp>
        <p:sp>
          <p:nvSpPr>
            <p:cNvPr id="14632" name="Heatmap cell r57 c182"/>
            <p:cNvSpPr/>
            <p:nvPr/>
          </p:nvSpPr>
          <p:spPr>
            <a:xfrm>
              <a:off x="3304827" y="1530258"/>
              <a:ext cx="19034" cy="26609"/>
            </a:xfrm>
            <a:prstGeom prst="rect">
              <a:avLst/>
            </a:prstGeom>
            <a:solidFill>
              <a:srgbClr val="E7EBF1"/>
            </a:solidFill>
            <a:ln>
              <a:noFill/>
            </a:ln>
          </p:spPr>
        </p:sp>
        <p:sp>
          <p:nvSpPr>
            <p:cNvPr id="14633" name="Heatmap cell r57 c183"/>
            <p:cNvSpPr/>
            <p:nvPr/>
          </p:nvSpPr>
          <p:spPr>
            <a:xfrm>
              <a:off x="3323765" y="1530258"/>
              <a:ext cx="17140" cy="26609"/>
            </a:xfrm>
            <a:prstGeom prst="rect">
              <a:avLst/>
            </a:prstGeom>
            <a:solidFill>
              <a:srgbClr val="F1F5F8"/>
            </a:solidFill>
            <a:ln>
              <a:noFill/>
            </a:ln>
          </p:spPr>
        </p:sp>
        <p:sp>
          <p:nvSpPr>
            <p:cNvPr id="14634" name="Heatmap cell r57 c184"/>
            <p:cNvSpPr/>
            <p:nvPr/>
          </p:nvSpPr>
          <p:spPr>
            <a:xfrm>
              <a:off x="3340810" y="1530258"/>
              <a:ext cx="19034" cy="26609"/>
            </a:xfrm>
            <a:prstGeom prst="rect">
              <a:avLst/>
            </a:prstGeom>
            <a:solidFill>
              <a:srgbClr val="ADC2D4"/>
            </a:solidFill>
            <a:ln>
              <a:noFill/>
            </a:ln>
          </p:spPr>
        </p:sp>
        <p:sp>
          <p:nvSpPr>
            <p:cNvPr id="14635" name="Heatmap cell r57 c185"/>
            <p:cNvSpPr/>
            <p:nvPr/>
          </p:nvSpPr>
          <p:spPr>
            <a:xfrm>
              <a:off x="3359749" y="1530258"/>
              <a:ext cx="17140" cy="26609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14636" name="Heatmap cell r57 c186"/>
            <p:cNvSpPr/>
            <p:nvPr/>
          </p:nvSpPr>
          <p:spPr>
            <a:xfrm>
              <a:off x="3376794" y="1530258"/>
              <a:ext cx="19034" cy="26609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14637" name="Heatmap cell r57 c187"/>
            <p:cNvSpPr/>
            <p:nvPr/>
          </p:nvSpPr>
          <p:spPr>
            <a:xfrm>
              <a:off x="3395733" y="1530258"/>
              <a:ext cx="17140" cy="26609"/>
            </a:xfrm>
            <a:prstGeom prst="rect">
              <a:avLst/>
            </a:prstGeom>
            <a:solidFill>
              <a:srgbClr val="FBF0F1"/>
            </a:solidFill>
            <a:ln>
              <a:noFill/>
            </a:ln>
          </p:spPr>
        </p:sp>
        <p:sp>
          <p:nvSpPr>
            <p:cNvPr id="14638" name="Heatmap cell r57 c188"/>
            <p:cNvSpPr/>
            <p:nvPr/>
          </p:nvSpPr>
          <p:spPr>
            <a:xfrm>
              <a:off x="3412778" y="1530258"/>
              <a:ext cx="19034" cy="26609"/>
            </a:xfrm>
            <a:prstGeom prst="rect">
              <a:avLst/>
            </a:prstGeom>
            <a:solidFill>
              <a:srgbClr val="EBEFF5"/>
            </a:solidFill>
            <a:ln>
              <a:noFill/>
            </a:ln>
          </p:spPr>
        </p:sp>
        <p:sp>
          <p:nvSpPr>
            <p:cNvPr id="14639" name="Heatmap cell r57 c189"/>
            <p:cNvSpPr/>
            <p:nvPr/>
          </p:nvSpPr>
          <p:spPr>
            <a:xfrm>
              <a:off x="3431717" y="1530258"/>
              <a:ext cx="17140" cy="26609"/>
            </a:xfrm>
            <a:prstGeom prst="rect">
              <a:avLst/>
            </a:prstGeom>
            <a:solidFill>
              <a:srgbClr val="A7BBD1"/>
            </a:solidFill>
            <a:ln>
              <a:noFill/>
            </a:ln>
          </p:spPr>
        </p:sp>
        <p:sp>
          <p:nvSpPr>
            <p:cNvPr id="14640" name="Heatmap cell r57 c190"/>
            <p:cNvSpPr/>
            <p:nvPr/>
          </p:nvSpPr>
          <p:spPr>
            <a:xfrm>
              <a:off x="3448762" y="1530258"/>
              <a:ext cx="19034" cy="26609"/>
            </a:xfrm>
            <a:prstGeom prst="rect">
              <a:avLst/>
            </a:prstGeom>
            <a:solidFill>
              <a:srgbClr val="F8DDDF"/>
            </a:solidFill>
            <a:ln>
              <a:noFill/>
            </a:ln>
          </p:spPr>
        </p:sp>
        <p:sp>
          <p:nvSpPr>
            <p:cNvPr id="14641" name="Heatmap cell r57 c191"/>
            <p:cNvSpPr/>
            <p:nvPr/>
          </p:nvSpPr>
          <p:spPr>
            <a:xfrm>
              <a:off x="3467701" y="1530258"/>
              <a:ext cx="17140" cy="26609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14642" name="Heatmap cell r57 c192"/>
            <p:cNvSpPr/>
            <p:nvPr/>
          </p:nvSpPr>
          <p:spPr>
            <a:xfrm>
              <a:off x="3484746" y="1530258"/>
              <a:ext cx="19034" cy="26609"/>
            </a:xfrm>
            <a:prstGeom prst="rect">
              <a:avLst/>
            </a:prstGeom>
            <a:solidFill>
              <a:srgbClr val="F0F5F8"/>
            </a:solidFill>
            <a:ln>
              <a:noFill/>
            </a:ln>
          </p:spPr>
        </p:sp>
        <p:sp>
          <p:nvSpPr>
            <p:cNvPr id="14643" name="Heatmap cell r57 c193"/>
            <p:cNvSpPr/>
            <p:nvPr/>
          </p:nvSpPr>
          <p:spPr>
            <a:xfrm>
              <a:off x="3503684" y="1530258"/>
              <a:ext cx="17140" cy="26609"/>
            </a:xfrm>
            <a:prstGeom prst="rect">
              <a:avLst/>
            </a:prstGeom>
            <a:solidFill>
              <a:srgbClr val="ECA8AE"/>
            </a:solidFill>
            <a:ln>
              <a:noFill/>
            </a:ln>
          </p:spPr>
        </p:sp>
        <p:sp>
          <p:nvSpPr>
            <p:cNvPr id="14644" name="Heatmap cell r57 c194"/>
            <p:cNvSpPr/>
            <p:nvPr/>
          </p:nvSpPr>
          <p:spPr>
            <a:xfrm>
              <a:off x="3520729" y="1530258"/>
              <a:ext cx="19034" cy="26609"/>
            </a:xfrm>
            <a:prstGeom prst="rect">
              <a:avLst/>
            </a:prstGeom>
            <a:solidFill>
              <a:srgbClr val="EBEFF5"/>
            </a:solidFill>
            <a:ln>
              <a:noFill/>
            </a:ln>
          </p:spPr>
        </p:sp>
        <p:sp>
          <p:nvSpPr>
            <p:cNvPr id="14645" name="Heatmap cell r57 c195"/>
            <p:cNvSpPr/>
            <p:nvPr/>
          </p:nvSpPr>
          <p:spPr>
            <a:xfrm>
              <a:off x="3539668" y="1530258"/>
              <a:ext cx="19034" cy="26609"/>
            </a:xfrm>
            <a:prstGeom prst="rect">
              <a:avLst/>
            </a:prstGeom>
            <a:solidFill>
              <a:srgbClr val="CFDAE4"/>
            </a:solidFill>
            <a:ln>
              <a:noFill/>
            </a:ln>
          </p:spPr>
        </p:sp>
        <p:sp>
          <p:nvSpPr>
            <p:cNvPr id="14646" name="Heatmap cell r57 c196"/>
            <p:cNvSpPr/>
            <p:nvPr/>
          </p:nvSpPr>
          <p:spPr>
            <a:xfrm>
              <a:off x="3558607" y="1530258"/>
              <a:ext cx="17140" cy="26609"/>
            </a:xfrm>
            <a:prstGeom prst="rect">
              <a:avLst/>
            </a:prstGeom>
            <a:solidFill>
              <a:srgbClr val="E9979F"/>
            </a:solidFill>
            <a:ln>
              <a:noFill/>
            </a:ln>
          </p:spPr>
        </p:sp>
        <p:sp>
          <p:nvSpPr>
            <p:cNvPr id="14647" name="Heatmap cell r57 c197"/>
            <p:cNvSpPr/>
            <p:nvPr/>
          </p:nvSpPr>
          <p:spPr>
            <a:xfrm>
              <a:off x="3575652" y="1530258"/>
              <a:ext cx="19034" cy="26609"/>
            </a:xfrm>
            <a:prstGeom prst="rect">
              <a:avLst/>
            </a:prstGeom>
            <a:solidFill>
              <a:srgbClr val="FAEBED"/>
            </a:solidFill>
            <a:ln>
              <a:noFill/>
            </a:ln>
          </p:spPr>
        </p:sp>
        <p:sp>
          <p:nvSpPr>
            <p:cNvPr id="14648" name="Heatmap cell r57 c198"/>
            <p:cNvSpPr/>
            <p:nvPr/>
          </p:nvSpPr>
          <p:spPr>
            <a:xfrm>
              <a:off x="3594591" y="1530258"/>
              <a:ext cx="17140" cy="26609"/>
            </a:xfrm>
            <a:prstGeom prst="rect">
              <a:avLst/>
            </a:prstGeom>
            <a:solidFill>
              <a:srgbClr val="FAEBED"/>
            </a:solidFill>
            <a:ln>
              <a:noFill/>
            </a:ln>
          </p:spPr>
        </p:sp>
        <p:sp>
          <p:nvSpPr>
            <p:cNvPr id="14649" name="Heatmap cell r57 c199"/>
            <p:cNvSpPr/>
            <p:nvPr/>
          </p:nvSpPr>
          <p:spPr>
            <a:xfrm>
              <a:off x="3611636" y="1530258"/>
              <a:ext cx="19034" cy="26609"/>
            </a:xfrm>
            <a:prstGeom prst="rect">
              <a:avLst/>
            </a:prstGeom>
            <a:solidFill>
              <a:srgbClr val="FBF3F4"/>
            </a:solidFill>
            <a:ln>
              <a:noFill/>
            </a:ln>
          </p:spPr>
        </p:sp>
        <p:sp>
          <p:nvSpPr>
            <p:cNvPr id="14650" name="Heatmap cell r57 c200"/>
            <p:cNvSpPr/>
            <p:nvPr/>
          </p:nvSpPr>
          <p:spPr>
            <a:xfrm>
              <a:off x="3630575" y="1530258"/>
              <a:ext cx="17140" cy="26609"/>
            </a:xfrm>
            <a:prstGeom prst="rect">
              <a:avLst/>
            </a:prstGeom>
            <a:solidFill>
              <a:srgbClr val="EDADB4"/>
            </a:solidFill>
            <a:ln>
              <a:noFill/>
            </a:ln>
          </p:spPr>
        </p:sp>
        <p:sp>
          <p:nvSpPr>
            <p:cNvPr id="14651" name="Heatmap cell r57 c202"/>
            <p:cNvSpPr/>
            <p:nvPr/>
          </p:nvSpPr>
          <p:spPr>
            <a:xfrm>
              <a:off x="3666558" y="1530258"/>
              <a:ext cx="17140" cy="26609"/>
            </a:xfrm>
            <a:prstGeom prst="rect">
              <a:avLst/>
            </a:prstGeom>
            <a:solidFill>
              <a:srgbClr val="5B82A9"/>
            </a:solidFill>
            <a:ln>
              <a:noFill/>
            </a:ln>
          </p:spPr>
        </p:sp>
        <p:sp>
          <p:nvSpPr>
            <p:cNvPr id="14652" name="Heatmap cell r57 c203"/>
            <p:cNvSpPr/>
            <p:nvPr/>
          </p:nvSpPr>
          <p:spPr>
            <a:xfrm>
              <a:off x="3683603" y="1530258"/>
              <a:ext cx="19034" cy="26609"/>
            </a:xfrm>
            <a:prstGeom prst="rect">
              <a:avLst/>
            </a:prstGeom>
            <a:solidFill>
              <a:srgbClr val="A7BBD1"/>
            </a:solidFill>
            <a:ln>
              <a:noFill/>
            </a:ln>
          </p:spPr>
        </p:sp>
        <p:sp>
          <p:nvSpPr>
            <p:cNvPr id="14653" name="Heatmap cell r57 c204"/>
            <p:cNvSpPr/>
            <p:nvPr/>
          </p:nvSpPr>
          <p:spPr>
            <a:xfrm>
              <a:off x="3702542" y="1530258"/>
              <a:ext cx="17140" cy="26609"/>
            </a:xfrm>
            <a:prstGeom prst="rect">
              <a:avLst/>
            </a:prstGeom>
            <a:solidFill>
              <a:srgbClr val="FDF9FA"/>
            </a:solidFill>
            <a:ln>
              <a:noFill/>
            </a:ln>
          </p:spPr>
        </p:sp>
        <p:sp>
          <p:nvSpPr>
            <p:cNvPr id="14654" name="Heatmap cell r57 c205"/>
            <p:cNvSpPr/>
            <p:nvPr/>
          </p:nvSpPr>
          <p:spPr>
            <a:xfrm>
              <a:off x="3719587" y="1530258"/>
              <a:ext cx="19034" cy="26609"/>
            </a:xfrm>
            <a:prstGeom prst="rect">
              <a:avLst/>
            </a:prstGeom>
            <a:solidFill>
              <a:srgbClr val="88A6C1"/>
            </a:solidFill>
            <a:ln>
              <a:noFill/>
            </a:ln>
          </p:spPr>
        </p:sp>
        <p:sp>
          <p:nvSpPr>
            <p:cNvPr id="14655" name="Heatmap cell r57 c206"/>
            <p:cNvSpPr/>
            <p:nvPr/>
          </p:nvSpPr>
          <p:spPr>
            <a:xfrm>
              <a:off x="3738526" y="1530258"/>
              <a:ext cx="17140" cy="26609"/>
            </a:xfrm>
            <a:prstGeom prst="rect">
              <a:avLst/>
            </a:prstGeom>
            <a:solidFill>
              <a:srgbClr val="FAEEEF"/>
            </a:solidFill>
            <a:ln>
              <a:noFill/>
            </a:ln>
          </p:spPr>
        </p:sp>
        <p:sp>
          <p:nvSpPr>
            <p:cNvPr id="14656" name="Heatmap cell r57 c207"/>
            <p:cNvSpPr/>
            <p:nvPr/>
          </p:nvSpPr>
          <p:spPr>
            <a:xfrm>
              <a:off x="3755571" y="1530258"/>
              <a:ext cx="19034" cy="26609"/>
            </a:xfrm>
            <a:prstGeom prst="rect">
              <a:avLst/>
            </a:prstGeom>
            <a:solidFill>
              <a:srgbClr val="F6F8F9"/>
            </a:solidFill>
            <a:ln>
              <a:noFill/>
            </a:ln>
          </p:spPr>
        </p:sp>
        <p:sp>
          <p:nvSpPr>
            <p:cNvPr id="14657" name="Heatmap cell r57 c208"/>
            <p:cNvSpPr/>
            <p:nvPr/>
          </p:nvSpPr>
          <p:spPr>
            <a:xfrm>
              <a:off x="3774510" y="1530258"/>
              <a:ext cx="19034" cy="26609"/>
            </a:xfrm>
            <a:prstGeom prst="rect">
              <a:avLst/>
            </a:prstGeom>
            <a:solidFill>
              <a:srgbClr val="F8E4E7"/>
            </a:solidFill>
            <a:ln>
              <a:noFill/>
            </a:ln>
          </p:spPr>
        </p:sp>
        <p:sp>
          <p:nvSpPr>
            <p:cNvPr id="14658" name="Heatmap cell r57 c209"/>
            <p:cNvSpPr/>
            <p:nvPr/>
          </p:nvSpPr>
          <p:spPr>
            <a:xfrm>
              <a:off x="3793449" y="1530258"/>
              <a:ext cx="17140" cy="26609"/>
            </a:xfrm>
            <a:prstGeom prst="rect">
              <a:avLst/>
            </a:prstGeom>
            <a:solidFill>
              <a:srgbClr val="F1F5F8"/>
            </a:solidFill>
            <a:ln>
              <a:noFill/>
            </a:ln>
          </p:spPr>
        </p:sp>
        <p:sp>
          <p:nvSpPr>
            <p:cNvPr id="14659" name="Heatmap cell r57 c210"/>
            <p:cNvSpPr/>
            <p:nvPr/>
          </p:nvSpPr>
          <p:spPr>
            <a:xfrm>
              <a:off x="3810494" y="1530258"/>
              <a:ext cx="19034" cy="26609"/>
            </a:xfrm>
            <a:prstGeom prst="rect">
              <a:avLst/>
            </a:prstGeom>
            <a:solidFill>
              <a:srgbClr val="F6F8F9"/>
            </a:solidFill>
            <a:ln>
              <a:noFill/>
            </a:ln>
          </p:spPr>
        </p:sp>
        <p:sp>
          <p:nvSpPr>
            <p:cNvPr id="14660" name="Heatmap cell r57 c211"/>
            <p:cNvSpPr/>
            <p:nvPr/>
          </p:nvSpPr>
          <p:spPr>
            <a:xfrm>
              <a:off x="3829432" y="1530258"/>
              <a:ext cx="17140" cy="26609"/>
            </a:xfrm>
            <a:prstGeom prst="rect">
              <a:avLst/>
            </a:prstGeom>
            <a:solidFill>
              <a:srgbClr val="EFB9BE"/>
            </a:solidFill>
            <a:ln>
              <a:noFill/>
            </a:ln>
          </p:spPr>
        </p:sp>
        <p:sp>
          <p:nvSpPr>
            <p:cNvPr id="14661" name="Heatmap cell r57 c212"/>
            <p:cNvSpPr/>
            <p:nvPr/>
          </p:nvSpPr>
          <p:spPr>
            <a:xfrm>
              <a:off x="3846477" y="1530258"/>
              <a:ext cx="19034" cy="26609"/>
            </a:xfrm>
            <a:prstGeom prst="rect">
              <a:avLst/>
            </a:prstGeom>
            <a:solidFill>
              <a:srgbClr val="EDAEB5"/>
            </a:solidFill>
            <a:ln>
              <a:noFill/>
            </a:ln>
          </p:spPr>
        </p:sp>
        <p:sp>
          <p:nvSpPr>
            <p:cNvPr id="14662" name="Heatmap cell r57 c213"/>
            <p:cNvSpPr/>
            <p:nvPr/>
          </p:nvSpPr>
          <p:spPr>
            <a:xfrm>
              <a:off x="3865416" y="1530258"/>
              <a:ext cx="17140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14663" name="Heatmap cell r57 c214"/>
            <p:cNvSpPr/>
            <p:nvPr/>
          </p:nvSpPr>
          <p:spPr>
            <a:xfrm>
              <a:off x="3882461" y="1530258"/>
              <a:ext cx="19034" cy="26609"/>
            </a:xfrm>
            <a:prstGeom prst="rect">
              <a:avLst/>
            </a:prstGeom>
            <a:solidFill>
              <a:srgbClr val="B4C5D6"/>
            </a:solidFill>
            <a:ln>
              <a:noFill/>
            </a:ln>
          </p:spPr>
        </p:sp>
        <p:sp>
          <p:nvSpPr>
            <p:cNvPr id="14664" name="Heatmap cell r57 c215"/>
            <p:cNvSpPr/>
            <p:nvPr/>
          </p:nvSpPr>
          <p:spPr>
            <a:xfrm>
              <a:off x="3901400" y="1530258"/>
              <a:ext cx="17140" cy="26609"/>
            </a:xfrm>
            <a:prstGeom prst="rect">
              <a:avLst/>
            </a:prstGeom>
            <a:solidFill>
              <a:srgbClr val="EDAFB5"/>
            </a:solidFill>
            <a:ln>
              <a:noFill/>
            </a:ln>
          </p:spPr>
        </p:sp>
        <p:sp>
          <p:nvSpPr>
            <p:cNvPr id="14665" name="Heatmap cell r57 c216"/>
            <p:cNvSpPr/>
            <p:nvPr/>
          </p:nvSpPr>
          <p:spPr>
            <a:xfrm>
              <a:off x="3918445" y="1530258"/>
              <a:ext cx="19034" cy="26609"/>
            </a:xfrm>
            <a:prstGeom prst="rect">
              <a:avLst/>
            </a:prstGeom>
            <a:solidFill>
              <a:srgbClr val="F1C1C5"/>
            </a:solidFill>
            <a:ln>
              <a:noFill/>
            </a:ln>
          </p:spPr>
        </p:sp>
        <p:sp>
          <p:nvSpPr>
            <p:cNvPr id="14666" name="Heatmap cell r57 c218"/>
            <p:cNvSpPr/>
            <p:nvPr/>
          </p:nvSpPr>
          <p:spPr>
            <a:xfrm>
              <a:off x="3954429" y="1530258"/>
              <a:ext cx="19034" cy="26609"/>
            </a:xfrm>
            <a:prstGeom prst="rect">
              <a:avLst/>
            </a:prstGeom>
            <a:solidFill>
              <a:srgbClr val="E4EBEF"/>
            </a:solidFill>
            <a:ln>
              <a:noFill/>
            </a:ln>
          </p:spPr>
        </p:sp>
        <p:sp>
          <p:nvSpPr>
            <p:cNvPr id="14667" name="Heatmap cell r57 c219"/>
            <p:cNvSpPr/>
            <p:nvPr/>
          </p:nvSpPr>
          <p:spPr>
            <a:xfrm>
              <a:off x="3973368" y="1530258"/>
              <a:ext cx="17140" cy="26609"/>
            </a:xfrm>
            <a:prstGeom prst="rect">
              <a:avLst/>
            </a:prstGeom>
            <a:solidFill>
              <a:srgbClr val="EFB6BA"/>
            </a:solidFill>
            <a:ln>
              <a:noFill/>
            </a:ln>
          </p:spPr>
        </p:sp>
        <p:sp>
          <p:nvSpPr>
            <p:cNvPr id="14668" name="Heatmap cell r57 c220"/>
            <p:cNvSpPr/>
            <p:nvPr/>
          </p:nvSpPr>
          <p:spPr>
            <a:xfrm>
              <a:off x="3990412" y="1530258"/>
              <a:ext cx="19034" cy="26609"/>
            </a:xfrm>
            <a:prstGeom prst="rect">
              <a:avLst/>
            </a:prstGeom>
            <a:solidFill>
              <a:srgbClr val="EFB8BD"/>
            </a:solidFill>
            <a:ln>
              <a:noFill/>
            </a:ln>
          </p:spPr>
        </p:sp>
        <p:sp>
          <p:nvSpPr>
            <p:cNvPr id="14669" name="Heatmap cell r57 c221"/>
            <p:cNvSpPr/>
            <p:nvPr/>
          </p:nvSpPr>
          <p:spPr>
            <a:xfrm>
              <a:off x="4009351" y="1530258"/>
              <a:ext cx="19034" cy="26609"/>
            </a:xfrm>
            <a:prstGeom prst="rect">
              <a:avLst/>
            </a:prstGeom>
            <a:solidFill>
              <a:srgbClr val="E8ECF3"/>
            </a:solidFill>
            <a:ln>
              <a:noFill/>
            </a:ln>
          </p:spPr>
        </p:sp>
        <p:sp>
          <p:nvSpPr>
            <p:cNvPr id="14670" name="Heatmap cell r57 c222"/>
            <p:cNvSpPr/>
            <p:nvPr/>
          </p:nvSpPr>
          <p:spPr>
            <a:xfrm>
              <a:off x="4028290" y="1530258"/>
              <a:ext cx="17140" cy="26609"/>
            </a:xfrm>
            <a:prstGeom prst="rect">
              <a:avLst/>
            </a:prstGeom>
            <a:solidFill>
              <a:srgbClr val="BFCFDF"/>
            </a:solidFill>
            <a:ln>
              <a:noFill/>
            </a:ln>
          </p:spPr>
        </p:sp>
        <p:sp>
          <p:nvSpPr>
            <p:cNvPr id="14671" name="Heatmap cell r57 c223"/>
            <p:cNvSpPr/>
            <p:nvPr/>
          </p:nvSpPr>
          <p:spPr>
            <a:xfrm>
              <a:off x="4045335" y="1530258"/>
              <a:ext cx="19034" cy="26609"/>
            </a:xfrm>
            <a:prstGeom prst="rect">
              <a:avLst/>
            </a:prstGeom>
            <a:solidFill>
              <a:srgbClr val="F9E8E9"/>
            </a:solidFill>
            <a:ln>
              <a:noFill/>
            </a:ln>
          </p:spPr>
        </p:sp>
        <p:sp>
          <p:nvSpPr>
            <p:cNvPr id="14672" name="Heatmap cell r58 c1"/>
            <p:cNvSpPr/>
            <p:nvPr/>
          </p:nvSpPr>
          <p:spPr>
            <a:xfrm>
              <a:off x="13257" y="1556772"/>
              <a:ext cx="45548" cy="28503"/>
            </a:xfrm>
            <a:prstGeom prst="rect">
              <a:avLst/>
            </a:prstGeom>
            <a:solidFill>
              <a:srgbClr val="F76666"/>
            </a:solidFill>
            <a:ln>
              <a:noFill/>
            </a:ln>
          </p:spPr>
        </p:sp>
        <p:sp>
          <p:nvSpPr>
            <p:cNvPr id="14673" name="Heatmap cell r58 c3"/>
            <p:cNvSpPr/>
            <p:nvPr/>
          </p:nvSpPr>
          <p:spPr>
            <a:xfrm>
              <a:off x="71968" y="1556772"/>
              <a:ext cx="17140" cy="28503"/>
            </a:xfrm>
            <a:prstGeom prst="rect">
              <a:avLst/>
            </a:prstGeom>
            <a:solidFill>
              <a:srgbClr val="ECAAAF"/>
            </a:solidFill>
            <a:ln>
              <a:noFill/>
            </a:ln>
          </p:spPr>
        </p:sp>
        <p:sp>
          <p:nvSpPr>
            <p:cNvPr id="14674" name="Heatmap cell r58 c4"/>
            <p:cNvSpPr/>
            <p:nvPr/>
          </p:nvSpPr>
          <p:spPr>
            <a:xfrm>
              <a:off x="89013" y="1556772"/>
              <a:ext cx="19034" cy="28503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14675" name="Heatmap cell r58 c5"/>
            <p:cNvSpPr/>
            <p:nvPr/>
          </p:nvSpPr>
          <p:spPr>
            <a:xfrm>
              <a:off x="107951" y="1556772"/>
              <a:ext cx="17140" cy="28503"/>
            </a:xfrm>
            <a:prstGeom prst="rect">
              <a:avLst/>
            </a:prstGeom>
            <a:solidFill>
              <a:srgbClr val="89A6C2"/>
            </a:solidFill>
            <a:ln>
              <a:noFill/>
            </a:ln>
          </p:spPr>
        </p:sp>
        <p:sp>
          <p:nvSpPr>
            <p:cNvPr id="14676" name="Heatmap cell r58 c6"/>
            <p:cNvSpPr/>
            <p:nvPr/>
          </p:nvSpPr>
          <p:spPr>
            <a:xfrm>
              <a:off x="124996" y="1556772"/>
              <a:ext cx="19034" cy="28503"/>
            </a:xfrm>
            <a:prstGeom prst="rect">
              <a:avLst/>
            </a:prstGeom>
            <a:solidFill>
              <a:srgbClr val="F4CCD1"/>
            </a:solidFill>
            <a:ln>
              <a:noFill/>
            </a:ln>
          </p:spPr>
        </p:sp>
        <p:sp>
          <p:nvSpPr>
            <p:cNvPr id="14677" name="Heatmap cell r58 c8"/>
            <p:cNvSpPr/>
            <p:nvPr/>
          </p:nvSpPr>
          <p:spPr>
            <a:xfrm>
              <a:off x="160980" y="1556772"/>
              <a:ext cx="19034" cy="28503"/>
            </a:xfrm>
            <a:prstGeom prst="rect">
              <a:avLst/>
            </a:prstGeom>
            <a:solidFill>
              <a:srgbClr val="F8E4E7"/>
            </a:solidFill>
            <a:ln>
              <a:noFill/>
            </a:ln>
          </p:spPr>
        </p:sp>
        <p:sp>
          <p:nvSpPr>
            <p:cNvPr id="14678" name="Heatmap cell r58 c9"/>
            <p:cNvSpPr/>
            <p:nvPr/>
          </p:nvSpPr>
          <p:spPr>
            <a:xfrm>
              <a:off x="179919" y="1556772"/>
              <a:ext cx="19034" cy="28503"/>
            </a:xfrm>
            <a:prstGeom prst="rect">
              <a:avLst/>
            </a:prstGeom>
            <a:solidFill>
              <a:srgbClr val="BACADB"/>
            </a:solidFill>
            <a:ln>
              <a:noFill/>
            </a:ln>
          </p:spPr>
        </p:sp>
        <p:sp>
          <p:nvSpPr>
            <p:cNvPr id="14679" name="Heatmap cell r58 c10"/>
            <p:cNvSpPr/>
            <p:nvPr/>
          </p:nvSpPr>
          <p:spPr>
            <a:xfrm>
              <a:off x="198858" y="1556772"/>
              <a:ext cx="17140" cy="28503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</p:sp>
        <p:sp>
          <p:nvSpPr>
            <p:cNvPr id="14680" name="Heatmap cell r58 c11"/>
            <p:cNvSpPr/>
            <p:nvPr/>
          </p:nvSpPr>
          <p:spPr>
            <a:xfrm>
              <a:off x="215903" y="1556772"/>
              <a:ext cx="19034" cy="28503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14681" name="Heatmap cell r58 c12"/>
            <p:cNvSpPr/>
            <p:nvPr/>
          </p:nvSpPr>
          <p:spPr>
            <a:xfrm>
              <a:off x="234842" y="1556772"/>
              <a:ext cx="17140" cy="28503"/>
            </a:xfrm>
            <a:prstGeom prst="rect">
              <a:avLst/>
            </a:prstGeom>
            <a:solidFill>
              <a:srgbClr val="E7EBF1"/>
            </a:solidFill>
            <a:ln>
              <a:noFill/>
            </a:ln>
          </p:spPr>
        </p:sp>
        <p:sp>
          <p:nvSpPr>
            <p:cNvPr id="14682" name="Heatmap cell r58 c13"/>
            <p:cNvSpPr/>
            <p:nvPr/>
          </p:nvSpPr>
          <p:spPr>
            <a:xfrm>
              <a:off x="251887" y="1556772"/>
              <a:ext cx="19034" cy="28503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14683" name="Heatmap cell r58 c14"/>
            <p:cNvSpPr/>
            <p:nvPr/>
          </p:nvSpPr>
          <p:spPr>
            <a:xfrm>
              <a:off x="270825" y="1556772"/>
              <a:ext cx="17140" cy="28503"/>
            </a:xfrm>
            <a:prstGeom prst="rect">
              <a:avLst/>
            </a:prstGeom>
            <a:solidFill>
              <a:srgbClr val="85A1BE"/>
            </a:solidFill>
            <a:ln>
              <a:noFill/>
            </a:ln>
          </p:spPr>
        </p:sp>
        <p:sp>
          <p:nvSpPr>
            <p:cNvPr id="14684" name="Heatmap cell r58 c15"/>
            <p:cNvSpPr/>
            <p:nvPr/>
          </p:nvSpPr>
          <p:spPr>
            <a:xfrm>
              <a:off x="287870" y="1556772"/>
              <a:ext cx="19034" cy="28503"/>
            </a:xfrm>
            <a:prstGeom prst="rect">
              <a:avLst/>
            </a:prstGeom>
            <a:solidFill>
              <a:srgbClr val="F7DADC"/>
            </a:solidFill>
            <a:ln>
              <a:noFill/>
            </a:ln>
          </p:spPr>
        </p:sp>
        <p:sp>
          <p:nvSpPr>
            <p:cNvPr id="14685" name="Heatmap cell r58 c16"/>
            <p:cNvSpPr/>
            <p:nvPr/>
          </p:nvSpPr>
          <p:spPr>
            <a:xfrm>
              <a:off x="306809" y="1556772"/>
              <a:ext cx="17140" cy="28503"/>
            </a:xfrm>
            <a:prstGeom prst="rect">
              <a:avLst/>
            </a:prstGeom>
            <a:solidFill>
              <a:srgbClr val="F0BCC3"/>
            </a:solidFill>
            <a:ln>
              <a:noFill/>
            </a:ln>
          </p:spPr>
        </p:sp>
        <p:sp>
          <p:nvSpPr>
            <p:cNvPr id="14686" name="Heatmap cell r58 c17"/>
            <p:cNvSpPr/>
            <p:nvPr/>
          </p:nvSpPr>
          <p:spPr>
            <a:xfrm>
              <a:off x="323854" y="1556772"/>
              <a:ext cx="19034" cy="28503"/>
            </a:xfrm>
            <a:prstGeom prst="rect">
              <a:avLst/>
            </a:prstGeom>
            <a:solidFill>
              <a:srgbClr val="8FAAC5"/>
            </a:solidFill>
            <a:ln>
              <a:noFill/>
            </a:ln>
          </p:spPr>
        </p:sp>
        <p:sp>
          <p:nvSpPr>
            <p:cNvPr id="14687" name="Heatmap cell r58 c18"/>
            <p:cNvSpPr/>
            <p:nvPr/>
          </p:nvSpPr>
          <p:spPr>
            <a:xfrm>
              <a:off x="342793" y="1556772"/>
              <a:ext cx="17140" cy="28503"/>
            </a:xfrm>
            <a:prstGeom prst="rect">
              <a:avLst/>
            </a:prstGeom>
            <a:solidFill>
              <a:srgbClr val="F4CDD0"/>
            </a:solidFill>
            <a:ln>
              <a:noFill/>
            </a:ln>
          </p:spPr>
        </p:sp>
        <p:sp>
          <p:nvSpPr>
            <p:cNvPr id="14688" name="Heatmap cell r58 c19"/>
            <p:cNvSpPr/>
            <p:nvPr/>
          </p:nvSpPr>
          <p:spPr>
            <a:xfrm>
              <a:off x="359838" y="1556772"/>
              <a:ext cx="19034" cy="28503"/>
            </a:xfrm>
            <a:prstGeom prst="rect">
              <a:avLst/>
            </a:prstGeom>
            <a:solidFill>
              <a:srgbClr val="346494"/>
            </a:solidFill>
            <a:ln>
              <a:noFill/>
            </a:ln>
          </p:spPr>
        </p:sp>
        <p:sp>
          <p:nvSpPr>
            <p:cNvPr id="14689" name="Heatmap cell r58 c20"/>
            <p:cNvSpPr/>
            <p:nvPr/>
          </p:nvSpPr>
          <p:spPr>
            <a:xfrm>
              <a:off x="378777" y="1556772"/>
              <a:ext cx="17140" cy="28503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14690" name="Heatmap cell r58 c21"/>
            <p:cNvSpPr/>
            <p:nvPr/>
          </p:nvSpPr>
          <p:spPr>
            <a:xfrm>
              <a:off x="395822" y="1556772"/>
              <a:ext cx="19034" cy="28503"/>
            </a:xfrm>
            <a:prstGeom prst="rect">
              <a:avLst/>
            </a:prstGeom>
            <a:solidFill>
              <a:srgbClr val="F4CED1"/>
            </a:solidFill>
            <a:ln>
              <a:noFill/>
            </a:ln>
          </p:spPr>
        </p:sp>
        <p:sp>
          <p:nvSpPr>
            <p:cNvPr id="14691" name="Heatmap cell r58 c22"/>
            <p:cNvSpPr/>
            <p:nvPr/>
          </p:nvSpPr>
          <p:spPr>
            <a:xfrm>
              <a:off x="414760" y="1556772"/>
              <a:ext cx="19034" cy="28503"/>
            </a:xfrm>
            <a:prstGeom prst="rect">
              <a:avLst/>
            </a:prstGeom>
            <a:solidFill>
              <a:srgbClr val="83A0BD"/>
            </a:solidFill>
            <a:ln>
              <a:noFill/>
            </a:ln>
          </p:spPr>
        </p:sp>
        <p:sp>
          <p:nvSpPr>
            <p:cNvPr id="14692" name="Heatmap cell r58 c23"/>
            <p:cNvSpPr/>
            <p:nvPr/>
          </p:nvSpPr>
          <p:spPr>
            <a:xfrm>
              <a:off x="433699" y="1556772"/>
              <a:ext cx="17140" cy="28503"/>
            </a:xfrm>
            <a:prstGeom prst="rect">
              <a:avLst/>
            </a:prstGeom>
            <a:solidFill>
              <a:srgbClr val="F8DEE0"/>
            </a:solidFill>
            <a:ln>
              <a:noFill/>
            </a:ln>
          </p:spPr>
        </p:sp>
        <p:sp>
          <p:nvSpPr>
            <p:cNvPr id="14693" name="Heatmap cell r58 c24"/>
            <p:cNvSpPr/>
            <p:nvPr/>
          </p:nvSpPr>
          <p:spPr>
            <a:xfrm>
              <a:off x="450744" y="1556772"/>
              <a:ext cx="19034" cy="28503"/>
            </a:xfrm>
            <a:prstGeom prst="rect">
              <a:avLst/>
            </a:prstGeom>
            <a:solidFill>
              <a:srgbClr val="EDB0B6"/>
            </a:solidFill>
            <a:ln>
              <a:noFill/>
            </a:ln>
          </p:spPr>
        </p:sp>
        <p:sp>
          <p:nvSpPr>
            <p:cNvPr id="14694" name="Heatmap cell r58 c25"/>
            <p:cNvSpPr/>
            <p:nvPr/>
          </p:nvSpPr>
          <p:spPr>
            <a:xfrm>
              <a:off x="469683" y="1556772"/>
              <a:ext cx="17140" cy="28503"/>
            </a:xfrm>
            <a:prstGeom prst="rect">
              <a:avLst/>
            </a:prstGeom>
            <a:solidFill>
              <a:srgbClr val="7696B8"/>
            </a:solidFill>
            <a:ln>
              <a:noFill/>
            </a:ln>
          </p:spPr>
        </p:sp>
        <p:sp>
          <p:nvSpPr>
            <p:cNvPr id="14695" name="Heatmap cell r58 c26"/>
            <p:cNvSpPr/>
            <p:nvPr/>
          </p:nvSpPr>
          <p:spPr>
            <a:xfrm>
              <a:off x="486728" y="1556772"/>
              <a:ext cx="19034" cy="28503"/>
            </a:xfrm>
            <a:prstGeom prst="rect">
              <a:avLst/>
            </a:prstGeom>
            <a:solidFill>
              <a:srgbClr val="E78992"/>
            </a:solidFill>
            <a:ln>
              <a:noFill/>
            </a:ln>
          </p:spPr>
        </p:sp>
        <p:sp>
          <p:nvSpPr>
            <p:cNvPr id="14696" name="Heatmap cell r58 c27"/>
            <p:cNvSpPr/>
            <p:nvPr/>
          </p:nvSpPr>
          <p:spPr>
            <a:xfrm>
              <a:off x="505667" y="1556772"/>
              <a:ext cx="17140" cy="28503"/>
            </a:xfrm>
            <a:prstGeom prst="rect">
              <a:avLst/>
            </a:prstGeom>
            <a:solidFill>
              <a:srgbClr val="F8E1E3"/>
            </a:solidFill>
            <a:ln>
              <a:noFill/>
            </a:ln>
          </p:spPr>
        </p:sp>
        <p:sp>
          <p:nvSpPr>
            <p:cNvPr id="14697" name="Heatmap cell r58 c28"/>
            <p:cNvSpPr/>
            <p:nvPr/>
          </p:nvSpPr>
          <p:spPr>
            <a:xfrm>
              <a:off x="522712" y="1556772"/>
              <a:ext cx="19034" cy="28503"/>
            </a:xfrm>
            <a:prstGeom prst="rect">
              <a:avLst/>
            </a:prstGeom>
            <a:solidFill>
              <a:srgbClr val="EFB8BC"/>
            </a:solidFill>
            <a:ln>
              <a:noFill/>
            </a:ln>
          </p:spPr>
        </p:sp>
        <p:sp>
          <p:nvSpPr>
            <p:cNvPr id="14698" name="Heatmap cell r58 c29"/>
            <p:cNvSpPr/>
            <p:nvPr/>
          </p:nvSpPr>
          <p:spPr>
            <a:xfrm>
              <a:off x="541651" y="1556772"/>
              <a:ext cx="17140" cy="28503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14699" name="Heatmap cell r58 c30"/>
            <p:cNvSpPr/>
            <p:nvPr/>
          </p:nvSpPr>
          <p:spPr>
            <a:xfrm>
              <a:off x="558696" y="1556772"/>
              <a:ext cx="19034" cy="28503"/>
            </a:xfrm>
            <a:prstGeom prst="rect">
              <a:avLst/>
            </a:prstGeom>
            <a:solidFill>
              <a:srgbClr val="EBEFF5"/>
            </a:solidFill>
            <a:ln>
              <a:noFill/>
            </a:ln>
          </p:spPr>
        </p:sp>
        <p:sp>
          <p:nvSpPr>
            <p:cNvPr id="14700" name="Heatmap cell r58 c31"/>
            <p:cNvSpPr/>
            <p:nvPr/>
          </p:nvSpPr>
          <p:spPr>
            <a:xfrm>
              <a:off x="577634" y="1556772"/>
              <a:ext cx="17140" cy="28503"/>
            </a:xfrm>
            <a:prstGeom prst="rect">
              <a:avLst/>
            </a:prstGeom>
            <a:solidFill>
              <a:srgbClr val="F9E8E9"/>
            </a:solidFill>
            <a:ln>
              <a:noFill/>
            </a:ln>
          </p:spPr>
        </p:sp>
        <p:sp>
          <p:nvSpPr>
            <p:cNvPr id="14701" name="Heatmap cell r58 c32"/>
            <p:cNvSpPr/>
            <p:nvPr/>
          </p:nvSpPr>
          <p:spPr>
            <a:xfrm>
              <a:off x="594679" y="1556772"/>
              <a:ext cx="19034" cy="28503"/>
            </a:xfrm>
            <a:prstGeom prst="rect">
              <a:avLst/>
            </a:prstGeom>
            <a:solidFill>
              <a:srgbClr val="F7DCDF"/>
            </a:solidFill>
            <a:ln>
              <a:noFill/>
            </a:ln>
          </p:spPr>
        </p:sp>
        <p:sp>
          <p:nvSpPr>
            <p:cNvPr id="14702" name="Heatmap cell r58 c33"/>
            <p:cNvSpPr/>
            <p:nvPr/>
          </p:nvSpPr>
          <p:spPr>
            <a:xfrm>
              <a:off x="613618" y="1556772"/>
              <a:ext cx="17140" cy="28503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14703" name="Heatmap cell r58 c34"/>
            <p:cNvSpPr/>
            <p:nvPr/>
          </p:nvSpPr>
          <p:spPr>
            <a:xfrm>
              <a:off x="630663" y="1556772"/>
              <a:ext cx="19034" cy="28503"/>
            </a:xfrm>
            <a:prstGeom prst="rect">
              <a:avLst/>
            </a:prstGeom>
            <a:solidFill>
              <a:srgbClr val="DDE4EC"/>
            </a:solidFill>
            <a:ln>
              <a:noFill/>
            </a:ln>
          </p:spPr>
        </p:sp>
        <p:sp>
          <p:nvSpPr>
            <p:cNvPr id="14704" name="Heatmap cell r58 c35"/>
            <p:cNvSpPr/>
            <p:nvPr/>
          </p:nvSpPr>
          <p:spPr>
            <a:xfrm>
              <a:off x="649602" y="1556772"/>
              <a:ext cx="19034" cy="28503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14705" name="Heatmap cell r58 c36"/>
            <p:cNvSpPr/>
            <p:nvPr/>
          </p:nvSpPr>
          <p:spPr>
            <a:xfrm>
              <a:off x="668541" y="1556772"/>
              <a:ext cx="17140" cy="28503"/>
            </a:xfrm>
            <a:prstGeom prst="rect">
              <a:avLst/>
            </a:prstGeom>
            <a:solidFill>
              <a:srgbClr val="D0DBE6"/>
            </a:solidFill>
            <a:ln>
              <a:noFill/>
            </a:ln>
          </p:spPr>
        </p:sp>
        <p:sp>
          <p:nvSpPr>
            <p:cNvPr id="14706" name="Heatmap cell r58 c37"/>
            <p:cNvSpPr/>
            <p:nvPr/>
          </p:nvSpPr>
          <p:spPr>
            <a:xfrm>
              <a:off x="685586" y="1556772"/>
              <a:ext cx="19034" cy="28503"/>
            </a:xfrm>
            <a:prstGeom prst="rect">
              <a:avLst/>
            </a:prstGeom>
            <a:solidFill>
              <a:srgbClr val="D5DFEA"/>
            </a:solidFill>
            <a:ln>
              <a:noFill/>
            </a:ln>
          </p:spPr>
        </p:sp>
        <p:sp>
          <p:nvSpPr>
            <p:cNvPr id="14707" name="Heatmap cell r58 c39"/>
            <p:cNvSpPr/>
            <p:nvPr/>
          </p:nvSpPr>
          <p:spPr>
            <a:xfrm>
              <a:off x="721570" y="1556772"/>
              <a:ext cx="19034" cy="28503"/>
            </a:xfrm>
            <a:prstGeom prst="rect">
              <a:avLst/>
            </a:prstGeom>
            <a:solidFill>
              <a:srgbClr val="F1C0C4"/>
            </a:solidFill>
            <a:ln>
              <a:noFill/>
            </a:ln>
          </p:spPr>
        </p:sp>
        <p:sp>
          <p:nvSpPr>
            <p:cNvPr id="14708" name="Heatmap cell r58 c40"/>
            <p:cNvSpPr/>
            <p:nvPr/>
          </p:nvSpPr>
          <p:spPr>
            <a:xfrm>
              <a:off x="740508" y="1556772"/>
              <a:ext cx="17140" cy="28503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14709" name="Heatmap cell r58 c41"/>
            <p:cNvSpPr/>
            <p:nvPr/>
          </p:nvSpPr>
          <p:spPr>
            <a:xfrm>
              <a:off x="757553" y="1556772"/>
              <a:ext cx="19034" cy="28503"/>
            </a:xfrm>
            <a:prstGeom prst="rect">
              <a:avLst/>
            </a:prstGeom>
            <a:solidFill>
              <a:srgbClr val="7E9EBB"/>
            </a:solidFill>
            <a:ln>
              <a:noFill/>
            </a:ln>
          </p:spPr>
        </p:sp>
        <p:sp>
          <p:nvSpPr>
            <p:cNvPr id="14710" name="Heatmap cell r58 c42"/>
            <p:cNvSpPr/>
            <p:nvPr/>
          </p:nvSpPr>
          <p:spPr>
            <a:xfrm>
              <a:off x="776492" y="1556772"/>
              <a:ext cx="17140" cy="28503"/>
            </a:xfrm>
            <a:prstGeom prst="rect">
              <a:avLst/>
            </a:prstGeom>
            <a:solidFill>
              <a:srgbClr val="96AFC7"/>
            </a:solidFill>
            <a:ln>
              <a:noFill/>
            </a:ln>
          </p:spPr>
        </p:sp>
        <p:sp>
          <p:nvSpPr>
            <p:cNvPr id="14711" name="Heatmap cell r58 c43"/>
            <p:cNvSpPr/>
            <p:nvPr/>
          </p:nvSpPr>
          <p:spPr>
            <a:xfrm>
              <a:off x="793537" y="1556772"/>
              <a:ext cx="19034" cy="28503"/>
            </a:xfrm>
            <a:prstGeom prst="rect">
              <a:avLst/>
            </a:prstGeom>
            <a:solidFill>
              <a:srgbClr val="E9969F"/>
            </a:solidFill>
            <a:ln>
              <a:noFill/>
            </a:ln>
          </p:spPr>
        </p:sp>
        <p:sp>
          <p:nvSpPr>
            <p:cNvPr id="14712" name="Heatmap cell r58 c44"/>
            <p:cNvSpPr/>
            <p:nvPr/>
          </p:nvSpPr>
          <p:spPr>
            <a:xfrm>
              <a:off x="812476" y="1556772"/>
              <a:ext cx="17140" cy="28503"/>
            </a:xfrm>
            <a:prstGeom prst="rect">
              <a:avLst/>
            </a:prstGeom>
            <a:solidFill>
              <a:srgbClr val="7696B7"/>
            </a:solidFill>
            <a:ln>
              <a:noFill/>
            </a:ln>
          </p:spPr>
        </p:sp>
        <p:sp>
          <p:nvSpPr>
            <p:cNvPr id="14713" name="Heatmap cell r58 c45"/>
            <p:cNvSpPr/>
            <p:nvPr/>
          </p:nvSpPr>
          <p:spPr>
            <a:xfrm>
              <a:off x="829521" y="1556772"/>
              <a:ext cx="19034" cy="28503"/>
            </a:xfrm>
            <a:prstGeom prst="rect">
              <a:avLst/>
            </a:prstGeom>
            <a:solidFill>
              <a:srgbClr val="F7D9DB"/>
            </a:solidFill>
            <a:ln>
              <a:noFill/>
            </a:ln>
          </p:spPr>
        </p:sp>
        <p:sp>
          <p:nvSpPr>
            <p:cNvPr id="14714" name="Heatmap cell r58 c47"/>
            <p:cNvSpPr/>
            <p:nvPr/>
          </p:nvSpPr>
          <p:spPr>
            <a:xfrm>
              <a:off x="865505" y="1556772"/>
              <a:ext cx="19034" cy="28503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14715" name="Heatmap cell r58 c48"/>
            <p:cNvSpPr/>
            <p:nvPr/>
          </p:nvSpPr>
          <p:spPr>
            <a:xfrm>
              <a:off x="884444" y="1556772"/>
              <a:ext cx="19034" cy="28503"/>
            </a:xfrm>
            <a:prstGeom prst="rect">
              <a:avLst/>
            </a:prstGeom>
            <a:solidFill>
              <a:srgbClr val="1F558A"/>
            </a:solidFill>
            <a:ln>
              <a:noFill/>
            </a:ln>
          </p:spPr>
        </p:sp>
        <p:sp>
          <p:nvSpPr>
            <p:cNvPr id="14716" name="Heatmap cell r58 c49"/>
            <p:cNvSpPr/>
            <p:nvPr/>
          </p:nvSpPr>
          <p:spPr>
            <a:xfrm>
              <a:off x="903382" y="1556772"/>
              <a:ext cx="17140" cy="28503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14717" name="Heatmap cell r58 c50"/>
            <p:cNvSpPr/>
            <p:nvPr/>
          </p:nvSpPr>
          <p:spPr>
            <a:xfrm>
              <a:off x="920427" y="1556772"/>
              <a:ext cx="19034" cy="28503"/>
            </a:xfrm>
            <a:prstGeom prst="rect">
              <a:avLst/>
            </a:prstGeom>
            <a:solidFill>
              <a:srgbClr val="E48189"/>
            </a:solidFill>
            <a:ln>
              <a:noFill/>
            </a:ln>
          </p:spPr>
        </p:sp>
        <p:sp>
          <p:nvSpPr>
            <p:cNvPr id="14718" name="Heatmap cell r58 c51"/>
            <p:cNvSpPr/>
            <p:nvPr/>
          </p:nvSpPr>
          <p:spPr>
            <a:xfrm>
              <a:off x="939366" y="1556772"/>
              <a:ext cx="17140" cy="28503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14719" name="Heatmap cell r58 c52"/>
            <p:cNvSpPr/>
            <p:nvPr/>
          </p:nvSpPr>
          <p:spPr>
            <a:xfrm>
              <a:off x="956411" y="1556772"/>
              <a:ext cx="19034" cy="28503"/>
            </a:xfrm>
            <a:prstGeom prst="rect">
              <a:avLst/>
            </a:prstGeom>
            <a:solidFill>
              <a:srgbClr val="F0F5F8"/>
            </a:solidFill>
            <a:ln>
              <a:noFill/>
            </a:ln>
          </p:spPr>
        </p:sp>
        <p:sp>
          <p:nvSpPr>
            <p:cNvPr id="14720" name="Heatmap cell r58 c53"/>
            <p:cNvSpPr/>
            <p:nvPr/>
          </p:nvSpPr>
          <p:spPr>
            <a:xfrm>
              <a:off x="975350" y="1556772"/>
              <a:ext cx="17140" cy="28503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14721" name="Heatmap cell r58 c54"/>
            <p:cNvSpPr/>
            <p:nvPr/>
          </p:nvSpPr>
          <p:spPr>
            <a:xfrm>
              <a:off x="992395" y="1556772"/>
              <a:ext cx="19034" cy="28503"/>
            </a:xfrm>
            <a:prstGeom prst="rect">
              <a:avLst/>
            </a:prstGeom>
            <a:solidFill>
              <a:srgbClr val="EA9CA1"/>
            </a:solidFill>
            <a:ln>
              <a:noFill/>
            </a:ln>
          </p:spPr>
        </p:sp>
        <p:sp>
          <p:nvSpPr>
            <p:cNvPr id="14722" name="Heatmap cell r58 c55"/>
            <p:cNvSpPr/>
            <p:nvPr/>
          </p:nvSpPr>
          <p:spPr>
            <a:xfrm>
              <a:off x="1011334" y="1556772"/>
              <a:ext cx="17140" cy="28503"/>
            </a:xfrm>
            <a:prstGeom prst="rect">
              <a:avLst/>
            </a:prstGeom>
            <a:solidFill>
              <a:srgbClr val="C8D5E2"/>
            </a:solidFill>
            <a:ln>
              <a:noFill/>
            </a:ln>
          </p:spPr>
        </p:sp>
        <p:sp>
          <p:nvSpPr>
            <p:cNvPr id="14723" name="Heatmap cell r58 c56"/>
            <p:cNvSpPr/>
            <p:nvPr/>
          </p:nvSpPr>
          <p:spPr>
            <a:xfrm>
              <a:off x="1028379" y="1556772"/>
              <a:ext cx="19034" cy="28503"/>
            </a:xfrm>
            <a:prstGeom prst="rect">
              <a:avLst/>
            </a:prstGeom>
            <a:solidFill>
              <a:srgbClr val="EFB8BC"/>
            </a:solidFill>
            <a:ln>
              <a:noFill/>
            </a:ln>
          </p:spPr>
        </p:sp>
        <p:sp>
          <p:nvSpPr>
            <p:cNvPr id="14724" name="Heatmap cell r58 c57"/>
            <p:cNvSpPr/>
            <p:nvPr/>
          </p:nvSpPr>
          <p:spPr>
            <a:xfrm>
              <a:off x="1047318" y="1556772"/>
              <a:ext cx="17140" cy="28503"/>
            </a:xfrm>
            <a:prstGeom prst="rect">
              <a:avLst/>
            </a:prstGeom>
            <a:solidFill>
              <a:srgbClr val="F9E7E8"/>
            </a:solidFill>
            <a:ln>
              <a:noFill/>
            </a:ln>
          </p:spPr>
        </p:sp>
        <p:sp>
          <p:nvSpPr>
            <p:cNvPr id="14725" name="Heatmap cell r58 c58"/>
            <p:cNvSpPr/>
            <p:nvPr/>
          </p:nvSpPr>
          <p:spPr>
            <a:xfrm>
              <a:off x="1064363" y="1556772"/>
              <a:ext cx="19034" cy="28503"/>
            </a:xfrm>
            <a:prstGeom prst="rect">
              <a:avLst/>
            </a:prstGeom>
            <a:solidFill>
              <a:srgbClr val="F4CCD1"/>
            </a:solidFill>
            <a:ln>
              <a:noFill/>
            </a:ln>
          </p:spPr>
        </p:sp>
        <p:sp>
          <p:nvSpPr>
            <p:cNvPr id="14726" name="Heatmap cell r58 c59"/>
            <p:cNvSpPr/>
            <p:nvPr/>
          </p:nvSpPr>
          <p:spPr>
            <a:xfrm>
              <a:off x="1083301" y="1556772"/>
              <a:ext cx="17140" cy="28503"/>
            </a:xfrm>
            <a:prstGeom prst="rect">
              <a:avLst/>
            </a:prstGeom>
            <a:solidFill>
              <a:srgbClr val="C4D2DF"/>
            </a:solidFill>
            <a:ln>
              <a:noFill/>
            </a:ln>
          </p:spPr>
        </p:sp>
        <p:sp>
          <p:nvSpPr>
            <p:cNvPr id="14727" name="Heatmap cell r58 c60"/>
            <p:cNvSpPr/>
            <p:nvPr/>
          </p:nvSpPr>
          <p:spPr>
            <a:xfrm>
              <a:off x="1100346" y="1556772"/>
              <a:ext cx="19034" cy="28503"/>
            </a:xfrm>
            <a:prstGeom prst="rect">
              <a:avLst/>
            </a:prstGeom>
            <a:solidFill>
              <a:srgbClr val="E68791"/>
            </a:solidFill>
            <a:ln>
              <a:noFill/>
            </a:ln>
          </p:spPr>
        </p:sp>
        <p:sp>
          <p:nvSpPr>
            <p:cNvPr id="14728" name="Heatmap cell r58 c61"/>
            <p:cNvSpPr/>
            <p:nvPr/>
          </p:nvSpPr>
          <p:spPr>
            <a:xfrm>
              <a:off x="1119285" y="1556772"/>
              <a:ext cx="19034" cy="28503"/>
            </a:xfrm>
            <a:prstGeom prst="rect">
              <a:avLst/>
            </a:prstGeom>
            <a:solidFill>
              <a:srgbClr val="F1BEC3"/>
            </a:solidFill>
            <a:ln>
              <a:noFill/>
            </a:ln>
          </p:spPr>
        </p:sp>
        <p:sp>
          <p:nvSpPr>
            <p:cNvPr id="14729" name="Heatmap cell r58 c62"/>
            <p:cNvSpPr/>
            <p:nvPr/>
          </p:nvSpPr>
          <p:spPr>
            <a:xfrm>
              <a:off x="1138224" y="1556772"/>
              <a:ext cx="17140" cy="28503"/>
            </a:xfrm>
            <a:prstGeom prst="rect">
              <a:avLst/>
            </a:prstGeom>
            <a:solidFill>
              <a:srgbClr val="F8E1E3"/>
            </a:solidFill>
            <a:ln>
              <a:noFill/>
            </a:ln>
          </p:spPr>
        </p:sp>
        <p:sp>
          <p:nvSpPr>
            <p:cNvPr id="14730" name="Heatmap cell r58 c63"/>
            <p:cNvSpPr/>
            <p:nvPr/>
          </p:nvSpPr>
          <p:spPr>
            <a:xfrm>
              <a:off x="1155269" y="1556772"/>
              <a:ext cx="19034" cy="28503"/>
            </a:xfrm>
            <a:prstGeom prst="rect">
              <a:avLst/>
            </a:prstGeom>
            <a:solidFill>
              <a:srgbClr val="F8DDDF"/>
            </a:solidFill>
            <a:ln>
              <a:noFill/>
            </a:ln>
          </p:spPr>
        </p:sp>
        <p:sp>
          <p:nvSpPr>
            <p:cNvPr id="14731" name="Heatmap cell r58 c64"/>
            <p:cNvSpPr/>
            <p:nvPr/>
          </p:nvSpPr>
          <p:spPr>
            <a:xfrm>
              <a:off x="1174208" y="1556772"/>
              <a:ext cx="17140" cy="28503"/>
            </a:xfrm>
            <a:prstGeom prst="rect">
              <a:avLst/>
            </a:prstGeom>
            <a:solidFill>
              <a:srgbClr val="ADC2D4"/>
            </a:solidFill>
            <a:ln>
              <a:noFill/>
            </a:ln>
          </p:spPr>
        </p:sp>
        <p:sp>
          <p:nvSpPr>
            <p:cNvPr id="14732" name="Heatmap cell r58 c65"/>
            <p:cNvSpPr/>
            <p:nvPr/>
          </p:nvSpPr>
          <p:spPr>
            <a:xfrm>
              <a:off x="1191253" y="1556772"/>
              <a:ext cx="19034" cy="28503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14733" name="Heatmap cell r58 c66"/>
            <p:cNvSpPr/>
            <p:nvPr/>
          </p:nvSpPr>
          <p:spPr>
            <a:xfrm>
              <a:off x="1210192" y="1556772"/>
              <a:ext cx="17140" cy="28503"/>
            </a:xfrm>
            <a:prstGeom prst="rect">
              <a:avLst/>
            </a:prstGeom>
            <a:solidFill>
              <a:srgbClr val="F5D1D4"/>
            </a:solidFill>
            <a:ln>
              <a:noFill/>
            </a:ln>
          </p:spPr>
        </p:sp>
        <p:sp>
          <p:nvSpPr>
            <p:cNvPr id="14734" name="Heatmap cell r58 c67"/>
            <p:cNvSpPr/>
            <p:nvPr/>
          </p:nvSpPr>
          <p:spPr>
            <a:xfrm>
              <a:off x="1227236" y="1556772"/>
              <a:ext cx="19034" cy="28503"/>
            </a:xfrm>
            <a:prstGeom prst="rect">
              <a:avLst/>
            </a:prstGeom>
            <a:solidFill>
              <a:srgbClr val="C6D4E1"/>
            </a:solidFill>
            <a:ln>
              <a:noFill/>
            </a:ln>
          </p:spPr>
        </p:sp>
        <p:sp>
          <p:nvSpPr>
            <p:cNvPr id="14735" name="Heatmap cell r58 c68"/>
            <p:cNvSpPr/>
            <p:nvPr/>
          </p:nvSpPr>
          <p:spPr>
            <a:xfrm>
              <a:off x="1246175" y="1556772"/>
              <a:ext cx="17140" cy="28503"/>
            </a:xfrm>
            <a:prstGeom prst="rect">
              <a:avLst/>
            </a:prstGeom>
            <a:solidFill>
              <a:srgbClr val="F1C2C6"/>
            </a:solidFill>
            <a:ln>
              <a:noFill/>
            </a:ln>
          </p:spPr>
        </p:sp>
        <p:sp>
          <p:nvSpPr>
            <p:cNvPr id="14736" name="Heatmap cell r58 c69"/>
            <p:cNvSpPr/>
            <p:nvPr/>
          </p:nvSpPr>
          <p:spPr>
            <a:xfrm>
              <a:off x="1263220" y="1556772"/>
              <a:ext cx="19034" cy="28503"/>
            </a:xfrm>
            <a:prstGeom prst="rect">
              <a:avLst/>
            </a:prstGeom>
            <a:solidFill>
              <a:srgbClr val="F1C2C6"/>
            </a:solidFill>
            <a:ln>
              <a:noFill/>
            </a:ln>
          </p:spPr>
        </p:sp>
        <p:sp>
          <p:nvSpPr>
            <p:cNvPr id="14737" name="Heatmap cell r58 c70"/>
            <p:cNvSpPr/>
            <p:nvPr/>
          </p:nvSpPr>
          <p:spPr>
            <a:xfrm>
              <a:off x="1282159" y="1556772"/>
              <a:ext cx="17140" cy="28503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14738" name="Heatmap cell r58 c71"/>
            <p:cNvSpPr/>
            <p:nvPr/>
          </p:nvSpPr>
          <p:spPr>
            <a:xfrm>
              <a:off x="1299204" y="1556772"/>
              <a:ext cx="19034" cy="28503"/>
            </a:xfrm>
            <a:prstGeom prst="rect">
              <a:avLst/>
            </a:prstGeom>
            <a:solidFill>
              <a:srgbClr val="EEB1B7"/>
            </a:solidFill>
            <a:ln>
              <a:noFill/>
            </a:ln>
          </p:spPr>
        </p:sp>
        <p:sp>
          <p:nvSpPr>
            <p:cNvPr id="14739" name="Heatmap cell r58 c72"/>
            <p:cNvSpPr/>
            <p:nvPr/>
          </p:nvSpPr>
          <p:spPr>
            <a:xfrm>
              <a:off x="1318143" y="1556772"/>
              <a:ext cx="17140" cy="28503"/>
            </a:xfrm>
            <a:prstGeom prst="rect">
              <a:avLst/>
            </a:prstGeom>
            <a:solidFill>
              <a:srgbClr val="ACC0D3"/>
            </a:solidFill>
            <a:ln>
              <a:noFill/>
            </a:ln>
          </p:spPr>
        </p:sp>
        <p:sp>
          <p:nvSpPr>
            <p:cNvPr id="14740" name="Heatmap cell r58 c73"/>
            <p:cNvSpPr/>
            <p:nvPr/>
          </p:nvSpPr>
          <p:spPr>
            <a:xfrm>
              <a:off x="1335188" y="1556772"/>
              <a:ext cx="19034" cy="28503"/>
            </a:xfrm>
            <a:prstGeom prst="rect">
              <a:avLst/>
            </a:prstGeom>
            <a:solidFill>
              <a:srgbClr val="EFB9BE"/>
            </a:solidFill>
            <a:ln>
              <a:noFill/>
            </a:ln>
          </p:spPr>
        </p:sp>
        <p:sp>
          <p:nvSpPr>
            <p:cNvPr id="14741" name="Heatmap cell r58 c74"/>
            <p:cNvSpPr/>
            <p:nvPr/>
          </p:nvSpPr>
          <p:spPr>
            <a:xfrm>
              <a:off x="1354127" y="1556772"/>
              <a:ext cx="17140" cy="28503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14742" name="Heatmap cell r58 c75"/>
            <p:cNvSpPr/>
            <p:nvPr/>
          </p:nvSpPr>
          <p:spPr>
            <a:xfrm>
              <a:off x="1371172" y="1556772"/>
              <a:ext cx="19034" cy="28503"/>
            </a:xfrm>
            <a:prstGeom prst="rect">
              <a:avLst/>
            </a:prstGeom>
            <a:solidFill>
              <a:srgbClr val="FBF0F1"/>
            </a:solidFill>
            <a:ln>
              <a:noFill/>
            </a:ln>
          </p:spPr>
        </p:sp>
        <p:sp>
          <p:nvSpPr>
            <p:cNvPr id="14743" name="Heatmap cell r58 c76"/>
            <p:cNvSpPr/>
            <p:nvPr/>
          </p:nvSpPr>
          <p:spPr>
            <a:xfrm>
              <a:off x="1390110" y="1556772"/>
              <a:ext cx="19034" cy="28503"/>
            </a:xfrm>
            <a:prstGeom prst="rect">
              <a:avLst/>
            </a:prstGeom>
            <a:solidFill>
              <a:srgbClr val="EBA3AB"/>
            </a:solidFill>
            <a:ln>
              <a:noFill/>
            </a:ln>
          </p:spPr>
        </p:sp>
        <p:sp>
          <p:nvSpPr>
            <p:cNvPr id="14744" name="Heatmap cell r58 c77"/>
            <p:cNvSpPr/>
            <p:nvPr/>
          </p:nvSpPr>
          <p:spPr>
            <a:xfrm>
              <a:off x="1409049" y="1556772"/>
              <a:ext cx="17140" cy="28503"/>
            </a:xfrm>
            <a:prstGeom prst="rect">
              <a:avLst/>
            </a:prstGeom>
            <a:solidFill>
              <a:srgbClr val="E68892"/>
            </a:solidFill>
            <a:ln>
              <a:noFill/>
            </a:ln>
          </p:spPr>
        </p:sp>
        <p:sp>
          <p:nvSpPr>
            <p:cNvPr id="14745" name="Heatmap cell r58 c79"/>
            <p:cNvSpPr/>
            <p:nvPr/>
          </p:nvSpPr>
          <p:spPr>
            <a:xfrm>
              <a:off x="1445033" y="1556772"/>
              <a:ext cx="17140" cy="28503"/>
            </a:xfrm>
            <a:prstGeom prst="rect">
              <a:avLst/>
            </a:prstGeom>
            <a:solidFill>
              <a:srgbClr val="9BB3CA"/>
            </a:solidFill>
            <a:ln>
              <a:noFill/>
            </a:ln>
          </p:spPr>
        </p:sp>
        <p:sp>
          <p:nvSpPr>
            <p:cNvPr id="14746" name="Heatmap cell r58 c80"/>
            <p:cNvSpPr/>
            <p:nvPr/>
          </p:nvSpPr>
          <p:spPr>
            <a:xfrm>
              <a:off x="1462078" y="1556772"/>
              <a:ext cx="19034" cy="28503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14747" name="Heatmap cell r58 c81"/>
            <p:cNvSpPr/>
            <p:nvPr/>
          </p:nvSpPr>
          <p:spPr>
            <a:xfrm>
              <a:off x="1481017" y="1556772"/>
              <a:ext cx="17140" cy="28503"/>
            </a:xfrm>
            <a:prstGeom prst="rect">
              <a:avLst/>
            </a:prstGeom>
            <a:solidFill>
              <a:srgbClr val="FBF0F1"/>
            </a:solidFill>
            <a:ln>
              <a:noFill/>
            </a:ln>
          </p:spPr>
        </p:sp>
        <p:sp>
          <p:nvSpPr>
            <p:cNvPr id="14748" name="Heatmap cell r58 c82"/>
            <p:cNvSpPr/>
            <p:nvPr/>
          </p:nvSpPr>
          <p:spPr>
            <a:xfrm>
              <a:off x="1498062" y="1556772"/>
              <a:ext cx="19034" cy="28503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14749" name="Heatmap cell r58 c83"/>
            <p:cNvSpPr/>
            <p:nvPr/>
          </p:nvSpPr>
          <p:spPr>
            <a:xfrm>
              <a:off x="1517001" y="1556772"/>
              <a:ext cx="17140" cy="28503"/>
            </a:xfrm>
            <a:prstGeom prst="rect">
              <a:avLst/>
            </a:prstGeom>
            <a:solidFill>
              <a:srgbClr val="F5CED2"/>
            </a:solidFill>
            <a:ln>
              <a:noFill/>
            </a:ln>
          </p:spPr>
        </p:sp>
        <p:sp>
          <p:nvSpPr>
            <p:cNvPr id="14750" name="Heatmap cell r58 c84"/>
            <p:cNvSpPr/>
            <p:nvPr/>
          </p:nvSpPr>
          <p:spPr>
            <a:xfrm>
              <a:off x="1534046" y="1556772"/>
              <a:ext cx="19034" cy="28503"/>
            </a:xfrm>
            <a:prstGeom prst="rect">
              <a:avLst/>
            </a:prstGeom>
            <a:solidFill>
              <a:srgbClr val="FBF3F4"/>
            </a:solidFill>
            <a:ln>
              <a:noFill/>
            </a:ln>
          </p:spPr>
        </p:sp>
        <p:sp>
          <p:nvSpPr>
            <p:cNvPr id="14751" name="Heatmap cell r58 c85"/>
            <p:cNvSpPr/>
            <p:nvPr/>
          </p:nvSpPr>
          <p:spPr>
            <a:xfrm>
              <a:off x="1552984" y="1556772"/>
              <a:ext cx="17140" cy="28503"/>
            </a:xfrm>
            <a:prstGeom prst="rect">
              <a:avLst/>
            </a:prstGeom>
            <a:solidFill>
              <a:srgbClr val="E9959D"/>
            </a:solidFill>
            <a:ln>
              <a:noFill/>
            </a:ln>
          </p:spPr>
        </p:sp>
        <p:sp>
          <p:nvSpPr>
            <p:cNvPr id="14752" name="Heatmap cell r58 c86"/>
            <p:cNvSpPr/>
            <p:nvPr/>
          </p:nvSpPr>
          <p:spPr>
            <a:xfrm>
              <a:off x="1570029" y="1556772"/>
              <a:ext cx="19034" cy="28503"/>
            </a:xfrm>
            <a:prstGeom prst="rect">
              <a:avLst/>
            </a:prstGeom>
            <a:solidFill>
              <a:srgbClr val="F1C0C4"/>
            </a:solidFill>
            <a:ln>
              <a:noFill/>
            </a:ln>
          </p:spPr>
        </p:sp>
        <p:sp>
          <p:nvSpPr>
            <p:cNvPr id="14753" name="Heatmap cell r58 c87"/>
            <p:cNvSpPr/>
            <p:nvPr/>
          </p:nvSpPr>
          <p:spPr>
            <a:xfrm>
              <a:off x="1588968" y="1556772"/>
              <a:ext cx="17140" cy="28503"/>
            </a:xfrm>
            <a:prstGeom prst="rect">
              <a:avLst/>
            </a:prstGeom>
            <a:solidFill>
              <a:srgbClr val="DFE7ED"/>
            </a:solidFill>
            <a:ln>
              <a:noFill/>
            </a:ln>
          </p:spPr>
        </p:sp>
        <p:sp>
          <p:nvSpPr>
            <p:cNvPr id="14754" name="Heatmap cell r58 c88"/>
            <p:cNvSpPr/>
            <p:nvPr/>
          </p:nvSpPr>
          <p:spPr>
            <a:xfrm>
              <a:off x="1606013" y="1556772"/>
              <a:ext cx="19034" cy="28503"/>
            </a:xfrm>
            <a:prstGeom prst="rect">
              <a:avLst/>
            </a:prstGeom>
            <a:solidFill>
              <a:srgbClr val="B5C5D7"/>
            </a:solidFill>
            <a:ln>
              <a:noFill/>
            </a:ln>
          </p:spPr>
        </p:sp>
        <p:sp>
          <p:nvSpPr>
            <p:cNvPr id="14755" name="Heatmap cell r58 c89"/>
            <p:cNvSpPr/>
            <p:nvPr/>
          </p:nvSpPr>
          <p:spPr>
            <a:xfrm>
              <a:off x="1624952" y="1556772"/>
              <a:ext cx="19034" cy="28503"/>
            </a:xfrm>
            <a:prstGeom prst="rect">
              <a:avLst/>
            </a:prstGeom>
            <a:solidFill>
              <a:srgbClr val="F8E9EA"/>
            </a:solidFill>
            <a:ln>
              <a:noFill/>
            </a:ln>
          </p:spPr>
        </p:sp>
        <p:sp>
          <p:nvSpPr>
            <p:cNvPr id="14756" name="Heatmap cell r58 c91"/>
            <p:cNvSpPr/>
            <p:nvPr/>
          </p:nvSpPr>
          <p:spPr>
            <a:xfrm>
              <a:off x="1660936" y="1556772"/>
              <a:ext cx="19034" cy="28503"/>
            </a:xfrm>
            <a:prstGeom prst="rect">
              <a:avLst/>
            </a:prstGeom>
            <a:solidFill>
              <a:srgbClr val="B9C9DB"/>
            </a:solidFill>
            <a:ln>
              <a:noFill/>
            </a:ln>
          </p:spPr>
        </p:sp>
        <p:sp>
          <p:nvSpPr>
            <p:cNvPr id="14757" name="Heatmap cell r58 c92"/>
            <p:cNvSpPr/>
            <p:nvPr/>
          </p:nvSpPr>
          <p:spPr>
            <a:xfrm>
              <a:off x="1679875" y="1556772"/>
              <a:ext cx="17140" cy="28503"/>
            </a:xfrm>
            <a:prstGeom prst="rect">
              <a:avLst/>
            </a:prstGeom>
            <a:solidFill>
              <a:srgbClr val="B8C8DA"/>
            </a:solidFill>
            <a:ln>
              <a:noFill/>
            </a:ln>
          </p:spPr>
        </p:sp>
        <p:sp>
          <p:nvSpPr>
            <p:cNvPr id="14758" name="Heatmap cell r58 c93"/>
            <p:cNvSpPr/>
            <p:nvPr/>
          </p:nvSpPr>
          <p:spPr>
            <a:xfrm>
              <a:off x="1696920" y="1556772"/>
              <a:ext cx="19034" cy="28503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14759" name="Heatmap cell r58 c94"/>
            <p:cNvSpPr/>
            <p:nvPr/>
          </p:nvSpPr>
          <p:spPr>
            <a:xfrm>
              <a:off x="1715858" y="1556772"/>
              <a:ext cx="17140" cy="28503"/>
            </a:xfrm>
            <a:prstGeom prst="rect">
              <a:avLst/>
            </a:prstGeom>
            <a:solidFill>
              <a:srgbClr val="F8E9EA"/>
            </a:solidFill>
            <a:ln>
              <a:noFill/>
            </a:ln>
          </p:spPr>
        </p:sp>
        <p:sp>
          <p:nvSpPr>
            <p:cNvPr id="14760" name="Heatmap cell r58 c95"/>
            <p:cNvSpPr/>
            <p:nvPr/>
          </p:nvSpPr>
          <p:spPr>
            <a:xfrm>
              <a:off x="1732903" y="1556772"/>
              <a:ext cx="19034" cy="28503"/>
            </a:xfrm>
            <a:prstGeom prst="rect">
              <a:avLst/>
            </a:prstGeom>
            <a:solidFill>
              <a:srgbClr val="EBA9AE"/>
            </a:solidFill>
            <a:ln>
              <a:noFill/>
            </a:ln>
          </p:spPr>
        </p:sp>
        <p:sp>
          <p:nvSpPr>
            <p:cNvPr id="14761" name="Heatmap cell r58 c96"/>
            <p:cNvSpPr/>
            <p:nvPr/>
          </p:nvSpPr>
          <p:spPr>
            <a:xfrm>
              <a:off x="1751842" y="1556772"/>
              <a:ext cx="17140" cy="28503"/>
            </a:xfrm>
            <a:prstGeom prst="rect">
              <a:avLst/>
            </a:prstGeom>
            <a:solidFill>
              <a:srgbClr val="EB9FA7"/>
            </a:solidFill>
            <a:ln>
              <a:noFill/>
            </a:ln>
          </p:spPr>
        </p:sp>
        <p:sp>
          <p:nvSpPr>
            <p:cNvPr id="14762" name="Heatmap cell r58 c97"/>
            <p:cNvSpPr/>
            <p:nvPr/>
          </p:nvSpPr>
          <p:spPr>
            <a:xfrm>
              <a:off x="1768887" y="1556772"/>
              <a:ext cx="19034" cy="28503"/>
            </a:xfrm>
            <a:prstGeom prst="rect">
              <a:avLst/>
            </a:prstGeom>
            <a:solidFill>
              <a:srgbClr val="EBA3AA"/>
            </a:solidFill>
            <a:ln>
              <a:noFill/>
            </a:ln>
          </p:spPr>
        </p:sp>
        <p:sp>
          <p:nvSpPr>
            <p:cNvPr id="14763" name="Heatmap cell r58 c98"/>
            <p:cNvSpPr/>
            <p:nvPr/>
          </p:nvSpPr>
          <p:spPr>
            <a:xfrm>
              <a:off x="1787826" y="1556772"/>
              <a:ext cx="17140" cy="28503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14764" name="Heatmap cell r58 c99"/>
            <p:cNvSpPr/>
            <p:nvPr/>
          </p:nvSpPr>
          <p:spPr>
            <a:xfrm>
              <a:off x="1804871" y="1556772"/>
              <a:ext cx="19034" cy="28503"/>
            </a:xfrm>
            <a:prstGeom prst="rect">
              <a:avLst/>
            </a:prstGeom>
            <a:solidFill>
              <a:srgbClr val="C8D5E2"/>
            </a:solidFill>
            <a:ln>
              <a:noFill/>
            </a:ln>
          </p:spPr>
        </p:sp>
        <p:sp>
          <p:nvSpPr>
            <p:cNvPr id="14765" name="Heatmap cell r58 c100"/>
            <p:cNvSpPr/>
            <p:nvPr/>
          </p:nvSpPr>
          <p:spPr>
            <a:xfrm>
              <a:off x="1823810" y="1556772"/>
              <a:ext cx="17140" cy="28503"/>
            </a:xfrm>
            <a:prstGeom prst="rect">
              <a:avLst/>
            </a:prstGeom>
            <a:solidFill>
              <a:srgbClr val="F7D3D6"/>
            </a:solidFill>
            <a:ln>
              <a:noFill/>
            </a:ln>
          </p:spPr>
        </p:sp>
        <p:sp>
          <p:nvSpPr>
            <p:cNvPr id="14766" name="Heatmap cell r58 c101"/>
            <p:cNvSpPr/>
            <p:nvPr/>
          </p:nvSpPr>
          <p:spPr>
            <a:xfrm>
              <a:off x="1840855" y="1556772"/>
              <a:ext cx="19034" cy="28503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14767" name="Heatmap cell r58 c102"/>
            <p:cNvSpPr/>
            <p:nvPr/>
          </p:nvSpPr>
          <p:spPr>
            <a:xfrm>
              <a:off x="1859794" y="1556772"/>
              <a:ext cx="19034" cy="28503"/>
            </a:xfrm>
            <a:prstGeom prst="rect">
              <a:avLst/>
            </a:prstGeom>
            <a:solidFill>
              <a:srgbClr val="F8E9EA"/>
            </a:solidFill>
            <a:ln>
              <a:noFill/>
            </a:ln>
          </p:spPr>
        </p:sp>
        <p:sp>
          <p:nvSpPr>
            <p:cNvPr id="14768" name="Heatmap cell r58 c103"/>
            <p:cNvSpPr/>
            <p:nvPr/>
          </p:nvSpPr>
          <p:spPr>
            <a:xfrm>
              <a:off x="1878732" y="1556772"/>
              <a:ext cx="17140" cy="28503"/>
            </a:xfrm>
            <a:prstGeom prst="rect">
              <a:avLst/>
            </a:prstGeom>
            <a:solidFill>
              <a:srgbClr val="F0BAC0"/>
            </a:solidFill>
            <a:ln>
              <a:noFill/>
            </a:ln>
          </p:spPr>
        </p:sp>
        <p:sp>
          <p:nvSpPr>
            <p:cNvPr id="14769" name="Heatmap cell r58 c104"/>
            <p:cNvSpPr/>
            <p:nvPr/>
          </p:nvSpPr>
          <p:spPr>
            <a:xfrm>
              <a:off x="1895777" y="1556772"/>
              <a:ext cx="19034" cy="28503"/>
            </a:xfrm>
            <a:prstGeom prst="rect">
              <a:avLst/>
            </a:prstGeom>
            <a:solidFill>
              <a:srgbClr val="ECA8AE"/>
            </a:solidFill>
            <a:ln>
              <a:noFill/>
            </a:ln>
          </p:spPr>
        </p:sp>
        <p:sp>
          <p:nvSpPr>
            <p:cNvPr id="14770" name="Heatmap cell r58 c105"/>
            <p:cNvSpPr/>
            <p:nvPr/>
          </p:nvSpPr>
          <p:spPr>
            <a:xfrm>
              <a:off x="1914716" y="1556772"/>
              <a:ext cx="17140" cy="28503"/>
            </a:xfrm>
            <a:prstGeom prst="rect">
              <a:avLst/>
            </a:prstGeom>
            <a:solidFill>
              <a:srgbClr val="E6EBF1"/>
            </a:solidFill>
            <a:ln>
              <a:noFill/>
            </a:ln>
          </p:spPr>
        </p:sp>
        <p:sp>
          <p:nvSpPr>
            <p:cNvPr id="14771" name="Heatmap cell r58 c106"/>
            <p:cNvSpPr/>
            <p:nvPr/>
          </p:nvSpPr>
          <p:spPr>
            <a:xfrm>
              <a:off x="1931761" y="1556772"/>
              <a:ext cx="19034" cy="28503"/>
            </a:xfrm>
            <a:prstGeom prst="rect">
              <a:avLst/>
            </a:prstGeom>
            <a:solidFill>
              <a:srgbClr val="F1C2C6"/>
            </a:solidFill>
            <a:ln>
              <a:noFill/>
            </a:ln>
          </p:spPr>
        </p:sp>
        <p:sp>
          <p:nvSpPr>
            <p:cNvPr id="14772" name="Heatmap cell r58 c107"/>
            <p:cNvSpPr/>
            <p:nvPr/>
          </p:nvSpPr>
          <p:spPr>
            <a:xfrm>
              <a:off x="1950700" y="1556772"/>
              <a:ext cx="17140" cy="28503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14773" name="Heatmap cell r58 c108"/>
            <p:cNvSpPr/>
            <p:nvPr/>
          </p:nvSpPr>
          <p:spPr>
            <a:xfrm>
              <a:off x="1967745" y="1556772"/>
              <a:ext cx="19034" cy="28503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14774" name="Heatmap cell r58 c109"/>
            <p:cNvSpPr/>
            <p:nvPr/>
          </p:nvSpPr>
          <p:spPr>
            <a:xfrm>
              <a:off x="1986684" y="1556772"/>
              <a:ext cx="17140" cy="28503"/>
            </a:xfrm>
            <a:prstGeom prst="rect">
              <a:avLst/>
            </a:prstGeom>
            <a:solidFill>
              <a:srgbClr val="F7DCDF"/>
            </a:solidFill>
            <a:ln>
              <a:noFill/>
            </a:ln>
          </p:spPr>
        </p:sp>
        <p:sp>
          <p:nvSpPr>
            <p:cNvPr id="14775" name="Heatmap cell r58 c110"/>
            <p:cNvSpPr/>
            <p:nvPr/>
          </p:nvSpPr>
          <p:spPr>
            <a:xfrm>
              <a:off x="2003729" y="1556772"/>
              <a:ext cx="19034" cy="28503"/>
            </a:xfrm>
            <a:prstGeom prst="rect">
              <a:avLst/>
            </a:prstGeom>
            <a:solidFill>
              <a:srgbClr val="F0BBC2"/>
            </a:solidFill>
            <a:ln>
              <a:noFill/>
            </a:ln>
          </p:spPr>
        </p:sp>
        <p:sp>
          <p:nvSpPr>
            <p:cNvPr id="14776" name="Heatmap cell r58 c111"/>
            <p:cNvSpPr/>
            <p:nvPr/>
          </p:nvSpPr>
          <p:spPr>
            <a:xfrm>
              <a:off x="2022668" y="1556772"/>
              <a:ext cx="17140" cy="28503"/>
            </a:xfrm>
            <a:prstGeom prst="rect">
              <a:avLst/>
            </a:prstGeom>
            <a:solidFill>
              <a:srgbClr val="C8D5E2"/>
            </a:solidFill>
            <a:ln>
              <a:noFill/>
            </a:ln>
          </p:spPr>
        </p:sp>
        <p:sp>
          <p:nvSpPr>
            <p:cNvPr id="14777" name="Heatmap cell r58 c112"/>
            <p:cNvSpPr/>
            <p:nvPr/>
          </p:nvSpPr>
          <p:spPr>
            <a:xfrm>
              <a:off x="2039712" y="1556772"/>
              <a:ext cx="19034" cy="28503"/>
            </a:xfrm>
            <a:prstGeom prst="rect">
              <a:avLst/>
            </a:prstGeom>
            <a:solidFill>
              <a:srgbClr val="B5C5D7"/>
            </a:solidFill>
            <a:ln>
              <a:noFill/>
            </a:ln>
          </p:spPr>
        </p:sp>
        <p:sp>
          <p:nvSpPr>
            <p:cNvPr id="14778" name="Heatmap cell r58 c113"/>
            <p:cNvSpPr/>
            <p:nvPr/>
          </p:nvSpPr>
          <p:spPr>
            <a:xfrm>
              <a:off x="2058651" y="1556772"/>
              <a:ext cx="17140" cy="28503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14779" name="Heatmap cell r58 c114"/>
            <p:cNvSpPr/>
            <p:nvPr/>
          </p:nvSpPr>
          <p:spPr>
            <a:xfrm>
              <a:off x="2075696" y="1556772"/>
              <a:ext cx="19034" cy="28503"/>
            </a:xfrm>
            <a:prstGeom prst="rect">
              <a:avLst/>
            </a:prstGeom>
            <a:solidFill>
              <a:srgbClr val="F0BBC2"/>
            </a:solidFill>
            <a:ln>
              <a:noFill/>
            </a:ln>
          </p:spPr>
        </p:sp>
        <p:sp>
          <p:nvSpPr>
            <p:cNvPr id="14780" name="Heatmap cell r58 c115"/>
            <p:cNvSpPr/>
            <p:nvPr/>
          </p:nvSpPr>
          <p:spPr>
            <a:xfrm>
              <a:off x="2094635" y="1556772"/>
              <a:ext cx="19034" cy="28503"/>
            </a:xfrm>
            <a:prstGeom prst="rect">
              <a:avLst/>
            </a:prstGeom>
            <a:solidFill>
              <a:srgbClr val="EDAFB5"/>
            </a:solidFill>
            <a:ln>
              <a:noFill/>
            </a:ln>
          </p:spPr>
        </p:sp>
        <p:sp>
          <p:nvSpPr>
            <p:cNvPr id="14781" name="Heatmap cell r58 c116"/>
            <p:cNvSpPr/>
            <p:nvPr/>
          </p:nvSpPr>
          <p:spPr>
            <a:xfrm>
              <a:off x="2113574" y="1556772"/>
              <a:ext cx="17140" cy="28503"/>
            </a:xfrm>
            <a:prstGeom prst="rect">
              <a:avLst/>
            </a:prstGeom>
            <a:solidFill>
              <a:srgbClr val="EBA3AB"/>
            </a:solidFill>
            <a:ln>
              <a:noFill/>
            </a:ln>
          </p:spPr>
        </p:sp>
        <p:sp>
          <p:nvSpPr>
            <p:cNvPr id="14782" name="Heatmap cell r58 c117"/>
            <p:cNvSpPr/>
            <p:nvPr/>
          </p:nvSpPr>
          <p:spPr>
            <a:xfrm>
              <a:off x="2130619" y="1556772"/>
              <a:ext cx="19034" cy="28503"/>
            </a:xfrm>
            <a:prstGeom prst="rect">
              <a:avLst/>
            </a:prstGeom>
            <a:solidFill>
              <a:srgbClr val="EB9FA7"/>
            </a:solidFill>
            <a:ln>
              <a:noFill/>
            </a:ln>
          </p:spPr>
        </p:sp>
        <p:sp>
          <p:nvSpPr>
            <p:cNvPr id="14783" name="Heatmap cell r58 c118"/>
            <p:cNvSpPr/>
            <p:nvPr/>
          </p:nvSpPr>
          <p:spPr>
            <a:xfrm>
              <a:off x="2149558" y="1556772"/>
              <a:ext cx="17140" cy="28503"/>
            </a:xfrm>
            <a:prstGeom prst="rect">
              <a:avLst/>
            </a:prstGeom>
            <a:solidFill>
              <a:srgbClr val="B8C8DA"/>
            </a:solidFill>
            <a:ln>
              <a:noFill/>
            </a:ln>
          </p:spPr>
        </p:sp>
        <p:sp>
          <p:nvSpPr>
            <p:cNvPr id="14784" name="Heatmap cell r58 c119"/>
            <p:cNvSpPr/>
            <p:nvPr/>
          </p:nvSpPr>
          <p:spPr>
            <a:xfrm>
              <a:off x="2166603" y="1556772"/>
              <a:ext cx="19034" cy="28503"/>
            </a:xfrm>
            <a:prstGeom prst="rect">
              <a:avLst/>
            </a:prstGeom>
            <a:solidFill>
              <a:srgbClr val="EAEEF4"/>
            </a:solidFill>
            <a:ln>
              <a:noFill/>
            </a:ln>
          </p:spPr>
        </p:sp>
        <p:sp>
          <p:nvSpPr>
            <p:cNvPr id="14785" name="Heatmap cell r58 c120"/>
            <p:cNvSpPr/>
            <p:nvPr/>
          </p:nvSpPr>
          <p:spPr>
            <a:xfrm>
              <a:off x="2185542" y="1556772"/>
              <a:ext cx="17140" cy="28503"/>
            </a:xfrm>
            <a:prstGeom prst="rect">
              <a:avLst/>
            </a:prstGeom>
            <a:solidFill>
              <a:srgbClr val="C2D0DE"/>
            </a:solidFill>
            <a:ln>
              <a:noFill/>
            </a:ln>
          </p:spPr>
        </p:sp>
        <p:sp>
          <p:nvSpPr>
            <p:cNvPr id="14786" name="Heatmap cell r58 c121"/>
            <p:cNvSpPr/>
            <p:nvPr/>
          </p:nvSpPr>
          <p:spPr>
            <a:xfrm>
              <a:off x="2202586" y="1556772"/>
              <a:ext cx="19034" cy="28503"/>
            </a:xfrm>
            <a:prstGeom prst="rect">
              <a:avLst/>
            </a:prstGeom>
            <a:solidFill>
              <a:srgbClr val="F7DCDF"/>
            </a:solidFill>
            <a:ln>
              <a:noFill/>
            </a:ln>
          </p:spPr>
        </p:sp>
        <p:sp>
          <p:nvSpPr>
            <p:cNvPr id="14787" name="Heatmap cell r58 c123"/>
            <p:cNvSpPr/>
            <p:nvPr/>
          </p:nvSpPr>
          <p:spPr>
            <a:xfrm>
              <a:off x="2238570" y="1556772"/>
              <a:ext cx="19034" cy="28503"/>
            </a:xfrm>
            <a:prstGeom prst="rect">
              <a:avLst/>
            </a:prstGeom>
            <a:solidFill>
              <a:srgbClr val="DD5D68"/>
            </a:solidFill>
            <a:ln>
              <a:noFill/>
            </a:ln>
          </p:spPr>
        </p:sp>
        <p:sp>
          <p:nvSpPr>
            <p:cNvPr id="14788" name="Heatmap cell r58 c124"/>
            <p:cNvSpPr/>
            <p:nvPr/>
          </p:nvSpPr>
          <p:spPr>
            <a:xfrm>
              <a:off x="2257509" y="1556772"/>
              <a:ext cx="17140" cy="28503"/>
            </a:xfrm>
            <a:prstGeom prst="rect">
              <a:avLst/>
            </a:prstGeom>
            <a:solidFill>
              <a:srgbClr val="C8D5E2"/>
            </a:solidFill>
            <a:ln>
              <a:noFill/>
            </a:ln>
          </p:spPr>
        </p:sp>
        <p:sp>
          <p:nvSpPr>
            <p:cNvPr id="14789" name="Heatmap cell r58 c125"/>
            <p:cNvSpPr/>
            <p:nvPr/>
          </p:nvSpPr>
          <p:spPr>
            <a:xfrm>
              <a:off x="2274554" y="1556772"/>
              <a:ext cx="19034" cy="28503"/>
            </a:xfrm>
            <a:prstGeom prst="rect">
              <a:avLst/>
            </a:prstGeom>
            <a:solidFill>
              <a:srgbClr val="B9C9DB"/>
            </a:solidFill>
            <a:ln>
              <a:noFill/>
            </a:ln>
          </p:spPr>
        </p:sp>
        <p:sp>
          <p:nvSpPr>
            <p:cNvPr id="14790" name="Heatmap cell r58 c126"/>
            <p:cNvSpPr/>
            <p:nvPr/>
          </p:nvSpPr>
          <p:spPr>
            <a:xfrm>
              <a:off x="2293493" y="1556772"/>
              <a:ext cx="17140" cy="28503"/>
            </a:xfrm>
            <a:prstGeom prst="rect">
              <a:avLst/>
            </a:prstGeom>
            <a:solidFill>
              <a:srgbClr val="F1C3C8"/>
            </a:solidFill>
            <a:ln>
              <a:noFill/>
            </a:ln>
          </p:spPr>
        </p:sp>
        <p:sp>
          <p:nvSpPr>
            <p:cNvPr id="14791" name="Heatmap cell r58 c127"/>
            <p:cNvSpPr/>
            <p:nvPr/>
          </p:nvSpPr>
          <p:spPr>
            <a:xfrm>
              <a:off x="2310538" y="1556772"/>
              <a:ext cx="19034" cy="28503"/>
            </a:xfrm>
            <a:prstGeom prst="rect">
              <a:avLst/>
            </a:prstGeom>
            <a:solidFill>
              <a:srgbClr val="F1BEC3"/>
            </a:solidFill>
            <a:ln>
              <a:noFill/>
            </a:ln>
          </p:spPr>
        </p:sp>
        <p:sp>
          <p:nvSpPr>
            <p:cNvPr id="14792" name="Heatmap cell r58 c128"/>
            <p:cNvSpPr/>
            <p:nvPr/>
          </p:nvSpPr>
          <p:spPr>
            <a:xfrm>
              <a:off x="2329477" y="1556772"/>
              <a:ext cx="19034" cy="28503"/>
            </a:xfrm>
            <a:prstGeom prst="rect">
              <a:avLst/>
            </a:prstGeom>
            <a:solidFill>
              <a:srgbClr val="F5D1D4"/>
            </a:solidFill>
            <a:ln>
              <a:noFill/>
            </a:ln>
          </p:spPr>
        </p:sp>
        <p:sp>
          <p:nvSpPr>
            <p:cNvPr id="14793" name="Heatmap cell r58 c129"/>
            <p:cNvSpPr/>
            <p:nvPr/>
          </p:nvSpPr>
          <p:spPr>
            <a:xfrm>
              <a:off x="2348416" y="1556772"/>
              <a:ext cx="17140" cy="28503"/>
            </a:xfrm>
            <a:prstGeom prst="rect">
              <a:avLst/>
            </a:prstGeom>
            <a:solidFill>
              <a:srgbClr val="D5DFEA"/>
            </a:solidFill>
            <a:ln>
              <a:noFill/>
            </a:ln>
          </p:spPr>
        </p:sp>
        <p:sp>
          <p:nvSpPr>
            <p:cNvPr id="14794" name="Heatmap cell r58 c130"/>
            <p:cNvSpPr/>
            <p:nvPr/>
          </p:nvSpPr>
          <p:spPr>
            <a:xfrm>
              <a:off x="2365460" y="1556772"/>
              <a:ext cx="19034" cy="28503"/>
            </a:xfrm>
            <a:prstGeom prst="rect">
              <a:avLst/>
            </a:prstGeom>
            <a:solidFill>
              <a:srgbClr val="F8DEE0"/>
            </a:solidFill>
            <a:ln>
              <a:noFill/>
            </a:ln>
          </p:spPr>
        </p:sp>
        <p:sp>
          <p:nvSpPr>
            <p:cNvPr id="14795" name="Heatmap cell r58 c131"/>
            <p:cNvSpPr/>
            <p:nvPr/>
          </p:nvSpPr>
          <p:spPr>
            <a:xfrm>
              <a:off x="2384399" y="1556772"/>
              <a:ext cx="17140" cy="28503"/>
            </a:xfrm>
            <a:prstGeom prst="rect">
              <a:avLst/>
            </a:prstGeom>
            <a:solidFill>
              <a:srgbClr val="F5CED2"/>
            </a:solidFill>
            <a:ln>
              <a:noFill/>
            </a:ln>
          </p:spPr>
        </p:sp>
        <p:sp>
          <p:nvSpPr>
            <p:cNvPr id="14796" name="Heatmap cell r58 c132"/>
            <p:cNvSpPr/>
            <p:nvPr/>
          </p:nvSpPr>
          <p:spPr>
            <a:xfrm>
              <a:off x="2401444" y="1556772"/>
              <a:ext cx="19034" cy="28503"/>
            </a:xfrm>
            <a:prstGeom prst="rect">
              <a:avLst/>
            </a:prstGeom>
            <a:solidFill>
              <a:srgbClr val="B7C7D9"/>
            </a:solidFill>
            <a:ln>
              <a:noFill/>
            </a:ln>
          </p:spPr>
        </p:sp>
        <p:sp>
          <p:nvSpPr>
            <p:cNvPr id="14797" name="Heatmap cell r58 c133"/>
            <p:cNvSpPr/>
            <p:nvPr/>
          </p:nvSpPr>
          <p:spPr>
            <a:xfrm>
              <a:off x="2420383" y="1556772"/>
              <a:ext cx="17140" cy="28503"/>
            </a:xfrm>
            <a:prstGeom prst="rect">
              <a:avLst/>
            </a:prstGeom>
            <a:solidFill>
              <a:srgbClr val="F1C1C5"/>
            </a:solidFill>
            <a:ln>
              <a:noFill/>
            </a:ln>
          </p:spPr>
        </p:sp>
        <p:sp>
          <p:nvSpPr>
            <p:cNvPr id="14798" name="Heatmap cell r58 c134"/>
            <p:cNvSpPr/>
            <p:nvPr/>
          </p:nvSpPr>
          <p:spPr>
            <a:xfrm>
              <a:off x="2437428" y="1556772"/>
              <a:ext cx="19034" cy="28503"/>
            </a:xfrm>
            <a:prstGeom prst="rect">
              <a:avLst/>
            </a:prstGeom>
            <a:solidFill>
              <a:srgbClr val="95AEC7"/>
            </a:solidFill>
            <a:ln>
              <a:noFill/>
            </a:ln>
          </p:spPr>
        </p:sp>
        <p:sp>
          <p:nvSpPr>
            <p:cNvPr id="14799" name="Heatmap cell r58 c135"/>
            <p:cNvSpPr/>
            <p:nvPr/>
          </p:nvSpPr>
          <p:spPr>
            <a:xfrm>
              <a:off x="2456367" y="1556772"/>
              <a:ext cx="17140" cy="28503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14800" name="Heatmap cell r58 c136"/>
            <p:cNvSpPr/>
            <p:nvPr/>
          </p:nvSpPr>
          <p:spPr>
            <a:xfrm>
              <a:off x="2473412" y="1556772"/>
              <a:ext cx="19034" cy="28503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14801" name="Heatmap cell r58 c137"/>
            <p:cNvSpPr/>
            <p:nvPr/>
          </p:nvSpPr>
          <p:spPr>
            <a:xfrm>
              <a:off x="2492351" y="1556772"/>
              <a:ext cx="17140" cy="28503"/>
            </a:xfrm>
            <a:prstGeom prst="rect">
              <a:avLst/>
            </a:prstGeom>
            <a:solidFill>
              <a:srgbClr val="F8E6E8"/>
            </a:solidFill>
            <a:ln>
              <a:noFill/>
            </a:ln>
          </p:spPr>
        </p:sp>
        <p:sp>
          <p:nvSpPr>
            <p:cNvPr id="14802" name="Heatmap cell r58 c138"/>
            <p:cNvSpPr/>
            <p:nvPr/>
          </p:nvSpPr>
          <p:spPr>
            <a:xfrm>
              <a:off x="2509396" y="1556772"/>
              <a:ext cx="19034" cy="28503"/>
            </a:xfrm>
            <a:prstGeom prst="rect">
              <a:avLst/>
            </a:prstGeom>
            <a:solidFill>
              <a:srgbClr val="F2C8CD"/>
            </a:solidFill>
            <a:ln>
              <a:noFill/>
            </a:ln>
          </p:spPr>
        </p:sp>
        <p:sp>
          <p:nvSpPr>
            <p:cNvPr id="14803" name="Heatmap cell r58 c139"/>
            <p:cNvSpPr/>
            <p:nvPr/>
          </p:nvSpPr>
          <p:spPr>
            <a:xfrm>
              <a:off x="2528334" y="1556772"/>
              <a:ext cx="17140" cy="28503"/>
            </a:xfrm>
            <a:prstGeom prst="rect">
              <a:avLst/>
            </a:prstGeom>
            <a:solidFill>
              <a:srgbClr val="FCF8F9"/>
            </a:solidFill>
            <a:ln>
              <a:noFill/>
            </a:ln>
          </p:spPr>
        </p:sp>
        <p:sp>
          <p:nvSpPr>
            <p:cNvPr id="14804" name="Heatmap cell r58 c140"/>
            <p:cNvSpPr/>
            <p:nvPr/>
          </p:nvSpPr>
          <p:spPr>
            <a:xfrm>
              <a:off x="2545379" y="1556772"/>
              <a:ext cx="19034" cy="28503"/>
            </a:xfrm>
            <a:prstGeom prst="rect">
              <a:avLst/>
            </a:prstGeom>
            <a:solidFill>
              <a:srgbClr val="E4EBEF"/>
            </a:solidFill>
            <a:ln>
              <a:noFill/>
            </a:ln>
          </p:spPr>
        </p:sp>
        <p:sp>
          <p:nvSpPr>
            <p:cNvPr id="14805" name="Heatmap cell r58 c141"/>
            <p:cNvSpPr/>
            <p:nvPr/>
          </p:nvSpPr>
          <p:spPr>
            <a:xfrm>
              <a:off x="2564318" y="1556772"/>
              <a:ext cx="19034" cy="28503"/>
            </a:xfrm>
            <a:prstGeom prst="rect">
              <a:avLst/>
            </a:prstGeom>
            <a:solidFill>
              <a:srgbClr val="F7E2E4"/>
            </a:solidFill>
            <a:ln>
              <a:noFill/>
            </a:ln>
          </p:spPr>
        </p:sp>
        <p:sp>
          <p:nvSpPr>
            <p:cNvPr id="14806" name="Heatmap cell r58 c142"/>
            <p:cNvSpPr/>
            <p:nvPr/>
          </p:nvSpPr>
          <p:spPr>
            <a:xfrm>
              <a:off x="2583257" y="1556772"/>
              <a:ext cx="17140" cy="28503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14807" name="Heatmap cell r58 c143"/>
            <p:cNvSpPr/>
            <p:nvPr/>
          </p:nvSpPr>
          <p:spPr>
            <a:xfrm>
              <a:off x="2600302" y="1556772"/>
              <a:ext cx="19034" cy="28503"/>
            </a:xfrm>
            <a:prstGeom prst="rect">
              <a:avLst/>
            </a:prstGeom>
            <a:solidFill>
              <a:srgbClr val="F3C9CE"/>
            </a:solidFill>
            <a:ln>
              <a:noFill/>
            </a:ln>
          </p:spPr>
        </p:sp>
        <p:sp>
          <p:nvSpPr>
            <p:cNvPr id="14808" name="Heatmap cell r58 c144"/>
            <p:cNvSpPr/>
            <p:nvPr/>
          </p:nvSpPr>
          <p:spPr>
            <a:xfrm>
              <a:off x="2619241" y="1556772"/>
              <a:ext cx="17140" cy="28503"/>
            </a:xfrm>
            <a:prstGeom prst="rect">
              <a:avLst/>
            </a:prstGeom>
            <a:solidFill>
              <a:srgbClr val="FCF8F9"/>
            </a:solidFill>
            <a:ln>
              <a:noFill/>
            </a:ln>
          </p:spPr>
        </p:sp>
        <p:sp>
          <p:nvSpPr>
            <p:cNvPr id="14809" name="Heatmap cell r58 c145"/>
            <p:cNvSpPr/>
            <p:nvPr/>
          </p:nvSpPr>
          <p:spPr>
            <a:xfrm>
              <a:off x="2636286" y="1556772"/>
              <a:ext cx="19034" cy="28503"/>
            </a:xfrm>
            <a:prstGeom prst="rect">
              <a:avLst/>
            </a:prstGeom>
            <a:solidFill>
              <a:srgbClr val="FDF9FA"/>
            </a:solidFill>
            <a:ln>
              <a:noFill/>
            </a:ln>
          </p:spPr>
        </p:sp>
        <p:sp>
          <p:nvSpPr>
            <p:cNvPr id="14810" name="Heatmap cell r58 c146"/>
            <p:cNvSpPr/>
            <p:nvPr/>
          </p:nvSpPr>
          <p:spPr>
            <a:xfrm>
              <a:off x="2655225" y="1556772"/>
              <a:ext cx="17140" cy="28503"/>
            </a:xfrm>
            <a:prstGeom prst="rect">
              <a:avLst/>
            </a:prstGeom>
            <a:solidFill>
              <a:srgbClr val="FCF7F7"/>
            </a:solidFill>
            <a:ln>
              <a:noFill/>
            </a:ln>
          </p:spPr>
        </p:sp>
        <p:sp>
          <p:nvSpPr>
            <p:cNvPr id="14811" name="Heatmap cell r58 c147"/>
            <p:cNvSpPr/>
            <p:nvPr/>
          </p:nvSpPr>
          <p:spPr>
            <a:xfrm>
              <a:off x="2672270" y="1556772"/>
              <a:ext cx="19034" cy="28503"/>
            </a:xfrm>
            <a:prstGeom prst="rect">
              <a:avLst/>
            </a:prstGeom>
            <a:solidFill>
              <a:srgbClr val="EBA3AB"/>
            </a:solidFill>
            <a:ln>
              <a:noFill/>
            </a:ln>
          </p:spPr>
        </p:sp>
        <p:sp>
          <p:nvSpPr>
            <p:cNvPr id="14812" name="Heatmap cell r58 c148"/>
            <p:cNvSpPr/>
            <p:nvPr/>
          </p:nvSpPr>
          <p:spPr>
            <a:xfrm>
              <a:off x="2691208" y="1556772"/>
              <a:ext cx="17140" cy="28503"/>
            </a:xfrm>
            <a:prstGeom prst="rect">
              <a:avLst/>
            </a:prstGeom>
            <a:solidFill>
              <a:srgbClr val="F1C4C7"/>
            </a:solidFill>
            <a:ln>
              <a:noFill/>
            </a:ln>
          </p:spPr>
        </p:sp>
        <p:sp>
          <p:nvSpPr>
            <p:cNvPr id="14813" name="Heatmap cell r58 c149"/>
            <p:cNvSpPr/>
            <p:nvPr/>
          </p:nvSpPr>
          <p:spPr>
            <a:xfrm>
              <a:off x="2708253" y="1556772"/>
              <a:ext cx="19034" cy="28503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14814" name="Heatmap cell r58 c150"/>
            <p:cNvSpPr/>
            <p:nvPr/>
          </p:nvSpPr>
          <p:spPr>
            <a:xfrm>
              <a:off x="2727192" y="1556772"/>
              <a:ext cx="17140" cy="28503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14815" name="Heatmap cell r58 c151"/>
            <p:cNvSpPr/>
            <p:nvPr/>
          </p:nvSpPr>
          <p:spPr>
            <a:xfrm>
              <a:off x="2744237" y="1556772"/>
              <a:ext cx="19034" cy="28503"/>
            </a:xfrm>
            <a:prstGeom prst="rect">
              <a:avLst/>
            </a:prstGeom>
            <a:solidFill>
              <a:srgbClr val="CAD6E3"/>
            </a:solidFill>
            <a:ln>
              <a:noFill/>
            </a:ln>
          </p:spPr>
        </p:sp>
        <p:sp>
          <p:nvSpPr>
            <p:cNvPr id="14816" name="Heatmap cell r58 c152"/>
            <p:cNvSpPr/>
            <p:nvPr/>
          </p:nvSpPr>
          <p:spPr>
            <a:xfrm>
              <a:off x="2763176" y="1556772"/>
              <a:ext cx="17140" cy="28503"/>
            </a:xfrm>
            <a:prstGeom prst="rect">
              <a:avLst/>
            </a:prstGeom>
            <a:solidFill>
              <a:srgbClr val="E4828A"/>
            </a:solidFill>
            <a:ln>
              <a:noFill/>
            </a:ln>
          </p:spPr>
        </p:sp>
        <p:sp>
          <p:nvSpPr>
            <p:cNvPr id="14817" name="Heatmap cell r58 c153"/>
            <p:cNvSpPr/>
            <p:nvPr/>
          </p:nvSpPr>
          <p:spPr>
            <a:xfrm>
              <a:off x="2780221" y="1556772"/>
              <a:ext cx="19034" cy="28503"/>
            </a:xfrm>
            <a:prstGeom prst="rect">
              <a:avLst/>
            </a:prstGeom>
            <a:solidFill>
              <a:srgbClr val="F7DADC"/>
            </a:solidFill>
            <a:ln>
              <a:noFill/>
            </a:ln>
          </p:spPr>
        </p:sp>
        <p:sp>
          <p:nvSpPr>
            <p:cNvPr id="14818" name="Heatmap cell r58 c155"/>
            <p:cNvSpPr/>
            <p:nvPr/>
          </p:nvSpPr>
          <p:spPr>
            <a:xfrm>
              <a:off x="2816205" y="1556772"/>
              <a:ext cx="19034" cy="28503"/>
            </a:xfrm>
            <a:prstGeom prst="rect">
              <a:avLst/>
            </a:prstGeom>
            <a:solidFill>
              <a:srgbClr val="F1BEC3"/>
            </a:solidFill>
            <a:ln>
              <a:noFill/>
            </a:ln>
          </p:spPr>
        </p:sp>
        <p:sp>
          <p:nvSpPr>
            <p:cNvPr id="14819" name="Heatmap cell r58 c156"/>
            <p:cNvSpPr/>
            <p:nvPr/>
          </p:nvSpPr>
          <p:spPr>
            <a:xfrm>
              <a:off x="2835144" y="1556772"/>
              <a:ext cx="19034" cy="28503"/>
            </a:xfrm>
            <a:prstGeom prst="rect">
              <a:avLst/>
            </a:prstGeom>
            <a:solidFill>
              <a:srgbClr val="EDAFB5"/>
            </a:solidFill>
            <a:ln>
              <a:noFill/>
            </a:ln>
          </p:spPr>
        </p:sp>
        <p:sp>
          <p:nvSpPr>
            <p:cNvPr id="14820" name="Heatmap cell r58 c157"/>
            <p:cNvSpPr/>
            <p:nvPr/>
          </p:nvSpPr>
          <p:spPr>
            <a:xfrm>
              <a:off x="2854082" y="1556772"/>
              <a:ext cx="17140" cy="28503"/>
            </a:xfrm>
            <a:prstGeom prst="rect">
              <a:avLst/>
            </a:prstGeom>
            <a:solidFill>
              <a:srgbClr val="ECA7AD"/>
            </a:solidFill>
            <a:ln>
              <a:noFill/>
            </a:ln>
          </p:spPr>
        </p:sp>
        <p:sp>
          <p:nvSpPr>
            <p:cNvPr id="14821" name="Heatmap cell r58 c158"/>
            <p:cNvSpPr/>
            <p:nvPr/>
          </p:nvSpPr>
          <p:spPr>
            <a:xfrm>
              <a:off x="2871127" y="1556772"/>
              <a:ext cx="19034" cy="28503"/>
            </a:xfrm>
            <a:prstGeom prst="rect">
              <a:avLst/>
            </a:prstGeom>
            <a:solidFill>
              <a:srgbClr val="ECA0A8"/>
            </a:solidFill>
            <a:ln>
              <a:noFill/>
            </a:ln>
          </p:spPr>
        </p:sp>
        <p:sp>
          <p:nvSpPr>
            <p:cNvPr id="14822" name="Heatmap cell r58 c159"/>
            <p:cNvSpPr/>
            <p:nvPr/>
          </p:nvSpPr>
          <p:spPr>
            <a:xfrm>
              <a:off x="2890066" y="1556772"/>
              <a:ext cx="17140" cy="28503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14823" name="Heatmap cell r58 c160"/>
            <p:cNvSpPr/>
            <p:nvPr/>
          </p:nvSpPr>
          <p:spPr>
            <a:xfrm>
              <a:off x="2907111" y="1556772"/>
              <a:ext cx="19034" cy="28503"/>
            </a:xfrm>
            <a:prstGeom prst="rect">
              <a:avLst/>
            </a:prstGeom>
            <a:solidFill>
              <a:srgbClr val="F1C0C4"/>
            </a:solidFill>
            <a:ln>
              <a:noFill/>
            </a:ln>
          </p:spPr>
        </p:sp>
        <p:sp>
          <p:nvSpPr>
            <p:cNvPr id="14824" name="Heatmap cell r58 c161"/>
            <p:cNvSpPr/>
            <p:nvPr/>
          </p:nvSpPr>
          <p:spPr>
            <a:xfrm>
              <a:off x="2926050" y="1556772"/>
              <a:ext cx="17140" cy="28503"/>
            </a:xfrm>
            <a:prstGeom prst="rect">
              <a:avLst/>
            </a:prstGeom>
            <a:solidFill>
              <a:srgbClr val="FAECEC"/>
            </a:solidFill>
            <a:ln>
              <a:noFill/>
            </a:ln>
          </p:spPr>
        </p:sp>
        <p:sp>
          <p:nvSpPr>
            <p:cNvPr id="14825" name="Heatmap cell r58 c162"/>
            <p:cNvSpPr/>
            <p:nvPr/>
          </p:nvSpPr>
          <p:spPr>
            <a:xfrm>
              <a:off x="2943095" y="1556772"/>
              <a:ext cx="19034" cy="28503"/>
            </a:xfrm>
            <a:prstGeom prst="rect">
              <a:avLst/>
            </a:prstGeom>
            <a:solidFill>
              <a:srgbClr val="FBF5F5"/>
            </a:solidFill>
            <a:ln>
              <a:noFill/>
            </a:ln>
          </p:spPr>
        </p:sp>
        <p:sp>
          <p:nvSpPr>
            <p:cNvPr id="14826" name="Heatmap cell r58 c163"/>
            <p:cNvSpPr/>
            <p:nvPr/>
          </p:nvSpPr>
          <p:spPr>
            <a:xfrm>
              <a:off x="2962034" y="1556772"/>
              <a:ext cx="17140" cy="28503"/>
            </a:xfrm>
            <a:prstGeom prst="rect">
              <a:avLst/>
            </a:prstGeom>
            <a:solidFill>
              <a:srgbClr val="FBF3F4"/>
            </a:solidFill>
            <a:ln>
              <a:noFill/>
            </a:ln>
          </p:spPr>
        </p:sp>
        <p:sp>
          <p:nvSpPr>
            <p:cNvPr id="14827" name="Heatmap cell r58 c164"/>
            <p:cNvSpPr/>
            <p:nvPr/>
          </p:nvSpPr>
          <p:spPr>
            <a:xfrm>
              <a:off x="2979079" y="1556772"/>
              <a:ext cx="19034" cy="28503"/>
            </a:xfrm>
            <a:prstGeom prst="rect">
              <a:avLst/>
            </a:prstGeom>
            <a:solidFill>
              <a:srgbClr val="FBF3F4"/>
            </a:solidFill>
            <a:ln>
              <a:noFill/>
            </a:ln>
          </p:spPr>
        </p:sp>
        <p:sp>
          <p:nvSpPr>
            <p:cNvPr id="14828" name="Heatmap cell r58 c165"/>
            <p:cNvSpPr/>
            <p:nvPr/>
          </p:nvSpPr>
          <p:spPr>
            <a:xfrm>
              <a:off x="2998018" y="1556772"/>
              <a:ext cx="17140" cy="28503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14829" name="Heatmap cell r58 c166"/>
            <p:cNvSpPr/>
            <p:nvPr/>
          </p:nvSpPr>
          <p:spPr>
            <a:xfrm>
              <a:off x="3015062" y="1556772"/>
              <a:ext cx="19034" cy="28503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14830" name="Heatmap cell r58 c167"/>
            <p:cNvSpPr/>
            <p:nvPr/>
          </p:nvSpPr>
          <p:spPr>
            <a:xfrm>
              <a:off x="3034001" y="1556772"/>
              <a:ext cx="17140" cy="28503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14831" name="Heatmap cell r58 c168"/>
            <p:cNvSpPr/>
            <p:nvPr/>
          </p:nvSpPr>
          <p:spPr>
            <a:xfrm>
              <a:off x="3051046" y="1556772"/>
              <a:ext cx="19034" cy="28503"/>
            </a:xfrm>
            <a:prstGeom prst="rect">
              <a:avLst/>
            </a:prstGeom>
            <a:solidFill>
              <a:srgbClr val="C4D2DF"/>
            </a:solidFill>
            <a:ln>
              <a:noFill/>
            </a:ln>
          </p:spPr>
        </p:sp>
        <p:sp>
          <p:nvSpPr>
            <p:cNvPr id="14832" name="Heatmap cell r58 c169"/>
            <p:cNvSpPr/>
            <p:nvPr/>
          </p:nvSpPr>
          <p:spPr>
            <a:xfrm>
              <a:off x="3069985" y="1556772"/>
              <a:ext cx="19034" cy="28503"/>
            </a:xfrm>
            <a:prstGeom prst="rect">
              <a:avLst/>
            </a:prstGeom>
            <a:solidFill>
              <a:srgbClr val="F8DEE0"/>
            </a:solidFill>
            <a:ln>
              <a:noFill/>
            </a:ln>
          </p:spPr>
        </p:sp>
        <p:sp>
          <p:nvSpPr>
            <p:cNvPr id="14833" name="Heatmap cell r58 c170"/>
            <p:cNvSpPr/>
            <p:nvPr/>
          </p:nvSpPr>
          <p:spPr>
            <a:xfrm>
              <a:off x="3088924" y="1556772"/>
              <a:ext cx="17140" cy="28503"/>
            </a:xfrm>
            <a:prstGeom prst="rect">
              <a:avLst/>
            </a:prstGeom>
            <a:solidFill>
              <a:srgbClr val="F8DBDD"/>
            </a:solidFill>
            <a:ln>
              <a:noFill/>
            </a:ln>
          </p:spPr>
        </p:sp>
        <p:sp>
          <p:nvSpPr>
            <p:cNvPr id="14834" name="Heatmap cell r58 c171"/>
            <p:cNvSpPr/>
            <p:nvPr/>
          </p:nvSpPr>
          <p:spPr>
            <a:xfrm>
              <a:off x="3105969" y="1556772"/>
              <a:ext cx="19034" cy="28503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14835" name="Heatmap cell r58 c172"/>
            <p:cNvSpPr/>
            <p:nvPr/>
          </p:nvSpPr>
          <p:spPr>
            <a:xfrm>
              <a:off x="3124908" y="1556772"/>
              <a:ext cx="17140" cy="28503"/>
            </a:xfrm>
            <a:prstGeom prst="rect">
              <a:avLst/>
            </a:prstGeom>
            <a:solidFill>
              <a:srgbClr val="F7D9DB"/>
            </a:solidFill>
            <a:ln>
              <a:noFill/>
            </a:ln>
          </p:spPr>
        </p:sp>
        <p:sp>
          <p:nvSpPr>
            <p:cNvPr id="14836" name="Heatmap cell r58 c173"/>
            <p:cNvSpPr/>
            <p:nvPr/>
          </p:nvSpPr>
          <p:spPr>
            <a:xfrm>
              <a:off x="3141953" y="1556772"/>
              <a:ext cx="19034" cy="28503"/>
            </a:xfrm>
            <a:prstGeom prst="rect">
              <a:avLst/>
            </a:prstGeom>
            <a:solidFill>
              <a:srgbClr val="FAECEC"/>
            </a:solidFill>
            <a:ln>
              <a:noFill/>
            </a:ln>
          </p:spPr>
        </p:sp>
        <p:sp>
          <p:nvSpPr>
            <p:cNvPr id="14837" name="Heatmap cell r58 c174"/>
            <p:cNvSpPr/>
            <p:nvPr/>
          </p:nvSpPr>
          <p:spPr>
            <a:xfrm>
              <a:off x="3160892" y="1556772"/>
              <a:ext cx="17140" cy="28503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14838" name="Heatmap cell r58 c175"/>
            <p:cNvSpPr/>
            <p:nvPr/>
          </p:nvSpPr>
          <p:spPr>
            <a:xfrm>
              <a:off x="3177936" y="1556772"/>
              <a:ext cx="19034" cy="28503"/>
            </a:xfrm>
            <a:prstGeom prst="rect">
              <a:avLst/>
            </a:prstGeom>
            <a:solidFill>
              <a:srgbClr val="F8DBDD"/>
            </a:solidFill>
            <a:ln>
              <a:noFill/>
            </a:ln>
          </p:spPr>
        </p:sp>
        <p:sp>
          <p:nvSpPr>
            <p:cNvPr id="14839" name="Heatmap cell r58 c176"/>
            <p:cNvSpPr/>
            <p:nvPr/>
          </p:nvSpPr>
          <p:spPr>
            <a:xfrm>
              <a:off x="3196875" y="1556772"/>
              <a:ext cx="17140" cy="28503"/>
            </a:xfrm>
            <a:prstGeom prst="rect">
              <a:avLst/>
            </a:prstGeom>
            <a:solidFill>
              <a:srgbClr val="F1BEC3"/>
            </a:solidFill>
            <a:ln>
              <a:noFill/>
            </a:ln>
          </p:spPr>
        </p:sp>
        <p:sp>
          <p:nvSpPr>
            <p:cNvPr id="14840" name="Heatmap cell r58 c177"/>
            <p:cNvSpPr/>
            <p:nvPr/>
          </p:nvSpPr>
          <p:spPr>
            <a:xfrm>
              <a:off x="3213920" y="1556772"/>
              <a:ext cx="19034" cy="28503"/>
            </a:xfrm>
            <a:prstGeom prst="rect">
              <a:avLst/>
            </a:prstGeom>
            <a:solidFill>
              <a:srgbClr val="F8E9EA"/>
            </a:solidFill>
            <a:ln>
              <a:noFill/>
            </a:ln>
          </p:spPr>
        </p:sp>
        <p:sp>
          <p:nvSpPr>
            <p:cNvPr id="14841" name="Heatmap cell r58 c178"/>
            <p:cNvSpPr/>
            <p:nvPr/>
          </p:nvSpPr>
          <p:spPr>
            <a:xfrm>
              <a:off x="3232859" y="1556772"/>
              <a:ext cx="17140" cy="28503"/>
            </a:xfrm>
            <a:prstGeom prst="rect">
              <a:avLst/>
            </a:prstGeom>
            <a:solidFill>
              <a:srgbClr val="F9E7E8"/>
            </a:solidFill>
            <a:ln>
              <a:noFill/>
            </a:ln>
          </p:spPr>
        </p:sp>
        <p:sp>
          <p:nvSpPr>
            <p:cNvPr id="14842" name="Heatmap cell r58 c180"/>
            <p:cNvSpPr/>
            <p:nvPr/>
          </p:nvSpPr>
          <p:spPr>
            <a:xfrm>
              <a:off x="3268843" y="1556772"/>
              <a:ext cx="17140" cy="28503"/>
            </a:xfrm>
            <a:prstGeom prst="rect">
              <a:avLst/>
            </a:prstGeom>
            <a:solidFill>
              <a:srgbClr val="F0BAC0"/>
            </a:solidFill>
            <a:ln>
              <a:noFill/>
            </a:ln>
          </p:spPr>
        </p:sp>
        <p:sp>
          <p:nvSpPr>
            <p:cNvPr id="14843" name="Heatmap cell r58 c181"/>
            <p:cNvSpPr/>
            <p:nvPr/>
          </p:nvSpPr>
          <p:spPr>
            <a:xfrm>
              <a:off x="3285888" y="1556772"/>
              <a:ext cx="19034" cy="28503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14844" name="Heatmap cell r58 c182"/>
            <p:cNvSpPr/>
            <p:nvPr/>
          </p:nvSpPr>
          <p:spPr>
            <a:xfrm>
              <a:off x="3304827" y="1556772"/>
              <a:ext cx="19034" cy="28503"/>
            </a:xfrm>
            <a:prstGeom prst="rect">
              <a:avLst/>
            </a:prstGeom>
            <a:solidFill>
              <a:srgbClr val="F8DDDF"/>
            </a:solidFill>
            <a:ln>
              <a:noFill/>
            </a:ln>
          </p:spPr>
        </p:sp>
        <p:sp>
          <p:nvSpPr>
            <p:cNvPr id="14845" name="Heatmap cell r58 c183"/>
            <p:cNvSpPr/>
            <p:nvPr/>
          </p:nvSpPr>
          <p:spPr>
            <a:xfrm>
              <a:off x="3323765" y="1556772"/>
              <a:ext cx="17140" cy="28503"/>
            </a:xfrm>
            <a:prstGeom prst="rect">
              <a:avLst/>
            </a:prstGeom>
            <a:solidFill>
              <a:srgbClr val="F8DBDD"/>
            </a:solidFill>
            <a:ln>
              <a:noFill/>
            </a:ln>
          </p:spPr>
        </p:sp>
        <p:sp>
          <p:nvSpPr>
            <p:cNvPr id="14846" name="Heatmap cell r58 c184"/>
            <p:cNvSpPr/>
            <p:nvPr/>
          </p:nvSpPr>
          <p:spPr>
            <a:xfrm>
              <a:off x="3340810" y="1556772"/>
              <a:ext cx="19034" cy="28503"/>
            </a:xfrm>
            <a:prstGeom prst="rect">
              <a:avLst/>
            </a:prstGeom>
            <a:solidFill>
              <a:srgbClr val="FDF9FA"/>
            </a:solidFill>
            <a:ln>
              <a:noFill/>
            </a:ln>
          </p:spPr>
        </p:sp>
        <p:sp>
          <p:nvSpPr>
            <p:cNvPr id="14847" name="Heatmap cell r58 c185"/>
            <p:cNvSpPr/>
            <p:nvPr/>
          </p:nvSpPr>
          <p:spPr>
            <a:xfrm>
              <a:off x="3359749" y="1556772"/>
              <a:ext cx="17140" cy="28503"/>
            </a:xfrm>
            <a:prstGeom prst="rect">
              <a:avLst/>
            </a:prstGeom>
            <a:solidFill>
              <a:srgbClr val="D5DFE9"/>
            </a:solidFill>
            <a:ln>
              <a:noFill/>
            </a:ln>
          </p:spPr>
        </p:sp>
        <p:sp>
          <p:nvSpPr>
            <p:cNvPr id="14848" name="Heatmap cell r58 c186"/>
            <p:cNvSpPr/>
            <p:nvPr/>
          </p:nvSpPr>
          <p:spPr>
            <a:xfrm>
              <a:off x="3376794" y="1556772"/>
              <a:ext cx="19034" cy="28503"/>
            </a:xfrm>
            <a:prstGeom prst="rect">
              <a:avLst/>
            </a:prstGeom>
            <a:solidFill>
              <a:srgbClr val="F1C2C6"/>
            </a:solidFill>
            <a:ln>
              <a:noFill/>
            </a:ln>
          </p:spPr>
        </p:sp>
        <p:sp>
          <p:nvSpPr>
            <p:cNvPr id="14849" name="Heatmap cell r58 c187"/>
            <p:cNvSpPr/>
            <p:nvPr/>
          </p:nvSpPr>
          <p:spPr>
            <a:xfrm>
              <a:off x="3395733" y="1556772"/>
              <a:ext cx="17140" cy="28503"/>
            </a:xfrm>
            <a:prstGeom prst="rect">
              <a:avLst/>
            </a:prstGeom>
            <a:solidFill>
              <a:srgbClr val="F8E6E8"/>
            </a:solidFill>
            <a:ln>
              <a:noFill/>
            </a:ln>
          </p:spPr>
        </p:sp>
        <p:sp>
          <p:nvSpPr>
            <p:cNvPr id="14850" name="Heatmap cell r58 c188"/>
            <p:cNvSpPr/>
            <p:nvPr/>
          </p:nvSpPr>
          <p:spPr>
            <a:xfrm>
              <a:off x="3412778" y="1556772"/>
              <a:ext cx="19034" cy="28503"/>
            </a:xfrm>
            <a:prstGeom prst="rect">
              <a:avLst/>
            </a:prstGeom>
            <a:solidFill>
              <a:srgbClr val="F7D7DB"/>
            </a:solidFill>
            <a:ln>
              <a:noFill/>
            </a:ln>
          </p:spPr>
        </p:sp>
        <p:sp>
          <p:nvSpPr>
            <p:cNvPr id="14851" name="Heatmap cell r58 c189"/>
            <p:cNvSpPr/>
            <p:nvPr/>
          </p:nvSpPr>
          <p:spPr>
            <a:xfrm>
              <a:off x="3431717" y="1556772"/>
              <a:ext cx="17140" cy="28503"/>
            </a:xfrm>
            <a:prstGeom prst="rect">
              <a:avLst/>
            </a:prstGeom>
            <a:solidFill>
              <a:srgbClr val="F5F7F9"/>
            </a:solidFill>
            <a:ln>
              <a:noFill/>
            </a:ln>
          </p:spPr>
        </p:sp>
        <p:sp>
          <p:nvSpPr>
            <p:cNvPr id="14852" name="Heatmap cell r58 c190"/>
            <p:cNvSpPr/>
            <p:nvPr/>
          </p:nvSpPr>
          <p:spPr>
            <a:xfrm>
              <a:off x="3448762" y="1556772"/>
              <a:ext cx="19034" cy="28503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</p:sp>
        <p:sp>
          <p:nvSpPr>
            <p:cNvPr id="14853" name="Heatmap cell r58 c191"/>
            <p:cNvSpPr/>
            <p:nvPr/>
          </p:nvSpPr>
          <p:spPr>
            <a:xfrm>
              <a:off x="3467701" y="1556772"/>
              <a:ext cx="17140" cy="28503"/>
            </a:xfrm>
            <a:prstGeom prst="rect">
              <a:avLst/>
            </a:prstGeom>
            <a:solidFill>
              <a:srgbClr val="F3C7CC"/>
            </a:solidFill>
            <a:ln>
              <a:noFill/>
            </a:ln>
          </p:spPr>
        </p:sp>
        <p:sp>
          <p:nvSpPr>
            <p:cNvPr id="14854" name="Heatmap cell r58 c193"/>
            <p:cNvSpPr/>
            <p:nvPr/>
          </p:nvSpPr>
          <p:spPr>
            <a:xfrm>
              <a:off x="3503684" y="1556772"/>
              <a:ext cx="17140" cy="28503"/>
            </a:xfrm>
            <a:prstGeom prst="rect">
              <a:avLst/>
            </a:prstGeom>
            <a:solidFill>
              <a:srgbClr val="F3C6CB"/>
            </a:solidFill>
            <a:ln>
              <a:noFill/>
            </a:ln>
          </p:spPr>
        </p:sp>
        <p:sp>
          <p:nvSpPr>
            <p:cNvPr id="14855" name="Heatmap cell r58 c194"/>
            <p:cNvSpPr/>
            <p:nvPr/>
          </p:nvSpPr>
          <p:spPr>
            <a:xfrm>
              <a:off x="3520729" y="1556772"/>
              <a:ext cx="19034" cy="28503"/>
            </a:xfrm>
            <a:prstGeom prst="rect">
              <a:avLst/>
            </a:prstGeom>
            <a:solidFill>
              <a:srgbClr val="F4CDD0"/>
            </a:solidFill>
            <a:ln>
              <a:noFill/>
            </a:ln>
          </p:spPr>
        </p:sp>
        <p:sp>
          <p:nvSpPr>
            <p:cNvPr id="14856" name="Heatmap cell r58 c195"/>
            <p:cNvSpPr/>
            <p:nvPr/>
          </p:nvSpPr>
          <p:spPr>
            <a:xfrm>
              <a:off x="3539668" y="1556772"/>
              <a:ext cx="19034" cy="28503"/>
            </a:xfrm>
            <a:prstGeom prst="rect">
              <a:avLst/>
            </a:prstGeom>
            <a:solidFill>
              <a:srgbClr val="F5D1D4"/>
            </a:solidFill>
            <a:ln>
              <a:noFill/>
            </a:ln>
          </p:spPr>
        </p:sp>
        <p:sp>
          <p:nvSpPr>
            <p:cNvPr id="14857" name="Heatmap cell r58 c196"/>
            <p:cNvSpPr/>
            <p:nvPr/>
          </p:nvSpPr>
          <p:spPr>
            <a:xfrm>
              <a:off x="3558607" y="1556772"/>
              <a:ext cx="17140" cy="28503"/>
            </a:xfrm>
            <a:prstGeom prst="rect">
              <a:avLst/>
            </a:prstGeom>
            <a:solidFill>
              <a:srgbClr val="F1C0C4"/>
            </a:solidFill>
            <a:ln>
              <a:noFill/>
            </a:ln>
          </p:spPr>
        </p:sp>
        <p:sp>
          <p:nvSpPr>
            <p:cNvPr id="14858" name="Heatmap cell r58 c197"/>
            <p:cNvSpPr/>
            <p:nvPr/>
          </p:nvSpPr>
          <p:spPr>
            <a:xfrm>
              <a:off x="3575652" y="1556772"/>
              <a:ext cx="19034" cy="28503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14859" name="Heatmap cell r58 c198"/>
            <p:cNvSpPr/>
            <p:nvPr/>
          </p:nvSpPr>
          <p:spPr>
            <a:xfrm>
              <a:off x="3594591" y="1556772"/>
              <a:ext cx="17140" cy="28503"/>
            </a:xfrm>
            <a:prstGeom prst="rect">
              <a:avLst/>
            </a:prstGeom>
            <a:solidFill>
              <a:srgbClr val="FCF7F7"/>
            </a:solidFill>
            <a:ln>
              <a:noFill/>
            </a:ln>
          </p:spPr>
        </p:sp>
        <p:sp>
          <p:nvSpPr>
            <p:cNvPr id="14860" name="Heatmap cell r58 c199"/>
            <p:cNvSpPr/>
            <p:nvPr/>
          </p:nvSpPr>
          <p:spPr>
            <a:xfrm>
              <a:off x="3611636" y="1556772"/>
              <a:ext cx="19034" cy="28503"/>
            </a:xfrm>
            <a:prstGeom prst="rect">
              <a:avLst/>
            </a:prstGeom>
            <a:solidFill>
              <a:srgbClr val="F2C8CD"/>
            </a:solidFill>
            <a:ln>
              <a:noFill/>
            </a:ln>
          </p:spPr>
        </p:sp>
        <p:sp>
          <p:nvSpPr>
            <p:cNvPr id="14861" name="Heatmap cell r58 c200"/>
            <p:cNvSpPr/>
            <p:nvPr/>
          </p:nvSpPr>
          <p:spPr>
            <a:xfrm>
              <a:off x="3630575" y="1556772"/>
              <a:ext cx="17140" cy="28503"/>
            </a:xfrm>
            <a:prstGeom prst="rect">
              <a:avLst/>
            </a:prstGeom>
            <a:solidFill>
              <a:srgbClr val="F6D6DA"/>
            </a:solidFill>
            <a:ln>
              <a:noFill/>
            </a:ln>
          </p:spPr>
        </p:sp>
        <p:sp>
          <p:nvSpPr>
            <p:cNvPr id="14862" name="Heatmap cell r58 c201"/>
            <p:cNvSpPr/>
            <p:nvPr/>
          </p:nvSpPr>
          <p:spPr>
            <a:xfrm>
              <a:off x="3647620" y="1556772"/>
              <a:ext cx="19034" cy="28503"/>
            </a:xfrm>
            <a:prstGeom prst="rect">
              <a:avLst/>
            </a:prstGeom>
            <a:solidFill>
              <a:srgbClr val="F3C6CB"/>
            </a:solidFill>
            <a:ln>
              <a:noFill/>
            </a:ln>
          </p:spPr>
        </p:sp>
        <p:sp>
          <p:nvSpPr>
            <p:cNvPr id="14863" name="Heatmap cell r58 c202"/>
            <p:cNvSpPr/>
            <p:nvPr/>
          </p:nvSpPr>
          <p:spPr>
            <a:xfrm>
              <a:off x="3666558" y="1556772"/>
              <a:ext cx="17140" cy="28503"/>
            </a:xfrm>
            <a:prstGeom prst="rect">
              <a:avLst/>
            </a:prstGeom>
            <a:solidFill>
              <a:srgbClr val="FBF1F3"/>
            </a:solidFill>
            <a:ln>
              <a:noFill/>
            </a:ln>
          </p:spPr>
        </p:sp>
        <p:sp>
          <p:nvSpPr>
            <p:cNvPr id="14864" name="Heatmap cell r58 c203"/>
            <p:cNvSpPr/>
            <p:nvPr/>
          </p:nvSpPr>
          <p:spPr>
            <a:xfrm>
              <a:off x="3683603" y="1556772"/>
              <a:ext cx="19034" cy="28503"/>
            </a:xfrm>
            <a:prstGeom prst="rect">
              <a:avLst/>
            </a:prstGeom>
            <a:solidFill>
              <a:srgbClr val="EFB7BB"/>
            </a:solidFill>
            <a:ln>
              <a:noFill/>
            </a:ln>
          </p:spPr>
        </p:sp>
        <p:sp>
          <p:nvSpPr>
            <p:cNvPr id="14865" name="Heatmap cell r58 c204"/>
            <p:cNvSpPr/>
            <p:nvPr/>
          </p:nvSpPr>
          <p:spPr>
            <a:xfrm>
              <a:off x="3702542" y="1556772"/>
              <a:ext cx="17140" cy="28503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14866" name="Heatmap cell r58 c205"/>
            <p:cNvSpPr/>
            <p:nvPr/>
          </p:nvSpPr>
          <p:spPr>
            <a:xfrm>
              <a:off x="3719587" y="1556772"/>
              <a:ext cx="19034" cy="28503"/>
            </a:xfrm>
            <a:prstGeom prst="rect">
              <a:avLst/>
            </a:prstGeom>
            <a:solidFill>
              <a:srgbClr val="FAEBED"/>
            </a:solidFill>
            <a:ln>
              <a:noFill/>
            </a:ln>
          </p:spPr>
        </p:sp>
        <p:sp>
          <p:nvSpPr>
            <p:cNvPr id="14867" name="Heatmap cell r58 c206"/>
            <p:cNvSpPr/>
            <p:nvPr/>
          </p:nvSpPr>
          <p:spPr>
            <a:xfrm>
              <a:off x="3738526" y="1556772"/>
              <a:ext cx="17140" cy="28503"/>
            </a:xfrm>
            <a:prstGeom prst="rect">
              <a:avLst/>
            </a:prstGeom>
            <a:solidFill>
              <a:srgbClr val="D5DFEA"/>
            </a:solidFill>
            <a:ln>
              <a:noFill/>
            </a:ln>
          </p:spPr>
        </p:sp>
        <p:sp>
          <p:nvSpPr>
            <p:cNvPr id="14868" name="Heatmap cell r58 c207"/>
            <p:cNvSpPr/>
            <p:nvPr/>
          </p:nvSpPr>
          <p:spPr>
            <a:xfrm>
              <a:off x="3755571" y="1556772"/>
              <a:ext cx="19034" cy="28503"/>
            </a:xfrm>
            <a:prstGeom prst="rect">
              <a:avLst/>
            </a:prstGeom>
            <a:solidFill>
              <a:srgbClr val="D2DDE7"/>
            </a:solidFill>
            <a:ln>
              <a:noFill/>
            </a:ln>
          </p:spPr>
        </p:sp>
        <p:sp>
          <p:nvSpPr>
            <p:cNvPr id="14869" name="Heatmap cell r58 c208"/>
            <p:cNvSpPr/>
            <p:nvPr/>
          </p:nvSpPr>
          <p:spPr>
            <a:xfrm>
              <a:off x="3774510" y="1556772"/>
              <a:ext cx="19034" cy="28503"/>
            </a:xfrm>
            <a:prstGeom prst="rect">
              <a:avLst/>
            </a:prstGeom>
            <a:solidFill>
              <a:srgbClr val="CAD6E3"/>
            </a:solidFill>
            <a:ln>
              <a:noFill/>
            </a:ln>
          </p:spPr>
        </p:sp>
        <p:sp>
          <p:nvSpPr>
            <p:cNvPr id="14870" name="Heatmap cell r58 c209"/>
            <p:cNvSpPr/>
            <p:nvPr/>
          </p:nvSpPr>
          <p:spPr>
            <a:xfrm>
              <a:off x="3793449" y="1556772"/>
              <a:ext cx="17140" cy="28503"/>
            </a:xfrm>
            <a:prstGeom prst="rect">
              <a:avLst/>
            </a:prstGeom>
            <a:solidFill>
              <a:srgbClr val="E4EBEF"/>
            </a:solidFill>
            <a:ln>
              <a:noFill/>
            </a:ln>
          </p:spPr>
        </p:sp>
        <p:sp>
          <p:nvSpPr>
            <p:cNvPr id="14871" name="Heatmap cell r58 c210"/>
            <p:cNvSpPr/>
            <p:nvPr/>
          </p:nvSpPr>
          <p:spPr>
            <a:xfrm>
              <a:off x="3810494" y="1556772"/>
              <a:ext cx="19034" cy="28503"/>
            </a:xfrm>
            <a:prstGeom prst="rect">
              <a:avLst/>
            </a:prstGeom>
            <a:solidFill>
              <a:srgbClr val="EEB1B8"/>
            </a:solidFill>
            <a:ln>
              <a:noFill/>
            </a:ln>
          </p:spPr>
        </p:sp>
        <p:sp>
          <p:nvSpPr>
            <p:cNvPr id="14872" name="Heatmap cell r58 c211"/>
            <p:cNvSpPr/>
            <p:nvPr/>
          </p:nvSpPr>
          <p:spPr>
            <a:xfrm>
              <a:off x="3829432" y="1556772"/>
              <a:ext cx="17140" cy="28503"/>
            </a:xfrm>
            <a:prstGeom prst="rect">
              <a:avLst/>
            </a:prstGeom>
            <a:solidFill>
              <a:srgbClr val="E78B94"/>
            </a:solidFill>
            <a:ln>
              <a:noFill/>
            </a:ln>
          </p:spPr>
        </p:sp>
        <p:sp>
          <p:nvSpPr>
            <p:cNvPr id="14873" name="Heatmap cell r58 c212"/>
            <p:cNvSpPr/>
            <p:nvPr/>
          </p:nvSpPr>
          <p:spPr>
            <a:xfrm>
              <a:off x="3846477" y="1556772"/>
              <a:ext cx="19034" cy="28503"/>
            </a:xfrm>
            <a:prstGeom prst="rect">
              <a:avLst/>
            </a:prstGeom>
            <a:solidFill>
              <a:srgbClr val="F3C6CB"/>
            </a:solidFill>
            <a:ln>
              <a:noFill/>
            </a:ln>
          </p:spPr>
        </p:sp>
        <p:sp>
          <p:nvSpPr>
            <p:cNvPr id="14874" name="Heatmap cell r58 c213"/>
            <p:cNvSpPr/>
            <p:nvPr/>
          </p:nvSpPr>
          <p:spPr>
            <a:xfrm>
              <a:off x="3865416" y="1556772"/>
              <a:ext cx="17140" cy="28503"/>
            </a:xfrm>
            <a:prstGeom prst="rect">
              <a:avLst/>
            </a:prstGeom>
            <a:solidFill>
              <a:srgbClr val="FBF5F5"/>
            </a:solidFill>
            <a:ln>
              <a:noFill/>
            </a:ln>
          </p:spPr>
        </p:sp>
        <p:sp>
          <p:nvSpPr>
            <p:cNvPr id="14875" name="Heatmap cell r58 c214"/>
            <p:cNvSpPr/>
            <p:nvPr/>
          </p:nvSpPr>
          <p:spPr>
            <a:xfrm>
              <a:off x="3882461" y="1556772"/>
              <a:ext cx="19034" cy="28503"/>
            </a:xfrm>
            <a:prstGeom prst="rect">
              <a:avLst/>
            </a:prstGeom>
            <a:solidFill>
              <a:srgbClr val="F5CED2"/>
            </a:solidFill>
            <a:ln>
              <a:noFill/>
            </a:ln>
          </p:spPr>
        </p:sp>
        <p:sp>
          <p:nvSpPr>
            <p:cNvPr id="14876" name="Heatmap cell r58 c215"/>
            <p:cNvSpPr/>
            <p:nvPr/>
          </p:nvSpPr>
          <p:spPr>
            <a:xfrm>
              <a:off x="3901400" y="1556772"/>
              <a:ext cx="17140" cy="28503"/>
            </a:xfrm>
            <a:prstGeom prst="rect">
              <a:avLst/>
            </a:prstGeom>
            <a:solidFill>
              <a:srgbClr val="F7DCDF"/>
            </a:solidFill>
            <a:ln>
              <a:noFill/>
            </a:ln>
          </p:spPr>
        </p:sp>
        <p:sp>
          <p:nvSpPr>
            <p:cNvPr id="14877" name="Heatmap cell r58 c216"/>
            <p:cNvSpPr/>
            <p:nvPr/>
          </p:nvSpPr>
          <p:spPr>
            <a:xfrm>
              <a:off x="3918445" y="1556772"/>
              <a:ext cx="19034" cy="28503"/>
            </a:xfrm>
            <a:prstGeom prst="rect">
              <a:avLst/>
            </a:prstGeom>
            <a:solidFill>
              <a:srgbClr val="F1C2C6"/>
            </a:solidFill>
            <a:ln>
              <a:noFill/>
            </a:ln>
          </p:spPr>
        </p:sp>
        <p:sp>
          <p:nvSpPr>
            <p:cNvPr id="14878" name="Heatmap cell r58 c217"/>
            <p:cNvSpPr/>
            <p:nvPr/>
          </p:nvSpPr>
          <p:spPr>
            <a:xfrm>
              <a:off x="3937384" y="1556772"/>
              <a:ext cx="17140" cy="28503"/>
            </a:xfrm>
            <a:prstGeom prst="rect">
              <a:avLst/>
            </a:prstGeom>
            <a:solidFill>
              <a:srgbClr val="FBF5F5"/>
            </a:solidFill>
            <a:ln>
              <a:noFill/>
            </a:ln>
          </p:spPr>
        </p:sp>
        <p:sp>
          <p:nvSpPr>
            <p:cNvPr id="14879" name="Heatmap cell r58 c218"/>
            <p:cNvSpPr/>
            <p:nvPr/>
          </p:nvSpPr>
          <p:spPr>
            <a:xfrm>
              <a:off x="3954429" y="1556772"/>
              <a:ext cx="19034" cy="28503"/>
            </a:xfrm>
            <a:prstGeom prst="rect">
              <a:avLst/>
            </a:prstGeom>
            <a:solidFill>
              <a:srgbClr val="F1C3C8"/>
            </a:solidFill>
            <a:ln>
              <a:noFill/>
            </a:ln>
          </p:spPr>
        </p:sp>
        <p:sp>
          <p:nvSpPr>
            <p:cNvPr id="14880" name="Heatmap cell r58 c219"/>
            <p:cNvSpPr/>
            <p:nvPr/>
          </p:nvSpPr>
          <p:spPr>
            <a:xfrm>
              <a:off x="3973368" y="1556772"/>
              <a:ext cx="17140" cy="28503"/>
            </a:xfrm>
            <a:prstGeom prst="rect">
              <a:avLst/>
            </a:prstGeom>
            <a:solidFill>
              <a:srgbClr val="FCF6F6"/>
            </a:solidFill>
            <a:ln>
              <a:noFill/>
            </a:ln>
          </p:spPr>
        </p:sp>
        <p:sp>
          <p:nvSpPr>
            <p:cNvPr id="14881" name="Heatmap cell r58 c220"/>
            <p:cNvSpPr/>
            <p:nvPr/>
          </p:nvSpPr>
          <p:spPr>
            <a:xfrm>
              <a:off x="3990412" y="1556772"/>
              <a:ext cx="19034" cy="28503"/>
            </a:xfrm>
            <a:prstGeom prst="rect">
              <a:avLst/>
            </a:prstGeom>
            <a:solidFill>
              <a:srgbClr val="FAECEC"/>
            </a:solidFill>
            <a:ln>
              <a:noFill/>
            </a:ln>
          </p:spPr>
        </p:sp>
        <p:sp>
          <p:nvSpPr>
            <p:cNvPr id="14882" name="Heatmap cell r58 c221"/>
            <p:cNvSpPr/>
            <p:nvPr/>
          </p:nvSpPr>
          <p:spPr>
            <a:xfrm>
              <a:off x="4009351" y="1556772"/>
              <a:ext cx="19034" cy="28503"/>
            </a:xfrm>
            <a:prstGeom prst="rect">
              <a:avLst/>
            </a:prstGeom>
            <a:solidFill>
              <a:srgbClr val="F3C5CA"/>
            </a:solidFill>
            <a:ln>
              <a:noFill/>
            </a:ln>
          </p:spPr>
        </p:sp>
        <p:sp>
          <p:nvSpPr>
            <p:cNvPr id="14883" name="Heatmap cell r58 c222"/>
            <p:cNvSpPr/>
            <p:nvPr/>
          </p:nvSpPr>
          <p:spPr>
            <a:xfrm>
              <a:off x="4028290" y="1556772"/>
              <a:ext cx="17140" cy="28503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14884" name="Heatmap cell r58 c223"/>
            <p:cNvSpPr/>
            <p:nvPr/>
          </p:nvSpPr>
          <p:spPr>
            <a:xfrm>
              <a:off x="4045335" y="1556772"/>
              <a:ext cx="19034" cy="28503"/>
            </a:xfrm>
            <a:prstGeom prst="rect">
              <a:avLst/>
            </a:prstGeom>
            <a:solidFill>
              <a:srgbClr val="FAECEC"/>
            </a:solidFill>
            <a:ln>
              <a:noFill/>
            </a:ln>
          </p:spPr>
        </p:sp>
        <p:sp>
          <p:nvSpPr>
            <p:cNvPr id="14885" name="Heatmap cell r59 c1"/>
            <p:cNvSpPr/>
            <p:nvPr/>
          </p:nvSpPr>
          <p:spPr>
            <a:xfrm>
              <a:off x="13257" y="1585180"/>
              <a:ext cx="45548" cy="26609"/>
            </a:xfrm>
            <a:prstGeom prst="rect">
              <a:avLst/>
            </a:prstGeom>
            <a:solidFill>
              <a:srgbClr val="F76666"/>
            </a:solidFill>
            <a:ln>
              <a:noFill/>
            </a:ln>
          </p:spPr>
        </p:sp>
        <p:sp>
          <p:nvSpPr>
            <p:cNvPr id="14886" name="Heatmap cell r59 c3"/>
            <p:cNvSpPr/>
            <p:nvPr/>
          </p:nvSpPr>
          <p:spPr>
            <a:xfrm>
              <a:off x="71968" y="1585180"/>
              <a:ext cx="17140" cy="26609"/>
            </a:xfrm>
            <a:prstGeom prst="rect">
              <a:avLst/>
            </a:prstGeom>
            <a:solidFill>
              <a:srgbClr val="E6EBF1"/>
            </a:solidFill>
            <a:ln>
              <a:noFill/>
            </a:ln>
          </p:spPr>
        </p:sp>
        <p:sp>
          <p:nvSpPr>
            <p:cNvPr id="14887" name="Heatmap cell r59 c4"/>
            <p:cNvSpPr/>
            <p:nvPr/>
          </p:nvSpPr>
          <p:spPr>
            <a:xfrm>
              <a:off x="89013" y="1585180"/>
              <a:ext cx="19034" cy="26609"/>
            </a:xfrm>
            <a:prstGeom prst="rect">
              <a:avLst/>
            </a:prstGeom>
            <a:solidFill>
              <a:srgbClr val="D7E1EB"/>
            </a:solidFill>
            <a:ln>
              <a:noFill/>
            </a:ln>
          </p:spPr>
        </p:sp>
        <p:sp>
          <p:nvSpPr>
            <p:cNvPr id="14888" name="Heatmap cell r59 c5"/>
            <p:cNvSpPr/>
            <p:nvPr/>
          </p:nvSpPr>
          <p:spPr>
            <a:xfrm>
              <a:off x="107951" y="1585180"/>
              <a:ext cx="17140" cy="26609"/>
            </a:xfrm>
            <a:prstGeom prst="rect">
              <a:avLst/>
            </a:prstGeom>
            <a:solidFill>
              <a:srgbClr val="EFF3F7"/>
            </a:solidFill>
            <a:ln>
              <a:noFill/>
            </a:ln>
          </p:spPr>
        </p:sp>
        <p:sp>
          <p:nvSpPr>
            <p:cNvPr id="14889" name="Heatmap cell r59 c6"/>
            <p:cNvSpPr/>
            <p:nvPr/>
          </p:nvSpPr>
          <p:spPr>
            <a:xfrm>
              <a:off x="124996" y="1585180"/>
              <a:ext cx="19034" cy="26609"/>
            </a:xfrm>
            <a:prstGeom prst="rect">
              <a:avLst/>
            </a:prstGeom>
            <a:solidFill>
              <a:srgbClr val="DBE3EB"/>
            </a:solidFill>
            <a:ln>
              <a:noFill/>
            </a:ln>
          </p:spPr>
        </p:sp>
        <p:sp>
          <p:nvSpPr>
            <p:cNvPr id="14890" name="Heatmap cell r59 c7"/>
            <p:cNvSpPr/>
            <p:nvPr/>
          </p:nvSpPr>
          <p:spPr>
            <a:xfrm>
              <a:off x="143935" y="1585180"/>
              <a:ext cx="17140" cy="26609"/>
            </a:xfrm>
            <a:prstGeom prst="rect">
              <a:avLst/>
            </a:prstGeom>
            <a:solidFill>
              <a:srgbClr val="E8ECF3"/>
            </a:solidFill>
            <a:ln>
              <a:noFill/>
            </a:ln>
          </p:spPr>
        </p:sp>
        <p:sp>
          <p:nvSpPr>
            <p:cNvPr id="14891" name="Heatmap cell r59 c8"/>
            <p:cNvSpPr/>
            <p:nvPr/>
          </p:nvSpPr>
          <p:spPr>
            <a:xfrm>
              <a:off x="160980" y="1585180"/>
              <a:ext cx="19034" cy="26609"/>
            </a:xfrm>
            <a:prstGeom prst="rect">
              <a:avLst/>
            </a:prstGeom>
            <a:solidFill>
              <a:srgbClr val="8DA8C3"/>
            </a:solidFill>
            <a:ln>
              <a:noFill/>
            </a:ln>
          </p:spPr>
        </p:sp>
        <p:sp>
          <p:nvSpPr>
            <p:cNvPr id="14892" name="Heatmap cell r59 c9"/>
            <p:cNvSpPr/>
            <p:nvPr/>
          </p:nvSpPr>
          <p:spPr>
            <a:xfrm>
              <a:off x="179919" y="1585180"/>
              <a:ext cx="19034" cy="26609"/>
            </a:xfrm>
            <a:prstGeom prst="rect">
              <a:avLst/>
            </a:prstGeom>
            <a:solidFill>
              <a:srgbClr val="C7D4E1"/>
            </a:solidFill>
            <a:ln>
              <a:noFill/>
            </a:ln>
          </p:spPr>
        </p:sp>
        <p:sp>
          <p:nvSpPr>
            <p:cNvPr id="14893" name="Heatmap cell r59 c10"/>
            <p:cNvSpPr/>
            <p:nvPr/>
          </p:nvSpPr>
          <p:spPr>
            <a:xfrm>
              <a:off x="198858" y="1585180"/>
              <a:ext cx="17140" cy="26609"/>
            </a:xfrm>
            <a:prstGeom prst="rect">
              <a:avLst/>
            </a:prstGeom>
            <a:solidFill>
              <a:srgbClr val="C5D2E0"/>
            </a:solidFill>
            <a:ln>
              <a:noFill/>
            </a:ln>
          </p:spPr>
        </p:sp>
        <p:sp>
          <p:nvSpPr>
            <p:cNvPr id="14894" name="Heatmap cell r59 c11"/>
            <p:cNvSpPr/>
            <p:nvPr/>
          </p:nvSpPr>
          <p:spPr>
            <a:xfrm>
              <a:off x="215903" y="1585180"/>
              <a:ext cx="19034" cy="26609"/>
            </a:xfrm>
            <a:prstGeom prst="rect">
              <a:avLst/>
            </a:prstGeom>
            <a:solidFill>
              <a:srgbClr val="BECFDD"/>
            </a:solidFill>
            <a:ln>
              <a:noFill/>
            </a:ln>
          </p:spPr>
        </p:sp>
        <p:sp>
          <p:nvSpPr>
            <p:cNvPr id="14895" name="Heatmap cell r59 c12"/>
            <p:cNvSpPr/>
            <p:nvPr/>
          </p:nvSpPr>
          <p:spPr>
            <a:xfrm>
              <a:off x="234842" y="1585180"/>
              <a:ext cx="17140" cy="26609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</p:sp>
        <p:sp>
          <p:nvSpPr>
            <p:cNvPr id="14896" name="Heatmap cell r59 c13"/>
            <p:cNvSpPr/>
            <p:nvPr/>
          </p:nvSpPr>
          <p:spPr>
            <a:xfrm>
              <a:off x="251887" y="1585180"/>
              <a:ext cx="19034" cy="26609"/>
            </a:xfrm>
            <a:prstGeom prst="rect">
              <a:avLst/>
            </a:prstGeom>
            <a:solidFill>
              <a:srgbClr val="B5C5D7"/>
            </a:solidFill>
            <a:ln>
              <a:noFill/>
            </a:ln>
          </p:spPr>
        </p:sp>
        <p:sp>
          <p:nvSpPr>
            <p:cNvPr id="14897" name="Heatmap cell r59 c14"/>
            <p:cNvSpPr/>
            <p:nvPr/>
          </p:nvSpPr>
          <p:spPr>
            <a:xfrm>
              <a:off x="270825" y="1585180"/>
              <a:ext cx="17140" cy="26609"/>
            </a:xfrm>
            <a:prstGeom prst="rect">
              <a:avLst/>
            </a:prstGeom>
            <a:solidFill>
              <a:srgbClr val="FAEBED"/>
            </a:solidFill>
            <a:ln>
              <a:noFill/>
            </a:ln>
          </p:spPr>
        </p:sp>
        <p:sp>
          <p:nvSpPr>
            <p:cNvPr id="14898" name="Heatmap cell r59 c15"/>
            <p:cNvSpPr/>
            <p:nvPr/>
          </p:nvSpPr>
          <p:spPr>
            <a:xfrm>
              <a:off x="287870" y="1585180"/>
              <a:ext cx="19034" cy="26609"/>
            </a:xfrm>
            <a:prstGeom prst="rect">
              <a:avLst/>
            </a:prstGeom>
            <a:solidFill>
              <a:srgbClr val="809FBC"/>
            </a:solidFill>
            <a:ln>
              <a:noFill/>
            </a:ln>
          </p:spPr>
        </p:sp>
        <p:sp>
          <p:nvSpPr>
            <p:cNvPr id="14899" name="Heatmap cell r59 c16"/>
            <p:cNvSpPr/>
            <p:nvPr/>
          </p:nvSpPr>
          <p:spPr>
            <a:xfrm>
              <a:off x="306809" y="1585180"/>
              <a:ext cx="17140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14900" name="Heatmap cell r59 c17"/>
            <p:cNvSpPr/>
            <p:nvPr/>
          </p:nvSpPr>
          <p:spPr>
            <a:xfrm>
              <a:off x="323854" y="1585180"/>
              <a:ext cx="19034" cy="26609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</p:sp>
        <p:sp>
          <p:nvSpPr>
            <p:cNvPr id="14901" name="Heatmap cell r59 c18"/>
            <p:cNvSpPr/>
            <p:nvPr/>
          </p:nvSpPr>
          <p:spPr>
            <a:xfrm>
              <a:off x="342793" y="1585180"/>
              <a:ext cx="17140" cy="26609"/>
            </a:xfrm>
            <a:prstGeom prst="rect">
              <a:avLst/>
            </a:prstGeom>
            <a:solidFill>
              <a:srgbClr val="D5DFEA"/>
            </a:solidFill>
            <a:ln>
              <a:noFill/>
            </a:ln>
          </p:spPr>
        </p:sp>
        <p:sp>
          <p:nvSpPr>
            <p:cNvPr id="14902" name="Heatmap cell r59 c19"/>
            <p:cNvSpPr/>
            <p:nvPr/>
          </p:nvSpPr>
          <p:spPr>
            <a:xfrm>
              <a:off x="359838" y="1585180"/>
              <a:ext cx="19034" cy="26609"/>
            </a:xfrm>
            <a:prstGeom prst="rect">
              <a:avLst/>
            </a:prstGeom>
            <a:solidFill>
              <a:srgbClr val="F5CED2"/>
            </a:solidFill>
            <a:ln>
              <a:noFill/>
            </a:ln>
          </p:spPr>
        </p:sp>
        <p:sp>
          <p:nvSpPr>
            <p:cNvPr id="14903" name="Heatmap cell r59 c20"/>
            <p:cNvSpPr/>
            <p:nvPr/>
          </p:nvSpPr>
          <p:spPr>
            <a:xfrm>
              <a:off x="378777" y="1585180"/>
              <a:ext cx="17140" cy="26609"/>
            </a:xfrm>
            <a:prstGeom prst="rect">
              <a:avLst/>
            </a:prstGeom>
            <a:solidFill>
              <a:srgbClr val="AABDD2"/>
            </a:solidFill>
            <a:ln>
              <a:noFill/>
            </a:ln>
          </p:spPr>
        </p:sp>
        <p:sp>
          <p:nvSpPr>
            <p:cNvPr id="14904" name="Heatmap cell r59 c21"/>
            <p:cNvSpPr/>
            <p:nvPr/>
          </p:nvSpPr>
          <p:spPr>
            <a:xfrm>
              <a:off x="395822" y="1585180"/>
              <a:ext cx="19034" cy="26609"/>
            </a:xfrm>
            <a:prstGeom prst="rect">
              <a:avLst/>
            </a:prstGeom>
            <a:solidFill>
              <a:srgbClr val="809FBC"/>
            </a:solidFill>
            <a:ln>
              <a:noFill/>
            </a:ln>
          </p:spPr>
        </p:sp>
        <p:sp>
          <p:nvSpPr>
            <p:cNvPr id="14905" name="Heatmap cell r59 c23"/>
            <p:cNvSpPr/>
            <p:nvPr/>
          </p:nvSpPr>
          <p:spPr>
            <a:xfrm>
              <a:off x="433699" y="1585180"/>
              <a:ext cx="17140" cy="26609"/>
            </a:xfrm>
            <a:prstGeom prst="rect">
              <a:avLst/>
            </a:prstGeom>
            <a:solidFill>
              <a:srgbClr val="F5CFD2"/>
            </a:solidFill>
            <a:ln>
              <a:noFill/>
            </a:ln>
          </p:spPr>
        </p:sp>
        <p:sp>
          <p:nvSpPr>
            <p:cNvPr id="14906" name="Heatmap cell r59 c24"/>
            <p:cNvSpPr/>
            <p:nvPr/>
          </p:nvSpPr>
          <p:spPr>
            <a:xfrm>
              <a:off x="450744" y="1585180"/>
              <a:ext cx="19034" cy="26609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14907" name="Heatmap cell r59 c25"/>
            <p:cNvSpPr/>
            <p:nvPr/>
          </p:nvSpPr>
          <p:spPr>
            <a:xfrm>
              <a:off x="469683" y="1585180"/>
              <a:ext cx="17140" cy="26609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</p:sp>
        <p:sp>
          <p:nvSpPr>
            <p:cNvPr id="14908" name="Heatmap cell r59 c26"/>
            <p:cNvSpPr/>
            <p:nvPr/>
          </p:nvSpPr>
          <p:spPr>
            <a:xfrm>
              <a:off x="486728" y="1585180"/>
              <a:ext cx="19034" cy="26609"/>
            </a:xfrm>
            <a:prstGeom prst="rect">
              <a:avLst/>
            </a:prstGeom>
            <a:solidFill>
              <a:srgbClr val="ACC0D3"/>
            </a:solidFill>
            <a:ln>
              <a:noFill/>
            </a:ln>
          </p:spPr>
        </p:sp>
        <p:sp>
          <p:nvSpPr>
            <p:cNvPr id="14909" name="Heatmap cell r59 c27"/>
            <p:cNvSpPr/>
            <p:nvPr/>
          </p:nvSpPr>
          <p:spPr>
            <a:xfrm>
              <a:off x="505667" y="1585180"/>
              <a:ext cx="17140" cy="26609"/>
            </a:xfrm>
            <a:prstGeom prst="rect">
              <a:avLst/>
            </a:prstGeom>
            <a:solidFill>
              <a:srgbClr val="5E84AA"/>
            </a:solidFill>
            <a:ln>
              <a:noFill/>
            </a:ln>
          </p:spPr>
        </p:sp>
        <p:sp>
          <p:nvSpPr>
            <p:cNvPr id="14910" name="Heatmap cell r59 c28"/>
            <p:cNvSpPr/>
            <p:nvPr/>
          </p:nvSpPr>
          <p:spPr>
            <a:xfrm>
              <a:off x="522712" y="1585180"/>
              <a:ext cx="19034" cy="26609"/>
            </a:xfrm>
            <a:prstGeom prst="rect">
              <a:avLst/>
            </a:prstGeom>
            <a:solidFill>
              <a:srgbClr val="DFE6ED"/>
            </a:solidFill>
            <a:ln>
              <a:noFill/>
            </a:ln>
          </p:spPr>
        </p:sp>
        <p:sp>
          <p:nvSpPr>
            <p:cNvPr id="14911" name="Heatmap cell r59 c29"/>
            <p:cNvSpPr/>
            <p:nvPr/>
          </p:nvSpPr>
          <p:spPr>
            <a:xfrm>
              <a:off x="541651" y="1585180"/>
              <a:ext cx="17140" cy="26609"/>
            </a:xfrm>
            <a:prstGeom prst="rect">
              <a:avLst/>
            </a:prstGeom>
            <a:solidFill>
              <a:srgbClr val="ACC0D3"/>
            </a:solidFill>
            <a:ln>
              <a:noFill/>
            </a:ln>
          </p:spPr>
        </p:sp>
        <p:sp>
          <p:nvSpPr>
            <p:cNvPr id="14912" name="Heatmap cell r59 c30"/>
            <p:cNvSpPr/>
            <p:nvPr/>
          </p:nvSpPr>
          <p:spPr>
            <a:xfrm>
              <a:off x="558696" y="1585180"/>
              <a:ext cx="19034" cy="26609"/>
            </a:xfrm>
            <a:prstGeom prst="rect">
              <a:avLst/>
            </a:prstGeom>
            <a:solidFill>
              <a:srgbClr val="829FBD"/>
            </a:solidFill>
            <a:ln>
              <a:noFill/>
            </a:ln>
          </p:spPr>
        </p:sp>
        <p:sp>
          <p:nvSpPr>
            <p:cNvPr id="14913" name="Heatmap cell r59 c32"/>
            <p:cNvSpPr/>
            <p:nvPr/>
          </p:nvSpPr>
          <p:spPr>
            <a:xfrm>
              <a:off x="594679" y="1585180"/>
              <a:ext cx="19034" cy="26609"/>
            </a:xfrm>
            <a:prstGeom prst="rect">
              <a:avLst/>
            </a:prstGeom>
            <a:solidFill>
              <a:srgbClr val="91ACC5"/>
            </a:solidFill>
            <a:ln>
              <a:noFill/>
            </a:ln>
          </p:spPr>
        </p:sp>
        <p:sp>
          <p:nvSpPr>
            <p:cNvPr id="14914" name="Heatmap cell r59 c33"/>
            <p:cNvSpPr/>
            <p:nvPr/>
          </p:nvSpPr>
          <p:spPr>
            <a:xfrm>
              <a:off x="613618" y="1585180"/>
              <a:ext cx="17140" cy="26609"/>
            </a:xfrm>
            <a:prstGeom prst="rect">
              <a:avLst/>
            </a:prstGeom>
            <a:solidFill>
              <a:srgbClr val="FBF0F1"/>
            </a:solidFill>
            <a:ln>
              <a:noFill/>
            </a:ln>
          </p:spPr>
        </p:sp>
        <p:sp>
          <p:nvSpPr>
            <p:cNvPr id="14915" name="Heatmap cell r59 c34"/>
            <p:cNvSpPr/>
            <p:nvPr/>
          </p:nvSpPr>
          <p:spPr>
            <a:xfrm>
              <a:off x="630663" y="1585180"/>
              <a:ext cx="19034" cy="26609"/>
            </a:xfrm>
            <a:prstGeom prst="rect">
              <a:avLst/>
            </a:prstGeom>
            <a:solidFill>
              <a:srgbClr val="DFE6ED"/>
            </a:solidFill>
            <a:ln>
              <a:noFill/>
            </a:ln>
          </p:spPr>
        </p:sp>
        <p:sp>
          <p:nvSpPr>
            <p:cNvPr id="14916" name="Heatmap cell r59 c36"/>
            <p:cNvSpPr/>
            <p:nvPr/>
          </p:nvSpPr>
          <p:spPr>
            <a:xfrm>
              <a:off x="668541" y="1585180"/>
              <a:ext cx="17140" cy="26609"/>
            </a:xfrm>
            <a:prstGeom prst="rect">
              <a:avLst/>
            </a:prstGeom>
            <a:solidFill>
              <a:srgbClr val="EBEFF5"/>
            </a:solidFill>
            <a:ln>
              <a:noFill/>
            </a:ln>
          </p:spPr>
        </p:sp>
        <p:sp>
          <p:nvSpPr>
            <p:cNvPr id="14917" name="Heatmap cell r59 c37"/>
            <p:cNvSpPr/>
            <p:nvPr/>
          </p:nvSpPr>
          <p:spPr>
            <a:xfrm>
              <a:off x="685586" y="1585180"/>
              <a:ext cx="19034" cy="26609"/>
            </a:xfrm>
            <a:prstGeom prst="rect">
              <a:avLst/>
            </a:prstGeom>
            <a:solidFill>
              <a:srgbClr val="A6BAD0"/>
            </a:solidFill>
            <a:ln>
              <a:noFill/>
            </a:ln>
          </p:spPr>
        </p:sp>
        <p:sp>
          <p:nvSpPr>
            <p:cNvPr id="14918" name="Heatmap cell r59 c38"/>
            <p:cNvSpPr/>
            <p:nvPr/>
          </p:nvSpPr>
          <p:spPr>
            <a:xfrm>
              <a:off x="704525" y="1585180"/>
              <a:ext cx="17140" cy="26609"/>
            </a:xfrm>
            <a:prstGeom prst="rect">
              <a:avLst/>
            </a:prstGeom>
            <a:solidFill>
              <a:srgbClr val="A0B7CE"/>
            </a:solidFill>
            <a:ln>
              <a:noFill/>
            </a:ln>
          </p:spPr>
        </p:sp>
        <p:sp>
          <p:nvSpPr>
            <p:cNvPr id="14919" name="Heatmap cell r59 c39"/>
            <p:cNvSpPr/>
            <p:nvPr/>
          </p:nvSpPr>
          <p:spPr>
            <a:xfrm>
              <a:off x="721570" y="1585180"/>
              <a:ext cx="19034" cy="26609"/>
            </a:xfrm>
            <a:prstGeom prst="rect">
              <a:avLst/>
            </a:prstGeom>
            <a:solidFill>
              <a:srgbClr val="B4C5D6"/>
            </a:solidFill>
            <a:ln>
              <a:noFill/>
            </a:ln>
          </p:spPr>
        </p:sp>
        <p:sp>
          <p:nvSpPr>
            <p:cNvPr id="14920" name="Heatmap cell r59 c40"/>
            <p:cNvSpPr/>
            <p:nvPr/>
          </p:nvSpPr>
          <p:spPr>
            <a:xfrm>
              <a:off x="740508" y="1585180"/>
              <a:ext cx="17140" cy="26609"/>
            </a:xfrm>
            <a:prstGeom prst="rect">
              <a:avLst/>
            </a:prstGeom>
            <a:solidFill>
              <a:srgbClr val="F5CFD2"/>
            </a:solidFill>
            <a:ln>
              <a:noFill/>
            </a:ln>
          </p:spPr>
        </p:sp>
        <p:sp>
          <p:nvSpPr>
            <p:cNvPr id="14921" name="Heatmap cell r59 c41"/>
            <p:cNvSpPr/>
            <p:nvPr/>
          </p:nvSpPr>
          <p:spPr>
            <a:xfrm>
              <a:off x="757553" y="1585180"/>
              <a:ext cx="19034" cy="26609"/>
            </a:xfrm>
            <a:prstGeom prst="rect">
              <a:avLst/>
            </a:prstGeom>
            <a:solidFill>
              <a:srgbClr val="FBF5F5"/>
            </a:solidFill>
            <a:ln>
              <a:noFill/>
            </a:ln>
          </p:spPr>
        </p:sp>
        <p:sp>
          <p:nvSpPr>
            <p:cNvPr id="14922" name="Heatmap cell r59 c42"/>
            <p:cNvSpPr/>
            <p:nvPr/>
          </p:nvSpPr>
          <p:spPr>
            <a:xfrm>
              <a:off x="776492" y="1585180"/>
              <a:ext cx="17140" cy="26609"/>
            </a:xfrm>
            <a:prstGeom prst="rect">
              <a:avLst/>
            </a:prstGeom>
            <a:solidFill>
              <a:srgbClr val="D2DDE8"/>
            </a:solidFill>
            <a:ln>
              <a:noFill/>
            </a:ln>
          </p:spPr>
        </p:sp>
        <p:sp>
          <p:nvSpPr>
            <p:cNvPr id="14923" name="Heatmap cell r59 c43"/>
            <p:cNvSpPr/>
            <p:nvPr/>
          </p:nvSpPr>
          <p:spPr>
            <a:xfrm>
              <a:off x="793537" y="1585180"/>
              <a:ext cx="19034" cy="26609"/>
            </a:xfrm>
            <a:prstGeom prst="rect">
              <a:avLst/>
            </a:prstGeom>
            <a:solidFill>
              <a:srgbClr val="E4EBEF"/>
            </a:solidFill>
            <a:ln>
              <a:noFill/>
            </a:ln>
          </p:spPr>
        </p:sp>
        <p:sp>
          <p:nvSpPr>
            <p:cNvPr id="14924" name="Heatmap cell r59 c44"/>
            <p:cNvSpPr/>
            <p:nvPr/>
          </p:nvSpPr>
          <p:spPr>
            <a:xfrm>
              <a:off x="812476" y="1585180"/>
              <a:ext cx="17140" cy="26609"/>
            </a:xfrm>
            <a:prstGeom prst="rect">
              <a:avLst/>
            </a:prstGeom>
            <a:solidFill>
              <a:srgbClr val="CED9E4"/>
            </a:solidFill>
            <a:ln>
              <a:noFill/>
            </a:ln>
          </p:spPr>
        </p:sp>
        <p:sp>
          <p:nvSpPr>
            <p:cNvPr id="14925" name="Heatmap cell r59 c45"/>
            <p:cNvSpPr/>
            <p:nvPr/>
          </p:nvSpPr>
          <p:spPr>
            <a:xfrm>
              <a:off x="829521" y="1585180"/>
              <a:ext cx="19034" cy="26609"/>
            </a:xfrm>
            <a:prstGeom prst="rect">
              <a:avLst/>
            </a:prstGeom>
            <a:solidFill>
              <a:srgbClr val="DCE3EB"/>
            </a:solidFill>
            <a:ln>
              <a:noFill/>
            </a:ln>
          </p:spPr>
        </p:sp>
        <p:sp>
          <p:nvSpPr>
            <p:cNvPr id="14926" name="Heatmap cell r59 c46"/>
            <p:cNvSpPr/>
            <p:nvPr/>
          </p:nvSpPr>
          <p:spPr>
            <a:xfrm>
              <a:off x="848460" y="1585180"/>
              <a:ext cx="17140" cy="26609"/>
            </a:xfrm>
            <a:prstGeom prst="rect">
              <a:avLst/>
            </a:prstGeom>
            <a:solidFill>
              <a:srgbClr val="8FAAC5"/>
            </a:solidFill>
            <a:ln>
              <a:noFill/>
            </a:ln>
          </p:spPr>
        </p:sp>
        <p:sp>
          <p:nvSpPr>
            <p:cNvPr id="14927" name="Heatmap cell r59 c48"/>
            <p:cNvSpPr/>
            <p:nvPr/>
          </p:nvSpPr>
          <p:spPr>
            <a:xfrm>
              <a:off x="884444" y="1585180"/>
              <a:ext cx="19034" cy="26609"/>
            </a:xfrm>
            <a:prstGeom prst="rect">
              <a:avLst/>
            </a:prstGeom>
            <a:solidFill>
              <a:srgbClr val="DCE3EB"/>
            </a:solidFill>
            <a:ln>
              <a:noFill/>
            </a:ln>
          </p:spPr>
        </p:sp>
        <p:sp>
          <p:nvSpPr>
            <p:cNvPr id="14928" name="Heatmap cell r59 c49"/>
            <p:cNvSpPr/>
            <p:nvPr/>
          </p:nvSpPr>
          <p:spPr>
            <a:xfrm>
              <a:off x="903382" y="1585180"/>
              <a:ext cx="17140" cy="26609"/>
            </a:xfrm>
            <a:prstGeom prst="rect">
              <a:avLst/>
            </a:prstGeom>
            <a:solidFill>
              <a:srgbClr val="D9E1EB"/>
            </a:solidFill>
            <a:ln>
              <a:noFill/>
            </a:ln>
          </p:spPr>
        </p:sp>
        <p:sp>
          <p:nvSpPr>
            <p:cNvPr id="14929" name="Heatmap cell r59 c50"/>
            <p:cNvSpPr/>
            <p:nvPr/>
          </p:nvSpPr>
          <p:spPr>
            <a:xfrm>
              <a:off x="920427" y="1585180"/>
              <a:ext cx="19034" cy="26609"/>
            </a:xfrm>
            <a:prstGeom prst="rect">
              <a:avLst/>
            </a:prstGeom>
            <a:solidFill>
              <a:srgbClr val="9AB1C9"/>
            </a:solidFill>
            <a:ln>
              <a:noFill/>
            </a:ln>
          </p:spPr>
        </p:sp>
        <p:sp>
          <p:nvSpPr>
            <p:cNvPr id="14930" name="Heatmap cell r59 c51"/>
            <p:cNvSpPr/>
            <p:nvPr/>
          </p:nvSpPr>
          <p:spPr>
            <a:xfrm>
              <a:off x="939366" y="1585180"/>
              <a:ext cx="17140" cy="26609"/>
            </a:xfrm>
            <a:prstGeom prst="rect">
              <a:avLst/>
            </a:prstGeom>
            <a:solidFill>
              <a:srgbClr val="92ADC6"/>
            </a:solidFill>
            <a:ln>
              <a:noFill/>
            </a:ln>
          </p:spPr>
        </p:sp>
        <p:sp>
          <p:nvSpPr>
            <p:cNvPr id="14931" name="Heatmap cell r59 c52"/>
            <p:cNvSpPr/>
            <p:nvPr/>
          </p:nvSpPr>
          <p:spPr>
            <a:xfrm>
              <a:off x="956411" y="1585180"/>
              <a:ext cx="19034" cy="26609"/>
            </a:xfrm>
            <a:prstGeom prst="rect">
              <a:avLst/>
            </a:prstGeom>
            <a:solidFill>
              <a:srgbClr val="C9D6E2"/>
            </a:solidFill>
            <a:ln>
              <a:noFill/>
            </a:ln>
          </p:spPr>
        </p:sp>
        <p:sp>
          <p:nvSpPr>
            <p:cNvPr id="14932" name="Heatmap cell r59 c53"/>
            <p:cNvSpPr/>
            <p:nvPr/>
          </p:nvSpPr>
          <p:spPr>
            <a:xfrm>
              <a:off x="975350" y="1585180"/>
              <a:ext cx="17140" cy="26609"/>
            </a:xfrm>
            <a:prstGeom prst="rect">
              <a:avLst/>
            </a:prstGeom>
            <a:solidFill>
              <a:srgbClr val="BACADB"/>
            </a:solidFill>
            <a:ln>
              <a:noFill/>
            </a:ln>
          </p:spPr>
        </p:sp>
        <p:sp>
          <p:nvSpPr>
            <p:cNvPr id="14933" name="Heatmap cell r59 c54"/>
            <p:cNvSpPr/>
            <p:nvPr/>
          </p:nvSpPr>
          <p:spPr>
            <a:xfrm>
              <a:off x="992395" y="1585180"/>
              <a:ext cx="19034" cy="26609"/>
            </a:xfrm>
            <a:prstGeom prst="rect">
              <a:avLst/>
            </a:prstGeom>
            <a:solidFill>
              <a:srgbClr val="E2EAEF"/>
            </a:solidFill>
            <a:ln>
              <a:noFill/>
            </a:ln>
          </p:spPr>
        </p:sp>
        <p:sp>
          <p:nvSpPr>
            <p:cNvPr id="14934" name="Heatmap cell r59 c55"/>
            <p:cNvSpPr/>
            <p:nvPr/>
          </p:nvSpPr>
          <p:spPr>
            <a:xfrm>
              <a:off x="1011334" y="1585180"/>
              <a:ext cx="17140" cy="26609"/>
            </a:xfrm>
            <a:prstGeom prst="rect">
              <a:avLst/>
            </a:prstGeom>
            <a:solidFill>
              <a:srgbClr val="FBF3F4"/>
            </a:solidFill>
            <a:ln>
              <a:noFill/>
            </a:ln>
          </p:spPr>
        </p:sp>
        <p:sp>
          <p:nvSpPr>
            <p:cNvPr id="14935" name="Heatmap cell r59 c56"/>
            <p:cNvSpPr/>
            <p:nvPr/>
          </p:nvSpPr>
          <p:spPr>
            <a:xfrm>
              <a:off x="1028379" y="1585180"/>
              <a:ext cx="19034" cy="26609"/>
            </a:xfrm>
            <a:prstGeom prst="rect">
              <a:avLst/>
            </a:prstGeom>
            <a:solidFill>
              <a:srgbClr val="326292"/>
            </a:solidFill>
            <a:ln>
              <a:noFill/>
            </a:ln>
          </p:spPr>
        </p:sp>
        <p:sp>
          <p:nvSpPr>
            <p:cNvPr id="14936" name="Heatmap cell r59 c57"/>
            <p:cNvSpPr/>
            <p:nvPr/>
          </p:nvSpPr>
          <p:spPr>
            <a:xfrm>
              <a:off x="1047318" y="1585180"/>
              <a:ext cx="17140" cy="26609"/>
            </a:xfrm>
            <a:prstGeom prst="rect">
              <a:avLst/>
            </a:prstGeom>
            <a:solidFill>
              <a:srgbClr val="C4D2DF"/>
            </a:solidFill>
            <a:ln>
              <a:noFill/>
            </a:ln>
          </p:spPr>
        </p:sp>
        <p:sp>
          <p:nvSpPr>
            <p:cNvPr id="14937" name="Heatmap cell r59 c58"/>
            <p:cNvSpPr/>
            <p:nvPr/>
          </p:nvSpPr>
          <p:spPr>
            <a:xfrm>
              <a:off x="1064363" y="1585180"/>
              <a:ext cx="19034" cy="26609"/>
            </a:xfrm>
            <a:prstGeom prst="rect">
              <a:avLst/>
            </a:prstGeom>
            <a:solidFill>
              <a:srgbClr val="5B82A9"/>
            </a:solidFill>
            <a:ln>
              <a:noFill/>
            </a:ln>
          </p:spPr>
        </p:sp>
        <p:sp>
          <p:nvSpPr>
            <p:cNvPr id="14938" name="Heatmap cell r59 c59"/>
            <p:cNvSpPr/>
            <p:nvPr/>
          </p:nvSpPr>
          <p:spPr>
            <a:xfrm>
              <a:off x="1083301" y="1585180"/>
              <a:ext cx="17140" cy="26609"/>
            </a:xfrm>
            <a:prstGeom prst="rect">
              <a:avLst/>
            </a:prstGeom>
            <a:solidFill>
              <a:srgbClr val="FAEEEF"/>
            </a:solidFill>
            <a:ln>
              <a:noFill/>
            </a:ln>
          </p:spPr>
        </p:sp>
        <p:sp>
          <p:nvSpPr>
            <p:cNvPr id="14939" name="Heatmap cell r59 c60"/>
            <p:cNvSpPr/>
            <p:nvPr/>
          </p:nvSpPr>
          <p:spPr>
            <a:xfrm>
              <a:off x="1100346" y="1585180"/>
              <a:ext cx="19034" cy="26609"/>
            </a:xfrm>
            <a:prstGeom prst="rect">
              <a:avLst/>
            </a:prstGeom>
            <a:solidFill>
              <a:srgbClr val="B5C5D7"/>
            </a:solidFill>
            <a:ln>
              <a:noFill/>
            </a:ln>
          </p:spPr>
        </p:sp>
        <p:sp>
          <p:nvSpPr>
            <p:cNvPr id="14940" name="Heatmap cell r59 c61"/>
            <p:cNvSpPr/>
            <p:nvPr/>
          </p:nvSpPr>
          <p:spPr>
            <a:xfrm>
              <a:off x="1119285" y="1585180"/>
              <a:ext cx="19034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14941" name="Heatmap cell r59 c62"/>
            <p:cNvSpPr/>
            <p:nvPr/>
          </p:nvSpPr>
          <p:spPr>
            <a:xfrm>
              <a:off x="1138224" y="1585180"/>
              <a:ext cx="17140" cy="26609"/>
            </a:xfrm>
            <a:prstGeom prst="rect">
              <a:avLst/>
            </a:prstGeom>
            <a:solidFill>
              <a:srgbClr val="EBF0F6"/>
            </a:solidFill>
            <a:ln>
              <a:noFill/>
            </a:ln>
          </p:spPr>
        </p:sp>
        <p:sp>
          <p:nvSpPr>
            <p:cNvPr id="14942" name="Heatmap cell r59 c63"/>
            <p:cNvSpPr/>
            <p:nvPr/>
          </p:nvSpPr>
          <p:spPr>
            <a:xfrm>
              <a:off x="1155269" y="1585180"/>
              <a:ext cx="19034" cy="26609"/>
            </a:xfrm>
            <a:prstGeom prst="rect">
              <a:avLst/>
            </a:prstGeom>
            <a:solidFill>
              <a:srgbClr val="EDB0B6"/>
            </a:solidFill>
            <a:ln>
              <a:noFill/>
            </a:ln>
          </p:spPr>
        </p:sp>
        <p:sp>
          <p:nvSpPr>
            <p:cNvPr id="14943" name="Heatmap cell r59 c64"/>
            <p:cNvSpPr/>
            <p:nvPr/>
          </p:nvSpPr>
          <p:spPr>
            <a:xfrm>
              <a:off x="1174208" y="1585180"/>
              <a:ext cx="17140" cy="26609"/>
            </a:xfrm>
            <a:prstGeom prst="rect">
              <a:avLst/>
            </a:prstGeom>
            <a:solidFill>
              <a:srgbClr val="F9E8E9"/>
            </a:solidFill>
            <a:ln>
              <a:noFill/>
            </a:ln>
          </p:spPr>
        </p:sp>
        <p:sp>
          <p:nvSpPr>
            <p:cNvPr id="14944" name="Heatmap cell r59 c65"/>
            <p:cNvSpPr/>
            <p:nvPr/>
          </p:nvSpPr>
          <p:spPr>
            <a:xfrm>
              <a:off x="1191253" y="1585180"/>
              <a:ext cx="19034" cy="26609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</p:sp>
        <p:sp>
          <p:nvSpPr>
            <p:cNvPr id="14945" name="Heatmap cell r59 c66"/>
            <p:cNvSpPr/>
            <p:nvPr/>
          </p:nvSpPr>
          <p:spPr>
            <a:xfrm>
              <a:off x="1210192" y="1585180"/>
              <a:ext cx="17140" cy="26609"/>
            </a:xfrm>
            <a:prstGeom prst="rect">
              <a:avLst/>
            </a:prstGeom>
            <a:solidFill>
              <a:srgbClr val="CDD9E3"/>
            </a:solidFill>
            <a:ln>
              <a:noFill/>
            </a:ln>
          </p:spPr>
        </p:sp>
        <p:sp>
          <p:nvSpPr>
            <p:cNvPr id="14946" name="Heatmap cell r59 c67"/>
            <p:cNvSpPr/>
            <p:nvPr/>
          </p:nvSpPr>
          <p:spPr>
            <a:xfrm>
              <a:off x="1227236" y="1585180"/>
              <a:ext cx="19034" cy="26609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14947" name="Heatmap cell r59 c68"/>
            <p:cNvSpPr/>
            <p:nvPr/>
          </p:nvSpPr>
          <p:spPr>
            <a:xfrm>
              <a:off x="1246175" y="1585180"/>
              <a:ext cx="17140" cy="26609"/>
            </a:xfrm>
            <a:prstGeom prst="rect">
              <a:avLst/>
            </a:prstGeom>
            <a:solidFill>
              <a:srgbClr val="6287AC"/>
            </a:solidFill>
            <a:ln>
              <a:noFill/>
            </a:ln>
          </p:spPr>
        </p:sp>
        <p:sp>
          <p:nvSpPr>
            <p:cNvPr id="14948" name="Heatmap cell r59 c69"/>
            <p:cNvSpPr/>
            <p:nvPr/>
          </p:nvSpPr>
          <p:spPr>
            <a:xfrm>
              <a:off x="1263220" y="1585180"/>
              <a:ext cx="19034" cy="26609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14949" name="Heatmap cell r59 c70"/>
            <p:cNvSpPr/>
            <p:nvPr/>
          </p:nvSpPr>
          <p:spPr>
            <a:xfrm>
              <a:off x="1282159" y="1585180"/>
              <a:ext cx="17140" cy="26609"/>
            </a:xfrm>
            <a:prstGeom prst="rect">
              <a:avLst/>
            </a:prstGeom>
            <a:solidFill>
              <a:srgbClr val="CDD9E3"/>
            </a:solidFill>
            <a:ln>
              <a:noFill/>
            </a:ln>
          </p:spPr>
        </p:sp>
        <p:sp>
          <p:nvSpPr>
            <p:cNvPr id="14950" name="Heatmap cell r59 c71"/>
            <p:cNvSpPr/>
            <p:nvPr/>
          </p:nvSpPr>
          <p:spPr>
            <a:xfrm>
              <a:off x="1299204" y="1585180"/>
              <a:ext cx="19034" cy="26609"/>
            </a:xfrm>
            <a:prstGeom prst="rect">
              <a:avLst/>
            </a:prstGeom>
            <a:solidFill>
              <a:srgbClr val="C4D2DF"/>
            </a:solidFill>
            <a:ln>
              <a:noFill/>
            </a:ln>
          </p:spPr>
        </p:sp>
        <p:sp>
          <p:nvSpPr>
            <p:cNvPr id="14951" name="Heatmap cell r59 c72"/>
            <p:cNvSpPr/>
            <p:nvPr/>
          </p:nvSpPr>
          <p:spPr>
            <a:xfrm>
              <a:off x="1318143" y="1585180"/>
              <a:ext cx="17140" cy="26609"/>
            </a:xfrm>
            <a:prstGeom prst="rect">
              <a:avLst/>
            </a:prstGeom>
            <a:solidFill>
              <a:srgbClr val="FBEFF0"/>
            </a:solidFill>
            <a:ln>
              <a:noFill/>
            </a:ln>
          </p:spPr>
        </p:sp>
        <p:sp>
          <p:nvSpPr>
            <p:cNvPr id="14952" name="Heatmap cell r59 c73"/>
            <p:cNvSpPr/>
            <p:nvPr/>
          </p:nvSpPr>
          <p:spPr>
            <a:xfrm>
              <a:off x="1335188" y="1585180"/>
              <a:ext cx="19034" cy="26609"/>
            </a:xfrm>
            <a:prstGeom prst="rect">
              <a:avLst/>
            </a:prstGeom>
            <a:solidFill>
              <a:srgbClr val="6C90B1"/>
            </a:solidFill>
            <a:ln>
              <a:noFill/>
            </a:ln>
          </p:spPr>
        </p:sp>
        <p:sp>
          <p:nvSpPr>
            <p:cNvPr id="14953" name="Heatmap cell r59 c74"/>
            <p:cNvSpPr/>
            <p:nvPr/>
          </p:nvSpPr>
          <p:spPr>
            <a:xfrm>
              <a:off x="1354127" y="1585180"/>
              <a:ext cx="17140" cy="26609"/>
            </a:xfrm>
            <a:prstGeom prst="rect">
              <a:avLst/>
            </a:prstGeom>
            <a:solidFill>
              <a:srgbClr val="F8E4E7"/>
            </a:solidFill>
            <a:ln>
              <a:noFill/>
            </a:ln>
          </p:spPr>
        </p:sp>
        <p:sp>
          <p:nvSpPr>
            <p:cNvPr id="14954" name="Heatmap cell r59 c75"/>
            <p:cNvSpPr/>
            <p:nvPr/>
          </p:nvSpPr>
          <p:spPr>
            <a:xfrm>
              <a:off x="1371172" y="1585180"/>
              <a:ext cx="19034" cy="26609"/>
            </a:xfrm>
            <a:prstGeom prst="rect">
              <a:avLst/>
            </a:prstGeom>
            <a:solidFill>
              <a:srgbClr val="F8F8FA"/>
            </a:solidFill>
            <a:ln>
              <a:noFill/>
            </a:ln>
          </p:spPr>
        </p:sp>
        <p:sp>
          <p:nvSpPr>
            <p:cNvPr id="14955" name="Heatmap cell r59 c76"/>
            <p:cNvSpPr/>
            <p:nvPr/>
          </p:nvSpPr>
          <p:spPr>
            <a:xfrm>
              <a:off x="1390110" y="1585180"/>
              <a:ext cx="19034" cy="26609"/>
            </a:xfrm>
            <a:prstGeom prst="rect">
              <a:avLst/>
            </a:prstGeom>
            <a:solidFill>
              <a:srgbClr val="CCD7E3"/>
            </a:solidFill>
            <a:ln>
              <a:noFill/>
            </a:ln>
          </p:spPr>
        </p:sp>
        <p:sp>
          <p:nvSpPr>
            <p:cNvPr id="14956" name="Heatmap cell r59 c77"/>
            <p:cNvSpPr/>
            <p:nvPr/>
          </p:nvSpPr>
          <p:spPr>
            <a:xfrm>
              <a:off x="1409049" y="1585180"/>
              <a:ext cx="17140" cy="26609"/>
            </a:xfrm>
            <a:prstGeom prst="rect">
              <a:avLst/>
            </a:prstGeom>
            <a:solidFill>
              <a:srgbClr val="B8C9DA"/>
            </a:solidFill>
            <a:ln>
              <a:noFill/>
            </a:ln>
          </p:spPr>
        </p:sp>
        <p:sp>
          <p:nvSpPr>
            <p:cNvPr id="14957" name="Heatmap cell r59 c78"/>
            <p:cNvSpPr/>
            <p:nvPr/>
          </p:nvSpPr>
          <p:spPr>
            <a:xfrm>
              <a:off x="1426094" y="1585180"/>
              <a:ext cx="19034" cy="26609"/>
            </a:xfrm>
            <a:prstGeom prst="rect">
              <a:avLst/>
            </a:prstGeom>
            <a:solidFill>
              <a:srgbClr val="C2D0DE"/>
            </a:solidFill>
            <a:ln>
              <a:noFill/>
            </a:ln>
          </p:spPr>
        </p:sp>
        <p:sp>
          <p:nvSpPr>
            <p:cNvPr id="14958" name="Heatmap cell r59 c79"/>
            <p:cNvSpPr/>
            <p:nvPr/>
          </p:nvSpPr>
          <p:spPr>
            <a:xfrm>
              <a:off x="1445033" y="1585180"/>
              <a:ext cx="17140" cy="26609"/>
            </a:xfrm>
            <a:prstGeom prst="rect">
              <a:avLst/>
            </a:prstGeom>
            <a:solidFill>
              <a:srgbClr val="F8F8FA"/>
            </a:solidFill>
            <a:ln>
              <a:noFill/>
            </a:ln>
          </p:spPr>
        </p:sp>
        <p:sp>
          <p:nvSpPr>
            <p:cNvPr id="14959" name="Heatmap cell r59 c80"/>
            <p:cNvSpPr/>
            <p:nvPr/>
          </p:nvSpPr>
          <p:spPr>
            <a:xfrm>
              <a:off x="1462078" y="1585180"/>
              <a:ext cx="19034" cy="26609"/>
            </a:xfrm>
            <a:prstGeom prst="rect">
              <a:avLst/>
            </a:prstGeom>
            <a:solidFill>
              <a:srgbClr val="9AB3C9"/>
            </a:solidFill>
            <a:ln>
              <a:noFill/>
            </a:ln>
          </p:spPr>
        </p:sp>
        <p:sp>
          <p:nvSpPr>
            <p:cNvPr id="14960" name="Heatmap cell r59 c81"/>
            <p:cNvSpPr/>
            <p:nvPr/>
          </p:nvSpPr>
          <p:spPr>
            <a:xfrm>
              <a:off x="1481017" y="1585180"/>
              <a:ext cx="17140" cy="26609"/>
            </a:xfrm>
            <a:prstGeom prst="rect">
              <a:avLst/>
            </a:prstGeom>
            <a:solidFill>
              <a:srgbClr val="F8E3E6"/>
            </a:solidFill>
            <a:ln>
              <a:noFill/>
            </a:ln>
          </p:spPr>
        </p:sp>
        <p:sp>
          <p:nvSpPr>
            <p:cNvPr id="14961" name="Heatmap cell r59 c82"/>
            <p:cNvSpPr/>
            <p:nvPr/>
          </p:nvSpPr>
          <p:spPr>
            <a:xfrm>
              <a:off x="1498062" y="1585180"/>
              <a:ext cx="19034" cy="26609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14962" name="Heatmap cell r59 c83"/>
            <p:cNvSpPr/>
            <p:nvPr/>
          </p:nvSpPr>
          <p:spPr>
            <a:xfrm>
              <a:off x="1517001" y="1585180"/>
              <a:ext cx="17140" cy="26609"/>
            </a:xfrm>
            <a:prstGeom prst="rect">
              <a:avLst/>
            </a:prstGeom>
            <a:solidFill>
              <a:srgbClr val="D6E0EA"/>
            </a:solidFill>
            <a:ln>
              <a:noFill/>
            </a:ln>
          </p:spPr>
        </p:sp>
        <p:sp>
          <p:nvSpPr>
            <p:cNvPr id="14963" name="Heatmap cell r59 c84"/>
            <p:cNvSpPr/>
            <p:nvPr/>
          </p:nvSpPr>
          <p:spPr>
            <a:xfrm>
              <a:off x="1534046" y="1585180"/>
              <a:ext cx="19034" cy="26609"/>
            </a:xfrm>
            <a:prstGeom prst="rect">
              <a:avLst/>
            </a:prstGeom>
            <a:solidFill>
              <a:srgbClr val="AABDD2"/>
            </a:solidFill>
            <a:ln>
              <a:noFill/>
            </a:ln>
          </p:spPr>
        </p:sp>
        <p:sp>
          <p:nvSpPr>
            <p:cNvPr id="14964" name="Heatmap cell r59 c85"/>
            <p:cNvSpPr/>
            <p:nvPr/>
          </p:nvSpPr>
          <p:spPr>
            <a:xfrm>
              <a:off x="1552984" y="1585180"/>
              <a:ext cx="17140" cy="26609"/>
            </a:xfrm>
            <a:prstGeom prst="rect">
              <a:avLst/>
            </a:prstGeom>
            <a:solidFill>
              <a:srgbClr val="F3C6CB"/>
            </a:solidFill>
            <a:ln>
              <a:noFill/>
            </a:ln>
          </p:spPr>
        </p:sp>
        <p:sp>
          <p:nvSpPr>
            <p:cNvPr id="14965" name="Heatmap cell r59 c86"/>
            <p:cNvSpPr/>
            <p:nvPr/>
          </p:nvSpPr>
          <p:spPr>
            <a:xfrm>
              <a:off x="1570029" y="1585180"/>
              <a:ext cx="19034" cy="26609"/>
            </a:xfrm>
            <a:prstGeom prst="rect">
              <a:avLst/>
            </a:prstGeom>
            <a:solidFill>
              <a:srgbClr val="CED9E4"/>
            </a:solidFill>
            <a:ln>
              <a:noFill/>
            </a:ln>
          </p:spPr>
        </p:sp>
        <p:sp>
          <p:nvSpPr>
            <p:cNvPr id="14966" name="Heatmap cell r59 c87"/>
            <p:cNvSpPr/>
            <p:nvPr/>
          </p:nvSpPr>
          <p:spPr>
            <a:xfrm>
              <a:off x="1588968" y="1585180"/>
              <a:ext cx="17140" cy="26609"/>
            </a:xfrm>
            <a:prstGeom prst="rect">
              <a:avLst/>
            </a:prstGeom>
            <a:solidFill>
              <a:srgbClr val="C3D1DF"/>
            </a:solidFill>
            <a:ln>
              <a:noFill/>
            </a:ln>
          </p:spPr>
        </p:sp>
        <p:sp>
          <p:nvSpPr>
            <p:cNvPr id="14967" name="Heatmap cell r59 c88"/>
            <p:cNvSpPr/>
            <p:nvPr/>
          </p:nvSpPr>
          <p:spPr>
            <a:xfrm>
              <a:off x="1606013" y="1585180"/>
              <a:ext cx="19034" cy="26609"/>
            </a:xfrm>
            <a:prstGeom prst="rect">
              <a:avLst/>
            </a:prstGeom>
            <a:solidFill>
              <a:srgbClr val="F8E3E6"/>
            </a:solidFill>
            <a:ln>
              <a:noFill/>
            </a:ln>
          </p:spPr>
        </p:sp>
        <p:sp>
          <p:nvSpPr>
            <p:cNvPr id="14968" name="Heatmap cell r59 c89"/>
            <p:cNvSpPr/>
            <p:nvPr/>
          </p:nvSpPr>
          <p:spPr>
            <a:xfrm>
              <a:off x="1624952" y="1585180"/>
              <a:ext cx="19034" cy="26609"/>
            </a:xfrm>
            <a:prstGeom prst="rect">
              <a:avLst/>
            </a:prstGeom>
            <a:solidFill>
              <a:srgbClr val="CDD9E3"/>
            </a:solidFill>
            <a:ln>
              <a:noFill/>
            </a:ln>
          </p:spPr>
        </p:sp>
        <p:sp>
          <p:nvSpPr>
            <p:cNvPr id="14969" name="Heatmap cell r59 c90"/>
            <p:cNvSpPr/>
            <p:nvPr/>
          </p:nvSpPr>
          <p:spPr>
            <a:xfrm>
              <a:off x="1643891" y="1585180"/>
              <a:ext cx="17140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14970" name="Heatmap cell r59 c91"/>
            <p:cNvSpPr/>
            <p:nvPr/>
          </p:nvSpPr>
          <p:spPr>
            <a:xfrm>
              <a:off x="1660936" y="1585180"/>
              <a:ext cx="19034" cy="26609"/>
            </a:xfrm>
            <a:prstGeom prst="rect">
              <a:avLst/>
            </a:prstGeom>
            <a:solidFill>
              <a:srgbClr val="B9C9DB"/>
            </a:solidFill>
            <a:ln>
              <a:noFill/>
            </a:ln>
          </p:spPr>
        </p:sp>
        <p:sp>
          <p:nvSpPr>
            <p:cNvPr id="14971" name="Heatmap cell r59 c92"/>
            <p:cNvSpPr/>
            <p:nvPr/>
          </p:nvSpPr>
          <p:spPr>
            <a:xfrm>
              <a:off x="1679875" y="1585180"/>
              <a:ext cx="17140" cy="26609"/>
            </a:xfrm>
            <a:prstGeom prst="rect">
              <a:avLst/>
            </a:prstGeom>
            <a:solidFill>
              <a:srgbClr val="F1F5F8"/>
            </a:solidFill>
            <a:ln>
              <a:noFill/>
            </a:ln>
          </p:spPr>
        </p:sp>
        <p:sp>
          <p:nvSpPr>
            <p:cNvPr id="14972" name="Heatmap cell r59 c93"/>
            <p:cNvSpPr/>
            <p:nvPr/>
          </p:nvSpPr>
          <p:spPr>
            <a:xfrm>
              <a:off x="1696920" y="1585180"/>
              <a:ext cx="19034" cy="26609"/>
            </a:xfrm>
            <a:prstGeom prst="rect">
              <a:avLst/>
            </a:prstGeom>
            <a:solidFill>
              <a:srgbClr val="FCF7F7"/>
            </a:solidFill>
            <a:ln>
              <a:noFill/>
            </a:ln>
          </p:spPr>
        </p:sp>
        <p:sp>
          <p:nvSpPr>
            <p:cNvPr id="14973" name="Heatmap cell r59 c94"/>
            <p:cNvSpPr/>
            <p:nvPr/>
          </p:nvSpPr>
          <p:spPr>
            <a:xfrm>
              <a:off x="1715858" y="1585180"/>
              <a:ext cx="17140" cy="26609"/>
            </a:xfrm>
            <a:prstGeom prst="rect">
              <a:avLst/>
            </a:prstGeom>
            <a:solidFill>
              <a:srgbClr val="CCD7E3"/>
            </a:solidFill>
            <a:ln>
              <a:noFill/>
            </a:ln>
          </p:spPr>
        </p:sp>
        <p:sp>
          <p:nvSpPr>
            <p:cNvPr id="14974" name="Heatmap cell r59 c95"/>
            <p:cNvSpPr/>
            <p:nvPr/>
          </p:nvSpPr>
          <p:spPr>
            <a:xfrm>
              <a:off x="1732903" y="1585180"/>
              <a:ext cx="19034" cy="26609"/>
            </a:xfrm>
            <a:prstGeom prst="rect">
              <a:avLst/>
            </a:prstGeom>
            <a:solidFill>
              <a:srgbClr val="DCE3EB"/>
            </a:solidFill>
            <a:ln>
              <a:noFill/>
            </a:ln>
          </p:spPr>
        </p:sp>
        <p:sp>
          <p:nvSpPr>
            <p:cNvPr id="14975" name="Heatmap cell r59 c96"/>
            <p:cNvSpPr/>
            <p:nvPr/>
          </p:nvSpPr>
          <p:spPr>
            <a:xfrm>
              <a:off x="1751842" y="1585180"/>
              <a:ext cx="17140" cy="26609"/>
            </a:xfrm>
            <a:prstGeom prst="rect">
              <a:avLst/>
            </a:prstGeom>
            <a:solidFill>
              <a:srgbClr val="123076"/>
            </a:solidFill>
            <a:ln>
              <a:noFill/>
            </a:ln>
          </p:spPr>
        </p:sp>
        <p:sp>
          <p:nvSpPr>
            <p:cNvPr id="14976" name="Heatmap cell r59 c97"/>
            <p:cNvSpPr/>
            <p:nvPr/>
          </p:nvSpPr>
          <p:spPr>
            <a:xfrm>
              <a:off x="1768887" y="1585180"/>
              <a:ext cx="19034" cy="26609"/>
            </a:xfrm>
            <a:prstGeom prst="rect">
              <a:avLst/>
            </a:prstGeom>
            <a:solidFill>
              <a:srgbClr val="799AB8"/>
            </a:solidFill>
            <a:ln>
              <a:noFill/>
            </a:ln>
          </p:spPr>
        </p:sp>
        <p:sp>
          <p:nvSpPr>
            <p:cNvPr id="14977" name="Heatmap cell r59 c99"/>
            <p:cNvSpPr/>
            <p:nvPr/>
          </p:nvSpPr>
          <p:spPr>
            <a:xfrm>
              <a:off x="1804871" y="1585180"/>
              <a:ext cx="19034" cy="26609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14978" name="Heatmap cell r59 c100"/>
            <p:cNvSpPr/>
            <p:nvPr/>
          </p:nvSpPr>
          <p:spPr>
            <a:xfrm>
              <a:off x="1823810" y="1585180"/>
              <a:ext cx="17140" cy="26609"/>
            </a:xfrm>
            <a:prstGeom prst="rect">
              <a:avLst/>
            </a:prstGeom>
            <a:solidFill>
              <a:srgbClr val="9EB5CC"/>
            </a:solidFill>
            <a:ln>
              <a:noFill/>
            </a:ln>
          </p:spPr>
        </p:sp>
        <p:sp>
          <p:nvSpPr>
            <p:cNvPr id="14979" name="Heatmap cell r59 c101"/>
            <p:cNvSpPr/>
            <p:nvPr/>
          </p:nvSpPr>
          <p:spPr>
            <a:xfrm>
              <a:off x="1840855" y="1585180"/>
              <a:ext cx="19034" cy="26609"/>
            </a:xfrm>
            <a:prstGeom prst="rect">
              <a:avLst/>
            </a:prstGeom>
            <a:solidFill>
              <a:srgbClr val="FCF7F7"/>
            </a:solidFill>
            <a:ln>
              <a:noFill/>
            </a:ln>
          </p:spPr>
        </p:sp>
        <p:sp>
          <p:nvSpPr>
            <p:cNvPr id="14980" name="Heatmap cell r59 c102"/>
            <p:cNvSpPr/>
            <p:nvPr/>
          </p:nvSpPr>
          <p:spPr>
            <a:xfrm>
              <a:off x="1859794" y="1585180"/>
              <a:ext cx="19034" cy="26609"/>
            </a:xfrm>
            <a:prstGeom prst="rect">
              <a:avLst/>
            </a:prstGeom>
            <a:solidFill>
              <a:srgbClr val="89A6C2"/>
            </a:solidFill>
            <a:ln>
              <a:noFill/>
            </a:ln>
          </p:spPr>
        </p:sp>
        <p:sp>
          <p:nvSpPr>
            <p:cNvPr id="14981" name="Heatmap cell r59 c103"/>
            <p:cNvSpPr/>
            <p:nvPr/>
          </p:nvSpPr>
          <p:spPr>
            <a:xfrm>
              <a:off x="1878732" y="1585180"/>
              <a:ext cx="17140" cy="26609"/>
            </a:xfrm>
            <a:prstGeom prst="rect">
              <a:avLst/>
            </a:prstGeom>
            <a:solidFill>
              <a:srgbClr val="C2D0DE"/>
            </a:solidFill>
            <a:ln>
              <a:noFill/>
            </a:ln>
          </p:spPr>
        </p:sp>
        <p:sp>
          <p:nvSpPr>
            <p:cNvPr id="14982" name="Heatmap cell r59 c104"/>
            <p:cNvSpPr/>
            <p:nvPr/>
          </p:nvSpPr>
          <p:spPr>
            <a:xfrm>
              <a:off x="1895777" y="1585180"/>
              <a:ext cx="19034" cy="26609"/>
            </a:xfrm>
            <a:prstGeom prst="rect">
              <a:avLst/>
            </a:prstGeom>
            <a:solidFill>
              <a:srgbClr val="2C5F91"/>
            </a:solidFill>
            <a:ln>
              <a:noFill/>
            </a:ln>
          </p:spPr>
        </p:sp>
        <p:sp>
          <p:nvSpPr>
            <p:cNvPr id="14983" name="Heatmap cell r59 c105"/>
            <p:cNvSpPr/>
            <p:nvPr/>
          </p:nvSpPr>
          <p:spPr>
            <a:xfrm>
              <a:off x="1914716" y="1585180"/>
              <a:ext cx="17140" cy="26609"/>
            </a:xfrm>
            <a:prstGeom prst="rect">
              <a:avLst/>
            </a:prstGeom>
            <a:solidFill>
              <a:srgbClr val="8DA8C3"/>
            </a:solidFill>
            <a:ln>
              <a:noFill/>
            </a:ln>
          </p:spPr>
        </p:sp>
        <p:sp>
          <p:nvSpPr>
            <p:cNvPr id="14984" name="Heatmap cell r59 c106"/>
            <p:cNvSpPr/>
            <p:nvPr/>
          </p:nvSpPr>
          <p:spPr>
            <a:xfrm>
              <a:off x="1931761" y="1585180"/>
              <a:ext cx="19034" cy="26609"/>
            </a:xfrm>
            <a:prstGeom prst="rect">
              <a:avLst/>
            </a:prstGeom>
            <a:solidFill>
              <a:srgbClr val="B3C5D6"/>
            </a:solidFill>
            <a:ln>
              <a:noFill/>
            </a:ln>
          </p:spPr>
        </p:sp>
        <p:sp>
          <p:nvSpPr>
            <p:cNvPr id="14985" name="Heatmap cell r59 c107"/>
            <p:cNvSpPr/>
            <p:nvPr/>
          </p:nvSpPr>
          <p:spPr>
            <a:xfrm>
              <a:off x="1950700" y="1585180"/>
              <a:ext cx="17140" cy="26609"/>
            </a:xfrm>
            <a:prstGeom prst="rect">
              <a:avLst/>
            </a:prstGeom>
            <a:solidFill>
              <a:srgbClr val="F6D6DA"/>
            </a:solidFill>
            <a:ln>
              <a:noFill/>
            </a:ln>
          </p:spPr>
        </p:sp>
        <p:sp>
          <p:nvSpPr>
            <p:cNvPr id="14986" name="Heatmap cell r59 c108"/>
            <p:cNvSpPr/>
            <p:nvPr/>
          </p:nvSpPr>
          <p:spPr>
            <a:xfrm>
              <a:off x="1967745" y="1585180"/>
              <a:ext cx="19034" cy="26609"/>
            </a:xfrm>
            <a:prstGeom prst="rect">
              <a:avLst/>
            </a:prstGeom>
            <a:solidFill>
              <a:srgbClr val="3B6B99"/>
            </a:solidFill>
            <a:ln>
              <a:noFill/>
            </a:ln>
          </p:spPr>
        </p:sp>
        <p:sp>
          <p:nvSpPr>
            <p:cNvPr id="14987" name="Heatmap cell r59 c109"/>
            <p:cNvSpPr/>
            <p:nvPr/>
          </p:nvSpPr>
          <p:spPr>
            <a:xfrm>
              <a:off x="1986684" y="1585180"/>
              <a:ext cx="17140" cy="26609"/>
            </a:xfrm>
            <a:prstGeom prst="rect">
              <a:avLst/>
            </a:prstGeom>
            <a:solidFill>
              <a:srgbClr val="F7DCDF"/>
            </a:solidFill>
            <a:ln>
              <a:noFill/>
            </a:ln>
          </p:spPr>
        </p:sp>
        <p:sp>
          <p:nvSpPr>
            <p:cNvPr id="14988" name="Heatmap cell r59 c110"/>
            <p:cNvSpPr/>
            <p:nvPr/>
          </p:nvSpPr>
          <p:spPr>
            <a:xfrm>
              <a:off x="2003729" y="1585180"/>
              <a:ext cx="19034" cy="26609"/>
            </a:xfrm>
            <a:prstGeom prst="rect">
              <a:avLst/>
            </a:prstGeom>
            <a:solidFill>
              <a:srgbClr val="6287AC"/>
            </a:solidFill>
            <a:ln>
              <a:noFill/>
            </a:ln>
          </p:spPr>
        </p:sp>
        <p:sp>
          <p:nvSpPr>
            <p:cNvPr id="14989" name="Heatmap cell r59 c111"/>
            <p:cNvSpPr/>
            <p:nvPr/>
          </p:nvSpPr>
          <p:spPr>
            <a:xfrm>
              <a:off x="2022668" y="1585180"/>
              <a:ext cx="17140" cy="26609"/>
            </a:xfrm>
            <a:prstGeom prst="rect">
              <a:avLst/>
            </a:prstGeom>
            <a:solidFill>
              <a:srgbClr val="D9E1EB"/>
            </a:solidFill>
            <a:ln>
              <a:noFill/>
            </a:ln>
          </p:spPr>
        </p:sp>
        <p:sp>
          <p:nvSpPr>
            <p:cNvPr id="14990" name="Heatmap cell r59 c112"/>
            <p:cNvSpPr/>
            <p:nvPr/>
          </p:nvSpPr>
          <p:spPr>
            <a:xfrm>
              <a:off x="2039712" y="1585180"/>
              <a:ext cx="19034" cy="26609"/>
            </a:xfrm>
            <a:prstGeom prst="rect">
              <a:avLst/>
            </a:prstGeom>
            <a:solidFill>
              <a:srgbClr val="F8E1E3"/>
            </a:solidFill>
            <a:ln>
              <a:noFill/>
            </a:ln>
          </p:spPr>
        </p:sp>
        <p:sp>
          <p:nvSpPr>
            <p:cNvPr id="14991" name="Heatmap cell r59 c113"/>
            <p:cNvSpPr/>
            <p:nvPr/>
          </p:nvSpPr>
          <p:spPr>
            <a:xfrm>
              <a:off x="2058651" y="1585180"/>
              <a:ext cx="17140" cy="26609"/>
            </a:xfrm>
            <a:prstGeom prst="rect">
              <a:avLst/>
            </a:prstGeom>
            <a:solidFill>
              <a:srgbClr val="9EB5CC"/>
            </a:solidFill>
            <a:ln>
              <a:noFill/>
            </a:ln>
          </p:spPr>
        </p:sp>
        <p:sp>
          <p:nvSpPr>
            <p:cNvPr id="14992" name="Heatmap cell r59 c114"/>
            <p:cNvSpPr/>
            <p:nvPr/>
          </p:nvSpPr>
          <p:spPr>
            <a:xfrm>
              <a:off x="2075696" y="1585180"/>
              <a:ext cx="19034" cy="26609"/>
            </a:xfrm>
            <a:prstGeom prst="rect">
              <a:avLst/>
            </a:prstGeom>
            <a:solidFill>
              <a:srgbClr val="9FB6CD"/>
            </a:solidFill>
            <a:ln>
              <a:noFill/>
            </a:ln>
          </p:spPr>
        </p:sp>
        <p:sp>
          <p:nvSpPr>
            <p:cNvPr id="14993" name="Heatmap cell r59 c115"/>
            <p:cNvSpPr/>
            <p:nvPr/>
          </p:nvSpPr>
          <p:spPr>
            <a:xfrm>
              <a:off x="2094635" y="1585180"/>
              <a:ext cx="19034" cy="26609"/>
            </a:xfrm>
            <a:prstGeom prst="rect">
              <a:avLst/>
            </a:prstGeom>
            <a:solidFill>
              <a:srgbClr val="F8E9EA"/>
            </a:solidFill>
            <a:ln>
              <a:noFill/>
            </a:ln>
          </p:spPr>
        </p:sp>
        <p:sp>
          <p:nvSpPr>
            <p:cNvPr id="14994" name="Heatmap cell r59 c116"/>
            <p:cNvSpPr/>
            <p:nvPr/>
          </p:nvSpPr>
          <p:spPr>
            <a:xfrm>
              <a:off x="2113574" y="1585180"/>
              <a:ext cx="17140" cy="26609"/>
            </a:xfrm>
            <a:prstGeom prst="rect">
              <a:avLst/>
            </a:prstGeom>
            <a:solidFill>
              <a:srgbClr val="E4EBEF"/>
            </a:solidFill>
            <a:ln>
              <a:noFill/>
            </a:ln>
          </p:spPr>
        </p:sp>
        <p:sp>
          <p:nvSpPr>
            <p:cNvPr id="14995" name="Heatmap cell r59 c117"/>
            <p:cNvSpPr/>
            <p:nvPr/>
          </p:nvSpPr>
          <p:spPr>
            <a:xfrm>
              <a:off x="2130619" y="1585180"/>
              <a:ext cx="19034" cy="26609"/>
            </a:xfrm>
            <a:prstGeom prst="rect">
              <a:avLst/>
            </a:prstGeom>
            <a:solidFill>
              <a:srgbClr val="DCE3EB"/>
            </a:solidFill>
            <a:ln>
              <a:noFill/>
            </a:ln>
          </p:spPr>
        </p:sp>
        <p:sp>
          <p:nvSpPr>
            <p:cNvPr id="14996" name="Heatmap cell r59 c118"/>
            <p:cNvSpPr/>
            <p:nvPr/>
          </p:nvSpPr>
          <p:spPr>
            <a:xfrm>
              <a:off x="2149558" y="1585180"/>
              <a:ext cx="17140" cy="26609"/>
            </a:xfrm>
            <a:prstGeom prst="rect">
              <a:avLst/>
            </a:prstGeom>
            <a:solidFill>
              <a:srgbClr val="ECAAAF"/>
            </a:solidFill>
            <a:ln>
              <a:noFill/>
            </a:ln>
          </p:spPr>
        </p:sp>
        <p:sp>
          <p:nvSpPr>
            <p:cNvPr id="14997" name="Heatmap cell r59 c119"/>
            <p:cNvSpPr/>
            <p:nvPr/>
          </p:nvSpPr>
          <p:spPr>
            <a:xfrm>
              <a:off x="2166603" y="1585180"/>
              <a:ext cx="19034" cy="26609"/>
            </a:xfrm>
            <a:prstGeom prst="rect">
              <a:avLst/>
            </a:prstGeom>
            <a:solidFill>
              <a:srgbClr val="C6D4E1"/>
            </a:solidFill>
            <a:ln>
              <a:noFill/>
            </a:ln>
          </p:spPr>
        </p:sp>
        <p:sp>
          <p:nvSpPr>
            <p:cNvPr id="14998" name="Heatmap cell r59 c120"/>
            <p:cNvSpPr/>
            <p:nvPr/>
          </p:nvSpPr>
          <p:spPr>
            <a:xfrm>
              <a:off x="2185542" y="1585180"/>
              <a:ext cx="17140" cy="26609"/>
            </a:xfrm>
            <a:prstGeom prst="rect">
              <a:avLst/>
            </a:prstGeom>
            <a:solidFill>
              <a:srgbClr val="A8BCD1"/>
            </a:solidFill>
            <a:ln>
              <a:noFill/>
            </a:ln>
          </p:spPr>
        </p:sp>
        <p:sp>
          <p:nvSpPr>
            <p:cNvPr id="14999" name="Heatmap cell r59 c121"/>
            <p:cNvSpPr/>
            <p:nvPr/>
          </p:nvSpPr>
          <p:spPr>
            <a:xfrm>
              <a:off x="2202586" y="1585180"/>
              <a:ext cx="19034" cy="26609"/>
            </a:xfrm>
            <a:prstGeom prst="rect">
              <a:avLst/>
            </a:prstGeom>
            <a:solidFill>
              <a:srgbClr val="9CB4CA"/>
            </a:solidFill>
            <a:ln>
              <a:noFill/>
            </a:ln>
          </p:spPr>
        </p:sp>
        <p:sp>
          <p:nvSpPr>
            <p:cNvPr id="15000" name="Heatmap cell r59 c122"/>
            <p:cNvSpPr/>
            <p:nvPr/>
          </p:nvSpPr>
          <p:spPr>
            <a:xfrm>
              <a:off x="2221525" y="1585180"/>
              <a:ext cx="17140" cy="26609"/>
            </a:xfrm>
            <a:prstGeom prst="rect">
              <a:avLst/>
            </a:prstGeom>
            <a:solidFill>
              <a:srgbClr val="F3C6CB"/>
            </a:solidFill>
            <a:ln>
              <a:noFill/>
            </a:ln>
          </p:spPr>
        </p:sp>
        <p:sp>
          <p:nvSpPr>
            <p:cNvPr id="15001" name="Heatmap cell r59 c124"/>
            <p:cNvSpPr/>
            <p:nvPr/>
          </p:nvSpPr>
          <p:spPr>
            <a:xfrm>
              <a:off x="2257509" y="1585180"/>
              <a:ext cx="17140" cy="26609"/>
            </a:xfrm>
            <a:prstGeom prst="rect">
              <a:avLst/>
            </a:prstGeom>
            <a:solidFill>
              <a:srgbClr val="44709D"/>
            </a:solidFill>
            <a:ln>
              <a:noFill/>
            </a:ln>
          </p:spPr>
        </p:sp>
        <p:sp>
          <p:nvSpPr>
            <p:cNvPr id="15002" name="Heatmap cell r59 c125"/>
            <p:cNvSpPr/>
            <p:nvPr/>
          </p:nvSpPr>
          <p:spPr>
            <a:xfrm>
              <a:off x="2274554" y="1585180"/>
              <a:ext cx="19034" cy="26609"/>
            </a:xfrm>
            <a:prstGeom prst="rect">
              <a:avLst/>
            </a:prstGeom>
            <a:solidFill>
              <a:srgbClr val="A3B9CF"/>
            </a:solidFill>
            <a:ln>
              <a:noFill/>
            </a:ln>
          </p:spPr>
        </p:sp>
        <p:sp>
          <p:nvSpPr>
            <p:cNvPr id="15003" name="Heatmap cell r59 c126"/>
            <p:cNvSpPr/>
            <p:nvPr/>
          </p:nvSpPr>
          <p:spPr>
            <a:xfrm>
              <a:off x="2293493" y="1585180"/>
              <a:ext cx="17140" cy="26609"/>
            </a:xfrm>
            <a:prstGeom prst="rect">
              <a:avLst/>
            </a:prstGeom>
            <a:solidFill>
              <a:srgbClr val="C4D2DF"/>
            </a:solidFill>
            <a:ln>
              <a:noFill/>
            </a:ln>
          </p:spPr>
        </p:sp>
        <p:sp>
          <p:nvSpPr>
            <p:cNvPr id="15004" name="Heatmap cell r59 c127"/>
            <p:cNvSpPr/>
            <p:nvPr/>
          </p:nvSpPr>
          <p:spPr>
            <a:xfrm>
              <a:off x="2310538" y="1585180"/>
              <a:ext cx="19034" cy="26609"/>
            </a:xfrm>
            <a:prstGeom prst="rect">
              <a:avLst/>
            </a:prstGeom>
            <a:solidFill>
              <a:srgbClr val="B7C7D9"/>
            </a:solidFill>
            <a:ln>
              <a:noFill/>
            </a:ln>
          </p:spPr>
        </p:sp>
        <p:sp>
          <p:nvSpPr>
            <p:cNvPr id="15005" name="Heatmap cell r59 c128"/>
            <p:cNvSpPr/>
            <p:nvPr/>
          </p:nvSpPr>
          <p:spPr>
            <a:xfrm>
              <a:off x="2329477" y="1585180"/>
              <a:ext cx="19034" cy="26609"/>
            </a:xfrm>
            <a:prstGeom prst="rect">
              <a:avLst/>
            </a:prstGeom>
            <a:solidFill>
              <a:srgbClr val="AFC4D5"/>
            </a:solidFill>
            <a:ln>
              <a:noFill/>
            </a:ln>
          </p:spPr>
        </p:sp>
        <p:sp>
          <p:nvSpPr>
            <p:cNvPr id="15006" name="Heatmap cell r59 c129"/>
            <p:cNvSpPr/>
            <p:nvPr/>
          </p:nvSpPr>
          <p:spPr>
            <a:xfrm>
              <a:off x="2348416" y="1585180"/>
              <a:ext cx="17140" cy="26609"/>
            </a:xfrm>
            <a:prstGeom prst="rect">
              <a:avLst/>
            </a:prstGeom>
            <a:solidFill>
              <a:srgbClr val="7092B5"/>
            </a:solidFill>
            <a:ln>
              <a:noFill/>
            </a:ln>
          </p:spPr>
        </p:sp>
        <p:sp>
          <p:nvSpPr>
            <p:cNvPr id="15007" name="Heatmap cell r59 c130"/>
            <p:cNvSpPr/>
            <p:nvPr/>
          </p:nvSpPr>
          <p:spPr>
            <a:xfrm>
              <a:off x="2365460" y="1585180"/>
              <a:ext cx="19034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15008" name="Heatmap cell r59 c131"/>
            <p:cNvSpPr/>
            <p:nvPr/>
          </p:nvSpPr>
          <p:spPr>
            <a:xfrm>
              <a:off x="2384399" y="1585180"/>
              <a:ext cx="17140" cy="26609"/>
            </a:xfrm>
            <a:prstGeom prst="rect">
              <a:avLst/>
            </a:prstGeom>
            <a:solidFill>
              <a:srgbClr val="527BA3"/>
            </a:solidFill>
            <a:ln>
              <a:noFill/>
            </a:ln>
          </p:spPr>
        </p:sp>
        <p:sp>
          <p:nvSpPr>
            <p:cNvPr id="15009" name="Heatmap cell r59 c132"/>
            <p:cNvSpPr/>
            <p:nvPr/>
          </p:nvSpPr>
          <p:spPr>
            <a:xfrm>
              <a:off x="2401444" y="1585180"/>
              <a:ext cx="19034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15010" name="Heatmap cell r59 c133"/>
            <p:cNvSpPr/>
            <p:nvPr/>
          </p:nvSpPr>
          <p:spPr>
            <a:xfrm>
              <a:off x="2420383" y="1585180"/>
              <a:ext cx="17140" cy="26609"/>
            </a:xfrm>
            <a:prstGeom prst="rect">
              <a:avLst/>
            </a:prstGeom>
            <a:solidFill>
              <a:srgbClr val="B5C5D7"/>
            </a:solidFill>
            <a:ln>
              <a:noFill/>
            </a:ln>
          </p:spPr>
        </p:sp>
        <p:sp>
          <p:nvSpPr>
            <p:cNvPr id="15011" name="Heatmap cell r59 c134"/>
            <p:cNvSpPr/>
            <p:nvPr/>
          </p:nvSpPr>
          <p:spPr>
            <a:xfrm>
              <a:off x="2437428" y="1585180"/>
              <a:ext cx="19034" cy="26609"/>
            </a:xfrm>
            <a:prstGeom prst="rect">
              <a:avLst/>
            </a:prstGeom>
            <a:solidFill>
              <a:srgbClr val="F1C0C4"/>
            </a:solidFill>
            <a:ln>
              <a:noFill/>
            </a:ln>
          </p:spPr>
        </p:sp>
        <p:sp>
          <p:nvSpPr>
            <p:cNvPr id="15012" name="Heatmap cell r59 c135"/>
            <p:cNvSpPr/>
            <p:nvPr/>
          </p:nvSpPr>
          <p:spPr>
            <a:xfrm>
              <a:off x="2456367" y="1585180"/>
              <a:ext cx="17140" cy="26609"/>
            </a:xfrm>
            <a:prstGeom prst="rect">
              <a:avLst/>
            </a:prstGeom>
            <a:solidFill>
              <a:srgbClr val="BACADB"/>
            </a:solidFill>
            <a:ln>
              <a:noFill/>
            </a:ln>
          </p:spPr>
        </p:sp>
        <p:sp>
          <p:nvSpPr>
            <p:cNvPr id="15013" name="Heatmap cell r59 c136"/>
            <p:cNvSpPr/>
            <p:nvPr/>
          </p:nvSpPr>
          <p:spPr>
            <a:xfrm>
              <a:off x="2473412" y="1585180"/>
              <a:ext cx="19034" cy="26609"/>
            </a:xfrm>
            <a:prstGeom prst="rect">
              <a:avLst/>
            </a:prstGeom>
            <a:solidFill>
              <a:srgbClr val="F6D5D9"/>
            </a:solidFill>
            <a:ln>
              <a:noFill/>
            </a:ln>
          </p:spPr>
        </p:sp>
        <p:sp>
          <p:nvSpPr>
            <p:cNvPr id="15014" name="Heatmap cell r59 c137"/>
            <p:cNvSpPr/>
            <p:nvPr/>
          </p:nvSpPr>
          <p:spPr>
            <a:xfrm>
              <a:off x="2492351" y="1585180"/>
              <a:ext cx="17140" cy="26609"/>
            </a:xfrm>
            <a:prstGeom prst="rect">
              <a:avLst/>
            </a:prstGeom>
            <a:solidFill>
              <a:srgbClr val="C7D4E1"/>
            </a:solidFill>
            <a:ln>
              <a:noFill/>
            </a:ln>
          </p:spPr>
        </p:sp>
        <p:sp>
          <p:nvSpPr>
            <p:cNvPr id="15015" name="Heatmap cell r59 c138"/>
            <p:cNvSpPr/>
            <p:nvPr/>
          </p:nvSpPr>
          <p:spPr>
            <a:xfrm>
              <a:off x="2509396" y="1585180"/>
              <a:ext cx="19034" cy="26609"/>
            </a:xfrm>
            <a:prstGeom prst="rect">
              <a:avLst/>
            </a:prstGeom>
            <a:solidFill>
              <a:srgbClr val="A2B8CE"/>
            </a:solidFill>
            <a:ln>
              <a:noFill/>
            </a:ln>
          </p:spPr>
        </p:sp>
        <p:sp>
          <p:nvSpPr>
            <p:cNvPr id="15016" name="Heatmap cell r59 c139"/>
            <p:cNvSpPr/>
            <p:nvPr/>
          </p:nvSpPr>
          <p:spPr>
            <a:xfrm>
              <a:off x="2528334" y="1585180"/>
              <a:ext cx="17140" cy="26609"/>
            </a:xfrm>
            <a:prstGeom prst="rect">
              <a:avLst/>
            </a:prstGeom>
            <a:solidFill>
              <a:srgbClr val="FBF0F1"/>
            </a:solidFill>
            <a:ln>
              <a:noFill/>
            </a:ln>
          </p:spPr>
        </p:sp>
        <p:sp>
          <p:nvSpPr>
            <p:cNvPr id="15017" name="Heatmap cell r59 c140"/>
            <p:cNvSpPr/>
            <p:nvPr/>
          </p:nvSpPr>
          <p:spPr>
            <a:xfrm>
              <a:off x="2545379" y="1585180"/>
              <a:ext cx="19034" cy="26609"/>
            </a:xfrm>
            <a:prstGeom prst="rect">
              <a:avLst/>
            </a:prstGeom>
            <a:solidFill>
              <a:srgbClr val="F7D9DB"/>
            </a:solidFill>
            <a:ln>
              <a:noFill/>
            </a:ln>
          </p:spPr>
        </p:sp>
        <p:sp>
          <p:nvSpPr>
            <p:cNvPr id="15018" name="Heatmap cell r59 c141"/>
            <p:cNvSpPr/>
            <p:nvPr/>
          </p:nvSpPr>
          <p:spPr>
            <a:xfrm>
              <a:off x="2564318" y="1585180"/>
              <a:ext cx="19034" cy="26609"/>
            </a:xfrm>
            <a:prstGeom prst="rect">
              <a:avLst/>
            </a:prstGeom>
            <a:solidFill>
              <a:srgbClr val="DFE6ED"/>
            </a:solidFill>
            <a:ln>
              <a:noFill/>
            </a:ln>
          </p:spPr>
        </p:sp>
        <p:sp>
          <p:nvSpPr>
            <p:cNvPr id="15019" name="Heatmap cell r59 c142"/>
            <p:cNvSpPr/>
            <p:nvPr/>
          </p:nvSpPr>
          <p:spPr>
            <a:xfrm>
              <a:off x="2583257" y="1585180"/>
              <a:ext cx="17140" cy="26609"/>
            </a:xfrm>
            <a:prstGeom prst="rect">
              <a:avLst/>
            </a:prstGeom>
            <a:solidFill>
              <a:srgbClr val="7595B7"/>
            </a:solidFill>
            <a:ln>
              <a:noFill/>
            </a:ln>
          </p:spPr>
        </p:sp>
        <p:sp>
          <p:nvSpPr>
            <p:cNvPr id="15020" name="Heatmap cell r59 c143"/>
            <p:cNvSpPr/>
            <p:nvPr/>
          </p:nvSpPr>
          <p:spPr>
            <a:xfrm>
              <a:off x="2600302" y="1585180"/>
              <a:ext cx="19034" cy="26609"/>
            </a:xfrm>
            <a:prstGeom prst="rect">
              <a:avLst/>
            </a:prstGeom>
            <a:solidFill>
              <a:srgbClr val="A6BAD0"/>
            </a:solidFill>
            <a:ln>
              <a:noFill/>
            </a:ln>
          </p:spPr>
        </p:sp>
        <p:sp>
          <p:nvSpPr>
            <p:cNvPr id="15021" name="Heatmap cell r59 c144"/>
            <p:cNvSpPr/>
            <p:nvPr/>
          </p:nvSpPr>
          <p:spPr>
            <a:xfrm>
              <a:off x="2619241" y="1585180"/>
              <a:ext cx="17140" cy="26609"/>
            </a:xfrm>
            <a:prstGeom prst="rect">
              <a:avLst/>
            </a:prstGeom>
            <a:solidFill>
              <a:srgbClr val="F7D9DB"/>
            </a:solidFill>
            <a:ln>
              <a:noFill/>
            </a:ln>
          </p:spPr>
        </p:sp>
        <p:sp>
          <p:nvSpPr>
            <p:cNvPr id="15022" name="Heatmap cell r59 c145"/>
            <p:cNvSpPr/>
            <p:nvPr/>
          </p:nvSpPr>
          <p:spPr>
            <a:xfrm>
              <a:off x="2636286" y="1585180"/>
              <a:ext cx="19034" cy="26609"/>
            </a:xfrm>
            <a:prstGeom prst="rect">
              <a:avLst/>
            </a:prstGeom>
            <a:solidFill>
              <a:srgbClr val="DFE6ED"/>
            </a:solidFill>
            <a:ln>
              <a:noFill/>
            </a:ln>
          </p:spPr>
        </p:sp>
        <p:sp>
          <p:nvSpPr>
            <p:cNvPr id="15023" name="Heatmap cell r59 c146"/>
            <p:cNvSpPr/>
            <p:nvPr/>
          </p:nvSpPr>
          <p:spPr>
            <a:xfrm>
              <a:off x="2655225" y="1585180"/>
              <a:ext cx="17140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15024" name="Heatmap cell r59 c147"/>
            <p:cNvSpPr/>
            <p:nvPr/>
          </p:nvSpPr>
          <p:spPr>
            <a:xfrm>
              <a:off x="2672270" y="1585180"/>
              <a:ext cx="19034" cy="26609"/>
            </a:xfrm>
            <a:prstGeom prst="rect">
              <a:avLst/>
            </a:prstGeom>
            <a:solidFill>
              <a:srgbClr val="A0B7CE"/>
            </a:solidFill>
            <a:ln>
              <a:noFill/>
            </a:ln>
          </p:spPr>
        </p:sp>
        <p:sp>
          <p:nvSpPr>
            <p:cNvPr id="15025" name="Heatmap cell r59 c148"/>
            <p:cNvSpPr/>
            <p:nvPr/>
          </p:nvSpPr>
          <p:spPr>
            <a:xfrm>
              <a:off x="2691208" y="1585180"/>
              <a:ext cx="17140" cy="26609"/>
            </a:xfrm>
            <a:prstGeom prst="rect">
              <a:avLst/>
            </a:prstGeom>
            <a:solidFill>
              <a:srgbClr val="DFE6ED"/>
            </a:solidFill>
            <a:ln>
              <a:noFill/>
            </a:ln>
          </p:spPr>
        </p:sp>
        <p:sp>
          <p:nvSpPr>
            <p:cNvPr id="15026" name="Heatmap cell r59 c149"/>
            <p:cNvSpPr/>
            <p:nvPr/>
          </p:nvSpPr>
          <p:spPr>
            <a:xfrm>
              <a:off x="2708253" y="1585180"/>
              <a:ext cx="19034" cy="26609"/>
            </a:xfrm>
            <a:prstGeom prst="rect">
              <a:avLst/>
            </a:prstGeom>
            <a:solidFill>
              <a:srgbClr val="9AB1C9"/>
            </a:solidFill>
            <a:ln>
              <a:noFill/>
            </a:ln>
          </p:spPr>
        </p:sp>
        <p:sp>
          <p:nvSpPr>
            <p:cNvPr id="15027" name="Heatmap cell r59 c150"/>
            <p:cNvSpPr/>
            <p:nvPr/>
          </p:nvSpPr>
          <p:spPr>
            <a:xfrm>
              <a:off x="2727192" y="1585180"/>
              <a:ext cx="17140" cy="26609"/>
            </a:xfrm>
            <a:prstGeom prst="rect">
              <a:avLst/>
            </a:prstGeom>
            <a:solidFill>
              <a:srgbClr val="F6D4D7"/>
            </a:solidFill>
            <a:ln>
              <a:noFill/>
            </a:ln>
          </p:spPr>
        </p:sp>
        <p:sp>
          <p:nvSpPr>
            <p:cNvPr id="15028" name="Heatmap cell r59 c151"/>
            <p:cNvSpPr/>
            <p:nvPr/>
          </p:nvSpPr>
          <p:spPr>
            <a:xfrm>
              <a:off x="2744237" y="1585180"/>
              <a:ext cx="19034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15029" name="Heatmap cell r59 c152"/>
            <p:cNvSpPr/>
            <p:nvPr/>
          </p:nvSpPr>
          <p:spPr>
            <a:xfrm>
              <a:off x="2763176" y="1585180"/>
              <a:ext cx="17140" cy="26609"/>
            </a:xfrm>
            <a:prstGeom prst="rect">
              <a:avLst/>
            </a:prstGeom>
            <a:solidFill>
              <a:srgbClr val="346694"/>
            </a:solidFill>
            <a:ln>
              <a:noFill/>
            </a:ln>
          </p:spPr>
        </p:sp>
        <p:sp>
          <p:nvSpPr>
            <p:cNvPr id="15030" name="Heatmap cell r59 c153"/>
            <p:cNvSpPr/>
            <p:nvPr/>
          </p:nvSpPr>
          <p:spPr>
            <a:xfrm>
              <a:off x="2780221" y="1585180"/>
              <a:ext cx="19034" cy="26609"/>
            </a:xfrm>
            <a:prstGeom prst="rect">
              <a:avLst/>
            </a:prstGeom>
            <a:solidFill>
              <a:srgbClr val="EBF0F6"/>
            </a:solidFill>
            <a:ln>
              <a:noFill/>
            </a:ln>
          </p:spPr>
        </p:sp>
        <p:sp>
          <p:nvSpPr>
            <p:cNvPr id="15031" name="Heatmap cell r59 c154"/>
            <p:cNvSpPr/>
            <p:nvPr/>
          </p:nvSpPr>
          <p:spPr>
            <a:xfrm>
              <a:off x="2799160" y="1585180"/>
              <a:ext cx="17140" cy="26609"/>
            </a:xfrm>
            <a:prstGeom prst="rect">
              <a:avLst/>
            </a:prstGeom>
            <a:solidFill>
              <a:srgbClr val="D3DEE8"/>
            </a:solidFill>
            <a:ln>
              <a:noFill/>
            </a:ln>
          </p:spPr>
        </p:sp>
        <p:sp>
          <p:nvSpPr>
            <p:cNvPr id="15032" name="Heatmap cell r59 c155"/>
            <p:cNvSpPr/>
            <p:nvPr/>
          </p:nvSpPr>
          <p:spPr>
            <a:xfrm>
              <a:off x="2816205" y="1585180"/>
              <a:ext cx="19034" cy="26609"/>
            </a:xfrm>
            <a:prstGeom prst="rect">
              <a:avLst/>
            </a:prstGeom>
            <a:solidFill>
              <a:srgbClr val="B7C7D9"/>
            </a:solidFill>
            <a:ln>
              <a:noFill/>
            </a:ln>
          </p:spPr>
        </p:sp>
        <p:sp>
          <p:nvSpPr>
            <p:cNvPr id="15033" name="Heatmap cell r59 c156"/>
            <p:cNvSpPr/>
            <p:nvPr/>
          </p:nvSpPr>
          <p:spPr>
            <a:xfrm>
              <a:off x="2835144" y="1585180"/>
              <a:ext cx="19034" cy="26609"/>
            </a:xfrm>
            <a:prstGeom prst="rect">
              <a:avLst/>
            </a:prstGeom>
            <a:solidFill>
              <a:srgbClr val="E4EBEF"/>
            </a:solidFill>
            <a:ln>
              <a:noFill/>
            </a:ln>
          </p:spPr>
        </p:sp>
        <p:sp>
          <p:nvSpPr>
            <p:cNvPr id="15034" name="Heatmap cell r59 c157"/>
            <p:cNvSpPr/>
            <p:nvPr/>
          </p:nvSpPr>
          <p:spPr>
            <a:xfrm>
              <a:off x="2854082" y="1585180"/>
              <a:ext cx="17140" cy="26609"/>
            </a:xfrm>
            <a:prstGeom prst="rect">
              <a:avLst/>
            </a:prstGeom>
            <a:solidFill>
              <a:srgbClr val="B3C5D6"/>
            </a:solidFill>
            <a:ln>
              <a:noFill/>
            </a:ln>
          </p:spPr>
        </p:sp>
        <p:sp>
          <p:nvSpPr>
            <p:cNvPr id="15035" name="Heatmap cell r59 c158"/>
            <p:cNvSpPr/>
            <p:nvPr/>
          </p:nvSpPr>
          <p:spPr>
            <a:xfrm>
              <a:off x="2871127" y="1585180"/>
              <a:ext cx="19034" cy="26609"/>
            </a:xfrm>
            <a:prstGeom prst="rect">
              <a:avLst/>
            </a:prstGeom>
            <a:solidFill>
              <a:srgbClr val="1F558A"/>
            </a:solidFill>
            <a:ln>
              <a:noFill/>
            </a:ln>
          </p:spPr>
        </p:sp>
        <p:sp>
          <p:nvSpPr>
            <p:cNvPr id="15036" name="Heatmap cell r59 c159"/>
            <p:cNvSpPr/>
            <p:nvPr/>
          </p:nvSpPr>
          <p:spPr>
            <a:xfrm>
              <a:off x="2890066" y="1585180"/>
              <a:ext cx="17140" cy="26609"/>
            </a:xfrm>
            <a:prstGeom prst="rect">
              <a:avLst/>
            </a:prstGeom>
            <a:solidFill>
              <a:srgbClr val="6086AC"/>
            </a:solidFill>
            <a:ln>
              <a:noFill/>
            </a:ln>
          </p:spPr>
        </p:sp>
        <p:sp>
          <p:nvSpPr>
            <p:cNvPr id="15037" name="Heatmap cell r59 c160"/>
            <p:cNvSpPr/>
            <p:nvPr/>
          </p:nvSpPr>
          <p:spPr>
            <a:xfrm>
              <a:off x="2907111" y="1585180"/>
              <a:ext cx="19034" cy="26609"/>
            </a:xfrm>
            <a:prstGeom prst="rect">
              <a:avLst/>
            </a:prstGeom>
            <a:solidFill>
              <a:srgbClr val="B9C9DB"/>
            </a:solidFill>
            <a:ln>
              <a:noFill/>
            </a:ln>
          </p:spPr>
        </p:sp>
        <p:sp>
          <p:nvSpPr>
            <p:cNvPr id="15038" name="Heatmap cell r59 c161"/>
            <p:cNvSpPr/>
            <p:nvPr/>
          </p:nvSpPr>
          <p:spPr>
            <a:xfrm>
              <a:off x="2926050" y="1585180"/>
              <a:ext cx="17140" cy="26609"/>
            </a:xfrm>
            <a:prstGeom prst="rect">
              <a:avLst/>
            </a:prstGeom>
            <a:solidFill>
              <a:srgbClr val="F7E2E4"/>
            </a:solidFill>
            <a:ln>
              <a:noFill/>
            </a:ln>
          </p:spPr>
        </p:sp>
        <p:sp>
          <p:nvSpPr>
            <p:cNvPr id="15039" name="Heatmap cell r59 c162"/>
            <p:cNvSpPr/>
            <p:nvPr/>
          </p:nvSpPr>
          <p:spPr>
            <a:xfrm>
              <a:off x="2943095" y="1585180"/>
              <a:ext cx="19034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15040" name="Heatmap cell r59 c163"/>
            <p:cNvSpPr/>
            <p:nvPr/>
          </p:nvSpPr>
          <p:spPr>
            <a:xfrm>
              <a:off x="2962034" y="1585180"/>
              <a:ext cx="17140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15041" name="Heatmap cell r59 c164"/>
            <p:cNvSpPr/>
            <p:nvPr/>
          </p:nvSpPr>
          <p:spPr>
            <a:xfrm>
              <a:off x="2979079" y="1585180"/>
              <a:ext cx="19034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15042" name="Heatmap cell r59 c165"/>
            <p:cNvSpPr/>
            <p:nvPr/>
          </p:nvSpPr>
          <p:spPr>
            <a:xfrm>
              <a:off x="2998018" y="1585180"/>
              <a:ext cx="17140" cy="26609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15043" name="Heatmap cell r59 c166"/>
            <p:cNvSpPr/>
            <p:nvPr/>
          </p:nvSpPr>
          <p:spPr>
            <a:xfrm>
              <a:off x="3015062" y="1585180"/>
              <a:ext cx="19034" cy="26609"/>
            </a:xfrm>
            <a:prstGeom prst="rect">
              <a:avLst/>
            </a:prstGeom>
            <a:solidFill>
              <a:srgbClr val="FAEBED"/>
            </a:solidFill>
            <a:ln>
              <a:noFill/>
            </a:ln>
          </p:spPr>
        </p:sp>
        <p:sp>
          <p:nvSpPr>
            <p:cNvPr id="15044" name="Heatmap cell r59 c167"/>
            <p:cNvSpPr/>
            <p:nvPr/>
          </p:nvSpPr>
          <p:spPr>
            <a:xfrm>
              <a:off x="3034001" y="1585180"/>
              <a:ext cx="17140" cy="26609"/>
            </a:xfrm>
            <a:prstGeom prst="rect">
              <a:avLst/>
            </a:prstGeom>
            <a:solidFill>
              <a:srgbClr val="F7DCDF"/>
            </a:solidFill>
            <a:ln>
              <a:noFill/>
            </a:ln>
          </p:spPr>
        </p:sp>
        <p:sp>
          <p:nvSpPr>
            <p:cNvPr id="15045" name="Heatmap cell r59 c168"/>
            <p:cNvSpPr/>
            <p:nvPr/>
          </p:nvSpPr>
          <p:spPr>
            <a:xfrm>
              <a:off x="3051046" y="1585180"/>
              <a:ext cx="19034" cy="26609"/>
            </a:xfrm>
            <a:prstGeom prst="rect">
              <a:avLst/>
            </a:prstGeom>
            <a:solidFill>
              <a:srgbClr val="EB9EA4"/>
            </a:solidFill>
            <a:ln>
              <a:noFill/>
            </a:ln>
          </p:spPr>
        </p:sp>
        <p:sp>
          <p:nvSpPr>
            <p:cNvPr id="15046" name="Heatmap cell r59 c169"/>
            <p:cNvSpPr/>
            <p:nvPr/>
          </p:nvSpPr>
          <p:spPr>
            <a:xfrm>
              <a:off x="3069985" y="1585180"/>
              <a:ext cx="19034" cy="26609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15047" name="Heatmap cell r59 c170"/>
            <p:cNvSpPr/>
            <p:nvPr/>
          </p:nvSpPr>
          <p:spPr>
            <a:xfrm>
              <a:off x="3088924" y="1585180"/>
              <a:ext cx="17140" cy="26609"/>
            </a:xfrm>
            <a:prstGeom prst="rect">
              <a:avLst/>
            </a:prstGeom>
            <a:solidFill>
              <a:srgbClr val="FAECEC"/>
            </a:solidFill>
            <a:ln>
              <a:noFill/>
            </a:ln>
          </p:spPr>
        </p:sp>
        <p:sp>
          <p:nvSpPr>
            <p:cNvPr id="15048" name="Heatmap cell r59 c171"/>
            <p:cNvSpPr/>
            <p:nvPr/>
          </p:nvSpPr>
          <p:spPr>
            <a:xfrm>
              <a:off x="3105969" y="1585180"/>
              <a:ext cx="19034" cy="26609"/>
            </a:xfrm>
            <a:prstGeom prst="rect">
              <a:avLst/>
            </a:prstGeom>
            <a:solidFill>
              <a:srgbClr val="F0F5F8"/>
            </a:solidFill>
            <a:ln>
              <a:noFill/>
            </a:ln>
          </p:spPr>
        </p:sp>
        <p:sp>
          <p:nvSpPr>
            <p:cNvPr id="15049" name="Heatmap cell r59 c172"/>
            <p:cNvSpPr/>
            <p:nvPr/>
          </p:nvSpPr>
          <p:spPr>
            <a:xfrm>
              <a:off x="3124908" y="1585180"/>
              <a:ext cx="17140" cy="26609"/>
            </a:xfrm>
            <a:prstGeom prst="rect">
              <a:avLst/>
            </a:prstGeom>
            <a:solidFill>
              <a:srgbClr val="EB9FA7"/>
            </a:solidFill>
            <a:ln>
              <a:noFill/>
            </a:ln>
          </p:spPr>
        </p:sp>
        <p:sp>
          <p:nvSpPr>
            <p:cNvPr id="15050" name="Heatmap cell r59 c173"/>
            <p:cNvSpPr/>
            <p:nvPr/>
          </p:nvSpPr>
          <p:spPr>
            <a:xfrm>
              <a:off x="3141953" y="1585180"/>
              <a:ext cx="19034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15051" name="Heatmap cell r59 c174"/>
            <p:cNvSpPr/>
            <p:nvPr/>
          </p:nvSpPr>
          <p:spPr>
            <a:xfrm>
              <a:off x="3160892" y="1585180"/>
              <a:ext cx="17140" cy="26609"/>
            </a:xfrm>
            <a:prstGeom prst="rect">
              <a:avLst/>
            </a:prstGeom>
            <a:solidFill>
              <a:srgbClr val="FAEBED"/>
            </a:solidFill>
            <a:ln>
              <a:noFill/>
            </a:ln>
          </p:spPr>
        </p:sp>
        <p:sp>
          <p:nvSpPr>
            <p:cNvPr id="15052" name="Heatmap cell r59 c175"/>
            <p:cNvSpPr/>
            <p:nvPr/>
          </p:nvSpPr>
          <p:spPr>
            <a:xfrm>
              <a:off x="3177936" y="1585180"/>
              <a:ext cx="19034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15053" name="Heatmap cell r59 c176"/>
            <p:cNvSpPr/>
            <p:nvPr/>
          </p:nvSpPr>
          <p:spPr>
            <a:xfrm>
              <a:off x="3196875" y="1585180"/>
              <a:ext cx="17140" cy="26609"/>
            </a:xfrm>
            <a:prstGeom prst="rect">
              <a:avLst/>
            </a:prstGeom>
            <a:solidFill>
              <a:srgbClr val="C6D4E1"/>
            </a:solidFill>
            <a:ln>
              <a:noFill/>
            </a:ln>
          </p:spPr>
        </p:sp>
        <p:sp>
          <p:nvSpPr>
            <p:cNvPr id="15054" name="Heatmap cell r59 c177"/>
            <p:cNvSpPr/>
            <p:nvPr/>
          </p:nvSpPr>
          <p:spPr>
            <a:xfrm>
              <a:off x="3213920" y="1585180"/>
              <a:ext cx="19034" cy="26609"/>
            </a:xfrm>
            <a:prstGeom prst="rect">
              <a:avLst/>
            </a:prstGeom>
            <a:solidFill>
              <a:srgbClr val="EA99A0"/>
            </a:solidFill>
            <a:ln>
              <a:noFill/>
            </a:ln>
          </p:spPr>
        </p:sp>
        <p:sp>
          <p:nvSpPr>
            <p:cNvPr id="15055" name="Heatmap cell r59 c178"/>
            <p:cNvSpPr/>
            <p:nvPr/>
          </p:nvSpPr>
          <p:spPr>
            <a:xfrm>
              <a:off x="3232859" y="1585180"/>
              <a:ext cx="17140" cy="26609"/>
            </a:xfrm>
            <a:prstGeom prst="rect">
              <a:avLst/>
            </a:prstGeom>
            <a:solidFill>
              <a:srgbClr val="F8E4E7"/>
            </a:solidFill>
            <a:ln>
              <a:noFill/>
            </a:ln>
          </p:spPr>
        </p:sp>
        <p:sp>
          <p:nvSpPr>
            <p:cNvPr id="15056" name="Heatmap cell r59 c179"/>
            <p:cNvSpPr/>
            <p:nvPr/>
          </p:nvSpPr>
          <p:spPr>
            <a:xfrm>
              <a:off x="3249904" y="1585180"/>
              <a:ext cx="19034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15057" name="Heatmap cell r59 c180"/>
            <p:cNvSpPr/>
            <p:nvPr/>
          </p:nvSpPr>
          <p:spPr>
            <a:xfrm>
              <a:off x="3268843" y="1585180"/>
              <a:ext cx="17140" cy="26609"/>
            </a:xfrm>
            <a:prstGeom prst="rect">
              <a:avLst/>
            </a:prstGeom>
            <a:solidFill>
              <a:srgbClr val="ECA0A8"/>
            </a:solidFill>
            <a:ln>
              <a:noFill/>
            </a:ln>
          </p:spPr>
        </p:sp>
        <p:sp>
          <p:nvSpPr>
            <p:cNvPr id="15058" name="Heatmap cell r59 c181"/>
            <p:cNvSpPr/>
            <p:nvPr/>
          </p:nvSpPr>
          <p:spPr>
            <a:xfrm>
              <a:off x="3285888" y="1585180"/>
              <a:ext cx="19034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15059" name="Heatmap cell r59 c182"/>
            <p:cNvSpPr/>
            <p:nvPr/>
          </p:nvSpPr>
          <p:spPr>
            <a:xfrm>
              <a:off x="3304827" y="1585180"/>
              <a:ext cx="19034" cy="26609"/>
            </a:xfrm>
            <a:prstGeom prst="rect">
              <a:avLst/>
            </a:prstGeom>
            <a:solidFill>
              <a:srgbClr val="FAEEEF"/>
            </a:solidFill>
            <a:ln>
              <a:noFill/>
            </a:ln>
          </p:spPr>
        </p:sp>
        <p:sp>
          <p:nvSpPr>
            <p:cNvPr id="15060" name="Heatmap cell r59 c183"/>
            <p:cNvSpPr/>
            <p:nvPr/>
          </p:nvSpPr>
          <p:spPr>
            <a:xfrm>
              <a:off x="3323765" y="1585180"/>
              <a:ext cx="17140" cy="26609"/>
            </a:xfrm>
            <a:prstGeom prst="rect">
              <a:avLst/>
            </a:prstGeom>
            <a:solidFill>
              <a:srgbClr val="F8DBDD"/>
            </a:solidFill>
            <a:ln>
              <a:noFill/>
            </a:ln>
          </p:spPr>
        </p:sp>
        <p:sp>
          <p:nvSpPr>
            <p:cNvPr id="15061" name="Heatmap cell r59 c184"/>
            <p:cNvSpPr/>
            <p:nvPr/>
          </p:nvSpPr>
          <p:spPr>
            <a:xfrm>
              <a:off x="3340810" y="1585180"/>
              <a:ext cx="19034" cy="26609"/>
            </a:xfrm>
            <a:prstGeom prst="rect">
              <a:avLst/>
            </a:prstGeom>
            <a:solidFill>
              <a:srgbClr val="F4CDD0"/>
            </a:solidFill>
            <a:ln>
              <a:noFill/>
            </a:ln>
          </p:spPr>
        </p:sp>
        <p:sp>
          <p:nvSpPr>
            <p:cNvPr id="15062" name="Heatmap cell r59 c185"/>
            <p:cNvSpPr/>
            <p:nvPr/>
          </p:nvSpPr>
          <p:spPr>
            <a:xfrm>
              <a:off x="3359749" y="1585180"/>
              <a:ext cx="17140" cy="26609"/>
            </a:xfrm>
            <a:prstGeom prst="rect">
              <a:avLst/>
            </a:prstGeom>
            <a:solidFill>
              <a:srgbClr val="EFF3F7"/>
            </a:solidFill>
            <a:ln>
              <a:noFill/>
            </a:ln>
          </p:spPr>
        </p:sp>
        <p:sp>
          <p:nvSpPr>
            <p:cNvPr id="15063" name="Heatmap cell r59 c186"/>
            <p:cNvSpPr/>
            <p:nvPr/>
          </p:nvSpPr>
          <p:spPr>
            <a:xfrm>
              <a:off x="3376794" y="1585180"/>
              <a:ext cx="19034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15064" name="Heatmap cell r59 c188"/>
            <p:cNvSpPr/>
            <p:nvPr/>
          </p:nvSpPr>
          <p:spPr>
            <a:xfrm>
              <a:off x="3412778" y="1585180"/>
              <a:ext cx="19034" cy="26609"/>
            </a:xfrm>
            <a:prstGeom prst="rect">
              <a:avLst/>
            </a:prstGeom>
            <a:solidFill>
              <a:srgbClr val="FCF8F9"/>
            </a:solidFill>
            <a:ln>
              <a:noFill/>
            </a:ln>
          </p:spPr>
        </p:sp>
        <p:sp>
          <p:nvSpPr>
            <p:cNvPr id="15065" name="Heatmap cell r59 c189"/>
            <p:cNvSpPr/>
            <p:nvPr/>
          </p:nvSpPr>
          <p:spPr>
            <a:xfrm>
              <a:off x="3431717" y="1585180"/>
              <a:ext cx="17140" cy="26609"/>
            </a:xfrm>
            <a:prstGeom prst="rect">
              <a:avLst/>
            </a:prstGeom>
            <a:solidFill>
              <a:srgbClr val="E9969F"/>
            </a:solidFill>
            <a:ln>
              <a:noFill/>
            </a:ln>
          </p:spPr>
        </p:sp>
        <p:sp>
          <p:nvSpPr>
            <p:cNvPr id="15066" name="Heatmap cell r59 c190"/>
            <p:cNvSpPr/>
            <p:nvPr/>
          </p:nvSpPr>
          <p:spPr>
            <a:xfrm>
              <a:off x="3448762" y="1585180"/>
              <a:ext cx="19034" cy="26609"/>
            </a:xfrm>
            <a:prstGeom prst="rect">
              <a:avLst/>
            </a:prstGeom>
            <a:solidFill>
              <a:srgbClr val="8FAAC5"/>
            </a:solidFill>
            <a:ln>
              <a:noFill/>
            </a:ln>
          </p:spPr>
        </p:sp>
        <p:sp>
          <p:nvSpPr>
            <p:cNvPr id="15067" name="Heatmap cell r59 c191"/>
            <p:cNvSpPr/>
            <p:nvPr/>
          </p:nvSpPr>
          <p:spPr>
            <a:xfrm>
              <a:off x="3467701" y="1585180"/>
              <a:ext cx="17140" cy="26609"/>
            </a:xfrm>
            <a:prstGeom prst="rect">
              <a:avLst/>
            </a:prstGeom>
            <a:solidFill>
              <a:srgbClr val="EBF0F6"/>
            </a:solidFill>
            <a:ln>
              <a:noFill/>
            </a:ln>
          </p:spPr>
        </p:sp>
        <p:sp>
          <p:nvSpPr>
            <p:cNvPr id="15068" name="Heatmap cell r59 c192"/>
            <p:cNvSpPr/>
            <p:nvPr/>
          </p:nvSpPr>
          <p:spPr>
            <a:xfrm>
              <a:off x="3484746" y="1585180"/>
              <a:ext cx="19034" cy="26609"/>
            </a:xfrm>
            <a:prstGeom prst="rect">
              <a:avLst/>
            </a:prstGeom>
            <a:solidFill>
              <a:srgbClr val="F5CED2"/>
            </a:solidFill>
            <a:ln>
              <a:noFill/>
            </a:ln>
          </p:spPr>
        </p:sp>
        <p:sp>
          <p:nvSpPr>
            <p:cNvPr id="15069" name="Heatmap cell r59 c193"/>
            <p:cNvSpPr/>
            <p:nvPr/>
          </p:nvSpPr>
          <p:spPr>
            <a:xfrm>
              <a:off x="3503684" y="1585180"/>
              <a:ext cx="17140" cy="26609"/>
            </a:xfrm>
            <a:prstGeom prst="rect">
              <a:avLst/>
            </a:prstGeom>
            <a:solidFill>
              <a:srgbClr val="EDADB4"/>
            </a:solidFill>
            <a:ln>
              <a:noFill/>
            </a:ln>
          </p:spPr>
        </p:sp>
        <p:sp>
          <p:nvSpPr>
            <p:cNvPr id="15070" name="Heatmap cell r59 c194"/>
            <p:cNvSpPr/>
            <p:nvPr/>
          </p:nvSpPr>
          <p:spPr>
            <a:xfrm>
              <a:off x="3520729" y="1585180"/>
              <a:ext cx="19034" cy="26609"/>
            </a:xfrm>
            <a:prstGeom prst="rect">
              <a:avLst/>
            </a:prstGeom>
            <a:solidFill>
              <a:srgbClr val="EEF3F6"/>
            </a:solidFill>
            <a:ln>
              <a:noFill/>
            </a:ln>
          </p:spPr>
        </p:sp>
        <p:sp>
          <p:nvSpPr>
            <p:cNvPr id="15071" name="Heatmap cell r59 c195"/>
            <p:cNvSpPr/>
            <p:nvPr/>
          </p:nvSpPr>
          <p:spPr>
            <a:xfrm>
              <a:off x="3539668" y="1585180"/>
              <a:ext cx="19034" cy="26609"/>
            </a:xfrm>
            <a:prstGeom prst="rect">
              <a:avLst/>
            </a:prstGeom>
            <a:solidFill>
              <a:srgbClr val="FCF8F9"/>
            </a:solidFill>
            <a:ln>
              <a:noFill/>
            </a:ln>
          </p:spPr>
        </p:sp>
        <p:sp>
          <p:nvSpPr>
            <p:cNvPr id="15072" name="Heatmap cell r59 c196"/>
            <p:cNvSpPr/>
            <p:nvPr/>
          </p:nvSpPr>
          <p:spPr>
            <a:xfrm>
              <a:off x="3558607" y="1585180"/>
              <a:ext cx="17140" cy="26609"/>
            </a:xfrm>
            <a:prstGeom prst="rect">
              <a:avLst/>
            </a:prstGeom>
            <a:solidFill>
              <a:srgbClr val="EA99A0"/>
            </a:solidFill>
            <a:ln>
              <a:noFill/>
            </a:ln>
          </p:spPr>
        </p:sp>
        <p:sp>
          <p:nvSpPr>
            <p:cNvPr id="15073" name="Heatmap cell r59 c197"/>
            <p:cNvSpPr/>
            <p:nvPr/>
          </p:nvSpPr>
          <p:spPr>
            <a:xfrm>
              <a:off x="3575652" y="1585180"/>
              <a:ext cx="19034" cy="26609"/>
            </a:xfrm>
            <a:prstGeom prst="rect">
              <a:avLst/>
            </a:prstGeom>
            <a:solidFill>
              <a:srgbClr val="F4CDD0"/>
            </a:solidFill>
            <a:ln>
              <a:noFill/>
            </a:ln>
          </p:spPr>
        </p:sp>
        <p:sp>
          <p:nvSpPr>
            <p:cNvPr id="15074" name="Heatmap cell r59 c198"/>
            <p:cNvSpPr/>
            <p:nvPr/>
          </p:nvSpPr>
          <p:spPr>
            <a:xfrm>
              <a:off x="3594591" y="1585180"/>
              <a:ext cx="17140" cy="26609"/>
            </a:xfrm>
            <a:prstGeom prst="rect">
              <a:avLst/>
            </a:prstGeom>
            <a:solidFill>
              <a:srgbClr val="F4CACD"/>
            </a:solidFill>
            <a:ln>
              <a:noFill/>
            </a:ln>
          </p:spPr>
        </p:sp>
        <p:sp>
          <p:nvSpPr>
            <p:cNvPr id="15075" name="Heatmap cell r59 c199"/>
            <p:cNvSpPr/>
            <p:nvPr/>
          </p:nvSpPr>
          <p:spPr>
            <a:xfrm>
              <a:off x="3611636" y="1585180"/>
              <a:ext cx="19034" cy="26609"/>
            </a:xfrm>
            <a:prstGeom prst="rect">
              <a:avLst/>
            </a:prstGeom>
            <a:solidFill>
              <a:srgbClr val="ECF0F6"/>
            </a:solidFill>
            <a:ln>
              <a:noFill/>
            </a:ln>
          </p:spPr>
        </p:sp>
        <p:sp>
          <p:nvSpPr>
            <p:cNvPr id="15076" name="Heatmap cell r59 c200"/>
            <p:cNvSpPr/>
            <p:nvPr/>
          </p:nvSpPr>
          <p:spPr>
            <a:xfrm>
              <a:off x="3630575" y="1585180"/>
              <a:ext cx="17140" cy="26609"/>
            </a:xfrm>
            <a:prstGeom prst="rect">
              <a:avLst/>
            </a:prstGeom>
            <a:solidFill>
              <a:srgbClr val="EBA3AB"/>
            </a:solidFill>
            <a:ln>
              <a:noFill/>
            </a:ln>
          </p:spPr>
        </p:sp>
        <p:sp>
          <p:nvSpPr>
            <p:cNvPr id="15077" name="Heatmap cell r59 c201"/>
            <p:cNvSpPr/>
            <p:nvPr/>
          </p:nvSpPr>
          <p:spPr>
            <a:xfrm>
              <a:off x="3647620" y="1585180"/>
              <a:ext cx="19034" cy="26609"/>
            </a:xfrm>
            <a:prstGeom prst="rect">
              <a:avLst/>
            </a:prstGeom>
            <a:solidFill>
              <a:srgbClr val="A2B8CF"/>
            </a:solidFill>
            <a:ln>
              <a:noFill/>
            </a:ln>
          </p:spPr>
        </p:sp>
        <p:sp>
          <p:nvSpPr>
            <p:cNvPr id="15078" name="Heatmap cell r59 c202"/>
            <p:cNvSpPr/>
            <p:nvPr/>
          </p:nvSpPr>
          <p:spPr>
            <a:xfrm>
              <a:off x="3666558" y="1585180"/>
              <a:ext cx="17140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15079" name="Heatmap cell r59 c203"/>
            <p:cNvSpPr/>
            <p:nvPr/>
          </p:nvSpPr>
          <p:spPr>
            <a:xfrm>
              <a:off x="3683603" y="1585180"/>
              <a:ext cx="19034" cy="26609"/>
            </a:xfrm>
            <a:prstGeom prst="rect">
              <a:avLst/>
            </a:prstGeom>
            <a:solidFill>
              <a:srgbClr val="DF6873"/>
            </a:solidFill>
            <a:ln>
              <a:noFill/>
            </a:ln>
          </p:spPr>
        </p:sp>
        <p:sp>
          <p:nvSpPr>
            <p:cNvPr id="15080" name="Heatmap cell r59 c204"/>
            <p:cNvSpPr/>
            <p:nvPr/>
          </p:nvSpPr>
          <p:spPr>
            <a:xfrm>
              <a:off x="3702542" y="1585180"/>
              <a:ext cx="17140" cy="26609"/>
            </a:xfrm>
            <a:prstGeom prst="rect">
              <a:avLst/>
            </a:prstGeom>
            <a:solidFill>
              <a:srgbClr val="DFE7ED"/>
            </a:solidFill>
            <a:ln>
              <a:noFill/>
            </a:ln>
          </p:spPr>
        </p:sp>
        <p:sp>
          <p:nvSpPr>
            <p:cNvPr id="15081" name="Heatmap cell r59 c205"/>
            <p:cNvSpPr/>
            <p:nvPr/>
          </p:nvSpPr>
          <p:spPr>
            <a:xfrm>
              <a:off x="3719587" y="1585180"/>
              <a:ext cx="19034" cy="26609"/>
            </a:xfrm>
            <a:prstGeom prst="rect">
              <a:avLst/>
            </a:prstGeom>
            <a:solidFill>
              <a:srgbClr val="F6D4D7"/>
            </a:solidFill>
            <a:ln>
              <a:noFill/>
            </a:ln>
          </p:spPr>
        </p:sp>
        <p:sp>
          <p:nvSpPr>
            <p:cNvPr id="15082" name="Heatmap cell r59 c206"/>
            <p:cNvSpPr/>
            <p:nvPr/>
          </p:nvSpPr>
          <p:spPr>
            <a:xfrm>
              <a:off x="3738526" y="1585180"/>
              <a:ext cx="17140" cy="26609"/>
            </a:xfrm>
            <a:prstGeom prst="rect">
              <a:avLst/>
            </a:prstGeom>
            <a:solidFill>
              <a:srgbClr val="F5D0D3"/>
            </a:solidFill>
            <a:ln>
              <a:noFill/>
            </a:ln>
          </p:spPr>
        </p:sp>
        <p:sp>
          <p:nvSpPr>
            <p:cNvPr id="15083" name="Heatmap cell r59 c207"/>
            <p:cNvSpPr/>
            <p:nvPr/>
          </p:nvSpPr>
          <p:spPr>
            <a:xfrm>
              <a:off x="3755571" y="1585180"/>
              <a:ext cx="19034" cy="26609"/>
            </a:xfrm>
            <a:prstGeom prst="rect">
              <a:avLst/>
            </a:prstGeom>
            <a:solidFill>
              <a:srgbClr val="F7D9DB"/>
            </a:solidFill>
            <a:ln>
              <a:noFill/>
            </a:ln>
          </p:spPr>
        </p:sp>
        <p:sp>
          <p:nvSpPr>
            <p:cNvPr id="15084" name="Heatmap cell r59 c208"/>
            <p:cNvSpPr/>
            <p:nvPr/>
          </p:nvSpPr>
          <p:spPr>
            <a:xfrm>
              <a:off x="3774510" y="1585180"/>
              <a:ext cx="19034" cy="26609"/>
            </a:xfrm>
            <a:prstGeom prst="rect">
              <a:avLst/>
            </a:prstGeom>
            <a:solidFill>
              <a:srgbClr val="D4DFE9"/>
            </a:solidFill>
            <a:ln>
              <a:noFill/>
            </a:ln>
          </p:spPr>
        </p:sp>
        <p:sp>
          <p:nvSpPr>
            <p:cNvPr id="15085" name="Heatmap cell r59 c209"/>
            <p:cNvSpPr/>
            <p:nvPr/>
          </p:nvSpPr>
          <p:spPr>
            <a:xfrm>
              <a:off x="3793449" y="1585180"/>
              <a:ext cx="17140" cy="26609"/>
            </a:xfrm>
            <a:prstGeom prst="rect">
              <a:avLst/>
            </a:prstGeom>
            <a:solidFill>
              <a:srgbClr val="F5D1D4"/>
            </a:solidFill>
            <a:ln>
              <a:noFill/>
            </a:ln>
          </p:spPr>
        </p:sp>
        <p:sp>
          <p:nvSpPr>
            <p:cNvPr id="15086" name="Heatmap cell r59 c210"/>
            <p:cNvSpPr/>
            <p:nvPr/>
          </p:nvSpPr>
          <p:spPr>
            <a:xfrm>
              <a:off x="3810494" y="1585180"/>
              <a:ext cx="19034" cy="26609"/>
            </a:xfrm>
            <a:prstGeom prst="rect">
              <a:avLst/>
            </a:prstGeom>
            <a:solidFill>
              <a:srgbClr val="CFDAE4"/>
            </a:solidFill>
            <a:ln>
              <a:noFill/>
            </a:ln>
          </p:spPr>
        </p:sp>
        <p:sp>
          <p:nvSpPr>
            <p:cNvPr id="15087" name="Heatmap cell r59 c211"/>
            <p:cNvSpPr/>
            <p:nvPr/>
          </p:nvSpPr>
          <p:spPr>
            <a:xfrm>
              <a:off x="3829432" y="1585180"/>
              <a:ext cx="17140" cy="26609"/>
            </a:xfrm>
            <a:prstGeom prst="rect">
              <a:avLst/>
            </a:prstGeom>
            <a:solidFill>
              <a:srgbClr val="EEB1B8"/>
            </a:solidFill>
            <a:ln>
              <a:noFill/>
            </a:ln>
          </p:spPr>
        </p:sp>
        <p:sp>
          <p:nvSpPr>
            <p:cNvPr id="15088" name="Heatmap cell r59 c212"/>
            <p:cNvSpPr/>
            <p:nvPr/>
          </p:nvSpPr>
          <p:spPr>
            <a:xfrm>
              <a:off x="3846477" y="1585180"/>
              <a:ext cx="19034" cy="26609"/>
            </a:xfrm>
            <a:prstGeom prst="rect">
              <a:avLst/>
            </a:prstGeom>
            <a:solidFill>
              <a:srgbClr val="EBA3AA"/>
            </a:solidFill>
            <a:ln>
              <a:noFill/>
            </a:ln>
          </p:spPr>
        </p:sp>
        <p:sp>
          <p:nvSpPr>
            <p:cNvPr id="15089" name="Heatmap cell r59 c213"/>
            <p:cNvSpPr/>
            <p:nvPr/>
          </p:nvSpPr>
          <p:spPr>
            <a:xfrm>
              <a:off x="3865416" y="1585180"/>
              <a:ext cx="17140" cy="26609"/>
            </a:xfrm>
            <a:prstGeom prst="rect">
              <a:avLst/>
            </a:prstGeom>
            <a:solidFill>
              <a:srgbClr val="F8E6E8"/>
            </a:solidFill>
            <a:ln>
              <a:noFill/>
            </a:ln>
          </p:spPr>
        </p:sp>
        <p:sp>
          <p:nvSpPr>
            <p:cNvPr id="15090" name="Heatmap cell r59 c214"/>
            <p:cNvSpPr/>
            <p:nvPr/>
          </p:nvSpPr>
          <p:spPr>
            <a:xfrm>
              <a:off x="3882461" y="1585180"/>
              <a:ext cx="19034" cy="26609"/>
            </a:xfrm>
            <a:prstGeom prst="rect">
              <a:avLst/>
            </a:prstGeom>
            <a:solidFill>
              <a:srgbClr val="FCF7F7"/>
            </a:solidFill>
            <a:ln>
              <a:noFill/>
            </a:ln>
          </p:spPr>
        </p:sp>
        <p:sp>
          <p:nvSpPr>
            <p:cNvPr id="15091" name="Heatmap cell r59 c215"/>
            <p:cNvSpPr/>
            <p:nvPr/>
          </p:nvSpPr>
          <p:spPr>
            <a:xfrm>
              <a:off x="3901400" y="1585180"/>
              <a:ext cx="17140" cy="26609"/>
            </a:xfrm>
            <a:prstGeom prst="rect">
              <a:avLst/>
            </a:prstGeom>
            <a:solidFill>
              <a:srgbClr val="ECA7AD"/>
            </a:solidFill>
            <a:ln>
              <a:noFill/>
            </a:ln>
          </p:spPr>
        </p:sp>
        <p:sp>
          <p:nvSpPr>
            <p:cNvPr id="15092" name="Heatmap cell r59 c216"/>
            <p:cNvSpPr/>
            <p:nvPr/>
          </p:nvSpPr>
          <p:spPr>
            <a:xfrm>
              <a:off x="3918445" y="1585180"/>
              <a:ext cx="19034" cy="26609"/>
            </a:xfrm>
            <a:prstGeom prst="rect">
              <a:avLst/>
            </a:prstGeom>
            <a:solidFill>
              <a:srgbClr val="F1C3C8"/>
            </a:solidFill>
            <a:ln>
              <a:noFill/>
            </a:ln>
          </p:spPr>
        </p:sp>
        <p:sp>
          <p:nvSpPr>
            <p:cNvPr id="15093" name="Heatmap cell r59 c217"/>
            <p:cNvSpPr/>
            <p:nvPr/>
          </p:nvSpPr>
          <p:spPr>
            <a:xfrm>
              <a:off x="3937384" y="1585180"/>
              <a:ext cx="17140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15094" name="Heatmap cell r59 c218"/>
            <p:cNvSpPr/>
            <p:nvPr/>
          </p:nvSpPr>
          <p:spPr>
            <a:xfrm>
              <a:off x="3954429" y="1585180"/>
              <a:ext cx="19034" cy="26609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</p:sp>
        <p:sp>
          <p:nvSpPr>
            <p:cNvPr id="15095" name="Heatmap cell r59 c219"/>
            <p:cNvSpPr/>
            <p:nvPr/>
          </p:nvSpPr>
          <p:spPr>
            <a:xfrm>
              <a:off x="3973368" y="1585180"/>
              <a:ext cx="17140" cy="26609"/>
            </a:xfrm>
            <a:prstGeom prst="rect">
              <a:avLst/>
            </a:prstGeom>
            <a:solidFill>
              <a:srgbClr val="E78E95"/>
            </a:solidFill>
            <a:ln>
              <a:noFill/>
            </a:ln>
          </p:spPr>
        </p:sp>
        <p:sp>
          <p:nvSpPr>
            <p:cNvPr id="15096" name="Heatmap cell r59 c220"/>
            <p:cNvSpPr/>
            <p:nvPr/>
          </p:nvSpPr>
          <p:spPr>
            <a:xfrm>
              <a:off x="3990412" y="1585180"/>
              <a:ext cx="19034" cy="26609"/>
            </a:xfrm>
            <a:prstGeom prst="rect">
              <a:avLst/>
            </a:prstGeom>
            <a:solidFill>
              <a:srgbClr val="ACC1D3"/>
            </a:solidFill>
            <a:ln>
              <a:noFill/>
            </a:ln>
          </p:spPr>
        </p:sp>
        <p:sp>
          <p:nvSpPr>
            <p:cNvPr id="15097" name="Heatmap cell r59 c222"/>
            <p:cNvSpPr/>
            <p:nvPr/>
          </p:nvSpPr>
          <p:spPr>
            <a:xfrm>
              <a:off x="4028290" y="1585180"/>
              <a:ext cx="17140" cy="26609"/>
            </a:xfrm>
            <a:prstGeom prst="rect">
              <a:avLst/>
            </a:prstGeom>
            <a:solidFill>
              <a:srgbClr val="6D91B3"/>
            </a:solidFill>
            <a:ln>
              <a:noFill/>
            </a:ln>
          </p:spPr>
        </p:sp>
        <p:sp>
          <p:nvSpPr>
            <p:cNvPr id="15098" name="Heatmap cell r59 c223"/>
            <p:cNvSpPr/>
            <p:nvPr/>
          </p:nvSpPr>
          <p:spPr>
            <a:xfrm>
              <a:off x="4045335" y="1585180"/>
              <a:ext cx="19034" cy="26609"/>
            </a:xfrm>
            <a:prstGeom prst="rect">
              <a:avLst/>
            </a:prstGeom>
            <a:solidFill>
              <a:srgbClr val="5680A7"/>
            </a:solidFill>
            <a:ln>
              <a:noFill/>
            </a:ln>
          </p:spPr>
        </p:sp>
        <p:sp>
          <p:nvSpPr>
            <p:cNvPr id="15099" name="Heatmap cell r60 c1"/>
            <p:cNvSpPr/>
            <p:nvPr/>
          </p:nvSpPr>
          <p:spPr>
            <a:xfrm>
              <a:off x="13257" y="1611695"/>
              <a:ext cx="45548" cy="26609"/>
            </a:xfrm>
            <a:prstGeom prst="rect">
              <a:avLst/>
            </a:prstGeom>
            <a:solidFill>
              <a:srgbClr val="F76666"/>
            </a:solidFill>
            <a:ln>
              <a:noFill/>
            </a:ln>
          </p:spPr>
        </p:sp>
        <p:sp>
          <p:nvSpPr>
            <p:cNvPr id="15100" name="Heatmap cell r60 c3"/>
            <p:cNvSpPr/>
            <p:nvPr/>
          </p:nvSpPr>
          <p:spPr>
            <a:xfrm>
              <a:off x="71968" y="1611695"/>
              <a:ext cx="17140" cy="26609"/>
            </a:xfrm>
            <a:prstGeom prst="rect">
              <a:avLst/>
            </a:prstGeom>
            <a:solidFill>
              <a:srgbClr val="F0F5F8"/>
            </a:solidFill>
            <a:ln>
              <a:noFill/>
            </a:ln>
          </p:spPr>
        </p:sp>
        <p:sp>
          <p:nvSpPr>
            <p:cNvPr id="15101" name="Heatmap cell r60 c4"/>
            <p:cNvSpPr/>
            <p:nvPr/>
          </p:nvSpPr>
          <p:spPr>
            <a:xfrm>
              <a:off x="89013" y="1611695"/>
              <a:ext cx="19034" cy="26609"/>
            </a:xfrm>
            <a:prstGeom prst="rect">
              <a:avLst/>
            </a:prstGeom>
            <a:solidFill>
              <a:srgbClr val="F6D4D7"/>
            </a:solidFill>
            <a:ln>
              <a:noFill/>
            </a:ln>
          </p:spPr>
        </p:sp>
        <p:sp>
          <p:nvSpPr>
            <p:cNvPr id="15102" name="Heatmap cell r60 c5"/>
            <p:cNvSpPr/>
            <p:nvPr/>
          </p:nvSpPr>
          <p:spPr>
            <a:xfrm>
              <a:off x="107951" y="1611695"/>
              <a:ext cx="17140" cy="26609"/>
            </a:xfrm>
            <a:prstGeom prst="rect">
              <a:avLst/>
            </a:prstGeom>
            <a:solidFill>
              <a:srgbClr val="FBF0F1"/>
            </a:solidFill>
            <a:ln>
              <a:noFill/>
            </a:ln>
          </p:spPr>
        </p:sp>
        <p:sp>
          <p:nvSpPr>
            <p:cNvPr id="15103" name="Heatmap cell r60 c7"/>
            <p:cNvSpPr/>
            <p:nvPr/>
          </p:nvSpPr>
          <p:spPr>
            <a:xfrm>
              <a:off x="143935" y="1611695"/>
              <a:ext cx="17140" cy="26609"/>
            </a:xfrm>
            <a:prstGeom prst="rect">
              <a:avLst/>
            </a:prstGeom>
            <a:solidFill>
              <a:srgbClr val="EAEEF4"/>
            </a:solidFill>
            <a:ln>
              <a:noFill/>
            </a:ln>
          </p:spPr>
        </p:sp>
        <p:sp>
          <p:nvSpPr>
            <p:cNvPr id="15104" name="Heatmap cell r60 c8"/>
            <p:cNvSpPr/>
            <p:nvPr/>
          </p:nvSpPr>
          <p:spPr>
            <a:xfrm>
              <a:off x="160980" y="1611695"/>
              <a:ext cx="19034" cy="26609"/>
            </a:xfrm>
            <a:prstGeom prst="rect">
              <a:avLst/>
            </a:prstGeom>
            <a:solidFill>
              <a:srgbClr val="E7EBF1"/>
            </a:solidFill>
            <a:ln>
              <a:noFill/>
            </a:ln>
          </p:spPr>
        </p:sp>
        <p:sp>
          <p:nvSpPr>
            <p:cNvPr id="15105" name="Heatmap cell r60 c9"/>
            <p:cNvSpPr/>
            <p:nvPr/>
          </p:nvSpPr>
          <p:spPr>
            <a:xfrm>
              <a:off x="179919" y="1611695"/>
              <a:ext cx="19034" cy="26609"/>
            </a:xfrm>
            <a:prstGeom prst="rect">
              <a:avLst/>
            </a:prstGeom>
            <a:solidFill>
              <a:srgbClr val="C4D2DF"/>
            </a:solidFill>
            <a:ln>
              <a:noFill/>
            </a:ln>
          </p:spPr>
        </p:sp>
        <p:sp>
          <p:nvSpPr>
            <p:cNvPr id="15106" name="Heatmap cell r60 c10"/>
            <p:cNvSpPr/>
            <p:nvPr/>
          </p:nvSpPr>
          <p:spPr>
            <a:xfrm>
              <a:off x="198858" y="1611695"/>
              <a:ext cx="17140" cy="26609"/>
            </a:xfrm>
            <a:prstGeom prst="rect">
              <a:avLst/>
            </a:prstGeom>
            <a:solidFill>
              <a:srgbClr val="E4848E"/>
            </a:solidFill>
            <a:ln>
              <a:noFill/>
            </a:ln>
          </p:spPr>
        </p:sp>
        <p:sp>
          <p:nvSpPr>
            <p:cNvPr id="15107" name="Heatmap cell r60 c11"/>
            <p:cNvSpPr/>
            <p:nvPr/>
          </p:nvSpPr>
          <p:spPr>
            <a:xfrm>
              <a:off x="215903" y="1611695"/>
              <a:ext cx="19034" cy="26609"/>
            </a:xfrm>
            <a:prstGeom prst="rect">
              <a:avLst/>
            </a:prstGeom>
            <a:solidFill>
              <a:srgbClr val="F3C9CE"/>
            </a:solidFill>
            <a:ln>
              <a:noFill/>
            </a:ln>
          </p:spPr>
        </p:sp>
        <p:sp>
          <p:nvSpPr>
            <p:cNvPr id="15108" name="Heatmap cell r60 c12"/>
            <p:cNvSpPr/>
            <p:nvPr/>
          </p:nvSpPr>
          <p:spPr>
            <a:xfrm>
              <a:off x="234842" y="1611695"/>
              <a:ext cx="17140" cy="26609"/>
            </a:xfrm>
            <a:prstGeom prst="rect">
              <a:avLst/>
            </a:prstGeom>
            <a:solidFill>
              <a:srgbClr val="EA9CA1"/>
            </a:solidFill>
            <a:ln>
              <a:noFill/>
            </a:ln>
          </p:spPr>
        </p:sp>
        <p:sp>
          <p:nvSpPr>
            <p:cNvPr id="15109" name="Heatmap cell r60 c13"/>
            <p:cNvSpPr/>
            <p:nvPr/>
          </p:nvSpPr>
          <p:spPr>
            <a:xfrm>
              <a:off x="251887" y="1611695"/>
              <a:ext cx="19034" cy="26609"/>
            </a:xfrm>
            <a:prstGeom prst="rect">
              <a:avLst/>
            </a:prstGeom>
            <a:solidFill>
              <a:srgbClr val="E2EAEF"/>
            </a:solidFill>
            <a:ln>
              <a:noFill/>
            </a:ln>
          </p:spPr>
        </p:sp>
        <p:sp>
          <p:nvSpPr>
            <p:cNvPr id="15110" name="Heatmap cell r60 c14"/>
            <p:cNvSpPr/>
            <p:nvPr/>
          </p:nvSpPr>
          <p:spPr>
            <a:xfrm>
              <a:off x="270825" y="1611695"/>
              <a:ext cx="17140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15111" name="Heatmap cell r60 c15"/>
            <p:cNvSpPr/>
            <p:nvPr/>
          </p:nvSpPr>
          <p:spPr>
            <a:xfrm>
              <a:off x="287870" y="1611695"/>
              <a:ext cx="19034" cy="26609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15112" name="Heatmap cell r60 c16"/>
            <p:cNvSpPr/>
            <p:nvPr/>
          </p:nvSpPr>
          <p:spPr>
            <a:xfrm>
              <a:off x="306809" y="1611695"/>
              <a:ext cx="17140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15113" name="Heatmap cell r60 c17"/>
            <p:cNvSpPr/>
            <p:nvPr/>
          </p:nvSpPr>
          <p:spPr>
            <a:xfrm>
              <a:off x="323854" y="1611695"/>
              <a:ext cx="19034" cy="26609"/>
            </a:xfrm>
            <a:prstGeom prst="rect">
              <a:avLst/>
            </a:prstGeom>
            <a:solidFill>
              <a:srgbClr val="F7E2E4"/>
            </a:solidFill>
            <a:ln>
              <a:noFill/>
            </a:ln>
          </p:spPr>
        </p:sp>
        <p:sp>
          <p:nvSpPr>
            <p:cNvPr id="15114" name="Heatmap cell r60 c18"/>
            <p:cNvSpPr/>
            <p:nvPr/>
          </p:nvSpPr>
          <p:spPr>
            <a:xfrm>
              <a:off x="342793" y="1611695"/>
              <a:ext cx="17140" cy="26609"/>
            </a:xfrm>
            <a:prstGeom prst="rect">
              <a:avLst/>
            </a:prstGeom>
            <a:solidFill>
              <a:srgbClr val="FAEBED"/>
            </a:solidFill>
            <a:ln>
              <a:noFill/>
            </a:ln>
          </p:spPr>
        </p:sp>
        <p:sp>
          <p:nvSpPr>
            <p:cNvPr id="15115" name="Heatmap cell r60 c19"/>
            <p:cNvSpPr/>
            <p:nvPr/>
          </p:nvSpPr>
          <p:spPr>
            <a:xfrm>
              <a:off x="359838" y="1611695"/>
              <a:ext cx="19034" cy="26609"/>
            </a:xfrm>
            <a:prstGeom prst="rect">
              <a:avLst/>
            </a:prstGeom>
            <a:solidFill>
              <a:srgbClr val="F3C5C8"/>
            </a:solidFill>
            <a:ln>
              <a:noFill/>
            </a:ln>
          </p:spPr>
        </p:sp>
        <p:sp>
          <p:nvSpPr>
            <p:cNvPr id="15116" name="Heatmap cell r60 c20"/>
            <p:cNvSpPr/>
            <p:nvPr/>
          </p:nvSpPr>
          <p:spPr>
            <a:xfrm>
              <a:off x="378777" y="1611695"/>
              <a:ext cx="17140" cy="26609"/>
            </a:xfrm>
            <a:prstGeom prst="rect">
              <a:avLst/>
            </a:prstGeom>
            <a:solidFill>
              <a:srgbClr val="F0BBC2"/>
            </a:solidFill>
            <a:ln>
              <a:noFill/>
            </a:ln>
          </p:spPr>
        </p:sp>
        <p:sp>
          <p:nvSpPr>
            <p:cNvPr id="15117" name="Heatmap cell r60 c21"/>
            <p:cNvSpPr/>
            <p:nvPr/>
          </p:nvSpPr>
          <p:spPr>
            <a:xfrm>
              <a:off x="395822" y="1611695"/>
              <a:ext cx="19034" cy="26609"/>
            </a:xfrm>
            <a:prstGeom prst="rect">
              <a:avLst/>
            </a:prstGeom>
            <a:solidFill>
              <a:srgbClr val="ECF0F6"/>
            </a:solidFill>
            <a:ln>
              <a:noFill/>
            </a:ln>
          </p:spPr>
        </p:sp>
        <p:sp>
          <p:nvSpPr>
            <p:cNvPr id="15118" name="Heatmap cell r60 c22"/>
            <p:cNvSpPr/>
            <p:nvPr/>
          </p:nvSpPr>
          <p:spPr>
            <a:xfrm>
              <a:off x="414760" y="1611695"/>
              <a:ext cx="19034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15119" name="Heatmap cell r60 c23"/>
            <p:cNvSpPr/>
            <p:nvPr/>
          </p:nvSpPr>
          <p:spPr>
            <a:xfrm>
              <a:off x="433699" y="1611695"/>
              <a:ext cx="17140" cy="26609"/>
            </a:xfrm>
            <a:prstGeom prst="rect">
              <a:avLst/>
            </a:prstGeom>
            <a:solidFill>
              <a:srgbClr val="FBF5F5"/>
            </a:solidFill>
            <a:ln>
              <a:noFill/>
            </a:ln>
          </p:spPr>
        </p:sp>
        <p:sp>
          <p:nvSpPr>
            <p:cNvPr id="15120" name="Heatmap cell r60 c24"/>
            <p:cNvSpPr/>
            <p:nvPr/>
          </p:nvSpPr>
          <p:spPr>
            <a:xfrm>
              <a:off x="450744" y="1611695"/>
              <a:ext cx="19034" cy="26609"/>
            </a:xfrm>
            <a:prstGeom prst="rect">
              <a:avLst/>
            </a:prstGeom>
            <a:solidFill>
              <a:srgbClr val="E6EBF1"/>
            </a:solidFill>
            <a:ln>
              <a:noFill/>
            </a:ln>
          </p:spPr>
        </p:sp>
        <p:sp>
          <p:nvSpPr>
            <p:cNvPr id="15121" name="Heatmap cell r60 c25"/>
            <p:cNvSpPr/>
            <p:nvPr/>
          </p:nvSpPr>
          <p:spPr>
            <a:xfrm>
              <a:off x="469683" y="1611695"/>
              <a:ext cx="17140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15122" name="Heatmap cell r60 c26"/>
            <p:cNvSpPr/>
            <p:nvPr/>
          </p:nvSpPr>
          <p:spPr>
            <a:xfrm>
              <a:off x="486728" y="1611695"/>
              <a:ext cx="19034" cy="26609"/>
            </a:xfrm>
            <a:prstGeom prst="rect">
              <a:avLst/>
            </a:prstGeom>
            <a:solidFill>
              <a:srgbClr val="F1C0C6"/>
            </a:solidFill>
            <a:ln>
              <a:noFill/>
            </a:ln>
          </p:spPr>
        </p:sp>
        <p:sp>
          <p:nvSpPr>
            <p:cNvPr id="15123" name="Heatmap cell r60 c27"/>
            <p:cNvSpPr/>
            <p:nvPr/>
          </p:nvSpPr>
          <p:spPr>
            <a:xfrm>
              <a:off x="505667" y="1611695"/>
              <a:ext cx="17140" cy="26609"/>
            </a:xfrm>
            <a:prstGeom prst="rect">
              <a:avLst/>
            </a:prstGeom>
            <a:solidFill>
              <a:srgbClr val="46739E"/>
            </a:solidFill>
            <a:ln>
              <a:noFill/>
            </a:ln>
          </p:spPr>
        </p:sp>
        <p:sp>
          <p:nvSpPr>
            <p:cNvPr id="15124" name="Heatmap cell r60 c28"/>
            <p:cNvSpPr/>
            <p:nvPr/>
          </p:nvSpPr>
          <p:spPr>
            <a:xfrm>
              <a:off x="522712" y="1611695"/>
              <a:ext cx="19034" cy="26609"/>
            </a:xfrm>
            <a:prstGeom prst="rect">
              <a:avLst/>
            </a:prstGeom>
            <a:solidFill>
              <a:srgbClr val="F6F8F9"/>
            </a:solidFill>
            <a:ln>
              <a:noFill/>
            </a:ln>
          </p:spPr>
        </p:sp>
        <p:sp>
          <p:nvSpPr>
            <p:cNvPr id="15125" name="Heatmap cell r60 c29"/>
            <p:cNvSpPr/>
            <p:nvPr/>
          </p:nvSpPr>
          <p:spPr>
            <a:xfrm>
              <a:off x="541651" y="1611695"/>
              <a:ext cx="17140" cy="26609"/>
            </a:xfrm>
            <a:prstGeom prst="rect">
              <a:avLst/>
            </a:prstGeom>
            <a:solidFill>
              <a:srgbClr val="F8E4E7"/>
            </a:solidFill>
            <a:ln>
              <a:noFill/>
            </a:ln>
          </p:spPr>
        </p:sp>
        <p:sp>
          <p:nvSpPr>
            <p:cNvPr id="15126" name="Heatmap cell r60 c30"/>
            <p:cNvSpPr/>
            <p:nvPr/>
          </p:nvSpPr>
          <p:spPr>
            <a:xfrm>
              <a:off x="558696" y="1611695"/>
              <a:ext cx="19034" cy="26609"/>
            </a:xfrm>
            <a:prstGeom prst="rect">
              <a:avLst/>
            </a:prstGeom>
            <a:solidFill>
              <a:srgbClr val="CCD7E3"/>
            </a:solidFill>
            <a:ln>
              <a:noFill/>
            </a:ln>
          </p:spPr>
        </p:sp>
        <p:sp>
          <p:nvSpPr>
            <p:cNvPr id="15127" name="Heatmap cell r60 c31"/>
            <p:cNvSpPr/>
            <p:nvPr/>
          </p:nvSpPr>
          <p:spPr>
            <a:xfrm>
              <a:off x="577634" y="1611695"/>
              <a:ext cx="17140" cy="26609"/>
            </a:xfrm>
            <a:prstGeom prst="rect">
              <a:avLst/>
            </a:prstGeom>
            <a:solidFill>
              <a:srgbClr val="FBF5F5"/>
            </a:solidFill>
            <a:ln>
              <a:noFill/>
            </a:ln>
          </p:spPr>
        </p:sp>
        <p:sp>
          <p:nvSpPr>
            <p:cNvPr id="15128" name="Heatmap cell r60 c32"/>
            <p:cNvSpPr/>
            <p:nvPr/>
          </p:nvSpPr>
          <p:spPr>
            <a:xfrm>
              <a:off x="594679" y="1611695"/>
              <a:ext cx="19034" cy="26609"/>
            </a:xfrm>
            <a:prstGeom prst="rect">
              <a:avLst/>
            </a:prstGeom>
            <a:solidFill>
              <a:srgbClr val="FAEBED"/>
            </a:solidFill>
            <a:ln>
              <a:noFill/>
            </a:ln>
          </p:spPr>
        </p:sp>
        <p:sp>
          <p:nvSpPr>
            <p:cNvPr id="15129" name="Heatmap cell r60 c33"/>
            <p:cNvSpPr/>
            <p:nvPr/>
          </p:nvSpPr>
          <p:spPr>
            <a:xfrm>
              <a:off x="613618" y="1611695"/>
              <a:ext cx="17140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15130" name="Heatmap cell r60 c34"/>
            <p:cNvSpPr/>
            <p:nvPr/>
          </p:nvSpPr>
          <p:spPr>
            <a:xfrm>
              <a:off x="630663" y="1611695"/>
              <a:ext cx="19034" cy="26609"/>
            </a:xfrm>
            <a:prstGeom prst="rect">
              <a:avLst/>
            </a:prstGeom>
            <a:solidFill>
              <a:srgbClr val="E0707A"/>
            </a:solidFill>
            <a:ln>
              <a:noFill/>
            </a:ln>
          </p:spPr>
        </p:sp>
        <p:sp>
          <p:nvSpPr>
            <p:cNvPr id="15131" name="Heatmap cell r60 c35"/>
            <p:cNvSpPr/>
            <p:nvPr/>
          </p:nvSpPr>
          <p:spPr>
            <a:xfrm>
              <a:off x="649602" y="1611695"/>
              <a:ext cx="19034" cy="26609"/>
            </a:xfrm>
            <a:prstGeom prst="rect">
              <a:avLst/>
            </a:prstGeom>
            <a:solidFill>
              <a:srgbClr val="F7D3D6"/>
            </a:solidFill>
            <a:ln>
              <a:noFill/>
            </a:ln>
          </p:spPr>
        </p:sp>
        <p:sp>
          <p:nvSpPr>
            <p:cNvPr id="15132" name="Heatmap cell r60 c36"/>
            <p:cNvSpPr/>
            <p:nvPr/>
          </p:nvSpPr>
          <p:spPr>
            <a:xfrm>
              <a:off x="668541" y="1611695"/>
              <a:ext cx="17140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15133" name="Heatmap cell r60 c37"/>
            <p:cNvSpPr/>
            <p:nvPr/>
          </p:nvSpPr>
          <p:spPr>
            <a:xfrm>
              <a:off x="685586" y="1611695"/>
              <a:ext cx="19034" cy="26609"/>
            </a:xfrm>
            <a:prstGeom prst="rect">
              <a:avLst/>
            </a:prstGeom>
            <a:solidFill>
              <a:srgbClr val="FAEBED"/>
            </a:solidFill>
            <a:ln>
              <a:noFill/>
            </a:ln>
          </p:spPr>
        </p:sp>
        <p:sp>
          <p:nvSpPr>
            <p:cNvPr id="15134" name="Heatmap cell r60 c38"/>
            <p:cNvSpPr/>
            <p:nvPr/>
          </p:nvSpPr>
          <p:spPr>
            <a:xfrm>
              <a:off x="704525" y="1611695"/>
              <a:ext cx="17140" cy="26609"/>
            </a:xfrm>
            <a:prstGeom prst="rect">
              <a:avLst/>
            </a:prstGeom>
            <a:solidFill>
              <a:srgbClr val="E8ECF3"/>
            </a:solidFill>
            <a:ln>
              <a:noFill/>
            </a:ln>
          </p:spPr>
        </p:sp>
        <p:sp>
          <p:nvSpPr>
            <p:cNvPr id="15135" name="Heatmap cell r60 c39"/>
            <p:cNvSpPr/>
            <p:nvPr/>
          </p:nvSpPr>
          <p:spPr>
            <a:xfrm>
              <a:off x="721570" y="1611695"/>
              <a:ext cx="19034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15136" name="Heatmap cell r60 c40"/>
            <p:cNvSpPr/>
            <p:nvPr/>
          </p:nvSpPr>
          <p:spPr>
            <a:xfrm>
              <a:off x="740508" y="1611695"/>
              <a:ext cx="17140" cy="26609"/>
            </a:xfrm>
            <a:prstGeom prst="rect">
              <a:avLst/>
            </a:prstGeom>
            <a:solidFill>
              <a:srgbClr val="F8E9EA"/>
            </a:solidFill>
            <a:ln>
              <a:noFill/>
            </a:ln>
          </p:spPr>
        </p:sp>
        <p:sp>
          <p:nvSpPr>
            <p:cNvPr id="15137" name="Heatmap cell r60 c42"/>
            <p:cNvSpPr/>
            <p:nvPr/>
          </p:nvSpPr>
          <p:spPr>
            <a:xfrm>
              <a:off x="776492" y="1611695"/>
              <a:ext cx="17140" cy="26609"/>
            </a:xfrm>
            <a:prstGeom prst="rect">
              <a:avLst/>
            </a:prstGeom>
            <a:solidFill>
              <a:srgbClr val="E8ECF3"/>
            </a:solidFill>
            <a:ln>
              <a:noFill/>
            </a:ln>
          </p:spPr>
        </p:sp>
        <p:sp>
          <p:nvSpPr>
            <p:cNvPr id="15138" name="Heatmap cell r60 c43"/>
            <p:cNvSpPr/>
            <p:nvPr/>
          </p:nvSpPr>
          <p:spPr>
            <a:xfrm>
              <a:off x="793537" y="1611695"/>
              <a:ext cx="19034" cy="26609"/>
            </a:xfrm>
            <a:prstGeom prst="rect">
              <a:avLst/>
            </a:prstGeom>
            <a:solidFill>
              <a:srgbClr val="F8DDDF"/>
            </a:solidFill>
            <a:ln>
              <a:noFill/>
            </a:ln>
          </p:spPr>
        </p:sp>
        <p:sp>
          <p:nvSpPr>
            <p:cNvPr id="15139" name="Heatmap cell r60 c44"/>
            <p:cNvSpPr/>
            <p:nvPr/>
          </p:nvSpPr>
          <p:spPr>
            <a:xfrm>
              <a:off x="812476" y="1611695"/>
              <a:ext cx="17140" cy="26609"/>
            </a:xfrm>
            <a:prstGeom prst="rect">
              <a:avLst/>
            </a:prstGeom>
            <a:solidFill>
              <a:srgbClr val="D1DCE7"/>
            </a:solidFill>
            <a:ln>
              <a:noFill/>
            </a:ln>
          </p:spPr>
        </p:sp>
        <p:sp>
          <p:nvSpPr>
            <p:cNvPr id="15140" name="Heatmap cell r60 c45"/>
            <p:cNvSpPr/>
            <p:nvPr/>
          </p:nvSpPr>
          <p:spPr>
            <a:xfrm>
              <a:off x="829521" y="1611695"/>
              <a:ext cx="19034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15141" name="Heatmap cell r60 c46"/>
            <p:cNvSpPr/>
            <p:nvPr/>
          </p:nvSpPr>
          <p:spPr>
            <a:xfrm>
              <a:off x="848460" y="1611695"/>
              <a:ext cx="17140" cy="26609"/>
            </a:xfrm>
            <a:prstGeom prst="rect">
              <a:avLst/>
            </a:prstGeom>
            <a:solidFill>
              <a:srgbClr val="A0B7CE"/>
            </a:solidFill>
            <a:ln>
              <a:noFill/>
            </a:ln>
          </p:spPr>
        </p:sp>
        <p:sp>
          <p:nvSpPr>
            <p:cNvPr id="15142" name="Heatmap cell r60 c47"/>
            <p:cNvSpPr/>
            <p:nvPr/>
          </p:nvSpPr>
          <p:spPr>
            <a:xfrm>
              <a:off x="865505" y="1611695"/>
              <a:ext cx="19034" cy="26609"/>
            </a:xfrm>
            <a:prstGeom prst="rect">
              <a:avLst/>
            </a:prstGeom>
            <a:solidFill>
              <a:srgbClr val="F1F5F8"/>
            </a:solidFill>
            <a:ln>
              <a:noFill/>
            </a:ln>
          </p:spPr>
        </p:sp>
        <p:sp>
          <p:nvSpPr>
            <p:cNvPr id="15143" name="Heatmap cell r60 c48"/>
            <p:cNvSpPr/>
            <p:nvPr/>
          </p:nvSpPr>
          <p:spPr>
            <a:xfrm>
              <a:off x="884444" y="1611695"/>
              <a:ext cx="19034" cy="26609"/>
            </a:xfrm>
            <a:prstGeom prst="rect">
              <a:avLst/>
            </a:prstGeom>
            <a:solidFill>
              <a:srgbClr val="B8C9DA"/>
            </a:solidFill>
            <a:ln>
              <a:noFill/>
            </a:ln>
          </p:spPr>
        </p:sp>
        <p:sp>
          <p:nvSpPr>
            <p:cNvPr id="15144" name="Heatmap cell r60 c49"/>
            <p:cNvSpPr/>
            <p:nvPr/>
          </p:nvSpPr>
          <p:spPr>
            <a:xfrm>
              <a:off x="903382" y="1611695"/>
              <a:ext cx="17140" cy="26609"/>
            </a:xfrm>
            <a:prstGeom prst="rect">
              <a:avLst/>
            </a:prstGeom>
            <a:solidFill>
              <a:srgbClr val="ECACB1"/>
            </a:solidFill>
            <a:ln>
              <a:noFill/>
            </a:ln>
          </p:spPr>
        </p:sp>
        <p:sp>
          <p:nvSpPr>
            <p:cNvPr id="15145" name="Heatmap cell r60 c50"/>
            <p:cNvSpPr/>
            <p:nvPr/>
          </p:nvSpPr>
          <p:spPr>
            <a:xfrm>
              <a:off x="920427" y="1611695"/>
              <a:ext cx="19034" cy="26609"/>
            </a:xfrm>
            <a:prstGeom prst="rect">
              <a:avLst/>
            </a:prstGeom>
            <a:solidFill>
              <a:srgbClr val="EFF3F7"/>
            </a:solidFill>
            <a:ln>
              <a:noFill/>
            </a:ln>
          </p:spPr>
        </p:sp>
        <p:sp>
          <p:nvSpPr>
            <p:cNvPr id="15146" name="Heatmap cell r60 c51"/>
            <p:cNvSpPr/>
            <p:nvPr/>
          </p:nvSpPr>
          <p:spPr>
            <a:xfrm>
              <a:off x="939366" y="1611695"/>
              <a:ext cx="17140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15147" name="Heatmap cell r60 c52"/>
            <p:cNvSpPr/>
            <p:nvPr/>
          </p:nvSpPr>
          <p:spPr>
            <a:xfrm>
              <a:off x="956411" y="1611695"/>
              <a:ext cx="19034" cy="26609"/>
            </a:xfrm>
            <a:prstGeom prst="rect">
              <a:avLst/>
            </a:prstGeom>
            <a:solidFill>
              <a:srgbClr val="F9E7E8"/>
            </a:solidFill>
            <a:ln>
              <a:noFill/>
            </a:ln>
          </p:spPr>
        </p:sp>
        <p:sp>
          <p:nvSpPr>
            <p:cNvPr id="15148" name="Heatmap cell r60 c53"/>
            <p:cNvSpPr/>
            <p:nvPr/>
          </p:nvSpPr>
          <p:spPr>
            <a:xfrm>
              <a:off x="975350" y="1611695"/>
              <a:ext cx="17140" cy="26609"/>
            </a:xfrm>
            <a:prstGeom prst="rect">
              <a:avLst/>
            </a:prstGeom>
            <a:solidFill>
              <a:srgbClr val="F3C5CA"/>
            </a:solidFill>
            <a:ln>
              <a:noFill/>
            </a:ln>
          </p:spPr>
        </p:sp>
        <p:sp>
          <p:nvSpPr>
            <p:cNvPr id="15149" name="Heatmap cell r60 c55"/>
            <p:cNvSpPr/>
            <p:nvPr/>
          </p:nvSpPr>
          <p:spPr>
            <a:xfrm>
              <a:off x="1011334" y="1611695"/>
              <a:ext cx="17140" cy="26609"/>
            </a:xfrm>
            <a:prstGeom prst="rect">
              <a:avLst/>
            </a:prstGeom>
            <a:solidFill>
              <a:srgbClr val="CCD7E3"/>
            </a:solidFill>
            <a:ln>
              <a:noFill/>
            </a:ln>
          </p:spPr>
        </p:sp>
        <p:sp>
          <p:nvSpPr>
            <p:cNvPr id="15150" name="Heatmap cell r60 c56"/>
            <p:cNvSpPr/>
            <p:nvPr/>
          </p:nvSpPr>
          <p:spPr>
            <a:xfrm>
              <a:off x="1028379" y="1611695"/>
              <a:ext cx="19034" cy="26609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15151" name="Heatmap cell r60 c57"/>
            <p:cNvSpPr/>
            <p:nvPr/>
          </p:nvSpPr>
          <p:spPr>
            <a:xfrm>
              <a:off x="1047318" y="1611695"/>
              <a:ext cx="17140" cy="26609"/>
            </a:xfrm>
            <a:prstGeom prst="rect">
              <a:avLst/>
            </a:prstGeom>
            <a:solidFill>
              <a:srgbClr val="A0B7CE"/>
            </a:solidFill>
            <a:ln>
              <a:noFill/>
            </a:ln>
          </p:spPr>
        </p:sp>
        <p:sp>
          <p:nvSpPr>
            <p:cNvPr id="15152" name="Heatmap cell r60 c58"/>
            <p:cNvSpPr/>
            <p:nvPr/>
          </p:nvSpPr>
          <p:spPr>
            <a:xfrm>
              <a:off x="1064363" y="1611695"/>
              <a:ext cx="19034" cy="26609"/>
            </a:xfrm>
            <a:prstGeom prst="rect">
              <a:avLst/>
            </a:prstGeom>
            <a:solidFill>
              <a:srgbClr val="EEF3F6"/>
            </a:solidFill>
            <a:ln>
              <a:noFill/>
            </a:ln>
          </p:spPr>
        </p:sp>
        <p:sp>
          <p:nvSpPr>
            <p:cNvPr id="15153" name="Heatmap cell r60 c59"/>
            <p:cNvSpPr/>
            <p:nvPr/>
          </p:nvSpPr>
          <p:spPr>
            <a:xfrm>
              <a:off x="1083301" y="1611695"/>
              <a:ext cx="17140" cy="26609"/>
            </a:xfrm>
            <a:prstGeom prst="rect">
              <a:avLst/>
            </a:prstGeom>
            <a:solidFill>
              <a:srgbClr val="EFB8BC"/>
            </a:solidFill>
            <a:ln>
              <a:noFill/>
            </a:ln>
          </p:spPr>
        </p:sp>
        <p:sp>
          <p:nvSpPr>
            <p:cNvPr id="15154" name="Heatmap cell r60 c60"/>
            <p:cNvSpPr/>
            <p:nvPr/>
          </p:nvSpPr>
          <p:spPr>
            <a:xfrm>
              <a:off x="1100346" y="1611695"/>
              <a:ext cx="19034" cy="26609"/>
            </a:xfrm>
            <a:prstGeom prst="rect">
              <a:avLst/>
            </a:prstGeom>
            <a:solidFill>
              <a:srgbClr val="F6F8F9"/>
            </a:solidFill>
            <a:ln>
              <a:noFill/>
            </a:ln>
          </p:spPr>
        </p:sp>
        <p:sp>
          <p:nvSpPr>
            <p:cNvPr id="15155" name="Heatmap cell r60 c62"/>
            <p:cNvSpPr/>
            <p:nvPr/>
          </p:nvSpPr>
          <p:spPr>
            <a:xfrm>
              <a:off x="1138224" y="1611695"/>
              <a:ext cx="17140" cy="26609"/>
            </a:xfrm>
            <a:prstGeom prst="rect">
              <a:avLst/>
            </a:prstGeom>
            <a:solidFill>
              <a:srgbClr val="FBF5F5"/>
            </a:solidFill>
            <a:ln>
              <a:noFill/>
            </a:ln>
          </p:spPr>
        </p:sp>
        <p:sp>
          <p:nvSpPr>
            <p:cNvPr id="15156" name="Heatmap cell r60 c63"/>
            <p:cNvSpPr/>
            <p:nvPr/>
          </p:nvSpPr>
          <p:spPr>
            <a:xfrm>
              <a:off x="1155269" y="1611695"/>
              <a:ext cx="19034" cy="26609"/>
            </a:xfrm>
            <a:prstGeom prst="rect">
              <a:avLst/>
            </a:prstGeom>
            <a:solidFill>
              <a:srgbClr val="F8DDDF"/>
            </a:solidFill>
            <a:ln>
              <a:noFill/>
            </a:ln>
          </p:spPr>
        </p:sp>
        <p:sp>
          <p:nvSpPr>
            <p:cNvPr id="15157" name="Heatmap cell r60 c64"/>
            <p:cNvSpPr/>
            <p:nvPr/>
          </p:nvSpPr>
          <p:spPr>
            <a:xfrm>
              <a:off x="1174208" y="1611695"/>
              <a:ext cx="17140" cy="26609"/>
            </a:xfrm>
            <a:prstGeom prst="rect">
              <a:avLst/>
            </a:prstGeom>
            <a:solidFill>
              <a:srgbClr val="EFB9BE"/>
            </a:solidFill>
            <a:ln>
              <a:noFill/>
            </a:ln>
          </p:spPr>
        </p:sp>
        <p:sp>
          <p:nvSpPr>
            <p:cNvPr id="15158" name="Heatmap cell r60 c65"/>
            <p:cNvSpPr/>
            <p:nvPr/>
          </p:nvSpPr>
          <p:spPr>
            <a:xfrm>
              <a:off x="1191253" y="1611695"/>
              <a:ext cx="19034" cy="26609"/>
            </a:xfrm>
            <a:prstGeom prst="rect">
              <a:avLst/>
            </a:prstGeom>
            <a:solidFill>
              <a:srgbClr val="E6EBF1"/>
            </a:solidFill>
            <a:ln>
              <a:noFill/>
            </a:ln>
          </p:spPr>
        </p:sp>
        <p:sp>
          <p:nvSpPr>
            <p:cNvPr id="15159" name="Heatmap cell r60 c66"/>
            <p:cNvSpPr/>
            <p:nvPr/>
          </p:nvSpPr>
          <p:spPr>
            <a:xfrm>
              <a:off x="1210192" y="1611695"/>
              <a:ext cx="17140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15160" name="Heatmap cell r60 c67"/>
            <p:cNvSpPr/>
            <p:nvPr/>
          </p:nvSpPr>
          <p:spPr>
            <a:xfrm>
              <a:off x="1227236" y="1611695"/>
              <a:ext cx="19034" cy="26609"/>
            </a:xfrm>
            <a:prstGeom prst="rect">
              <a:avLst/>
            </a:prstGeom>
            <a:solidFill>
              <a:srgbClr val="EEB1B8"/>
            </a:solidFill>
            <a:ln>
              <a:noFill/>
            </a:ln>
          </p:spPr>
        </p:sp>
        <p:sp>
          <p:nvSpPr>
            <p:cNvPr id="15161" name="Heatmap cell r60 c68"/>
            <p:cNvSpPr/>
            <p:nvPr/>
          </p:nvSpPr>
          <p:spPr>
            <a:xfrm>
              <a:off x="1246175" y="1611695"/>
              <a:ext cx="17140" cy="26609"/>
            </a:xfrm>
            <a:prstGeom prst="rect">
              <a:avLst/>
            </a:prstGeom>
            <a:solidFill>
              <a:srgbClr val="B8C9DA"/>
            </a:solidFill>
            <a:ln>
              <a:noFill/>
            </a:ln>
          </p:spPr>
        </p:sp>
        <p:sp>
          <p:nvSpPr>
            <p:cNvPr id="15162" name="Heatmap cell r60 c69"/>
            <p:cNvSpPr/>
            <p:nvPr/>
          </p:nvSpPr>
          <p:spPr>
            <a:xfrm>
              <a:off x="1263220" y="1611695"/>
              <a:ext cx="19034" cy="26609"/>
            </a:xfrm>
            <a:prstGeom prst="rect">
              <a:avLst/>
            </a:prstGeom>
            <a:solidFill>
              <a:srgbClr val="FAEBED"/>
            </a:solidFill>
            <a:ln>
              <a:noFill/>
            </a:ln>
          </p:spPr>
        </p:sp>
        <p:sp>
          <p:nvSpPr>
            <p:cNvPr id="15163" name="Heatmap cell r60 c70"/>
            <p:cNvSpPr/>
            <p:nvPr/>
          </p:nvSpPr>
          <p:spPr>
            <a:xfrm>
              <a:off x="1282159" y="1611695"/>
              <a:ext cx="17140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15164" name="Heatmap cell r60 c71"/>
            <p:cNvSpPr/>
            <p:nvPr/>
          </p:nvSpPr>
          <p:spPr>
            <a:xfrm>
              <a:off x="1299204" y="1611695"/>
              <a:ext cx="19034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15165" name="Heatmap cell r60 c72"/>
            <p:cNvSpPr/>
            <p:nvPr/>
          </p:nvSpPr>
          <p:spPr>
            <a:xfrm>
              <a:off x="1318143" y="1611695"/>
              <a:ext cx="17140" cy="26609"/>
            </a:xfrm>
            <a:prstGeom prst="rect">
              <a:avLst/>
            </a:prstGeom>
            <a:solidFill>
              <a:srgbClr val="CED9E4"/>
            </a:solidFill>
            <a:ln>
              <a:noFill/>
            </a:ln>
          </p:spPr>
        </p:sp>
        <p:sp>
          <p:nvSpPr>
            <p:cNvPr id="15166" name="Heatmap cell r60 c73"/>
            <p:cNvSpPr/>
            <p:nvPr/>
          </p:nvSpPr>
          <p:spPr>
            <a:xfrm>
              <a:off x="1335188" y="1611695"/>
              <a:ext cx="19034" cy="26609"/>
            </a:xfrm>
            <a:prstGeom prst="rect">
              <a:avLst/>
            </a:prstGeom>
            <a:solidFill>
              <a:srgbClr val="E6EBF1"/>
            </a:solidFill>
            <a:ln>
              <a:noFill/>
            </a:ln>
          </p:spPr>
        </p:sp>
        <p:sp>
          <p:nvSpPr>
            <p:cNvPr id="15167" name="Heatmap cell r60 c74"/>
            <p:cNvSpPr/>
            <p:nvPr/>
          </p:nvSpPr>
          <p:spPr>
            <a:xfrm>
              <a:off x="1354127" y="1611695"/>
              <a:ext cx="17140" cy="26609"/>
            </a:xfrm>
            <a:prstGeom prst="rect">
              <a:avLst/>
            </a:prstGeom>
            <a:solidFill>
              <a:srgbClr val="F8E9EA"/>
            </a:solidFill>
            <a:ln>
              <a:noFill/>
            </a:ln>
          </p:spPr>
        </p:sp>
        <p:sp>
          <p:nvSpPr>
            <p:cNvPr id="15168" name="Heatmap cell r60 c75"/>
            <p:cNvSpPr/>
            <p:nvPr/>
          </p:nvSpPr>
          <p:spPr>
            <a:xfrm>
              <a:off x="1371172" y="1611695"/>
              <a:ext cx="19034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15169" name="Heatmap cell r60 c76"/>
            <p:cNvSpPr/>
            <p:nvPr/>
          </p:nvSpPr>
          <p:spPr>
            <a:xfrm>
              <a:off x="1390110" y="1611695"/>
              <a:ext cx="19034" cy="26609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15170" name="Heatmap cell r60 c78"/>
            <p:cNvSpPr/>
            <p:nvPr/>
          </p:nvSpPr>
          <p:spPr>
            <a:xfrm>
              <a:off x="1426094" y="1611695"/>
              <a:ext cx="19034" cy="26609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</p:sp>
        <p:sp>
          <p:nvSpPr>
            <p:cNvPr id="15171" name="Heatmap cell r60 c79"/>
            <p:cNvSpPr/>
            <p:nvPr/>
          </p:nvSpPr>
          <p:spPr>
            <a:xfrm>
              <a:off x="1445033" y="1611695"/>
              <a:ext cx="17140" cy="26609"/>
            </a:xfrm>
            <a:prstGeom prst="rect">
              <a:avLst/>
            </a:prstGeom>
            <a:solidFill>
              <a:srgbClr val="F7D9DB"/>
            </a:solidFill>
            <a:ln>
              <a:noFill/>
            </a:ln>
          </p:spPr>
        </p:sp>
        <p:sp>
          <p:nvSpPr>
            <p:cNvPr id="15172" name="Heatmap cell r60 c80"/>
            <p:cNvSpPr/>
            <p:nvPr/>
          </p:nvSpPr>
          <p:spPr>
            <a:xfrm>
              <a:off x="1462078" y="1611695"/>
              <a:ext cx="19034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15173" name="Heatmap cell r60 c81"/>
            <p:cNvSpPr/>
            <p:nvPr/>
          </p:nvSpPr>
          <p:spPr>
            <a:xfrm>
              <a:off x="1481017" y="1611695"/>
              <a:ext cx="17140" cy="26609"/>
            </a:xfrm>
            <a:prstGeom prst="rect">
              <a:avLst/>
            </a:prstGeom>
            <a:solidFill>
              <a:srgbClr val="F7E2E4"/>
            </a:solidFill>
            <a:ln>
              <a:noFill/>
            </a:ln>
          </p:spPr>
        </p:sp>
        <p:sp>
          <p:nvSpPr>
            <p:cNvPr id="15174" name="Heatmap cell r60 c82"/>
            <p:cNvSpPr/>
            <p:nvPr/>
          </p:nvSpPr>
          <p:spPr>
            <a:xfrm>
              <a:off x="1498062" y="1611695"/>
              <a:ext cx="19034" cy="26609"/>
            </a:xfrm>
            <a:prstGeom prst="rect">
              <a:avLst/>
            </a:prstGeom>
            <a:solidFill>
              <a:srgbClr val="F8DBDD"/>
            </a:solidFill>
            <a:ln>
              <a:noFill/>
            </a:ln>
          </p:spPr>
        </p:sp>
        <p:sp>
          <p:nvSpPr>
            <p:cNvPr id="15175" name="Heatmap cell r60 c83"/>
            <p:cNvSpPr/>
            <p:nvPr/>
          </p:nvSpPr>
          <p:spPr>
            <a:xfrm>
              <a:off x="1517001" y="1611695"/>
              <a:ext cx="17140" cy="26609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15176" name="Heatmap cell r60 c84"/>
            <p:cNvSpPr/>
            <p:nvPr/>
          </p:nvSpPr>
          <p:spPr>
            <a:xfrm>
              <a:off x="1534046" y="1611695"/>
              <a:ext cx="19034" cy="26609"/>
            </a:xfrm>
            <a:prstGeom prst="rect">
              <a:avLst/>
            </a:prstGeom>
            <a:solidFill>
              <a:srgbClr val="EDF1F7"/>
            </a:solidFill>
            <a:ln>
              <a:noFill/>
            </a:ln>
          </p:spPr>
        </p:sp>
        <p:sp>
          <p:nvSpPr>
            <p:cNvPr id="15177" name="Heatmap cell r60 c85"/>
            <p:cNvSpPr/>
            <p:nvPr/>
          </p:nvSpPr>
          <p:spPr>
            <a:xfrm>
              <a:off x="1552984" y="1611695"/>
              <a:ext cx="17140" cy="26609"/>
            </a:xfrm>
            <a:prstGeom prst="rect">
              <a:avLst/>
            </a:prstGeom>
            <a:solidFill>
              <a:srgbClr val="EBF0F6"/>
            </a:solidFill>
            <a:ln>
              <a:noFill/>
            </a:ln>
          </p:spPr>
        </p:sp>
        <p:sp>
          <p:nvSpPr>
            <p:cNvPr id="15178" name="Heatmap cell r60 c86"/>
            <p:cNvSpPr/>
            <p:nvPr/>
          </p:nvSpPr>
          <p:spPr>
            <a:xfrm>
              <a:off x="1570029" y="1611695"/>
              <a:ext cx="19034" cy="26609"/>
            </a:xfrm>
            <a:prstGeom prst="rect">
              <a:avLst/>
            </a:prstGeom>
            <a:solidFill>
              <a:srgbClr val="E6EBF1"/>
            </a:solidFill>
            <a:ln>
              <a:noFill/>
            </a:ln>
          </p:spPr>
        </p:sp>
        <p:sp>
          <p:nvSpPr>
            <p:cNvPr id="15179" name="Heatmap cell r60 c87"/>
            <p:cNvSpPr/>
            <p:nvPr/>
          </p:nvSpPr>
          <p:spPr>
            <a:xfrm>
              <a:off x="1588968" y="1611695"/>
              <a:ext cx="17140" cy="26609"/>
            </a:xfrm>
            <a:prstGeom prst="rect">
              <a:avLst/>
            </a:prstGeom>
            <a:solidFill>
              <a:srgbClr val="D6E0EA"/>
            </a:solidFill>
            <a:ln>
              <a:noFill/>
            </a:ln>
          </p:spPr>
        </p:sp>
        <p:sp>
          <p:nvSpPr>
            <p:cNvPr id="15180" name="Heatmap cell r60 c88"/>
            <p:cNvSpPr/>
            <p:nvPr/>
          </p:nvSpPr>
          <p:spPr>
            <a:xfrm>
              <a:off x="1606013" y="1611695"/>
              <a:ext cx="19034" cy="26609"/>
            </a:xfrm>
            <a:prstGeom prst="rect">
              <a:avLst/>
            </a:prstGeom>
            <a:solidFill>
              <a:srgbClr val="EFB8BC"/>
            </a:solidFill>
            <a:ln>
              <a:noFill/>
            </a:ln>
          </p:spPr>
        </p:sp>
        <p:sp>
          <p:nvSpPr>
            <p:cNvPr id="15181" name="Heatmap cell r60 c90"/>
            <p:cNvSpPr/>
            <p:nvPr/>
          </p:nvSpPr>
          <p:spPr>
            <a:xfrm>
              <a:off x="1643891" y="1611695"/>
              <a:ext cx="17140" cy="26609"/>
            </a:xfrm>
            <a:prstGeom prst="rect">
              <a:avLst/>
            </a:prstGeom>
            <a:solidFill>
              <a:srgbClr val="C2D0DE"/>
            </a:solidFill>
            <a:ln>
              <a:noFill/>
            </a:ln>
          </p:spPr>
        </p:sp>
        <p:sp>
          <p:nvSpPr>
            <p:cNvPr id="15182" name="Heatmap cell r60 c91"/>
            <p:cNvSpPr/>
            <p:nvPr/>
          </p:nvSpPr>
          <p:spPr>
            <a:xfrm>
              <a:off x="1660936" y="1611695"/>
              <a:ext cx="19034" cy="26609"/>
            </a:xfrm>
            <a:prstGeom prst="rect">
              <a:avLst/>
            </a:prstGeom>
            <a:solidFill>
              <a:srgbClr val="B9C9DB"/>
            </a:solidFill>
            <a:ln>
              <a:noFill/>
            </a:ln>
          </p:spPr>
        </p:sp>
        <p:sp>
          <p:nvSpPr>
            <p:cNvPr id="15183" name="Heatmap cell r60 c92"/>
            <p:cNvSpPr/>
            <p:nvPr/>
          </p:nvSpPr>
          <p:spPr>
            <a:xfrm>
              <a:off x="1679875" y="1611695"/>
              <a:ext cx="17140" cy="26609"/>
            </a:xfrm>
            <a:prstGeom prst="rect">
              <a:avLst/>
            </a:prstGeom>
            <a:solidFill>
              <a:srgbClr val="D2DDE8"/>
            </a:solidFill>
            <a:ln>
              <a:noFill/>
            </a:ln>
          </p:spPr>
        </p:sp>
        <p:sp>
          <p:nvSpPr>
            <p:cNvPr id="15184" name="Heatmap cell r60 c93"/>
            <p:cNvSpPr/>
            <p:nvPr/>
          </p:nvSpPr>
          <p:spPr>
            <a:xfrm>
              <a:off x="1696920" y="1611695"/>
              <a:ext cx="19034" cy="26609"/>
            </a:xfrm>
            <a:prstGeom prst="rect">
              <a:avLst/>
            </a:prstGeom>
            <a:solidFill>
              <a:srgbClr val="E4EBEF"/>
            </a:solidFill>
            <a:ln>
              <a:noFill/>
            </a:ln>
          </p:spPr>
        </p:sp>
        <p:sp>
          <p:nvSpPr>
            <p:cNvPr id="15185" name="Heatmap cell r60 c94"/>
            <p:cNvSpPr/>
            <p:nvPr/>
          </p:nvSpPr>
          <p:spPr>
            <a:xfrm>
              <a:off x="1715858" y="1611695"/>
              <a:ext cx="17140" cy="26609"/>
            </a:xfrm>
            <a:prstGeom prst="rect">
              <a:avLst/>
            </a:prstGeom>
            <a:solidFill>
              <a:srgbClr val="B4C5D6"/>
            </a:solidFill>
            <a:ln>
              <a:noFill/>
            </a:ln>
          </p:spPr>
        </p:sp>
        <p:sp>
          <p:nvSpPr>
            <p:cNvPr id="15186" name="Heatmap cell r60 c96"/>
            <p:cNvSpPr/>
            <p:nvPr/>
          </p:nvSpPr>
          <p:spPr>
            <a:xfrm>
              <a:off x="1751842" y="1611695"/>
              <a:ext cx="17140" cy="26609"/>
            </a:xfrm>
            <a:prstGeom prst="rect">
              <a:avLst/>
            </a:prstGeom>
            <a:solidFill>
              <a:srgbClr val="B6C7D9"/>
            </a:solidFill>
            <a:ln>
              <a:noFill/>
            </a:ln>
          </p:spPr>
        </p:sp>
        <p:sp>
          <p:nvSpPr>
            <p:cNvPr id="15187" name="Heatmap cell r60 c97"/>
            <p:cNvSpPr/>
            <p:nvPr/>
          </p:nvSpPr>
          <p:spPr>
            <a:xfrm>
              <a:off x="1768887" y="1611695"/>
              <a:ext cx="19034" cy="26609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15188" name="Heatmap cell r60 c98"/>
            <p:cNvSpPr/>
            <p:nvPr/>
          </p:nvSpPr>
          <p:spPr>
            <a:xfrm>
              <a:off x="1787826" y="1611695"/>
              <a:ext cx="17140" cy="26609"/>
            </a:xfrm>
            <a:prstGeom prst="rect">
              <a:avLst/>
            </a:prstGeom>
            <a:solidFill>
              <a:srgbClr val="EA949C"/>
            </a:solidFill>
            <a:ln>
              <a:noFill/>
            </a:ln>
          </p:spPr>
        </p:sp>
        <p:sp>
          <p:nvSpPr>
            <p:cNvPr id="15189" name="Heatmap cell r60 c99"/>
            <p:cNvSpPr/>
            <p:nvPr/>
          </p:nvSpPr>
          <p:spPr>
            <a:xfrm>
              <a:off x="1804871" y="1611695"/>
              <a:ext cx="19034" cy="26609"/>
            </a:xfrm>
            <a:prstGeom prst="rect">
              <a:avLst/>
            </a:prstGeom>
            <a:solidFill>
              <a:srgbClr val="F1C3C8"/>
            </a:solidFill>
            <a:ln>
              <a:noFill/>
            </a:ln>
          </p:spPr>
        </p:sp>
        <p:sp>
          <p:nvSpPr>
            <p:cNvPr id="15190" name="Heatmap cell r60 c100"/>
            <p:cNvSpPr/>
            <p:nvPr/>
          </p:nvSpPr>
          <p:spPr>
            <a:xfrm>
              <a:off x="1823810" y="1611695"/>
              <a:ext cx="17140" cy="26609"/>
            </a:xfrm>
            <a:prstGeom prst="rect">
              <a:avLst/>
            </a:prstGeom>
            <a:solidFill>
              <a:srgbClr val="B4C5D6"/>
            </a:solidFill>
            <a:ln>
              <a:noFill/>
            </a:ln>
          </p:spPr>
        </p:sp>
        <p:sp>
          <p:nvSpPr>
            <p:cNvPr id="15191" name="Heatmap cell r60 c101"/>
            <p:cNvSpPr/>
            <p:nvPr/>
          </p:nvSpPr>
          <p:spPr>
            <a:xfrm>
              <a:off x="1840855" y="1611695"/>
              <a:ext cx="19034" cy="26609"/>
            </a:xfrm>
            <a:prstGeom prst="rect">
              <a:avLst/>
            </a:prstGeom>
            <a:solidFill>
              <a:srgbClr val="E9EEF4"/>
            </a:solidFill>
            <a:ln>
              <a:noFill/>
            </a:ln>
          </p:spPr>
        </p:sp>
        <p:sp>
          <p:nvSpPr>
            <p:cNvPr id="15192" name="Heatmap cell r60 c102"/>
            <p:cNvSpPr/>
            <p:nvPr/>
          </p:nvSpPr>
          <p:spPr>
            <a:xfrm>
              <a:off x="1859794" y="1611695"/>
              <a:ext cx="19034" cy="26609"/>
            </a:xfrm>
            <a:prstGeom prst="rect">
              <a:avLst/>
            </a:prstGeom>
            <a:solidFill>
              <a:srgbClr val="E6EBF1"/>
            </a:solidFill>
            <a:ln>
              <a:noFill/>
            </a:ln>
          </p:spPr>
        </p:sp>
        <p:sp>
          <p:nvSpPr>
            <p:cNvPr id="15193" name="Heatmap cell r60 c103"/>
            <p:cNvSpPr/>
            <p:nvPr/>
          </p:nvSpPr>
          <p:spPr>
            <a:xfrm>
              <a:off x="1878732" y="1611695"/>
              <a:ext cx="17140" cy="26609"/>
            </a:xfrm>
            <a:prstGeom prst="rect">
              <a:avLst/>
            </a:prstGeom>
            <a:solidFill>
              <a:srgbClr val="CFDBE6"/>
            </a:solidFill>
            <a:ln>
              <a:noFill/>
            </a:ln>
          </p:spPr>
        </p:sp>
        <p:sp>
          <p:nvSpPr>
            <p:cNvPr id="15194" name="Heatmap cell r60 c104"/>
            <p:cNvSpPr/>
            <p:nvPr/>
          </p:nvSpPr>
          <p:spPr>
            <a:xfrm>
              <a:off x="1895777" y="1611695"/>
              <a:ext cx="19034" cy="26609"/>
            </a:xfrm>
            <a:prstGeom prst="rect">
              <a:avLst/>
            </a:prstGeom>
            <a:solidFill>
              <a:srgbClr val="C6D4E1"/>
            </a:solidFill>
            <a:ln>
              <a:noFill/>
            </a:ln>
          </p:spPr>
        </p:sp>
        <p:sp>
          <p:nvSpPr>
            <p:cNvPr id="15195" name="Heatmap cell r60 c106"/>
            <p:cNvSpPr/>
            <p:nvPr/>
          </p:nvSpPr>
          <p:spPr>
            <a:xfrm>
              <a:off x="1931761" y="1611695"/>
              <a:ext cx="19034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15196" name="Heatmap cell r60 c107"/>
            <p:cNvSpPr/>
            <p:nvPr/>
          </p:nvSpPr>
          <p:spPr>
            <a:xfrm>
              <a:off x="1950700" y="1611695"/>
              <a:ext cx="17140" cy="26609"/>
            </a:xfrm>
            <a:prstGeom prst="rect">
              <a:avLst/>
            </a:prstGeom>
            <a:solidFill>
              <a:srgbClr val="FCF8F9"/>
            </a:solidFill>
            <a:ln>
              <a:noFill/>
            </a:ln>
          </p:spPr>
        </p:sp>
        <p:sp>
          <p:nvSpPr>
            <p:cNvPr id="15197" name="Heatmap cell r60 c109"/>
            <p:cNvSpPr/>
            <p:nvPr/>
          </p:nvSpPr>
          <p:spPr>
            <a:xfrm>
              <a:off x="1986684" y="1611695"/>
              <a:ext cx="17140" cy="26609"/>
            </a:xfrm>
            <a:prstGeom prst="rect">
              <a:avLst/>
            </a:prstGeom>
            <a:solidFill>
              <a:srgbClr val="BCCCDC"/>
            </a:solidFill>
            <a:ln>
              <a:noFill/>
            </a:ln>
          </p:spPr>
        </p:sp>
        <p:sp>
          <p:nvSpPr>
            <p:cNvPr id="15198" name="Heatmap cell r60 c110"/>
            <p:cNvSpPr/>
            <p:nvPr/>
          </p:nvSpPr>
          <p:spPr>
            <a:xfrm>
              <a:off x="2003729" y="1611695"/>
              <a:ext cx="19034" cy="26609"/>
            </a:xfrm>
            <a:prstGeom prst="rect">
              <a:avLst/>
            </a:prstGeom>
            <a:solidFill>
              <a:srgbClr val="D4DFE9"/>
            </a:solidFill>
            <a:ln>
              <a:noFill/>
            </a:ln>
          </p:spPr>
        </p:sp>
        <p:sp>
          <p:nvSpPr>
            <p:cNvPr id="15199" name="Heatmap cell r60 c111"/>
            <p:cNvSpPr/>
            <p:nvPr/>
          </p:nvSpPr>
          <p:spPr>
            <a:xfrm>
              <a:off x="2022668" y="1611695"/>
              <a:ext cx="17140" cy="26609"/>
            </a:xfrm>
            <a:prstGeom prst="rect">
              <a:avLst/>
            </a:prstGeom>
            <a:solidFill>
              <a:srgbClr val="CFDBE6"/>
            </a:solidFill>
            <a:ln>
              <a:noFill/>
            </a:ln>
          </p:spPr>
        </p:sp>
        <p:sp>
          <p:nvSpPr>
            <p:cNvPr id="15200" name="Heatmap cell r60 c112"/>
            <p:cNvSpPr/>
            <p:nvPr/>
          </p:nvSpPr>
          <p:spPr>
            <a:xfrm>
              <a:off x="2039712" y="1611695"/>
              <a:ext cx="19034" cy="26609"/>
            </a:xfrm>
            <a:prstGeom prst="rect">
              <a:avLst/>
            </a:prstGeom>
            <a:solidFill>
              <a:srgbClr val="AFC3D5"/>
            </a:solidFill>
            <a:ln>
              <a:noFill/>
            </a:ln>
          </p:spPr>
        </p:sp>
        <p:sp>
          <p:nvSpPr>
            <p:cNvPr id="15201" name="Heatmap cell r60 c113"/>
            <p:cNvSpPr/>
            <p:nvPr/>
          </p:nvSpPr>
          <p:spPr>
            <a:xfrm>
              <a:off x="2058651" y="1611695"/>
              <a:ext cx="17140" cy="26609"/>
            </a:xfrm>
            <a:prstGeom prst="rect">
              <a:avLst/>
            </a:prstGeom>
            <a:solidFill>
              <a:srgbClr val="DFE7ED"/>
            </a:solidFill>
            <a:ln>
              <a:noFill/>
            </a:ln>
          </p:spPr>
        </p:sp>
        <p:sp>
          <p:nvSpPr>
            <p:cNvPr id="15202" name="Heatmap cell r60 c114"/>
            <p:cNvSpPr/>
            <p:nvPr/>
          </p:nvSpPr>
          <p:spPr>
            <a:xfrm>
              <a:off x="2075696" y="1611695"/>
              <a:ext cx="19034" cy="26609"/>
            </a:xfrm>
            <a:prstGeom prst="rect">
              <a:avLst/>
            </a:prstGeom>
            <a:solidFill>
              <a:srgbClr val="F5D1D4"/>
            </a:solidFill>
            <a:ln>
              <a:noFill/>
            </a:ln>
          </p:spPr>
        </p:sp>
        <p:sp>
          <p:nvSpPr>
            <p:cNvPr id="15203" name="Heatmap cell r60 c116"/>
            <p:cNvSpPr/>
            <p:nvPr/>
          </p:nvSpPr>
          <p:spPr>
            <a:xfrm>
              <a:off x="2113574" y="1611695"/>
              <a:ext cx="17140" cy="26609"/>
            </a:xfrm>
            <a:prstGeom prst="rect">
              <a:avLst/>
            </a:prstGeom>
            <a:solidFill>
              <a:srgbClr val="F8E1E3"/>
            </a:solidFill>
            <a:ln>
              <a:noFill/>
            </a:ln>
          </p:spPr>
        </p:sp>
        <p:sp>
          <p:nvSpPr>
            <p:cNvPr id="15204" name="Heatmap cell r60 c117"/>
            <p:cNvSpPr/>
            <p:nvPr/>
          </p:nvSpPr>
          <p:spPr>
            <a:xfrm>
              <a:off x="2130619" y="1611695"/>
              <a:ext cx="19034" cy="26609"/>
            </a:xfrm>
            <a:prstGeom prst="rect">
              <a:avLst/>
            </a:prstGeom>
            <a:solidFill>
              <a:srgbClr val="E7EBF1"/>
            </a:solidFill>
            <a:ln>
              <a:noFill/>
            </a:ln>
          </p:spPr>
        </p:sp>
        <p:sp>
          <p:nvSpPr>
            <p:cNvPr id="15205" name="Heatmap cell r60 c118"/>
            <p:cNvSpPr/>
            <p:nvPr/>
          </p:nvSpPr>
          <p:spPr>
            <a:xfrm>
              <a:off x="2149558" y="1611695"/>
              <a:ext cx="17140" cy="26609"/>
            </a:xfrm>
            <a:prstGeom prst="rect">
              <a:avLst/>
            </a:prstGeom>
            <a:solidFill>
              <a:srgbClr val="C9D6E2"/>
            </a:solidFill>
            <a:ln>
              <a:noFill/>
            </a:ln>
          </p:spPr>
        </p:sp>
        <p:sp>
          <p:nvSpPr>
            <p:cNvPr id="15206" name="Heatmap cell r60 c119"/>
            <p:cNvSpPr/>
            <p:nvPr/>
          </p:nvSpPr>
          <p:spPr>
            <a:xfrm>
              <a:off x="2166603" y="1611695"/>
              <a:ext cx="19034" cy="26609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15207" name="Heatmap cell r60 c120"/>
            <p:cNvSpPr/>
            <p:nvPr/>
          </p:nvSpPr>
          <p:spPr>
            <a:xfrm>
              <a:off x="2185542" y="1611695"/>
              <a:ext cx="17140" cy="26609"/>
            </a:xfrm>
            <a:prstGeom prst="rect">
              <a:avLst/>
            </a:prstGeom>
            <a:solidFill>
              <a:srgbClr val="F9E8E9"/>
            </a:solidFill>
            <a:ln>
              <a:noFill/>
            </a:ln>
          </p:spPr>
        </p:sp>
        <p:sp>
          <p:nvSpPr>
            <p:cNvPr id="15208" name="Heatmap cell r60 c121"/>
            <p:cNvSpPr/>
            <p:nvPr/>
          </p:nvSpPr>
          <p:spPr>
            <a:xfrm>
              <a:off x="2202586" y="1611695"/>
              <a:ext cx="19034" cy="26609"/>
            </a:xfrm>
            <a:prstGeom prst="rect">
              <a:avLst/>
            </a:prstGeom>
            <a:solidFill>
              <a:srgbClr val="A8BCD1"/>
            </a:solidFill>
            <a:ln>
              <a:noFill/>
            </a:ln>
          </p:spPr>
        </p:sp>
        <p:sp>
          <p:nvSpPr>
            <p:cNvPr id="15209" name="Heatmap cell r60 c122"/>
            <p:cNvSpPr/>
            <p:nvPr/>
          </p:nvSpPr>
          <p:spPr>
            <a:xfrm>
              <a:off x="2221525" y="1611695"/>
              <a:ext cx="17140" cy="26609"/>
            </a:xfrm>
            <a:prstGeom prst="rect">
              <a:avLst/>
            </a:prstGeom>
            <a:solidFill>
              <a:srgbClr val="F7D9DB"/>
            </a:solidFill>
            <a:ln>
              <a:noFill/>
            </a:ln>
          </p:spPr>
        </p:sp>
        <p:sp>
          <p:nvSpPr>
            <p:cNvPr id="15210" name="Heatmap cell r60 c124"/>
            <p:cNvSpPr/>
            <p:nvPr/>
          </p:nvSpPr>
          <p:spPr>
            <a:xfrm>
              <a:off x="2257509" y="1611695"/>
              <a:ext cx="17140" cy="26609"/>
            </a:xfrm>
            <a:prstGeom prst="rect">
              <a:avLst/>
            </a:prstGeom>
            <a:solidFill>
              <a:srgbClr val="F7E2E4"/>
            </a:solidFill>
            <a:ln>
              <a:noFill/>
            </a:ln>
          </p:spPr>
        </p:sp>
        <p:sp>
          <p:nvSpPr>
            <p:cNvPr id="15211" name="Heatmap cell r60 c125"/>
            <p:cNvSpPr/>
            <p:nvPr/>
          </p:nvSpPr>
          <p:spPr>
            <a:xfrm>
              <a:off x="2274554" y="1611695"/>
              <a:ext cx="19034" cy="26609"/>
            </a:xfrm>
            <a:prstGeom prst="rect">
              <a:avLst/>
            </a:prstGeom>
            <a:solidFill>
              <a:srgbClr val="EFB5BA"/>
            </a:solidFill>
            <a:ln>
              <a:noFill/>
            </a:ln>
          </p:spPr>
        </p:sp>
        <p:sp>
          <p:nvSpPr>
            <p:cNvPr id="15212" name="Heatmap cell r60 c126"/>
            <p:cNvSpPr/>
            <p:nvPr/>
          </p:nvSpPr>
          <p:spPr>
            <a:xfrm>
              <a:off x="2293493" y="1611695"/>
              <a:ext cx="17140" cy="26609"/>
            </a:xfrm>
            <a:prstGeom prst="rect">
              <a:avLst/>
            </a:prstGeom>
            <a:solidFill>
              <a:srgbClr val="CDD9E3"/>
            </a:solidFill>
            <a:ln>
              <a:noFill/>
            </a:ln>
          </p:spPr>
        </p:sp>
        <p:sp>
          <p:nvSpPr>
            <p:cNvPr id="15213" name="Heatmap cell r60 c128"/>
            <p:cNvSpPr/>
            <p:nvPr/>
          </p:nvSpPr>
          <p:spPr>
            <a:xfrm>
              <a:off x="2329477" y="1611695"/>
              <a:ext cx="19034" cy="26609"/>
            </a:xfrm>
            <a:prstGeom prst="rect">
              <a:avLst/>
            </a:prstGeom>
            <a:solidFill>
              <a:srgbClr val="EFF3F7"/>
            </a:solidFill>
            <a:ln>
              <a:noFill/>
            </a:ln>
          </p:spPr>
        </p:sp>
        <p:sp>
          <p:nvSpPr>
            <p:cNvPr id="15214" name="Heatmap cell r60 c129"/>
            <p:cNvSpPr/>
            <p:nvPr/>
          </p:nvSpPr>
          <p:spPr>
            <a:xfrm>
              <a:off x="2348416" y="1611695"/>
              <a:ext cx="17140" cy="26609"/>
            </a:xfrm>
            <a:prstGeom prst="rect">
              <a:avLst/>
            </a:prstGeom>
            <a:solidFill>
              <a:srgbClr val="B4C5D6"/>
            </a:solidFill>
            <a:ln>
              <a:noFill/>
            </a:ln>
          </p:spPr>
        </p:sp>
        <p:sp>
          <p:nvSpPr>
            <p:cNvPr id="15215" name="Heatmap cell r60 c130"/>
            <p:cNvSpPr/>
            <p:nvPr/>
          </p:nvSpPr>
          <p:spPr>
            <a:xfrm>
              <a:off x="2365460" y="1611695"/>
              <a:ext cx="19034" cy="26609"/>
            </a:xfrm>
            <a:prstGeom prst="rect">
              <a:avLst/>
            </a:prstGeom>
            <a:solidFill>
              <a:srgbClr val="F3C9CE"/>
            </a:solidFill>
            <a:ln>
              <a:noFill/>
            </a:ln>
          </p:spPr>
        </p:sp>
        <p:sp>
          <p:nvSpPr>
            <p:cNvPr id="15216" name="Heatmap cell r60 c131"/>
            <p:cNvSpPr/>
            <p:nvPr/>
          </p:nvSpPr>
          <p:spPr>
            <a:xfrm>
              <a:off x="2384399" y="1611695"/>
              <a:ext cx="17140" cy="26609"/>
            </a:xfrm>
            <a:prstGeom prst="rect">
              <a:avLst/>
            </a:prstGeom>
            <a:solidFill>
              <a:srgbClr val="FAEEEF"/>
            </a:solidFill>
            <a:ln>
              <a:noFill/>
            </a:ln>
          </p:spPr>
        </p:sp>
        <p:sp>
          <p:nvSpPr>
            <p:cNvPr id="15217" name="Heatmap cell r60 c132"/>
            <p:cNvSpPr/>
            <p:nvPr/>
          </p:nvSpPr>
          <p:spPr>
            <a:xfrm>
              <a:off x="2401444" y="1611695"/>
              <a:ext cx="19034" cy="26609"/>
            </a:xfrm>
            <a:prstGeom prst="rect">
              <a:avLst/>
            </a:prstGeom>
            <a:solidFill>
              <a:srgbClr val="DBE3EB"/>
            </a:solidFill>
            <a:ln>
              <a:noFill/>
            </a:ln>
          </p:spPr>
        </p:sp>
        <p:sp>
          <p:nvSpPr>
            <p:cNvPr id="15218" name="Heatmap cell r60 c133"/>
            <p:cNvSpPr/>
            <p:nvPr/>
          </p:nvSpPr>
          <p:spPr>
            <a:xfrm>
              <a:off x="2420383" y="1611695"/>
              <a:ext cx="17140" cy="26609"/>
            </a:xfrm>
            <a:prstGeom prst="rect">
              <a:avLst/>
            </a:prstGeom>
            <a:solidFill>
              <a:srgbClr val="E3EAF0"/>
            </a:solidFill>
            <a:ln>
              <a:noFill/>
            </a:ln>
          </p:spPr>
        </p:sp>
        <p:sp>
          <p:nvSpPr>
            <p:cNvPr id="15219" name="Heatmap cell r60 c134"/>
            <p:cNvSpPr/>
            <p:nvPr/>
          </p:nvSpPr>
          <p:spPr>
            <a:xfrm>
              <a:off x="2437428" y="1611695"/>
              <a:ext cx="19034" cy="26609"/>
            </a:xfrm>
            <a:prstGeom prst="rect">
              <a:avLst/>
            </a:prstGeom>
            <a:solidFill>
              <a:srgbClr val="F0F4F7"/>
            </a:solidFill>
            <a:ln>
              <a:noFill/>
            </a:ln>
          </p:spPr>
        </p:sp>
        <p:sp>
          <p:nvSpPr>
            <p:cNvPr id="15220" name="Heatmap cell r60 c135"/>
            <p:cNvSpPr/>
            <p:nvPr/>
          </p:nvSpPr>
          <p:spPr>
            <a:xfrm>
              <a:off x="2456367" y="1611695"/>
              <a:ext cx="17140" cy="26609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15221" name="Heatmap cell r60 c136"/>
            <p:cNvSpPr/>
            <p:nvPr/>
          </p:nvSpPr>
          <p:spPr>
            <a:xfrm>
              <a:off x="2473412" y="1611695"/>
              <a:ext cx="19034" cy="26609"/>
            </a:xfrm>
            <a:prstGeom prst="rect">
              <a:avLst/>
            </a:prstGeom>
            <a:solidFill>
              <a:srgbClr val="ACC0D3"/>
            </a:solidFill>
            <a:ln>
              <a:noFill/>
            </a:ln>
          </p:spPr>
        </p:sp>
        <p:sp>
          <p:nvSpPr>
            <p:cNvPr id="15222" name="Heatmap cell r60 c137"/>
            <p:cNvSpPr/>
            <p:nvPr/>
          </p:nvSpPr>
          <p:spPr>
            <a:xfrm>
              <a:off x="2492351" y="1611695"/>
              <a:ext cx="17140" cy="26609"/>
            </a:xfrm>
            <a:prstGeom prst="rect">
              <a:avLst/>
            </a:prstGeom>
            <a:solidFill>
              <a:srgbClr val="EDAEB5"/>
            </a:solidFill>
            <a:ln>
              <a:noFill/>
            </a:ln>
          </p:spPr>
        </p:sp>
        <p:sp>
          <p:nvSpPr>
            <p:cNvPr id="15223" name="Heatmap cell r60 c138"/>
            <p:cNvSpPr/>
            <p:nvPr/>
          </p:nvSpPr>
          <p:spPr>
            <a:xfrm>
              <a:off x="2509396" y="1611695"/>
              <a:ext cx="19034" cy="26609"/>
            </a:xfrm>
            <a:prstGeom prst="rect">
              <a:avLst/>
            </a:prstGeom>
            <a:solidFill>
              <a:srgbClr val="E7EBF1"/>
            </a:solidFill>
            <a:ln>
              <a:noFill/>
            </a:ln>
          </p:spPr>
        </p:sp>
        <p:sp>
          <p:nvSpPr>
            <p:cNvPr id="15224" name="Heatmap cell r60 c139"/>
            <p:cNvSpPr/>
            <p:nvPr/>
          </p:nvSpPr>
          <p:spPr>
            <a:xfrm>
              <a:off x="2528334" y="1611695"/>
              <a:ext cx="17140" cy="26609"/>
            </a:xfrm>
            <a:prstGeom prst="rect">
              <a:avLst/>
            </a:prstGeom>
            <a:solidFill>
              <a:srgbClr val="F1BEC3"/>
            </a:solidFill>
            <a:ln>
              <a:noFill/>
            </a:ln>
          </p:spPr>
        </p:sp>
        <p:sp>
          <p:nvSpPr>
            <p:cNvPr id="15225" name="Heatmap cell r60 c140"/>
            <p:cNvSpPr/>
            <p:nvPr/>
          </p:nvSpPr>
          <p:spPr>
            <a:xfrm>
              <a:off x="2545379" y="1611695"/>
              <a:ext cx="19034" cy="26609"/>
            </a:xfrm>
            <a:prstGeom prst="rect">
              <a:avLst/>
            </a:prstGeom>
            <a:solidFill>
              <a:srgbClr val="F6D5D9"/>
            </a:solidFill>
            <a:ln>
              <a:noFill/>
            </a:ln>
          </p:spPr>
        </p:sp>
        <p:sp>
          <p:nvSpPr>
            <p:cNvPr id="15226" name="Heatmap cell r60 c141"/>
            <p:cNvSpPr/>
            <p:nvPr/>
          </p:nvSpPr>
          <p:spPr>
            <a:xfrm>
              <a:off x="2564318" y="1611695"/>
              <a:ext cx="19034" cy="26609"/>
            </a:xfrm>
            <a:prstGeom prst="rect">
              <a:avLst/>
            </a:prstGeom>
            <a:solidFill>
              <a:srgbClr val="FDF9FA"/>
            </a:solidFill>
            <a:ln>
              <a:noFill/>
            </a:ln>
          </p:spPr>
        </p:sp>
        <p:sp>
          <p:nvSpPr>
            <p:cNvPr id="15227" name="Heatmap cell r60 c142"/>
            <p:cNvSpPr/>
            <p:nvPr/>
          </p:nvSpPr>
          <p:spPr>
            <a:xfrm>
              <a:off x="2583257" y="1611695"/>
              <a:ext cx="17140" cy="26609"/>
            </a:xfrm>
            <a:prstGeom prst="rect">
              <a:avLst/>
            </a:prstGeom>
            <a:solidFill>
              <a:srgbClr val="FAECEC"/>
            </a:solidFill>
            <a:ln>
              <a:noFill/>
            </a:ln>
          </p:spPr>
        </p:sp>
        <p:sp>
          <p:nvSpPr>
            <p:cNvPr id="15228" name="Heatmap cell r60 c143"/>
            <p:cNvSpPr/>
            <p:nvPr/>
          </p:nvSpPr>
          <p:spPr>
            <a:xfrm>
              <a:off x="2600302" y="1611695"/>
              <a:ext cx="19034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15229" name="Heatmap cell r60 c144"/>
            <p:cNvSpPr/>
            <p:nvPr/>
          </p:nvSpPr>
          <p:spPr>
            <a:xfrm>
              <a:off x="2619241" y="1611695"/>
              <a:ext cx="17140" cy="26609"/>
            </a:xfrm>
            <a:prstGeom prst="rect">
              <a:avLst/>
            </a:prstGeom>
            <a:solidFill>
              <a:srgbClr val="EFB6BA"/>
            </a:solidFill>
            <a:ln>
              <a:noFill/>
            </a:ln>
          </p:spPr>
        </p:sp>
        <p:sp>
          <p:nvSpPr>
            <p:cNvPr id="15230" name="Heatmap cell r60 c145"/>
            <p:cNvSpPr/>
            <p:nvPr/>
          </p:nvSpPr>
          <p:spPr>
            <a:xfrm>
              <a:off x="2636286" y="1611695"/>
              <a:ext cx="19034" cy="26609"/>
            </a:xfrm>
            <a:prstGeom prst="rect">
              <a:avLst/>
            </a:prstGeom>
            <a:solidFill>
              <a:srgbClr val="DDE4EC"/>
            </a:solidFill>
            <a:ln>
              <a:noFill/>
            </a:ln>
          </p:spPr>
        </p:sp>
        <p:sp>
          <p:nvSpPr>
            <p:cNvPr id="15231" name="Heatmap cell r60 c146"/>
            <p:cNvSpPr/>
            <p:nvPr/>
          </p:nvSpPr>
          <p:spPr>
            <a:xfrm>
              <a:off x="2655225" y="1611695"/>
              <a:ext cx="17140" cy="26609"/>
            </a:xfrm>
            <a:prstGeom prst="rect">
              <a:avLst/>
            </a:prstGeom>
            <a:solidFill>
              <a:srgbClr val="F3C9CE"/>
            </a:solidFill>
            <a:ln>
              <a:noFill/>
            </a:ln>
          </p:spPr>
        </p:sp>
        <p:sp>
          <p:nvSpPr>
            <p:cNvPr id="15232" name="Heatmap cell r60 c147"/>
            <p:cNvSpPr/>
            <p:nvPr/>
          </p:nvSpPr>
          <p:spPr>
            <a:xfrm>
              <a:off x="2672270" y="1611695"/>
              <a:ext cx="19034" cy="26609"/>
            </a:xfrm>
            <a:prstGeom prst="rect">
              <a:avLst/>
            </a:prstGeom>
            <a:solidFill>
              <a:srgbClr val="F5F7F9"/>
            </a:solidFill>
            <a:ln>
              <a:noFill/>
            </a:ln>
          </p:spPr>
        </p:sp>
        <p:sp>
          <p:nvSpPr>
            <p:cNvPr id="15233" name="Heatmap cell r60 c148"/>
            <p:cNvSpPr/>
            <p:nvPr/>
          </p:nvSpPr>
          <p:spPr>
            <a:xfrm>
              <a:off x="2691208" y="1611695"/>
              <a:ext cx="17140" cy="26609"/>
            </a:xfrm>
            <a:prstGeom prst="rect">
              <a:avLst/>
            </a:prstGeom>
            <a:solidFill>
              <a:srgbClr val="FAEBED"/>
            </a:solidFill>
            <a:ln>
              <a:noFill/>
            </a:ln>
          </p:spPr>
        </p:sp>
        <p:sp>
          <p:nvSpPr>
            <p:cNvPr id="15234" name="Heatmap cell r60 c149"/>
            <p:cNvSpPr/>
            <p:nvPr/>
          </p:nvSpPr>
          <p:spPr>
            <a:xfrm>
              <a:off x="2708253" y="1611695"/>
              <a:ext cx="19034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15235" name="Heatmap cell r60 c150"/>
            <p:cNvSpPr/>
            <p:nvPr/>
          </p:nvSpPr>
          <p:spPr>
            <a:xfrm>
              <a:off x="2727192" y="1611695"/>
              <a:ext cx="17140" cy="26609"/>
            </a:xfrm>
            <a:prstGeom prst="rect">
              <a:avLst/>
            </a:prstGeom>
            <a:solidFill>
              <a:srgbClr val="F1C3C8"/>
            </a:solidFill>
            <a:ln>
              <a:noFill/>
            </a:ln>
          </p:spPr>
        </p:sp>
        <p:sp>
          <p:nvSpPr>
            <p:cNvPr id="15236" name="Heatmap cell r60 c151"/>
            <p:cNvSpPr/>
            <p:nvPr/>
          </p:nvSpPr>
          <p:spPr>
            <a:xfrm>
              <a:off x="2744237" y="1611695"/>
              <a:ext cx="19034" cy="26609"/>
            </a:xfrm>
            <a:prstGeom prst="rect">
              <a:avLst/>
            </a:prstGeom>
            <a:solidFill>
              <a:srgbClr val="B1C4D5"/>
            </a:solidFill>
            <a:ln>
              <a:noFill/>
            </a:ln>
          </p:spPr>
        </p:sp>
        <p:sp>
          <p:nvSpPr>
            <p:cNvPr id="15237" name="Heatmap cell r60 c152"/>
            <p:cNvSpPr/>
            <p:nvPr/>
          </p:nvSpPr>
          <p:spPr>
            <a:xfrm>
              <a:off x="2763176" y="1611695"/>
              <a:ext cx="17140" cy="26609"/>
            </a:xfrm>
            <a:prstGeom prst="rect">
              <a:avLst/>
            </a:prstGeom>
            <a:solidFill>
              <a:srgbClr val="E2EAEF"/>
            </a:solidFill>
            <a:ln>
              <a:noFill/>
            </a:ln>
          </p:spPr>
        </p:sp>
        <p:sp>
          <p:nvSpPr>
            <p:cNvPr id="15238" name="Heatmap cell r60 c153"/>
            <p:cNvSpPr/>
            <p:nvPr/>
          </p:nvSpPr>
          <p:spPr>
            <a:xfrm>
              <a:off x="2780221" y="1611695"/>
              <a:ext cx="19034" cy="26609"/>
            </a:xfrm>
            <a:prstGeom prst="rect">
              <a:avLst/>
            </a:prstGeom>
            <a:solidFill>
              <a:srgbClr val="F8E3E6"/>
            </a:solidFill>
            <a:ln>
              <a:noFill/>
            </a:ln>
          </p:spPr>
        </p:sp>
        <p:sp>
          <p:nvSpPr>
            <p:cNvPr id="15239" name="Heatmap cell r60 c154"/>
            <p:cNvSpPr/>
            <p:nvPr/>
          </p:nvSpPr>
          <p:spPr>
            <a:xfrm>
              <a:off x="2799160" y="1611695"/>
              <a:ext cx="17140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15240" name="Heatmap cell r60 c155"/>
            <p:cNvSpPr/>
            <p:nvPr/>
          </p:nvSpPr>
          <p:spPr>
            <a:xfrm>
              <a:off x="2816205" y="1611695"/>
              <a:ext cx="19034" cy="26609"/>
            </a:xfrm>
            <a:prstGeom prst="rect">
              <a:avLst/>
            </a:prstGeom>
            <a:solidFill>
              <a:srgbClr val="E9EEF4"/>
            </a:solidFill>
            <a:ln>
              <a:noFill/>
            </a:ln>
          </p:spPr>
        </p:sp>
        <p:sp>
          <p:nvSpPr>
            <p:cNvPr id="15241" name="Heatmap cell r60 c156"/>
            <p:cNvSpPr/>
            <p:nvPr/>
          </p:nvSpPr>
          <p:spPr>
            <a:xfrm>
              <a:off x="2835144" y="1611695"/>
              <a:ext cx="19034" cy="26609"/>
            </a:xfrm>
            <a:prstGeom prst="rect">
              <a:avLst/>
            </a:prstGeom>
            <a:solidFill>
              <a:srgbClr val="9CB4CA"/>
            </a:solidFill>
            <a:ln>
              <a:noFill/>
            </a:ln>
          </p:spPr>
        </p:sp>
        <p:sp>
          <p:nvSpPr>
            <p:cNvPr id="15242" name="Heatmap cell r60 c157"/>
            <p:cNvSpPr/>
            <p:nvPr/>
          </p:nvSpPr>
          <p:spPr>
            <a:xfrm>
              <a:off x="2854082" y="1611695"/>
              <a:ext cx="17140" cy="26609"/>
            </a:xfrm>
            <a:prstGeom prst="rect">
              <a:avLst/>
            </a:prstGeom>
            <a:solidFill>
              <a:srgbClr val="FAECEC"/>
            </a:solidFill>
            <a:ln>
              <a:noFill/>
            </a:ln>
          </p:spPr>
        </p:sp>
        <p:sp>
          <p:nvSpPr>
            <p:cNvPr id="15243" name="Heatmap cell r60 c158"/>
            <p:cNvSpPr/>
            <p:nvPr/>
          </p:nvSpPr>
          <p:spPr>
            <a:xfrm>
              <a:off x="2871127" y="1611695"/>
              <a:ext cx="19034" cy="26609"/>
            </a:xfrm>
            <a:prstGeom prst="rect">
              <a:avLst/>
            </a:prstGeom>
            <a:solidFill>
              <a:srgbClr val="D2DDE7"/>
            </a:solidFill>
            <a:ln>
              <a:noFill/>
            </a:ln>
          </p:spPr>
        </p:sp>
        <p:sp>
          <p:nvSpPr>
            <p:cNvPr id="15244" name="Heatmap cell r60 c159"/>
            <p:cNvSpPr/>
            <p:nvPr/>
          </p:nvSpPr>
          <p:spPr>
            <a:xfrm>
              <a:off x="2890066" y="1611695"/>
              <a:ext cx="17140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15245" name="Heatmap cell r60 c160"/>
            <p:cNvSpPr/>
            <p:nvPr/>
          </p:nvSpPr>
          <p:spPr>
            <a:xfrm>
              <a:off x="2907111" y="1611695"/>
              <a:ext cx="19034" cy="26609"/>
            </a:xfrm>
            <a:prstGeom prst="rect">
              <a:avLst/>
            </a:prstGeom>
            <a:solidFill>
              <a:srgbClr val="BBCCDC"/>
            </a:solidFill>
            <a:ln>
              <a:noFill/>
            </a:ln>
          </p:spPr>
        </p:sp>
        <p:sp>
          <p:nvSpPr>
            <p:cNvPr id="15246" name="Heatmap cell r60 c161"/>
            <p:cNvSpPr/>
            <p:nvPr/>
          </p:nvSpPr>
          <p:spPr>
            <a:xfrm>
              <a:off x="2926050" y="1611695"/>
              <a:ext cx="17140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15247" name="Heatmap cell r60 c162"/>
            <p:cNvSpPr/>
            <p:nvPr/>
          </p:nvSpPr>
          <p:spPr>
            <a:xfrm>
              <a:off x="2943095" y="1611695"/>
              <a:ext cx="19034" cy="26609"/>
            </a:xfrm>
            <a:prstGeom prst="rect">
              <a:avLst/>
            </a:prstGeom>
            <a:solidFill>
              <a:srgbClr val="F7D7DB"/>
            </a:solidFill>
            <a:ln>
              <a:noFill/>
            </a:ln>
          </p:spPr>
        </p:sp>
        <p:sp>
          <p:nvSpPr>
            <p:cNvPr id="15248" name="Heatmap cell r60 c163"/>
            <p:cNvSpPr/>
            <p:nvPr/>
          </p:nvSpPr>
          <p:spPr>
            <a:xfrm>
              <a:off x="2962034" y="1611695"/>
              <a:ext cx="17140" cy="26609"/>
            </a:xfrm>
            <a:prstGeom prst="rect">
              <a:avLst/>
            </a:prstGeom>
            <a:solidFill>
              <a:srgbClr val="F8DBDD"/>
            </a:solidFill>
            <a:ln>
              <a:noFill/>
            </a:ln>
          </p:spPr>
        </p:sp>
        <p:sp>
          <p:nvSpPr>
            <p:cNvPr id="15249" name="Heatmap cell r60 c164"/>
            <p:cNvSpPr/>
            <p:nvPr/>
          </p:nvSpPr>
          <p:spPr>
            <a:xfrm>
              <a:off x="2979079" y="1611695"/>
              <a:ext cx="19034" cy="26609"/>
            </a:xfrm>
            <a:prstGeom prst="rect">
              <a:avLst/>
            </a:prstGeom>
            <a:solidFill>
              <a:srgbClr val="F8DBDD"/>
            </a:solidFill>
            <a:ln>
              <a:noFill/>
            </a:ln>
          </p:spPr>
        </p:sp>
        <p:sp>
          <p:nvSpPr>
            <p:cNvPr id="15250" name="Heatmap cell r60 c165"/>
            <p:cNvSpPr/>
            <p:nvPr/>
          </p:nvSpPr>
          <p:spPr>
            <a:xfrm>
              <a:off x="2998018" y="1611695"/>
              <a:ext cx="17140" cy="26609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15251" name="Heatmap cell r60 c166"/>
            <p:cNvSpPr/>
            <p:nvPr/>
          </p:nvSpPr>
          <p:spPr>
            <a:xfrm>
              <a:off x="3015062" y="1611695"/>
              <a:ext cx="19034" cy="26609"/>
            </a:xfrm>
            <a:prstGeom prst="rect">
              <a:avLst/>
            </a:prstGeom>
            <a:solidFill>
              <a:srgbClr val="F7D9DB"/>
            </a:solidFill>
            <a:ln>
              <a:noFill/>
            </a:ln>
          </p:spPr>
        </p:sp>
        <p:sp>
          <p:nvSpPr>
            <p:cNvPr id="15252" name="Heatmap cell r60 c167"/>
            <p:cNvSpPr/>
            <p:nvPr/>
          </p:nvSpPr>
          <p:spPr>
            <a:xfrm>
              <a:off x="3034001" y="1611695"/>
              <a:ext cx="17140" cy="26609"/>
            </a:xfrm>
            <a:prstGeom prst="rect">
              <a:avLst/>
            </a:prstGeom>
            <a:solidFill>
              <a:srgbClr val="F8E9EA"/>
            </a:solidFill>
            <a:ln>
              <a:noFill/>
            </a:ln>
          </p:spPr>
        </p:sp>
        <p:sp>
          <p:nvSpPr>
            <p:cNvPr id="15253" name="Heatmap cell r60 c169"/>
            <p:cNvSpPr/>
            <p:nvPr/>
          </p:nvSpPr>
          <p:spPr>
            <a:xfrm>
              <a:off x="3069985" y="1611695"/>
              <a:ext cx="19034" cy="26609"/>
            </a:xfrm>
            <a:prstGeom prst="rect">
              <a:avLst/>
            </a:prstGeom>
            <a:solidFill>
              <a:srgbClr val="F1C3C8"/>
            </a:solidFill>
            <a:ln>
              <a:noFill/>
            </a:ln>
          </p:spPr>
        </p:sp>
        <p:sp>
          <p:nvSpPr>
            <p:cNvPr id="15254" name="Heatmap cell r60 c170"/>
            <p:cNvSpPr/>
            <p:nvPr/>
          </p:nvSpPr>
          <p:spPr>
            <a:xfrm>
              <a:off x="3088924" y="1611695"/>
              <a:ext cx="17140" cy="26609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15255" name="Heatmap cell r60 c171"/>
            <p:cNvSpPr/>
            <p:nvPr/>
          </p:nvSpPr>
          <p:spPr>
            <a:xfrm>
              <a:off x="3105969" y="1611695"/>
              <a:ext cx="19034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15256" name="Heatmap cell r60 c172"/>
            <p:cNvSpPr/>
            <p:nvPr/>
          </p:nvSpPr>
          <p:spPr>
            <a:xfrm>
              <a:off x="3124908" y="1611695"/>
              <a:ext cx="17140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15257" name="Heatmap cell r60 c173"/>
            <p:cNvSpPr/>
            <p:nvPr/>
          </p:nvSpPr>
          <p:spPr>
            <a:xfrm>
              <a:off x="3141953" y="1611695"/>
              <a:ext cx="19034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15258" name="Heatmap cell r60 c174"/>
            <p:cNvSpPr/>
            <p:nvPr/>
          </p:nvSpPr>
          <p:spPr>
            <a:xfrm>
              <a:off x="3160892" y="1611695"/>
              <a:ext cx="17140" cy="26609"/>
            </a:xfrm>
            <a:prstGeom prst="rect">
              <a:avLst/>
            </a:prstGeom>
            <a:solidFill>
              <a:srgbClr val="EBF0F6"/>
            </a:solidFill>
            <a:ln>
              <a:noFill/>
            </a:ln>
          </p:spPr>
        </p:sp>
        <p:sp>
          <p:nvSpPr>
            <p:cNvPr id="15259" name="Heatmap cell r60 c175"/>
            <p:cNvSpPr/>
            <p:nvPr/>
          </p:nvSpPr>
          <p:spPr>
            <a:xfrm>
              <a:off x="3177936" y="1611695"/>
              <a:ext cx="19034" cy="26609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15260" name="Heatmap cell r60 c176"/>
            <p:cNvSpPr/>
            <p:nvPr/>
          </p:nvSpPr>
          <p:spPr>
            <a:xfrm>
              <a:off x="3196875" y="1611695"/>
              <a:ext cx="17140" cy="26609"/>
            </a:xfrm>
            <a:prstGeom prst="rect">
              <a:avLst/>
            </a:prstGeom>
            <a:solidFill>
              <a:srgbClr val="D7E1EB"/>
            </a:solidFill>
            <a:ln>
              <a:noFill/>
            </a:ln>
          </p:spPr>
        </p:sp>
        <p:sp>
          <p:nvSpPr>
            <p:cNvPr id="15261" name="Heatmap cell r60 c177"/>
            <p:cNvSpPr/>
            <p:nvPr/>
          </p:nvSpPr>
          <p:spPr>
            <a:xfrm>
              <a:off x="3213920" y="1611695"/>
              <a:ext cx="19034" cy="26609"/>
            </a:xfrm>
            <a:prstGeom prst="rect">
              <a:avLst/>
            </a:prstGeom>
            <a:solidFill>
              <a:srgbClr val="F3C9CE"/>
            </a:solidFill>
            <a:ln>
              <a:noFill/>
            </a:ln>
          </p:spPr>
        </p:sp>
        <p:sp>
          <p:nvSpPr>
            <p:cNvPr id="15262" name="Heatmap cell r60 c179"/>
            <p:cNvSpPr/>
            <p:nvPr/>
          </p:nvSpPr>
          <p:spPr>
            <a:xfrm>
              <a:off x="3249904" y="1611695"/>
              <a:ext cx="19034" cy="26609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15263" name="Heatmap cell r60 c180"/>
            <p:cNvSpPr/>
            <p:nvPr/>
          </p:nvSpPr>
          <p:spPr>
            <a:xfrm>
              <a:off x="3268843" y="1611695"/>
              <a:ext cx="17140" cy="26609"/>
            </a:xfrm>
            <a:prstGeom prst="rect">
              <a:avLst/>
            </a:prstGeom>
            <a:solidFill>
              <a:srgbClr val="F0BDC2"/>
            </a:solidFill>
            <a:ln>
              <a:noFill/>
            </a:ln>
          </p:spPr>
        </p:sp>
        <p:sp>
          <p:nvSpPr>
            <p:cNvPr id="15264" name="Heatmap cell r60 c181"/>
            <p:cNvSpPr/>
            <p:nvPr/>
          </p:nvSpPr>
          <p:spPr>
            <a:xfrm>
              <a:off x="3285888" y="1611695"/>
              <a:ext cx="19034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15265" name="Heatmap cell r60 c182"/>
            <p:cNvSpPr/>
            <p:nvPr/>
          </p:nvSpPr>
          <p:spPr>
            <a:xfrm>
              <a:off x="3304827" y="1611695"/>
              <a:ext cx="19034" cy="26609"/>
            </a:xfrm>
            <a:prstGeom prst="rect">
              <a:avLst/>
            </a:prstGeom>
            <a:solidFill>
              <a:srgbClr val="F8DEE0"/>
            </a:solidFill>
            <a:ln>
              <a:noFill/>
            </a:ln>
          </p:spPr>
        </p:sp>
        <p:sp>
          <p:nvSpPr>
            <p:cNvPr id="15266" name="Heatmap cell r60 c183"/>
            <p:cNvSpPr/>
            <p:nvPr/>
          </p:nvSpPr>
          <p:spPr>
            <a:xfrm>
              <a:off x="3323765" y="1611695"/>
              <a:ext cx="17140" cy="26609"/>
            </a:xfrm>
            <a:prstGeom prst="rect">
              <a:avLst/>
            </a:prstGeom>
            <a:solidFill>
              <a:srgbClr val="F6D6DA"/>
            </a:solidFill>
            <a:ln>
              <a:noFill/>
            </a:ln>
          </p:spPr>
        </p:sp>
        <p:sp>
          <p:nvSpPr>
            <p:cNvPr id="15267" name="Heatmap cell r60 c184"/>
            <p:cNvSpPr/>
            <p:nvPr/>
          </p:nvSpPr>
          <p:spPr>
            <a:xfrm>
              <a:off x="3340810" y="1611695"/>
              <a:ext cx="19034" cy="26609"/>
            </a:xfrm>
            <a:prstGeom prst="rect">
              <a:avLst/>
            </a:prstGeom>
            <a:solidFill>
              <a:srgbClr val="EAEEF4"/>
            </a:solidFill>
            <a:ln>
              <a:noFill/>
            </a:ln>
          </p:spPr>
        </p:sp>
        <p:sp>
          <p:nvSpPr>
            <p:cNvPr id="15268" name="Heatmap cell r60 c185"/>
            <p:cNvSpPr/>
            <p:nvPr/>
          </p:nvSpPr>
          <p:spPr>
            <a:xfrm>
              <a:off x="3359749" y="1611695"/>
              <a:ext cx="17140" cy="26609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15269" name="Heatmap cell r60 c186"/>
            <p:cNvSpPr/>
            <p:nvPr/>
          </p:nvSpPr>
          <p:spPr>
            <a:xfrm>
              <a:off x="3376794" y="1611695"/>
              <a:ext cx="19034" cy="26609"/>
            </a:xfrm>
            <a:prstGeom prst="rect">
              <a:avLst/>
            </a:prstGeom>
            <a:solidFill>
              <a:srgbClr val="F7D7DB"/>
            </a:solidFill>
            <a:ln>
              <a:noFill/>
            </a:ln>
          </p:spPr>
        </p:sp>
        <p:sp>
          <p:nvSpPr>
            <p:cNvPr id="15270" name="Heatmap cell r60 c187"/>
            <p:cNvSpPr/>
            <p:nvPr/>
          </p:nvSpPr>
          <p:spPr>
            <a:xfrm>
              <a:off x="3395733" y="1611695"/>
              <a:ext cx="17140" cy="26609"/>
            </a:xfrm>
            <a:prstGeom prst="rect">
              <a:avLst/>
            </a:prstGeom>
            <a:solidFill>
              <a:srgbClr val="F8DBDD"/>
            </a:solidFill>
            <a:ln>
              <a:noFill/>
            </a:ln>
          </p:spPr>
        </p:sp>
        <p:sp>
          <p:nvSpPr>
            <p:cNvPr id="15271" name="Heatmap cell r60 c188"/>
            <p:cNvSpPr/>
            <p:nvPr/>
          </p:nvSpPr>
          <p:spPr>
            <a:xfrm>
              <a:off x="3412778" y="1611695"/>
              <a:ext cx="19034" cy="26609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15272" name="Heatmap cell r60 c189"/>
            <p:cNvSpPr/>
            <p:nvPr/>
          </p:nvSpPr>
          <p:spPr>
            <a:xfrm>
              <a:off x="3431717" y="1611695"/>
              <a:ext cx="17140" cy="26609"/>
            </a:xfrm>
            <a:prstGeom prst="rect">
              <a:avLst/>
            </a:prstGeom>
            <a:solidFill>
              <a:srgbClr val="F8E6E8"/>
            </a:solidFill>
            <a:ln>
              <a:noFill/>
            </a:ln>
          </p:spPr>
        </p:sp>
        <p:sp>
          <p:nvSpPr>
            <p:cNvPr id="15273" name="Heatmap cell r60 c190"/>
            <p:cNvSpPr/>
            <p:nvPr/>
          </p:nvSpPr>
          <p:spPr>
            <a:xfrm>
              <a:off x="3448762" y="1611695"/>
              <a:ext cx="19034" cy="26609"/>
            </a:xfrm>
            <a:prstGeom prst="rect">
              <a:avLst/>
            </a:prstGeom>
            <a:solidFill>
              <a:srgbClr val="F8E4E7"/>
            </a:solidFill>
            <a:ln>
              <a:noFill/>
            </a:ln>
          </p:spPr>
        </p:sp>
        <p:sp>
          <p:nvSpPr>
            <p:cNvPr id="15274" name="Heatmap cell r60 c191"/>
            <p:cNvSpPr/>
            <p:nvPr/>
          </p:nvSpPr>
          <p:spPr>
            <a:xfrm>
              <a:off x="3467701" y="1611695"/>
              <a:ext cx="17140" cy="26609"/>
            </a:xfrm>
            <a:prstGeom prst="rect">
              <a:avLst/>
            </a:prstGeom>
            <a:solidFill>
              <a:srgbClr val="F9E7E8"/>
            </a:solidFill>
            <a:ln>
              <a:noFill/>
            </a:ln>
          </p:spPr>
        </p:sp>
        <p:sp>
          <p:nvSpPr>
            <p:cNvPr id="15275" name="Heatmap cell r60 c192"/>
            <p:cNvSpPr/>
            <p:nvPr/>
          </p:nvSpPr>
          <p:spPr>
            <a:xfrm>
              <a:off x="3484746" y="1611695"/>
              <a:ext cx="19034" cy="26609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15276" name="Heatmap cell r60 c193"/>
            <p:cNvSpPr/>
            <p:nvPr/>
          </p:nvSpPr>
          <p:spPr>
            <a:xfrm>
              <a:off x="3503684" y="1611695"/>
              <a:ext cx="17140" cy="26609"/>
            </a:xfrm>
            <a:prstGeom prst="rect">
              <a:avLst/>
            </a:prstGeom>
            <a:solidFill>
              <a:srgbClr val="F1C0C4"/>
            </a:solidFill>
            <a:ln>
              <a:noFill/>
            </a:ln>
          </p:spPr>
        </p:sp>
        <p:sp>
          <p:nvSpPr>
            <p:cNvPr id="15277" name="Heatmap cell r60 c194"/>
            <p:cNvSpPr/>
            <p:nvPr/>
          </p:nvSpPr>
          <p:spPr>
            <a:xfrm>
              <a:off x="3520729" y="1611695"/>
              <a:ext cx="19034" cy="26609"/>
            </a:xfrm>
            <a:prstGeom prst="rect">
              <a:avLst/>
            </a:prstGeom>
            <a:solidFill>
              <a:srgbClr val="F9E7E8"/>
            </a:solidFill>
            <a:ln>
              <a:noFill/>
            </a:ln>
          </p:spPr>
        </p:sp>
        <p:sp>
          <p:nvSpPr>
            <p:cNvPr id="15278" name="Heatmap cell r60 c195"/>
            <p:cNvSpPr/>
            <p:nvPr/>
          </p:nvSpPr>
          <p:spPr>
            <a:xfrm>
              <a:off x="3539668" y="1611695"/>
              <a:ext cx="19034" cy="26609"/>
            </a:xfrm>
            <a:prstGeom prst="rect">
              <a:avLst/>
            </a:prstGeom>
            <a:solidFill>
              <a:srgbClr val="F4CCD1"/>
            </a:solidFill>
            <a:ln>
              <a:noFill/>
            </a:ln>
          </p:spPr>
        </p:sp>
        <p:sp>
          <p:nvSpPr>
            <p:cNvPr id="15279" name="Heatmap cell r60 c196"/>
            <p:cNvSpPr/>
            <p:nvPr/>
          </p:nvSpPr>
          <p:spPr>
            <a:xfrm>
              <a:off x="3558607" y="1611695"/>
              <a:ext cx="17140" cy="26609"/>
            </a:xfrm>
            <a:prstGeom prst="rect">
              <a:avLst/>
            </a:prstGeom>
            <a:solidFill>
              <a:srgbClr val="DFE6ED"/>
            </a:solidFill>
            <a:ln>
              <a:noFill/>
            </a:ln>
          </p:spPr>
        </p:sp>
        <p:sp>
          <p:nvSpPr>
            <p:cNvPr id="15280" name="Heatmap cell r60 c197"/>
            <p:cNvSpPr/>
            <p:nvPr/>
          </p:nvSpPr>
          <p:spPr>
            <a:xfrm>
              <a:off x="3575652" y="1611695"/>
              <a:ext cx="19034" cy="26609"/>
            </a:xfrm>
            <a:prstGeom prst="rect">
              <a:avLst/>
            </a:prstGeom>
            <a:solidFill>
              <a:srgbClr val="EFB4B9"/>
            </a:solidFill>
            <a:ln>
              <a:noFill/>
            </a:ln>
          </p:spPr>
        </p:sp>
        <p:sp>
          <p:nvSpPr>
            <p:cNvPr id="15281" name="Heatmap cell r60 c198"/>
            <p:cNvSpPr/>
            <p:nvPr/>
          </p:nvSpPr>
          <p:spPr>
            <a:xfrm>
              <a:off x="3594591" y="1611695"/>
              <a:ext cx="17140" cy="26609"/>
            </a:xfrm>
            <a:prstGeom prst="rect">
              <a:avLst/>
            </a:prstGeom>
            <a:solidFill>
              <a:srgbClr val="EFB7BB"/>
            </a:solidFill>
            <a:ln>
              <a:noFill/>
            </a:ln>
          </p:spPr>
        </p:sp>
        <p:sp>
          <p:nvSpPr>
            <p:cNvPr id="15282" name="Heatmap cell r60 c199"/>
            <p:cNvSpPr/>
            <p:nvPr/>
          </p:nvSpPr>
          <p:spPr>
            <a:xfrm>
              <a:off x="3611636" y="1611695"/>
              <a:ext cx="19034" cy="26609"/>
            </a:xfrm>
            <a:prstGeom prst="rect">
              <a:avLst/>
            </a:prstGeom>
            <a:solidFill>
              <a:srgbClr val="F6D4D7"/>
            </a:solidFill>
            <a:ln>
              <a:noFill/>
            </a:ln>
          </p:spPr>
        </p:sp>
        <p:sp>
          <p:nvSpPr>
            <p:cNvPr id="15283" name="Heatmap cell r60 c200"/>
            <p:cNvSpPr/>
            <p:nvPr/>
          </p:nvSpPr>
          <p:spPr>
            <a:xfrm>
              <a:off x="3630575" y="1611695"/>
              <a:ext cx="17140" cy="26609"/>
            </a:xfrm>
            <a:prstGeom prst="rect">
              <a:avLst/>
            </a:prstGeom>
            <a:solidFill>
              <a:srgbClr val="F0BAC0"/>
            </a:solidFill>
            <a:ln>
              <a:noFill/>
            </a:ln>
          </p:spPr>
        </p:sp>
        <p:sp>
          <p:nvSpPr>
            <p:cNvPr id="15284" name="Heatmap cell r60 c201"/>
            <p:cNvSpPr/>
            <p:nvPr/>
          </p:nvSpPr>
          <p:spPr>
            <a:xfrm>
              <a:off x="3647620" y="1611695"/>
              <a:ext cx="19034" cy="26609"/>
            </a:xfrm>
            <a:prstGeom prst="rect">
              <a:avLst/>
            </a:prstGeom>
            <a:solidFill>
              <a:srgbClr val="F7DCDF"/>
            </a:solidFill>
            <a:ln>
              <a:noFill/>
            </a:ln>
          </p:spPr>
        </p:sp>
        <p:sp>
          <p:nvSpPr>
            <p:cNvPr id="15285" name="Heatmap cell r60 c202"/>
            <p:cNvSpPr/>
            <p:nvPr/>
          </p:nvSpPr>
          <p:spPr>
            <a:xfrm>
              <a:off x="3666558" y="1611695"/>
              <a:ext cx="17140" cy="26609"/>
            </a:xfrm>
            <a:prstGeom prst="rect">
              <a:avLst/>
            </a:prstGeom>
            <a:solidFill>
              <a:srgbClr val="B8C8DA"/>
            </a:solidFill>
            <a:ln>
              <a:noFill/>
            </a:ln>
          </p:spPr>
        </p:sp>
        <p:sp>
          <p:nvSpPr>
            <p:cNvPr id="15286" name="Heatmap cell r60 c203"/>
            <p:cNvSpPr/>
            <p:nvPr/>
          </p:nvSpPr>
          <p:spPr>
            <a:xfrm>
              <a:off x="3683603" y="1611695"/>
              <a:ext cx="19034" cy="26609"/>
            </a:xfrm>
            <a:prstGeom prst="rect">
              <a:avLst/>
            </a:prstGeom>
            <a:solidFill>
              <a:srgbClr val="F4CED1"/>
            </a:solidFill>
            <a:ln>
              <a:noFill/>
            </a:ln>
          </p:spPr>
        </p:sp>
        <p:sp>
          <p:nvSpPr>
            <p:cNvPr id="15287" name="Heatmap cell r60 c204"/>
            <p:cNvSpPr/>
            <p:nvPr/>
          </p:nvSpPr>
          <p:spPr>
            <a:xfrm>
              <a:off x="3702542" y="1611695"/>
              <a:ext cx="17140" cy="26609"/>
            </a:xfrm>
            <a:prstGeom prst="rect">
              <a:avLst/>
            </a:prstGeom>
            <a:solidFill>
              <a:srgbClr val="FCF6F6"/>
            </a:solidFill>
            <a:ln>
              <a:noFill/>
            </a:ln>
          </p:spPr>
        </p:sp>
        <p:sp>
          <p:nvSpPr>
            <p:cNvPr id="15288" name="Heatmap cell r60 c205"/>
            <p:cNvSpPr/>
            <p:nvPr/>
          </p:nvSpPr>
          <p:spPr>
            <a:xfrm>
              <a:off x="3719587" y="1611695"/>
              <a:ext cx="19034" cy="26609"/>
            </a:xfrm>
            <a:prstGeom prst="rect">
              <a:avLst/>
            </a:prstGeom>
            <a:solidFill>
              <a:srgbClr val="B5C5D7"/>
            </a:solidFill>
            <a:ln>
              <a:noFill/>
            </a:ln>
          </p:spPr>
        </p:sp>
        <p:sp>
          <p:nvSpPr>
            <p:cNvPr id="15289" name="Heatmap cell r60 c206"/>
            <p:cNvSpPr/>
            <p:nvPr/>
          </p:nvSpPr>
          <p:spPr>
            <a:xfrm>
              <a:off x="3738526" y="1611695"/>
              <a:ext cx="17140" cy="26609"/>
            </a:xfrm>
            <a:prstGeom prst="rect">
              <a:avLst/>
            </a:prstGeom>
            <a:solidFill>
              <a:srgbClr val="EBA4AC"/>
            </a:solidFill>
            <a:ln>
              <a:noFill/>
            </a:ln>
          </p:spPr>
        </p:sp>
        <p:sp>
          <p:nvSpPr>
            <p:cNvPr id="15290" name="Heatmap cell r60 c207"/>
            <p:cNvSpPr/>
            <p:nvPr/>
          </p:nvSpPr>
          <p:spPr>
            <a:xfrm>
              <a:off x="3755571" y="1611695"/>
              <a:ext cx="19034" cy="26609"/>
            </a:xfrm>
            <a:prstGeom prst="rect">
              <a:avLst/>
            </a:prstGeom>
            <a:solidFill>
              <a:srgbClr val="F1C0C4"/>
            </a:solidFill>
            <a:ln>
              <a:noFill/>
            </a:ln>
          </p:spPr>
        </p:sp>
        <p:sp>
          <p:nvSpPr>
            <p:cNvPr id="15291" name="Heatmap cell r60 c208"/>
            <p:cNvSpPr/>
            <p:nvPr/>
          </p:nvSpPr>
          <p:spPr>
            <a:xfrm>
              <a:off x="3774510" y="1611695"/>
              <a:ext cx="19034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15292" name="Heatmap cell r60 c209"/>
            <p:cNvSpPr/>
            <p:nvPr/>
          </p:nvSpPr>
          <p:spPr>
            <a:xfrm>
              <a:off x="3793449" y="1611695"/>
              <a:ext cx="17140" cy="26609"/>
            </a:xfrm>
            <a:prstGeom prst="rect">
              <a:avLst/>
            </a:prstGeom>
            <a:solidFill>
              <a:srgbClr val="F4CDD0"/>
            </a:solidFill>
            <a:ln>
              <a:noFill/>
            </a:ln>
          </p:spPr>
        </p:sp>
        <p:sp>
          <p:nvSpPr>
            <p:cNvPr id="15293" name="Heatmap cell r60 c210"/>
            <p:cNvSpPr/>
            <p:nvPr/>
          </p:nvSpPr>
          <p:spPr>
            <a:xfrm>
              <a:off x="3810494" y="1611695"/>
              <a:ext cx="19034" cy="26609"/>
            </a:xfrm>
            <a:prstGeom prst="rect">
              <a:avLst/>
            </a:prstGeom>
            <a:solidFill>
              <a:srgbClr val="E9EDF3"/>
            </a:solidFill>
            <a:ln>
              <a:noFill/>
            </a:ln>
          </p:spPr>
        </p:sp>
        <p:sp>
          <p:nvSpPr>
            <p:cNvPr id="15294" name="Heatmap cell r60 c211"/>
            <p:cNvSpPr/>
            <p:nvPr/>
          </p:nvSpPr>
          <p:spPr>
            <a:xfrm>
              <a:off x="3829432" y="1611695"/>
              <a:ext cx="17140" cy="26609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15295" name="Heatmap cell r60 c212"/>
            <p:cNvSpPr/>
            <p:nvPr/>
          </p:nvSpPr>
          <p:spPr>
            <a:xfrm>
              <a:off x="3846477" y="1611695"/>
              <a:ext cx="19034" cy="26609"/>
            </a:xfrm>
            <a:prstGeom prst="rect">
              <a:avLst/>
            </a:prstGeom>
            <a:solidFill>
              <a:srgbClr val="EFB9BE"/>
            </a:solidFill>
            <a:ln>
              <a:noFill/>
            </a:ln>
          </p:spPr>
        </p:sp>
        <p:sp>
          <p:nvSpPr>
            <p:cNvPr id="15296" name="Heatmap cell r60 c213"/>
            <p:cNvSpPr/>
            <p:nvPr/>
          </p:nvSpPr>
          <p:spPr>
            <a:xfrm>
              <a:off x="3865416" y="1611695"/>
              <a:ext cx="17140" cy="26609"/>
            </a:xfrm>
            <a:prstGeom prst="rect">
              <a:avLst/>
            </a:prstGeom>
            <a:solidFill>
              <a:srgbClr val="F8F8FA"/>
            </a:solidFill>
            <a:ln>
              <a:noFill/>
            </a:ln>
          </p:spPr>
        </p:sp>
        <p:sp>
          <p:nvSpPr>
            <p:cNvPr id="15297" name="Heatmap cell r60 c214"/>
            <p:cNvSpPr/>
            <p:nvPr/>
          </p:nvSpPr>
          <p:spPr>
            <a:xfrm>
              <a:off x="3882461" y="1611695"/>
              <a:ext cx="19034" cy="26609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15298" name="Heatmap cell r60 c215"/>
            <p:cNvSpPr/>
            <p:nvPr/>
          </p:nvSpPr>
          <p:spPr>
            <a:xfrm>
              <a:off x="3901400" y="1611695"/>
              <a:ext cx="17140" cy="26609"/>
            </a:xfrm>
            <a:prstGeom prst="rect">
              <a:avLst/>
            </a:prstGeom>
            <a:solidFill>
              <a:srgbClr val="F0BCC3"/>
            </a:solidFill>
            <a:ln>
              <a:noFill/>
            </a:ln>
          </p:spPr>
        </p:sp>
        <p:sp>
          <p:nvSpPr>
            <p:cNvPr id="15299" name="Heatmap cell r60 c216"/>
            <p:cNvSpPr/>
            <p:nvPr/>
          </p:nvSpPr>
          <p:spPr>
            <a:xfrm>
              <a:off x="3918445" y="1611695"/>
              <a:ext cx="19034" cy="26609"/>
            </a:xfrm>
            <a:prstGeom prst="rect">
              <a:avLst/>
            </a:prstGeom>
            <a:solidFill>
              <a:srgbClr val="F4CDD0"/>
            </a:solidFill>
            <a:ln>
              <a:noFill/>
            </a:ln>
          </p:spPr>
        </p:sp>
        <p:sp>
          <p:nvSpPr>
            <p:cNvPr id="15300" name="Heatmap cell r60 c217"/>
            <p:cNvSpPr/>
            <p:nvPr/>
          </p:nvSpPr>
          <p:spPr>
            <a:xfrm>
              <a:off x="3937384" y="1611695"/>
              <a:ext cx="17140" cy="26609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15301" name="Heatmap cell r60 c218"/>
            <p:cNvSpPr/>
            <p:nvPr/>
          </p:nvSpPr>
          <p:spPr>
            <a:xfrm>
              <a:off x="3954429" y="1611695"/>
              <a:ext cx="19034" cy="26609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15302" name="Heatmap cell r60 c219"/>
            <p:cNvSpPr/>
            <p:nvPr/>
          </p:nvSpPr>
          <p:spPr>
            <a:xfrm>
              <a:off x="3973368" y="1611695"/>
              <a:ext cx="17140" cy="26609"/>
            </a:xfrm>
            <a:prstGeom prst="rect">
              <a:avLst/>
            </a:prstGeom>
            <a:solidFill>
              <a:srgbClr val="F5D1D4"/>
            </a:solidFill>
            <a:ln>
              <a:noFill/>
            </a:ln>
          </p:spPr>
        </p:sp>
        <p:sp>
          <p:nvSpPr>
            <p:cNvPr id="15303" name="Heatmap cell r60 c220"/>
            <p:cNvSpPr/>
            <p:nvPr/>
          </p:nvSpPr>
          <p:spPr>
            <a:xfrm>
              <a:off x="3990412" y="1611695"/>
              <a:ext cx="19034" cy="26609"/>
            </a:xfrm>
            <a:prstGeom prst="rect">
              <a:avLst/>
            </a:prstGeom>
            <a:solidFill>
              <a:srgbClr val="BCCDDD"/>
            </a:solidFill>
            <a:ln>
              <a:noFill/>
            </a:ln>
          </p:spPr>
        </p:sp>
        <p:sp>
          <p:nvSpPr>
            <p:cNvPr id="15304" name="Heatmap cell r60 c221"/>
            <p:cNvSpPr/>
            <p:nvPr/>
          </p:nvSpPr>
          <p:spPr>
            <a:xfrm>
              <a:off x="4009351" y="1611695"/>
              <a:ext cx="19034" cy="26609"/>
            </a:xfrm>
            <a:prstGeom prst="rect">
              <a:avLst/>
            </a:prstGeom>
            <a:solidFill>
              <a:srgbClr val="FAECEC"/>
            </a:solidFill>
            <a:ln>
              <a:noFill/>
            </a:ln>
          </p:spPr>
        </p:sp>
        <p:sp>
          <p:nvSpPr>
            <p:cNvPr id="15305" name="Heatmap cell r60 c222"/>
            <p:cNvSpPr/>
            <p:nvPr/>
          </p:nvSpPr>
          <p:spPr>
            <a:xfrm>
              <a:off x="4028290" y="1611695"/>
              <a:ext cx="17140" cy="26609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15306" name="Heatmap cell r60 c223"/>
            <p:cNvSpPr/>
            <p:nvPr/>
          </p:nvSpPr>
          <p:spPr>
            <a:xfrm>
              <a:off x="4045335" y="1611695"/>
              <a:ext cx="19034" cy="26609"/>
            </a:xfrm>
            <a:prstGeom prst="rect">
              <a:avLst/>
            </a:prstGeom>
            <a:solidFill>
              <a:srgbClr val="E1E9EF"/>
            </a:solidFill>
            <a:ln>
              <a:noFill/>
            </a:ln>
          </p:spPr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F9C0FC19-917A-5DCB-7F33-25F8C4F40584}"/>
              </a:ext>
            </a:extLst>
          </p:cNvPr>
          <p:cNvSpPr txBox="1"/>
          <p:nvPr/>
        </p:nvSpPr>
        <p:spPr>
          <a:xfrm>
            <a:off x="114299" y="154980"/>
            <a:ext cx="718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A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497F328-F29B-FDD2-1DCA-8826E7E987AC}"/>
              </a:ext>
            </a:extLst>
          </p:cNvPr>
          <p:cNvSpPr txBox="1"/>
          <p:nvPr/>
        </p:nvSpPr>
        <p:spPr>
          <a:xfrm>
            <a:off x="2317740" y="154980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B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207796C-A43B-20AE-8D60-B7DBB78D9349}"/>
              </a:ext>
            </a:extLst>
          </p:cNvPr>
          <p:cNvSpPr txBox="1"/>
          <p:nvPr/>
        </p:nvSpPr>
        <p:spPr>
          <a:xfrm>
            <a:off x="148681" y="4590611"/>
            <a:ext cx="718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F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图片 1 — editable">
            <a:extLst>
              <a:ext uri="{FF2B5EF4-FFF2-40B4-BE49-F238E27FC236}">
                <a16:creationId xmlns:a16="http://schemas.microsoft.com/office/drawing/2014/main" id="{78AB97D9-BBFA-71D6-7C36-A9C2B784280C}"/>
              </a:ext>
            </a:extLst>
          </p:cNvPr>
          <p:cNvGrpSpPr/>
          <p:nvPr/>
        </p:nvGrpSpPr>
        <p:grpSpPr>
          <a:xfrm>
            <a:off x="101355" y="520761"/>
            <a:ext cx="2359962" cy="1915902"/>
            <a:chOff x="0" y="0"/>
            <a:chExt cx="2359962" cy="1915902"/>
          </a:xfrm>
        </p:grpSpPr>
        <p:sp>
          <p:nvSpPr>
            <p:cNvPr id="15307" name="Panel background"/>
            <p:cNvSpPr/>
            <p:nvPr/>
          </p:nvSpPr>
          <p:spPr>
            <a:xfrm>
              <a:off x="0" y="0"/>
              <a:ext cx="2359962" cy="191590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5308" name="Graph element 1"/>
            <p:cNvSpPr/>
            <p:nvPr/>
          </p:nvSpPr>
          <p:spPr>
            <a:xfrm>
              <a:off x="981229" y="1651257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309" name="Graph element 2"/>
            <p:cNvSpPr/>
            <p:nvPr/>
          </p:nvSpPr>
          <p:spPr>
            <a:xfrm>
              <a:off x="990181" y="1649467"/>
              <a:ext cx="3581" cy="2865"/>
            </a:xfrm>
            <a:custGeom>
              <a:avLst/>
              <a:gdLst/>
              <a:ahLst/>
              <a:cxnLst/>
              <a:rect l="0" t="0" r="r" b="b"/>
              <a:pathLst>
                <a:path w="3581" h="2865" stroke="0" extrusionOk="0">
                  <a:moveTo>
                    <a:pt x="3581" y="2865"/>
                  </a:moveTo>
                  <a:lnTo>
                    <a:pt x="358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358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310" name="Graph element 3"/>
            <p:cNvSpPr/>
            <p:nvPr/>
          </p:nvSpPr>
          <p:spPr>
            <a:xfrm>
              <a:off x="1006296" y="1645885"/>
              <a:ext cx="3581" cy="2865"/>
            </a:xfrm>
            <a:custGeom>
              <a:avLst/>
              <a:gdLst/>
              <a:ahLst/>
              <a:cxnLst/>
              <a:rect l="0" t="0" r="r" b="b"/>
              <a:pathLst>
                <a:path w="3581" h="2865" stroke="0" extrusionOk="0">
                  <a:moveTo>
                    <a:pt x="3581" y="2865"/>
                  </a:moveTo>
                  <a:lnTo>
                    <a:pt x="358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358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311" name="Graph element 4"/>
            <p:cNvSpPr/>
            <p:nvPr/>
          </p:nvSpPr>
          <p:spPr>
            <a:xfrm>
              <a:off x="952580" y="1644095"/>
              <a:ext cx="8953" cy="2865"/>
            </a:xfrm>
            <a:custGeom>
              <a:avLst/>
              <a:gdLst/>
              <a:ahLst/>
              <a:cxnLst/>
              <a:rect l="0" t="0" r="r" b="b"/>
              <a:pathLst>
                <a:path w="8953" h="2865" stroke="0" extrusionOk="0">
                  <a:moveTo>
                    <a:pt x="8953" y="2865"/>
                  </a:moveTo>
                  <a:lnTo>
                    <a:pt x="8953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8953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312" name="Graph element 5"/>
            <p:cNvSpPr/>
            <p:nvPr/>
          </p:nvSpPr>
          <p:spPr>
            <a:xfrm>
              <a:off x="1019608" y="1638723"/>
              <a:ext cx="4594" cy="4236"/>
            </a:xfrm>
            <a:custGeom>
              <a:avLst/>
              <a:gdLst/>
              <a:ahLst/>
              <a:cxnLst/>
              <a:rect l="0" t="0" r="r" b="b"/>
              <a:pathLst>
                <a:path w="4594" h="4236" stroke="0" extrusionOk="0">
                  <a:moveTo>
                    <a:pt x="0" y="2210"/>
                  </a:moveTo>
                  <a:lnTo>
                    <a:pt x="2026" y="4236"/>
                  </a:lnTo>
                  <a:lnTo>
                    <a:pt x="3397" y="2865"/>
                  </a:lnTo>
                  <a:lnTo>
                    <a:pt x="4594" y="2865"/>
                  </a:lnTo>
                  <a:lnTo>
                    <a:pt x="4594" y="0"/>
                  </a:lnTo>
                  <a:lnTo>
                    <a:pt x="2210" y="0"/>
                  </a:lnTo>
                  <a:lnTo>
                    <a:pt x="0" y="2210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313" name="Graph element 6"/>
            <p:cNvSpPr/>
            <p:nvPr/>
          </p:nvSpPr>
          <p:spPr>
            <a:xfrm>
              <a:off x="942614" y="1639143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314" name="Graph element 7"/>
            <p:cNvSpPr/>
            <p:nvPr/>
          </p:nvSpPr>
          <p:spPr>
            <a:xfrm>
              <a:off x="938255" y="1636933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315" name="Graph element 8"/>
            <p:cNvSpPr/>
            <p:nvPr/>
          </p:nvSpPr>
          <p:spPr>
            <a:xfrm>
              <a:off x="920349" y="1633352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316" name="Graph element 9"/>
            <p:cNvSpPr/>
            <p:nvPr/>
          </p:nvSpPr>
          <p:spPr>
            <a:xfrm>
              <a:off x="1054642" y="1629770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317" name="Graph element 10"/>
            <p:cNvSpPr/>
            <p:nvPr/>
          </p:nvSpPr>
          <p:spPr>
            <a:xfrm>
              <a:off x="1042885" y="1629770"/>
              <a:ext cx="4594" cy="4236"/>
            </a:xfrm>
            <a:custGeom>
              <a:avLst/>
              <a:gdLst/>
              <a:ahLst/>
              <a:cxnLst/>
              <a:rect l="0" t="0" r="r" b="b"/>
              <a:pathLst>
                <a:path w="4594" h="4236" stroke="0" extrusionOk="0">
                  <a:moveTo>
                    <a:pt x="0" y="2210"/>
                  </a:moveTo>
                  <a:lnTo>
                    <a:pt x="2026" y="4236"/>
                  </a:lnTo>
                  <a:lnTo>
                    <a:pt x="3397" y="2865"/>
                  </a:lnTo>
                  <a:lnTo>
                    <a:pt x="4594" y="2865"/>
                  </a:lnTo>
                  <a:lnTo>
                    <a:pt x="4594" y="0"/>
                  </a:lnTo>
                  <a:lnTo>
                    <a:pt x="2210" y="0"/>
                  </a:lnTo>
                  <a:lnTo>
                    <a:pt x="0" y="2210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318" name="Graph element 11"/>
            <p:cNvSpPr/>
            <p:nvPr/>
          </p:nvSpPr>
          <p:spPr>
            <a:xfrm>
              <a:off x="1059000" y="1624818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0" y="3581"/>
                  </a:moveTo>
                  <a:lnTo>
                    <a:pt x="2026" y="5607"/>
                  </a:lnTo>
                  <a:lnTo>
                    <a:pt x="5607" y="2026"/>
                  </a:lnTo>
                  <a:lnTo>
                    <a:pt x="3581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319" name="Graph element 12"/>
            <p:cNvSpPr/>
            <p:nvPr/>
          </p:nvSpPr>
          <p:spPr>
            <a:xfrm>
              <a:off x="1072547" y="1622608"/>
              <a:ext cx="5372" cy="2865"/>
            </a:xfrm>
            <a:custGeom>
              <a:avLst/>
              <a:gdLst/>
              <a:ahLst/>
              <a:cxnLst/>
              <a:rect l="0" t="0" r="r" b="b"/>
              <a:pathLst>
                <a:path w="5372" h="2865" stroke="0" extrusionOk="0">
                  <a:moveTo>
                    <a:pt x="5372" y="2865"/>
                  </a:moveTo>
                  <a:lnTo>
                    <a:pt x="5372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5372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320" name="Graph element 13"/>
            <p:cNvSpPr/>
            <p:nvPr/>
          </p:nvSpPr>
          <p:spPr>
            <a:xfrm>
              <a:off x="1065385" y="1620818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321" name="Graph element 14"/>
            <p:cNvSpPr/>
            <p:nvPr/>
          </p:nvSpPr>
          <p:spPr>
            <a:xfrm>
              <a:off x="882748" y="1620818"/>
              <a:ext cx="8953" cy="2865"/>
            </a:xfrm>
            <a:custGeom>
              <a:avLst/>
              <a:gdLst/>
              <a:ahLst/>
              <a:cxnLst/>
              <a:rect l="0" t="0" r="r" b="b"/>
              <a:pathLst>
                <a:path w="8953" h="2865" stroke="0" extrusionOk="0">
                  <a:moveTo>
                    <a:pt x="8953" y="2865"/>
                  </a:moveTo>
                  <a:lnTo>
                    <a:pt x="8953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8953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322" name="Graph element 15"/>
            <p:cNvSpPr/>
            <p:nvPr/>
          </p:nvSpPr>
          <p:spPr>
            <a:xfrm>
              <a:off x="1082278" y="1619447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323" name="Graph element 16"/>
            <p:cNvSpPr/>
            <p:nvPr/>
          </p:nvSpPr>
          <p:spPr>
            <a:xfrm>
              <a:off x="868423" y="1611865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324" name="Graph element 17"/>
            <p:cNvSpPr/>
            <p:nvPr/>
          </p:nvSpPr>
          <p:spPr>
            <a:xfrm>
              <a:off x="846936" y="1601121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325" name="Graph element 18"/>
            <p:cNvSpPr/>
            <p:nvPr/>
          </p:nvSpPr>
          <p:spPr>
            <a:xfrm>
              <a:off x="839774" y="1599331"/>
              <a:ext cx="3581" cy="2865"/>
            </a:xfrm>
            <a:custGeom>
              <a:avLst/>
              <a:gdLst/>
              <a:ahLst/>
              <a:cxnLst/>
              <a:rect l="0" t="0" r="r" b="b"/>
              <a:pathLst>
                <a:path w="3581" h="2865" stroke="0" extrusionOk="0">
                  <a:moveTo>
                    <a:pt x="3581" y="2865"/>
                  </a:moveTo>
                  <a:lnTo>
                    <a:pt x="358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358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326" name="Graph element 19"/>
            <p:cNvSpPr/>
            <p:nvPr/>
          </p:nvSpPr>
          <p:spPr>
            <a:xfrm>
              <a:off x="1133426" y="1595750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327" name="Graph element 20"/>
            <p:cNvSpPr/>
            <p:nvPr/>
          </p:nvSpPr>
          <p:spPr>
            <a:xfrm>
              <a:off x="1115879" y="1595392"/>
              <a:ext cx="2865" cy="3581"/>
            </a:xfrm>
            <a:custGeom>
              <a:avLst/>
              <a:gdLst/>
              <a:ahLst/>
              <a:cxnLst/>
              <a:rect l="0" t="0" r="r" b="b"/>
              <a:pathLst>
                <a:path w="2865" h="3581" stroke="0" extrusionOk="0">
                  <a:moveTo>
                    <a:pt x="0" y="3581"/>
                  </a:moveTo>
                  <a:lnTo>
                    <a:pt x="2865" y="358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328" name="Graph element 21"/>
            <p:cNvSpPr/>
            <p:nvPr/>
          </p:nvSpPr>
          <p:spPr>
            <a:xfrm>
              <a:off x="1139576" y="1589007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0" y="3581"/>
                  </a:moveTo>
                  <a:lnTo>
                    <a:pt x="2026" y="5607"/>
                  </a:lnTo>
                  <a:lnTo>
                    <a:pt x="5607" y="2026"/>
                  </a:lnTo>
                  <a:lnTo>
                    <a:pt x="3581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329" name="Graph element 22"/>
            <p:cNvSpPr/>
            <p:nvPr/>
          </p:nvSpPr>
          <p:spPr>
            <a:xfrm>
              <a:off x="812916" y="1583216"/>
              <a:ext cx="5372" cy="2865"/>
            </a:xfrm>
            <a:custGeom>
              <a:avLst/>
              <a:gdLst/>
              <a:ahLst/>
              <a:cxnLst/>
              <a:rect l="0" t="0" r="r" b="b"/>
              <a:pathLst>
                <a:path w="5372" h="2865" stroke="0" extrusionOk="0">
                  <a:moveTo>
                    <a:pt x="5372" y="2865"/>
                  </a:moveTo>
                  <a:lnTo>
                    <a:pt x="5372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5372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330" name="Graph element 23"/>
            <p:cNvSpPr/>
            <p:nvPr/>
          </p:nvSpPr>
          <p:spPr>
            <a:xfrm>
              <a:off x="1169238" y="1577844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331" name="Graph element 24"/>
            <p:cNvSpPr/>
            <p:nvPr/>
          </p:nvSpPr>
          <p:spPr>
            <a:xfrm>
              <a:off x="1106568" y="1577844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332" name="Graph element 25"/>
            <p:cNvSpPr/>
            <p:nvPr/>
          </p:nvSpPr>
          <p:spPr>
            <a:xfrm>
              <a:off x="799369" y="1576473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3581" y="5607"/>
                  </a:moveTo>
                  <a:lnTo>
                    <a:pt x="5607" y="358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3581" y="5607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333" name="Graph element 26"/>
            <p:cNvSpPr/>
            <p:nvPr/>
          </p:nvSpPr>
          <p:spPr>
            <a:xfrm>
              <a:off x="1177178" y="1574683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334" name="Graph element 27"/>
            <p:cNvSpPr/>
            <p:nvPr/>
          </p:nvSpPr>
          <p:spPr>
            <a:xfrm>
              <a:off x="1159272" y="1574683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335" name="Graph element 28"/>
            <p:cNvSpPr/>
            <p:nvPr/>
          </p:nvSpPr>
          <p:spPr>
            <a:xfrm>
              <a:off x="1146318" y="1575695"/>
              <a:ext cx="2865" cy="5372"/>
            </a:xfrm>
            <a:custGeom>
              <a:avLst/>
              <a:gdLst/>
              <a:ahLst/>
              <a:cxnLst/>
              <a:rect l="0" t="0" r="r" b="b"/>
              <a:pathLst>
                <a:path w="2865" h="5372" stroke="0" extrusionOk="0">
                  <a:moveTo>
                    <a:pt x="0" y="5372"/>
                  </a:moveTo>
                  <a:lnTo>
                    <a:pt x="2865" y="5372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5372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336" name="Graph element 29"/>
            <p:cNvSpPr/>
            <p:nvPr/>
          </p:nvSpPr>
          <p:spPr>
            <a:xfrm>
              <a:off x="980216" y="1576054"/>
              <a:ext cx="6026" cy="5014"/>
            </a:xfrm>
            <a:custGeom>
              <a:avLst/>
              <a:gdLst/>
              <a:ahLst/>
              <a:cxnLst/>
              <a:rect l="0" t="0" r="r" b="b"/>
              <a:pathLst>
                <a:path w="6026" h="5014" stroke="0" extrusionOk="0">
                  <a:moveTo>
                    <a:pt x="0" y="655"/>
                  </a:moveTo>
                  <a:lnTo>
                    <a:pt x="3162" y="3816"/>
                  </a:lnTo>
                  <a:lnTo>
                    <a:pt x="3162" y="5014"/>
                  </a:lnTo>
                  <a:lnTo>
                    <a:pt x="6026" y="5014"/>
                  </a:lnTo>
                  <a:lnTo>
                    <a:pt x="6026" y="0"/>
                  </a:lnTo>
                  <a:lnTo>
                    <a:pt x="0" y="65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337" name="Graph element 30"/>
            <p:cNvSpPr/>
            <p:nvPr/>
          </p:nvSpPr>
          <p:spPr>
            <a:xfrm>
              <a:off x="1233698" y="1567101"/>
              <a:ext cx="5372" cy="2865"/>
            </a:xfrm>
            <a:custGeom>
              <a:avLst/>
              <a:gdLst/>
              <a:ahLst/>
              <a:cxnLst/>
              <a:rect l="0" t="0" r="r" b="b"/>
              <a:pathLst>
                <a:path w="5372" h="2865" stroke="0" extrusionOk="0">
                  <a:moveTo>
                    <a:pt x="5372" y="2865"/>
                  </a:moveTo>
                  <a:lnTo>
                    <a:pt x="5372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5372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338" name="Graph element 31"/>
            <p:cNvSpPr/>
            <p:nvPr/>
          </p:nvSpPr>
          <p:spPr>
            <a:xfrm>
              <a:off x="1184340" y="1567520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339" name="Graph element 32"/>
            <p:cNvSpPr/>
            <p:nvPr/>
          </p:nvSpPr>
          <p:spPr>
            <a:xfrm>
              <a:off x="1152110" y="1567520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340" name="Graph element 33"/>
            <p:cNvSpPr/>
            <p:nvPr/>
          </p:nvSpPr>
          <p:spPr>
            <a:xfrm>
              <a:off x="978005" y="1563161"/>
              <a:ext cx="2865" cy="5372"/>
            </a:xfrm>
            <a:custGeom>
              <a:avLst/>
              <a:gdLst/>
              <a:ahLst/>
              <a:cxnLst/>
              <a:rect l="0" t="0" r="r" b="b"/>
              <a:pathLst>
                <a:path w="2865" h="5372" stroke="0" extrusionOk="0">
                  <a:moveTo>
                    <a:pt x="0" y="5372"/>
                  </a:moveTo>
                  <a:lnTo>
                    <a:pt x="2865" y="5372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5372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341" name="Graph element 34"/>
            <p:cNvSpPr/>
            <p:nvPr/>
          </p:nvSpPr>
          <p:spPr>
            <a:xfrm>
              <a:off x="795368" y="1563161"/>
              <a:ext cx="2865" cy="5372"/>
            </a:xfrm>
            <a:custGeom>
              <a:avLst/>
              <a:gdLst/>
              <a:ahLst/>
              <a:cxnLst/>
              <a:rect l="0" t="0" r="r" b="b"/>
              <a:pathLst>
                <a:path w="2865" h="5372" stroke="0" extrusionOk="0">
                  <a:moveTo>
                    <a:pt x="0" y="5372"/>
                  </a:moveTo>
                  <a:lnTo>
                    <a:pt x="2865" y="5372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5372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342" name="Graph element 35"/>
            <p:cNvSpPr/>
            <p:nvPr/>
          </p:nvSpPr>
          <p:spPr>
            <a:xfrm>
              <a:off x="1247009" y="1560358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0" y="3581"/>
                  </a:moveTo>
                  <a:lnTo>
                    <a:pt x="2026" y="5607"/>
                  </a:lnTo>
                  <a:lnTo>
                    <a:pt x="5607" y="2026"/>
                  </a:lnTo>
                  <a:lnTo>
                    <a:pt x="3581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343" name="Graph element 36"/>
            <p:cNvSpPr/>
            <p:nvPr/>
          </p:nvSpPr>
          <p:spPr>
            <a:xfrm>
              <a:off x="1149900" y="155958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344" name="Graph element 37"/>
            <p:cNvSpPr/>
            <p:nvPr/>
          </p:nvSpPr>
          <p:spPr>
            <a:xfrm>
              <a:off x="983377" y="155958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345" name="Graph element 38"/>
            <p:cNvSpPr/>
            <p:nvPr/>
          </p:nvSpPr>
          <p:spPr>
            <a:xfrm>
              <a:off x="1187501" y="1555999"/>
              <a:ext cx="2865" cy="5372"/>
            </a:xfrm>
            <a:custGeom>
              <a:avLst/>
              <a:gdLst/>
              <a:ahLst/>
              <a:cxnLst/>
              <a:rect l="0" t="0" r="r" b="b"/>
              <a:pathLst>
                <a:path w="2865" h="5372" stroke="0" extrusionOk="0">
                  <a:moveTo>
                    <a:pt x="0" y="5372"/>
                  </a:moveTo>
                  <a:lnTo>
                    <a:pt x="2865" y="5372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5372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346" name="Graph element 39"/>
            <p:cNvSpPr/>
            <p:nvPr/>
          </p:nvSpPr>
          <p:spPr>
            <a:xfrm>
              <a:off x="976215" y="1555999"/>
              <a:ext cx="2865" cy="3581"/>
            </a:xfrm>
            <a:custGeom>
              <a:avLst/>
              <a:gdLst/>
              <a:ahLst/>
              <a:cxnLst/>
              <a:rect l="0" t="0" r="r" b="b"/>
              <a:pathLst>
                <a:path w="2865" h="3581" stroke="0" extrusionOk="0">
                  <a:moveTo>
                    <a:pt x="0" y="3581"/>
                  </a:moveTo>
                  <a:lnTo>
                    <a:pt x="2865" y="358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347" name="Graph element 40"/>
            <p:cNvSpPr/>
            <p:nvPr/>
          </p:nvSpPr>
          <p:spPr>
            <a:xfrm>
              <a:off x="1253752" y="1552418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348" name="Graph element 41"/>
            <p:cNvSpPr/>
            <p:nvPr/>
          </p:nvSpPr>
          <p:spPr>
            <a:xfrm>
              <a:off x="1128413" y="1552418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349" name="Graph element 42"/>
            <p:cNvSpPr/>
            <p:nvPr/>
          </p:nvSpPr>
          <p:spPr>
            <a:xfrm>
              <a:off x="797159" y="1552418"/>
              <a:ext cx="2865" cy="5372"/>
            </a:xfrm>
            <a:custGeom>
              <a:avLst/>
              <a:gdLst/>
              <a:ahLst/>
              <a:cxnLst/>
              <a:rect l="0" t="0" r="r" b="b"/>
              <a:pathLst>
                <a:path w="2865" h="5372" stroke="0" extrusionOk="0">
                  <a:moveTo>
                    <a:pt x="0" y="5372"/>
                  </a:moveTo>
                  <a:lnTo>
                    <a:pt x="2865" y="5372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5372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350" name="Graph element 43"/>
            <p:cNvSpPr/>
            <p:nvPr/>
          </p:nvSpPr>
          <p:spPr>
            <a:xfrm>
              <a:off x="1151690" y="1550628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351" name="Graph element 44"/>
            <p:cNvSpPr/>
            <p:nvPr/>
          </p:nvSpPr>
          <p:spPr>
            <a:xfrm>
              <a:off x="978005" y="1550628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352" name="Graph element 45"/>
            <p:cNvSpPr/>
            <p:nvPr/>
          </p:nvSpPr>
          <p:spPr>
            <a:xfrm>
              <a:off x="1216150" y="1547046"/>
              <a:ext cx="2865" cy="5372"/>
            </a:xfrm>
            <a:custGeom>
              <a:avLst/>
              <a:gdLst/>
              <a:ahLst/>
              <a:cxnLst/>
              <a:rect l="0" t="0" r="r" b="b"/>
              <a:pathLst>
                <a:path w="2865" h="5372" stroke="0" extrusionOk="0">
                  <a:moveTo>
                    <a:pt x="0" y="5372"/>
                  </a:moveTo>
                  <a:lnTo>
                    <a:pt x="2865" y="5372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5372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353" name="Graph element 46"/>
            <p:cNvSpPr/>
            <p:nvPr/>
          </p:nvSpPr>
          <p:spPr>
            <a:xfrm>
              <a:off x="985168" y="1547046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354" name="Graph element 47"/>
            <p:cNvSpPr/>
            <p:nvPr/>
          </p:nvSpPr>
          <p:spPr>
            <a:xfrm>
              <a:off x="1253752" y="1545256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355" name="Graph element 48"/>
            <p:cNvSpPr/>
            <p:nvPr/>
          </p:nvSpPr>
          <p:spPr>
            <a:xfrm>
              <a:off x="1187921" y="1544243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0" y="3581"/>
                  </a:moveTo>
                  <a:lnTo>
                    <a:pt x="2026" y="5607"/>
                  </a:lnTo>
                  <a:lnTo>
                    <a:pt x="5607" y="2026"/>
                  </a:lnTo>
                  <a:lnTo>
                    <a:pt x="3581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356" name="Graph element 49"/>
            <p:cNvSpPr/>
            <p:nvPr/>
          </p:nvSpPr>
          <p:spPr>
            <a:xfrm>
              <a:off x="1143157" y="1542452"/>
              <a:ext cx="7397" cy="7397"/>
            </a:xfrm>
            <a:custGeom>
              <a:avLst/>
              <a:gdLst/>
              <a:ahLst/>
              <a:cxnLst/>
              <a:rect l="0" t="0" r="r" b="b"/>
              <a:pathLst>
                <a:path w="7397" h="7397" stroke="0" extrusionOk="0">
                  <a:moveTo>
                    <a:pt x="5372" y="7397"/>
                  </a:moveTo>
                  <a:lnTo>
                    <a:pt x="7397" y="5372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5372" y="7397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357" name="Graph element 50"/>
            <p:cNvSpPr/>
            <p:nvPr/>
          </p:nvSpPr>
          <p:spPr>
            <a:xfrm>
              <a:off x="987378" y="1540662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358" name="Graph element 51"/>
            <p:cNvSpPr/>
            <p:nvPr/>
          </p:nvSpPr>
          <p:spPr>
            <a:xfrm>
              <a:off x="978005" y="1541675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359" name="Graph element 52"/>
            <p:cNvSpPr/>
            <p:nvPr/>
          </p:nvSpPr>
          <p:spPr>
            <a:xfrm>
              <a:off x="1196874" y="1538871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360" name="Graph element 53"/>
            <p:cNvSpPr/>
            <p:nvPr/>
          </p:nvSpPr>
          <p:spPr>
            <a:xfrm>
              <a:off x="801159" y="1538871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0" y="3581"/>
                  </a:moveTo>
                  <a:lnTo>
                    <a:pt x="2026" y="5607"/>
                  </a:lnTo>
                  <a:lnTo>
                    <a:pt x="5607" y="2026"/>
                  </a:lnTo>
                  <a:lnTo>
                    <a:pt x="3581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361" name="Graph element 54"/>
            <p:cNvSpPr/>
            <p:nvPr/>
          </p:nvSpPr>
          <p:spPr>
            <a:xfrm>
              <a:off x="1140947" y="1538094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362" name="Graph element 55"/>
            <p:cNvSpPr/>
            <p:nvPr/>
          </p:nvSpPr>
          <p:spPr>
            <a:xfrm>
              <a:off x="1220151" y="1533500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0" y="3581"/>
                  </a:moveTo>
                  <a:lnTo>
                    <a:pt x="2026" y="5607"/>
                  </a:lnTo>
                  <a:lnTo>
                    <a:pt x="5607" y="2026"/>
                  </a:lnTo>
                  <a:lnTo>
                    <a:pt x="3581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363" name="Graph element 56"/>
            <p:cNvSpPr/>
            <p:nvPr/>
          </p:nvSpPr>
          <p:spPr>
            <a:xfrm>
              <a:off x="1131994" y="1534512"/>
              <a:ext cx="2865" cy="5372"/>
            </a:xfrm>
            <a:custGeom>
              <a:avLst/>
              <a:gdLst/>
              <a:ahLst/>
              <a:cxnLst/>
              <a:rect l="0" t="0" r="r" b="b"/>
              <a:pathLst>
                <a:path w="2865" h="5372" stroke="0" extrusionOk="0">
                  <a:moveTo>
                    <a:pt x="0" y="5372"/>
                  </a:moveTo>
                  <a:lnTo>
                    <a:pt x="2865" y="5372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5372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364" name="Graph element 57"/>
            <p:cNvSpPr/>
            <p:nvPr/>
          </p:nvSpPr>
          <p:spPr>
            <a:xfrm>
              <a:off x="1239070" y="1529499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365" name="Graph element 58"/>
            <p:cNvSpPr/>
            <p:nvPr/>
          </p:nvSpPr>
          <p:spPr>
            <a:xfrm>
              <a:off x="1231907" y="1529499"/>
              <a:ext cx="3581" cy="2865"/>
            </a:xfrm>
            <a:custGeom>
              <a:avLst/>
              <a:gdLst/>
              <a:ahLst/>
              <a:cxnLst/>
              <a:rect l="0" t="0" r="r" b="b"/>
              <a:pathLst>
                <a:path w="3581" h="2865" stroke="0" extrusionOk="0">
                  <a:moveTo>
                    <a:pt x="3581" y="2865"/>
                  </a:moveTo>
                  <a:lnTo>
                    <a:pt x="358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358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366" name="Graph element 59"/>
            <p:cNvSpPr/>
            <p:nvPr/>
          </p:nvSpPr>
          <p:spPr>
            <a:xfrm>
              <a:off x="972634" y="1530931"/>
              <a:ext cx="6026" cy="8175"/>
            </a:xfrm>
            <a:custGeom>
              <a:avLst/>
              <a:gdLst/>
              <a:ahLst/>
              <a:cxnLst/>
              <a:rect l="0" t="0" r="r" b="b"/>
              <a:pathLst>
                <a:path w="6026" h="8175" stroke="0" extrusionOk="0">
                  <a:moveTo>
                    <a:pt x="0" y="4174"/>
                  </a:moveTo>
                  <a:lnTo>
                    <a:pt x="4001" y="8175"/>
                  </a:lnTo>
                  <a:lnTo>
                    <a:pt x="6026" y="6149"/>
                  </a:lnTo>
                  <a:lnTo>
                    <a:pt x="2865" y="2988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4174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367" name="Graph element 60"/>
            <p:cNvSpPr/>
            <p:nvPr/>
          </p:nvSpPr>
          <p:spPr>
            <a:xfrm>
              <a:off x="819065" y="1527350"/>
              <a:ext cx="4236" cy="4594"/>
            </a:xfrm>
            <a:custGeom>
              <a:avLst/>
              <a:gdLst/>
              <a:ahLst/>
              <a:cxnLst/>
              <a:rect l="0" t="0" r="r" b="b"/>
              <a:pathLst>
                <a:path w="4236" h="4594" stroke="0" extrusionOk="0">
                  <a:moveTo>
                    <a:pt x="0" y="2568"/>
                  </a:moveTo>
                  <a:lnTo>
                    <a:pt x="2026" y="4594"/>
                  </a:lnTo>
                  <a:lnTo>
                    <a:pt x="4236" y="2384"/>
                  </a:lnTo>
                  <a:lnTo>
                    <a:pt x="4236" y="0"/>
                  </a:lnTo>
                  <a:lnTo>
                    <a:pt x="1371" y="0"/>
                  </a:lnTo>
                  <a:lnTo>
                    <a:pt x="1371" y="1197"/>
                  </a:lnTo>
                  <a:lnTo>
                    <a:pt x="0" y="2568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368" name="Graph element 61"/>
            <p:cNvSpPr/>
            <p:nvPr/>
          </p:nvSpPr>
          <p:spPr>
            <a:xfrm>
              <a:off x="1140947" y="152556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369" name="Graph element 62"/>
            <p:cNvSpPr/>
            <p:nvPr/>
          </p:nvSpPr>
          <p:spPr>
            <a:xfrm>
              <a:off x="974424" y="152556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370" name="Graph element 63"/>
            <p:cNvSpPr/>
            <p:nvPr/>
          </p:nvSpPr>
          <p:spPr>
            <a:xfrm>
              <a:off x="1203616" y="1523769"/>
              <a:ext cx="2865" cy="3581"/>
            </a:xfrm>
            <a:custGeom>
              <a:avLst/>
              <a:gdLst/>
              <a:ahLst/>
              <a:cxnLst/>
              <a:rect l="0" t="0" r="r" b="b"/>
              <a:pathLst>
                <a:path w="2865" h="3581" stroke="0" extrusionOk="0">
                  <a:moveTo>
                    <a:pt x="0" y="3581"/>
                  </a:moveTo>
                  <a:lnTo>
                    <a:pt x="2865" y="358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371" name="Graph element 64"/>
            <p:cNvSpPr/>
            <p:nvPr/>
          </p:nvSpPr>
          <p:spPr>
            <a:xfrm>
              <a:off x="796801" y="1522337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372" name="Graph element 65"/>
            <p:cNvSpPr/>
            <p:nvPr/>
          </p:nvSpPr>
          <p:spPr>
            <a:xfrm>
              <a:off x="786057" y="1522337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373" name="Graph element 66"/>
            <p:cNvSpPr/>
            <p:nvPr/>
          </p:nvSpPr>
          <p:spPr>
            <a:xfrm>
              <a:off x="986958" y="1521979"/>
              <a:ext cx="2865" cy="3581"/>
            </a:xfrm>
            <a:custGeom>
              <a:avLst/>
              <a:gdLst/>
              <a:ahLst/>
              <a:cxnLst/>
              <a:rect l="0" t="0" r="r" b="b"/>
              <a:pathLst>
                <a:path w="2865" h="3581" stroke="0" extrusionOk="0">
                  <a:moveTo>
                    <a:pt x="0" y="3581"/>
                  </a:moveTo>
                  <a:lnTo>
                    <a:pt x="2865" y="358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374" name="Graph element 67"/>
            <p:cNvSpPr/>
            <p:nvPr/>
          </p:nvSpPr>
          <p:spPr>
            <a:xfrm>
              <a:off x="818287" y="1520546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375" name="Graph element 68"/>
            <p:cNvSpPr/>
            <p:nvPr/>
          </p:nvSpPr>
          <p:spPr>
            <a:xfrm>
              <a:off x="807544" y="1520546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376" name="Graph element 69"/>
            <p:cNvSpPr/>
            <p:nvPr/>
          </p:nvSpPr>
          <p:spPr>
            <a:xfrm>
              <a:off x="743084" y="1518756"/>
              <a:ext cx="3581" cy="2865"/>
            </a:xfrm>
            <a:custGeom>
              <a:avLst/>
              <a:gdLst/>
              <a:ahLst/>
              <a:cxnLst/>
              <a:rect l="0" t="0" r="r" b="b"/>
              <a:pathLst>
                <a:path w="3581" h="2865" stroke="0" extrusionOk="0">
                  <a:moveTo>
                    <a:pt x="3581" y="2865"/>
                  </a:moveTo>
                  <a:lnTo>
                    <a:pt x="358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358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377" name="Graph element 70"/>
            <p:cNvSpPr/>
            <p:nvPr/>
          </p:nvSpPr>
          <p:spPr>
            <a:xfrm>
              <a:off x="1144947" y="1517385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378" name="Graph element 71"/>
            <p:cNvSpPr/>
            <p:nvPr/>
          </p:nvSpPr>
          <p:spPr>
            <a:xfrm>
              <a:off x="1153123" y="1513384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379" name="Graph element 72"/>
            <p:cNvSpPr/>
            <p:nvPr/>
          </p:nvSpPr>
          <p:spPr>
            <a:xfrm>
              <a:off x="1166434" y="1510222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0" y="3581"/>
                  </a:moveTo>
                  <a:lnTo>
                    <a:pt x="2026" y="5607"/>
                  </a:lnTo>
                  <a:lnTo>
                    <a:pt x="5607" y="2026"/>
                  </a:lnTo>
                  <a:lnTo>
                    <a:pt x="3581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380" name="Graph element 73"/>
            <p:cNvSpPr/>
            <p:nvPr/>
          </p:nvSpPr>
          <p:spPr>
            <a:xfrm>
              <a:off x="990959" y="1510222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381" name="Graph element 74"/>
            <p:cNvSpPr/>
            <p:nvPr/>
          </p:nvSpPr>
          <p:spPr>
            <a:xfrm>
              <a:off x="837983" y="1508012"/>
              <a:ext cx="5372" cy="2865"/>
            </a:xfrm>
            <a:custGeom>
              <a:avLst/>
              <a:gdLst/>
              <a:ahLst/>
              <a:cxnLst/>
              <a:rect l="0" t="0" r="r" b="b"/>
              <a:pathLst>
                <a:path w="5372" h="2865" stroke="0" extrusionOk="0">
                  <a:moveTo>
                    <a:pt x="5372" y="2865"/>
                  </a:moveTo>
                  <a:lnTo>
                    <a:pt x="5372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5372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382" name="Graph element 75"/>
            <p:cNvSpPr/>
            <p:nvPr/>
          </p:nvSpPr>
          <p:spPr>
            <a:xfrm>
              <a:off x="847714" y="1507654"/>
              <a:ext cx="4236" cy="4594"/>
            </a:xfrm>
            <a:custGeom>
              <a:avLst/>
              <a:gdLst/>
              <a:ahLst/>
              <a:cxnLst/>
              <a:rect l="0" t="0" r="r" b="b"/>
              <a:pathLst>
                <a:path w="4236" h="4594" stroke="0" extrusionOk="0">
                  <a:moveTo>
                    <a:pt x="0" y="2568"/>
                  </a:moveTo>
                  <a:lnTo>
                    <a:pt x="2026" y="4594"/>
                  </a:lnTo>
                  <a:lnTo>
                    <a:pt x="4236" y="2384"/>
                  </a:lnTo>
                  <a:lnTo>
                    <a:pt x="4236" y="0"/>
                  </a:lnTo>
                  <a:lnTo>
                    <a:pt x="1371" y="0"/>
                  </a:lnTo>
                  <a:lnTo>
                    <a:pt x="1371" y="1197"/>
                  </a:lnTo>
                  <a:lnTo>
                    <a:pt x="0" y="2568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383" name="Graph element 76"/>
            <p:cNvSpPr/>
            <p:nvPr/>
          </p:nvSpPr>
          <p:spPr>
            <a:xfrm>
              <a:off x="831179" y="1507654"/>
              <a:ext cx="2865" cy="3581"/>
            </a:xfrm>
            <a:custGeom>
              <a:avLst/>
              <a:gdLst/>
              <a:ahLst/>
              <a:cxnLst/>
              <a:rect l="0" t="0" r="r" b="b"/>
              <a:pathLst>
                <a:path w="2865" h="3581" stroke="0" extrusionOk="0">
                  <a:moveTo>
                    <a:pt x="0" y="3581"/>
                  </a:moveTo>
                  <a:lnTo>
                    <a:pt x="2865" y="358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384" name="Graph element 77"/>
            <p:cNvSpPr/>
            <p:nvPr/>
          </p:nvSpPr>
          <p:spPr>
            <a:xfrm>
              <a:off x="761767" y="1506222"/>
              <a:ext cx="4594" cy="4236"/>
            </a:xfrm>
            <a:custGeom>
              <a:avLst/>
              <a:gdLst/>
              <a:ahLst/>
              <a:cxnLst/>
              <a:rect l="0" t="0" r="r" b="b"/>
              <a:pathLst>
                <a:path w="4594" h="4236" stroke="0" extrusionOk="0">
                  <a:moveTo>
                    <a:pt x="0" y="2210"/>
                  </a:moveTo>
                  <a:lnTo>
                    <a:pt x="2026" y="4236"/>
                  </a:lnTo>
                  <a:lnTo>
                    <a:pt x="3397" y="2865"/>
                  </a:lnTo>
                  <a:lnTo>
                    <a:pt x="4594" y="2865"/>
                  </a:lnTo>
                  <a:lnTo>
                    <a:pt x="4594" y="0"/>
                  </a:lnTo>
                  <a:lnTo>
                    <a:pt x="2210" y="0"/>
                  </a:lnTo>
                  <a:lnTo>
                    <a:pt x="0" y="2210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385" name="Graph element 78"/>
            <p:cNvSpPr/>
            <p:nvPr/>
          </p:nvSpPr>
          <p:spPr>
            <a:xfrm>
              <a:off x="1242651" y="1504431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386" name="Graph element 79"/>
            <p:cNvSpPr/>
            <p:nvPr/>
          </p:nvSpPr>
          <p:spPr>
            <a:xfrm>
              <a:off x="1231907" y="1504431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387" name="Graph element 80"/>
            <p:cNvSpPr/>
            <p:nvPr/>
          </p:nvSpPr>
          <p:spPr>
            <a:xfrm>
              <a:off x="1181772" y="1504431"/>
              <a:ext cx="5372" cy="2865"/>
            </a:xfrm>
            <a:custGeom>
              <a:avLst/>
              <a:gdLst/>
              <a:ahLst/>
              <a:cxnLst/>
              <a:rect l="0" t="0" r="r" b="b"/>
              <a:pathLst>
                <a:path w="5372" h="2865" stroke="0" extrusionOk="0">
                  <a:moveTo>
                    <a:pt x="5372" y="2865"/>
                  </a:moveTo>
                  <a:lnTo>
                    <a:pt x="5372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5372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388" name="Graph element 81"/>
            <p:cNvSpPr/>
            <p:nvPr/>
          </p:nvSpPr>
          <p:spPr>
            <a:xfrm>
              <a:off x="1140947" y="1504073"/>
              <a:ext cx="2865" cy="5372"/>
            </a:xfrm>
            <a:custGeom>
              <a:avLst/>
              <a:gdLst/>
              <a:ahLst/>
              <a:cxnLst/>
              <a:rect l="0" t="0" r="r" b="b"/>
              <a:pathLst>
                <a:path w="2865" h="5372" stroke="0" extrusionOk="0">
                  <a:moveTo>
                    <a:pt x="0" y="5372"/>
                  </a:moveTo>
                  <a:lnTo>
                    <a:pt x="2865" y="5372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5372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389" name="Graph element 82"/>
            <p:cNvSpPr/>
            <p:nvPr/>
          </p:nvSpPr>
          <p:spPr>
            <a:xfrm>
              <a:off x="1225523" y="1501269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390" name="Graph element 83"/>
            <p:cNvSpPr/>
            <p:nvPr/>
          </p:nvSpPr>
          <p:spPr>
            <a:xfrm>
              <a:off x="971263" y="1501269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3581" y="5607"/>
                  </a:moveTo>
                  <a:lnTo>
                    <a:pt x="5607" y="358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3581" y="5607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391" name="Graph element 84"/>
            <p:cNvSpPr/>
            <p:nvPr/>
          </p:nvSpPr>
          <p:spPr>
            <a:xfrm>
              <a:off x="966904" y="1499059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392" name="Graph element 85"/>
            <p:cNvSpPr/>
            <p:nvPr/>
          </p:nvSpPr>
          <p:spPr>
            <a:xfrm>
              <a:off x="992330" y="1498701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393" name="Graph element 86"/>
            <p:cNvSpPr/>
            <p:nvPr/>
          </p:nvSpPr>
          <p:spPr>
            <a:xfrm>
              <a:off x="723746" y="1498701"/>
              <a:ext cx="2865" cy="3581"/>
            </a:xfrm>
            <a:custGeom>
              <a:avLst/>
              <a:gdLst/>
              <a:ahLst/>
              <a:cxnLst/>
              <a:rect l="0" t="0" r="r" b="b"/>
              <a:pathLst>
                <a:path w="2865" h="3581" stroke="0" extrusionOk="0">
                  <a:moveTo>
                    <a:pt x="0" y="3581"/>
                  </a:moveTo>
                  <a:lnTo>
                    <a:pt x="2865" y="358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394" name="Graph element 87"/>
            <p:cNvSpPr/>
            <p:nvPr/>
          </p:nvSpPr>
          <p:spPr>
            <a:xfrm>
              <a:off x="831179" y="1496911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395" name="Graph element 88"/>
            <p:cNvSpPr/>
            <p:nvPr/>
          </p:nvSpPr>
          <p:spPr>
            <a:xfrm>
              <a:off x="992330" y="149333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396" name="Graph element 89"/>
            <p:cNvSpPr/>
            <p:nvPr/>
          </p:nvSpPr>
          <p:spPr>
            <a:xfrm>
              <a:off x="852666" y="149333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397" name="Graph element 90"/>
            <p:cNvSpPr/>
            <p:nvPr/>
          </p:nvSpPr>
          <p:spPr>
            <a:xfrm>
              <a:off x="1217941" y="1491539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398" name="Graph element 91"/>
            <p:cNvSpPr/>
            <p:nvPr/>
          </p:nvSpPr>
          <p:spPr>
            <a:xfrm>
              <a:off x="828018" y="1490526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399" name="Graph element 92"/>
            <p:cNvSpPr/>
            <p:nvPr/>
          </p:nvSpPr>
          <p:spPr>
            <a:xfrm>
              <a:off x="725956" y="1488735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00" name="Graph element 93"/>
            <p:cNvSpPr/>
            <p:nvPr/>
          </p:nvSpPr>
          <p:spPr>
            <a:xfrm>
              <a:off x="688354" y="1485154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0" y="3581"/>
                  </a:moveTo>
                  <a:lnTo>
                    <a:pt x="2026" y="5607"/>
                  </a:lnTo>
                  <a:lnTo>
                    <a:pt x="5607" y="2026"/>
                  </a:lnTo>
                  <a:lnTo>
                    <a:pt x="3581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01" name="Graph element 94"/>
            <p:cNvSpPr/>
            <p:nvPr/>
          </p:nvSpPr>
          <p:spPr>
            <a:xfrm>
              <a:off x="1257333" y="1484377"/>
              <a:ext cx="2865" cy="3581"/>
            </a:xfrm>
            <a:custGeom>
              <a:avLst/>
              <a:gdLst/>
              <a:ahLst/>
              <a:cxnLst/>
              <a:rect l="0" t="0" r="r" b="b"/>
              <a:pathLst>
                <a:path w="2865" h="3581" stroke="0" extrusionOk="0">
                  <a:moveTo>
                    <a:pt x="0" y="3581"/>
                  </a:moveTo>
                  <a:lnTo>
                    <a:pt x="2865" y="358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02" name="Graph element 95"/>
            <p:cNvSpPr/>
            <p:nvPr/>
          </p:nvSpPr>
          <p:spPr>
            <a:xfrm>
              <a:off x="793342" y="1482351"/>
              <a:ext cx="10498" cy="5249"/>
            </a:xfrm>
            <a:custGeom>
              <a:avLst/>
              <a:gdLst/>
              <a:ahLst/>
              <a:cxnLst/>
              <a:rect l="0" t="0" r="r" b="b"/>
              <a:pathLst>
                <a:path w="10498" h="5249" stroke="0" extrusionOk="0">
                  <a:moveTo>
                    <a:pt x="5249" y="0"/>
                  </a:moveTo>
                  <a:lnTo>
                    <a:pt x="0" y="5249"/>
                  </a:lnTo>
                  <a:lnTo>
                    <a:pt x="10498" y="5249"/>
                  </a:lnTo>
                  <a:lnTo>
                    <a:pt x="5249" y="0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03" name="Graph element 96"/>
            <p:cNvSpPr/>
            <p:nvPr/>
          </p:nvSpPr>
          <p:spPr>
            <a:xfrm>
              <a:off x="999912" y="1481573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04" name="Graph element 97"/>
            <p:cNvSpPr/>
            <p:nvPr/>
          </p:nvSpPr>
          <p:spPr>
            <a:xfrm>
              <a:off x="790416" y="1481573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05" name="Graph element 98"/>
            <p:cNvSpPr/>
            <p:nvPr/>
          </p:nvSpPr>
          <p:spPr>
            <a:xfrm>
              <a:off x="733118" y="1481573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06" name="Graph element 99"/>
            <p:cNvSpPr/>
            <p:nvPr/>
          </p:nvSpPr>
          <p:spPr>
            <a:xfrm>
              <a:off x="1117311" y="1479363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07" name="Graph element 100"/>
            <p:cNvSpPr/>
            <p:nvPr/>
          </p:nvSpPr>
          <p:spPr>
            <a:xfrm>
              <a:off x="741293" y="1479363"/>
              <a:ext cx="7162" cy="2865"/>
            </a:xfrm>
            <a:custGeom>
              <a:avLst/>
              <a:gdLst/>
              <a:ahLst/>
              <a:cxnLst/>
              <a:rect l="0" t="0" r="r" b="b"/>
              <a:pathLst>
                <a:path w="7162" h="2865" stroke="0" extrusionOk="0">
                  <a:moveTo>
                    <a:pt x="7162" y="2865"/>
                  </a:moveTo>
                  <a:lnTo>
                    <a:pt x="7162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7162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08" name="Graph element 101"/>
            <p:cNvSpPr/>
            <p:nvPr/>
          </p:nvSpPr>
          <p:spPr>
            <a:xfrm>
              <a:off x="1217941" y="1479005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09" name="Graph element 102"/>
            <p:cNvSpPr/>
            <p:nvPr/>
          </p:nvSpPr>
          <p:spPr>
            <a:xfrm>
              <a:off x="958309" y="1479005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10" name="Graph element 103"/>
            <p:cNvSpPr/>
            <p:nvPr/>
          </p:nvSpPr>
          <p:spPr>
            <a:xfrm>
              <a:off x="1105135" y="1477214"/>
              <a:ext cx="6681" cy="5014"/>
            </a:xfrm>
            <a:custGeom>
              <a:avLst/>
              <a:gdLst/>
              <a:ahLst/>
              <a:cxnLst/>
              <a:rect l="0" t="0" r="r" b="b"/>
              <a:pathLst>
                <a:path w="6681" h="5014" stroke="0" extrusionOk="0">
                  <a:moveTo>
                    <a:pt x="0" y="0"/>
                  </a:moveTo>
                  <a:lnTo>
                    <a:pt x="0" y="5014"/>
                  </a:lnTo>
                  <a:lnTo>
                    <a:pt x="6681" y="5014"/>
                  </a:lnTo>
                  <a:lnTo>
                    <a:pt x="2865" y="11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11" name="Graph element 104"/>
            <p:cNvSpPr/>
            <p:nvPr/>
          </p:nvSpPr>
          <p:spPr>
            <a:xfrm>
              <a:off x="1169238" y="1473991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12" name="Graph element 105"/>
            <p:cNvSpPr/>
            <p:nvPr/>
          </p:nvSpPr>
          <p:spPr>
            <a:xfrm>
              <a:off x="827598" y="1473633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13" name="Graph element 106"/>
            <p:cNvSpPr/>
            <p:nvPr/>
          </p:nvSpPr>
          <p:spPr>
            <a:xfrm>
              <a:off x="756395" y="1472620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0" y="3581"/>
                  </a:moveTo>
                  <a:lnTo>
                    <a:pt x="2026" y="5607"/>
                  </a:lnTo>
                  <a:lnTo>
                    <a:pt x="5607" y="2026"/>
                  </a:lnTo>
                  <a:lnTo>
                    <a:pt x="3581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14" name="Graph element 107"/>
            <p:cNvSpPr/>
            <p:nvPr/>
          </p:nvSpPr>
          <p:spPr>
            <a:xfrm>
              <a:off x="650752" y="1472620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15" name="Graph element 108"/>
            <p:cNvSpPr/>
            <p:nvPr/>
          </p:nvSpPr>
          <p:spPr>
            <a:xfrm>
              <a:off x="1305320" y="1470410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16" name="Graph element 109"/>
            <p:cNvSpPr/>
            <p:nvPr/>
          </p:nvSpPr>
          <p:spPr>
            <a:xfrm>
              <a:off x="1221942" y="1470830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17" name="Graph element 110"/>
            <p:cNvSpPr/>
            <p:nvPr/>
          </p:nvSpPr>
          <p:spPr>
            <a:xfrm>
              <a:off x="997702" y="1471843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18" name="Graph element 111"/>
            <p:cNvSpPr/>
            <p:nvPr/>
          </p:nvSpPr>
          <p:spPr>
            <a:xfrm>
              <a:off x="865620" y="1470830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19" name="Graph element 112"/>
            <p:cNvSpPr/>
            <p:nvPr/>
          </p:nvSpPr>
          <p:spPr>
            <a:xfrm>
              <a:off x="1177178" y="1469039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20" name="Graph element 113"/>
            <p:cNvSpPr/>
            <p:nvPr/>
          </p:nvSpPr>
          <p:spPr>
            <a:xfrm>
              <a:off x="775314" y="1468620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21" name="Graph element 114"/>
            <p:cNvSpPr/>
            <p:nvPr/>
          </p:nvSpPr>
          <p:spPr>
            <a:xfrm>
              <a:off x="769942" y="1468620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22" name="Graph element 115"/>
            <p:cNvSpPr/>
            <p:nvPr/>
          </p:nvSpPr>
          <p:spPr>
            <a:xfrm>
              <a:off x="1222955" y="1466829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23" name="Graph element 116"/>
            <p:cNvSpPr/>
            <p:nvPr/>
          </p:nvSpPr>
          <p:spPr>
            <a:xfrm>
              <a:off x="1214002" y="1466829"/>
              <a:ext cx="3581" cy="2865"/>
            </a:xfrm>
            <a:custGeom>
              <a:avLst/>
              <a:gdLst/>
              <a:ahLst/>
              <a:cxnLst/>
              <a:rect l="0" t="0" r="r" b="b"/>
              <a:pathLst>
                <a:path w="3581" h="2865" stroke="0" extrusionOk="0">
                  <a:moveTo>
                    <a:pt x="3581" y="2865"/>
                  </a:moveTo>
                  <a:lnTo>
                    <a:pt x="358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358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24" name="Graph element 117"/>
            <p:cNvSpPr/>
            <p:nvPr/>
          </p:nvSpPr>
          <p:spPr>
            <a:xfrm>
              <a:off x="1187143" y="1466829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25" name="Graph element 118"/>
            <p:cNvSpPr/>
            <p:nvPr/>
          </p:nvSpPr>
          <p:spPr>
            <a:xfrm>
              <a:off x="1148529" y="1467249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3581" y="5607"/>
                  </a:moveTo>
                  <a:lnTo>
                    <a:pt x="5607" y="358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3581" y="5607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26" name="Graph element 119"/>
            <p:cNvSpPr/>
            <p:nvPr/>
          </p:nvSpPr>
          <p:spPr>
            <a:xfrm>
              <a:off x="645380" y="1467249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27" name="Graph element 120"/>
            <p:cNvSpPr/>
            <p:nvPr/>
          </p:nvSpPr>
          <p:spPr>
            <a:xfrm>
              <a:off x="1235488" y="1465039"/>
              <a:ext cx="5372" cy="2865"/>
            </a:xfrm>
            <a:custGeom>
              <a:avLst/>
              <a:gdLst/>
              <a:ahLst/>
              <a:cxnLst/>
              <a:rect l="0" t="0" r="r" b="b"/>
              <a:pathLst>
                <a:path w="5372" h="2865" stroke="0" extrusionOk="0">
                  <a:moveTo>
                    <a:pt x="5372" y="2865"/>
                  </a:moveTo>
                  <a:lnTo>
                    <a:pt x="5372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5372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28" name="Graph element 121"/>
            <p:cNvSpPr/>
            <p:nvPr/>
          </p:nvSpPr>
          <p:spPr>
            <a:xfrm>
              <a:off x="1227313" y="1465458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29" name="Graph element 122"/>
            <p:cNvSpPr/>
            <p:nvPr/>
          </p:nvSpPr>
          <p:spPr>
            <a:xfrm>
              <a:off x="900653" y="1465039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30" name="Graph element 123"/>
            <p:cNvSpPr/>
            <p:nvPr/>
          </p:nvSpPr>
          <p:spPr>
            <a:xfrm>
              <a:off x="1118089" y="1463668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0" y="3581"/>
                  </a:moveTo>
                  <a:lnTo>
                    <a:pt x="2026" y="5607"/>
                  </a:lnTo>
                  <a:lnTo>
                    <a:pt x="5607" y="2026"/>
                  </a:lnTo>
                  <a:lnTo>
                    <a:pt x="3581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31" name="Graph element 124"/>
            <p:cNvSpPr/>
            <p:nvPr/>
          </p:nvSpPr>
          <p:spPr>
            <a:xfrm>
              <a:off x="949776" y="1463668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32" name="Graph element 125"/>
            <p:cNvSpPr/>
            <p:nvPr/>
          </p:nvSpPr>
          <p:spPr>
            <a:xfrm>
              <a:off x="907815" y="1463248"/>
              <a:ext cx="5372" cy="2865"/>
            </a:xfrm>
            <a:custGeom>
              <a:avLst/>
              <a:gdLst/>
              <a:ahLst/>
              <a:cxnLst/>
              <a:rect l="0" t="0" r="r" b="b"/>
              <a:pathLst>
                <a:path w="5372" h="2865" stroke="0" extrusionOk="0">
                  <a:moveTo>
                    <a:pt x="5372" y="2865"/>
                  </a:moveTo>
                  <a:lnTo>
                    <a:pt x="5372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5372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33" name="Graph element 126"/>
            <p:cNvSpPr/>
            <p:nvPr/>
          </p:nvSpPr>
          <p:spPr>
            <a:xfrm>
              <a:off x="759199" y="1463248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34" name="Graph element 127"/>
            <p:cNvSpPr/>
            <p:nvPr/>
          </p:nvSpPr>
          <p:spPr>
            <a:xfrm>
              <a:off x="695097" y="1464681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35" name="Graph element 128"/>
            <p:cNvSpPr/>
            <p:nvPr/>
          </p:nvSpPr>
          <p:spPr>
            <a:xfrm>
              <a:off x="1195083" y="1461877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36" name="Graph element 129"/>
            <p:cNvSpPr/>
            <p:nvPr/>
          </p:nvSpPr>
          <p:spPr>
            <a:xfrm>
              <a:off x="827598" y="14628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37" name="Graph element 130"/>
            <p:cNvSpPr/>
            <p:nvPr/>
          </p:nvSpPr>
          <p:spPr>
            <a:xfrm>
              <a:off x="766361" y="1461457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38" name="Graph element 131"/>
            <p:cNvSpPr/>
            <p:nvPr/>
          </p:nvSpPr>
          <p:spPr>
            <a:xfrm>
              <a:off x="752036" y="1461457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39" name="Graph element 132"/>
            <p:cNvSpPr/>
            <p:nvPr/>
          </p:nvSpPr>
          <p:spPr>
            <a:xfrm>
              <a:off x="1230894" y="1460086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0" y="3581"/>
                  </a:moveTo>
                  <a:lnTo>
                    <a:pt x="2026" y="5607"/>
                  </a:lnTo>
                  <a:lnTo>
                    <a:pt x="5607" y="2026"/>
                  </a:lnTo>
                  <a:lnTo>
                    <a:pt x="3581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40" name="Graph element 133"/>
            <p:cNvSpPr/>
            <p:nvPr/>
          </p:nvSpPr>
          <p:spPr>
            <a:xfrm>
              <a:off x="948998" y="1459667"/>
              <a:ext cx="3581" cy="2865"/>
            </a:xfrm>
            <a:custGeom>
              <a:avLst/>
              <a:gdLst/>
              <a:ahLst/>
              <a:cxnLst/>
              <a:rect l="0" t="0" r="r" b="b"/>
              <a:pathLst>
                <a:path w="3581" h="2865" stroke="0" extrusionOk="0">
                  <a:moveTo>
                    <a:pt x="3581" y="2865"/>
                  </a:moveTo>
                  <a:lnTo>
                    <a:pt x="358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358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41" name="Graph element 134"/>
            <p:cNvSpPr/>
            <p:nvPr/>
          </p:nvSpPr>
          <p:spPr>
            <a:xfrm>
              <a:off x="940404" y="1459667"/>
              <a:ext cx="4655" cy="4655"/>
            </a:xfrm>
            <a:custGeom>
              <a:avLst/>
              <a:gdLst/>
              <a:ahLst/>
              <a:cxnLst/>
              <a:rect l="0" t="0" r="r" b="b"/>
              <a:pathLst>
                <a:path w="4655" h="4655" stroke="0" extrusionOk="0">
                  <a:moveTo>
                    <a:pt x="0" y="0"/>
                  </a:moveTo>
                  <a:lnTo>
                    <a:pt x="0" y="4655"/>
                  </a:lnTo>
                  <a:lnTo>
                    <a:pt x="4655" y="4655"/>
                  </a:lnTo>
                  <a:lnTo>
                    <a:pt x="46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42" name="Graph element 135"/>
            <p:cNvSpPr/>
            <p:nvPr/>
          </p:nvSpPr>
          <p:spPr>
            <a:xfrm>
              <a:off x="789996" y="1461099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43" name="Graph element 136"/>
            <p:cNvSpPr/>
            <p:nvPr/>
          </p:nvSpPr>
          <p:spPr>
            <a:xfrm>
              <a:off x="1286402" y="1458296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44" name="Graph element 137"/>
            <p:cNvSpPr/>
            <p:nvPr/>
          </p:nvSpPr>
          <p:spPr>
            <a:xfrm>
              <a:off x="1144528" y="1459309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45" name="Graph element 138"/>
            <p:cNvSpPr/>
            <p:nvPr/>
          </p:nvSpPr>
          <p:spPr>
            <a:xfrm>
              <a:off x="997702" y="1458296"/>
              <a:ext cx="4236" cy="4594"/>
            </a:xfrm>
            <a:custGeom>
              <a:avLst/>
              <a:gdLst/>
              <a:ahLst/>
              <a:cxnLst/>
              <a:rect l="0" t="0" r="r" b="b"/>
              <a:pathLst>
                <a:path w="4236" h="4594" stroke="0" extrusionOk="0">
                  <a:moveTo>
                    <a:pt x="0" y="2210"/>
                  </a:moveTo>
                  <a:lnTo>
                    <a:pt x="0" y="4594"/>
                  </a:lnTo>
                  <a:lnTo>
                    <a:pt x="2865" y="4594"/>
                  </a:lnTo>
                  <a:lnTo>
                    <a:pt x="2865" y="3397"/>
                  </a:lnTo>
                  <a:lnTo>
                    <a:pt x="4236" y="2026"/>
                  </a:lnTo>
                  <a:lnTo>
                    <a:pt x="2210" y="0"/>
                  </a:lnTo>
                  <a:lnTo>
                    <a:pt x="0" y="2210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46" name="Graph element 139"/>
            <p:cNvSpPr/>
            <p:nvPr/>
          </p:nvSpPr>
          <p:spPr>
            <a:xfrm>
              <a:off x="861261" y="1457876"/>
              <a:ext cx="5014" cy="8595"/>
            </a:xfrm>
            <a:custGeom>
              <a:avLst/>
              <a:gdLst/>
              <a:ahLst/>
              <a:cxnLst/>
              <a:rect l="0" t="0" r="r" b="b"/>
              <a:pathLst>
                <a:path w="5014" h="8595" stroke="0" extrusionOk="0">
                  <a:moveTo>
                    <a:pt x="1197" y="2865"/>
                  </a:moveTo>
                  <a:lnTo>
                    <a:pt x="2149" y="3816"/>
                  </a:lnTo>
                  <a:lnTo>
                    <a:pt x="2149" y="8595"/>
                  </a:lnTo>
                  <a:lnTo>
                    <a:pt x="5014" y="8595"/>
                  </a:lnTo>
                  <a:lnTo>
                    <a:pt x="5014" y="2630"/>
                  </a:lnTo>
                  <a:lnTo>
                    <a:pt x="2384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197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47" name="Graph element 140"/>
            <p:cNvSpPr/>
            <p:nvPr/>
          </p:nvSpPr>
          <p:spPr>
            <a:xfrm>
              <a:off x="850517" y="1457876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48" name="Graph element 141"/>
            <p:cNvSpPr/>
            <p:nvPr/>
          </p:nvSpPr>
          <p:spPr>
            <a:xfrm>
              <a:off x="1124832" y="1457518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49" name="Graph element 142"/>
            <p:cNvSpPr/>
            <p:nvPr/>
          </p:nvSpPr>
          <p:spPr>
            <a:xfrm>
              <a:off x="899221" y="1457518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50" name="Graph element 143"/>
            <p:cNvSpPr/>
            <p:nvPr/>
          </p:nvSpPr>
          <p:spPr>
            <a:xfrm>
              <a:off x="772510" y="1456505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51" name="Graph element 144"/>
            <p:cNvSpPr/>
            <p:nvPr/>
          </p:nvSpPr>
          <p:spPr>
            <a:xfrm>
              <a:off x="743861" y="1456505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52" name="Graph element 145"/>
            <p:cNvSpPr/>
            <p:nvPr/>
          </p:nvSpPr>
          <p:spPr>
            <a:xfrm>
              <a:off x="704469" y="1456505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53" name="Graph element 146"/>
            <p:cNvSpPr/>
            <p:nvPr/>
          </p:nvSpPr>
          <p:spPr>
            <a:xfrm>
              <a:off x="956938" y="1454715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54" name="Graph element 147"/>
            <p:cNvSpPr/>
            <p:nvPr/>
          </p:nvSpPr>
          <p:spPr>
            <a:xfrm>
              <a:off x="1237637" y="1453937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55" name="Graph element 148"/>
            <p:cNvSpPr/>
            <p:nvPr/>
          </p:nvSpPr>
          <p:spPr>
            <a:xfrm>
              <a:off x="793578" y="1453937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56" name="Graph element 149"/>
            <p:cNvSpPr/>
            <p:nvPr/>
          </p:nvSpPr>
          <p:spPr>
            <a:xfrm>
              <a:off x="896059" y="1451134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57" name="Graph element 150"/>
            <p:cNvSpPr/>
            <p:nvPr/>
          </p:nvSpPr>
          <p:spPr>
            <a:xfrm>
              <a:off x="832612" y="1450714"/>
              <a:ext cx="3581" cy="2865"/>
            </a:xfrm>
            <a:custGeom>
              <a:avLst/>
              <a:gdLst/>
              <a:ahLst/>
              <a:cxnLst/>
              <a:rect l="0" t="0" r="r" b="b"/>
              <a:pathLst>
                <a:path w="3581" h="2865" stroke="0" extrusionOk="0">
                  <a:moveTo>
                    <a:pt x="3581" y="2865"/>
                  </a:moveTo>
                  <a:lnTo>
                    <a:pt x="358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358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58" name="Graph element 151"/>
            <p:cNvSpPr/>
            <p:nvPr/>
          </p:nvSpPr>
          <p:spPr>
            <a:xfrm>
              <a:off x="827240" y="1450714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59" name="Graph element 152"/>
            <p:cNvSpPr/>
            <p:nvPr/>
          </p:nvSpPr>
          <p:spPr>
            <a:xfrm>
              <a:off x="999912" y="1449343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3581" y="5607"/>
                  </a:moveTo>
                  <a:lnTo>
                    <a:pt x="5607" y="358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3581" y="5607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60" name="Graph element 153"/>
            <p:cNvSpPr/>
            <p:nvPr/>
          </p:nvSpPr>
          <p:spPr>
            <a:xfrm>
              <a:off x="739861" y="1450356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61" name="Graph element 154"/>
            <p:cNvSpPr/>
            <p:nvPr/>
          </p:nvSpPr>
          <p:spPr>
            <a:xfrm>
              <a:off x="815064" y="1445107"/>
              <a:ext cx="8830" cy="9065"/>
            </a:xfrm>
            <a:custGeom>
              <a:avLst/>
              <a:gdLst/>
              <a:ahLst/>
              <a:cxnLst/>
              <a:rect l="0" t="0" r="r" b="b"/>
              <a:pathLst>
                <a:path w="8830" h="9065" stroke="0" extrusionOk="0">
                  <a:moveTo>
                    <a:pt x="0" y="0"/>
                  </a:moveTo>
                  <a:lnTo>
                    <a:pt x="0" y="6681"/>
                  </a:lnTo>
                  <a:lnTo>
                    <a:pt x="2630" y="6681"/>
                  </a:lnTo>
                  <a:lnTo>
                    <a:pt x="5014" y="9065"/>
                  </a:lnTo>
                  <a:lnTo>
                    <a:pt x="8830" y="5249"/>
                  </a:lnTo>
                  <a:lnTo>
                    <a:pt x="5014" y="1432"/>
                  </a:lnTo>
                  <a:lnTo>
                    <a:pt x="3223" y="32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62" name="Graph element 155"/>
            <p:cNvSpPr/>
            <p:nvPr/>
          </p:nvSpPr>
          <p:spPr>
            <a:xfrm>
              <a:off x="785044" y="1447553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63" name="Graph element 156"/>
            <p:cNvSpPr/>
            <p:nvPr/>
          </p:nvSpPr>
          <p:spPr>
            <a:xfrm>
              <a:off x="1327165" y="1446775"/>
              <a:ext cx="2865" cy="7162"/>
            </a:xfrm>
            <a:custGeom>
              <a:avLst/>
              <a:gdLst/>
              <a:ahLst/>
              <a:cxnLst/>
              <a:rect l="0" t="0" r="r" b="b"/>
              <a:pathLst>
                <a:path w="2865" h="7162" stroke="0" extrusionOk="0">
                  <a:moveTo>
                    <a:pt x="0" y="7162"/>
                  </a:moveTo>
                  <a:lnTo>
                    <a:pt x="2865" y="7162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7162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64" name="Graph element 157"/>
            <p:cNvSpPr/>
            <p:nvPr/>
          </p:nvSpPr>
          <p:spPr>
            <a:xfrm>
              <a:off x="1284192" y="1446775"/>
              <a:ext cx="2865" cy="7162"/>
            </a:xfrm>
            <a:custGeom>
              <a:avLst/>
              <a:gdLst/>
              <a:ahLst/>
              <a:cxnLst/>
              <a:rect l="0" t="0" r="r" b="b"/>
              <a:pathLst>
                <a:path w="2865" h="7162" stroke="0" extrusionOk="0">
                  <a:moveTo>
                    <a:pt x="0" y="7162"/>
                  </a:moveTo>
                  <a:lnTo>
                    <a:pt x="2865" y="7162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7162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65" name="Graph element 158"/>
            <p:cNvSpPr/>
            <p:nvPr/>
          </p:nvSpPr>
          <p:spPr>
            <a:xfrm>
              <a:off x="1139156" y="1446775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66" name="Graph element 159"/>
            <p:cNvSpPr/>
            <p:nvPr/>
          </p:nvSpPr>
          <p:spPr>
            <a:xfrm>
              <a:off x="1255185" y="1443552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67" name="Graph element 160"/>
            <p:cNvSpPr/>
            <p:nvPr/>
          </p:nvSpPr>
          <p:spPr>
            <a:xfrm>
              <a:off x="997702" y="1444984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68" name="Graph element 161"/>
            <p:cNvSpPr/>
            <p:nvPr/>
          </p:nvSpPr>
          <p:spPr>
            <a:xfrm>
              <a:off x="961890" y="1444984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69" name="Graph element 162"/>
            <p:cNvSpPr/>
            <p:nvPr/>
          </p:nvSpPr>
          <p:spPr>
            <a:xfrm>
              <a:off x="893491" y="1441761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70" name="Graph element 163"/>
            <p:cNvSpPr/>
            <p:nvPr/>
          </p:nvSpPr>
          <p:spPr>
            <a:xfrm>
              <a:off x="779253" y="1441761"/>
              <a:ext cx="6681" cy="6681"/>
            </a:xfrm>
            <a:custGeom>
              <a:avLst/>
              <a:gdLst/>
              <a:ahLst/>
              <a:cxnLst/>
              <a:rect l="0" t="0" r="r" b="b"/>
              <a:pathLst>
                <a:path w="6681" h="6681" stroke="0" extrusionOk="0">
                  <a:moveTo>
                    <a:pt x="0" y="0"/>
                  </a:moveTo>
                  <a:lnTo>
                    <a:pt x="0" y="6681"/>
                  </a:lnTo>
                  <a:lnTo>
                    <a:pt x="668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71" name="Graph element 164"/>
            <p:cNvSpPr/>
            <p:nvPr/>
          </p:nvSpPr>
          <p:spPr>
            <a:xfrm>
              <a:off x="1262347" y="1440390"/>
              <a:ext cx="4594" cy="4236"/>
            </a:xfrm>
            <a:custGeom>
              <a:avLst/>
              <a:gdLst/>
              <a:ahLst/>
              <a:cxnLst/>
              <a:rect l="0" t="0" r="r" b="b"/>
              <a:pathLst>
                <a:path w="4594" h="4236" stroke="0" extrusionOk="0">
                  <a:moveTo>
                    <a:pt x="0" y="1371"/>
                  </a:moveTo>
                  <a:lnTo>
                    <a:pt x="0" y="4236"/>
                  </a:lnTo>
                  <a:lnTo>
                    <a:pt x="2384" y="4236"/>
                  </a:lnTo>
                  <a:lnTo>
                    <a:pt x="4594" y="2026"/>
                  </a:lnTo>
                  <a:lnTo>
                    <a:pt x="2568" y="0"/>
                  </a:lnTo>
                  <a:lnTo>
                    <a:pt x="1197" y="1371"/>
                  </a:lnTo>
                  <a:lnTo>
                    <a:pt x="0" y="137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72" name="Graph element 165"/>
            <p:cNvSpPr/>
            <p:nvPr/>
          </p:nvSpPr>
          <p:spPr>
            <a:xfrm>
              <a:off x="711212" y="1441403"/>
              <a:ext cx="2865" cy="5372"/>
            </a:xfrm>
            <a:custGeom>
              <a:avLst/>
              <a:gdLst/>
              <a:ahLst/>
              <a:cxnLst/>
              <a:rect l="0" t="0" r="r" b="b"/>
              <a:pathLst>
                <a:path w="2865" h="5372" stroke="0" extrusionOk="0">
                  <a:moveTo>
                    <a:pt x="0" y="5372"/>
                  </a:moveTo>
                  <a:lnTo>
                    <a:pt x="2865" y="5372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5372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73" name="Graph element 166"/>
            <p:cNvSpPr/>
            <p:nvPr/>
          </p:nvSpPr>
          <p:spPr>
            <a:xfrm>
              <a:off x="1241638" y="1438600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74" name="Graph element 167"/>
            <p:cNvSpPr/>
            <p:nvPr/>
          </p:nvSpPr>
          <p:spPr>
            <a:xfrm>
              <a:off x="963681" y="1439613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75" name="Graph element 168"/>
            <p:cNvSpPr/>
            <p:nvPr/>
          </p:nvSpPr>
          <p:spPr>
            <a:xfrm>
              <a:off x="1268496" y="1436809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76" name="Graph element 169"/>
            <p:cNvSpPr/>
            <p:nvPr/>
          </p:nvSpPr>
          <p:spPr>
            <a:xfrm>
              <a:off x="1236266" y="1435019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77" name="Graph element 170"/>
            <p:cNvSpPr/>
            <p:nvPr/>
          </p:nvSpPr>
          <p:spPr>
            <a:xfrm>
              <a:off x="997702" y="1436032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78" name="Graph element 171"/>
            <p:cNvSpPr/>
            <p:nvPr/>
          </p:nvSpPr>
          <p:spPr>
            <a:xfrm>
              <a:off x="739861" y="1436032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79" name="Graph element 172"/>
            <p:cNvSpPr/>
            <p:nvPr/>
          </p:nvSpPr>
          <p:spPr>
            <a:xfrm>
              <a:off x="660718" y="1434599"/>
              <a:ext cx="7162" cy="2865"/>
            </a:xfrm>
            <a:custGeom>
              <a:avLst/>
              <a:gdLst/>
              <a:ahLst/>
              <a:cxnLst/>
              <a:rect l="0" t="0" r="r" b="b"/>
              <a:pathLst>
                <a:path w="7162" h="2865" stroke="0" extrusionOk="0">
                  <a:moveTo>
                    <a:pt x="7162" y="2865"/>
                  </a:moveTo>
                  <a:lnTo>
                    <a:pt x="7162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7162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80" name="Graph element 173"/>
            <p:cNvSpPr/>
            <p:nvPr/>
          </p:nvSpPr>
          <p:spPr>
            <a:xfrm>
              <a:off x="1320423" y="1433228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81" name="Graph element 174"/>
            <p:cNvSpPr/>
            <p:nvPr/>
          </p:nvSpPr>
          <p:spPr>
            <a:xfrm>
              <a:off x="775437" y="1430783"/>
              <a:ext cx="6681" cy="6681"/>
            </a:xfrm>
            <a:custGeom>
              <a:avLst/>
              <a:gdLst/>
              <a:ahLst/>
              <a:cxnLst/>
              <a:rect l="0" t="0" r="r" b="b"/>
              <a:pathLst>
                <a:path w="6681" h="6681" stroke="0" extrusionOk="0">
                  <a:moveTo>
                    <a:pt x="6681" y="0"/>
                  </a:moveTo>
                  <a:lnTo>
                    <a:pt x="0" y="6681"/>
                  </a:lnTo>
                  <a:lnTo>
                    <a:pt x="6681" y="6681"/>
                  </a:lnTo>
                  <a:lnTo>
                    <a:pt x="6681" y="0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82" name="Graph element 175"/>
            <p:cNvSpPr/>
            <p:nvPr/>
          </p:nvSpPr>
          <p:spPr>
            <a:xfrm>
              <a:off x="1288192" y="1431437"/>
              <a:ext cx="7397" cy="7397"/>
            </a:xfrm>
            <a:custGeom>
              <a:avLst/>
              <a:gdLst/>
              <a:ahLst/>
              <a:cxnLst/>
              <a:rect l="0" t="0" r="r" b="b"/>
              <a:pathLst>
                <a:path w="7397" h="7397" stroke="0" extrusionOk="0">
                  <a:moveTo>
                    <a:pt x="0" y="5372"/>
                  </a:moveTo>
                  <a:lnTo>
                    <a:pt x="2026" y="7397"/>
                  </a:lnTo>
                  <a:lnTo>
                    <a:pt x="7397" y="2026"/>
                  </a:lnTo>
                  <a:lnTo>
                    <a:pt x="5372" y="0"/>
                  </a:lnTo>
                  <a:lnTo>
                    <a:pt x="0" y="5372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83" name="Graph element 176"/>
            <p:cNvSpPr/>
            <p:nvPr/>
          </p:nvSpPr>
          <p:spPr>
            <a:xfrm>
              <a:off x="1273868" y="1429227"/>
              <a:ext cx="6385" cy="4236"/>
            </a:xfrm>
            <a:custGeom>
              <a:avLst/>
              <a:gdLst/>
              <a:ahLst/>
              <a:cxnLst/>
              <a:rect l="0" t="0" r="r" b="b"/>
              <a:pathLst>
                <a:path w="6385" h="4236" stroke="0" extrusionOk="0">
                  <a:moveTo>
                    <a:pt x="0" y="2210"/>
                  </a:moveTo>
                  <a:lnTo>
                    <a:pt x="2026" y="4236"/>
                  </a:lnTo>
                  <a:lnTo>
                    <a:pt x="3397" y="2865"/>
                  </a:lnTo>
                  <a:lnTo>
                    <a:pt x="6385" y="2865"/>
                  </a:lnTo>
                  <a:lnTo>
                    <a:pt x="6385" y="0"/>
                  </a:lnTo>
                  <a:lnTo>
                    <a:pt x="2210" y="0"/>
                  </a:lnTo>
                  <a:lnTo>
                    <a:pt x="0" y="2210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84" name="Graph element 177"/>
            <p:cNvSpPr/>
            <p:nvPr/>
          </p:nvSpPr>
          <p:spPr>
            <a:xfrm>
              <a:off x="706259" y="1429647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85" name="Graph element 178"/>
            <p:cNvSpPr/>
            <p:nvPr/>
          </p:nvSpPr>
          <p:spPr>
            <a:xfrm>
              <a:off x="1308902" y="1427437"/>
              <a:ext cx="3581" cy="2865"/>
            </a:xfrm>
            <a:custGeom>
              <a:avLst/>
              <a:gdLst/>
              <a:ahLst/>
              <a:cxnLst/>
              <a:rect l="0" t="0" r="r" b="b"/>
              <a:pathLst>
                <a:path w="3581" h="2865" stroke="0" extrusionOk="0">
                  <a:moveTo>
                    <a:pt x="3581" y="2865"/>
                  </a:moveTo>
                  <a:lnTo>
                    <a:pt x="358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358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86" name="Graph element 179"/>
            <p:cNvSpPr/>
            <p:nvPr/>
          </p:nvSpPr>
          <p:spPr>
            <a:xfrm>
              <a:off x="1301739" y="1427437"/>
              <a:ext cx="3581" cy="2865"/>
            </a:xfrm>
            <a:custGeom>
              <a:avLst/>
              <a:gdLst/>
              <a:ahLst/>
              <a:cxnLst/>
              <a:rect l="0" t="0" r="r" b="b"/>
              <a:pathLst>
                <a:path w="3581" h="2865" stroke="0" extrusionOk="0">
                  <a:moveTo>
                    <a:pt x="3581" y="2865"/>
                  </a:moveTo>
                  <a:lnTo>
                    <a:pt x="358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358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87" name="Graph element 180"/>
            <p:cNvSpPr/>
            <p:nvPr/>
          </p:nvSpPr>
          <p:spPr>
            <a:xfrm>
              <a:off x="1234056" y="1428869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88" name="Graph element 181"/>
            <p:cNvSpPr/>
            <p:nvPr/>
          </p:nvSpPr>
          <p:spPr>
            <a:xfrm>
              <a:off x="963681" y="1428869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89" name="Graph element 182"/>
            <p:cNvSpPr/>
            <p:nvPr/>
          </p:nvSpPr>
          <p:spPr>
            <a:xfrm>
              <a:off x="772510" y="1427856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90" name="Graph element 183"/>
            <p:cNvSpPr/>
            <p:nvPr/>
          </p:nvSpPr>
          <p:spPr>
            <a:xfrm>
              <a:off x="743861" y="1427856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91" name="Graph element 184"/>
            <p:cNvSpPr/>
            <p:nvPr/>
          </p:nvSpPr>
          <p:spPr>
            <a:xfrm>
              <a:off x="674029" y="1426066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0" y="3581"/>
                  </a:moveTo>
                  <a:lnTo>
                    <a:pt x="2026" y="5607"/>
                  </a:lnTo>
                  <a:lnTo>
                    <a:pt x="5607" y="2026"/>
                  </a:lnTo>
                  <a:lnTo>
                    <a:pt x="3581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92" name="Graph element 185"/>
            <p:cNvSpPr/>
            <p:nvPr/>
          </p:nvSpPr>
          <p:spPr>
            <a:xfrm>
              <a:off x="1291774" y="1422485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93" name="Graph element 186"/>
            <p:cNvSpPr/>
            <p:nvPr/>
          </p:nvSpPr>
          <p:spPr>
            <a:xfrm>
              <a:off x="1189711" y="1422485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94" name="Graph element 187"/>
            <p:cNvSpPr/>
            <p:nvPr/>
          </p:nvSpPr>
          <p:spPr>
            <a:xfrm>
              <a:off x="997702" y="1421707"/>
              <a:ext cx="2865" cy="7162"/>
            </a:xfrm>
            <a:custGeom>
              <a:avLst/>
              <a:gdLst/>
              <a:ahLst/>
              <a:cxnLst/>
              <a:rect l="0" t="0" r="r" b="b"/>
              <a:pathLst>
                <a:path w="2865" h="7162" stroke="0" extrusionOk="0">
                  <a:moveTo>
                    <a:pt x="0" y="7162"/>
                  </a:moveTo>
                  <a:lnTo>
                    <a:pt x="2865" y="7162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7162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95" name="Graph element 188"/>
            <p:cNvSpPr/>
            <p:nvPr/>
          </p:nvSpPr>
          <p:spPr>
            <a:xfrm>
              <a:off x="958729" y="1420694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96" name="Graph element 189"/>
            <p:cNvSpPr/>
            <p:nvPr/>
          </p:nvSpPr>
          <p:spPr>
            <a:xfrm>
              <a:off x="845923" y="1420694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97" name="Graph element 190"/>
            <p:cNvSpPr/>
            <p:nvPr/>
          </p:nvSpPr>
          <p:spPr>
            <a:xfrm>
              <a:off x="751024" y="1418904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3581" y="5607"/>
                  </a:moveTo>
                  <a:lnTo>
                    <a:pt x="5607" y="358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3581" y="5607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98" name="Graph element 191"/>
            <p:cNvSpPr/>
            <p:nvPr/>
          </p:nvSpPr>
          <p:spPr>
            <a:xfrm>
              <a:off x="811903" y="1417113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499" name="Graph element 192"/>
            <p:cNvSpPr/>
            <p:nvPr/>
          </p:nvSpPr>
          <p:spPr>
            <a:xfrm>
              <a:off x="952938" y="1416335"/>
              <a:ext cx="4236" cy="4594"/>
            </a:xfrm>
            <a:custGeom>
              <a:avLst/>
              <a:gdLst/>
              <a:ahLst/>
              <a:cxnLst/>
              <a:rect l="0" t="0" r="r" b="b"/>
              <a:pathLst>
                <a:path w="4236" h="4594" stroke="0" extrusionOk="0">
                  <a:moveTo>
                    <a:pt x="0" y="2384"/>
                  </a:moveTo>
                  <a:lnTo>
                    <a:pt x="2210" y="4594"/>
                  </a:lnTo>
                  <a:lnTo>
                    <a:pt x="4236" y="2568"/>
                  </a:lnTo>
                  <a:lnTo>
                    <a:pt x="2865" y="1197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2384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00" name="Graph element 193"/>
            <p:cNvSpPr/>
            <p:nvPr/>
          </p:nvSpPr>
          <p:spPr>
            <a:xfrm>
              <a:off x="778660" y="1417348"/>
              <a:ext cx="13004" cy="10743"/>
            </a:xfrm>
            <a:custGeom>
              <a:avLst/>
              <a:gdLst/>
              <a:ahLst/>
              <a:cxnLst/>
              <a:rect l="0" t="0" r="r" b="b"/>
              <a:pathLst>
                <a:path w="13004" h="10743" stroke="0" extrusionOk="0">
                  <a:moveTo>
                    <a:pt x="8175" y="0"/>
                  </a:moveTo>
                  <a:lnTo>
                    <a:pt x="8953" y="778"/>
                  </a:lnTo>
                  <a:lnTo>
                    <a:pt x="8595" y="1136"/>
                  </a:lnTo>
                  <a:lnTo>
                    <a:pt x="6804" y="1136"/>
                  </a:lnTo>
                  <a:lnTo>
                    <a:pt x="0" y="7940"/>
                  </a:lnTo>
                  <a:lnTo>
                    <a:pt x="2803" y="10743"/>
                  </a:lnTo>
                  <a:lnTo>
                    <a:pt x="4829" y="8718"/>
                  </a:lnTo>
                  <a:lnTo>
                    <a:pt x="4052" y="7940"/>
                  </a:lnTo>
                  <a:lnTo>
                    <a:pt x="4410" y="7582"/>
                  </a:lnTo>
                  <a:lnTo>
                    <a:pt x="6200" y="7582"/>
                  </a:lnTo>
                  <a:lnTo>
                    <a:pt x="13004" y="778"/>
                  </a:lnTo>
                  <a:lnTo>
                    <a:pt x="8175" y="0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01" name="Graph element 194"/>
            <p:cNvSpPr/>
            <p:nvPr/>
          </p:nvSpPr>
          <p:spPr>
            <a:xfrm>
              <a:off x="1218360" y="1413532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02" name="Graph element 195"/>
            <p:cNvSpPr/>
            <p:nvPr/>
          </p:nvSpPr>
          <p:spPr>
            <a:xfrm>
              <a:off x="1206839" y="1411322"/>
              <a:ext cx="7162" cy="2865"/>
            </a:xfrm>
            <a:custGeom>
              <a:avLst/>
              <a:gdLst/>
              <a:ahLst/>
              <a:cxnLst/>
              <a:rect l="0" t="0" r="r" b="b"/>
              <a:pathLst>
                <a:path w="7162" h="2865" stroke="0" extrusionOk="0">
                  <a:moveTo>
                    <a:pt x="7162" y="2865"/>
                  </a:moveTo>
                  <a:lnTo>
                    <a:pt x="7162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7162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03" name="Graph element 196"/>
            <p:cNvSpPr/>
            <p:nvPr/>
          </p:nvSpPr>
          <p:spPr>
            <a:xfrm>
              <a:off x="851295" y="1411741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04" name="Graph element 197"/>
            <p:cNvSpPr/>
            <p:nvPr/>
          </p:nvSpPr>
          <p:spPr>
            <a:xfrm>
              <a:off x="798591" y="1411322"/>
              <a:ext cx="10743" cy="4655"/>
            </a:xfrm>
            <a:custGeom>
              <a:avLst/>
              <a:gdLst/>
              <a:ahLst/>
              <a:cxnLst/>
              <a:rect l="0" t="0" r="r" b="b"/>
              <a:pathLst>
                <a:path w="10743" h="4655" stroke="0" extrusionOk="0">
                  <a:moveTo>
                    <a:pt x="4778" y="0"/>
                  </a:moveTo>
                  <a:lnTo>
                    <a:pt x="2988" y="1791"/>
                  </a:lnTo>
                  <a:lnTo>
                    <a:pt x="0" y="1791"/>
                  </a:lnTo>
                  <a:lnTo>
                    <a:pt x="0" y="4655"/>
                  </a:lnTo>
                  <a:lnTo>
                    <a:pt x="5965" y="4655"/>
                  </a:lnTo>
                  <a:lnTo>
                    <a:pt x="7756" y="2865"/>
                  </a:lnTo>
                  <a:lnTo>
                    <a:pt x="10743" y="2865"/>
                  </a:lnTo>
                  <a:lnTo>
                    <a:pt x="10743" y="0"/>
                  </a:lnTo>
                  <a:lnTo>
                    <a:pt x="4778" y="0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05" name="Graph element 198"/>
            <p:cNvSpPr/>
            <p:nvPr/>
          </p:nvSpPr>
          <p:spPr>
            <a:xfrm>
              <a:off x="1298516" y="1410964"/>
              <a:ext cx="2865" cy="3581"/>
            </a:xfrm>
            <a:custGeom>
              <a:avLst/>
              <a:gdLst/>
              <a:ahLst/>
              <a:cxnLst/>
              <a:rect l="0" t="0" r="r" b="b"/>
              <a:pathLst>
                <a:path w="2865" h="3581" stroke="0" extrusionOk="0">
                  <a:moveTo>
                    <a:pt x="0" y="3581"/>
                  </a:moveTo>
                  <a:lnTo>
                    <a:pt x="2865" y="358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06" name="Graph element 199"/>
            <p:cNvSpPr/>
            <p:nvPr/>
          </p:nvSpPr>
          <p:spPr>
            <a:xfrm>
              <a:off x="952938" y="1410964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07" name="Graph element 200"/>
            <p:cNvSpPr/>
            <p:nvPr/>
          </p:nvSpPr>
          <p:spPr>
            <a:xfrm>
              <a:off x="1173596" y="1408160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08" name="Graph element 201"/>
            <p:cNvSpPr/>
            <p:nvPr/>
          </p:nvSpPr>
          <p:spPr>
            <a:xfrm>
              <a:off x="793219" y="1407741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09" name="Graph element 202"/>
            <p:cNvSpPr/>
            <p:nvPr/>
          </p:nvSpPr>
          <p:spPr>
            <a:xfrm>
              <a:off x="844133" y="1406370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0" y="3581"/>
                  </a:moveTo>
                  <a:lnTo>
                    <a:pt x="2026" y="5607"/>
                  </a:lnTo>
                  <a:lnTo>
                    <a:pt x="5607" y="2026"/>
                  </a:lnTo>
                  <a:lnTo>
                    <a:pt x="3581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10" name="Graph element 203"/>
            <p:cNvSpPr/>
            <p:nvPr/>
          </p:nvSpPr>
          <p:spPr>
            <a:xfrm>
              <a:off x="1003493" y="1404579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0" y="3581"/>
                  </a:moveTo>
                  <a:lnTo>
                    <a:pt x="2026" y="5607"/>
                  </a:lnTo>
                  <a:lnTo>
                    <a:pt x="5607" y="2026"/>
                  </a:lnTo>
                  <a:lnTo>
                    <a:pt x="3581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11" name="Graph element 204"/>
            <p:cNvSpPr/>
            <p:nvPr/>
          </p:nvSpPr>
          <p:spPr>
            <a:xfrm>
              <a:off x="1298516" y="1403801"/>
              <a:ext cx="2865" cy="3581"/>
            </a:xfrm>
            <a:custGeom>
              <a:avLst/>
              <a:gdLst/>
              <a:ahLst/>
              <a:cxnLst/>
              <a:rect l="0" t="0" r="r" b="b"/>
              <a:pathLst>
                <a:path w="2865" h="3581" stroke="0" extrusionOk="0">
                  <a:moveTo>
                    <a:pt x="0" y="3581"/>
                  </a:moveTo>
                  <a:lnTo>
                    <a:pt x="2865" y="358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12" name="Graph element 205"/>
            <p:cNvSpPr/>
            <p:nvPr/>
          </p:nvSpPr>
          <p:spPr>
            <a:xfrm>
              <a:off x="1171386" y="1403801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13" name="Graph element 206"/>
            <p:cNvSpPr/>
            <p:nvPr/>
          </p:nvSpPr>
          <p:spPr>
            <a:xfrm>
              <a:off x="747023" y="1403801"/>
              <a:ext cx="2865" cy="8953"/>
            </a:xfrm>
            <a:custGeom>
              <a:avLst/>
              <a:gdLst/>
              <a:ahLst/>
              <a:cxnLst/>
              <a:rect l="0" t="0" r="r" b="b"/>
              <a:pathLst>
                <a:path w="2865" h="8953" stroke="0" extrusionOk="0">
                  <a:moveTo>
                    <a:pt x="0" y="8953"/>
                  </a:moveTo>
                  <a:lnTo>
                    <a:pt x="2865" y="8953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8953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14" name="Graph element 207"/>
            <p:cNvSpPr/>
            <p:nvPr/>
          </p:nvSpPr>
          <p:spPr>
            <a:xfrm>
              <a:off x="1251604" y="1397417"/>
              <a:ext cx="9966" cy="6026"/>
            </a:xfrm>
            <a:custGeom>
              <a:avLst/>
              <a:gdLst/>
              <a:ahLst/>
              <a:cxnLst/>
              <a:rect l="0" t="0" r="r" b="b"/>
              <a:pathLst>
                <a:path w="9966" h="6026" stroke="0" extrusionOk="0">
                  <a:moveTo>
                    <a:pt x="0" y="3162"/>
                  </a:moveTo>
                  <a:lnTo>
                    <a:pt x="0" y="6026"/>
                  </a:lnTo>
                  <a:lnTo>
                    <a:pt x="5965" y="6026"/>
                  </a:lnTo>
                  <a:lnTo>
                    <a:pt x="9966" y="2026"/>
                  </a:lnTo>
                  <a:lnTo>
                    <a:pt x="7940" y="0"/>
                  </a:lnTo>
                  <a:lnTo>
                    <a:pt x="4778" y="3162"/>
                  </a:lnTo>
                  <a:lnTo>
                    <a:pt x="0" y="3162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15" name="Graph element 208"/>
            <p:cNvSpPr/>
            <p:nvPr/>
          </p:nvSpPr>
          <p:spPr>
            <a:xfrm>
              <a:off x="1006655" y="139843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16" name="Graph element 209"/>
            <p:cNvSpPr/>
            <p:nvPr/>
          </p:nvSpPr>
          <p:spPr>
            <a:xfrm>
              <a:off x="1261334" y="1392045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17" name="Graph element 210"/>
            <p:cNvSpPr/>
            <p:nvPr/>
          </p:nvSpPr>
          <p:spPr>
            <a:xfrm>
              <a:off x="1112298" y="1391267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18" name="Graph element 211"/>
            <p:cNvSpPr/>
            <p:nvPr/>
          </p:nvSpPr>
          <p:spPr>
            <a:xfrm>
              <a:off x="942194" y="1391267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19" name="Graph element 212"/>
            <p:cNvSpPr/>
            <p:nvPr/>
          </p:nvSpPr>
          <p:spPr>
            <a:xfrm>
              <a:off x="751024" y="1390255"/>
              <a:ext cx="7397" cy="7397"/>
            </a:xfrm>
            <a:custGeom>
              <a:avLst/>
              <a:gdLst/>
              <a:ahLst/>
              <a:cxnLst/>
              <a:rect l="0" t="0" r="r" b="b"/>
              <a:pathLst>
                <a:path w="7397" h="7397" stroke="0" extrusionOk="0">
                  <a:moveTo>
                    <a:pt x="0" y="5372"/>
                  </a:moveTo>
                  <a:lnTo>
                    <a:pt x="2026" y="7397"/>
                  </a:lnTo>
                  <a:lnTo>
                    <a:pt x="7397" y="2026"/>
                  </a:lnTo>
                  <a:lnTo>
                    <a:pt x="5372" y="0"/>
                  </a:lnTo>
                  <a:lnTo>
                    <a:pt x="0" y="5372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20" name="Graph element 213"/>
            <p:cNvSpPr/>
            <p:nvPr/>
          </p:nvSpPr>
          <p:spPr>
            <a:xfrm>
              <a:off x="1171386" y="1389477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21" name="Graph element 214"/>
            <p:cNvSpPr/>
            <p:nvPr/>
          </p:nvSpPr>
          <p:spPr>
            <a:xfrm>
              <a:off x="1280253" y="1386254"/>
              <a:ext cx="3581" cy="2865"/>
            </a:xfrm>
            <a:custGeom>
              <a:avLst/>
              <a:gdLst/>
              <a:ahLst/>
              <a:cxnLst/>
              <a:rect l="0" t="0" r="r" b="b"/>
              <a:pathLst>
                <a:path w="3581" h="2865" stroke="0" extrusionOk="0">
                  <a:moveTo>
                    <a:pt x="3581" y="2865"/>
                  </a:moveTo>
                  <a:lnTo>
                    <a:pt x="358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358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22" name="Graph element 215"/>
            <p:cNvSpPr/>
            <p:nvPr/>
          </p:nvSpPr>
          <p:spPr>
            <a:xfrm>
              <a:off x="1274881" y="1386254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23" name="Graph element 216"/>
            <p:cNvSpPr/>
            <p:nvPr/>
          </p:nvSpPr>
          <p:spPr>
            <a:xfrm>
              <a:off x="1004864" y="1387686"/>
              <a:ext cx="2865" cy="5372"/>
            </a:xfrm>
            <a:custGeom>
              <a:avLst/>
              <a:gdLst/>
              <a:ahLst/>
              <a:cxnLst/>
              <a:rect l="0" t="0" r="r" b="b"/>
              <a:pathLst>
                <a:path w="2865" h="5372" stroke="0" extrusionOk="0">
                  <a:moveTo>
                    <a:pt x="0" y="5372"/>
                  </a:moveTo>
                  <a:lnTo>
                    <a:pt x="2865" y="5372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5372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24" name="Graph element 217"/>
            <p:cNvSpPr/>
            <p:nvPr/>
          </p:nvSpPr>
          <p:spPr>
            <a:xfrm>
              <a:off x="766361" y="1386254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25" name="Graph element 218"/>
            <p:cNvSpPr/>
            <p:nvPr/>
          </p:nvSpPr>
          <p:spPr>
            <a:xfrm>
              <a:off x="1306098" y="1381302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26" name="Graph element 219"/>
            <p:cNvSpPr/>
            <p:nvPr/>
          </p:nvSpPr>
          <p:spPr>
            <a:xfrm>
              <a:off x="1166434" y="1381302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27" name="Graph element 220"/>
            <p:cNvSpPr/>
            <p:nvPr/>
          </p:nvSpPr>
          <p:spPr>
            <a:xfrm>
              <a:off x="942194" y="1380524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28" name="Graph element 221"/>
            <p:cNvSpPr/>
            <p:nvPr/>
          </p:nvSpPr>
          <p:spPr>
            <a:xfrm>
              <a:off x="1160285" y="1377301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29" name="Graph element 222"/>
            <p:cNvSpPr/>
            <p:nvPr/>
          </p:nvSpPr>
          <p:spPr>
            <a:xfrm>
              <a:off x="1153123" y="1375510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30" name="Graph element 223"/>
            <p:cNvSpPr/>
            <p:nvPr/>
          </p:nvSpPr>
          <p:spPr>
            <a:xfrm>
              <a:off x="1008865" y="1375930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31" name="Graph element 224"/>
            <p:cNvSpPr/>
            <p:nvPr/>
          </p:nvSpPr>
          <p:spPr>
            <a:xfrm>
              <a:off x="820078" y="1375510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32" name="Graph element 225"/>
            <p:cNvSpPr/>
            <p:nvPr/>
          </p:nvSpPr>
          <p:spPr>
            <a:xfrm>
              <a:off x="1303888" y="1375152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33" name="Graph element 226"/>
            <p:cNvSpPr/>
            <p:nvPr/>
          </p:nvSpPr>
          <p:spPr>
            <a:xfrm>
              <a:off x="825450" y="1373720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34" name="Graph element 227"/>
            <p:cNvSpPr/>
            <p:nvPr/>
          </p:nvSpPr>
          <p:spPr>
            <a:xfrm>
              <a:off x="1105555" y="1372349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35" name="Graph element 228"/>
            <p:cNvSpPr/>
            <p:nvPr/>
          </p:nvSpPr>
          <p:spPr>
            <a:xfrm>
              <a:off x="937242" y="1372349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36" name="Graph element 229"/>
            <p:cNvSpPr/>
            <p:nvPr/>
          </p:nvSpPr>
          <p:spPr>
            <a:xfrm>
              <a:off x="800382" y="1371929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37" name="Graph element 230"/>
            <p:cNvSpPr/>
            <p:nvPr/>
          </p:nvSpPr>
          <p:spPr>
            <a:xfrm>
              <a:off x="776091" y="1370558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38" name="Graph element 231"/>
            <p:cNvSpPr/>
            <p:nvPr/>
          </p:nvSpPr>
          <p:spPr>
            <a:xfrm>
              <a:off x="1013817" y="1369781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39" name="Graph element 232"/>
            <p:cNvSpPr/>
            <p:nvPr/>
          </p:nvSpPr>
          <p:spPr>
            <a:xfrm>
              <a:off x="789638" y="1368348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40" name="Graph element 233"/>
            <p:cNvSpPr/>
            <p:nvPr/>
          </p:nvSpPr>
          <p:spPr>
            <a:xfrm>
              <a:off x="1146318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41" name="Graph element 234"/>
            <p:cNvSpPr/>
            <p:nvPr/>
          </p:nvSpPr>
          <p:spPr>
            <a:xfrm>
              <a:off x="922918" y="1366977"/>
              <a:ext cx="6385" cy="4236"/>
            </a:xfrm>
            <a:custGeom>
              <a:avLst/>
              <a:gdLst/>
              <a:ahLst/>
              <a:cxnLst/>
              <a:rect l="0" t="0" r="r" b="b"/>
              <a:pathLst>
                <a:path w="6385" h="4236" stroke="0" extrusionOk="0">
                  <a:moveTo>
                    <a:pt x="2210" y="4236"/>
                  </a:moveTo>
                  <a:lnTo>
                    <a:pt x="6385" y="4236"/>
                  </a:lnTo>
                  <a:lnTo>
                    <a:pt x="6385" y="1371"/>
                  </a:lnTo>
                  <a:lnTo>
                    <a:pt x="3397" y="137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2210" y="4236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42" name="Graph element 235"/>
            <p:cNvSpPr/>
            <p:nvPr/>
          </p:nvSpPr>
          <p:spPr>
            <a:xfrm>
              <a:off x="1303888" y="1366200"/>
              <a:ext cx="2865" cy="3581"/>
            </a:xfrm>
            <a:custGeom>
              <a:avLst/>
              <a:gdLst/>
              <a:ahLst/>
              <a:cxnLst/>
              <a:rect l="0" t="0" r="r" b="b"/>
              <a:pathLst>
                <a:path w="2865" h="3581" stroke="0" extrusionOk="0">
                  <a:moveTo>
                    <a:pt x="0" y="3581"/>
                  </a:moveTo>
                  <a:lnTo>
                    <a:pt x="2865" y="358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43" name="Graph element 236"/>
            <p:cNvSpPr/>
            <p:nvPr/>
          </p:nvSpPr>
          <p:spPr>
            <a:xfrm>
              <a:off x="906025" y="1357605"/>
              <a:ext cx="5372" cy="2865"/>
            </a:xfrm>
            <a:custGeom>
              <a:avLst/>
              <a:gdLst/>
              <a:ahLst/>
              <a:cxnLst/>
              <a:rect l="0" t="0" r="r" b="b"/>
              <a:pathLst>
                <a:path w="5372" h="2865" stroke="0" extrusionOk="0">
                  <a:moveTo>
                    <a:pt x="5372" y="2865"/>
                  </a:moveTo>
                  <a:lnTo>
                    <a:pt x="5372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5372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44" name="Graph element 237"/>
            <p:cNvSpPr/>
            <p:nvPr/>
          </p:nvSpPr>
          <p:spPr>
            <a:xfrm>
              <a:off x="1309679" y="1354443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45" name="Graph element 238"/>
            <p:cNvSpPr/>
            <p:nvPr/>
          </p:nvSpPr>
          <p:spPr>
            <a:xfrm>
              <a:off x="1142737" y="1355456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46" name="Graph element 239"/>
            <p:cNvSpPr/>
            <p:nvPr/>
          </p:nvSpPr>
          <p:spPr>
            <a:xfrm>
              <a:off x="1338328" y="1352653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47" name="Graph element 240"/>
            <p:cNvSpPr/>
            <p:nvPr/>
          </p:nvSpPr>
          <p:spPr>
            <a:xfrm>
              <a:off x="910384" y="1352653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48" name="Graph element 241"/>
            <p:cNvSpPr/>
            <p:nvPr/>
          </p:nvSpPr>
          <p:spPr>
            <a:xfrm>
              <a:off x="811903" y="1350862"/>
              <a:ext cx="7397" cy="7397"/>
            </a:xfrm>
            <a:custGeom>
              <a:avLst/>
              <a:gdLst/>
              <a:ahLst/>
              <a:cxnLst/>
              <a:rect l="0" t="0" r="r" b="b"/>
              <a:pathLst>
                <a:path w="7397" h="7397" stroke="0" extrusionOk="0">
                  <a:moveTo>
                    <a:pt x="0" y="5372"/>
                  </a:moveTo>
                  <a:lnTo>
                    <a:pt x="2026" y="7397"/>
                  </a:lnTo>
                  <a:lnTo>
                    <a:pt x="7397" y="2026"/>
                  </a:lnTo>
                  <a:lnTo>
                    <a:pt x="5372" y="0"/>
                  </a:lnTo>
                  <a:lnTo>
                    <a:pt x="0" y="5372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49" name="Graph element 242"/>
            <p:cNvSpPr/>
            <p:nvPr/>
          </p:nvSpPr>
          <p:spPr>
            <a:xfrm>
              <a:off x="1323226" y="1348652"/>
              <a:ext cx="7162" cy="2865"/>
            </a:xfrm>
            <a:custGeom>
              <a:avLst/>
              <a:gdLst/>
              <a:ahLst/>
              <a:cxnLst/>
              <a:rect l="0" t="0" r="r" b="b"/>
              <a:pathLst>
                <a:path w="7162" h="2865" stroke="0" extrusionOk="0">
                  <a:moveTo>
                    <a:pt x="7162" y="2865"/>
                  </a:moveTo>
                  <a:lnTo>
                    <a:pt x="7162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7162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50" name="Graph element 243"/>
            <p:cNvSpPr/>
            <p:nvPr/>
          </p:nvSpPr>
          <p:spPr>
            <a:xfrm>
              <a:off x="1210779" y="1348294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51" name="Graph element 244"/>
            <p:cNvSpPr/>
            <p:nvPr/>
          </p:nvSpPr>
          <p:spPr>
            <a:xfrm>
              <a:off x="1141366" y="1347281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52" name="Graph element 245"/>
            <p:cNvSpPr/>
            <p:nvPr/>
          </p:nvSpPr>
          <p:spPr>
            <a:xfrm>
              <a:off x="1008445" y="1348294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53" name="Graph element 246"/>
            <p:cNvSpPr/>
            <p:nvPr/>
          </p:nvSpPr>
          <p:spPr>
            <a:xfrm>
              <a:off x="1280253" y="1345071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54" name="Graph element 247"/>
            <p:cNvSpPr/>
            <p:nvPr/>
          </p:nvSpPr>
          <p:spPr>
            <a:xfrm>
              <a:off x="1274881" y="1345071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55" name="Graph element 248"/>
            <p:cNvSpPr/>
            <p:nvPr/>
          </p:nvSpPr>
          <p:spPr>
            <a:xfrm>
              <a:off x="1291774" y="1338328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56" name="Graph element 249"/>
            <p:cNvSpPr/>
            <p:nvPr/>
          </p:nvSpPr>
          <p:spPr>
            <a:xfrm>
              <a:off x="1097380" y="1334092"/>
              <a:ext cx="7039" cy="9843"/>
            </a:xfrm>
            <a:custGeom>
              <a:avLst/>
              <a:gdLst/>
              <a:ahLst/>
              <a:cxnLst/>
              <a:rect l="0" t="0" r="r" b="b"/>
              <a:pathLst>
                <a:path w="7039" h="9843" stroke="0" extrusionOk="0">
                  <a:moveTo>
                    <a:pt x="7039" y="0"/>
                  </a:moveTo>
                  <a:lnTo>
                    <a:pt x="0" y="7039"/>
                  </a:lnTo>
                  <a:lnTo>
                    <a:pt x="2803" y="9843"/>
                  </a:lnTo>
                  <a:lnTo>
                    <a:pt x="4829" y="7817"/>
                  </a:lnTo>
                  <a:lnTo>
                    <a:pt x="4052" y="7039"/>
                  </a:lnTo>
                  <a:lnTo>
                    <a:pt x="4410" y="6681"/>
                  </a:lnTo>
                  <a:lnTo>
                    <a:pt x="7039" y="6681"/>
                  </a:lnTo>
                  <a:lnTo>
                    <a:pt x="7039" y="0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57" name="Graph element 250"/>
            <p:cNvSpPr/>
            <p:nvPr/>
          </p:nvSpPr>
          <p:spPr>
            <a:xfrm>
              <a:off x="822227" y="1337551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58" name="Graph element 251"/>
            <p:cNvSpPr/>
            <p:nvPr/>
          </p:nvSpPr>
          <p:spPr>
            <a:xfrm>
              <a:off x="1210779" y="1333969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59" name="Graph element 252"/>
            <p:cNvSpPr/>
            <p:nvPr/>
          </p:nvSpPr>
          <p:spPr>
            <a:xfrm>
              <a:off x="1103764" y="1329375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0" y="3581"/>
                  </a:moveTo>
                  <a:lnTo>
                    <a:pt x="2026" y="5607"/>
                  </a:lnTo>
                  <a:lnTo>
                    <a:pt x="5607" y="2026"/>
                  </a:lnTo>
                  <a:lnTo>
                    <a:pt x="3581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60" name="Graph element 253"/>
            <p:cNvSpPr/>
            <p:nvPr/>
          </p:nvSpPr>
          <p:spPr>
            <a:xfrm>
              <a:off x="1252381" y="1324004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61" name="Graph element 254"/>
            <p:cNvSpPr/>
            <p:nvPr/>
          </p:nvSpPr>
          <p:spPr>
            <a:xfrm>
              <a:off x="689725" y="1325017"/>
              <a:ext cx="2865" cy="7162"/>
            </a:xfrm>
            <a:custGeom>
              <a:avLst/>
              <a:gdLst/>
              <a:ahLst/>
              <a:cxnLst/>
              <a:rect l="0" t="0" r="r" b="b"/>
              <a:pathLst>
                <a:path w="2865" h="7162" stroke="0" extrusionOk="0">
                  <a:moveTo>
                    <a:pt x="0" y="7162"/>
                  </a:moveTo>
                  <a:lnTo>
                    <a:pt x="2865" y="7162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7162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62" name="Graph element 255"/>
            <p:cNvSpPr/>
            <p:nvPr/>
          </p:nvSpPr>
          <p:spPr>
            <a:xfrm>
              <a:off x="870214" y="1321794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63" name="Graph element 256"/>
            <p:cNvSpPr/>
            <p:nvPr/>
          </p:nvSpPr>
          <p:spPr>
            <a:xfrm>
              <a:off x="754185" y="1321435"/>
              <a:ext cx="2865" cy="5372"/>
            </a:xfrm>
            <a:custGeom>
              <a:avLst/>
              <a:gdLst/>
              <a:ahLst/>
              <a:cxnLst/>
              <a:rect l="0" t="0" r="r" b="b"/>
              <a:pathLst>
                <a:path w="2865" h="5372" stroke="0" extrusionOk="0">
                  <a:moveTo>
                    <a:pt x="0" y="5372"/>
                  </a:moveTo>
                  <a:lnTo>
                    <a:pt x="2865" y="5372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5372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64" name="Graph element 257"/>
            <p:cNvSpPr/>
            <p:nvPr/>
          </p:nvSpPr>
          <p:spPr>
            <a:xfrm>
              <a:off x="1237279" y="1318212"/>
              <a:ext cx="3581" cy="2865"/>
            </a:xfrm>
            <a:custGeom>
              <a:avLst/>
              <a:gdLst/>
              <a:ahLst/>
              <a:cxnLst/>
              <a:rect l="0" t="0" r="r" b="b"/>
              <a:pathLst>
                <a:path w="3581" h="2865" stroke="0" extrusionOk="0">
                  <a:moveTo>
                    <a:pt x="3581" y="2865"/>
                  </a:moveTo>
                  <a:lnTo>
                    <a:pt x="358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358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65" name="Graph element 258"/>
            <p:cNvSpPr/>
            <p:nvPr/>
          </p:nvSpPr>
          <p:spPr>
            <a:xfrm>
              <a:off x="943985" y="1319645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66" name="Graph element 259"/>
            <p:cNvSpPr/>
            <p:nvPr/>
          </p:nvSpPr>
          <p:spPr>
            <a:xfrm>
              <a:off x="453371" y="1319645"/>
              <a:ext cx="2865" cy="7162"/>
            </a:xfrm>
            <a:custGeom>
              <a:avLst/>
              <a:gdLst/>
              <a:ahLst/>
              <a:cxnLst/>
              <a:rect l="0" t="0" r="r" b="b"/>
              <a:pathLst>
                <a:path w="2865" h="7162" stroke="0" extrusionOk="0">
                  <a:moveTo>
                    <a:pt x="0" y="7162"/>
                  </a:moveTo>
                  <a:lnTo>
                    <a:pt x="2865" y="7162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7162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67" name="Graph element 260"/>
            <p:cNvSpPr/>
            <p:nvPr/>
          </p:nvSpPr>
          <p:spPr>
            <a:xfrm>
              <a:off x="1148529" y="1316841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0" y="3581"/>
                  </a:moveTo>
                  <a:lnTo>
                    <a:pt x="2026" y="5607"/>
                  </a:lnTo>
                  <a:lnTo>
                    <a:pt x="5607" y="2026"/>
                  </a:lnTo>
                  <a:lnTo>
                    <a:pt x="3581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68" name="Graph element 261"/>
            <p:cNvSpPr/>
            <p:nvPr/>
          </p:nvSpPr>
          <p:spPr>
            <a:xfrm>
              <a:off x="787848" y="1314631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69" name="Graph element 262"/>
            <p:cNvSpPr/>
            <p:nvPr/>
          </p:nvSpPr>
          <p:spPr>
            <a:xfrm>
              <a:off x="1019188" y="1307111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70" name="Graph element 263"/>
            <p:cNvSpPr/>
            <p:nvPr/>
          </p:nvSpPr>
          <p:spPr>
            <a:xfrm>
              <a:off x="1200455" y="1304308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3581" y="5607"/>
                  </a:moveTo>
                  <a:lnTo>
                    <a:pt x="5607" y="358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3581" y="5607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71" name="Graph element 264"/>
            <p:cNvSpPr/>
            <p:nvPr/>
          </p:nvSpPr>
          <p:spPr>
            <a:xfrm>
              <a:off x="702259" y="130532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72" name="Graph element 265"/>
            <p:cNvSpPr/>
            <p:nvPr/>
          </p:nvSpPr>
          <p:spPr>
            <a:xfrm>
              <a:off x="752395" y="1283834"/>
              <a:ext cx="2865" cy="3581"/>
            </a:xfrm>
            <a:custGeom>
              <a:avLst/>
              <a:gdLst/>
              <a:ahLst/>
              <a:cxnLst/>
              <a:rect l="0" t="0" r="r" b="b"/>
              <a:pathLst>
                <a:path w="2865" h="3581" stroke="0" extrusionOk="0">
                  <a:moveTo>
                    <a:pt x="0" y="3581"/>
                  </a:moveTo>
                  <a:lnTo>
                    <a:pt x="2865" y="358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73" name="Graph element 266"/>
            <p:cNvSpPr/>
            <p:nvPr/>
          </p:nvSpPr>
          <p:spPr>
            <a:xfrm>
              <a:off x="635650" y="1280611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74" name="Graph element 267"/>
            <p:cNvSpPr/>
            <p:nvPr/>
          </p:nvSpPr>
          <p:spPr>
            <a:xfrm>
              <a:off x="1022770" y="1274881"/>
              <a:ext cx="2865" cy="3581"/>
            </a:xfrm>
            <a:custGeom>
              <a:avLst/>
              <a:gdLst/>
              <a:ahLst/>
              <a:cxnLst/>
              <a:rect l="0" t="0" r="r" b="b"/>
              <a:pathLst>
                <a:path w="2865" h="3581" stroke="0" extrusionOk="0">
                  <a:moveTo>
                    <a:pt x="0" y="3581"/>
                  </a:moveTo>
                  <a:lnTo>
                    <a:pt x="2865" y="358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75" name="Graph element 268"/>
            <p:cNvSpPr/>
            <p:nvPr/>
          </p:nvSpPr>
          <p:spPr>
            <a:xfrm>
              <a:off x="1122683" y="1271658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76" name="Graph element 269"/>
            <p:cNvSpPr/>
            <p:nvPr/>
          </p:nvSpPr>
          <p:spPr>
            <a:xfrm>
              <a:off x="1104777" y="1268077"/>
              <a:ext cx="3581" cy="2865"/>
            </a:xfrm>
            <a:custGeom>
              <a:avLst/>
              <a:gdLst/>
              <a:ahLst/>
              <a:cxnLst/>
              <a:rect l="0" t="0" r="r" b="b"/>
              <a:pathLst>
                <a:path w="3581" h="2865" stroke="0" extrusionOk="0">
                  <a:moveTo>
                    <a:pt x="3581" y="2865"/>
                  </a:moveTo>
                  <a:lnTo>
                    <a:pt x="358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358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77" name="Graph element 270"/>
            <p:cNvSpPr/>
            <p:nvPr/>
          </p:nvSpPr>
          <p:spPr>
            <a:xfrm>
              <a:off x="745652" y="1268496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78" name="Graph element 271"/>
            <p:cNvSpPr/>
            <p:nvPr/>
          </p:nvSpPr>
          <p:spPr>
            <a:xfrm>
              <a:off x="832970" y="1265928"/>
              <a:ext cx="2865" cy="3581"/>
            </a:xfrm>
            <a:custGeom>
              <a:avLst/>
              <a:gdLst/>
              <a:ahLst/>
              <a:cxnLst/>
              <a:rect l="0" t="0" r="r" b="b"/>
              <a:pathLst>
                <a:path w="2865" h="3581" stroke="0" extrusionOk="0">
                  <a:moveTo>
                    <a:pt x="0" y="3581"/>
                  </a:moveTo>
                  <a:lnTo>
                    <a:pt x="2865" y="358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79" name="Graph element 272"/>
            <p:cNvSpPr/>
            <p:nvPr/>
          </p:nvSpPr>
          <p:spPr>
            <a:xfrm>
              <a:off x="768152" y="1262705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80" name="Graph element 273"/>
            <p:cNvSpPr/>
            <p:nvPr/>
          </p:nvSpPr>
          <p:spPr>
            <a:xfrm>
              <a:off x="762780" y="1262705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81" name="Graph element 274"/>
            <p:cNvSpPr/>
            <p:nvPr/>
          </p:nvSpPr>
          <p:spPr>
            <a:xfrm>
              <a:off x="1026770" y="1261334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0" y="3581"/>
                  </a:moveTo>
                  <a:lnTo>
                    <a:pt x="2026" y="5607"/>
                  </a:lnTo>
                  <a:lnTo>
                    <a:pt x="5607" y="2026"/>
                  </a:lnTo>
                  <a:lnTo>
                    <a:pt x="3581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82" name="Graph element 275"/>
            <p:cNvSpPr/>
            <p:nvPr/>
          </p:nvSpPr>
          <p:spPr>
            <a:xfrm>
              <a:off x="1025993" y="1255543"/>
              <a:ext cx="5372" cy="2865"/>
            </a:xfrm>
            <a:custGeom>
              <a:avLst/>
              <a:gdLst/>
              <a:ahLst/>
              <a:cxnLst/>
              <a:rect l="0" t="0" r="r" b="b"/>
              <a:pathLst>
                <a:path w="5372" h="2865" stroke="0" extrusionOk="0">
                  <a:moveTo>
                    <a:pt x="5372" y="2865"/>
                  </a:moveTo>
                  <a:lnTo>
                    <a:pt x="5372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5372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83" name="Graph element 276"/>
            <p:cNvSpPr/>
            <p:nvPr/>
          </p:nvSpPr>
          <p:spPr>
            <a:xfrm>
              <a:off x="749233" y="1255962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84" name="Graph element 277"/>
            <p:cNvSpPr/>
            <p:nvPr/>
          </p:nvSpPr>
          <p:spPr>
            <a:xfrm>
              <a:off x="1139156" y="1255185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85" name="Graph element 278"/>
            <p:cNvSpPr/>
            <p:nvPr/>
          </p:nvSpPr>
          <p:spPr>
            <a:xfrm>
              <a:off x="1017817" y="1252381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86" name="Graph element 279"/>
            <p:cNvSpPr/>
            <p:nvPr/>
          </p:nvSpPr>
          <p:spPr>
            <a:xfrm>
              <a:off x="867410" y="1250591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87" name="Graph element 280"/>
            <p:cNvSpPr/>
            <p:nvPr/>
          </p:nvSpPr>
          <p:spPr>
            <a:xfrm>
              <a:off x="838761" y="1250591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88" name="Graph element 281"/>
            <p:cNvSpPr/>
            <p:nvPr/>
          </p:nvSpPr>
          <p:spPr>
            <a:xfrm>
              <a:off x="1012446" y="1247009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89" name="Graph element 282"/>
            <p:cNvSpPr/>
            <p:nvPr/>
          </p:nvSpPr>
          <p:spPr>
            <a:xfrm>
              <a:off x="743442" y="1242651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90" name="Graph element 283"/>
            <p:cNvSpPr/>
            <p:nvPr/>
          </p:nvSpPr>
          <p:spPr>
            <a:xfrm>
              <a:off x="739503" y="1239428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91" name="Graph element 284"/>
            <p:cNvSpPr/>
            <p:nvPr/>
          </p:nvSpPr>
          <p:spPr>
            <a:xfrm>
              <a:off x="618522" y="1239847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92" name="Graph element 285"/>
            <p:cNvSpPr/>
            <p:nvPr/>
          </p:nvSpPr>
          <p:spPr>
            <a:xfrm>
              <a:off x="1260556" y="1235847"/>
              <a:ext cx="7162" cy="2865"/>
            </a:xfrm>
            <a:custGeom>
              <a:avLst/>
              <a:gdLst/>
              <a:ahLst/>
              <a:cxnLst/>
              <a:rect l="0" t="0" r="r" b="b"/>
              <a:pathLst>
                <a:path w="7162" h="2865" stroke="0" extrusionOk="0">
                  <a:moveTo>
                    <a:pt x="7162" y="2865"/>
                  </a:moveTo>
                  <a:lnTo>
                    <a:pt x="7162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7162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93" name="Graph element 286"/>
            <p:cNvSpPr/>
            <p:nvPr/>
          </p:nvSpPr>
          <p:spPr>
            <a:xfrm>
              <a:off x="1010236" y="1235488"/>
              <a:ext cx="2865" cy="7162"/>
            </a:xfrm>
            <a:custGeom>
              <a:avLst/>
              <a:gdLst/>
              <a:ahLst/>
              <a:cxnLst/>
              <a:rect l="0" t="0" r="r" b="b"/>
              <a:pathLst>
                <a:path w="2865" h="7162" stroke="0" extrusionOk="0">
                  <a:moveTo>
                    <a:pt x="0" y="7162"/>
                  </a:moveTo>
                  <a:lnTo>
                    <a:pt x="2865" y="7162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7162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94" name="Graph element 287"/>
            <p:cNvSpPr/>
            <p:nvPr/>
          </p:nvSpPr>
          <p:spPr>
            <a:xfrm>
              <a:off x="633859" y="1234056"/>
              <a:ext cx="5372" cy="2865"/>
            </a:xfrm>
            <a:custGeom>
              <a:avLst/>
              <a:gdLst/>
              <a:ahLst/>
              <a:cxnLst/>
              <a:rect l="0" t="0" r="r" b="b"/>
              <a:pathLst>
                <a:path w="5372" h="2865" stroke="0" extrusionOk="0">
                  <a:moveTo>
                    <a:pt x="5372" y="2865"/>
                  </a:moveTo>
                  <a:lnTo>
                    <a:pt x="5372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5372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95" name="Graph element 288"/>
            <p:cNvSpPr/>
            <p:nvPr/>
          </p:nvSpPr>
          <p:spPr>
            <a:xfrm>
              <a:off x="1247009" y="1229104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96" name="Graph element 289"/>
            <p:cNvSpPr/>
            <p:nvPr/>
          </p:nvSpPr>
          <p:spPr>
            <a:xfrm>
              <a:off x="2075262" y="1226894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97" name="Graph element 290"/>
            <p:cNvSpPr/>
            <p:nvPr/>
          </p:nvSpPr>
          <p:spPr>
            <a:xfrm>
              <a:off x="1044256" y="1228326"/>
              <a:ext cx="4655" cy="7162"/>
            </a:xfrm>
            <a:custGeom>
              <a:avLst/>
              <a:gdLst/>
              <a:ahLst/>
              <a:cxnLst/>
              <a:rect l="0" t="0" r="r" b="b"/>
              <a:pathLst>
                <a:path w="4655" h="7162" stroke="0" extrusionOk="0">
                  <a:moveTo>
                    <a:pt x="0" y="4174"/>
                  </a:moveTo>
                  <a:lnTo>
                    <a:pt x="1791" y="5965"/>
                  </a:lnTo>
                  <a:lnTo>
                    <a:pt x="1791" y="7162"/>
                  </a:lnTo>
                  <a:lnTo>
                    <a:pt x="4655" y="7162"/>
                  </a:lnTo>
                  <a:lnTo>
                    <a:pt x="4655" y="4778"/>
                  </a:lnTo>
                  <a:lnTo>
                    <a:pt x="2865" y="2988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4174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98" name="Graph element 291"/>
            <p:cNvSpPr/>
            <p:nvPr/>
          </p:nvSpPr>
          <p:spPr>
            <a:xfrm>
              <a:off x="1014236" y="1223732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0" y="3581"/>
                  </a:moveTo>
                  <a:lnTo>
                    <a:pt x="2026" y="5607"/>
                  </a:lnTo>
                  <a:lnTo>
                    <a:pt x="5607" y="2026"/>
                  </a:lnTo>
                  <a:lnTo>
                    <a:pt x="3581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599" name="Graph element 292"/>
            <p:cNvSpPr/>
            <p:nvPr/>
          </p:nvSpPr>
          <p:spPr>
            <a:xfrm>
              <a:off x="2095736" y="1221942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00" name="Graph element 293"/>
            <p:cNvSpPr/>
            <p:nvPr/>
          </p:nvSpPr>
          <p:spPr>
            <a:xfrm>
              <a:off x="2067087" y="1221942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01" name="Graph element 294"/>
            <p:cNvSpPr/>
            <p:nvPr/>
          </p:nvSpPr>
          <p:spPr>
            <a:xfrm>
              <a:off x="1027783" y="1219731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02" name="Graph element 295"/>
            <p:cNvSpPr/>
            <p:nvPr/>
          </p:nvSpPr>
          <p:spPr>
            <a:xfrm>
              <a:off x="1185711" y="1215792"/>
              <a:ext cx="2865" cy="7162"/>
            </a:xfrm>
            <a:custGeom>
              <a:avLst/>
              <a:gdLst/>
              <a:ahLst/>
              <a:cxnLst/>
              <a:rect l="0" t="0" r="r" b="b"/>
              <a:pathLst>
                <a:path w="2865" h="7162" stroke="0" extrusionOk="0">
                  <a:moveTo>
                    <a:pt x="0" y="7162"/>
                  </a:moveTo>
                  <a:lnTo>
                    <a:pt x="2865" y="7162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7162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03" name="Graph element 296"/>
            <p:cNvSpPr/>
            <p:nvPr/>
          </p:nvSpPr>
          <p:spPr>
            <a:xfrm>
              <a:off x="1923842" y="1212989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04" name="Graph element 297"/>
            <p:cNvSpPr/>
            <p:nvPr/>
          </p:nvSpPr>
          <p:spPr>
            <a:xfrm>
              <a:off x="1285982" y="1214002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05" name="Graph element 298"/>
            <p:cNvSpPr/>
            <p:nvPr/>
          </p:nvSpPr>
          <p:spPr>
            <a:xfrm>
              <a:off x="1882659" y="1209408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06" name="Graph element 299"/>
            <p:cNvSpPr/>
            <p:nvPr/>
          </p:nvSpPr>
          <p:spPr>
            <a:xfrm>
              <a:off x="1186130" y="1205827"/>
              <a:ext cx="4236" cy="4594"/>
            </a:xfrm>
            <a:custGeom>
              <a:avLst/>
              <a:gdLst/>
              <a:ahLst/>
              <a:cxnLst/>
              <a:rect l="0" t="0" r="r" b="b"/>
              <a:pathLst>
                <a:path w="4236" h="4594" stroke="0" extrusionOk="0">
                  <a:moveTo>
                    <a:pt x="1371" y="3397"/>
                  </a:moveTo>
                  <a:lnTo>
                    <a:pt x="1371" y="4594"/>
                  </a:lnTo>
                  <a:lnTo>
                    <a:pt x="4236" y="4594"/>
                  </a:lnTo>
                  <a:lnTo>
                    <a:pt x="4236" y="2210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371" y="3397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07" name="Graph element 300"/>
            <p:cNvSpPr/>
            <p:nvPr/>
          </p:nvSpPr>
          <p:spPr>
            <a:xfrm>
              <a:off x="2102479" y="1205049"/>
              <a:ext cx="2865" cy="7162"/>
            </a:xfrm>
            <a:custGeom>
              <a:avLst/>
              <a:gdLst/>
              <a:ahLst/>
              <a:cxnLst/>
              <a:rect l="0" t="0" r="r" b="b"/>
              <a:pathLst>
                <a:path w="2865" h="7162" stroke="0" extrusionOk="0">
                  <a:moveTo>
                    <a:pt x="0" y="7162"/>
                  </a:moveTo>
                  <a:lnTo>
                    <a:pt x="2865" y="7162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7162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08" name="Graph element 301"/>
            <p:cNvSpPr/>
            <p:nvPr/>
          </p:nvSpPr>
          <p:spPr>
            <a:xfrm>
              <a:off x="2061296" y="1205049"/>
              <a:ext cx="2865" cy="8953"/>
            </a:xfrm>
            <a:custGeom>
              <a:avLst/>
              <a:gdLst/>
              <a:ahLst/>
              <a:cxnLst/>
              <a:rect l="0" t="0" r="r" b="b"/>
              <a:pathLst>
                <a:path w="2865" h="8953" stroke="0" extrusionOk="0">
                  <a:moveTo>
                    <a:pt x="0" y="8953"/>
                  </a:moveTo>
                  <a:lnTo>
                    <a:pt x="2865" y="8953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8953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09" name="Graph element 302"/>
            <p:cNvSpPr/>
            <p:nvPr/>
          </p:nvSpPr>
          <p:spPr>
            <a:xfrm>
              <a:off x="337404" y="1202245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10" name="Graph element 303"/>
            <p:cNvSpPr/>
            <p:nvPr/>
          </p:nvSpPr>
          <p:spPr>
            <a:xfrm>
              <a:off x="301592" y="1202245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11" name="Graph element 304"/>
            <p:cNvSpPr/>
            <p:nvPr/>
          </p:nvSpPr>
          <p:spPr>
            <a:xfrm>
              <a:off x="1221522" y="1201468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12" name="Graph element 305"/>
            <p:cNvSpPr/>
            <p:nvPr/>
          </p:nvSpPr>
          <p:spPr>
            <a:xfrm>
              <a:off x="1179981" y="1200035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13" name="Graph element 306"/>
            <p:cNvSpPr/>
            <p:nvPr/>
          </p:nvSpPr>
          <p:spPr>
            <a:xfrm>
              <a:off x="718016" y="1198245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14" name="Graph element 307"/>
            <p:cNvSpPr/>
            <p:nvPr/>
          </p:nvSpPr>
          <p:spPr>
            <a:xfrm>
              <a:off x="2099317" y="1196874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15" name="Graph element 308"/>
            <p:cNvSpPr/>
            <p:nvPr/>
          </p:nvSpPr>
          <p:spPr>
            <a:xfrm>
              <a:off x="1278820" y="1194664"/>
              <a:ext cx="6681" cy="6681"/>
            </a:xfrm>
            <a:custGeom>
              <a:avLst/>
              <a:gdLst/>
              <a:ahLst/>
              <a:cxnLst/>
              <a:rect l="0" t="0" r="r" b="b"/>
              <a:pathLst>
                <a:path w="6681" h="6681" stroke="0" extrusionOk="0">
                  <a:moveTo>
                    <a:pt x="0" y="0"/>
                  </a:moveTo>
                  <a:lnTo>
                    <a:pt x="0" y="6681"/>
                  </a:lnTo>
                  <a:lnTo>
                    <a:pt x="668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16" name="Graph element 309"/>
            <p:cNvSpPr/>
            <p:nvPr/>
          </p:nvSpPr>
          <p:spPr>
            <a:xfrm>
              <a:off x="833389" y="1195083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17" name="Graph element 310"/>
            <p:cNvSpPr/>
            <p:nvPr/>
          </p:nvSpPr>
          <p:spPr>
            <a:xfrm>
              <a:off x="1932376" y="1192515"/>
              <a:ext cx="2865" cy="5372"/>
            </a:xfrm>
            <a:custGeom>
              <a:avLst/>
              <a:gdLst/>
              <a:ahLst/>
              <a:cxnLst/>
              <a:rect l="0" t="0" r="r" b="b"/>
              <a:pathLst>
                <a:path w="2865" h="5372" stroke="0" extrusionOk="0">
                  <a:moveTo>
                    <a:pt x="0" y="5372"/>
                  </a:moveTo>
                  <a:lnTo>
                    <a:pt x="2865" y="5372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5372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18" name="Graph element 311"/>
            <p:cNvSpPr/>
            <p:nvPr/>
          </p:nvSpPr>
          <p:spPr>
            <a:xfrm>
              <a:off x="1022770" y="1192515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19" name="Graph element 312"/>
            <p:cNvSpPr/>
            <p:nvPr/>
          </p:nvSpPr>
          <p:spPr>
            <a:xfrm>
              <a:off x="1298158" y="1187501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20" name="Graph element 313"/>
            <p:cNvSpPr/>
            <p:nvPr/>
          </p:nvSpPr>
          <p:spPr>
            <a:xfrm>
              <a:off x="673252" y="1183920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21" name="Graph element 314"/>
            <p:cNvSpPr/>
            <p:nvPr/>
          </p:nvSpPr>
          <p:spPr>
            <a:xfrm>
              <a:off x="607001" y="1183920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22" name="Graph element 315"/>
            <p:cNvSpPr/>
            <p:nvPr/>
          </p:nvSpPr>
          <p:spPr>
            <a:xfrm>
              <a:off x="345937" y="1183562"/>
              <a:ext cx="2865" cy="3581"/>
            </a:xfrm>
            <a:custGeom>
              <a:avLst/>
              <a:gdLst/>
              <a:ahLst/>
              <a:cxnLst/>
              <a:rect l="0" t="0" r="r" b="b"/>
              <a:pathLst>
                <a:path w="2865" h="3581" stroke="0" extrusionOk="0">
                  <a:moveTo>
                    <a:pt x="0" y="3581"/>
                  </a:moveTo>
                  <a:lnTo>
                    <a:pt x="2865" y="358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23" name="Graph element 316"/>
            <p:cNvSpPr/>
            <p:nvPr/>
          </p:nvSpPr>
          <p:spPr>
            <a:xfrm>
              <a:off x="294010" y="1183562"/>
              <a:ext cx="2865" cy="3581"/>
            </a:xfrm>
            <a:custGeom>
              <a:avLst/>
              <a:gdLst/>
              <a:ahLst/>
              <a:cxnLst/>
              <a:rect l="0" t="0" r="r" b="b"/>
              <a:pathLst>
                <a:path w="2865" h="3581" stroke="0" extrusionOk="0">
                  <a:moveTo>
                    <a:pt x="0" y="3581"/>
                  </a:moveTo>
                  <a:lnTo>
                    <a:pt x="2865" y="358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24" name="Graph element 317"/>
            <p:cNvSpPr/>
            <p:nvPr/>
          </p:nvSpPr>
          <p:spPr>
            <a:xfrm>
              <a:off x="593454" y="1177178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25" name="Graph element 318"/>
            <p:cNvSpPr/>
            <p:nvPr/>
          </p:nvSpPr>
          <p:spPr>
            <a:xfrm>
              <a:off x="1884450" y="1173596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0" y="3581"/>
                  </a:moveTo>
                  <a:lnTo>
                    <a:pt x="2026" y="5607"/>
                  </a:lnTo>
                  <a:lnTo>
                    <a:pt x="5607" y="2026"/>
                  </a:lnTo>
                  <a:lnTo>
                    <a:pt x="3581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26" name="Graph element 319"/>
            <p:cNvSpPr/>
            <p:nvPr/>
          </p:nvSpPr>
          <p:spPr>
            <a:xfrm>
              <a:off x="1124832" y="1165656"/>
              <a:ext cx="2865" cy="3581"/>
            </a:xfrm>
            <a:custGeom>
              <a:avLst/>
              <a:gdLst/>
              <a:ahLst/>
              <a:cxnLst/>
              <a:rect l="0" t="0" r="r" b="b"/>
              <a:pathLst>
                <a:path w="2865" h="3581" stroke="0" extrusionOk="0">
                  <a:moveTo>
                    <a:pt x="0" y="3581"/>
                  </a:moveTo>
                  <a:lnTo>
                    <a:pt x="2865" y="358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27" name="Graph element 320"/>
            <p:cNvSpPr/>
            <p:nvPr/>
          </p:nvSpPr>
          <p:spPr>
            <a:xfrm>
              <a:off x="337404" y="1164644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28" name="Graph element 321"/>
            <p:cNvSpPr/>
            <p:nvPr/>
          </p:nvSpPr>
          <p:spPr>
            <a:xfrm>
              <a:off x="1198664" y="1162853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29" name="Graph element 322"/>
            <p:cNvSpPr/>
            <p:nvPr/>
          </p:nvSpPr>
          <p:spPr>
            <a:xfrm>
              <a:off x="1017398" y="1163866"/>
              <a:ext cx="2865" cy="5372"/>
            </a:xfrm>
            <a:custGeom>
              <a:avLst/>
              <a:gdLst/>
              <a:ahLst/>
              <a:cxnLst/>
              <a:rect l="0" t="0" r="r" b="b"/>
              <a:pathLst>
                <a:path w="2865" h="5372" stroke="0" extrusionOk="0">
                  <a:moveTo>
                    <a:pt x="0" y="5372"/>
                  </a:moveTo>
                  <a:lnTo>
                    <a:pt x="2865" y="5372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5372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30" name="Graph element 323"/>
            <p:cNvSpPr/>
            <p:nvPr/>
          </p:nvSpPr>
          <p:spPr>
            <a:xfrm>
              <a:off x="1205049" y="1158852"/>
              <a:ext cx="5372" cy="2865"/>
            </a:xfrm>
            <a:custGeom>
              <a:avLst/>
              <a:gdLst/>
              <a:ahLst/>
              <a:cxnLst/>
              <a:rect l="0" t="0" r="r" b="b"/>
              <a:pathLst>
                <a:path w="5372" h="2865" stroke="0" extrusionOk="0">
                  <a:moveTo>
                    <a:pt x="5372" y="2865"/>
                  </a:moveTo>
                  <a:lnTo>
                    <a:pt x="5372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5372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31" name="Graph element 324"/>
            <p:cNvSpPr/>
            <p:nvPr/>
          </p:nvSpPr>
          <p:spPr>
            <a:xfrm>
              <a:off x="804321" y="1160285"/>
              <a:ext cx="2865" cy="3581"/>
            </a:xfrm>
            <a:custGeom>
              <a:avLst/>
              <a:gdLst/>
              <a:ahLst/>
              <a:cxnLst/>
              <a:rect l="0" t="0" r="r" b="b"/>
              <a:pathLst>
                <a:path w="2865" h="3581" stroke="0" extrusionOk="0">
                  <a:moveTo>
                    <a:pt x="0" y="3581"/>
                  </a:moveTo>
                  <a:lnTo>
                    <a:pt x="2865" y="358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32" name="Graph element 325"/>
            <p:cNvSpPr/>
            <p:nvPr/>
          </p:nvSpPr>
          <p:spPr>
            <a:xfrm>
              <a:off x="734131" y="1158852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33" name="Graph element 326"/>
            <p:cNvSpPr/>
            <p:nvPr/>
          </p:nvSpPr>
          <p:spPr>
            <a:xfrm>
              <a:off x="634217" y="1158494"/>
              <a:ext cx="2865" cy="7162"/>
            </a:xfrm>
            <a:custGeom>
              <a:avLst/>
              <a:gdLst/>
              <a:ahLst/>
              <a:cxnLst/>
              <a:rect l="0" t="0" r="r" b="b"/>
              <a:pathLst>
                <a:path w="2865" h="7162" stroke="0" extrusionOk="0">
                  <a:moveTo>
                    <a:pt x="0" y="7162"/>
                  </a:moveTo>
                  <a:lnTo>
                    <a:pt x="2865" y="7162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7162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34" name="Graph element 327"/>
            <p:cNvSpPr/>
            <p:nvPr/>
          </p:nvSpPr>
          <p:spPr>
            <a:xfrm>
              <a:off x="1414903" y="1156704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35" name="Graph element 328"/>
            <p:cNvSpPr/>
            <p:nvPr/>
          </p:nvSpPr>
          <p:spPr>
            <a:xfrm>
              <a:off x="1367990" y="1151690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36" name="Graph element 329"/>
            <p:cNvSpPr/>
            <p:nvPr/>
          </p:nvSpPr>
          <p:spPr>
            <a:xfrm>
              <a:off x="1128413" y="1153123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37" name="Graph element 330"/>
            <p:cNvSpPr/>
            <p:nvPr/>
          </p:nvSpPr>
          <p:spPr>
            <a:xfrm>
              <a:off x="2077053" y="1149900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38" name="Graph element 331"/>
            <p:cNvSpPr/>
            <p:nvPr/>
          </p:nvSpPr>
          <p:spPr>
            <a:xfrm>
              <a:off x="1280253" y="1148109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39" name="Graph element 332"/>
            <p:cNvSpPr/>
            <p:nvPr/>
          </p:nvSpPr>
          <p:spPr>
            <a:xfrm>
              <a:off x="1313260" y="1146738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40" name="Graph element 333"/>
            <p:cNvSpPr/>
            <p:nvPr/>
          </p:nvSpPr>
          <p:spPr>
            <a:xfrm>
              <a:off x="1408160" y="1144947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41" name="Graph element 334"/>
            <p:cNvSpPr/>
            <p:nvPr/>
          </p:nvSpPr>
          <p:spPr>
            <a:xfrm>
              <a:off x="1301739" y="1140947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42" name="Graph element 335"/>
            <p:cNvSpPr/>
            <p:nvPr/>
          </p:nvSpPr>
          <p:spPr>
            <a:xfrm>
              <a:off x="1294577" y="1140947"/>
              <a:ext cx="3581" cy="2865"/>
            </a:xfrm>
            <a:custGeom>
              <a:avLst/>
              <a:gdLst/>
              <a:ahLst/>
              <a:cxnLst/>
              <a:rect l="0" t="0" r="r" b="b"/>
              <a:pathLst>
                <a:path w="3581" h="2865" stroke="0" extrusionOk="0">
                  <a:moveTo>
                    <a:pt x="3581" y="2865"/>
                  </a:moveTo>
                  <a:lnTo>
                    <a:pt x="358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358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43" name="Graph element 336"/>
            <p:cNvSpPr/>
            <p:nvPr/>
          </p:nvSpPr>
          <p:spPr>
            <a:xfrm>
              <a:off x="1240860" y="1140947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44" name="Graph element 337"/>
            <p:cNvSpPr/>
            <p:nvPr/>
          </p:nvSpPr>
          <p:spPr>
            <a:xfrm>
              <a:off x="1228684" y="1140589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45" name="Graph element 338"/>
            <p:cNvSpPr/>
            <p:nvPr/>
          </p:nvSpPr>
          <p:spPr>
            <a:xfrm>
              <a:off x="675042" y="1137366"/>
              <a:ext cx="3581" cy="2865"/>
            </a:xfrm>
            <a:custGeom>
              <a:avLst/>
              <a:gdLst/>
              <a:ahLst/>
              <a:cxnLst/>
              <a:rect l="0" t="0" r="r" b="b"/>
              <a:pathLst>
                <a:path w="3581" h="2865" stroke="0" extrusionOk="0">
                  <a:moveTo>
                    <a:pt x="3581" y="2865"/>
                  </a:moveTo>
                  <a:lnTo>
                    <a:pt x="358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358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46" name="Graph element 339"/>
            <p:cNvSpPr/>
            <p:nvPr/>
          </p:nvSpPr>
          <p:spPr>
            <a:xfrm>
              <a:off x="1158852" y="1135217"/>
              <a:ext cx="2865" cy="3581"/>
            </a:xfrm>
            <a:custGeom>
              <a:avLst/>
              <a:gdLst/>
              <a:ahLst/>
              <a:cxnLst/>
              <a:rect l="0" t="0" r="r" b="b"/>
              <a:pathLst>
                <a:path w="2865" h="3581" stroke="0" extrusionOk="0">
                  <a:moveTo>
                    <a:pt x="0" y="3581"/>
                  </a:moveTo>
                  <a:lnTo>
                    <a:pt x="2865" y="358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47" name="Graph element 340"/>
            <p:cNvSpPr/>
            <p:nvPr/>
          </p:nvSpPr>
          <p:spPr>
            <a:xfrm>
              <a:off x="2102479" y="1133426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48" name="Graph element 341"/>
            <p:cNvSpPr/>
            <p:nvPr/>
          </p:nvSpPr>
          <p:spPr>
            <a:xfrm>
              <a:off x="904592" y="1128055"/>
              <a:ext cx="2865" cy="3581"/>
            </a:xfrm>
            <a:custGeom>
              <a:avLst/>
              <a:gdLst/>
              <a:ahLst/>
              <a:cxnLst/>
              <a:rect l="0" t="0" r="r" b="b"/>
              <a:pathLst>
                <a:path w="2865" h="3581" stroke="0" extrusionOk="0">
                  <a:moveTo>
                    <a:pt x="0" y="3581"/>
                  </a:moveTo>
                  <a:lnTo>
                    <a:pt x="2865" y="358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49" name="Graph element 342"/>
            <p:cNvSpPr/>
            <p:nvPr/>
          </p:nvSpPr>
          <p:spPr>
            <a:xfrm>
              <a:off x="2102479" y="1126264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50" name="Graph element 343"/>
            <p:cNvSpPr/>
            <p:nvPr/>
          </p:nvSpPr>
          <p:spPr>
            <a:xfrm>
              <a:off x="1140947" y="1124474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51" name="Graph element 344"/>
            <p:cNvSpPr/>
            <p:nvPr/>
          </p:nvSpPr>
          <p:spPr>
            <a:xfrm>
              <a:off x="1164644" y="1119880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52" name="Graph element 345"/>
            <p:cNvSpPr/>
            <p:nvPr/>
          </p:nvSpPr>
          <p:spPr>
            <a:xfrm>
              <a:off x="1140947" y="1117311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53" name="Graph element 346"/>
            <p:cNvSpPr/>
            <p:nvPr/>
          </p:nvSpPr>
          <p:spPr>
            <a:xfrm>
              <a:off x="1262705" y="1115521"/>
              <a:ext cx="2865" cy="7162"/>
            </a:xfrm>
            <a:custGeom>
              <a:avLst/>
              <a:gdLst/>
              <a:ahLst/>
              <a:cxnLst/>
              <a:rect l="0" t="0" r="r" b="b"/>
              <a:pathLst>
                <a:path w="2865" h="7162" stroke="0" extrusionOk="0">
                  <a:moveTo>
                    <a:pt x="0" y="7162"/>
                  </a:moveTo>
                  <a:lnTo>
                    <a:pt x="2865" y="7162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7162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54" name="Graph element 347"/>
            <p:cNvSpPr/>
            <p:nvPr/>
          </p:nvSpPr>
          <p:spPr>
            <a:xfrm>
              <a:off x="1205049" y="1114088"/>
              <a:ext cx="7162" cy="2865"/>
            </a:xfrm>
            <a:custGeom>
              <a:avLst/>
              <a:gdLst/>
              <a:ahLst/>
              <a:cxnLst/>
              <a:rect l="0" t="0" r="r" b="b"/>
              <a:pathLst>
                <a:path w="7162" h="2865" stroke="0" extrusionOk="0">
                  <a:moveTo>
                    <a:pt x="7162" y="2865"/>
                  </a:moveTo>
                  <a:lnTo>
                    <a:pt x="7162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7162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55" name="Graph element 348"/>
            <p:cNvSpPr/>
            <p:nvPr/>
          </p:nvSpPr>
          <p:spPr>
            <a:xfrm>
              <a:off x="2078844" y="1108717"/>
              <a:ext cx="7162" cy="2865"/>
            </a:xfrm>
            <a:custGeom>
              <a:avLst/>
              <a:gdLst/>
              <a:ahLst/>
              <a:cxnLst/>
              <a:rect l="0" t="0" r="r" b="b"/>
              <a:pathLst>
                <a:path w="7162" h="2865" stroke="0" extrusionOk="0">
                  <a:moveTo>
                    <a:pt x="7162" y="2865"/>
                  </a:moveTo>
                  <a:lnTo>
                    <a:pt x="7162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7162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56" name="Graph element 349"/>
            <p:cNvSpPr/>
            <p:nvPr/>
          </p:nvSpPr>
          <p:spPr>
            <a:xfrm>
              <a:off x="863829" y="1109136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57" name="Graph element 350"/>
            <p:cNvSpPr/>
            <p:nvPr/>
          </p:nvSpPr>
          <p:spPr>
            <a:xfrm>
              <a:off x="1130623" y="1101974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58" name="Graph element 351"/>
            <p:cNvSpPr/>
            <p:nvPr/>
          </p:nvSpPr>
          <p:spPr>
            <a:xfrm>
              <a:off x="1254172" y="1100183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3581" y="5607"/>
                  </a:moveTo>
                  <a:lnTo>
                    <a:pt x="5607" y="358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3581" y="5607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59" name="Graph element 352"/>
            <p:cNvSpPr/>
            <p:nvPr/>
          </p:nvSpPr>
          <p:spPr>
            <a:xfrm>
              <a:off x="704469" y="1100183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60" name="Graph element 353"/>
            <p:cNvSpPr/>
            <p:nvPr/>
          </p:nvSpPr>
          <p:spPr>
            <a:xfrm>
              <a:off x="740280" y="1096602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61" name="Graph element 354"/>
            <p:cNvSpPr/>
            <p:nvPr/>
          </p:nvSpPr>
          <p:spPr>
            <a:xfrm>
              <a:off x="1388044" y="1088662"/>
              <a:ext cx="2865" cy="3581"/>
            </a:xfrm>
            <a:custGeom>
              <a:avLst/>
              <a:gdLst/>
              <a:ahLst/>
              <a:cxnLst/>
              <a:rect l="0" t="0" r="r" b="b"/>
              <a:pathLst>
                <a:path w="2865" h="3581" stroke="0" extrusionOk="0">
                  <a:moveTo>
                    <a:pt x="0" y="3581"/>
                  </a:moveTo>
                  <a:lnTo>
                    <a:pt x="2865" y="358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62" name="Graph element 355"/>
            <p:cNvSpPr/>
            <p:nvPr/>
          </p:nvSpPr>
          <p:spPr>
            <a:xfrm>
              <a:off x="1339699" y="1085081"/>
              <a:ext cx="2865" cy="3581"/>
            </a:xfrm>
            <a:custGeom>
              <a:avLst/>
              <a:gdLst/>
              <a:ahLst/>
              <a:cxnLst/>
              <a:rect l="0" t="0" r="r" b="b"/>
              <a:pathLst>
                <a:path w="2865" h="3581" stroke="0" extrusionOk="0">
                  <a:moveTo>
                    <a:pt x="0" y="3581"/>
                  </a:moveTo>
                  <a:lnTo>
                    <a:pt x="2865" y="358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63" name="Graph element 356"/>
            <p:cNvSpPr/>
            <p:nvPr/>
          </p:nvSpPr>
          <p:spPr>
            <a:xfrm>
              <a:off x="1294577" y="1083649"/>
              <a:ext cx="8953" cy="2865"/>
            </a:xfrm>
            <a:custGeom>
              <a:avLst/>
              <a:gdLst/>
              <a:ahLst/>
              <a:cxnLst/>
              <a:rect l="0" t="0" r="r" b="b"/>
              <a:pathLst>
                <a:path w="8953" h="2865" stroke="0" extrusionOk="0">
                  <a:moveTo>
                    <a:pt x="8953" y="2865"/>
                  </a:moveTo>
                  <a:lnTo>
                    <a:pt x="8953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8953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64" name="Graph element 357"/>
            <p:cNvSpPr/>
            <p:nvPr/>
          </p:nvSpPr>
          <p:spPr>
            <a:xfrm>
              <a:off x="1135575" y="1085081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65" name="Graph element 358"/>
            <p:cNvSpPr/>
            <p:nvPr/>
          </p:nvSpPr>
          <p:spPr>
            <a:xfrm>
              <a:off x="811483" y="1085081"/>
              <a:ext cx="2865" cy="3581"/>
            </a:xfrm>
            <a:custGeom>
              <a:avLst/>
              <a:gdLst/>
              <a:ahLst/>
              <a:cxnLst/>
              <a:rect l="0" t="0" r="r" b="b"/>
              <a:pathLst>
                <a:path w="2865" h="3581" stroke="0" extrusionOk="0">
                  <a:moveTo>
                    <a:pt x="0" y="3581"/>
                  </a:moveTo>
                  <a:lnTo>
                    <a:pt x="2865" y="358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66" name="Graph element 359"/>
            <p:cNvSpPr/>
            <p:nvPr/>
          </p:nvSpPr>
          <p:spPr>
            <a:xfrm>
              <a:off x="1388044" y="1083291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67" name="Graph element 360"/>
            <p:cNvSpPr/>
            <p:nvPr/>
          </p:nvSpPr>
          <p:spPr>
            <a:xfrm>
              <a:off x="1069744" y="1082278"/>
              <a:ext cx="5607" cy="4829"/>
            </a:xfrm>
            <a:custGeom>
              <a:avLst/>
              <a:gdLst/>
              <a:ahLst/>
              <a:cxnLst/>
              <a:rect l="0" t="0" r="r" b="b"/>
              <a:pathLst>
                <a:path w="5607" h="4829" stroke="0" extrusionOk="0">
                  <a:moveTo>
                    <a:pt x="2803" y="778"/>
                  </a:moveTo>
                  <a:lnTo>
                    <a:pt x="2026" y="0"/>
                  </a:lnTo>
                  <a:lnTo>
                    <a:pt x="0" y="2026"/>
                  </a:lnTo>
                  <a:lnTo>
                    <a:pt x="2803" y="4829"/>
                  </a:lnTo>
                  <a:lnTo>
                    <a:pt x="5607" y="2026"/>
                  </a:lnTo>
                  <a:lnTo>
                    <a:pt x="3581" y="0"/>
                  </a:lnTo>
                  <a:lnTo>
                    <a:pt x="2803" y="778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68" name="Graph element 361"/>
            <p:cNvSpPr/>
            <p:nvPr/>
          </p:nvSpPr>
          <p:spPr>
            <a:xfrm>
              <a:off x="698678" y="108150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69" name="Graph element 362"/>
            <p:cNvSpPr/>
            <p:nvPr/>
          </p:nvSpPr>
          <p:spPr>
            <a:xfrm>
              <a:off x="1313260" y="1075115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0" y="3581"/>
                  </a:moveTo>
                  <a:lnTo>
                    <a:pt x="2026" y="5607"/>
                  </a:lnTo>
                  <a:lnTo>
                    <a:pt x="5607" y="2026"/>
                  </a:lnTo>
                  <a:lnTo>
                    <a:pt x="3581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70" name="Graph element 363"/>
            <p:cNvSpPr/>
            <p:nvPr/>
          </p:nvSpPr>
          <p:spPr>
            <a:xfrm>
              <a:off x="1042466" y="1076128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71" name="Graph element 364"/>
            <p:cNvSpPr/>
            <p:nvPr/>
          </p:nvSpPr>
          <p:spPr>
            <a:xfrm>
              <a:off x="1066163" y="1070521"/>
              <a:ext cx="5607" cy="4829"/>
            </a:xfrm>
            <a:custGeom>
              <a:avLst/>
              <a:gdLst/>
              <a:ahLst/>
              <a:cxnLst/>
              <a:rect l="0" t="0" r="r" b="b"/>
              <a:pathLst>
                <a:path w="5607" h="4829" stroke="0" extrusionOk="0">
                  <a:moveTo>
                    <a:pt x="0" y="2803"/>
                  </a:moveTo>
                  <a:lnTo>
                    <a:pt x="2026" y="4829"/>
                  </a:lnTo>
                  <a:lnTo>
                    <a:pt x="2803" y="4052"/>
                  </a:lnTo>
                  <a:lnTo>
                    <a:pt x="3581" y="4829"/>
                  </a:lnTo>
                  <a:lnTo>
                    <a:pt x="5607" y="2803"/>
                  </a:lnTo>
                  <a:lnTo>
                    <a:pt x="2803" y="0"/>
                  </a:lnTo>
                  <a:lnTo>
                    <a:pt x="0" y="2803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72" name="Graph element 365"/>
            <p:cNvSpPr/>
            <p:nvPr/>
          </p:nvSpPr>
          <p:spPr>
            <a:xfrm>
              <a:off x="672239" y="1071534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73" name="Graph element 366"/>
            <p:cNvSpPr/>
            <p:nvPr/>
          </p:nvSpPr>
          <p:spPr>
            <a:xfrm>
              <a:off x="737712" y="1063953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74" name="Graph element 367"/>
            <p:cNvSpPr/>
            <p:nvPr/>
          </p:nvSpPr>
          <p:spPr>
            <a:xfrm>
              <a:off x="1321794" y="1060013"/>
              <a:ext cx="2865" cy="3581"/>
            </a:xfrm>
            <a:custGeom>
              <a:avLst/>
              <a:gdLst/>
              <a:ahLst/>
              <a:cxnLst/>
              <a:rect l="0" t="0" r="r" b="b"/>
              <a:pathLst>
                <a:path w="2865" h="3581" stroke="0" extrusionOk="0">
                  <a:moveTo>
                    <a:pt x="0" y="3581"/>
                  </a:moveTo>
                  <a:lnTo>
                    <a:pt x="2865" y="358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75" name="Graph element 368"/>
            <p:cNvSpPr/>
            <p:nvPr/>
          </p:nvSpPr>
          <p:spPr>
            <a:xfrm>
              <a:off x="678981" y="1058223"/>
              <a:ext cx="2865" cy="3581"/>
            </a:xfrm>
            <a:custGeom>
              <a:avLst/>
              <a:gdLst/>
              <a:ahLst/>
              <a:cxnLst/>
              <a:rect l="0" t="0" r="r" b="b"/>
              <a:pathLst>
                <a:path w="2865" h="3581" stroke="0" extrusionOk="0">
                  <a:moveTo>
                    <a:pt x="0" y="3581"/>
                  </a:moveTo>
                  <a:lnTo>
                    <a:pt x="2865" y="358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76" name="Graph element 369"/>
            <p:cNvSpPr/>
            <p:nvPr/>
          </p:nvSpPr>
          <p:spPr>
            <a:xfrm>
              <a:off x="1128055" y="1055000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77" name="Graph element 370"/>
            <p:cNvSpPr/>
            <p:nvPr/>
          </p:nvSpPr>
          <p:spPr>
            <a:xfrm>
              <a:off x="1108717" y="1052851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78" name="Graph element 371"/>
            <p:cNvSpPr/>
            <p:nvPr/>
          </p:nvSpPr>
          <p:spPr>
            <a:xfrm>
              <a:off x="678981" y="1052851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79" name="Graph element 372"/>
            <p:cNvSpPr/>
            <p:nvPr/>
          </p:nvSpPr>
          <p:spPr>
            <a:xfrm>
              <a:off x="1030351" y="1041095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0" y="3581"/>
                  </a:moveTo>
                  <a:lnTo>
                    <a:pt x="2026" y="5607"/>
                  </a:lnTo>
                  <a:lnTo>
                    <a:pt x="5607" y="2026"/>
                  </a:lnTo>
                  <a:lnTo>
                    <a:pt x="3581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80" name="Graph element 373"/>
            <p:cNvSpPr/>
            <p:nvPr/>
          </p:nvSpPr>
          <p:spPr>
            <a:xfrm>
              <a:off x="1090453" y="1035723"/>
              <a:ext cx="4594" cy="4236"/>
            </a:xfrm>
            <a:custGeom>
              <a:avLst/>
              <a:gdLst/>
              <a:ahLst/>
              <a:cxnLst/>
              <a:rect l="0" t="0" r="r" b="b"/>
              <a:pathLst>
                <a:path w="4594" h="4236" stroke="0" extrusionOk="0">
                  <a:moveTo>
                    <a:pt x="0" y="1371"/>
                  </a:moveTo>
                  <a:lnTo>
                    <a:pt x="0" y="4236"/>
                  </a:lnTo>
                  <a:lnTo>
                    <a:pt x="2384" y="4236"/>
                  </a:lnTo>
                  <a:lnTo>
                    <a:pt x="4594" y="2026"/>
                  </a:lnTo>
                  <a:lnTo>
                    <a:pt x="2568" y="0"/>
                  </a:lnTo>
                  <a:lnTo>
                    <a:pt x="1197" y="1371"/>
                  </a:lnTo>
                  <a:lnTo>
                    <a:pt x="0" y="137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81" name="Graph element 374"/>
            <p:cNvSpPr/>
            <p:nvPr/>
          </p:nvSpPr>
          <p:spPr>
            <a:xfrm>
              <a:off x="1055000" y="1033513"/>
              <a:ext cx="6681" cy="6681"/>
            </a:xfrm>
            <a:custGeom>
              <a:avLst/>
              <a:gdLst/>
              <a:ahLst/>
              <a:cxnLst/>
              <a:rect l="0" t="0" r="r" b="b"/>
              <a:pathLst>
                <a:path w="6681" h="6681" stroke="0" extrusionOk="0">
                  <a:moveTo>
                    <a:pt x="0" y="0"/>
                  </a:moveTo>
                  <a:lnTo>
                    <a:pt x="0" y="6681"/>
                  </a:lnTo>
                  <a:lnTo>
                    <a:pt x="668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82" name="Graph element 375"/>
            <p:cNvSpPr/>
            <p:nvPr/>
          </p:nvSpPr>
          <p:spPr>
            <a:xfrm>
              <a:off x="1042108" y="1033513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83" name="Graph element 376"/>
            <p:cNvSpPr/>
            <p:nvPr/>
          </p:nvSpPr>
          <p:spPr>
            <a:xfrm>
              <a:off x="655346" y="1031722"/>
              <a:ext cx="3581" cy="2865"/>
            </a:xfrm>
            <a:custGeom>
              <a:avLst/>
              <a:gdLst/>
              <a:ahLst/>
              <a:cxnLst/>
              <a:rect l="0" t="0" r="r" b="b"/>
              <a:pathLst>
                <a:path w="3581" h="2865" stroke="0" extrusionOk="0">
                  <a:moveTo>
                    <a:pt x="3581" y="2865"/>
                  </a:moveTo>
                  <a:lnTo>
                    <a:pt x="358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358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84" name="Graph element 377"/>
            <p:cNvSpPr/>
            <p:nvPr/>
          </p:nvSpPr>
          <p:spPr>
            <a:xfrm>
              <a:off x="1076128" y="1027548"/>
              <a:ext cx="6385" cy="5249"/>
            </a:xfrm>
            <a:custGeom>
              <a:avLst/>
              <a:gdLst/>
              <a:ahLst/>
              <a:cxnLst/>
              <a:rect l="0" t="0" r="r" b="b"/>
              <a:pathLst>
                <a:path w="6385" h="5249" stroke="0" extrusionOk="0">
                  <a:moveTo>
                    <a:pt x="0" y="2384"/>
                  </a:moveTo>
                  <a:lnTo>
                    <a:pt x="0" y="5249"/>
                  </a:lnTo>
                  <a:lnTo>
                    <a:pt x="2384" y="5249"/>
                  </a:lnTo>
                  <a:lnTo>
                    <a:pt x="3581" y="4052"/>
                  </a:lnTo>
                  <a:lnTo>
                    <a:pt x="4359" y="4829"/>
                  </a:lnTo>
                  <a:lnTo>
                    <a:pt x="6385" y="2803"/>
                  </a:lnTo>
                  <a:lnTo>
                    <a:pt x="3581" y="0"/>
                  </a:lnTo>
                  <a:lnTo>
                    <a:pt x="1197" y="2384"/>
                  </a:lnTo>
                  <a:lnTo>
                    <a:pt x="0" y="2384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85" name="Graph element 378"/>
            <p:cNvSpPr/>
            <p:nvPr/>
          </p:nvSpPr>
          <p:spPr>
            <a:xfrm>
              <a:off x="1033933" y="1028561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86" name="Graph element 379"/>
            <p:cNvSpPr/>
            <p:nvPr/>
          </p:nvSpPr>
          <p:spPr>
            <a:xfrm>
              <a:off x="1074696" y="1022411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87" name="Graph element 380"/>
            <p:cNvSpPr/>
            <p:nvPr/>
          </p:nvSpPr>
          <p:spPr>
            <a:xfrm>
              <a:off x="1029932" y="1022411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88" name="Graph element 381"/>
            <p:cNvSpPr/>
            <p:nvPr/>
          </p:nvSpPr>
          <p:spPr>
            <a:xfrm>
              <a:off x="1072905" y="101704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89" name="Graph element 382"/>
            <p:cNvSpPr/>
            <p:nvPr/>
          </p:nvSpPr>
          <p:spPr>
            <a:xfrm>
              <a:off x="1072905" y="1004629"/>
              <a:ext cx="4655" cy="10498"/>
            </a:xfrm>
            <a:custGeom>
              <a:avLst/>
              <a:gdLst/>
              <a:ahLst/>
              <a:cxnLst/>
              <a:rect l="0" t="0" r="r" b="b"/>
              <a:pathLst>
                <a:path w="4655" h="10498" stroke="0" extrusionOk="0">
                  <a:moveTo>
                    <a:pt x="4655" y="0"/>
                  </a:moveTo>
                  <a:lnTo>
                    <a:pt x="0" y="4655"/>
                  </a:lnTo>
                  <a:lnTo>
                    <a:pt x="0" y="10498"/>
                  </a:lnTo>
                  <a:lnTo>
                    <a:pt x="4655" y="5842"/>
                  </a:lnTo>
                  <a:lnTo>
                    <a:pt x="4655" y="0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90" name="Graph element 383"/>
            <p:cNvSpPr/>
            <p:nvPr/>
          </p:nvSpPr>
          <p:spPr>
            <a:xfrm>
              <a:off x="1137007" y="995911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91" name="Graph element 384"/>
            <p:cNvSpPr/>
            <p:nvPr/>
          </p:nvSpPr>
          <p:spPr>
            <a:xfrm>
              <a:off x="1071115" y="995553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92" name="Graph element 385"/>
            <p:cNvSpPr/>
            <p:nvPr/>
          </p:nvSpPr>
          <p:spPr>
            <a:xfrm>
              <a:off x="1350443" y="991972"/>
              <a:ext cx="2865" cy="7162"/>
            </a:xfrm>
            <a:custGeom>
              <a:avLst/>
              <a:gdLst/>
              <a:ahLst/>
              <a:cxnLst/>
              <a:rect l="0" t="0" r="r" b="b"/>
              <a:pathLst>
                <a:path w="2865" h="7162" stroke="0" extrusionOk="0">
                  <a:moveTo>
                    <a:pt x="0" y="7162"/>
                  </a:moveTo>
                  <a:lnTo>
                    <a:pt x="2865" y="7162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7162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93" name="Graph element 386"/>
            <p:cNvSpPr/>
            <p:nvPr/>
          </p:nvSpPr>
          <p:spPr>
            <a:xfrm>
              <a:off x="1071115" y="983019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94" name="Graph element 387"/>
            <p:cNvSpPr/>
            <p:nvPr/>
          </p:nvSpPr>
          <p:spPr>
            <a:xfrm>
              <a:off x="1214779" y="980216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95" name="Graph element 388"/>
            <p:cNvSpPr/>
            <p:nvPr/>
          </p:nvSpPr>
          <p:spPr>
            <a:xfrm>
              <a:off x="879166" y="976215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96" name="Graph element 389"/>
            <p:cNvSpPr/>
            <p:nvPr/>
          </p:nvSpPr>
          <p:spPr>
            <a:xfrm>
              <a:off x="1047479" y="970843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97" name="Graph element 390"/>
            <p:cNvSpPr/>
            <p:nvPr/>
          </p:nvSpPr>
          <p:spPr>
            <a:xfrm>
              <a:off x="1208988" y="968695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98" name="Graph element 391"/>
            <p:cNvSpPr/>
            <p:nvPr/>
          </p:nvSpPr>
          <p:spPr>
            <a:xfrm>
              <a:off x="664657" y="968695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699" name="Graph element 392"/>
            <p:cNvSpPr/>
            <p:nvPr/>
          </p:nvSpPr>
          <p:spPr>
            <a:xfrm>
              <a:off x="1321435" y="960100"/>
              <a:ext cx="3581" cy="2865"/>
            </a:xfrm>
            <a:custGeom>
              <a:avLst/>
              <a:gdLst/>
              <a:ahLst/>
              <a:cxnLst/>
              <a:rect l="0" t="0" r="r" b="b"/>
              <a:pathLst>
                <a:path w="3581" h="2865" stroke="0" extrusionOk="0">
                  <a:moveTo>
                    <a:pt x="3581" y="2865"/>
                  </a:moveTo>
                  <a:lnTo>
                    <a:pt x="358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358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700" name="Graph element 393"/>
            <p:cNvSpPr/>
            <p:nvPr/>
          </p:nvSpPr>
          <p:spPr>
            <a:xfrm>
              <a:off x="1208988" y="961532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701" name="Graph element 394"/>
            <p:cNvSpPr/>
            <p:nvPr/>
          </p:nvSpPr>
          <p:spPr>
            <a:xfrm>
              <a:off x="1214779" y="947985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702" name="Graph element 395"/>
            <p:cNvSpPr/>
            <p:nvPr/>
          </p:nvSpPr>
          <p:spPr>
            <a:xfrm>
              <a:off x="1124832" y="947208"/>
              <a:ext cx="2865" cy="5372"/>
            </a:xfrm>
            <a:custGeom>
              <a:avLst/>
              <a:gdLst/>
              <a:ahLst/>
              <a:cxnLst/>
              <a:rect l="0" t="0" r="r" b="b"/>
              <a:pathLst>
                <a:path w="2865" h="5372" stroke="0" extrusionOk="0">
                  <a:moveTo>
                    <a:pt x="0" y="5372"/>
                  </a:moveTo>
                  <a:lnTo>
                    <a:pt x="2865" y="5372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5372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703" name="Graph element 396"/>
            <p:cNvSpPr/>
            <p:nvPr/>
          </p:nvSpPr>
          <p:spPr>
            <a:xfrm>
              <a:off x="687576" y="943985"/>
              <a:ext cx="5372" cy="2865"/>
            </a:xfrm>
            <a:custGeom>
              <a:avLst/>
              <a:gdLst/>
              <a:ahLst/>
              <a:cxnLst/>
              <a:rect l="0" t="0" r="r" b="b"/>
              <a:pathLst>
                <a:path w="5372" h="2865" stroke="0" extrusionOk="0">
                  <a:moveTo>
                    <a:pt x="5372" y="2865"/>
                  </a:moveTo>
                  <a:lnTo>
                    <a:pt x="5372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5372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704" name="Graph element 397"/>
            <p:cNvSpPr/>
            <p:nvPr/>
          </p:nvSpPr>
          <p:spPr>
            <a:xfrm>
              <a:off x="1066163" y="942614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705" name="Graph element 398"/>
            <p:cNvSpPr/>
            <p:nvPr/>
          </p:nvSpPr>
          <p:spPr>
            <a:xfrm>
              <a:off x="1026351" y="940046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706" name="Graph element 399"/>
            <p:cNvSpPr/>
            <p:nvPr/>
          </p:nvSpPr>
          <p:spPr>
            <a:xfrm>
              <a:off x="755976" y="938255"/>
              <a:ext cx="2865" cy="7162"/>
            </a:xfrm>
            <a:custGeom>
              <a:avLst/>
              <a:gdLst/>
              <a:ahLst/>
              <a:cxnLst/>
              <a:rect l="0" t="0" r="r" b="b"/>
              <a:pathLst>
                <a:path w="2865" h="7162" stroke="0" extrusionOk="0">
                  <a:moveTo>
                    <a:pt x="0" y="7162"/>
                  </a:moveTo>
                  <a:lnTo>
                    <a:pt x="2865" y="7162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7162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707" name="Graph element 400"/>
            <p:cNvSpPr/>
            <p:nvPr/>
          </p:nvSpPr>
          <p:spPr>
            <a:xfrm>
              <a:off x="869201" y="935452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708" name="Graph element 401"/>
            <p:cNvSpPr/>
            <p:nvPr/>
          </p:nvSpPr>
          <p:spPr>
            <a:xfrm>
              <a:off x="1063953" y="932883"/>
              <a:ext cx="2865" cy="3581"/>
            </a:xfrm>
            <a:custGeom>
              <a:avLst/>
              <a:gdLst/>
              <a:ahLst/>
              <a:cxnLst/>
              <a:rect l="0" t="0" r="r" b="b"/>
              <a:pathLst>
                <a:path w="2865" h="3581" stroke="0" extrusionOk="0">
                  <a:moveTo>
                    <a:pt x="0" y="3581"/>
                  </a:moveTo>
                  <a:lnTo>
                    <a:pt x="2865" y="358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709" name="Graph element 402"/>
            <p:cNvSpPr/>
            <p:nvPr/>
          </p:nvSpPr>
          <p:spPr>
            <a:xfrm>
              <a:off x="1130203" y="918559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710" name="Graph element 403"/>
            <p:cNvSpPr/>
            <p:nvPr/>
          </p:nvSpPr>
          <p:spPr>
            <a:xfrm>
              <a:off x="1047479" y="913545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711" name="Graph element 404"/>
            <p:cNvSpPr/>
            <p:nvPr/>
          </p:nvSpPr>
          <p:spPr>
            <a:xfrm>
              <a:off x="1174967" y="913187"/>
              <a:ext cx="2865" cy="3581"/>
            </a:xfrm>
            <a:custGeom>
              <a:avLst/>
              <a:gdLst/>
              <a:ahLst/>
              <a:cxnLst/>
              <a:rect l="0" t="0" r="r" b="b"/>
              <a:pathLst>
                <a:path w="2865" h="3581" stroke="0" extrusionOk="0">
                  <a:moveTo>
                    <a:pt x="0" y="3581"/>
                  </a:moveTo>
                  <a:lnTo>
                    <a:pt x="2865" y="358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712" name="Graph element 405"/>
            <p:cNvSpPr/>
            <p:nvPr/>
          </p:nvSpPr>
          <p:spPr>
            <a:xfrm>
              <a:off x="1128832" y="910384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713" name="Graph element 406"/>
            <p:cNvSpPr/>
            <p:nvPr/>
          </p:nvSpPr>
          <p:spPr>
            <a:xfrm>
              <a:off x="1216570" y="908593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0" y="3581"/>
                  </a:moveTo>
                  <a:lnTo>
                    <a:pt x="2026" y="5607"/>
                  </a:lnTo>
                  <a:lnTo>
                    <a:pt x="5607" y="2026"/>
                  </a:lnTo>
                  <a:lnTo>
                    <a:pt x="3581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714" name="Graph element 407"/>
            <p:cNvSpPr/>
            <p:nvPr/>
          </p:nvSpPr>
          <p:spPr>
            <a:xfrm>
              <a:off x="867410" y="903221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715" name="Graph element 408"/>
            <p:cNvSpPr/>
            <p:nvPr/>
          </p:nvSpPr>
          <p:spPr>
            <a:xfrm>
              <a:off x="1168225" y="897850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716" name="Graph element 409"/>
            <p:cNvSpPr/>
            <p:nvPr/>
          </p:nvSpPr>
          <p:spPr>
            <a:xfrm>
              <a:off x="882748" y="897430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717" name="Graph element 410"/>
            <p:cNvSpPr/>
            <p:nvPr/>
          </p:nvSpPr>
          <p:spPr>
            <a:xfrm>
              <a:off x="1135995" y="896059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0" y="3581"/>
                  </a:moveTo>
                  <a:lnTo>
                    <a:pt x="2026" y="5607"/>
                  </a:lnTo>
                  <a:lnTo>
                    <a:pt x="5607" y="2026"/>
                  </a:lnTo>
                  <a:lnTo>
                    <a:pt x="3581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718" name="Graph element 411"/>
            <p:cNvSpPr/>
            <p:nvPr/>
          </p:nvSpPr>
          <p:spPr>
            <a:xfrm>
              <a:off x="1069324" y="897072"/>
              <a:ext cx="2865" cy="7162"/>
            </a:xfrm>
            <a:custGeom>
              <a:avLst/>
              <a:gdLst/>
              <a:ahLst/>
              <a:cxnLst/>
              <a:rect l="0" t="0" r="r" b="b"/>
              <a:pathLst>
                <a:path w="2865" h="7162" stroke="0" extrusionOk="0">
                  <a:moveTo>
                    <a:pt x="0" y="7162"/>
                  </a:moveTo>
                  <a:lnTo>
                    <a:pt x="2865" y="7162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7162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719" name="Graph element 412"/>
            <p:cNvSpPr/>
            <p:nvPr/>
          </p:nvSpPr>
          <p:spPr>
            <a:xfrm>
              <a:off x="1159272" y="890687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720" name="Graph element 413"/>
            <p:cNvSpPr/>
            <p:nvPr/>
          </p:nvSpPr>
          <p:spPr>
            <a:xfrm>
              <a:off x="728759" y="877734"/>
              <a:ext cx="5372" cy="2865"/>
            </a:xfrm>
            <a:custGeom>
              <a:avLst/>
              <a:gdLst/>
              <a:ahLst/>
              <a:cxnLst/>
              <a:rect l="0" t="0" r="r" b="b"/>
              <a:pathLst>
                <a:path w="5372" h="2865" stroke="0" extrusionOk="0">
                  <a:moveTo>
                    <a:pt x="5372" y="2865"/>
                  </a:moveTo>
                  <a:lnTo>
                    <a:pt x="5372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5372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721" name="Graph element 414"/>
            <p:cNvSpPr/>
            <p:nvPr/>
          </p:nvSpPr>
          <p:spPr>
            <a:xfrm>
              <a:off x="1128413" y="875585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722" name="Graph element 415"/>
            <p:cNvSpPr/>
            <p:nvPr/>
          </p:nvSpPr>
          <p:spPr>
            <a:xfrm>
              <a:off x="2099317" y="867410"/>
              <a:ext cx="7397" cy="7397"/>
            </a:xfrm>
            <a:custGeom>
              <a:avLst/>
              <a:gdLst/>
              <a:ahLst/>
              <a:cxnLst/>
              <a:rect l="0" t="0" r="r" b="b"/>
              <a:pathLst>
                <a:path w="7397" h="7397" stroke="0" extrusionOk="0">
                  <a:moveTo>
                    <a:pt x="5372" y="7397"/>
                  </a:moveTo>
                  <a:lnTo>
                    <a:pt x="7397" y="5372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5372" y="7397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723" name="Graph element 416"/>
            <p:cNvSpPr/>
            <p:nvPr/>
          </p:nvSpPr>
          <p:spPr>
            <a:xfrm>
              <a:off x="682563" y="868423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724" name="Graph element 417"/>
            <p:cNvSpPr/>
            <p:nvPr/>
          </p:nvSpPr>
          <p:spPr>
            <a:xfrm>
              <a:off x="634217" y="868423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725" name="Graph element 418"/>
            <p:cNvSpPr/>
            <p:nvPr/>
          </p:nvSpPr>
          <p:spPr>
            <a:xfrm>
              <a:off x="2059925" y="865620"/>
              <a:ext cx="9188" cy="9188"/>
            </a:xfrm>
            <a:custGeom>
              <a:avLst/>
              <a:gdLst/>
              <a:ahLst/>
              <a:cxnLst/>
              <a:rect l="0" t="0" r="r" b="b"/>
              <a:pathLst>
                <a:path w="9188" h="9188" stroke="0" extrusionOk="0">
                  <a:moveTo>
                    <a:pt x="0" y="7162"/>
                  </a:moveTo>
                  <a:lnTo>
                    <a:pt x="2026" y="9188"/>
                  </a:lnTo>
                  <a:lnTo>
                    <a:pt x="9188" y="2026"/>
                  </a:lnTo>
                  <a:lnTo>
                    <a:pt x="7162" y="0"/>
                  </a:lnTo>
                  <a:lnTo>
                    <a:pt x="0" y="7162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726" name="Graph element 419"/>
            <p:cNvSpPr/>
            <p:nvPr/>
          </p:nvSpPr>
          <p:spPr>
            <a:xfrm>
              <a:off x="1040675" y="864842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727" name="Graph element 420"/>
            <p:cNvSpPr/>
            <p:nvPr/>
          </p:nvSpPr>
          <p:spPr>
            <a:xfrm>
              <a:off x="682563" y="861261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728" name="Graph element 421"/>
            <p:cNvSpPr/>
            <p:nvPr/>
          </p:nvSpPr>
          <p:spPr>
            <a:xfrm>
              <a:off x="634217" y="861261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729" name="Graph element 422"/>
            <p:cNvSpPr/>
            <p:nvPr/>
          </p:nvSpPr>
          <p:spPr>
            <a:xfrm>
              <a:off x="1079709" y="852666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730" name="Graph element 423"/>
            <p:cNvSpPr/>
            <p:nvPr/>
          </p:nvSpPr>
          <p:spPr>
            <a:xfrm>
              <a:off x="705840" y="854099"/>
              <a:ext cx="2865" cy="3581"/>
            </a:xfrm>
            <a:custGeom>
              <a:avLst/>
              <a:gdLst/>
              <a:ahLst/>
              <a:cxnLst/>
              <a:rect l="0" t="0" r="r" b="b"/>
              <a:pathLst>
                <a:path w="2865" h="3581" stroke="0" extrusionOk="0">
                  <a:moveTo>
                    <a:pt x="0" y="3581"/>
                  </a:moveTo>
                  <a:lnTo>
                    <a:pt x="2865" y="358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731" name="Graph element 424"/>
            <p:cNvSpPr/>
            <p:nvPr/>
          </p:nvSpPr>
          <p:spPr>
            <a:xfrm>
              <a:off x="1154913" y="849085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732" name="Graph element 425"/>
            <p:cNvSpPr/>
            <p:nvPr/>
          </p:nvSpPr>
          <p:spPr>
            <a:xfrm>
              <a:off x="1140947" y="846936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733" name="Graph element 426"/>
            <p:cNvSpPr/>
            <p:nvPr/>
          </p:nvSpPr>
          <p:spPr>
            <a:xfrm>
              <a:off x="1097615" y="845504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734" name="Graph element 427"/>
            <p:cNvSpPr/>
            <p:nvPr/>
          </p:nvSpPr>
          <p:spPr>
            <a:xfrm>
              <a:off x="745652" y="836971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735" name="Graph element 428"/>
            <p:cNvSpPr/>
            <p:nvPr/>
          </p:nvSpPr>
          <p:spPr>
            <a:xfrm>
              <a:off x="1134204" y="833389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736" name="Graph element 429"/>
            <p:cNvSpPr/>
            <p:nvPr/>
          </p:nvSpPr>
          <p:spPr>
            <a:xfrm>
              <a:off x="722375" y="829808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737" name="Graph element 430"/>
            <p:cNvSpPr/>
            <p:nvPr/>
          </p:nvSpPr>
          <p:spPr>
            <a:xfrm>
              <a:off x="1119102" y="827598"/>
              <a:ext cx="3581" cy="2865"/>
            </a:xfrm>
            <a:custGeom>
              <a:avLst/>
              <a:gdLst/>
              <a:ahLst/>
              <a:cxnLst/>
              <a:rect l="0" t="0" r="r" b="b"/>
              <a:pathLst>
                <a:path w="3581" h="2865" stroke="0" extrusionOk="0">
                  <a:moveTo>
                    <a:pt x="3581" y="2865"/>
                  </a:moveTo>
                  <a:lnTo>
                    <a:pt x="358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358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738" name="Graph element 431"/>
            <p:cNvSpPr/>
            <p:nvPr/>
          </p:nvSpPr>
          <p:spPr>
            <a:xfrm>
              <a:off x="1188934" y="816855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739" name="Graph element 432"/>
            <p:cNvSpPr/>
            <p:nvPr/>
          </p:nvSpPr>
          <p:spPr>
            <a:xfrm>
              <a:off x="689725" y="811125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740" name="Graph element 433"/>
            <p:cNvSpPr/>
            <p:nvPr/>
          </p:nvSpPr>
          <p:spPr>
            <a:xfrm>
              <a:off x="689725" y="803963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741" name="Graph element 434"/>
            <p:cNvSpPr/>
            <p:nvPr/>
          </p:nvSpPr>
          <p:spPr>
            <a:xfrm>
              <a:off x="2099317" y="792207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742" name="Graph element 435"/>
            <p:cNvSpPr/>
            <p:nvPr/>
          </p:nvSpPr>
          <p:spPr>
            <a:xfrm>
              <a:off x="2063506" y="792207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743" name="Graph element 436"/>
            <p:cNvSpPr/>
            <p:nvPr/>
          </p:nvSpPr>
          <p:spPr>
            <a:xfrm>
              <a:off x="1074696" y="793219"/>
              <a:ext cx="2865" cy="7162"/>
            </a:xfrm>
            <a:custGeom>
              <a:avLst/>
              <a:gdLst/>
              <a:ahLst/>
              <a:cxnLst/>
              <a:rect l="0" t="0" r="r" b="b"/>
              <a:pathLst>
                <a:path w="2865" h="7162" stroke="0" extrusionOk="0">
                  <a:moveTo>
                    <a:pt x="0" y="7162"/>
                  </a:moveTo>
                  <a:lnTo>
                    <a:pt x="2865" y="7162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7162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744" name="Graph element 437"/>
            <p:cNvSpPr/>
            <p:nvPr/>
          </p:nvSpPr>
          <p:spPr>
            <a:xfrm>
              <a:off x="712644" y="782834"/>
              <a:ext cx="3581" cy="2865"/>
            </a:xfrm>
            <a:custGeom>
              <a:avLst/>
              <a:gdLst/>
              <a:ahLst/>
              <a:cxnLst/>
              <a:rect l="0" t="0" r="r" b="b"/>
              <a:pathLst>
                <a:path w="3581" h="2865" stroke="0" extrusionOk="0">
                  <a:moveTo>
                    <a:pt x="3581" y="2865"/>
                  </a:moveTo>
                  <a:lnTo>
                    <a:pt x="358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358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745" name="Graph element 438"/>
            <p:cNvSpPr/>
            <p:nvPr/>
          </p:nvSpPr>
          <p:spPr>
            <a:xfrm>
              <a:off x="814706" y="777462"/>
              <a:ext cx="3581" cy="2865"/>
            </a:xfrm>
            <a:custGeom>
              <a:avLst/>
              <a:gdLst/>
              <a:ahLst/>
              <a:cxnLst/>
              <a:rect l="0" t="0" r="r" b="b"/>
              <a:pathLst>
                <a:path w="3581" h="2865" stroke="0" extrusionOk="0">
                  <a:moveTo>
                    <a:pt x="3581" y="2865"/>
                  </a:moveTo>
                  <a:lnTo>
                    <a:pt x="358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358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746" name="Graph element 439"/>
            <p:cNvSpPr/>
            <p:nvPr/>
          </p:nvSpPr>
          <p:spPr>
            <a:xfrm>
              <a:off x="1124474" y="773881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747" name="Graph element 440"/>
            <p:cNvSpPr/>
            <p:nvPr/>
          </p:nvSpPr>
          <p:spPr>
            <a:xfrm>
              <a:off x="1092243" y="773881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748" name="Graph element 441"/>
            <p:cNvSpPr/>
            <p:nvPr/>
          </p:nvSpPr>
          <p:spPr>
            <a:xfrm>
              <a:off x="1174967" y="76278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749" name="Graph element 442"/>
            <p:cNvSpPr/>
            <p:nvPr/>
          </p:nvSpPr>
          <p:spPr>
            <a:xfrm>
              <a:off x="1174967" y="753827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750" name="Graph element 443"/>
            <p:cNvSpPr/>
            <p:nvPr/>
          </p:nvSpPr>
          <p:spPr>
            <a:xfrm>
              <a:off x="641380" y="743084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751" name="Graph element 444"/>
            <p:cNvSpPr/>
            <p:nvPr/>
          </p:nvSpPr>
          <p:spPr>
            <a:xfrm>
              <a:off x="1212211" y="734489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752" name="Graph element 445"/>
            <p:cNvSpPr/>
            <p:nvPr/>
          </p:nvSpPr>
          <p:spPr>
            <a:xfrm>
              <a:off x="1173596" y="734908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753" name="Graph element 446"/>
            <p:cNvSpPr/>
            <p:nvPr/>
          </p:nvSpPr>
          <p:spPr>
            <a:xfrm>
              <a:off x="641380" y="735921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754" name="Graph element 447"/>
            <p:cNvSpPr/>
            <p:nvPr/>
          </p:nvSpPr>
          <p:spPr>
            <a:xfrm>
              <a:off x="1123041" y="73055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755" name="Graph element 448"/>
            <p:cNvSpPr/>
            <p:nvPr/>
          </p:nvSpPr>
          <p:spPr>
            <a:xfrm>
              <a:off x="1166015" y="721720"/>
              <a:ext cx="6681" cy="6681"/>
            </a:xfrm>
            <a:custGeom>
              <a:avLst/>
              <a:gdLst/>
              <a:ahLst/>
              <a:cxnLst/>
              <a:rect l="0" t="0" r="r" b="b"/>
              <a:pathLst>
                <a:path w="6681" h="6681" stroke="0" extrusionOk="0">
                  <a:moveTo>
                    <a:pt x="0" y="0"/>
                  </a:moveTo>
                  <a:lnTo>
                    <a:pt x="0" y="6681"/>
                  </a:lnTo>
                  <a:lnTo>
                    <a:pt x="6681" y="66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756" name="Graph element 449"/>
            <p:cNvSpPr/>
            <p:nvPr/>
          </p:nvSpPr>
          <p:spPr>
            <a:xfrm>
              <a:off x="1121251" y="721597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757" name="Graph element 450"/>
            <p:cNvSpPr/>
            <p:nvPr/>
          </p:nvSpPr>
          <p:spPr>
            <a:xfrm>
              <a:off x="478080" y="720164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758" name="Graph element 451"/>
            <p:cNvSpPr/>
            <p:nvPr/>
          </p:nvSpPr>
          <p:spPr>
            <a:xfrm>
              <a:off x="1166015" y="718016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759" name="Graph element 452"/>
            <p:cNvSpPr/>
            <p:nvPr/>
          </p:nvSpPr>
          <p:spPr>
            <a:xfrm>
              <a:off x="2065297" y="715212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760" name="Graph element 453"/>
            <p:cNvSpPr/>
            <p:nvPr/>
          </p:nvSpPr>
          <p:spPr>
            <a:xfrm>
              <a:off x="669671" y="714793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761" name="Graph element 454"/>
            <p:cNvSpPr/>
            <p:nvPr/>
          </p:nvSpPr>
          <p:spPr>
            <a:xfrm>
              <a:off x="662508" y="714793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762" name="Graph element 455"/>
            <p:cNvSpPr/>
            <p:nvPr/>
          </p:nvSpPr>
          <p:spPr>
            <a:xfrm>
              <a:off x="1230475" y="714435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763" name="Graph element 456"/>
            <p:cNvSpPr/>
            <p:nvPr/>
          </p:nvSpPr>
          <p:spPr>
            <a:xfrm>
              <a:off x="1230475" y="709063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764" name="Graph element 457"/>
            <p:cNvSpPr/>
            <p:nvPr/>
          </p:nvSpPr>
          <p:spPr>
            <a:xfrm>
              <a:off x="1116298" y="702678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0" y="3581"/>
                  </a:moveTo>
                  <a:lnTo>
                    <a:pt x="2026" y="5607"/>
                  </a:lnTo>
                  <a:lnTo>
                    <a:pt x="5607" y="2026"/>
                  </a:lnTo>
                  <a:lnTo>
                    <a:pt x="3581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765" name="Graph element 458"/>
            <p:cNvSpPr/>
            <p:nvPr/>
          </p:nvSpPr>
          <p:spPr>
            <a:xfrm>
              <a:off x="1142379" y="698678"/>
              <a:ext cx="7162" cy="2865"/>
            </a:xfrm>
            <a:custGeom>
              <a:avLst/>
              <a:gdLst/>
              <a:ahLst/>
              <a:cxnLst/>
              <a:rect l="0" t="0" r="r" b="b"/>
              <a:pathLst>
                <a:path w="7162" h="2865" stroke="0" extrusionOk="0">
                  <a:moveTo>
                    <a:pt x="7162" y="2865"/>
                  </a:moveTo>
                  <a:lnTo>
                    <a:pt x="7162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7162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766" name="Graph element 459"/>
            <p:cNvSpPr/>
            <p:nvPr/>
          </p:nvSpPr>
          <p:spPr>
            <a:xfrm>
              <a:off x="503506" y="69832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767" name="Graph element 460"/>
            <p:cNvSpPr/>
            <p:nvPr/>
          </p:nvSpPr>
          <p:spPr>
            <a:xfrm>
              <a:off x="503506" y="691157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768" name="Graph element 461"/>
            <p:cNvSpPr/>
            <p:nvPr/>
          </p:nvSpPr>
          <p:spPr>
            <a:xfrm>
              <a:off x="1206839" y="687934"/>
              <a:ext cx="3581" cy="2865"/>
            </a:xfrm>
            <a:custGeom>
              <a:avLst/>
              <a:gdLst/>
              <a:ahLst/>
              <a:cxnLst/>
              <a:rect l="0" t="0" r="r" b="b"/>
              <a:pathLst>
                <a:path w="3581" h="2865" stroke="0" extrusionOk="0">
                  <a:moveTo>
                    <a:pt x="3581" y="2865"/>
                  </a:moveTo>
                  <a:lnTo>
                    <a:pt x="358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358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769" name="Graph element 462"/>
            <p:cNvSpPr/>
            <p:nvPr/>
          </p:nvSpPr>
          <p:spPr>
            <a:xfrm>
              <a:off x="1124832" y="689367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770" name="Graph element 463"/>
            <p:cNvSpPr/>
            <p:nvPr/>
          </p:nvSpPr>
          <p:spPr>
            <a:xfrm>
              <a:off x="437255" y="664299"/>
              <a:ext cx="2865" cy="3581"/>
            </a:xfrm>
            <a:custGeom>
              <a:avLst/>
              <a:gdLst/>
              <a:ahLst/>
              <a:cxnLst/>
              <a:rect l="0" t="0" r="r" b="b"/>
              <a:pathLst>
                <a:path w="2865" h="3581" stroke="0" extrusionOk="0">
                  <a:moveTo>
                    <a:pt x="0" y="3581"/>
                  </a:moveTo>
                  <a:lnTo>
                    <a:pt x="2865" y="358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771" name="Graph element 464"/>
            <p:cNvSpPr/>
            <p:nvPr/>
          </p:nvSpPr>
          <p:spPr>
            <a:xfrm>
              <a:off x="2102479" y="655346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772" name="Graph element 465"/>
            <p:cNvSpPr/>
            <p:nvPr/>
          </p:nvSpPr>
          <p:spPr>
            <a:xfrm>
              <a:off x="1158494" y="637799"/>
              <a:ext cx="7162" cy="2865"/>
            </a:xfrm>
            <a:custGeom>
              <a:avLst/>
              <a:gdLst/>
              <a:ahLst/>
              <a:cxnLst/>
              <a:rect l="0" t="0" r="r" b="b"/>
              <a:pathLst>
                <a:path w="7162" h="2865" stroke="0" extrusionOk="0">
                  <a:moveTo>
                    <a:pt x="7162" y="2865"/>
                  </a:moveTo>
                  <a:lnTo>
                    <a:pt x="7162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7162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773" name="Graph element 466"/>
            <p:cNvSpPr/>
            <p:nvPr/>
          </p:nvSpPr>
          <p:spPr>
            <a:xfrm>
              <a:off x="1175387" y="631056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774" name="Graph element 467"/>
            <p:cNvSpPr/>
            <p:nvPr/>
          </p:nvSpPr>
          <p:spPr>
            <a:xfrm>
              <a:off x="488824" y="616312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775" name="Graph element 468"/>
            <p:cNvSpPr/>
            <p:nvPr/>
          </p:nvSpPr>
          <p:spPr>
            <a:xfrm>
              <a:off x="1137366" y="615954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776" name="Graph element 469"/>
            <p:cNvSpPr/>
            <p:nvPr/>
          </p:nvSpPr>
          <p:spPr>
            <a:xfrm>
              <a:off x="1182130" y="608791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777" name="Graph element 470"/>
            <p:cNvSpPr/>
            <p:nvPr/>
          </p:nvSpPr>
          <p:spPr>
            <a:xfrm>
              <a:off x="1154913" y="593034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778" name="Graph element 471"/>
            <p:cNvSpPr/>
            <p:nvPr/>
          </p:nvSpPr>
          <p:spPr>
            <a:xfrm>
              <a:off x="1095825" y="533946"/>
              <a:ext cx="3581" cy="2865"/>
            </a:xfrm>
            <a:custGeom>
              <a:avLst/>
              <a:gdLst/>
              <a:ahLst/>
              <a:cxnLst/>
              <a:rect l="0" t="0" r="r" b="b"/>
              <a:pathLst>
                <a:path w="3581" h="2865" stroke="0" extrusionOk="0">
                  <a:moveTo>
                    <a:pt x="3581" y="2865"/>
                  </a:moveTo>
                  <a:lnTo>
                    <a:pt x="358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358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779" name="Graph element 472"/>
            <p:cNvSpPr/>
            <p:nvPr/>
          </p:nvSpPr>
          <p:spPr>
            <a:xfrm>
              <a:off x="1110927" y="527203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780" name="Graph element 473"/>
            <p:cNvSpPr/>
            <p:nvPr/>
          </p:nvSpPr>
          <p:spPr>
            <a:xfrm>
              <a:off x="1080487" y="527203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781" name="Graph element 474"/>
            <p:cNvSpPr/>
            <p:nvPr/>
          </p:nvSpPr>
          <p:spPr>
            <a:xfrm>
              <a:off x="1117669" y="515682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782" name="Graph element 475"/>
            <p:cNvSpPr/>
            <p:nvPr/>
          </p:nvSpPr>
          <p:spPr>
            <a:xfrm>
              <a:off x="1074696" y="510310"/>
              <a:ext cx="2865" cy="7162"/>
            </a:xfrm>
            <a:custGeom>
              <a:avLst/>
              <a:gdLst/>
              <a:ahLst/>
              <a:cxnLst/>
              <a:rect l="0" t="0" r="r" b="b"/>
              <a:pathLst>
                <a:path w="2865" h="7162" stroke="0" extrusionOk="0">
                  <a:moveTo>
                    <a:pt x="0" y="7162"/>
                  </a:moveTo>
                  <a:lnTo>
                    <a:pt x="2865" y="7162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7162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783" name="Graph element 476"/>
            <p:cNvSpPr/>
            <p:nvPr/>
          </p:nvSpPr>
          <p:spPr>
            <a:xfrm>
              <a:off x="1080487" y="494973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0" y="3581"/>
                  </a:moveTo>
                  <a:lnTo>
                    <a:pt x="2026" y="5607"/>
                  </a:lnTo>
                  <a:lnTo>
                    <a:pt x="5607" y="2026"/>
                  </a:lnTo>
                  <a:lnTo>
                    <a:pt x="3581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784" name="Graph element 477"/>
            <p:cNvSpPr/>
            <p:nvPr/>
          </p:nvSpPr>
          <p:spPr>
            <a:xfrm>
              <a:off x="284700" y="453371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785" name="Graph element 478"/>
            <p:cNvSpPr/>
            <p:nvPr/>
          </p:nvSpPr>
          <p:spPr>
            <a:xfrm>
              <a:off x="299802" y="443047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786" name="Graph element 479"/>
            <p:cNvSpPr/>
            <p:nvPr/>
          </p:nvSpPr>
          <p:spPr>
            <a:xfrm>
              <a:off x="306544" y="429735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787" name="Graph element 480"/>
            <p:cNvSpPr/>
            <p:nvPr/>
          </p:nvSpPr>
          <p:spPr>
            <a:xfrm>
              <a:off x="306544" y="422573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788" name="Graph element 481"/>
            <p:cNvSpPr/>
            <p:nvPr/>
          </p:nvSpPr>
          <p:spPr>
            <a:xfrm>
              <a:off x="582711" y="410817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789" name="Graph element 482"/>
            <p:cNvSpPr/>
            <p:nvPr/>
          </p:nvSpPr>
          <p:spPr>
            <a:xfrm>
              <a:off x="294430" y="401864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790" name="Graph element 483"/>
            <p:cNvSpPr/>
            <p:nvPr/>
          </p:nvSpPr>
          <p:spPr>
            <a:xfrm>
              <a:off x="1159272" y="120745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3581" y="5607"/>
                  </a:moveTo>
                  <a:lnTo>
                    <a:pt x="5607" y="358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3581" y="5607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791" name="Graph element 484"/>
            <p:cNvSpPr/>
            <p:nvPr/>
          </p:nvSpPr>
          <p:spPr>
            <a:xfrm>
              <a:off x="1127042" y="120745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E9E4E7"/>
            </a:solidFill>
            <a:ln>
              <a:noFill/>
            </a:ln>
          </p:spPr>
        </p:sp>
        <p:sp>
          <p:nvSpPr>
            <p:cNvPr id="15792" name="Graph element 485"/>
            <p:cNvSpPr/>
            <p:nvPr/>
          </p:nvSpPr>
          <p:spPr>
            <a:xfrm>
              <a:off x="1819570" y="1713569"/>
              <a:ext cx="2865" cy="5372"/>
            </a:xfrm>
            <a:custGeom>
              <a:avLst/>
              <a:gdLst/>
              <a:ahLst/>
              <a:cxnLst/>
              <a:rect l="0" t="0" r="r" b="b"/>
              <a:pathLst>
                <a:path w="2865" h="5372" stroke="0" extrusionOk="0">
                  <a:moveTo>
                    <a:pt x="0" y="5372"/>
                  </a:moveTo>
                  <a:lnTo>
                    <a:pt x="2865" y="5372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5372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793" name="Graph element 486"/>
            <p:cNvSpPr/>
            <p:nvPr/>
          </p:nvSpPr>
          <p:spPr>
            <a:xfrm>
              <a:off x="562595" y="1713569"/>
              <a:ext cx="4236" cy="9966"/>
            </a:xfrm>
            <a:custGeom>
              <a:avLst/>
              <a:gdLst/>
              <a:ahLst/>
              <a:cxnLst/>
              <a:rect l="0" t="0" r="r" b="b"/>
              <a:pathLst>
                <a:path w="4236" h="9966" stroke="0" extrusionOk="0">
                  <a:moveTo>
                    <a:pt x="0" y="7756"/>
                  </a:moveTo>
                  <a:lnTo>
                    <a:pt x="2210" y="9966"/>
                  </a:lnTo>
                  <a:lnTo>
                    <a:pt x="4236" y="7940"/>
                  </a:lnTo>
                  <a:lnTo>
                    <a:pt x="2865" y="6569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7756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794" name="Graph element 487"/>
            <p:cNvSpPr/>
            <p:nvPr/>
          </p:nvSpPr>
          <p:spPr>
            <a:xfrm>
              <a:off x="962310" y="1644514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795" name="Graph element 488"/>
            <p:cNvSpPr/>
            <p:nvPr/>
          </p:nvSpPr>
          <p:spPr>
            <a:xfrm>
              <a:off x="905012" y="1624818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3581" y="5607"/>
                  </a:moveTo>
                  <a:lnTo>
                    <a:pt x="5607" y="358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3581" y="5607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796" name="Graph element 489"/>
            <p:cNvSpPr/>
            <p:nvPr/>
          </p:nvSpPr>
          <p:spPr>
            <a:xfrm>
              <a:off x="1104777" y="1608284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797" name="Graph element 490"/>
            <p:cNvSpPr/>
            <p:nvPr/>
          </p:nvSpPr>
          <p:spPr>
            <a:xfrm>
              <a:off x="1109136" y="1603332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0" y="3581"/>
                  </a:moveTo>
                  <a:lnTo>
                    <a:pt x="2026" y="5607"/>
                  </a:lnTo>
                  <a:lnTo>
                    <a:pt x="5607" y="2026"/>
                  </a:lnTo>
                  <a:lnTo>
                    <a:pt x="3581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798" name="Graph element 491"/>
            <p:cNvSpPr/>
            <p:nvPr/>
          </p:nvSpPr>
          <p:spPr>
            <a:xfrm>
              <a:off x="853086" y="1603332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799" name="Graph element 492"/>
            <p:cNvSpPr/>
            <p:nvPr/>
          </p:nvSpPr>
          <p:spPr>
            <a:xfrm>
              <a:off x="1129845" y="1595750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00" name="Graph element 493"/>
            <p:cNvSpPr/>
            <p:nvPr/>
          </p:nvSpPr>
          <p:spPr>
            <a:xfrm>
              <a:off x="1124474" y="1595750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01" name="Graph element 494"/>
            <p:cNvSpPr/>
            <p:nvPr/>
          </p:nvSpPr>
          <p:spPr>
            <a:xfrm>
              <a:off x="826227" y="1592588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3581" y="5607"/>
                  </a:moveTo>
                  <a:lnTo>
                    <a:pt x="5607" y="358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3581" y="5607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02" name="Graph element 495"/>
            <p:cNvSpPr/>
            <p:nvPr/>
          </p:nvSpPr>
          <p:spPr>
            <a:xfrm>
              <a:off x="820856" y="1581845"/>
              <a:ext cx="4236" cy="4594"/>
            </a:xfrm>
            <a:custGeom>
              <a:avLst/>
              <a:gdLst/>
              <a:ahLst/>
              <a:cxnLst/>
              <a:rect l="0" t="0" r="r" b="b"/>
              <a:pathLst>
                <a:path w="4236" h="4594" stroke="0" extrusionOk="0">
                  <a:moveTo>
                    <a:pt x="1371" y="3397"/>
                  </a:moveTo>
                  <a:lnTo>
                    <a:pt x="1371" y="4594"/>
                  </a:lnTo>
                  <a:lnTo>
                    <a:pt x="4236" y="4594"/>
                  </a:lnTo>
                  <a:lnTo>
                    <a:pt x="4236" y="2210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371" y="3397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03" name="Graph element 496"/>
            <p:cNvSpPr/>
            <p:nvPr/>
          </p:nvSpPr>
          <p:spPr>
            <a:xfrm>
              <a:off x="1091231" y="1577844"/>
              <a:ext cx="6385" cy="4236"/>
            </a:xfrm>
            <a:custGeom>
              <a:avLst/>
              <a:gdLst/>
              <a:ahLst/>
              <a:cxnLst/>
              <a:rect l="0" t="0" r="r" b="b"/>
              <a:pathLst>
                <a:path w="6385" h="4236" stroke="0" extrusionOk="0">
                  <a:moveTo>
                    <a:pt x="0" y="2210"/>
                  </a:moveTo>
                  <a:lnTo>
                    <a:pt x="2026" y="4236"/>
                  </a:lnTo>
                  <a:lnTo>
                    <a:pt x="3397" y="2865"/>
                  </a:lnTo>
                  <a:lnTo>
                    <a:pt x="6385" y="2865"/>
                  </a:lnTo>
                  <a:lnTo>
                    <a:pt x="6385" y="0"/>
                  </a:lnTo>
                  <a:lnTo>
                    <a:pt x="2210" y="0"/>
                  </a:lnTo>
                  <a:lnTo>
                    <a:pt x="0" y="2210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04" name="Graph element 497"/>
            <p:cNvSpPr/>
            <p:nvPr/>
          </p:nvSpPr>
          <p:spPr>
            <a:xfrm>
              <a:off x="1174609" y="1576054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05" name="Graph element 498"/>
            <p:cNvSpPr/>
            <p:nvPr/>
          </p:nvSpPr>
          <p:spPr>
            <a:xfrm>
              <a:off x="1163866" y="1576054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06" name="Graph element 499"/>
            <p:cNvSpPr/>
            <p:nvPr/>
          </p:nvSpPr>
          <p:spPr>
            <a:xfrm>
              <a:off x="1180759" y="1571101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07" name="Graph element 500"/>
            <p:cNvSpPr/>
            <p:nvPr/>
          </p:nvSpPr>
          <p:spPr>
            <a:xfrm>
              <a:off x="1155691" y="1571101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08" name="Graph element 501"/>
            <p:cNvSpPr/>
            <p:nvPr/>
          </p:nvSpPr>
          <p:spPr>
            <a:xfrm>
              <a:off x="983377" y="1572114"/>
              <a:ext cx="2865" cy="3581"/>
            </a:xfrm>
            <a:custGeom>
              <a:avLst/>
              <a:gdLst/>
              <a:ahLst/>
              <a:cxnLst/>
              <a:rect l="0" t="0" r="r" b="b"/>
              <a:pathLst>
                <a:path w="2865" h="3581" stroke="0" extrusionOk="0">
                  <a:moveTo>
                    <a:pt x="0" y="3581"/>
                  </a:moveTo>
                  <a:lnTo>
                    <a:pt x="2865" y="358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09" name="Graph element 502"/>
            <p:cNvSpPr/>
            <p:nvPr/>
          </p:nvSpPr>
          <p:spPr>
            <a:xfrm>
              <a:off x="1141366" y="1565730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10" name="Graph element 503"/>
            <p:cNvSpPr/>
            <p:nvPr/>
          </p:nvSpPr>
          <p:spPr>
            <a:xfrm>
              <a:off x="1243428" y="1563939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11" name="Graph element 504"/>
            <p:cNvSpPr/>
            <p:nvPr/>
          </p:nvSpPr>
          <p:spPr>
            <a:xfrm>
              <a:off x="1151690" y="1564952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12" name="Graph element 505"/>
            <p:cNvSpPr/>
            <p:nvPr/>
          </p:nvSpPr>
          <p:spPr>
            <a:xfrm>
              <a:off x="985168" y="1564952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13" name="Graph element 506"/>
            <p:cNvSpPr/>
            <p:nvPr/>
          </p:nvSpPr>
          <p:spPr>
            <a:xfrm>
              <a:off x="1250591" y="1556777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14" name="Graph element 507"/>
            <p:cNvSpPr/>
            <p:nvPr/>
          </p:nvSpPr>
          <p:spPr>
            <a:xfrm>
              <a:off x="1128413" y="1555999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15" name="Graph element 508"/>
            <p:cNvSpPr/>
            <p:nvPr/>
          </p:nvSpPr>
          <p:spPr>
            <a:xfrm>
              <a:off x="985168" y="1550628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16" name="Graph element 509"/>
            <p:cNvSpPr/>
            <p:nvPr/>
          </p:nvSpPr>
          <p:spPr>
            <a:xfrm>
              <a:off x="1253752" y="1548837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17" name="Graph element 510"/>
            <p:cNvSpPr/>
            <p:nvPr/>
          </p:nvSpPr>
          <p:spPr>
            <a:xfrm>
              <a:off x="1193293" y="1540662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18" name="Graph element 511"/>
            <p:cNvSpPr/>
            <p:nvPr/>
          </p:nvSpPr>
          <p:spPr>
            <a:xfrm>
              <a:off x="990539" y="1538094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19" name="Graph element 512"/>
            <p:cNvSpPr/>
            <p:nvPr/>
          </p:nvSpPr>
          <p:spPr>
            <a:xfrm>
              <a:off x="815484" y="1533500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20" name="Graph element 513"/>
            <p:cNvSpPr/>
            <p:nvPr/>
          </p:nvSpPr>
          <p:spPr>
            <a:xfrm>
              <a:off x="990539" y="1532722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21" name="Graph element 514"/>
            <p:cNvSpPr/>
            <p:nvPr/>
          </p:nvSpPr>
          <p:spPr>
            <a:xfrm>
              <a:off x="1126622" y="1523769"/>
              <a:ext cx="4236" cy="4594"/>
            </a:xfrm>
            <a:custGeom>
              <a:avLst/>
              <a:gdLst/>
              <a:ahLst/>
              <a:cxnLst/>
              <a:rect l="0" t="0" r="r" b="b"/>
              <a:pathLst>
                <a:path w="4236" h="4594" stroke="0" extrusionOk="0">
                  <a:moveTo>
                    <a:pt x="0" y="2384"/>
                  </a:moveTo>
                  <a:lnTo>
                    <a:pt x="2210" y="4594"/>
                  </a:lnTo>
                  <a:lnTo>
                    <a:pt x="4236" y="2568"/>
                  </a:lnTo>
                  <a:lnTo>
                    <a:pt x="2865" y="1197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2384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22" name="Graph element 515"/>
            <p:cNvSpPr/>
            <p:nvPr/>
          </p:nvSpPr>
          <p:spPr>
            <a:xfrm>
              <a:off x="1143157" y="1520966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23" name="Graph element 516"/>
            <p:cNvSpPr/>
            <p:nvPr/>
          </p:nvSpPr>
          <p:spPr>
            <a:xfrm>
              <a:off x="818410" y="1518756"/>
              <a:ext cx="6681" cy="5014"/>
            </a:xfrm>
            <a:custGeom>
              <a:avLst/>
              <a:gdLst/>
              <a:ahLst/>
              <a:cxnLst/>
              <a:rect l="0" t="0" r="r" b="b"/>
              <a:pathLst>
                <a:path w="6681" h="5014" stroke="0" extrusionOk="0">
                  <a:moveTo>
                    <a:pt x="0" y="0"/>
                  </a:moveTo>
                  <a:lnTo>
                    <a:pt x="3816" y="3816"/>
                  </a:lnTo>
                  <a:lnTo>
                    <a:pt x="3816" y="5014"/>
                  </a:lnTo>
                  <a:lnTo>
                    <a:pt x="6681" y="5014"/>
                  </a:lnTo>
                  <a:lnTo>
                    <a:pt x="668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24" name="Graph element 517"/>
            <p:cNvSpPr/>
            <p:nvPr/>
          </p:nvSpPr>
          <p:spPr>
            <a:xfrm>
              <a:off x="737712" y="1516965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25" name="Graph element 518"/>
            <p:cNvSpPr/>
            <p:nvPr/>
          </p:nvSpPr>
          <p:spPr>
            <a:xfrm>
              <a:off x="1148529" y="1515594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26" name="Graph element 519"/>
            <p:cNvSpPr/>
            <p:nvPr/>
          </p:nvSpPr>
          <p:spPr>
            <a:xfrm>
              <a:off x="1134204" y="1515594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0" y="3581"/>
                  </a:moveTo>
                  <a:lnTo>
                    <a:pt x="2026" y="5607"/>
                  </a:lnTo>
                  <a:lnTo>
                    <a:pt x="5607" y="2026"/>
                  </a:lnTo>
                  <a:lnTo>
                    <a:pt x="3581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27" name="Graph element 520"/>
            <p:cNvSpPr/>
            <p:nvPr/>
          </p:nvSpPr>
          <p:spPr>
            <a:xfrm>
              <a:off x="976215" y="1516607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28" name="Graph element 521"/>
            <p:cNvSpPr/>
            <p:nvPr/>
          </p:nvSpPr>
          <p:spPr>
            <a:xfrm>
              <a:off x="1163866" y="1513384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29" name="Graph element 522"/>
            <p:cNvSpPr/>
            <p:nvPr/>
          </p:nvSpPr>
          <p:spPr>
            <a:xfrm>
              <a:off x="768929" y="1512013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3581" y="5607"/>
                  </a:moveTo>
                  <a:lnTo>
                    <a:pt x="5607" y="358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3581" y="5607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30" name="Graph element 523"/>
            <p:cNvSpPr/>
            <p:nvPr/>
          </p:nvSpPr>
          <p:spPr>
            <a:xfrm>
              <a:off x="729537" y="1512013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31" name="Graph element 524"/>
            <p:cNvSpPr/>
            <p:nvPr/>
          </p:nvSpPr>
          <p:spPr>
            <a:xfrm>
              <a:off x="1196874" y="1510222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32" name="Graph element 525"/>
            <p:cNvSpPr/>
            <p:nvPr/>
          </p:nvSpPr>
          <p:spPr>
            <a:xfrm>
              <a:off x="976215" y="1511235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33" name="Graph element 526"/>
            <p:cNvSpPr/>
            <p:nvPr/>
          </p:nvSpPr>
          <p:spPr>
            <a:xfrm>
              <a:off x="754605" y="1510222"/>
              <a:ext cx="7397" cy="7397"/>
            </a:xfrm>
            <a:custGeom>
              <a:avLst/>
              <a:gdLst/>
              <a:ahLst/>
              <a:cxnLst/>
              <a:rect l="0" t="0" r="r" b="b"/>
              <a:pathLst>
                <a:path w="7397" h="7397" stroke="0" extrusionOk="0">
                  <a:moveTo>
                    <a:pt x="0" y="5372"/>
                  </a:moveTo>
                  <a:lnTo>
                    <a:pt x="2026" y="7397"/>
                  </a:lnTo>
                  <a:lnTo>
                    <a:pt x="7397" y="2026"/>
                  </a:lnTo>
                  <a:lnTo>
                    <a:pt x="5372" y="0"/>
                  </a:lnTo>
                  <a:lnTo>
                    <a:pt x="0" y="5372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34" name="Graph element 527"/>
            <p:cNvSpPr/>
            <p:nvPr/>
          </p:nvSpPr>
          <p:spPr>
            <a:xfrm>
              <a:off x="1235488" y="1504431"/>
              <a:ext cx="5372" cy="2865"/>
            </a:xfrm>
            <a:custGeom>
              <a:avLst/>
              <a:gdLst/>
              <a:ahLst/>
              <a:cxnLst/>
              <a:rect l="0" t="0" r="r" b="b"/>
              <a:pathLst>
                <a:path w="5372" h="2865" stroke="0" extrusionOk="0">
                  <a:moveTo>
                    <a:pt x="5372" y="2865"/>
                  </a:moveTo>
                  <a:lnTo>
                    <a:pt x="5372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5372" y="2865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35" name="Graph element 528"/>
            <p:cNvSpPr/>
            <p:nvPr/>
          </p:nvSpPr>
          <p:spPr>
            <a:xfrm>
              <a:off x="1074696" y="1502405"/>
              <a:ext cx="8472" cy="8472"/>
            </a:xfrm>
            <a:custGeom>
              <a:avLst/>
              <a:gdLst/>
              <a:ahLst/>
              <a:cxnLst/>
              <a:rect l="0" t="0" r="r" b="b"/>
              <a:pathLst>
                <a:path w="8472" h="8472" stroke="0" extrusionOk="0">
                  <a:moveTo>
                    <a:pt x="0" y="0"/>
                  </a:moveTo>
                  <a:lnTo>
                    <a:pt x="0" y="5842"/>
                  </a:lnTo>
                  <a:lnTo>
                    <a:pt x="2630" y="8472"/>
                  </a:lnTo>
                  <a:lnTo>
                    <a:pt x="8472" y="84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36" name="Graph element 529"/>
            <p:cNvSpPr/>
            <p:nvPr/>
          </p:nvSpPr>
          <p:spPr>
            <a:xfrm>
              <a:off x="725536" y="1505863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37" name="Graph element 530"/>
            <p:cNvSpPr/>
            <p:nvPr/>
          </p:nvSpPr>
          <p:spPr>
            <a:xfrm>
              <a:off x="957951" y="1499059"/>
              <a:ext cx="7162" cy="2865"/>
            </a:xfrm>
            <a:custGeom>
              <a:avLst/>
              <a:gdLst/>
              <a:ahLst/>
              <a:cxnLst/>
              <a:rect l="0" t="0" r="r" b="b"/>
              <a:pathLst>
                <a:path w="7162" h="2865" stroke="0" extrusionOk="0">
                  <a:moveTo>
                    <a:pt x="7162" y="2865"/>
                  </a:moveTo>
                  <a:lnTo>
                    <a:pt x="7162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7162" y="2865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38" name="Graph element 531"/>
            <p:cNvSpPr/>
            <p:nvPr/>
          </p:nvSpPr>
          <p:spPr>
            <a:xfrm>
              <a:off x="831179" y="1500492"/>
              <a:ext cx="2865" cy="5372"/>
            </a:xfrm>
            <a:custGeom>
              <a:avLst/>
              <a:gdLst/>
              <a:ahLst/>
              <a:cxnLst/>
              <a:rect l="0" t="0" r="r" b="b"/>
              <a:pathLst>
                <a:path w="2865" h="5372" stroke="0" extrusionOk="0">
                  <a:moveTo>
                    <a:pt x="0" y="5372"/>
                  </a:moveTo>
                  <a:lnTo>
                    <a:pt x="2865" y="5372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5372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39" name="Graph element 532"/>
            <p:cNvSpPr/>
            <p:nvPr/>
          </p:nvSpPr>
          <p:spPr>
            <a:xfrm>
              <a:off x="1221942" y="1497688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40" name="Graph element 533"/>
            <p:cNvSpPr/>
            <p:nvPr/>
          </p:nvSpPr>
          <p:spPr>
            <a:xfrm>
              <a:off x="1252381" y="1495898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41" name="Graph element 534"/>
            <p:cNvSpPr/>
            <p:nvPr/>
          </p:nvSpPr>
          <p:spPr>
            <a:xfrm>
              <a:off x="1137785" y="1495898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42" name="Graph element 535"/>
            <p:cNvSpPr/>
            <p:nvPr/>
          </p:nvSpPr>
          <p:spPr>
            <a:xfrm>
              <a:off x="725536" y="149333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43" name="Graph element 536"/>
            <p:cNvSpPr/>
            <p:nvPr/>
          </p:nvSpPr>
          <p:spPr>
            <a:xfrm>
              <a:off x="678623" y="1491897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44" name="Graph element 537"/>
            <p:cNvSpPr/>
            <p:nvPr/>
          </p:nvSpPr>
          <p:spPr>
            <a:xfrm>
              <a:off x="671461" y="1491897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45" name="Graph element 538"/>
            <p:cNvSpPr/>
            <p:nvPr/>
          </p:nvSpPr>
          <p:spPr>
            <a:xfrm>
              <a:off x="1255543" y="1491539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46" name="Graph element 539"/>
            <p:cNvSpPr/>
            <p:nvPr/>
          </p:nvSpPr>
          <p:spPr>
            <a:xfrm>
              <a:off x="951567" y="1490526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47" name="Graph element 540"/>
            <p:cNvSpPr/>
            <p:nvPr/>
          </p:nvSpPr>
          <p:spPr>
            <a:xfrm>
              <a:off x="854457" y="1487958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48" name="Graph element 541"/>
            <p:cNvSpPr/>
            <p:nvPr/>
          </p:nvSpPr>
          <p:spPr>
            <a:xfrm>
              <a:off x="996331" y="1485154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49" name="Graph element 542"/>
            <p:cNvSpPr/>
            <p:nvPr/>
          </p:nvSpPr>
          <p:spPr>
            <a:xfrm>
              <a:off x="796923" y="1482709"/>
              <a:ext cx="6681" cy="6681"/>
            </a:xfrm>
            <a:custGeom>
              <a:avLst/>
              <a:gdLst/>
              <a:ahLst/>
              <a:cxnLst/>
              <a:rect l="0" t="0" r="r" b="b"/>
              <a:pathLst>
                <a:path w="6681" h="6681" stroke="0" extrusionOk="0">
                  <a:moveTo>
                    <a:pt x="6681" y="0"/>
                  </a:moveTo>
                  <a:lnTo>
                    <a:pt x="0" y="6681"/>
                  </a:lnTo>
                  <a:lnTo>
                    <a:pt x="6681" y="6681"/>
                  </a:lnTo>
                  <a:lnTo>
                    <a:pt x="6681" y="0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50" name="Graph element 543"/>
            <p:cNvSpPr/>
            <p:nvPr/>
          </p:nvSpPr>
          <p:spPr>
            <a:xfrm>
              <a:off x="729537" y="1485154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51" name="Graph element 544"/>
            <p:cNvSpPr/>
            <p:nvPr/>
          </p:nvSpPr>
          <p:spPr>
            <a:xfrm>
              <a:off x="1123461" y="1483364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3581" y="5607"/>
                  </a:moveTo>
                  <a:lnTo>
                    <a:pt x="5607" y="358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3581" y="5607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52" name="Graph element 545"/>
            <p:cNvSpPr/>
            <p:nvPr/>
          </p:nvSpPr>
          <p:spPr>
            <a:xfrm>
              <a:off x="1217941" y="1482586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53" name="Graph element 546"/>
            <p:cNvSpPr/>
            <p:nvPr/>
          </p:nvSpPr>
          <p:spPr>
            <a:xfrm>
              <a:off x="1110149" y="1479363"/>
              <a:ext cx="5372" cy="2865"/>
            </a:xfrm>
            <a:custGeom>
              <a:avLst/>
              <a:gdLst/>
              <a:ahLst/>
              <a:cxnLst/>
              <a:rect l="0" t="0" r="r" b="b"/>
              <a:pathLst>
                <a:path w="5372" h="2865" stroke="0" extrusionOk="0">
                  <a:moveTo>
                    <a:pt x="5372" y="2865"/>
                  </a:moveTo>
                  <a:lnTo>
                    <a:pt x="5372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5372" y="2865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54" name="Graph element 547"/>
            <p:cNvSpPr/>
            <p:nvPr/>
          </p:nvSpPr>
          <p:spPr>
            <a:xfrm>
              <a:off x="793997" y="1479783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55" name="Graph element 548"/>
            <p:cNvSpPr/>
            <p:nvPr/>
          </p:nvSpPr>
          <p:spPr>
            <a:xfrm>
              <a:off x="856667" y="1477992"/>
              <a:ext cx="7397" cy="7397"/>
            </a:xfrm>
            <a:custGeom>
              <a:avLst/>
              <a:gdLst/>
              <a:ahLst/>
              <a:cxnLst/>
              <a:rect l="0" t="0" r="r" b="b"/>
              <a:pathLst>
                <a:path w="7397" h="7397" stroke="0" extrusionOk="0">
                  <a:moveTo>
                    <a:pt x="0" y="5372"/>
                  </a:moveTo>
                  <a:lnTo>
                    <a:pt x="2026" y="7397"/>
                  </a:lnTo>
                  <a:lnTo>
                    <a:pt x="7397" y="2026"/>
                  </a:lnTo>
                  <a:lnTo>
                    <a:pt x="5372" y="0"/>
                  </a:lnTo>
                  <a:lnTo>
                    <a:pt x="0" y="5372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56" name="Graph element 549"/>
            <p:cNvSpPr/>
            <p:nvPr/>
          </p:nvSpPr>
          <p:spPr>
            <a:xfrm>
              <a:off x="754605" y="1477992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57" name="Graph element 550"/>
            <p:cNvSpPr/>
            <p:nvPr/>
          </p:nvSpPr>
          <p:spPr>
            <a:xfrm>
              <a:off x="1220151" y="1474411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58" name="Graph element 551"/>
            <p:cNvSpPr/>
            <p:nvPr/>
          </p:nvSpPr>
          <p:spPr>
            <a:xfrm>
              <a:off x="1162075" y="1473991"/>
              <a:ext cx="5372" cy="2865"/>
            </a:xfrm>
            <a:custGeom>
              <a:avLst/>
              <a:gdLst/>
              <a:ahLst/>
              <a:cxnLst/>
              <a:rect l="0" t="0" r="r" b="b"/>
              <a:pathLst>
                <a:path w="5372" h="2865" stroke="0" extrusionOk="0">
                  <a:moveTo>
                    <a:pt x="5372" y="2865"/>
                  </a:moveTo>
                  <a:lnTo>
                    <a:pt x="5372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5372" y="2865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59" name="Graph element 552"/>
            <p:cNvSpPr/>
            <p:nvPr/>
          </p:nvSpPr>
          <p:spPr>
            <a:xfrm>
              <a:off x="785044" y="1474411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60" name="Graph element 553"/>
            <p:cNvSpPr/>
            <p:nvPr/>
          </p:nvSpPr>
          <p:spPr>
            <a:xfrm>
              <a:off x="695097" y="1475424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61" name="Graph element 554"/>
            <p:cNvSpPr/>
            <p:nvPr/>
          </p:nvSpPr>
          <p:spPr>
            <a:xfrm>
              <a:off x="956519" y="1473633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62" name="Graph element 555"/>
            <p:cNvSpPr/>
            <p:nvPr/>
          </p:nvSpPr>
          <p:spPr>
            <a:xfrm>
              <a:off x="1250591" y="1470830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63" name="Graph element 556"/>
            <p:cNvSpPr/>
            <p:nvPr/>
          </p:nvSpPr>
          <p:spPr>
            <a:xfrm>
              <a:off x="1153900" y="1470830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64" name="Graph element 557"/>
            <p:cNvSpPr/>
            <p:nvPr/>
          </p:nvSpPr>
          <p:spPr>
            <a:xfrm>
              <a:off x="1103345" y="1471843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65" name="Graph element 558"/>
            <p:cNvSpPr/>
            <p:nvPr/>
          </p:nvSpPr>
          <p:spPr>
            <a:xfrm>
              <a:off x="789996" y="1471843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66" name="Graph element 559"/>
            <p:cNvSpPr/>
            <p:nvPr/>
          </p:nvSpPr>
          <p:spPr>
            <a:xfrm>
              <a:off x="1111940" y="1468620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67" name="Graph element 560"/>
            <p:cNvSpPr/>
            <p:nvPr/>
          </p:nvSpPr>
          <p:spPr>
            <a:xfrm>
              <a:off x="1244441" y="1466829"/>
              <a:ext cx="4594" cy="4236"/>
            </a:xfrm>
            <a:custGeom>
              <a:avLst/>
              <a:gdLst/>
              <a:ahLst/>
              <a:cxnLst/>
              <a:rect l="0" t="0" r="r" b="b"/>
              <a:pathLst>
                <a:path w="4594" h="4236" stroke="0" extrusionOk="0">
                  <a:moveTo>
                    <a:pt x="1197" y="2865"/>
                  </a:moveTo>
                  <a:lnTo>
                    <a:pt x="2568" y="4236"/>
                  </a:lnTo>
                  <a:lnTo>
                    <a:pt x="4594" y="2210"/>
                  </a:lnTo>
                  <a:lnTo>
                    <a:pt x="2384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197" y="2865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68" name="Graph element 561"/>
            <p:cNvSpPr/>
            <p:nvPr/>
          </p:nvSpPr>
          <p:spPr>
            <a:xfrm>
              <a:off x="1219373" y="1466829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69" name="Graph element 562"/>
            <p:cNvSpPr/>
            <p:nvPr/>
          </p:nvSpPr>
          <p:spPr>
            <a:xfrm>
              <a:off x="927512" y="1466829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70" name="Graph element 563"/>
            <p:cNvSpPr/>
            <p:nvPr/>
          </p:nvSpPr>
          <p:spPr>
            <a:xfrm>
              <a:off x="695097" y="1468262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71" name="Graph element 564"/>
            <p:cNvSpPr/>
            <p:nvPr/>
          </p:nvSpPr>
          <p:spPr>
            <a:xfrm>
              <a:off x="827598" y="1466471"/>
              <a:ext cx="2865" cy="5372"/>
            </a:xfrm>
            <a:custGeom>
              <a:avLst/>
              <a:gdLst/>
              <a:ahLst/>
              <a:cxnLst/>
              <a:rect l="0" t="0" r="r" b="b"/>
              <a:pathLst>
                <a:path w="2865" h="5372" stroke="0" extrusionOk="0">
                  <a:moveTo>
                    <a:pt x="0" y="5372"/>
                  </a:moveTo>
                  <a:lnTo>
                    <a:pt x="2865" y="5372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5372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72" name="Graph element 565"/>
            <p:cNvSpPr/>
            <p:nvPr/>
          </p:nvSpPr>
          <p:spPr>
            <a:xfrm>
              <a:off x="1146738" y="1463668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73" name="Graph element 566"/>
            <p:cNvSpPr/>
            <p:nvPr/>
          </p:nvSpPr>
          <p:spPr>
            <a:xfrm>
              <a:off x="1318632" y="1461877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0" y="3581"/>
                  </a:moveTo>
                  <a:lnTo>
                    <a:pt x="2026" y="5607"/>
                  </a:lnTo>
                  <a:lnTo>
                    <a:pt x="5607" y="2026"/>
                  </a:lnTo>
                  <a:lnTo>
                    <a:pt x="3581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74" name="Graph element 567"/>
            <p:cNvSpPr/>
            <p:nvPr/>
          </p:nvSpPr>
          <p:spPr>
            <a:xfrm>
              <a:off x="945417" y="1459667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75" name="Graph element 568"/>
            <p:cNvSpPr/>
            <p:nvPr/>
          </p:nvSpPr>
          <p:spPr>
            <a:xfrm>
              <a:off x="899221" y="1461099"/>
              <a:ext cx="2865" cy="3581"/>
            </a:xfrm>
            <a:custGeom>
              <a:avLst/>
              <a:gdLst/>
              <a:ahLst/>
              <a:cxnLst/>
              <a:rect l="0" t="0" r="r" b="b"/>
              <a:pathLst>
                <a:path w="2865" h="3581" stroke="0" extrusionOk="0">
                  <a:moveTo>
                    <a:pt x="0" y="3581"/>
                  </a:moveTo>
                  <a:lnTo>
                    <a:pt x="2865" y="358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76" name="Graph element 569"/>
            <p:cNvSpPr/>
            <p:nvPr/>
          </p:nvSpPr>
          <p:spPr>
            <a:xfrm>
              <a:off x="1089440" y="1458296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77" name="Graph element 570"/>
            <p:cNvSpPr/>
            <p:nvPr/>
          </p:nvSpPr>
          <p:spPr>
            <a:xfrm>
              <a:off x="854099" y="1457876"/>
              <a:ext cx="5372" cy="2865"/>
            </a:xfrm>
            <a:custGeom>
              <a:avLst/>
              <a:gdLst/>
              <a:ahLst/>
              <a:cxnLst/>
              <a:rect l="0" t="0" r="r" b="b"/>
              <a:pathLst>
                <a:path w="5372" h="2865" stroke="0" extrusionOk="0">
                  <a:moveTo>
                    <a:pt x="5372" y="2865"/>
                  </a:moveTo>
                  <a:lnTo>
                    <a:pt x="5372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5372" y="2865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78" name="Graph element 571"/>
            <p:cNvSpPr/>
            <p:nvPr/>
          </p:nvSpPr>
          <p:spPr>
            <a:xfrm>
              <a:off x="768929" y="1458296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79" name="Graph element 572"/>
            <p:cNvSpPr/>
            <p:nvPr/>
          </p:nvSpPr>
          <p:spPr>
            <a:xfrm>
              <a:off x="747442" y="1458296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80" name="Graph element 573"/>
            <p:cNvSpPr/>
            <p:nvPr/>
          </p:nvSpPr>
          <p:spPr>
            <a:xfrm>
              <a:off x="1234476" y="1456505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81" name="Graph element 574"/>
            <p:cNvSpPr/>
            <p:nvPr/>
          </p:nvSpPr>
          <p:spPr>
            <a:xfrm>
              <a:off x="1196874" y="1455492"/>
              <a:ext cx="7397" cy="6620"/>
            </a:xfrm>
            <a:custGeom>
              <a:avLst/>
              <a:gdLst/>
              <a:ahLst/>
              <a:cxnLst/>
              <a:rect l="0" t="0" r="r" b="b"/>
              <a:pathLst>
                <a:path w="7397" h="6620" stroke="0" extrusionOk="0">
                  <a:moveTo>
                    <a:pt x="0" y="4594"/>
                  </a:moveTo>
                  <a:lnTo>
                    <a:pt x="2026" y="6620"/>
                  </a:lnTo>
                  <a:lnTo>
                    <a:pt x="4594" y="4052"/>
                  </a:lnTo>
                  <a:lnTo>
                    <a:pt x="5372" y="4829"/>
                  </a:lnTo>
                  <a:lnTo>
                    <a:pt x="7397" y="2803"/>
                  </a:lnTo>
                  <a:lnTo>
                    <a:pt x="4594" y="0"/>
                  </a:lnTo>
                  <a:lnTo>
                    <a:pt x="0" y="4594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82" name="Graph element 575"/>
            <p:cNvSpPr/>
            <p:nvPr/>
          </p:nvSpPr>
          <p:spPr>
            <a:xfrm>
              <a:off x="953357" y="1456505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83" name="Graph element 576"/>
            <p:cNvSpPr/>
            <p:nvPr/>
          </p:nvSpPr>
          <p:spPr>
            <a:xfrm>
              <a:off x="792207" y="1456505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84" name="Graph element 577"/>
            <p:cNvSpPr/>
            <p:nvPr/>
          </p:nvSpPr>
          <p:spPr>
            <a:xfrm>
              <a:off x="1001702" y="1454715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85" name="Graph element 578"/>
            <p:cNvSpPr/>
            <p:nvPr/>
          </p:nvSpPr>
          <p:spPr>
            <a:xfrm>
              <a:off x="933661" y="1454715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86" name="Graph element 579"/>
            <p:cNvSpPr/>
            <p:nvPr/>
          </p:nvSpPr>
          <p:spPr>
            <a:xfrm>
              <a:off x="1124832" y="1453937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87" name="Graph element 580"/>
            <p:cNvSpPr/>
            <p:nvPr/>
          </p:nvSpPr>
          <p:spPr>
            <a:xfrm>
              <a:off x="742071" y="1452924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88" name="Graph element 581"/>
            <p:cNvSpPr/>
            <p:nvPr/>
          </p:nvSpPr>
          <p:spPr>
            <a:xfrm>
              <a:off x="706259" y="1452924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89" name="Graph element 582"/>
            <p:cNvSpPr/>
            <p:nvPr/>
          </p:nvSpPr>
          <p:spPr>
            <a:xfrm>
              <a:off x="838761" y="1449343"/>
              <a:ext cx="7397" cy="7397"/>
            </a:xfrm>
            <a:custGeom>
              <a:avLst/>
              <a:gdLst/>
              <a:ahLst/>
              <a:cxnLst/>
              <a:rect l="0" t="0" r="r" b="b"/>
              <a:pathLst>
                <a:path w="7397" h="7397" stroke="0" extrusionOk="0">
                  <a:moveTo>
                    <a:pt x="5372" y="7397"/>
                  </a:moveTo>
                  <a:lnTo>
                    <a:pt x="7397" y="5372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5372" y="7397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90" name="Graph element 583"/>
            <p:cNvSpPr/>
            <p:nvPr/>
          </p:nvSpPr>
          <p:spPr>
            <a:xfrm>
              <a:off x="777462" y="1448565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91" name="Graph element 584"/>
            <p:cNvSpPr/>
            <p:nvPr/>
          </p:nvSpPr>
          <p:spPr>
            <a:xfrm>
              <a:off x="922140" y="1445342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92" name="Graph element 585"/>
            <p:cNvSpPr/>
            <p:nvPr/>
          </p:nvSpPr>
          <p:spPr>
            <a:xfrm>
              <a:off x="916768" y="1445342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93" name="Graph element 586"/>
            <p:cNvSpPr/>
            <p:nvPr/>
          </p:nvSpPr>
          <p:spPr>
            <a:xfrm>
              <a:off x="888119" y="1445342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94" name="Graph element 587"/>
            <p:cNvSpPr/>
            <p:nvPr/>
          </p:nvSpPr>
          <p:spPr>
            <a:xfrm>
              <a:off x="816497" y="1445342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95" name="Graph element 588"/>
            <p:cNvSpPr/>
            <p:nvPr/>
          </p:nvSpPr>
          <p:spPr>
            <a:xfrm>
              <a:off x="783254" y="1443971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96" name="Graph element 589"/>
            <p:cNvSpPr/>
            <p:nvPr/>
          </p:nvSpPr>
          <p:spPr>
            <a:xfrm>
              <a:off x="1139156" y="1441403"/>
              <a:ext cx="2865" cy="3581"/>
            </a:xfrm>
            <a:custGeom>
              <a:avLst/>
              <a:gdLst/>
              <a:ahLst/>
              <a:cxnLst/>
              <a:rect l="0" t="0" r="r" b="b"/>
              <a:pathLst>
                <a:path w="2865" h="3581" stroke="0" extrusionOk="0">
                  <a:moveTo>
                    <a:pt x="0" y="3581"/>
                  </a:moveTo>
                  <a:lnTo>
                    <a:pt x="2865" y="358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97" name="Graph element 590"/>
            <p:cNvSpPr/>
            <p:nvPr/>
          </p:nvSpPr>
          <p:spPr>
            <a:xfrm>
              <a:off x="647171" y="1440390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0" y="3581"/>
                  </a:moveTo>
                  <a:lnTo>
                    <a:pt x="2026" y="5607"/>
                  </a:lnTo>
                  <a:lnTo>
                    <a:pt x="5607" y="2026"/>
                  </a:lnTo>
                  <a:lnTo>
                    <a:pt x="3581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98" name="Graph element 591"/>
            <p:cNvSpPr/>
            <p:nvPr/>
          </p:nvSpPr>
          <p:spPr>
            <a:xfrm>
              <a:off x="997702" y="1439613"/>
              <a:ext cx="2865" cy="3581"/>
            </a:xfrm>
            <a:custGeom>
              <a:avLst/>
              <a:gdLst/>
              <a:ahLst/>
              <a:cxnLst/>
              <a:rect l="0" t="0" r="r" b="b"/>
              <a:pathLst>
                <a:path w="2865" h="3581" stroke="0" extrusionOk="0">
                  <a:moveTo>
                    <a:pt x="0" y="3581"/>
                  </a:moveTo>
                  <a:lnTo>
                    <a:pt x="2865" y="358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899" name="Graph element 592"/>
            <p:cNvSpPr/>
            <p:nvPr/>
          </p:nvSpPr>
          <p:spPr>
            <a:xfrm>
              <a:off x="900653" y="1438180"/>
              <a:ext cx="3581" cy="2865"/>
            </a:xfrm>
            <a:custGeom>
              <a:avLst/>
              <a:gdLst/>
              <a:ahLst/>
              <a:cxnLst/>
              <a:rect l="0" t="0" r="r" b="b"/>
              <a:pathLst>
                <a:path w="3581" h="2865" stroke="0" extrusionOk="0">
                  <a:moveTo>
                    <a:pt x="3581" y="2865"/>
                  </a:moveTo>
                  <a:lnTo>
                    <a:pt x="358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3581" y="2865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900" name="Graph element 593"/>
            <p:cNvSpPr/>
            <p:nvPr/>
          </p:nvSpPr>
          <p:spPr>
            <a:xfrm>
              <a:off x="781044" y="1439613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901" name="Graph element 594"/>
            <p:cNvSpPr/>
            <p:nvPr/>
          </p:nvSpPr>
          <p:spPr>
            <a:xfrm>
              <a:off x="1322213" y="1436809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902" name="Graph element 595"/>
            <p:cNvSpPr/>
            <p:nvPr/>
          </p:nvSpPr>
          <p:spPr>
            <a:xfrm>
              <a:off x="777462" y="1437822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903" name="Graph element 596"/>
            <p:cNvSpPr/>
            <p:nvPr/>
          </p:nvSpPr>
          <p:spPr>
            <a:xfrm>
              <a:off x="1270287" y="1433228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904" name="Graph element 597"/>
            <p:cNvSpPr/>
            <p:nvPr/>
          </p:nvSpPr>
          <p:spPr>
            <a:xfrm>
              <a:off x="1230894" y="1431437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3581" y="5607"/>
                  </a:moveTo>
                  <a:lnTo>
                    <a:pt x="5607" y="358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3581" y="5607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905" name="Graph element 598"/>
            <p:cNvSpPr/>
            <p:nvPr/>
          </p:nvSpPr>
          <p:spPr>
            <a:xfrm>
              <a:off x="742071" y="1431437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906" name="Graph element 599"/>
            <p:cNvSpPr/>
            <p:nvPr/>
          </p:nvSpPr>
          <p:spPr>
            <a:xfrm>
              <a:off x="672239" y="1431437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907" name="Graph element 600"/>
            <p:cNvSpPr/>
            <p:nvPr/>
          </p:nvSpPr>
          <p:spPr>
            <a:xfrm>
              <a:off x="1283834" y="1427437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908" name="Graph element 601"/>
            <p:cNvSpPr/>
            <p:nvPr/>
          </p:nvSpPr>
          <p:spPr>
            <a:xfrm>
              <a:off x="781044" y="1428869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909" name="Graph element 602"/>
            <p:cNvSpPr/>
            <p:nvPr/>
          </p:nvSpPr>
          <p:spPr>
            <a:xfrm>
              <a:off x="747442" y="1426066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910" name="Graph element 603"/>
            <p:cNvSpPr/>
            <p:nvPr/>
          </p:nvSpPr>
          <p:spPr>
            <a:xfrm>
              <a:off x="1288192" y="1424275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911" name="Graph element 604"/>
            <p:cNvSpPr/>
            <p:nvPr/>
          </p:nvSpPr>
          <p:spPr>
            <a:xfrm>
              <a:off x="960519" y="1424275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912" name="Graph element 605"/>
            <p:cNvSpPr/>
            <p:nvPr/>
          </p:nvSpPr>
          <p:spPr>
            <a:xfrm>
              <a:off x="753827" y="1423856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913" name="Graph element 606"/>
            <p:cNvSpPr/>
            <p:nvPr/>
          </p:nvSpPr>
          <p:spPr>
            <a:xfrm>
              <a:off x="679401" y="1424275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914" name="Graph element 607"/>
            <p:cNvSpPr/>
            <p:nvPr/>
          </p:nvSpPr>
          <p:spPr>
            <a:xfrm>
              <a:off x="850517" y="1422065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915" name="Graph element 608"/>
            <p:cNvSpPr/>
            <p:nvPr/>
          </p:nvSpPr>
          <p:spPr>
            <a:xfrm>
              <a:off x="692948" y="1422065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916" name="Graph element 609"/>
            <p:cNvSpPr/>
            <p:nvPr/>
          </p:nvSpPr>
          <p:spPr>
            <a:xfrm>
              <a:off x="687576" y="1422065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917" name="Graph element 610"/>
            <p:cNvSpPr/>
            <p:nvPr/>
          </p:nvSpPr>
          <p:spPr>
            <a:xfrm>
              <a:off x="1184340" y="1418904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3581" y="5607"/>
                  </a:moveTo>
                  <a:lnTo>
                    <a:pt x="5607" y="358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3581" y="5607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918" name="Graph element 611"/>
            <p:cNvSpPr/>
            <p:nvPr/>
          </p:nvSpPr>
          <p:spPr>
            <a:xfrm>
              <a:off x="1234056" y="1418126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919" name="Graph element 612"/>
            <p:cNvSpPr/>
            <p:nvPr/>
          </p:nvSpPr>
          <p:spPr>
            <a:xfrm>
              <a:off x="1193293" y="1417113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0" y="3581"/>
                  </a:moveTo>
                  <a:lnTo>
                    <a:pt x="2026" y="5607"/>
                  </a:lnTo>
                  <a:lnTo>
                    <a:pt x="5607" y="2026"/>
                  </a:lnTo>
                  <a:lnTo>
                    <a:pt x="3581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920" name="Graph element 613"/>
            <p:cNvSpPr/>
            <p:nvPr/>
          </p:nvSpPr>
          <p:spPr>
            <a:xfrm>
              <a:off x="817274" y="1417113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921" name="Graph element 614"/>
            <p:cNvSpPr/>
            <p:nvPr/>
          </p:nvSpPr>
          <p:spPr>
            <a:xfrm>
              <a:off x="1203258" y="1413112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922" name="Graph element 615"/>
            <p:cNvSpPr/>
            <p:nvPr/>
          </p:nvSpPr>
          <p:spPr>
            <a:xfrm>
              <a:off x="836971" y="1413532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923" name="Graph element 616"/>
            <p:cNvSpPr/>
            <p:nvPr/>
          </p:nvSpPr>
          <p:spPr>
            <a:xfrm>
              <a:off x="1175387" y="1411741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3581" y="5607"/>
                  </a:moveTo>
                  <a:lnTo>
                    <a:pt x="5607" y="358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3581" y="5607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924" name="Graph element 617"/>
            <p:cNvSpPr/>
            <p:nvPr/>
          </p:nvSpPr>
          <p:spPr>
            <a:xfrm>
              <a:off x="840552" y="1409951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925" name="Graph element 618"/>
            <p:cNvSpPr/>
            <p:nvPr/>
          </p:nvSpPr>
          <p:spPr>
            <a:xfrm>
              <a:off x="1238057" y="1406370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0" y="3581"/>
                  </a:moveTo>
                  <a:lnTo>
                    <a:pt x="2026" y="5607"/>
                  </a:lnTo>
                  <a:lnTo>
                    <a:pt x="5607" y="2026"/>
                  </a:lnTo>
                  <a:lnTo>
                    <a:pt x="3581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926" name="Graph element 619"/>
            <p:cNvSpPr/>
            <p:nvPr/>
          </p:nvSpPr>
          <p:spPr>
            <a:xfrm>
              <a:off x="1170015" y="1406370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927" name="Graph element 620"/>
            <p:cNvSpPr/>
            <p:nvPr/>
          </p:nvSpPr>
          <p:spPr>
            <a:xfrm>
              <a:off x="1111940" y="1398788"/>
              <a:ext cx="3581" cy="2865"/>
            </a:xfrm>
            <a:custGeom>
              <a:avLst/>
              <a:gdLst/>
              <a:ahLst/>
              <a:cxnLst/>
              <a:rect l="0" t="0" r="r" b="b"/>
              <a:pathLst>
                <a:path w="3581" h="2865" stroke="0" extrusionOk="0">
                  <a:moveTo>
                    <a:pt x="3581" y="2865"/>
                  </a:moveTo>
                  <a:lnTo>
                    <a:pt x="358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3581" y="2865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928" name="Graph element 621"/>
            <p:cNvSpPr/>
            <p:nvPr/>
          </p:nvSpPr>
          <p:spPr>
            <a:xfrm>
              <a:off x="1295355" y="1397417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929" name="Graph element 622"/>
            <p:cNvSpPr/>
            <p:nvPr/>
          </p:nvSpPr>
          <p:spPr>
            <a:xfrm>
              <a:off x="1118089" y="1393836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930" name="Graph element 623"/>
            <p:cNvSpPr/>
            <p:nvPr/>
          </p:nvSpPr>
          <p:spPr>
            <a:xfrm>
              <a:off x="1291774" y="1392045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931" name="Graph element 624"/>
            <p:cNvSpPr/>
            <p:nvPr/>
          </p:nvSpPr>
          <p:spPr>
            <a:xfrm>
              <a:off x="1264915" y="1390255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932" name="Graph element 625"/>
            <p:cNvSpPr/>
            <p:nvPr/>
          </p:nvSpPr>
          <p:spPr>
            <a:xfrm>
              <a:off x="1286402" y="1388464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933" name="Graph element 626"/>
            <p:cNvSpPr/>
            <p:nvPr/>
          </p:nvSpPr>
          <p:spPr>
            <a:xfrm>
              <a:off x="1309679" y="1384883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3581" y="5607"/>
                  </a:moveTo>
                  <a:lnTo>
                    <a:pt x="5607" y="358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3581" y="5607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934" name="Graph element 627"/>
            <p:cNvSpPr/>
            <p:nvPr/>
          </p:nvSpPr>
          <p:spPr>
            <a:xfrm>
              <a:off x="1168225" y="1384883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935" name="Graph element 628"/>
            <p:cNvSpPr/>
            <p:nvPr/>
          </p:nvSpPr>
          <p:spPr>
            <a:xfrm>
              <a:off x="1112298" y="1382438"/>
              <a:ext cx="5249" cy="10498"/>
            </a:xfrm>
            <a:custGeom>
              <a:avLst/>
              <a:gdLst/>
              <a:ahLst/>
              <a:cxnLst/>
              <a:rect l="0" t="0" r="r" b="b"/>
              <a:pathLst>
                <a:path w="5249" h="10498" stroke="0" extrusionOk="0">
                  <a:moveTo>
                    <a:pt x="0" y="0"/>
                  </a:moveTo>
                  <a:lnTo>
                    <a:pt x="0" y="10498"/>
                  </a:lnTo>
                  <a:lnTo>
                    <a:pt x="5249" y="52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936" name="Graph element 629"/>
            <p:cNvSpPr/>
            <p:nvPr/>
          </p:nvSpPr>
          <p:spPr>
            <a:xfrm>
              <a:off x="1341909" y="1383092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937" name="Graph element 630"/>
            <p:cNvSpPr/>
            <p:nvPr/>
          </p:nvSpPr>
          <p:spPr>
            <a:xfrm>
              <a:off x="942194" y="1384105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938" name="Graph element 631"/>
            <p:cNvSpPr/>
            <p:nvPr/>
          </p:nvSpPr>
          <p:spPr>
            <a:xfrm>
              <a:off x="768510" y="1382315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939" name="Graph element 632"/>
            <p:cNvSpPr/>
            <p:nvPr/>
          </p:nvSpPr>
          <p:spPr>
            <a:xfrm>
              <a:off x="1162853" y="1379511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940" name="Graph element 633"/>
            <p:cNvSpPr/>
            <p:nvPr/>
          </p:nvSpPr>
          <p:spPr>
            <a:xfrm>
              <a:off x="939033" y="1375930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941" name="Graph element 634"/>
            <p:cNvSpPr/>
            <p:nvPr/>
          </p:nvSpPr>
          <p:spPr>
            <a:xfrm>
              <a:off x="1346861" y="1375152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942" name="Graph element 635"/>
            <p:cNvSpPr/>
            <p:nvPr/>
          </p:nvSpPr>
          <p:spPr>
            <a:xfrm>
              <a:off x="1012446" y="1374139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943" name="Graph element 636"/>
            <p:cNvSpPr/>
            <p:nvPr/>
          </p:nvSpPr>
          <p:spPr>
            <a:xfrm>
              <a:off x="834402" y="1373720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944" name="Graph element 637"/>
            <p:cNvSpPr/>
            <p:nvPr/>
          </p:nvSpPr>
          <p:spPr>
            <a:xfrm>
              <a:off x="815484" y="1374139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945" name="Graph element 638"/>
            <p:cNvSpPr/>
            <p:nvPr/>
          </p:nvSpPr>
          <p:spPr>
            <a:xfrm>
              <a:off x="772510" y="1374139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946" name="Graph element 639"/>
            <p:cNvSpPr/>
            <p:nvPr/>
          </p:nvSpPr>
          <p:spPr>
            <a:xfrm>
              <a:off x="809334" y="1371929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947" name="Graph element 640"/>
            <p:cNvSpPr/>
            <p:nvPr/>
          </p:nvSpPr>
          <p:spPr>
            <a:xfrm>
              <a:off x="1303888" y="1371571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948" name="Graph element 641"/>
            <p:cNvSpPr/>
            <p:nvPr/>
          </p:nvSpPr>
          <p:spPr>
            <a:xfrm>
              <a:off x="1146318" y="1371571"/>
              <a:ext cx="6681" cy="8595"/>
            </a:xfrm>
            <a:custGeom>
              <a:avLst/>
              <a:gdLst/>
              <a:ahLst/>
              <a:cxnLst/>
              <a:rect l="0" t="0" r="r" b="b"/>
              <a:pathLst>
                <a:path w="6681" h="8595" stroke="0" extrusionOk="0">
                  <a:moveTo>
                    <a:pt x="0" y="0"/>
                  </a:moveTo>
                  <a:lnTo>
                    <a:pt x="0" y="8595"/>
                  </a:lnTo>
                  <a:lnTo>
                    <a:pt x="6681" y="8595"/>
                  </a:lnTo>
                  <a:lnTo>
                    <a:pt x="2865" y="47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949" name="Graph element 642"/>
            <p:cNvSpPr/>
            <p:nvPr/>
          </p:nvSpPr>
          <p:spPr>
            <a:xfrm>
              <a:off x="1346861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950" name="Graph element 643"/>
            <p:cNvSpPr/>
            <p:nvPr/>
          </p:nvSpPr>
          <p:spPr>
            <a:xfrm>
              <a:off x="917546" y="1361606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3581" y="5607"/>
                  </a:moveTo>
                  <a:lnTo>
                    <a:pt x="5607" y="358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3581" y="5607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951" name="Graph element 644"/>
            <p:cNvSpPr/>
            <p:nvPr/>
          </p:nvSpPr>
          <p:spPr>
            <a:xfrm>
              <a:off x="1343700" y="1359815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952" name="Graph element 645"/>
            <p:cNvSpPr/>
            <p:nvPr/>
          </p:nvSpPr>
          <p:spPr>
            <a:xfrm>
              <a:off x="1014236" y="1359815"/>
              <a:ext cx="4236" cy="4594"/>
            </a:xfrm>
            <a:custGeom>
              <a:avLst/>
              <a:gdLst/>
              <a:ahLst/>
              <a:cxnLst/>
              <a:rect l="0" t="0" r="r" b="b"/>
              <a:pathLst>
                <a:path w="4236" h="4594" stroke="0" extrusionOk="0">
                  <a:moveTo>
                    <a:pt x="1371" y="3397"/>
                  </a:moveTo>
                  <a:lnTo>
                    <a:pt x="1371" y="4594"/>
                  </a:lnTo>
                  <a:lnTo>
                    <a:pt x="4236" y="4594"/>
                  </a:lnTo>
                  <a:lnTo>
                    <a:pt x="4236" y="2210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371" y="3397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953" name="Graph element 646"/>
            <p:cNvSpPr/>
            <p:nvPr/>
          </p:nvSpPr>
          <p:spPr>
            <a:xfrm>
              <a:off x="1313260" y="1352653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954" name="Graph element 647"/>
            <p:cNvSpPr/>
            <p:nvPr/>
          </p:nvSpPr>
          <p:spPr>
            <a:xfrm>
              <a:off x="1014236" y="1334747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955" name="Graph element 648"/>
            <p:cNvSpPr/>
            <p:nvPr/>
          </p:nvSpPr>
          <p:spPr>
            <a:xfrm>
              <a:off x="1015607" y="1325017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956" name="Graph element 649"/>
            <p:cNvSpPr/>
            <p:nvPr/>
          </p:nvSpPr>
          <p:spPr>
            <a:xfrm>
              <a:off x="1015607" y="1317854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957" name="Graph element 650"/>
            <p:cNvSpPr/>
            <p:nvPr/>
          </p:nvSpPr>
          <p:spPr>
            <a:xfrm>
              <a:off x="1023189" y="1298936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958" name="Graph element 651"/>
            <p:cNvSpPr/>
            <p:nvPr/>
          </p:nvSpPr>
          <p:spPr>
            <a:xfrm>
              <a:off x="1044256" y="1233698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959" name="Graph element 652"/>
            <p:cNvSpPr/>
            <p:nvPr/>
          </p:nvSpPr>
          <p:spPr>
            <a:xfrm>
              <a:off x="1012446" y="1229104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960" name="Graph element 653"/>
            <p:cNvSpPr/>
            <p:nvPr/>
          </p:nvSpPr>
          <p:spPr>
            <a:xfrm>
              <a:off x="1041095" y="1227313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961" name="Graph element 654"/>
            <p:cNvSpPr/>
            <p:nvPr/>
          </p:nvSpPr>
          <p:spPr>
            <a:xfrm>
              <a:off x="2070668" y="1223732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962" name="Graph element 655"/>
            <p:cNvSpPr/>
            <p:nvPr/>
          </p:nvSpPr>
          <p:spPr>
            <a:xfrm>
              <a:off x="1033155" y="1221522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963" name="Graph element 656"/>
            <p:cNvSpPr/>
            <p:nvPr/>
          </p:nvSpPr>
          <p:spPr>
            <a:xfrm>
              <a:off x="2097527" y="1218360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964" name="Graph element 657"/>
            <p:cNvSpPr/>
            <p:nvPr/>
          </p:nvSpPr>
          <p:spPr>
            <a:xfrm>
              <a:off x="2065297" y="1195083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965" name="Graph element 658"/>
            <p:cNvSpPr/>
            <p:nvPr/>
          </p:nvSpPr>
          <p:spPr>
            <a:xfrm>
              <a:off x="2093946" y="1191502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3581" y="5607"/>
                  </a:moveTo>
                  <a:lnTo>
                    <a:pt x="5607" y="358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3581" y="5607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966" name="Graph element 659"/>
            <p:cNvSpPr/>
            <p:nvPr/>
          </p:nvSpPr>
          <p:spPr>
            <a:xfrm>
              <a:off x="2086006" y="1187501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967" name="Graph element 660"/>
            <p:cNvSpPr/>
            <p:nvPr/>
          </p:nvSpPr>
          <p:spPr>
            <a:xfrm>
              <a:off x="2078844" y="1187501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968" name="Graph element 661"/>
            <p:cNvSpPr/>
            <p:nvPr/>
          </p:nvSpPr>
          <p:spPr>
            <a:xfrm>
              <a:off x="1021399" y="1175387"/>
              <a:ext cx="7397" cy="7397"/>
            </a:xfrm>
            <a:custGeom>
              <a:avLst/>
              <a:gdLst/>
              <a:ahLst/>
              <a:cxnLst/>
              <a:rect l="0" t="0" r="r" b="b"/>
              <a:pathLst>
                <a:path w="7397" h="7397" stroke="0" extrusionOk="0">
                  <a:moveTo>
                    <a:pt x="5372" y="7397"/>
                  </a:moveTo>
                  <a:lnTo>
                    <a:pt x="7397" y="5372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5372" y="7397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969" name="Graph element 662"/>
            <p:cNvSpPr/>
            <p:nvPr/>
          </p:nvSpPr>
          <p:spPr>
            <a:xfrm>
              <a:off x="1021399" y="1152110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0" y="3581"/>
                  </a:moveTo>
                  <a:lnTo>
                    <a:pt x="2026" y="5607"/>
                  </a:lnTo>
                  <a:lnTo>
                    <a:pt x="5607" y="2026"/>
                  </a:lnTo>
                  <a:lnTo>
                    <a:pt x="3581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970" name="Graph element 663"/>
            <p:cNvSpPr/>
            <p:nvPr/>
          </p:nvSpPr>
          <p:spPr>
            <a:xfrm>
              <a:off x="711631" y="1024980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971" name="Graph element 664"/>
            <p:cNvSpPr/>
            <p:nvPr/>
          </p:nvSpPr>
          <p:spPr>
            <a:xfrm>
              <a:off x="863829" y="969472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972" name="Graph element 665"/>
            <p:cNvSpPr/>
            <p:nvPr/>
          </p:nvSpPr>
          <p:spPr>
            <a:xfrm>
              <a:off x="829808" y="815484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973" name="Graph element 666"/>
            <p:cNvSpPr/>
            <p:nvPr/>
          </p:nvSpPr>
          <p:spPr>
            <a:xfrm>
              <a:off x="2082425" y="709421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974" name="Graph element 667"/>
            <p:cNvSpPr/>
            <p:nvPr/>
          </p:nvSpPr>
          <p:spPr>
            <a:xfrm>
              <a:off x="2082425" y="675400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975" name="Graph element 668"/>
            <p:cNvSpPr/>
            <p:nvPr/>
          </p:nvSpPr>
          <p:spPr>
            <a:xfrm>
              <a:off x="2082425" y="634217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976" name="Graph element 669"/>
            <p:cNvSpPr/>
            <p:nvPr/>
          </p:nvSpPr>
          <p:spPr>
            <a:xfrm>
              <a:off x="306544" y="426154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977" name="Graph element 670"/>
            <p:cNvSpPr/>
            <p:nvPr/>
          </p:nvSpPr>
          <p:spPr>
            <a:xfrm>
              <a:off x="195171" y="396073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C7C6CA"/>
            </a:solidFill>
            <a:ln>
              <a:noFill/>
            </a:ln>
          </p:spPr>
        </p:sp>
        <p:sp>
          <p:nvSpPr>
            <p:cNvPr id="15978" name="Graph element 671"/>
            <p:cNvSpPr/>
            <p:nvPr/>
          </p:nvSpPr>
          <p:spPr>
            <a:xfrm>
              <a:off x="964101" y="1645885"/>
              <a:ext cx="9843" cy="4655"/>
            </a:xfrm>
            <a:custGeom>
              <a:avLst/>
              <a:gdLst/>
              <a:ahLst/>
              <a:cxnLst/>
              <a:rect l="0" t="0" r="r" b="b"/>
              <a:pathLst>
                <a:path w="9843" h="4655" stroke="0" extrusionOk="0">
                  <a:moveTo>
                    <a:pt x="0" y="655"/>
                  </a:moveTo>
                  <a:lnTo>
                    <a:pt x="4001" y="4655"/>
                  </a:lnTo>
                  <a:lnTo>
                    <a:pt x="9843" y="4655"/>
                  </a:lnTo>
                  <a:lnTo>
                    <a:pt x="5187" y="0"/>
                  </a:lnTo>
                  <a:lnTo>
                    <a:pt x="0" y="655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5979" name="Graph element 672"/>
            <p:cNvSpPr/>
            <p:nvPr/>
          </p:nvSpPr>
          <p:spPr>
            <a:xfrm>
              <a:off x="1006419" y="1640514"/>
              <a:ext cx="12411" cy="6446"/>
            </a:xfrm>
            <a:custGeom>
              <a:avLst/>
              <a:gdLst/>
              <a:ahLst/>
              <a:cxnLst/>
              <a:rect l="0" t="0" r="r" b="b"/>
              <a:pathLst>
                <a:path w="12411" h="6446" stroke="0" extrusionOk="0">
                  <a:moveTo>
                    <a:pt x="6446" y="0"/>
                  </a:moveTo>
                  <a:lnTo>
                    <a:pt x="0" y="6446"/>
                  </a:lnTo>
                  <a:lnTo>
                    <a:pt x="5842" y="6446"/>
                  </a:lnTo>
                  <a:lnTo>
                    <a:pt x="7633" y="4655"/>
                  </a:lnTo>
                  <a:lnTo>
                    <a:pt x="9423" y="4655"/>
                  </a:lnTo>
                  <a:lnTo>
                    <a:pt x="11214" y="2865"/>
                  </a:lnTo>
                  <a:lnTo>
                    <a:pt x="12411" y="2865"/>
                  </a:lnTo>
                  <a:lnTo>
                    <a:pt x="12411" y="0"/>
                  </a:lnTo>
                  <a:lnTo>
                    <a:pt x="6446" y="0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5980" name="Graph element 673"/>
            <p:cNvSpPr/>
            <p:nvPr/>
          </p:nvSpPr>
          <p:spPr>
            <a:xfrm>
              <a:off x="1024202" y="1636933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5981" name="Graph element 674"/>
            <p:cNvSpPr/>
            <p:nvPr/>
          </p:nvSpPr>
          <p:spPr>
            <a:xfrm>
              <a:off x="1050048" y="1621237"/>
              <a:ext cx="13189" cy="10979"/>
            </a:xfrm>
            <a:custGeom>
              <a:avLst/>
              <a:gdLst/>
              <a:ahLst/>
              <a:cxnLst/>
              <a:rect l="0" t="0" r="r" b="b"/>
              <a:pathLst>
                <a:path w="13189" h="10979" stroke="0" extrusionOk="0">
                  <a:moveTo>
                    <a:pt x="12534" y="0"/>
                  </a:moveTo>
                  <a:lnTo>
                    <a:pt x="5791" y="6743"/>
                  </a:lnTo>
                  <a:lnTo>
                    <a:pt x="2210" y="6743"/>
                  </a:lnTo>
                  <a:lnTo>
                    <a:pt x="0" y="8953"/>
                  </a:lnTo>
                  <a:lnTo>
                    <a:pt x="2026" y="10979"/>
                  </a:lnTo>
                  <a:lnTo>
                    <a:pt x="3397" y="9608"/>
                  </a:lnTo>
                  <a:lnTo>
                    <a:pt x="6978" y="9608"/>
                  </a:lnTo>
                  <a:lnTo>
                    <a:pt x="8768" y="7817"/>
                  </a:lnTo>
                  <a:lnTo>
                    <a:pt x="10559" y="7817"/>
                  </a:lnTo>
                  <a:lnTo>
                    <a:pt x="13189" y="5187"/>
                  </a:lnTo>
                  <a:lnTo>
                    <a:pt x="12534" y="0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5982" name="Graph element 675"/>
            <p:cNvSpPr/>
            <p:nvPr/>
          </p:nvSpPr>
          <p:spPr>
            <a:xfrm>
              <a:off x="873795" y="1615446"/>
              <a:ext cx="8175" cy="6026"/>
            </a:xfrm>
            <a:custGeom>
              <a:avLst/>
              <a:gdLst/>
              <a:ahLst/>
              <a:cxnLst/>
              <a:rect l="0" t="0" r="r" b="b"/>
              <a:pathLst>
                <a:path w="8175" h="6026" stroke="0" extrusionOk="0">
                  <a:moveTo>
                    <a:pt x="0" y="2865"/>
                  </a:moveTo>
                  <a:lnTo>
                    <a:pt x="1197" y="2865"/>
                  </a:lnTo>
                  <a:lnTo>
                    <a:pt x="2988" y="4655"/>
                  </a:lnTo>
                  <a:lnTo>
                    <a:pt x="4778" y="4655"/>
                  </a:lnTo>
                  <a:lnTo>
                    <a:pt x="6149" y="6026"/>
                  </a:lnTo>
                  <a:lnTo>
                    <a:pt x="8175" y="4001"/>
                  </a:lnTo>
                  <a:lnTo>
                    <a:pt x="4174" y="0"/>
                  </a:lnTo>
                  <a:lnTo>
                    <a:pt x="0" y="2865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5983" name="Graph element 676"/>
            <p:cNvSpPr/>
            <p:nvPr/>
          </p:nvSpPr>
          <p:spPr>
            <a:xfrm>
              <a:off x="1063717" y="1604703"/>
              <a:ext cx="28761" cy="18980"/>
            </a:xfrm>
            <a:custGeom>
              <a:avLst/>
              <a:gdLst/>
              <a:ahLst/>
              <a:cxnLst/>
              <a:rect l="0" t="0" r="r" b="b"/>
              <a:pathLst>
                <a:path w="28761" h="18980" stroke="0" extrusionOk="0">
                  <a:moveTo>
                    <a:pt x="20771" y="0"/>
                  </a:moveTo>
                  <a:lnTo>
                    <a:pt x="18980" y="1791"/>
                  </a:lnTo>
                  <a:lnTo>
                    <a:pt x="15399" y="1791"/>
                  </a:lnTo>
                  <a:lnTo>
                    <a:pt x="13608" y="3581"/>
                  </a:lnTo>
                  <a:lnTo>
                    <a:pt x="11214" y="3581"/>
                  </a:lnTo>
                  <a:lnTo>
                    <a:pt x="9423" y="1791"/>
                  </a:lnTo>
                  <a:lnTo>
                    <a:pt x="5607" y="1791"/>
                  </a:lnTo>
                  <a:lnTo>
                    <a:pt x="5607" y="4420"/>
                  </a:lnTo>
                  <a:lnTo>
                    <a:pt x="4655" y="5372"/>
                  </a:lnTo>
                  <a:lnTo>
                    <a:pt x="0" y="5372"/>
                  </a:lnTo>
                  <a:lnTo>
                    <a:pt x="3816" y="9188"/>
                  </a:lnTo>
                  <a:lnTo>
                    <a:pt x="3816" y="13373"/>
                  </a:lnTo>
                  <a:lnTo>
                    <a:pt x="0" y="17189"/>
                  </a:lnTo>
                  <a:lnTo>
                    <a:pt x="4655" y="17189"/>
                  </a:lnTo>
                  <a:lnTo>
                    <a:pt x="6446" y="18980"/>
                  </a:lnTo>
                  <a:lnTo>
                    <a:pt x="16586" y="18980"/>
                  </a:lnTo>
                  <a:lnTo>
                    <a:pt x="18376" y="17189"/>
                  </a:lnTo>
                  <a:lnTo>
                    <a:pt x="20167" y="17189"/>
                  </a:lnTo>
                  <a:lnTo>
                    <a:pt x="26377" y="10979"/>
                  </a:lnTo>
                  <a:lnTo>
                    <a:pt x="26377" y="7397"/>
                  </a:lnTo>
                  <a:lnTo>
                    <a:pt x="28761" y="5014"/>
                  </a:lnTo>
                  <a:lnTo>
                    <a:pt x="23748" y="0"/>
                  </a:lnTo>
                  <a:lnTo>
                    <a:pt x="20771" y="0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5984" name="Graph element 677"/>
            <p:cNvSpPr/>
            <p:nvPr/>
          </p:nvSpPr>
          <p:spPr>
            <a:xfrm>
              <a:off x="852431" y="1602912"/>
              <a:ext cx="17660" cy="10027"/>
            </a:xfrm>
            <a:custGeom>
              <a:avLst/>
              <a:gdLst/>
              <a:ahLst/>
              <a:cxnLst/>
              <a:rect l="0" t="0" r="r" b="b"/>
              <a:pathLst>
                <a:path w="17660" h="10027" stroke="0" extrusionOk="0">
                  <a:moveTo>
                    <a:pt x="0" y="0"/>
                  </a:moveTo>
                  <a:lnTo>
                    <a:pt x="3816" y="3816"/>
                  </a:lnTo>
                  <a:lnTo>
                    <a:pt x="3816" y="6446"/>
                  </a:lnTo>
                  <a:lnTo>
                    <a:pt x="6446" y="6446"/>
                  </a:lnTo>
                  <a:lnTo>
                    <a:pt x="8237" y="8237"/>
                  </a:lnTo>
                  <a:lnTo>
                    <a:pt x="10027" y="8237"/>
                  </a:lnTo>
                  <a:lnTo>
                    <a:pt x="11818" y="10027"/>
                  </a:lnTo>
                  <a:lnTo>
                    <a:pt x="17660" y="10027"/>
                  </a:lnTo>
                  <a:lnTo>
                    <a:pt x="13844" y="6211"/>
                  </a:lnTo>
                  <a:lnTo>
                    <a:pt x="13844" y="4420"/>
                  </a:lnTo>
                  <a:lnTo>
                    <a:pt x="942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5985" name="Graph element 678"/>
            <p:cNvSpPr/>
            <p:nvPr/>
          </p:nvSpPr>
          <p:spPr>
            <a:xfrm>
              <a:off x="824017" y="1586439"/>
              <a:ext cx="4236" cy="6385"/>
            </a:xfrm>
            <a:custGeom>
              <a:avLst/>
              <a:gdLst/>
              <a:ahLst/>
              <a:cxnLst/>
              <a:rect l="0" t="0" r="r" b="b"/>
              <a:pathLst>
                <a:path w="4236" h="6385" stroke="0" extrusionOk="0">
                  <a:moveTo>
                    <a:pt x="0" y="4174"/>
                  </a:moveTo>
                  <a:lnTo>
                    <a:pt x="2210" y="6385"/>
                  </a:lnTo>
                  <a:lnTo>
                    <a:pt x="4236" y="4359"/>
                  </a:lnTo>
                  <a:lnTo>
                    <a:pt x="2865" y="2988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4174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5986" name="Graph element 679"/>
            <p:cNvSpPr/>
            <p:nvPr/>
          </p:nvSpPr>
          <p:spPr>
            <a:xfrm>
              <a:off x="1072670" y="1581425"/>
              <a:ext cx="15634" cy="10027"/>
            </a:xfrm>
            <a:custGeom>
              <a:avLst/>
              <a:gdLst/>
              <a:ahLst/>
              <a:cxnLst/>
              <a:rect l="0" t="0" r="r" b="b"/>
              <a:pathLst>
                <a:path w="15634" h="10027" stroke="0" extrusionOk="0">
                  <a:moveTo>
                    <a:pt x="10027" y="0"/>
                  </a:moveTo>
                  <a:lnTo>
                    <a:pt x="4655" y="5372"/>
                  </a:lnTo>
                  <a:lnTo>
                    <a:pt x="0" y="5372"/>
                  </a:lnTo>
                  <a:lnTo>
                    <a:pt x="4655" y="10027"/>
                  </a:lnTo>
                  <a:lnTo>
                    <a:pt x="12053" y="10027"/>
                  </a:lnTo>
                  <a:lnTo>
                    <a:pt x="12053" y="7397"/>
                  </a:lnTo>
                  <a:lnTo>
                    <a:pt x="15634" y="3816"/>
                  </a:lnTo>
                  <a:lnTo>
                    <a:pt x="15634" y="0"/>
                  </a:lnTo>
                  <a:lnTo>
                    <a:pt x="10027" y="0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5987" name="Graph element 680"/>
            <p:cNvSpPr/>
            <p:nvPr/>
          </p:nvSpPr>
          <p:spPr>
            <a:xfrm>
              <a:off x="1167447" y="1576054"/>
              <a:ext cx="5372" cy="2865"/>
            </a:xfrm>
            <a:custGeom>
              <a:avLst/>
              <a:gdLst/>
              <a:ahLst/>
              <a:cxnLst/>
              <a:rect l="0" t="0" r="r" b="b"/>
              <a:pathLst>
                <a:path w="5372" h="2865" stroke="0" extrusionOk="0">
                  <a:moveTo>
                    <a:pt x="5372" y="2865"/>
                  </a:moveTo>
                  <a:lnTo>
                    <a:pt x="5372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5372" y="2865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5988" name="Graph element 681"/>
            <p:cNvSpPr/>
            <p:nvPr/>
          </p:nvSpPr>
          <p:spPr>
            <a:xfrm>
              <a:off x="976215" y="1574263"/>
              <a:ext cx="8237" cy="13844"/>
            </a:xfrm>
            <a:custGeom>
              <a:avLst/>
              <a:gdLst/>
              <a:ahLst/>
              <a:cxnLst/>
              <a:rect l="0" t="0" r="r" b="b"/>
              <a:pathLst>
                <a:path w="8237" h="13844" stroke="0" extrusionOk="0">
                  <a:moveTo>
                    <a:pt x="0" y="0"/>
                  </a:moveTo>
                  <a:lnTo>
                    <a:pt x="0" y="5607"/>
                  </a:lnTo>
                  <a:lnTo>
                    <a:pt x="8237" y="13844"/>
                  </a:lnTo>
                  <a:lnTo>
                    <a:pt x="8237" y="6211"/>
                  </a:lnTo>
                  <a:lnTo>
                    <a:pt x="6446" y="4420"/>
                  </a:lnTo>
                  <a:lnTo>
                    <a:pt x="6446" y="2630"/>
                  </a:lnTo>
                  <a:lnTo>
                    <a:pt x="381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5989" name="Graph element 682"/>
            <p:cNvSpPr/>
            <p:nvPr/>
          </p:nvSpPr>
          <p:spPr>
            <a:xfrm>
              <a:off x="985168" y="1568533"/>
              <a:ext cx="2865" cy="8953"/>
            </a:xfrm>
            <a:custGeom>
              <a:avLst/>
              <a:gdLst/>
              <a:ahLst/>
              <a:cxnLst/>
              <a:rect l="0" t="0" r="r" b="b"/>
              <a:pathLst>
                <a:path w="2865" h="8953" stroke="0" extrusionOk="0">
                  <a:moveTo>
                    <a:pt x="0" y="8953"/>
                  </a:moveTo>
                  <a:lnTo>
                    <a:pt x="2865" y="8953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8953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5990" name="Graph element 683"/>
            <p:cNvSpPr/>
            <p:nvPr/>
          </p:nvSpPr>
          <p:spPr>
            <a:xfrm>
              <a:off x="976215" y="1561371"/>
              <a:ext cx="2865" cy="8953"/>
            </a:xfrm>
            <a:custGeom>
              <a:avLst/>
              <a:gdLst/>
              <a:ahLst/>
              <a:cxnLst/>
              <a:rect l="0" t="0" r="r" b="b"/>
              <a:pathLst>
                <a:path w="2865" h="8953" stroke="0" extrusionOk="0">
                  <a:moveTo>
                    <a:pt x="0" y="8953"/>
                  </a:moveTo>
                  <a:lnTo>
                    <a:pt x="2865" y="8953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8953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5991" name="Graph element 684"/>
            <p:cNvSpPr/>
            <p:nvPr/>
          </p:nvSpPr>
          <p:spPr>
            <a:xfrm>
              <a:off x="797159" y="1561371"/>
              <a:ext cx="29959" cy="22919"/>
            </a:xfrm>
            <a:custGeom>
              <a:avLst/>
              <a:gdLst/>
              <a:ahLst/>
              <a:cxnLst/>
              <a:rect l="0" t="0" r="r" b="b"/>
              <a:pathLst>
                <a:path w="29959" h="22919" stroke="0" extrusionOk="0">
                  <a:moveTo>
                    <a:pt x="0" y="0"/>
                  </a:moveTo>
                  <a:lnTo>
                    <a:pt x="0" y="9546"/>
                  </a:lnTo>
                  <a:lnTo>
                    <a:pt x="1791" y="11337"/>
                  </a:lnTo>
                  <a:lnTo>
                    <a:pt x="1791" y="13127"/>
                  </a:lnTo>
                  <a:lnTo>
                    <a:pt x="3581" y="14918"/>
                  </a:lnTo>
                  <a:lnTo>
                    <a:pt x="3581" y="16708"/>
                  </a:lnTo>
                  <a:lnTo>
                    <a:pt x="6211" y="19338"/>
                  </a:lnTo>
                  <a:lnTo>
                    <a:pt x="8001" y="19338"/>
                  </a:lnTo>
                  <a:lnTo>
                    <a:pt x="9792" y="21129"/>
                  </a:lnTo>
                  <a:lnTo>
                    <a:pt x="11582" y="21129"/>
                  </a:lnTo>
                  <a:lnTo>
                    <a:pt x="13373" y="22919"/>
                  </a:lnTo>
                  <a:lnTo>
                    <a:pt x="23513" y="22919"/>
                  </a:lnTo>
                  <a:lnTo>
                    <a:pt x="26142" y="20290"/>
                  </a:lnTo>
                  <a:lnTo>
                    <a:pt x="26142" y="14918"/>
                  </a:lnTo>
                  <a:lnTo>
                    <a:pt x="29959" y="11101"/>
                  </a:lnTo>
                  <a:lnTo>
                    <a:pt x="22326" y="11101"/>
                  </a:lnTo>
                  <a:lnTo>
                    <a:pt x="20535" y="12892"/>
                  </a:lnTo>
                  <a:lnTo>
                    <a:pt x="18141" y="12892"/>
                  </a:lnTo>
                  <a:lnTo>
                    <a:pt x="16350" y="11101"/>
                  </a:lnTo>
                  <a:lnTo>
                    <a:pt x="12769" y="11101"/>
                  </a:lnTo>
                  <a:lnTo>
                    <a:pt x="10979" y="9311"/>
                  </a:lnTo>
                  <a:lnTo>
                    <a:pt x="9188" y="9311"/>
                  </a:lnTo>
                  <a:lnTo>
                    <a:pt x="4655" y="4778"/>
                  </a:lnTo>
                  <a:lnTo>
                    <a:pt x="4655" y="2988"/>
                  </a:lnTo>
                  <a:lnTo>
                    <a:pt x="2865" y="11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5992" name="Graph element 685"/>
            <p:cNvSpPr/>
            <p:nvPr/>
          </p:nvSpPr>
          <p:spPr>
            <a:xfrm>
              <a:off x="985168" y="1559580"/>
              <a:ext cx="2865" cy="3581"/>
            </a:xfrm>
            <a:custGeom>
              <a:avLst/>
              <a:gdLst/>
              <a:ahLst/>
              <a:cxnLst/>
              <a:rect l="0" t="0" r="r" b="b"/>
              <a:pathLst>
                <a:path w="2865" h="3581" stroke="0" extrusionOk="0">
                  <a:moveTo>
                    <a:pt x="0" y="3581"/>
                  </a:moveTo>
                  <a:lnTo>
                    <a:pt x="2865" y="358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5993" name="Graph element 686"/>
            <p:cNvSpPr/>
            <p:nvPr/>
          </p:nvSpPr>
          <p:spPr>
            <a:xfrm>
              <a:off x="1083649" y="1556357"/>
              <a:ext cx="63744" cy="54791"/>
            </a:xfrm>
            <a:custGeom>
              <a:avLst/>
              <a:gdLst/>
              <a:ahLst/>
              <a:cxnLst/>
              <a:rect l="0" t="0" r="r" b="b"/>
              <a:pathLst>
                <a:path w="63744" h="54791" stroke="0" extrusionOk="0">
                  <a:moveTo>
                    <a:pt x="3581" y="0"/>
                  </a:moveTo>
                  <a:lnTo>
                    <a:pt x="3581" y="2630"/>
                  </a:lnTo>
                  <a:lnTo>
                    <a:pt x="1791" y="4420"/>
                  </a:lnTo>
                  <a:lnTo>
                    <a:pt x="1791" y="6211"/>
                  </a:lnTo>
                  <a:lnTo>
                    <a:pt x="0" y="8001"/>
                  </a:lnTo>
                  <a:lnTo>
                    <a:pt x="0" y="14560"/>
                  </a:lnTo>
                  <a:lnTo>
                    <a:pt x="1791" y="16350"/>
                  </a:lnTo>
                  <a:lnTo>
                    <a:pt x="1791" y="19931"/>
                  </a:lnTo>
                  <a:lnTo>
                    <a:pt x="6211" y="24352"/>
                  </a:lnTo>
                  <a:lnTo>
                    <a:pt x="8359" y="24710"/>
                  </a:lnTo>
                  <a:lnTo>
                    <a:pt x="6569" y="26500"/>
                  </a:lnTo>
                  <a:lnTo>
                    <a:pt x="8953" y="28884"/>
                  </a:lnTo>
                  <a:lnTo>
                    <a:pt x="8953" y="40231"/>
                  </a:lnTo>
                  <a:lnTo>
                    <a:pt x="7162" y="42022"/>
                  </a:lnTo>
                  <a:lnTo>
                    <a:pt x="7162" y="48580"/>
                  </a:lnTo>
                  <a:lnTo>
                    <a:pt x="8953" y="50371"/>
                  </a:lnTo>
                  <a:lnTo>
                    <a:pt x="8953" y="53001"/>
                  </a:lnTo>
                  <a:lnTo>
                    <a:pt x="11582" y="53001"/>
                  </a:lnTo>
                  <a:lnTo>
                    <a:pt x="13373" y="54791"/>
                  </a:lnTo>
                  <a:lnTo>
                    <a:pt x="19931" y="54791"/>
                  </a:lnTo>
                  <a:lnTo>
                    <a:pt x="21722" y="53001"/>
                  </a:lnTo>
                  <a:lnTo>
                    <a:pt x="25303" y="53001"/>
                  </a:lnTo>
                  <a:lnTo>
                    <a:pt x="31514" y="46790"/>
                  </a:lnTo>
                  <a:lnTo>
                    <a:pt x="31514" y="44999"/>
                  </a:lnTo>
                  <a:lnTo>
                    <a:pt x="33304" y="43209"/>
                  </a:lnTo>
                  <a:lnTo>
                    <a:pt x="33304" y="38441"/>
                  </a:lnTo>
                  <a:lnTo>
                    <a:pt x="27933" y="33069"/>
                  </a:lnTo>
                  <a:lnTo>
                    <a:pt x="27933" y="31279"/>
                  </a:lnTo>
                  <a:lnTo>
                    <a:pt x="26142" y="29488"/>
                  </a:lnTo>
                  <a:lnTo>
                    <a:pt x="26142" y="25303"/>
                  </a:lnTo>
                  <a:lnTo>
                    <a:pt x="26500" y="24945"/>
                  </a:lnTo>
                  <a:lnTo>
                    <a:pt x="27698" y="26142"/>
                  </a:lnTo>
                  <a:lnTo>
                    <a:pt x="29488" y="26142"/>
                  </a:lnTo>
                  <a:lnTo>
                    <a:pt x="30440" y="27094"/>
                  </a:lnTo>
                  <a:lnTo>
                    <a:pt x="30440" y="28884"/>
                  </a:lnTo>
                  <a:lnTo>
                    <a:pt x="32230" y="30675"/>
                  </a:lnTo>
                  <a:lnTo>
                    <a:pt x="32230" y="32465"/>
                  </a:lnTo>
                  <a:lnTo>
                    <a:pt x="34021" y="34256"/>
                  </a:lnTo>
                  <a:lnTo>
                    <a:pt x="34021" y="37837"/>
                  </a:lnTo>
                  <a:lnTo>
                    <a:pt x="36650" y="40467"/>
                  </a:lnTo>
                  <a:lnTo>
                    <a:pt x="42022" y="40467"/>
                  </a:lnTo>
                  <a:lnTo>
                    <a:pt x="44406" y="42851"/>
                  </a:lnTo>
                  <a:lnTo>
                    <a:pt x="46790" y="40467"/>
                  </a:lnTo>
                  <a:lnTo>
                    <a:pt x="52162" y="40467"/>
                  </a:lnTo>
                  <a:lnTo>
                    <a:pt x="53952" y="38676"/>
                  </a:lnTo>
                  <a:lnTo>
                    <a:pt x="55743" y="38676"/>
                  </a:lnTo>
                  <a:lnTo>
                    <a:pt x="60163" y="34256"/>
                  </a:lnTo>
                  <a:lnTo>
                    <a:pt x="60163" y="32465"/>
                  </a:lnTo>
                  <a:lnTo>
                    <a:pt x="61953" y="30675"/>
                  </a:lnTo>
                  <a:lnTo>
                    <a:pt x="61953" y="28884"/>
                  </a:lnTo>
                  <a:lnTo>
                    <a:pt x="63744" y="27094"/>
                  </a:lnTo>
                  <a:lnTo>
                    <a:pt x="63744" y="16954"/>
                  </a:lnTo>
                  <a:lnTo>
                    <a:pt x="61953" y="15164"/>
                  </a:lnTo>
                  <a:lnTo>
                    <a:pt x="61953" y="13373"/>
                  </a:lnTo>
                  <a:lnTo>
                    <a:pt x="58372" y="9792"/>
                  </a:lnTo>
                  <a:lnTo>
                    <a:pt x="58372" y="7162"/>
                  </a:lnTo>
                  <a:lnTo>
                    <a:pt x="55743" y="7162"/>
                  </a:lnTo>
                  <a:lnTo>
                    <a:pt x="52162" y="3581"/>
                  </a:lnTo>
                  <a:lnTo>
                    <a:pt x="46555" y="3581"/>
                  </a:lnTo>
                  <a:lnTo>
                    <a:pt x="46555" y="8001"/>
                  </a:lnTo>
                  <a:lnTo>
                    <a:pt x="44764" y="9792"/>
                  </a:lnTo>
                  <a:lnTo>
                    <a:pt x="44764" y="11582"/>
                  </a:lnTo>
                  <a:lnTo>
                    <a:pt x="36650" y="19696"/>
                  </a:lnTo>
                  <a:lnTo>
                    <a:pt x="31279" y="19696"/>
                  </a:lnTo>
                  <a:lnTo>
                    <a:pt x="29488" y="21487"/>
                  </a:lnTo>
                  <a:lnTo>
                    <a:pt x="25907" y="21487"/>
                  </a:lnTo>
                  <a:lnTo>
                    <a:pt x="24116" y="23277"/>
                  </a:lnTo>
                  <a:lnTo>
                    <a:pt x="21722" y="23277"/>
                  </a:lnTo>
                  <a:lnTo>
                    <a:pt x="19931" y="21487"/>
                  </a:lnTo>
                  <a:lnTo>
                    <a:pt x="15164" y="21487"/>
                  </a:lnTo>
                  <a:lnTo>
                    <a:pt x="13373" y="23277"/>
                  </a:lnTo>
                  <a:lnTo>
                    <a:pt x="10979" y="23277"/>
                  </a:lnTo>
                  <a:lnTo>
                    <a:pt x="10620" y="22919"/>
                  </a:lnTo>
                  <a:lnTo>
                    <a:pt x="10979" y="22561"/>
                  </a:lnTo>
                  <a:lnTo>
                    <a:pt x="12769" y="22561"/>
                  </a:lnTo>
                  <a:lnTo>
                    <a:pt x="17783" y="17548"/>
                  </a:lnTo>
                  <a:lnTo>
                    <a:pt x="11818" y="11582"/>
                  </a:lnTo>
                  <a:lnTo>
                    <a:pt x="11818" y="9792"/>
                  </a:lnTo>
                  <a:lnTo>
                    <a:pt x="10027" y="8001"/>
                  </a:lnTo>
                  <a:lnTo>
                    <a:pt x="10027" y="2630"/>
                  </a:lnTo>
                  <a:lnTo>
                    <a:pt x="7397" y="0"/>
                  </a:lnTo>
                  <a:lnTo>
                    <a:pt x="3581" y="0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5994" name="Graph element 687"/>
            <p:cNvSpPr/>
            <p:nvPr/>
          </p:nvSpPr>
          <p:spPr>
            <a:xfrm>
              <a:off x="1187143" y="1545614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5995" name="Graph element 688"/>
            <p:cNvSpPr/>
            <p:nvPr/>
          </p:nvSpPr>
          <p:spPr>
            <a:xfrm>
              <a:off x="986958" y="1543465"/>
              <a:ext cx="4655" cy="8830"/>
            </a:xfrm>
            <a:custGeom>
              <a:avLst/>
              <a:gdLst/>
              <a:ahLst/>
              <a:cxnLst/>
              <a:rect l="0" t="0" r="r" b="b"/>
              <a:pathLst>
                <a:path w="4655" h="8830" stroke="0" extrusionOk="0">
                  <a:moveTo>
                    <a:pt x="1791" y="0"/>
                  </a:moveTo>
                  <a:lnTo>
                    <a:pt x="1791" y="1197"/>
                  </a:lnTo>
                  <a:lnTo>
                    <a:pt x="0" y="2988"/>
                  </a:lnTo>
                  <a:lnTo>
                    <a:pt x="0" y="8830"/>
                  </a:lnTo>
                  <a:lnTo>
                    <a:pt x="4655" y="4174"/>
                  </a:lnTo>
                  <a:lnTo>
                    <a:pt x="1791" y="0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5996" name="Graph element 689"/>
            <p:cNvSpPr/>
            <p:nvPr/>
          </p:nvSpPr>
          <p:spPr>
            <a:xfrm>
              <a:off x="853086" y="1542033"/>
              <a:ext cx="6026" cy="6681"/>
            </a:xfrm>
            <a:custGeom>
              <a:avLst/>
              <a:gdLst/>
              <a:ahLst/>
              <a:cxnLst/>
              <a:rect l="0" t="0" r="r" b="b"/>
              <a:pathLst>
                <a:path w="6026" h="6681" stroke="0" extrusionOk="0">
                  <a:moveTo>
                    <a:pt x="0" y="655"/>
                  </a:moveTo>
                  <a:lnTo>
                    <a:pt x="6026" y="6681"/>
                  </a:lnTo>
                  <a:lnTo>
                    <a:pt x="6026" y="0"/>
                  </a:lnTo>
                  <a:lnTo>
                    <a:pt x="0" y="655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5997" name="Graph element 690"/>
            <p:cNvSpPr/>
            <p:nvPr/>
          </p:nvSpPr>
          <p:spPr>
            <a:xfrm>
              <a:off x="974424" y="1538094"/>
              <a:ext cx="7039" cy="14202"/>
            </a:xfrm>
            <a:custGeom>
              <a:avLst/>
              <a:gdLst/>
              <a:ahLst/>
              <a:cxnLst/>
              <a:rect l="0" t="0" r="r" b="b"/>
              <a:pathLst>
                <a:path w="7039" h="14202" stroke="0" extrusionOk="0">
                  <a:moveTo>
                    <a:pt x="0" y="0"/>
                  </a:moveTo>
                  <a:lnTo>
                    <a:pt x="0" y="2384"/>
                  </a:lnTo>
                  <a:lnTo>
                    <a:pt x="1791" y="4174"/>
                  </a:lnTo>
                  <a:lnTo>
                    <a:pt x="1791" y="14202"/>
                  </a:lnTo>
                  <a:lnTo>
                    <a:pt x="7039" y="8953"/>
                  </a:lnTo>
                  <a:lnTo>
                    <a:pt x="4655" y="6569"/>
                  </a:lnTo>
                  <a:lnTo>
                    <a:pt x="4655" y="2988"/>
                  </a:lnTo>
                  <a:lnTo>
                    <a:pt x="2865" y="11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5998" name="Graph element 691"/>
            <p:cNvSpPr/>
            <p:nvPr/>
          </p:nvSpPr>
          <p:spPr>
            <a:xfrm>
              <a:off x="798949" y="1536661"/>
              <a:ext cx="17189" cy="19215"/>
            </a:xfrm>
            <a:custGeom>
              <a:avLst/>
              <a:gdLst/>
              <a:ahLst/>
              <a:cxnLst/>
              <a:rect l="0" t="0" r="r" b="b"/>
              <a:pathLst>
                <a:path w="17189" h="19215" stroke="0" extrusionOk="0">
                  <a:moveTo>
                    <a:pt x="11582" y="0"/>
                  </a:moveTo>
                  <a:lnTo>
                    <a:pt x="8001" y="3581"/>
                  </a:lnTo>
                  <a:lnTo>
                    <a:pt x="6211" y="3581"/>
                  </a:lnTo>
                  <a:lnTo>
                    <a:pt x="3581" y="6211"/>
                  </a:lnTo>
                  <a:lnTo>
                    <a:pt x="3581" y="8001"/>
                  </a:lnTo>
                  <a:lnTo>
                    <a:pt x="1791" y="9792"/>
                  </a:lnTo>
                  <a:lnTo>
                    <a:pt x="1791" y="11582"/>
                  </a:lnTo>
                  <a:lnTo>
                    <a:pt x="0" y="13373"/>
                  </a:lnTo>
                  <a:lnTo>
                    <a:pt x="0" y="19215"/>
                  </a:lnTo>
                  <a:lnTo>
                    <a:pt x="3816" y="15399"/>
                  </a:lnTo>
                  <a:lnTo>
                    <a:pt x="5607" y="15399"/>
                  </a:lnTo>
                  <a:lnTo>
                    <a:pt x="9188" y="11818"/>
                  </a:lnTo>
                  <a:lnTo>
                    <a:pt x="15399" y="11818"/>
                  </a:lnTo>
                  <a:lnTo>
                    <a:pt x="15399" y="5607"/>
                  </a:lnTo>
                  <a:lnTo>
                    <a:pt x="17189" y="3816"/>
                  </a:lnTo>
                  <a:lnTo>
                    <a:pt x="17189" y="0"/>
                  </a:lnTo>
                  <a:lnTo>
                    <a:pt x="11582" y="0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5999" name="Graph element 692"/>
            <p:cNvSpPr/>
            <p:nvPr/>
          </p:nvSpPr>
          <p:spPr>
            <a:xfrm>
              <a:off x="991972" y="1534871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6000" name="Graph element 693"/>
            <p:cNvSpPr/>
            <p:nvPr/>
          </p:nvSpPr>
          <p:spPr>
            <a:xfrm>
              <a:off x="1217941" y="1531289"/>
              <a:ext cx="36886" cy="36886"/>
            </a:xfrm>
            <a:custGeom>
              <a:avLst/>
              <a:gdLst/>
              <a:ahLst/>
              <a:cxnLst/>
              <a:rect l="0" t="0" r="r" b="b"/>
              <a:pathLst>
                <a:path w="36886" h="36886" stroke="0" extrusionOk="0">
                  <a:moveTo>
                    <a:pt x="11582" y="0"/>
                  </a:moveTo>
                  <a:lnTo>
                    <a:pt x="8001" y="3581"/>
                  </a:lnTo>
                  <a:lnTo>
                    <a:pt x="6211" y="3581"/>
                  </a:lnTo>
                  <a:lnTo>
                    <a:pt x="3581" y="6211"/>
                  </a:lnTo>
                  <a:lnTo>
                    <a:pt x="3581" y="8001"/>
                  </a:lnTo>
                  <a:lnTo>
                    <a:pt x="1791" y="9792"/>
                  </a:lnTo>
                  <a:lnTo>
                    <a:pt x="1791" y="11582"/>
                  </a:lnTo>
                  <a:lnTo>
                    <a:pt x="0" y="13373"/>
                  </a:lnTo>
                  <a:lnTo>
                    <a:pt x="0" y="23513"/>
                  </a:lnTo>
                  <a:lnTo>
                    <a:pt x="1791" y="25303"/>
                  </a:lnTo>
                  <a:lnTo>
                    <a:pt x="1791" y="27094"/>
                  </a:lnTo>
                  <a:lnTo>
                    <a:pt x="3581" y="28884"/>
                  </a:lnTo>
                  <a:lnTo>
                    <a:pt x="3581" y="30675"/>
                  </a:lnTo>
                  <a:lnTo>
                    <a:pt x="6211" y="33304"/>
                  </a:lnTo>
                  <a:lnTo>
                    <a:pt x="8001" y="33304"/>
                  </a:lnTo>
                  <a:lnTo>
                    <a:pt x="9792" y="35095"/>
                  </a:lnTo>
                  <a:lnTo>
                    <a:pt x="11582" y="35095"/>
                  </a:lnTo>
                  <a:lnTo>
                    <a:pt x="13373" y="36886"/>
                  </a:lnTo>
                  <a:lnTo>
                    <a:pt x="25303" y="36886"/>
                  </a:lnTo>
                  <a:lnTo>
                    <a:pt x="28884" y="33304"/>
                  </a:lnTo>
                  <a:lnTo>
                    <a:pt x="30675" y="33304"/>
                  </a:lnTo>
                  <a:lnTo>
                    <a:pt x="33304" y="30675"/>
                  </a:lnTo>
                  <a:lnTo>
                    <a:pt x="33304" y="28884"/>
                  </a:lnTo>
                  <a:lnTo>
                    <a:pt x="36886" y="25303"/>
                  </a:lnTo>
                  <a:lnTo>
                    <a:pt x="36886" y="11582"/>
                  </a:lnTo>
                  <a:lnTo>
                    <a:pt x="35095" y="9792"/>
                  </a:lnTo>
                  <a:lnTo>
                    <a:pt x="35095" y="8001"/>
                  </a:lnTo>
                  <a:lnTo>
                    <a:pt x="28884" y="1791"/>
                  </a:lnTo>
                  <a:lnTo>
                    <a:pt x="27094" y="1791"/>
                  </a:lnTo>
                  <a:lnTo>
                    <a:pt x="25303" y="0"/>
                  </a:lnTo>
                  <a:lnTo>
                    <a:pt x="11582" y="0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6001" name="Graph element 694"/>
            <p:cNvSpPr/>
            <p:nvPr/>
          </p:nvSpPr>
          <p:spPr>
            <a:xfrm>
              <a:off x="818645" y="1527473"/>
              <a:ext cx="4655" cy="8472"/>
            </a:xfrm>
            <a:custGeom>
              <a:avLst/>
              <a:gdLst/>
              <a:ahLst/>
              <a:cxnLst/>
              <a:rect l="0" t="0" r="r" b="b"/>
              <a:pathLst>
                <a:path w="4655" h="8472" stroke="0" extrusionOk="0">
                  <a:moveTo>
                    <a:pt x="4655" y="0"/>
                  </a:moveTo>
                  <a:lnTo>
                    <a:pt x="0" y="4655"/>
                  </a:lnTo>
                  <a:lnTo>
                    <a:pt x="0" y="8472"/>
                  </a:lnTo>
                  <a:lnTo>
                    <a:pt x="4655" y="8472"/>
                  </a:lnTo>
                  <a:lnTo>
                    <a:pt x="4655" y="0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6002" name="Graph element 695"/>
            <p:cNvSpPr/>
            <p:nvPr/>
          </p:nvSpPr>
          <p:spPr>
            <a:xfrm>
              <a:off x="1102752" y="1526573"/>
              <a:ext cx="30317" cy="52581"/>
            </a:xfrm>
            <a:custGeom>
              <a:avLst/>
              <a:gdLst/>
              <a:ahLst/>
              <a:cxnLst/>
              <a:rect l="0" t="0" r="r" b="b"/>
              <a:pathLst>
                <a:path w="30317" h="52581" stroke="0" extrusionOk="0">
                  <a:moveTo>
                    <a:pt x="22500" y="0"/>
                  </a:moveTo>
                  <a:lnTo>
                    <a:pt x="23871" y="1371"/>
                  </a:lnTo>
                  <a:lnTo>
                    <a:pt x="23871" y="12718"/>
                  </a:lnTo>
                  <a:lnTo>
                    <a:pt x="22080" y="14509"/>
                  </a:lnTo>
                  <a:lnTo>
                    <a:pt x="22080" y="19277"/>
                  </a:lnTo>
                  <a:lnTo>
                    <a:pt x="23871" y="21067"/>
                  </a:lnTo>
                  <a:lnTo>
                    <a:pt x="23871" y="25252"/>
                  </a:lnTo>
                  <a:lnTo>
                    <a:pt x="22919" y="26204"/>
                  </a:lnTo>
                  <a:lnTo>
                    <a:pt x="21129" y="26204"/>
                  </a:lnTo>
                  <a:lnTo>
                    <a:pt x="19338" y="27994"/>
                  </a:lnTo>
                  <a:lnTo>
                    <a:pt x="13966" y="27994"/>
                  </a:lnTo>
                  <a:lnTo>
                    <a:pt x="12769" y="29191"/>
                  </a:lnTo>
                  <a:lnTo>
                    <a:pt x="11572" y="27994"/>
                  </a:lnTo>
                  <a:lnTo>
                    <a:pt x="6200" y="27994"/>
                  </a:lnTo>
                  <a:lnTo>
                    <a:pt x="3816" y="25610"/>
                  </a:lnTo>
                  <a:lnTo>
                    <a:pt x="0" y="29427"/>
                  </a:lnTo>
                  <a:lnTo>
                    <a:pt x="2384" y="31811"/>
                  </a:lnTo>
                  <a:lnTo>
                    <a:pt x="2384" y="39577"/>
                  </a:lnTo>
                  <a:lnTo>
                    <a:pt x="593" y="41367"/>
                  </a:lnTo>
                  <a:lnTo>
                    <a:pt x="593" y="48765"/>
                  </a:lnTo>
                  <a:lnTo>
                    <a:pt x="3223" y="48765"/>
                  </a:lnTo>
                  <a:lnTo>
                    <a:pt x="7039" y="52581"/>
                  </a:lnTo>
                  <a:lnTo>
                    <a:pt x="7039" y="44345"/>
                  </a:lnTo>
                  <a:lnTo>
                    <a:pt x="10620" y="40763"/>
                  </a:lnTo>
                  <a:lnTo>
                    <a:pt x="10620" y="38973"/>
                  </a:lnTo>
                  <a:lnTo>
                    <a:pt x="13363" y="36231"/>
                  </a:lnTo>
                  <a:lnTo>
                    <a:pt x="15153" y="36231"/>
                  </a:lnTo>
                  <a:lnTo>
                    <a:pt x="16944" y="34440"/>
                  </a:lnTo>
                  <a:lnTo>
                    <a:pt x="18734" y="34440"/>
                  </a:lnTo>
                  <a:lnTo>
                    <a:pt x="20525" y="32650"/>
                  </a:lnTo>
                  <a:lnTo>
                    <a:pt x="26736" y="32650"/>
                  </a:lnTo>
                  <a:lnTo>
                    <a:pt x="26736" y="21067"/>
                  </a:lnTo>
                  <a:lnTo>
                    <a:pt x="28526" y="19277"/>
                  </a:lnTo>
                  <a:lnTo>
                    <a:pt x="28526" y="17486"/>
                  </a:lnTo>
                  <a:lnTo>
                    <a:pt x="30317" y="15696"/>
                  </a:lnTo>
                  <a:lnTo>
                    <a:pt x="30317" y="5556"/>
                  </a:lnTo>
                  <a:lnTo>
                    <a:pt x="28526" y="3765"/>
                  </a:lnTo>
                  <a:lnTo>
                    <a:pt x="28526" y="1975"/>
                  </a:lnTo>
                  <a:lnTo>
                    <a:pt x="22500" y="0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6003" name="Graph element 696"/>
            <p:cNvSpPr/>
            <p:nvPr/>
          </p:nvSpPr>
          <p:spPr>
            <a:xfrm>
              <a:off x="786057" y="1516965"/>
              <a:ext cx="16115" cy="8237"/>
            </a:xfrm>
            <a:custGeom>
              <a:avLst/>
              <a:gdLst/>
              <a:ahLst/>
              <a:cxnLst/>
              <a:rect l="0" t="0" r="r" b="b"/>
              <a:pathLst>
                <a:path w="16115" h="8237" stroke="0" extrusionOk="0">
                  <a:moveTo>
                    <a:pt x="10150" y="0"/>
                  </a:moveTo>
                  <a:lnTo>
                    <a:pt x="6569" y="3581"/>
                  </a:lnTo>
                  <a:lnTo>
                    <a:pt x="0" y="3581"/>
                  </a:lnTo>
                  <a:lnTo>
                    <a:pt x="0" y="6446"/>
                  </a:lnTo>
                  <a:lnTo>
                    <a:pt x="2988" y="6446"/>
                  </a:lnTo>
                  <a:lnTo>
                    <a:pt x="4778" y="8237"/>
                  </a:lnTo>
                  <a:lnTo>
                    <a:pt x="7756" y="8237"/>
                  </a:lnTo>
                  <a:lnTo>
                    <a:pt x="9546" y="6446"/>
                  </a:lnTo>
                  <a:lnTo>
                    <a:pt x="13127" y="6446"/>
                  </a:lnTo>
                  <a:lnTo>
                    <a:pt x="14918" y="4655"/>
                  </a:lnTo>
                  <a:lnTo>
                    <a:pt x="16115" y="4655"/>
                  </a:lnTo>
                  <a:lnTo>
                    <a:pt x="16115" y="1791"/>
                  </a:lnTo>
                  <a:lnTo>
                    <a:pt x="14918" y="1791"/>
                  </a:lnTo>
                  <a:lnTo>
                    <a:pt x="13127" y="0"/>
                  </a:lnTo>
                  <a:lnTo>
                    <a:pt x="10150" y="0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6004" name="Graph element 697"/>
            <p:cNvSpPr/>
            <p:nvPr/>
          </p:nvSpPr>
          <p:spPr>
            <a:xfrm>
              <a:off x="1140947" y="1513384"/>
              <a:ext cx="28168" cy="37479"/>
            </a:xfrm>
            <a:custGeom>
              <a:avLst/>
              <a:gdLst/>
              <a:ahLst/>
              <a:cxnLst/>
              <a:rect l="0" t="0" r="r" b="b"/>
              <a:pathLst>
                <a:path w="28168" h="37479" stroke="0" extrusionOk="0">
                  <a:moveTo>
                    <a:pt x="16954" y="0"/>
                  </a:moveTo>
                  <a:lnTo>
                    <a:pt x="15164" y="1791"/>
                  </a:lnTo>
                  <a:lnTo>
                    <a:pt x="11582" y="1791"/>
                  </a:lnTo>
                  <a:lnTo>
                    <a:pt x="8001" y="5372"/>
                  </a:lnTo>
                  <a:lnTo>
                    <a:pt x="5372" y="5372"/>
                  </a:lnTo>
                  <a:lnTo>
                    <a:pt x="5372" y="8001"/>
                  </a:lnTo>
                  <a:lnTo>
                    <a:pt x="1791" y="11582"/>
                  </a:lnTo>
                  <a:lnTo>
                    <a:pt x="1791" y="15164"/>
                  </a:lnTo>
                  <a:lnTo>
                    <a:pt x="0" y="16954"/>
                  </a:lnTo>
                  <a:lnTo>
                    <a:pt x="0" y="21722"/>
                  </a:lnTo>
                  <a:lnTo>
                    <a:pt x="1791" y="23513"/>
                  </a:lnTo>
                  <a:lnTo>
                    <a:pt x="1791" y="27094"/>
                  </a:lnTo>
                  <a:lnTo>
                    <a:pt x="3581" y="28884"/>
                  </a:lnTo>
                  <a:lnTo>
                    <a:pt x="3581" y="30675"/>
                  </a:lnTo>
                  <a:lnTo>
                    <a:pt x="8001" y="35095"/>
                  </a:lnTo>
                  <a:lnTo>
                    <a:pt x="9792" y="35095"/>
                  </a:lnTo>
                  <a:lnTo>
                    <a:pt x="12176" y="37479"/>
                  </a:lnTo>
                  <a:lnTo>
                    <a:pt x="15399" y="34256"/>
                  </a:lnTo>
                  <a:lnTo>
                    <a:pt x="15399" y="32465"/>
                  </a:lnTo>
                  <a:lnTo>
                    <a:pt x="17189" y="30675"/>
                  </a:lnTo>
                  <a:lnTo>
                    <a:pt x="17189" y="14560"/>
                  </a:lnTo>
                  <a:lnTo>
                    <a:pt x="20771" y="10979"/>
                  </a:lnTo>
                  <a:lnTo>
                    <a:pt x="20771" y="9188"/>
                  </a:lnTo>
                  <a:lnTo>
                    <a:pt x="28168" y="1791"/>
                  </a:lnTo>
                  <a:lnTo>
                    <a:pt x="23513" y="1791"/>
                  </a:lnTo>
                  <a:lnTo>
                    <a:pt x="21722" y="0"/>
                  </a:lnTo>
                  <a:lnTo>
                    <a:pt x="16954" y="0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6005" name="Graph element 698"/>
            <p:cNvSpPr/>
            <p:nvPr/>
          </p:nvSpPr>
          <p:spPr>
            <a:xfrm>
              <a:off x="1094034" y="1511593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6006" name="Graph element 699"/>
            <p:cNvSpPr/>
            <p:nvPr/>
          </p:nvSpPr>
          <p:spPr>
            <a:xfrm>
              <a:off x="1081858" y="1511593"/>
              <a:ext cx="6681" cy="6681"/>
            </a:xfrm>
            <a:custGeom>
              <a:avLst/>
              <a:gdLst/>
              <a:ahLst/>
              <a:cxnLst/>
              <a:rect l="0" t="0" r="r" b="b"/>
              <a:pathLst>
                <a:path w="6681" h="6681" stroke="0" extrusionOk="0">
                  <a:moveTo>
                    <a:pt x="0" y="0"/>
                  </a:moveTo>
                  <a:lnTo>
                    <a:pt x="0" y="6681"/>
                  </a:lnTo>
                  <a:lnTo>
                    <a:pt x="668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6007" name="Graph element 700"/>
            <p:cNvSpPr/>
            <p:nvPr/>
          </p:nvSpPr>
          <p:spPr>
            <a:xfrm>
              <a:off x="988749" y="1511593"/>
              <a:ext cx="8237" cy="21006"/>
            </a:xfrm>
            <a:custGeom>
              <a:avLst/>
              <a:gdLst/>
              <a:ahLst/>
              <a:cxnLst/>
              <a:rect l="0" t="0" r="r" b="b"/>
              <a:pathLst>
                <a:path w="8237" h="21006" stroke="0" extrusionOk="0">
                  <a:moveTo>
                    <a:pt x="3581" y="0"/>
                  </a:moveTo>
                  <a:lnTo>
                    <a:pt x="3581" y="2630"/>
                  </a:lnTo>
                  <a:lnTo>
                    <a:pt x="0" y="6211"/>
                  </a:lnTo>
                  <a:lnTo>
                    <a:pt x="0" y="16350"/>
                  </a:lnTo>
                  <a:lnTo>
                    <a:pt x="4655" y="21006"/>
                  </a:lnTo>
                  <a:lnTo>
                    <a:pt x="4655" y="16350"/>
                  </a:lnTo>
                  <a:lnTo>
                    <a:pt x="6446" y="14560"/>
                  </a:lnTo>
                  <a:lnTo>
                    <a:pt x="6446" y="5607"/>
                  </a:lnTo>
                  <a:lnTo>
                    <a:pt x="8237" y="3816"/>
                  </a:lnTo>
                  <a:lnTo>
                    <a:pt x="8237" y="0"/>
                  </a:lnTo>
                  <a:lnTo>
                    <a:pt x="3581" y="0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6008" name="Graph element 701"/>
            <p:cNvSpPr/>
            <p:nvPr/>
          </p:nvSpPr>
          <p:spPr>
            <a:xfrm>
              <a:off x="768510" y="1505986"/>
              <a:ext cx="9608" cy="13424"/>
            </a:xfrm>
            <a:custGeom>
              <a:avLst/>
              <a:gdLst/>
              <a:ahLst/>
              <a:cxnLst/>
              <a:rect l="0" t="0" r="r" b="b"/>
              <a:pathLst>
                <a:path w="9608" h="13424" stroke="0" extrusionOk="0">
                  <a:moveTo>
                    <a:pt x="0" y="0"/>
                  </a:moveTo>
                  <a:lnTo>
                    <a:pt x="0" y="5842"/>
                  </a:lnTo>
                  <a:lnTo>
                    <a:pt x="7582" y="13424"/>
                  </a:lnTo>
                  <a:lnTo>
                    <a:pt x="9608" y="11398"/>
                  </a:lnTo>
                  <a:lnTo>
                    <a:pt x="4655" y="6446"/>
                  </a:lnTo>
                  <a:lnTo>
                    <a:pt x="4655" y="46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6009" name="Graph element 702"/>
            <p:cNvSpPr/>
            <p:nvPr/>
          </p:nvSpPr>
          <p:spPr>
            <a:xfrm>
              <a:off x="1165779" y="1506222"/>
              <a:ext cx="38911" cy="35095"/>
            </a:xfrm>
            <a:custGeom>
              <a:avLst/>
              <a:gdLst/>
              <a:ahLst/>
              <a:cxnLst/>
              <a:rect l="0" t="0" r="r" b="b"/>
              <a:pathLst>
                <a:path w="38911" h="35095" stroke="0" extrusionOk="0">
                  <a:moveTo>
                    <a:pt x="13608" y="0"/>
                  </a:moveTo>
                  <a:lnTo>
                    <a:pt x="11818" y="1791"/>
                  </a:lnTo>
                  <a:lnTo>
                    <a:pt x="10027" y="1791"/>
                  </a:lnTo>
                  <a:lnTo>
                    <a:pt x="8237" y="3581"/>
                  </a:lnTo>
                  <a:lnTo>
                    <a:pt x="6446" y="3581"/>
                  </a:lnTo>
                  <a:lnTo>
                    <a:pt x="0" y="10027"/>
                  </a:lnTo>
                  <a:lnTo>
                    <a:pt x="15399" y="10027"/>
                  </a:lnTo>
                  <a:lnTo>
                    <a:pt x="17189" y="11818"/>
                  </a:lnTo>
                  <a:lnTo>
                    <a:pt x="18980" y="11818"/>
                  </a:lnTo>
                  <a:lnTo>
                    <a:pt x="20771" y="13608"/>
                  </a:lnTo>
                  <a:lnTo>
                    <a:pt x="22561" y="13608"/>
                  </a:lnTo>
                  <a:lnTo>
                    <a:pt x="25303" y="16350"/>
                  </a:lnTo>
                  <a:lnTo>
                    <a:pt x="25303" y="18141"/>
                  </a:lnTo>
                  <a:lnTo>
                    <a:pt x="28884" y="21722"/>
                  </a:lnTo>
                  <a:lnTo>
                    <a:pt x="28884" y="35095"/>
                  </a:lnTo>
                  <a:lnTo>
                    <a:pt x="32701" y="35095"/>
                  </a:lnTo>
                  <a:lnTo>
                    <a:pt x="35330" y="32465"/>
                  </a:lnTo>
                  <a:lnTo>
                    <a:pt x="35330" y="30675"/>
                  </a:lnTo>
                  <a:lnTo>
                    <a:pt x="37121" y="28884"/>
                  </a:lnTo>
                  <a:lnTo>
                    <a:pt x="37121" y="27094"/>
                  </a:lnTo>
                  <a:lnTo>
                    <a:pt x="38911" y="25303"/>
                  </a:lnTo>
                  <a:lnTo>
                    <a:pt x="38911" y="15164"/>
                  </a:lnTo>
                  <a:lnTo>
                    <a:pt x="37121" y="13373"/>
                  </a:lnTo>
                  <a:lnTo>
                    <a:pt x="37121" y="11582"/>
                  </a:lnTo>
                  <a:lnTo>
                    <a:pt x="35330" y="9792"/>
                  </a:lnTo>
                  <a:lnTo>
                    <a:pt x="35330" y="8001"/>
                  </a:lnTo>
                  <a:lnTo>
                    <a:pt x="30910" y="3581"/>
                  </a:lnTo>
                  <a:lnTo>
                    <a:pt x="29119" y="3581"/>
                  </a:lnTo>
                  <a:lnTo>
                    <a:pt x="27329" y="1791"/>
                  </a:lnTo>
                  <a:lnTo>
                    <a:pt x="25538" y="1791"/>
                  </a:lnTo>
                  <a:lnTo>
                    <a:pt x="23748" y="0"/>
                  </a:lnTo>
                  <a:lnTo>
                    <a:pt x="13608" y="0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6010" name="Graph element 703"/>
            <p:cNvSpPr/>
            <p:nvPr/>
          </p:nvSpPr>
          <p:spPr>
            <a:xfrm>
              <a:off x="850876" y="1502640"/>
              <a:ext cx="10620" cy="11818"/>
            </a:xfrm>
            <a:custGeom>
              <a:avLst/>
              <a:gdLst/>
              <a:ahLst/>
              <a:cxnLst/>
              <a:rect l="0" t="0" r="r" b="b"/>
              <a:pathLst>
                <a:path w="10620" h="11818" stroke="0" extrusionOk="0">
                  <a:moveTo>
                    <a:pt x="1791" y="0"/>
                  </a:moveTo>
                  <a:lnTo>
                    <a:pt x="1791" y="2630"/>
                  </a:lnTo>
                  <a:lnTo>
                    <a:pt x="0" y="4420"/>
                  </a:lnTo>
                  <a:lnTo>
                    <a:pt x="0" y="9188"/>
                  </a:lnTo>
                  <a:lnTo>
                    <a:pt x="2630" y="11818"/>
                  </a:lnTo>
                  <a:lnTo>
                    <a:pt x="7397" y="11818"/>
                  </a:lnTo>
                  <a:lnTo>
                    <a:pt x="10620" y="8595"/>
                  </a:lnTo>
                  <a:lnTo>
                    <a:pt x="8237" y="6211"/>
                  </a:lnTo>
                  <a:lnTo>
                    <a:pt x="8237" y="2630"/>
                  </a:lnTo>
                  <a:lnTo>
                    <a:pt x="5607" y="0"/>
                  </a:lnTo>
                  <a:lnTo>
                    <a:pt x="1791" y="0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6011" name="Graph element 704"/>
            <p:cNvSpPr/>
            <p:nvPr/>
          </p:nvSpPr>
          <p:spPr>
            <a:xfrm>
              <a:off x="963446" y="1500850"/>
              <a:ext cx="16227" cy="19215"/>
            </a:xfrm>
            <a:custGeom>
              <a:avLst/>
              <a:gdLst/>
              <a:ahLst/>
              <a:cxnLst/>
              <a:rect l="0" t="0" r="r" b="b"/>
              <a:pathLst>
                <a:path w="16227" h="19215" stroke="0" extrusionOk="0">
                  <a:moveTo>
                    <a:pt x="0" y="0"/>
                  </a:moveTo>
                  <a:lnTo>
                    <a:pt x="5607" y="5607"/>
                  </a:lnTo>
                  <a:lnTo>
                    <a:pt x="5607" y="7397"/>
                  </a:lnTo>
                  <a:lnTo>
                    <a:pt x="9188" y="10979"/>
                  </a:lnTo>
                  <a:lnTo>
                    <a:pt x="9188" y="12769"/>
                  </a:lnTo>
                  <a:lnTo>
                    <a:pt x="10979" y="14560"/>
                  </a:lnTo>
                  <a:lnTo>
                    <a:pt x="10979" y="19215"/>
                  </a:lnTo>
                  <a:lnTo>
                    <a:pt x="16227" y="13966"/>
                  </a:lnTo>
                  <a:lnTo>
                    <a:pt x="13844" y="11582"/>
                  </a:lnTo>
                  <a:lnTo>
                    <a:pt x="13844" y="8001"/>
                  </a:lnTo>
                  <a:lnTo>
                    <a:pt x="12053" y="6211"/>
                  </a:lnTo>
                  <a:lnTo>
                    <a:pt x="12053" y="4420"/>
                  </a:lnTo>
                  <a:lnTo>
                    <a:pt x="9423" y="1791"/>
                  </a:lnTo>
                  <a:lnTo>
                    <a:pt x="7633" y="1791"/>
                  </a:lnTo>
                  <a:lnTo>
                    <a:pt x="584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6012" name="Graph element 705"/>
            <p:cNvSpPr/>
            <p:nvPr/>
          </p:nvSpPr>
          <p:spPr>
            <a:xfrm>
              <a:off x="1075893" y="1497269"/>
              <a:ext cx="20944" cy="13189"/>
            </a:xfrm>
            <a:custGeom>
              <a:avLst/>
              <a:gdLst/>
              <a:ahLst/>
              <a:cxnLst/>
              <a:rect l="0" t="0" r="r" b="b"/>
              <a:pathLst>
                <a:path w="20944" h="13189" stroke="0" extrusionOk="0">
                  <a:moveTo>
                    <a:pt x="8595" y="0"/>
                  </a:moveTo>
                  <a:lnTo>
                    <a:pt x="0" y="8595"/>
                  </a:lnTo>
                  <a:lnTo>
                    <a:pt x="3223" y="11818"/>
                  </a:lnTo>
                  <a:lnTo>
                    <a:pt x="6200" y="11818"/>
                  </a:lnTo>
                  <a:lnTo>
                    <a:pt x="7991" y="10027"/>
                  </a:lnTo>
                  <a:lnTo>
                    <a:pt x="12176" y="10027"/>
                  </a:lnTo>
                  <a:lnTo>
                    <a:pt x="13966" y="11818"/>
                  </a:lnTo>
                  <a:lnTo>
                    <a:pt x="17548" y="11818"/>
                  </a:lnTo>
                  <a:lnTo>
                    <a:pt x="18919" y="13189"/>
                  </a:lnTo>
                  <a:lnTo>
                    <a:pt x="20944" y="11163"/>
                  </a:lnTo>
                  <a:lnTo>
                    <a:pt x="19573" y="9792"/>
                  </a:lnTo>
                  <a:lnTo>
                    <a:pt x="19573" y="6211"/>
                  </a:lnTo>
                  <a:lnTo>
                    <a:pt x="17783" y="4420"/>
                  </a:lnTo>
                  <a:lnTo>
                    <a:pt x="17783" y="0"/>
                  </a:lnTo>
                  <a:lnTo>
                    <a:pt x="8595" y="0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6013" name="Graph element 706"/>
            <p:cNvSpPr/>
            <p:nvPr/>
          </p:nvSpPr>
          <p:spPr>
            <a:xfrm>
              <a:off x="951567" y="1495898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6014" name="Graph element 707"/>
            <p:cNvSpPr/>
            <p:nvPr/>
          </p:nvSpPr>
          <p:spPr>
            <a:xfrm>
              <a:off x="1124474" y="1490107"/>
              <a:ext cx="17548" cy="33304"/>
            </a:xfrm>
            <a:custGeom>
              <a:avLst/>
              <a:gdLst/>
              <a:ahLst/>
              <a:cxnLst/>
              <a:rect l="0" t="0" r="r" b="b"/>
              <a:pathLst>
                <a:path w="17548" h="33304" stroke="0" extrusionOk="0">
                  <a:moveTo>
                    <a:pt x="3704" y="0"/>
                  </a:moveTo>
                  <a:lnTo>
                    <a:pt x="7520" y="3816"/>
                  </a:lnTo>
                  <a:lnTo>
                    <a:pt x="7520" y="12769"/>
                  </a:lnTo>
                  <a:lnTo>
                    <a:pt x="8718" y="13966"/>
                  </a:lnTo>
                  <a:lnTo>
                    <a:pt x="7520" y="15164"/>
                  </a:lnTo>
                  <a:lnTo>
                    <a:pt x="7520" y="20535"/>
                  </a:lnTo>
                  <a:lnTo>
                    <a:pt x="5730" y="22326"/>
                  </a:lnTo>
                  <a:lnTo>
                    <a:pt x="5730" y="24116"/>
                  </a:lnTo>
                  <a:lnTo>
                    <a:pt x="1197" y="28649"/>
                  </a:lnTo>
                  <a:lnTo>
                    <a:pt x="0" y="28649"/>
                  </a:lnTo>
                  <a:lnTo>
                    <a:pt x="0" y="31514"/>
                  </a:lnTo>
                  <a:lnTo>
                    <a:pt x="1197" y="31514"/>
                  </a:lnTo>
                  <a:lnTo>
                    <a:pt x="2988" y="33304"/>
                  </a:lnTo>
                  <a:lnTo>
                    <a:pt x="7756" y="33304"/>
                  </a:lnTo>
                  <a:lnTo>
                    <a:pt x="15757" y="25303"/>
                  </a:lnTo>
                  <a:lnTo>
                    <a:pt x="15757" y="23513"/>
                  </a:lnTo>
                  <a:lnTo>
                    <a:pt x="17548" y="21722"/>
                  </a:lnTo>
                  <a:lnTo>
                    <a:pt x="17548" y="9792"/>
                  </a:lnTo>
                  <a:lnTo>
                    <a:pt x="13966" y="6211"/>
                  </a:lnTo>
                  <a:lnTo>
                    <a:pt x="13966" y="4420"/>
                  </a:lnTo>
                  <a:lnTo>
                    <a:pt x="9546" y="0"/>
                  </a:lnTo>
                  <a:lnTo>
                    <a:pt x="3704" y="0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6015" name="Graph element 708"/>
            <p:cNvSpPr/>
            <p:nvPr/>
          </p:nvSpPr>
          <p:spPr>
            <a:xfrm>
              <a:off x="1063953" y="1484500"/>
              <a:ext cx="8237" cy="19215"/>
            </a:xfrm>
            <a:custGeom>
              <a:avLst/>
              <a:gdLst/>
              <a:ahLst/>
              <a:cxnLst/>
              <a:rect l="0" t="0" r="r" b="b"/>
              <a:pathLst>
                <a:path w="8237" h="19215" stroke="0" extrusionOk="0">
                  <a:moveTo>
                    <a:pt x="8237" y="0"/>
                  </a:moveTo>
                  <a:lnTo>
                    <a:pt x="4420" y="3816"/>
                  </a:lnTo>
                  <a:lnTo>
                    <a:pt x="2630" y="3816"/>
                  </a:lnTo>
                  <a:lnTo>
                    <a:pt x="0" y="6446"/>
                  </a:lnTo>
                  <a:lnTo>
                    <a:pt x="0" y="16586"/>
                  </a:lnTo>
                  <a:lnTo>
                    <a:pt x="2630" y="19215"/>
                  </a:lnTo>
                  <a:lnTo>
                    <a:pt x="8237" y="19215"/>
                  </a:lnTo>
                  <a:lnTo>
                    <a:pt x="8237" y="0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6016" name="Graph element 709"/>
            <p:cNvSpPr/>
            <p:nvPr/>
          </p:nvSpPr>
          <p:spPr>
            <a:xfrm>
              <a:off x="994121" y="1486945"/>
              <a:ext cx="4655" cy="20586"/>
            </a:xfrm>
            <a:custGeom>
              <a:avLst/>
              <a:gdLst/>
              <a:ahLst/>
              <a:cxnLst/>
              <a:rect l="0" t="0" r="r" b="b"/>
              <a:pathLst>
                <a:path w="4655" h="20586" stroke="0" extrusionOk="0">
                  <a:moveTo>
                    <a:pt x="4001" y="0"/>
                  </a:moveTo>
                  <a:lnTo>
                    <a:pt x="0" y="4001"/>
                  </a:lnTo>
                  <a:lnTo>
                    <a:pt x="0" y="15931"/>
                  </a:lnTo>
                  <a:lnTo>
                    <a:pt x="4655" y="20586"/>
                  </a:lnTo>
                  <a:lnTo>
                    <a:pt x="4655" y="3397"/>
                  </a:lnTo>
                  <a:lnTo>
                    <a:pt x="4001" y="0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6017" name="Graph element 710"/>
            <p:cNvSpPr/>
            <p:nvPr/>
          </p:nvSpPr>
          <p:spPr>
            <a:xfrm>
              <a:off x="804086" y="1486525"/>
              <a:ext cx="47864" cy="46074"/>
            </a:xfrm>
            <a:custGeom>
              <a:avLst/>
              <a:gdLst/>
              <a:ahLst/>
              <a:cxnLst/>
              <a:rect l="0" t="0" r="r" b="b"/>
              <a:pathLst>
                <a:path w="47864" h="46074" stroke="0" extrusionOk="0">
                  <a:moveTo>
                    <a:pt x="13608" y="0"/>
                  </a:moveTo>
                  <a:lnTo>
                    <a:pt x="11818" y="1791"/>
                  </a:lnTo>
                  <a:lnTo>
                    <a:pt x="0" y="1791"/>
                  </a:lnTo>
                  <a:lnTo>
                    <a:pt x="3816" y="5607"/>
                  </a:lnTo>
                  <a:lnTo>
                    <a:pt x="3816" y="7397"/>
                  </a:lnTo>
                  <a:lnTo>
                    <a:pt x="7397" y="10979"/>
                  </a:lnTo>
                  <a:lnTo>
                    <a:pt x="7397" y="25907"/>
                  </a:lnTo>
                  <a:lnTo>
                    <a:pt x="3816" y="29488"/>
                  </a:lnTo>
                  <a:lnTo>
                    <a:pt x="3816" y="31279"/>
                  </a:lnTo>
                  <a:lnTo>
                    <a:pt x="0" y="35095"/>
                  </a:lnTo>
                  <a:lnTo>
                    <a:pt x="6446" y="35095"/>
                  </a:lnTo>
                  <a:lnTo>
                    <a:pt x="8237" y="36886"/>
                  </a:lnTo>
                  <a:lnTo>
                    <a:pt x="11214" y="36886"/>
                  </a:lnTo>
                  <a:lnTo>
                    <a:pt x="13004" y="35095"/>
                  </a:lnTo>
                  <a:lnTo>
                    <a:pt x="16586" y="35095"/>
                  </a:lnTo>
                  <a:lnTo>
                    <a:pt x="18376" y="33304"/>
                  </a:lnTo>
                  <a:lnTo>
                    <a:pt x="18980" y="33304"/>
                  </a:lnTo>
                  <a:lnTo>
                    <a:pt x="19931" y="34256"/>
                  </a:lnTo>
                  <a:lnTo>
                    <a:pt x="19931" y="36650"/>
                  </a:lnTo>
                  <a:lnTo>
                    <a:pt x="16115" y="40467"/>
                  </a:lnTo>
                  <a:lnTo>
                    <a:pt x="21957" y="40467"/>
                  </a:lnTo>
                  <a:lnTo>
                    <a:pt x="23748" y="38676"/>
                  </a:lnTo>
                  <a:lnTo>
                    <a:pt x="35095" y="38676"/>
                  </a:lnTo>
                  <a:lnTo>
                    <a:pt x="36886" y="40467"/>
                  </a:lnTo>
                  <a:lnTo>
                    <a:pt x="38676" y="40467"/>
                  </a:lnTo>
                  <a:lnTo>
                    <a:pt x="40467" y="42257"/>
                  </a:lnTo>
                  <a:lnTo>
                    <a:pt x="42257" y="42257"/>
                  </a:lnTo>
                  <a:lnTo>
                    <a:pt x="46074" y="46074"/>
                  </a:lnTo>
                  <a:lnTo>
                    <a:pt x="46074" y="39628"/>
                  </a:lnTo>
                  <a:lnTo>
                    <a:pt x="47864" y="37837"/>
                  </a:lnTo>
                  <a:lnTo>
                    <a:pt x="47864" y="33069"/>
                  </a:lnTo>
                  <a:lnTo>
                    <a:pt x="46074" y="31279"/>
                  </a:lnTo>
                  <a:lnTo>
                    <a:pt x="46074" y="25907"/>
                  </a:lnTo>
                  <a:lnTo>
                    <a:pt x="43444" y="23277"/>
                  </a:lnTo>
                  <a:lnTo>
                    <a:pt x="29723" y="23277"/>
                  </a:lnTo>
                  <a:lnTo>
                    <a:pt x="25303" y="27698"/>
                  </a:lnTo>
                  <a:lnTo>
                    <a:pt x="25303" y="29488"/>
                  </a:lnTo>
                  <a:lnTo>
                    <a:pt x="22561" y="32230"/>
                  </a:lnTo>
                  <a:lnTo>
                    <a:pt x="21006" y="31279"/>
                  </a:lnTo>
                  <a:lnTo>
                    <a:pt x="21006" y="30675"/>
                  </a:lnTo>
                  <a:lnTo>
                    <a:pt x="28168" y="23513"/>
                  </a:lnTo>
                  <a:lnTo>
                    <a:pt x="28168" y="9792"/>
                  </a:lnTo>
                  <a:lnTo>
                    <a:pt x="26377" y="8001"/>
                  </a:lnTo>
                  <a:lnTo>
                    <a:pt x="26377" y="6211"/>
                  </a:lnTo>
                  <a:lnTo>
                    <a:pt x="20167" y="0"/>
                  </a:lnTo>
                  <a:lnTo>
                    <a:pt x="13608" y="0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6018" name="Graph element 711"/>
            <p:cNvSpPr/>
            <p:nvPr/>
          </p:nvSpPr>
          <p:spPr>
            <a:xfrm>
              <a:off x="1103110" y="1481154"/>
              <a:ext cx="24822" cy="6446"/>
            </a:xfrm>
            <a:custGeom>
              <a:avLst/>
              <a:gdLst/>
              <a:ahLst/>
              <a:cxnLst/>
              <a:rect l="0" t="0" r="r" b="b"/>
              <a:pathLst>
                <a:path w="24822" h="6446" stroke="0" extrusionOk="0">
                  <a:moveTo>
                    <a:pt x="4655" y="0"/>
                  </a:moveTo>
                  <a:lnTo>
                    <a:pt x="0" y="4655"/>
                  </a:lnTo>
                  <a:lnTo>
                    <a:pt x="17189" y="4655"/>
                  </a:lnTo>
                  <a:lnTo>
                    <a:pt x="18980" y="6446"/>
                  </a:lnTo>
                  <a:lnTo>
                    <a:pt x="24822" y="6446"/>
                  </a:lnTo>
                  <a:lnTo>
                    <a:pt x="20167" y="1791"/>
                  </a:lnTo>
                  <a:lnTo>
                    <a:pt x="18376" y="1791"/>
                  </a:lnTo>
                  <a:lnTo>
                    <a:pt x="16586" y="0"/>
                  </a:lnTo>
                  <a:lnTo>
                    <a:pt x="4655" y="0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6019" name="Graph element 712"/>
            <p:cNvSpPr/>
            <p:nvPr/>
          </p:nvSpPr>
          <p:spPr>
            <a:xfrm>
              <a:off x="725536" y="1481154"/>
              <a:ext cx="36886" cy="38676"/>
            </a:xfrm>
            <a:custGeom>
              <a:avLst/>
              <a:gdLst/>
              <a:ahLst/>
              <a:cxnLst/>
              <a:rect l="0" t="0" r="r" b="b"/>
              <a:pathLst>
                <a:path w="36886" h="38676" stroke="0" extrusionOk="0">
                  <a:moveTo>
                    <a:pt x="13373" y="0"/>
                  </a:moveTo>
                  <a:lnTo>
                    <a:pt x="11582" y="1791"/>
                  </a:lnTo>
                  <a:lnTo>
                    <a:pt x="9792" y="1791"/>
                  </a:lnTo>
                  <a:lnTo>
                    <a:pt x="1791" y="9792"/>
                  </a:lnTo>
                  <a:lnTo>
                    <a:pt x="1791" y="13373"/>
                  </a:lnTo>
                  <a:lnTo>
                    <a:pt x="0" y="15164"/>
                  </a:lnTo>
                  <a:lnTo>
                    <a:pt x="0" y="23513"/>
                  </a:lnTo>
                  <a:lnTo>
                    <a:pt x="1791" y="25303"/>
                  </a:lnTo>
                  <a:lnTo>
                    <a:pt x="1791" y="28884"/>
                  </a:lnTo>
                  <a:lnTo>
                    <a:pt x="9792" y="36886"/>
                  </a:lnTo>
                  <a:lnTo>
                    <a:pt x="13373" y="36886"/>
                  </a:lnTo>
                  <a:lnTo>
                    <a:pt x="15164" y="38676"/>
                  </a:lnTo>
                  <a:lnTo>
                    <a:pt x="25303" y="38676"/>
                  </a:lnTo>
                  <a:lnTo>
                    <a:pt x="27094" y="36886"/>
                  </a:lnTo>
                  <a:lnTo>
                    <a:pt x="28884" y="36886"/>
                  </a:lnTo>
                  <a:lnTo>
                    <a:pt x="36886" y="28884"/>
                  </a:lnTo>
                  <a:lnTo>
                    <a:pt x="36886" y="23277"/>
                  </a:lnTo>
                  <a:lnTo>
                    <a:pt x="34256" y="23277"/>
                  </a:lnTo>
                  <a:lnTo>
                    <a:pt x="31514" y="20535"/>
                  </a:lnTo>
                  <a:lnTo>
                    <a:pt x="31514" y="18745"/>
                  </a:lnTo>
                  <a:lnTo>
                    <a:pt x="29723" y="16954"/>
                  </a:lnTo>
                  <a:lnTo>
                    <a:pt x="29723" y="15164"/>
                  </a:lnTo>
                  <a:lnTo>
                    <a:pt x="27933" y="13373"/>
                  </a:lnTo>
                  <a:lnTo>
                    <a:pt x="27933" y="2630"/>
                  </a:lnTo>
                  <a:lnTo>
                    <a:pt x="25303" y="0"/>
                  </a:lnTo>
                  <a:lnTo>
                    <a:pt x="13373" y="0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6020" name="Graph element 713"/>
            <p:cNvSpPr/>
            <p:nvPr/>
          </p:nvSpPr>
          <p:spPr>
            <a:xfrm>
              <a:off x="854457" y="1475189"/>
              <a:ext cx="18980" cy="23154"/>
            </a:xfrm>
            <a:custGeom>
              <a:avLst/>
              <a:gdLst/>
              <a:ahLst/>
              <a:cxnLst/>
              <a:rect l="0" t="0" r="r" b="b"/>
              <a:pathLst>
                <a:path w="18980" h="23154" stroke="0" extrusionOk="0">
                  <a:moveTo>
                    <a:pt x="13966" y="0"/>
                  </a:moveTo>
                  <a:lnTo>
                    <a:pt x="11582" y="2384"/>
                  </a:lnTo>
                  <a:lnTo>
                    <a:pt x="9792" y="2384"/>
                  </a:lnTo>
                  <a:lnTo>
                    <a:pt x="1791" y="10385"/>
                  </a:lnTo>
                  <a:lnTo>
                    <a:pt x="1791" y="13966"/>
                  </a:lnTo>
                  <a:lnTo>
                    <a:pt x="0" y="15757"/>
                  </a:lnTo>
                  <a:lnTo>
                    <a:pt x="0" y="23154"/>
                  </a:lnTo>
                  <a:lnTo>
                    <a:pt x="4655" y="23154"/>
                  </a:lnTo>
                  <a:lnTo>
                    <a:pt x="4655" y="18734"/>
                  </a:lnTo>
                  <a:lnTo>
                    <a:pt x="6446" y="16944"/>
                  </a:lnTo>
                  <a:lnTo>
                    <a:pt x="6446" y="15153"/>
                  </a:lnTo>
                  <a:lnTo>
                    <a:pt x="10979" y="10620"/>
                  </a:lnTo>
                  <a:lnTo>
                    <a:pt x="12769" y="10620"/>
                  </a:lnTo>
                  <a:lnTo>
                    <a:pt x="14560" y="8830"/>
                  </a:lnTo>
                  <a:lnTo>
                    <a:pt x="18980" y="8830"/>
                  </a:lnTo>
                  <a:lnTo>
                    <a:pt x="18980" y="2384"/>
                  </a:lnTo>
                  <a:lnTo>
                    <a:pt x="16350" y="2384"/>
                  </a:lnTo>
                  <a:lnTo>
                    <a:pt x="13966" y="0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6021" name="Graph element 714"/>
            <p:cNvSpPr/>
            <p:nvPr/>
          </p:nvSpPr>
          <p:spPr>
            <a:xfrm>
              <a:off x="752159" y="1470410"/>
              <a:ext cx="37121" cy="24352"/>
            </a:xfrm>
            <a:custGeom>
              <a:avLst/>
              <a:gdLst/>
              <a:ahLst/>
              <a:cxnLst/>
              <a:rect l="0" t="0" r="r" b="b"/>
              <a:pathLst>
                <a:path w="37121" h="24352" stroke="0" extrusionOk="0">
                  <a:moveTo>
                    <a:pt x="13608" y="0"/>
                  </a:moveTo>
                  <a:lnTo>
                    <a:pt x="10027" y="3581"/>
                  </a:lnTo>
                  <a:lnTo>
                    <a:pt x="8237" y="3581"/>
                  </a:lnTo>
                  <a:lnTo>
                    <a:pt x="5607" y="6211"/>
                  </a:lnTo>
                  <a:lnTo>
                    <a:pt x="5607" y="8001"/>
                  </a:lnTo>
                  <a:lnTo>
                    <a:pt x="0" y="13608"/>
                  </a:lnTo>
                  <a:lnTo>
                    <a:pt x="4655" y="13608"/>
                  </a:lnTo>
                  <a:lnTo>
                    <a:pt x="9188" y="18141"/>
                  </a:lnTo>
                  <a:lnTo>
                    <a:pt x="9188" y="19931"/>
                  </a:lnTo>
                  <a:lnTo>
                    <a:pt x="10979" y="21722"/>
                  </a:lnTo>
                  <a:lnTo>
                    <a:pt x="10979" y="24352"/>
                  </a:lnTo>
                  <a:lnTo>
                    <a:pt x="15634" y="24352"/>
                  </a:lnTo>
                  <a:lnTo>
                    <a:pt x="15634" y="21722"/>
                  </a:lnTo>
                  <a:lnTo>
                    <a:pt x="23748" y="13608"/>
                  </a:lnTo>
                  <a:lnTo>
                    <a:pt x="27329" y="13608"/>
                  </a:lnTo>
                  <a:lnTo>
                    <a:pt x="29119" y="11818"/>
                  </a:lnTo>
                  <a:lnTo>
                    <a:pt x="37121" y="11818"/>
                  </a:lnTo>
                  <a:lnTo>
                    <a:pt x="37121" y="8001"/>
                  </a:lnTo>
                  <a:lnTo>
                    <a:pt x="30910" y="1791"/>
                  </a:lnTo>
                  <a:lnTo>
                    <a:pt x="29119" y="1791"/>
                  </a:lnTo>
                  <a:lnTo>
                    <a:pt x="27329" y="0"/>
                  </a:lnTo>
                  <a:lnTo>
                    <a:pt x="13608" y="0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6022" name="Graph element 715"/>
            <p:cNvSpPr/>
            <p:nvPr/>
          </p:nvSpPr>
          <p:spPr>
            <a:xfrm>
              <a:off x="1217941" y="1466829"/>
              <a:ext cx="40467" cy="38676"/>
            </a:xfrm>
            <a:custGeom>
              <a:avLst/>
              <a:gdLst/>
              <a:ahLst/>
              <a:cxnLst/>
              <a:rect l="0" t="0" r="r" b="b"/>
              <a:pathLst>
                <a:path w="40467" h="38676" stroke="0" extrusionOk="0">
                  <a:moveTo>
                    <a:pt x="15164" y="0"/>
                  </a:moveTo>
                  <a:lnTo>
                    <a:pt x="13373" y="1791"/>
                  </a:lnTo>
                  <a:lnTo>
                    <a:pt x="11582" y="1791"/>
                  </a:lnTo>
                  <a:lnTo>
                    <a:pt x="9792" y="3581"/>
                  </a:lnTo>
                  <a:lnTo>
                    <a:pt x="8001" y="3581"/>
                  </a:lnTo>
                  <a:lnTo>
                    <a:pt x="5372" y="6211"/>
                  </a:lnTo>
                  <a:lnTo>
                    <a:pt x="5372" y="8001"/>
                  </a:lnTo>
                  <a:lnTo>
                    <a:pt x="1791" y="11582"/>
                  </a:lnTo>
                  <a:lnTo>
                    <a:pt x="1791" y="16954"/>
                  </a:lnTo>
                  <a:lnTo>
                    <a:pt x="0" y="18745"/>
                  </a:lnTo>
                  <a:lnTo>
                    <a:pt x="0" y="21722"/>
                  </a:lnTo>
                  <a:lnTo>
                    <a:pt x="1791" y="23513"/>
                  </a:lnTo>
                  <a:lnTo>
                    <a:pt x="1791" y="27094"/>
                  </a:lnTo>
                  <a:lnTo>
                    <a:pt x="3581" y="28884"/>
                  </a:lnTo>
                  <a:lnTo>
                    <a:pt x="3581" y="30675"/>
                  </a:lnTo>
                  <a:lnTo>
                    <a:pt x="9792" y="36886"/>
                  </a:lnTo>
                  <a:lnTo>
                    <a:pt x="11582" y="36886"/>
                  </a:lnTo>
                  <a:lnTo>
                    <a:pt x="13373" y="38676"/>
                  </a:lnTo>
                  <a:lnTo>
                    <a:pt x="28884" y="38676"/>
                  </a:lnTo>
                  <a:lnTo>
                    <a:pt x="32465" y="35095"/>
                  </a:lnTo>
                  <a:lnTo>
                    <a:pt x="35095" y="35095"/>
                  </a:lnTo>
                  <a:lnTo>
                    <a:pt x="35095" y="32465"/>
                  </a:lnTo>
                  <a:lnTo>
                    <a:pt x="38676" y="28884"/>
                  </a:lnTo>
                  <a:lnTo>
                    <a:pt x="38676" y="25303"/>
                  </a:lnTo>
                  <a:lnTo>
                    <a:pt x="40467" y="23513"/>
                  </a:lnTo>
                  <a:lnTo>
                    <a:pt x="40467" y="15164"/>
                  </a:lnTo>
                  <a:lnTo>
                    <a:pt x="38676" y="13373"/>
                  </a:lnTo>
                  <a:lnTo>
                    <a:pt x="38676" y="11582"/>
                  </a:lnTo>
                  <a:lnTo>
                    <a:pt x="36886" y="9792"/>
                  </a:lnTo>
                  <a:lnTo>
                    <a:pt x="36886" y="8001"/>
                  </a:lnTo>
                  <a:lnTo>
                    <a:pt x="32465" y="3581"/>
                  </a:lnTo>
                  <a:lnTo>
                    <a:pt x="30675" y="3581"/>
                  </a:lnTo>
                  <a:lnTo>
                    <a:pt x="28884" y="1791"/>
                  </a:lnTo>
                  <a:lnTo>
                    <a:pt x="27094" y="1791"/>
                  </a:lnTo>
                  <a:lnTo>
                    <a:pt x="25303" y="0"/>
                  </a:lnTo>
                  <a:lnTo>
                    <a:pt x="15164" y="0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6023" name="Graph element 716"/>
            <p:cNvSpPr/>
            <p:nvPr/>
          </p:nvSpPr>
          <p:spPr>
            <a:xfrm>
              <a:off x="898985" y="1465039"/>
              <a:ext cx="24822" cy="10027"/>
            </a:xfrm>
            <a:custGeom>
              <a:avLst/>
              <a:gdLst/>
              <a:ahLst/>
              <a:cxnLst/>
              <a:rect l="0" t="0" r="r" b="b"/>
              <a:pathLst>
                <a:path w="24822" h="10027" stroke="0" extrusionOk="0">
                  <a:moveTo>
                    <a:pt x="6446" y="0"/>
                  </a:moveTo>
                  <a:lnTo>
                    <a:pt x="4655" y="1791"/>
                  </a:lnTo>
                  <a:lnTo>
                    <a:pt x="0" y="1791"/>
                  </a:lnTo>
                  <a:lnTo>
                    <a:pt x="6446" y="8237"/>
                  </a:lnTo>
                  <a:lnTo>
                    <a:pt x="8237" y="8237"/>
                  </a:lnTo>
                  <a:lnTo>
                    <a:pt x="10027" y="10027"/>
                  </a:lnTo>
                  <a:lnTo>
                    <a:pt x="16586" y="10027"/>
                  </a:lnTo>
                  <a:lnTo>
                    <a:pt x="20167" y="6446"/>
                  </a:lnTo>
                  <a:lnTo>
                    <a:pt x="24822" y="6446"/>
                  </a:lnTo>
                  <a:lnTo>
                    <a:pt x="20167" y="1791"/>
                  </a:lnTo>
                  <a:lnTo>
                    <a:pt x="18376" y="1791"/>
                  </a:lnTo>
                  <a:lnTo>
                    <a:pt x="16586" y="0"/>
                  </a:lnTo>
                  <a:lnTo>
                    <a:pt x="6446" y="0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6024" name="Graph element 717"/>
            <p:cNvSpPr/>
            <p:nvPr/>
          </p:nvSpPr>
          <p:spPr>
            <a:xfrm>
              <a:off x="655704" y="1465039"/>
              <a:ext cx="42257" cy="29723"/>
            </a:xfrm>
            <a:custGeom>
              <a:avLst/>
              <a:gdLst/>
              <a:ahLst/>
              <a:cxnLst/>
              <a:rect l="0" t="0" r="r" b="b"/>
              <a:pathLst>
                <a:path w="42257" h="29723" stroke="0" extrusionOk="0">
                  <a:moveTo>
                    <a:pt x="29488" y="0"/>
                  </a:moveTo>
                  <a:lnTo>
                    <a:pt x="26858" y="2630"/>
                  </a:lnTo>
                  <a:lnTo>
                    <a:pt x="26858" y="4420"/>
                  </a:lnTo>
                  <a:lnTo>
                    <a:pt x="22326" y="8953"/>
                  </a:lnTo>
                  <a:lnTo>
                    <a:pt x="20535" y="8953"/>
                  </a:lnTo>
                  <a:lnTo>
                    <a:pt x="16954" y="12534"/>
                  </a:lnTo>
                  <a:lnTo>
                    <a:pt x="11582" y="12534"/>
                  </a:lnTo>
                  <a:lnTo>
                    <a:pt x="9792" y="14325"/>
                  </a:lnTo>
                  <a:lnTo>
                    <a:pt x="7397" y="14325"/>
                  </a:lnTo>
                  <a:lnTo>
                    <a:pt x="5607" y="12534"/>
                  </a:lnTo>
                  <a:lnTo>
                    <a:pt x="0" y="12534"/>
                  </a:lnTo>
                  <a:lnTo>
                    <a:pt x="0" y="16350"/>
                  </a:lnTo>
                  <a:lnTo>
                    <a:pt x="3581" y="19931"/>
                  </a:lnTo>
                  <a:lnTo>
                    <a:pt x="3581" y="21722"/>
                  </a:lnTo>
                  <a:lnTo>
                    <a:pt x="6211" y="24352"/>
                  </a:lnTo>
                  <a:lnTo>
                    <a:pt x="8001" y="24352"/>
                  </a:lnTo>
                  <a:lnTo>
                    <a:pt x="11582" y="27933"/>
                  </a:lnTo>
                  <a:lnTo>
                    <a:pt x="16954" y="27933"/>
                  </a:lnTo>
                  <a:lnTo>
                    <a:pt x="18745" y="29723"/>
                  </a:lnTo>
                  <a:lnTo>
                    <a:pt x="21722" y="29723"/>
                  </a:lnTo>
                  <a:lnTo>
                    <a:pt x="23513" y="27933"/>
                  </a:lnTo>
                  <a:lnTo>
                    <a:pt x="28884" y="27933"/>
                  </a:lnTo>
                  <a:lnTo>
                    <a:pt x="32465" y="24352"/>
                  </a:lnTo>
                  <a:lnTo>
                    <a:pt x="34256" y="24352"/>
                  </a:lnTo>
                  <a:lnTo>
                    <a:pt x="36886" y="21722"/>
                  </a:lnTo>
                  <a:lnTo>
                    <a:pt x="36886" y="19931"/>
                  </a:lnTo>
                  <a:lnTo>
                    <a:pt x="40467" y="16350"/>
                  </a:lnTo>
                  <a:lnTo>
                    <a:pt x="40467" y="10979"/>
                  </a:lnTo>
                  <a:lnTo>
                    <a:pt x="42257" y="9188"/>
                  </a:lnTo>
                  <a:lnTo>
                    <a:pt x="42257" y="6211"/>
                  </a:lnTo>
                  <a:lnTo>
                    <a:pt x="40467" y="4420"/>
                  </a:lnTo>
                  <a:lnTo>
                    <a:pt x="40467" y="0"/>
                  </a:lnTo>
                  <a:lnTo>
                    <a:pt x="29488" y="0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6025" name="Graph element 718"/>
            <p:cNvSpPr/>
            <p:nvPr/>
          </p:nvSpPr>
          <p:spPr>
            <a:xfrm>
              <a:off x="934674" y="1463248"/>
              <a:ext cx="24710" cy="20771"/>
            </a:xfrm>
            <a:custGeom>
              <a:avLst/>
              <a:gdLst/>
              <a:ahLst/>
              <a:cxnLst/>
              <a:rect l="0" t="0" r="r" b="b"/>
              <a:pathLst>
                <a:path w="24710" h="20771" stroke="0" extrusionOk="0">
                  <a:moveTo>
                    <a:pt x="2988" y="0"/>
                  </a:moveTo>
                  <a:lnTo>
                    <a:pt x="1197" y="1791"/>
                  </a:lnTo>
                  <a:lnTo>
                    <a:pt x="0" y="1791"/>
                  </a:lnTo>
                  <a:lnTo>
                    <a:pt x="0" y="4655"/>
                  </a:lnTo>
                  <a:lnTo>
                    <a:pt x="8359" y="4655"/>
                  </a:lnTo>
                  <a:lnTo>
                    <a:pt x="10150" y="6446"/>
                  </a:lnTo>
                  <a:lnTo>
                    <a:pt x="11941" y="6446"/>
                  </a:lnTo>
                  <a:lnTo>
                    <a:pt x="13731" y="8237"/>
                  </a:lnTo>
                  <a:lnTo>
                    <a:pt x="15522" y="8237"/>
                  </a:lnTo>
                  <a:lnTo>
                    <a:pt x="16473" y="9188"/>
                  </a:lnTo>
                  <a:lnTo>
                    <a:pt x="16473" y="10979"/>
                  </a:lnTo>
                  <a:lnTo>
                    <a:pt x="20054" y="14560"/>
                  </a:lnTo>
                  <a:lnTo>
                    <a:pt x="20054" y="20771"/>
                  </a:lnTo>
                  <a:lnTo>
                    <a:pt x="24710" y="20771"/>
                  </a:lnTo>
                  <a:lnTo>
                    <a:pt x="24710" y="13373"/>
                  </a:lnTo>
                  <a:lnTo>
                    <a:pt x="22919" y="11582"/>
                  </a:lnTo>
                  <a:lnTo>
                    <a:pt x="22919" y="8001"/>
                  </a:lnTo>
                  <a:lnTo>
                    <a:pt x="16708" y="1791"/>
                  </a:lnTo>
                  <a:lnTo>
                    <a:pt x="14918" y="1791"/>
                  </a:lnTo>
                  <a:lnTo>
                    <a:pt x="13127" y="0"/>
                  </a:lnTo>
                  <a:lnTo>
                    <a:pt x="2988" y="0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6026" name="Graph element 719"/>
            <p:cNvSpPr/>
            <p:nvPr/>
          </p:nvSpPr>
          <p:spPr>
            <a:xfrm>
              <a:off x="1076128" y="1461457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6027" name="Graph element 720"/>
            <p:cNvSpPr/>
            <p:nvPr/>
          </p:nvSpPr>
          <p:spPr>
            <a:xfrm>
              <a:off x="1146318" y="1457641"/>
              <a:ext cx="31872" cy="17425"/>
            </a:xfrm>
            <a:custGeom>
              <a:avLst/>
              <a:gdLst/>
              <a:ahLst/>
              <a:cxnLst/>
              <a:rect l="0" t="0" r="r" b="b"/>
              <a:pathLst>
                <a:path w="31872" h="17425" stroke="0" extrusionOk="0">
                  <a:moveTo>
                    <a:pt x="0" y="0"/>
                  </a:moveTo>
                  <a:lnTo>
                    <a:pt x="0" y="5842"/>
                  </a:lnTo>
                  <a:lnTo>
                    <a:pt x="3581" y="9423"/>
                  </a:lnTo>
                  <a:lnTo>
                    <a:pt x="3581" y="11214"/>
                  </a:lnTo>
                  <a:lnTo>
                    <a:pt x="6211" y="13844"/>
                  </a:lnTo>
                  <a:lnTo>
                    <a:pt x="8001" y="13844"/>
                  </a:lnTo>
                  <a:lnTo>
                    <a:pt x="11582" y="17425"/>
                  </a:lnTo>
                  <a:lnTo>
                    <a:pt x="27094" y="17425"/>
                  </a:lnTo>
                  <a:lnTo>
                    <a:pt x="30675" y="13844"/>
                  </a:lnTo>
                  <a:lnTo>
                    <a:pt x="31872" y="13844"/>
                  </a:lnTo>
                  <a:lnTo>
                    <a:pt x="31872" y="10979"/>
                  </a:lnTo>
                  <a:lnTo>
                    <a:pt x="30675" y="10979"/>
                  </a:lnTo>
                  <a:lnTo>
                    <a:pt x="28884" y="9188"/>
                  </a:lnTo>
                  <a:lnTo>
                    <a:pt x="27094" y="9188"/>
                  </a:lnTo>
                  <a:lnTo>
                    <a:pt x="23513" y="5607"/>
                  </a:lnTo>
                  <a:lnTo>
                    <a:pt x="7397" y="5607"/>
                  </a:lnTo>
                  <a:lnTo>
                    <a:pt x="5607" y="3816"/>
                  </a:lnTo>
                  <a:lnTo>
                    <a:pt x="3816" y="38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6028" name="Graph element 721"/>
            <p:cNvSpPr/>
            <p:nvPr/>
          </p:nvSpPr>
          <p:spPr>
            <a:xfrm>
              <a:off x="997702" y="1455492"/>
              <a:ext cx="12411" cy="18141"/>
            </a:xfrm>
            <a:custGeom>
              <a:avLst/>
              <a:gdLst/>
              <a:ahLst/>
              <a:cxnLst/>
              <a:rect l="0" t="0" r="r" b="b"/>
              <a:pathLst>
                <a:path w="12411" h="18141" stroke="0" extrusionOk="0">
                  <a:moveTo>
                    <a:pt x="6804" y="0"/>
                  </a:moveTo>
                  <a:lnTo>
                    <a:pt x="1791" y="5014"/>
                  </a:lnTo>
                  <a:lnTo>
                    <a:pt x="1791" y="8595"/>
                  </a:lnTo>
                  <a:lnTo>
                    <a:pt x="0" y="10385"/>
                  </a:lnTo>
                  <a:lnTo>
                    <a:pt x="0" y="13363"/>
                  </a:lnTo>
                  <a:lnTo>
                    <a:pt x="1791" y="15153"/>
                  </a:lnTo>
                  <a:lnTo>
                    <a:pt x="1791" y="18141"/>
                  </a:lnTo>
                  <a:lnTo>
                    <a:pt x="4655" y="18141"/>
                  </a:lnTo>
                  <a:lnTo>
                    <a:pt x="4655" y="16944"/>
                  </a:lnTo>
                  <a:lnTo>
                    <a:pt x="6446" y="15153"/>
                  </a:lnTo>
                  <a:lnTo>
                    <a:pt x="6446" y="13363"/>
                  </a:lnTo>
                  <a:lnTo>
                    <a:pt x="12411" y="7397"/>
                  </a:lnTo>
                  <a:lnTo>
                    <a:pt x="10027" y="5014"/>
                  </a:lnTo>
                  <a:lnTo>
                    <a:pt x="10027" y="3223"/>
                  </a:lnTo>
                  <a:lnTo>
                    <a:pt x="6804" y="0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6029" name="Graph element 722"/>
            <p:cNvSpPr/>
            <p:nvPr/>
          </p:nvSpPr>
          <p:spPr>
            <a:xfrm>
              <a:off x="1081623" y="1450714"/>
              <a:ext cx="48099" cy="31514"/>
            </a:xfrm>
            <a:custGeom>
              <a:avLst/>
              <a:gdLst/>
              <a:ahLst/>
              <a:cxnLst/>
              <a:rect l="0" t="0" r="r" b="b"/>
              <a:pathLst>
                <a:path w="48099" h="31514" stroke="0" extrusionOk="0">
                  <a:moveTo>
                    <a:pt x="38676" y="0"/>
                  </a:moveTo>
                  <a:lnTo>
                    <a:pt x="36886" y="1791"/>
                  </a:lnTo>
                  <a:lnTo>
                    <a:pt x="35095" y="1791"/>
                  </a:lnTo>
                  <a:lnTo>
                    <a:pt x="33304" y="3581"/>
                  </a:lnTo>
                  <a:lnTo>
                    <a:pt x="29723" y="3581"/>
                  </a:lnTo>
                  <a:lnTo>
                    <a:pt x="27933" y="5372"/>
                  </a:lnTo>
                  <a:lnTo>
                    <a:pt x="21957" y="5372"/>
                  </a:lnTo>
                  <a:lnTo>
                    <a:pt x="20167" y="3581"/>
                  </a:lnTo>
                  <a:lnTo>
                    <a:pt x="15399" y="3581"/>
                  </a:lnTo>
                  <a:lnTo>
                    <a:pt x="10385" y="8595"/>
                  </a:lnTo>
                  <a:lnTo>
                    <a:pt x="13608" y="11818"/>
                  </a:lnTo>
                  <a:lnTo>
                    <a:pt x="15399" y="11818"/>
                  </a:lnTo>
                  <a:lnTo>
                    <a:pt x="21722" y="18141"/>
                  </a:lnTo>
                  <a:lnTo>
                    <a:pt x="21722" y="18745"/>
                  </a:lnTo>
                  <a:lnTo>
                    <a:pt x="20771" y="19696"/>
                  </a:lnTo>
                  <a:lnTo>
                    <a:pt x="18376" y="19696"/>
                  </a:lnTo>
                  <a:lnTo>
                    <a:pt x="8052" y="9372"/>
                  </a:lnTo>
                  <a:lnTo>
                    <a:pt x="6026" y="11398"/>
                  </a:lnTo>
                  <a:lnTo>
                    <a:pt x="7397" y="12769"/>
                  </a:lnTo>
                  <a:lnTo>
                    <a:pt x="7397" y="13373"/>
                  </a:lnTo>
                  <a:lnTo>
                    <a:pt x="5607" y="15164"/>
                  </a:lnTo>
                  <a:lnTo>
                    <a:pt x="5607" y="18745"/>
                  </a:lnTo>
                  <a:lnTo>
                    <a:pt x="3816" y="20535"/>
                  </a:lnTo>
                  <a:lnTo>
                    <a:pt x="3816" y="22326"/>
                  </a:lnTo>
                  <a:lnTo>
                    <a:pt x="0" y="26142"/>
                  </a:lnTo>
                  <a:lnTo>
                    <a:pt x="13608" y="26142"/>
                  </a:lnTo>
                  <a:lnTo>
                    <a:pt x="15399" y="27933"/>
                  </a:lnTo>
                  <a:lnTo>
                    <a:pt x="17189" y="27933"/>
                  </a:lnTo>
                  <a:lnTo>
                    <a:pt x="20771" y="31514"/>
                  </a:lnTo>
                  <a:lnTo>
                    <a:pt x="24587" y="31514"/>
                  </a:lnTo>
                  <a:lnTo>
                    <a:pt x="24587" y="24116"/>
                  </a:lnTo>
                  <a:lnTo>
                    <a:pt x="22796" y="22326"/>
                  </a:lnTo>
                  <a:lnTo>
                    <a:pt x="22796" y="21722"/>
                  </a:lnTo>
                  <a:lnTo>
                    <a:pt x="23748" y="20771"/>
                  </a:lnTo>
                  <a:lnTo>
                    <a:pt x="29119" y="20771"/>
                  </a:lnTo>
                  <a:lnTo>
                    <a:pt x="30910" y="18980"/>
                  </a:lnTo>
                  <a:lnTo>
                    <a:pt x="34491" y="18980"/>
                  </a:lnTo>
                  <a:lnTo>
                    <a:pt x="36282" y="17189"/>
                  </a:lnTo>
                  <a:lnTo>
                    <a:pt x="38072" y="17189"/>
                  </a:lnTo>
                  <a:lnTo>
                    <a:pt x="42493" y="12769"/>
                  </a:lnTo>
                  <a:lnTo>
                    <a:pt x="42493" y="10979"/>
                  </a:lnTo>
                  <a:lnTo>
                    <a:pt x="44283" y="9188"/>
                  </a:lnTo>
                  <a:lnTo>
                    <a:pt x="44283" y="3816"/>
                  </a:lnTo>
                  <a:lnTo>
                    <a:pt x="48099" y="0"/>
                  </a:lnTo>
                  <a:lnTo>
                    <a:pt x="38676" y="0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6030" name="Graph element 723"/>
            <p:cNvSpPr/>
            <p:nvPr/>
          </p:nvSpPr>
          <p:spPr>
            <a:xfrm>
              <a:off x="789996" y="1450714"/>
              <a:ext cx="38676" cy="35095"/>
            </a:xfrm>
            <a:custGeom>
              <a:avLst/>
              <a:gdLst/>
              <a:ahLst/>
              <a:cxnLst/>
              <a:rect l="0" t="0" r="r" b="b"/>
              <a:pathLst>
                <a:path w="38676" h="35095" stroke="0" extrusionOk="0">
                  <a:moveTo>
                    <a:pt x="24116" y="0"/>
                  </a:moveTo>
                  <a:lnTo>
                    <a:pt x="22326" y="1791"/>
                  </a:lnTo>
                  <a:lnTo>
                    <a:pt x="20535" y="1791"/>
                  </a:lnTo>
                  <a:lnTo>
                    <a:pt x="18745" y="3581"/>
                  </a:lnTo>
                  <a:lnTo>
                    <a:pt x="13373" y="3581"/>
                  </a:lnTo>
                  <a:lnTo>
                    <a:pt x="11582" y="5372"/>
                  </a:lnTo>
                  <a:lnTo>
                    <a:pt x="10979" y="5372"/>
                  </a:lnTo>
                  <a:lnTo>
                    <a:pt x="9188" y="3581"/>
                  </a:lnTo>
                  <a:lnTo>
                    <a:pt x="5372" y="3581"/>
                  </a:lnTo>
                  <a:lnTo>
                    <a:pt x="5372" y="6211"/>
                  </a:lnTo>
                  <a:lnTo>
                    <a:pt x="1791" y="9792"/>
                  </a:lnTo>
                  <a:lnTo>
                    <a:pt x="1791" y="13373"/>
                  </a:lnTo>
                  <a:lnTo>
                    <a:pt x="0" y="15164"/>
                  </a:lnTo>
                  <a:lnTo>
                    <a:pt x="0" y="19931"/>
                  </a:lnTo>
                  <a:lnTo>
                    <a:pt x="1791" y="21722"/>
                  </a:lnTo>
                  <a:lnTo>
                    <a:pt x="1791" y="25303"/>
                  </a:lnTo>
                  <a:lnTo>
                    <a:pt x="3581" y="27094"/>
                  </a:lnTo>
                  <a:lnTo>
                    <a:pt x="3581" y="28884"/>
                  </a:lnTo>
                  <a:lnTo>
                    <a:pt x="9792" y="35095"/>
                  </a:lnTo>
                  <a:lnTo>
                    <a:pt x="16350" y="35095"/>
                  </a:lnTo>
                  <a:lnTo>
                    <a:pt x="18141" y="33304"/>
                  </a:lnTo>
                  <a:lnTo>
                    <a:pt x="32465" y="33304"/>
                  </a:lnTo>
                  <a:lnTo>
                    <a:pt x="36886" y="28884"/>
                  </a:lnTo>
                  <a:lnTo>
                    <a:pt x="36886" y="27094"/>
                  </a:lnTo>
                  <a:lnTo>
                    <a:pt x="38676" y="25303"/>
                  </a:lnTo>
                  <a:lnTo>
                    <a:pt x="38676" y="9792"/>
                  </a:lnTo>
                  <a:lnTo>
                    <a:pt x="35095" y="6211"/>
                  </a:lnTo>
                  <a:lnTo>
                    <a:pt x="35095" y="3581"/>
                  </a:lnTo>
                  <a:lnTo>
                    <a:pt x="32465" y="3581"/>
                  </a:lnTo>
                  <a:lnTo>
                    <a:pt x="28884" y="0"/>
                  </a:lnTo>
                  <a:lnTo>
                    <a:pt x="24116" y="0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6031" name="Graph element 724"/>
            <p:cNvSpPr/>
            <p:nvPr/>
          </p:nvSpPr>
          <p:spPr>
            <a:xfrm>
              <a:off x="1001702" y="1449343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6032" name="Graph element 725"/>
            <p:cNvSpPr/>
            <p:nvPr/>
          </p:nvSpPr>
          <p:spPr>
            <a:xfrm>
              <a:off x="1128055" y="1447133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6033" name="Graph element 726"/>
            <p:cNvSpPr/>
            <p:nvPr/>
          </p:nvSpPr>
          <p:spPr>
            <a:xfrm>
              <a:off x="1182130" y="1445342"/>
              <a:ext cx="19573" cy="26377"/>
            </a:xfrm>
            <a:custGeom>
              <a:avLst/>
              <a:gdLst/>
              <a:ahLst/>
              <a:cxnLst/>
              <a:rect l="0" t="0" r="r" b="b"/>
              <a:pathLst>
                <a:path w="19573" h="26377" stroke="0" extrusionOk="0">
                  <a:moveTo>
                    <a:pt x="7162" y="0"/>
                  </a:moveTo>
                  <a:lnTo>
                    <a:pt x="7162" y="2630"/>
                  </a:lnTo>
                  <a:lnTo>
                    <a:pt x="3581" y="6211"/>
                  </a:lnTo>
                  <a:lnTo>
                    <a:pt x="3581" y="13373"/>
                  </a:lnTo>
                  <a:lnTo>
                    <a:pt x="1791" y="15164"/>
                  </a:lnTo>
                  <a:lnTo>
                    <a:pt x="1791" y="18745"/>
                  </a:lnTo>
                  <a:lnTo>
                    <a:pt x="0" y="20535"/>
                  </a:lnTo>
                  <a:lnTo>
                    <a:pt x="0" y="26377"/>
                  </a:lnTo>
                  <a:lnTo>
                    <a:pt x="3816" y="22561"/>
                  </a:lnTo>
                  <a:lnTo>
                    <a:pt x="9188" y="22561"/>
                  </a:lnTo>
                  <a:lnTo>
                    <a:pt x="12769" y="18980"/>
                  </a:lnTo>
                  <a:lnTo>
                    <a:pt x="15399" y="18980"/>
                  </a:lnTo>
                  <a:lnTo>
                    <a:pt x="15399" y="16350"/>
                  </a:lnTo>
                  <a:lnTo>
                    <a:pt x="19573" y="12176"/>
                  </a:lnTo>
                  <a:lnTo>
                    <a:pt x="17189" y="9792"/>
                  </a:lnTo>
                  <a:lnTo>
                    <a:pt x="17189" y="6211"/>
                  </a:lnTo>
                  <a:lnTo>
                    <a:pt x="10979" y="0"/>
                  </a:lnTo>
                  <a:lnTo>
                    <a:pt x="7162" y="0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6034" name="Graph element 727"/>
            <p:cNvSpPr/>
            <p:nvPr/>
          </p:nvSpPr>
          <p:spPr>
            <a:xfrm>
              <a:off x="999492" y="1444984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6035" name="Graph element 728"/>
            <p:cNvSpPr/>
            <p:nvPr/>
          </p:nvSpPr>
          <p:spPr>
            <a:xfrm>
              <a:off x="931451" y="1441526"/>
              <a:ext cx="31094" cy="19215"/>
            </a:xfrm>
            <a:custGeom>
              <a:avLst/>
              <a:gdLst/>
              <a:ahLst/>
              <a:cxnLst/>
              <a:rect l="0" t="0" r="r" b="b"/>
              <a:pathLst>
                <a:path w="31094" h="19215" stroke="0" extrusionOk="0">
                  <a:moveTo>
                    <a:pt x="0" y="0"/>
                  </a:moveTo>
                  <a:lnTo>
                    <a:pt x="0" y="11214"/>
                  </a:lnTo>
                  <a:lnTo>
                    <a:pt x="8001" y="19215"/>
                  </a:lnTo>
                  <a:lnTo>
                    <a:pt x="21722" y="19215"/>
                  </a:lnTo>
                  <a:lnTo>
                    <a:pt x="25303" y="15634"/>
                  </a:lnTo>
                  <a:lnTo>
                    <a:pt x="27933" y="15634"/>
                  </a:lnTo>
                  <a:lnTo>
                    <a:pt x="27933" y="13004"/>
                  </a:lnTo>
                  <a:lnTo>
                    <a:pt x="29723" y="11214"/>
                  </a:lnTo>
                  <a:lnTo>
                    <a:pt x="29723" y="9423"/>
                  </a:lnTo>
                  <a:lnTo>
                    <a:pt x="31094" y="8052"/>
                  </a:lnTo>
                  <a:lnTo>
                    <a:pt x="29069" y="6026"/>
                  </a:lnTo>
                  <a:lnTo>
                    <a:pt x="25907" y="9188"/>
                  </a:lnTo>
                  <a:lnTo>
                    <a:pt x="22326" y="9188"/>
                  </a:lnTo>
                  <a:lnTo>
                    <a:pt x="20535" y="10979"/>
                  </a:lnTo>
                  <a:lnTo>
                    <a:pt x="14560" y="10979"/>
                  </a:lnTo>
                  <a:lnTo>
                    <a:pt x="12769" y="9188"/>
                  </a:lnTo>
                  <a:lnTo>
                    <a:pt x="10979" y="9188"/>
                  </a:lnTo>
                  <a:lnTo>
                    <a:pt x="9188" y="7397"/>
                  </a:lnTo>
                  <a:lnTo>
                    <a:pt x="7397" y="73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6036" name="Graph element 729"/>
            <p:cNvSpPr/>
            <p:nvPr/>
          </p:nvSpPr>
          <p:spPr>
            <a:xfrm>
              <a:off x="1081858" y="1441168"/>
              <a:ext cx="8237" cy="16350"/>
            </a:xfrm>
            <a:custGeom>
              <a:avLst/>
              <a:gdLst/>
              <a:ahLst/>
              <a:cxnLst/>
              <a:rect l="0" t="0" r="r" b="b"/>
              <a:pathLst>
                <a:path w="8237" h="16350" stroke="0" extrusionOk="0">
                  <a:moveTo>
                    <a:pt x="3223" y="0"/>
                  </a:moveTo>
                  <a:lnTo>
                    <a:pt x="0" y="3223"/>
                  </a:lnTo>
                  <a:lnTo>
                    <a:pt x="0" y="6200"/>
                  </a:lnTo>
                  <a:lnTo>
                    <a:pt x="3581" y="9781"/>
                  </a:lnTo>
                  <a:lnTo>
                    <a:pt x="3581" y="11572"/>
                  </a:lnTo>
                  <a:lnTo>
                    <a:pt x="5372" y="13363"/>
                  </a:lnTo>
                  <a:lnTo>
                    <a:pt x="5372" y="16350"/>
                  </a:lnTo>
                  <a:lnTo>
                    <a:pt x="8237" y="16350"/>
                  </a:lnTo>
                  <a:lnTo>
                    <a:pt x="8237" y="5014"/>
                  </a:lnTo>
                  <a:lnTo>
                    <a:pt x="3223" y="0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6037" name="Graph element 730"/>
            <p:cNvSpPr/>
            <p:nvPr/>
          </p:nvSpPr>
          <p:spPr>
            <a:xfrm>
              <a:off x="875943" y="1441761"/>
              <a:ext cx="6681" cy="6681"/>
            </a:xfrm>
            <a:custGeom>
              <a:avLst/>
              <a:gdLst/>
              <a:ahLst/>
              <a:cxnLst/>
              <a:rect l="0" t="0" r="r" b="b"/>
              <a:pathLst>
                <a:path w="6681" h="6681" stroke="0" extrusionOk="0">
                  <a:moveTo>
                    <a:pt x="0" y="0"/>
                  </a:moveTo>
                  <a:lnTo>
                    <a:pt x="0" y="6681"/>
                  </a:lnTo>
                  <a:lnTo>
                    <a:pt x="668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6038" name="Graph element 731"/>
            <p:cNvSpPr/>
            <p:nvPr/>
          </p:nvSpPr>
          <p:spPr>
            <a:xfrm>
              <a:off x="909964" y="1439971"/>
              <a:ext cx="15634" cy="8830"/>
            </a:xfrm>
            <a:custGeom>
              <a:avLst/>
              <a:gdLst/>
              <a:ahLst/>
              <a:cxnLst/>
              <a:rect l="0" t="0" r="r" b="b"/>
              <a:pathLst>
                <a:path w="15634" h="8830" stroke="0" extrusionOk="0">
                  <a:moveTo>
                    <a:pt x="0" y="0"/>
                  </a:moveTo>
                  <a:lnTo>
                    <a:pt x="0" y="3816"/>
                  </a:lnTo>
                  <a:lnTo>
                    <a:pt x="2630" y="6446"/>
                  </a:lnTo>
                  <a:lnTo>
                    <a:pt x="8001" y="6446"/>
                  </a:lnTo>
                  <a:lnTo>
                    <a:pt x="10385" y="8830"/>
                  </a:lnTo>
                  <a:lnTo>
                    <a:pt x="15634" y="3581"/>
                  </a:lnTo>
                  <a:lnTo>
                    <a:pt x="7397" y="3581"/>
                  </a:lnTo>
                  <a:lnTo>
                    <a:pt x="381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6039" name="Graph element 732"/>
            <p:cNvSpPr/>
            <p:nvPr/>
          </p:nvSpPr>
          <p:spPr>
            <a:xfrm>
              <a:off x="643170" y="1436390"/>
              <a:ext cx="27933" cy="40702"/>
            </a:xfrm>
            <a:custGeom>
              <a:avLst/>
              <a:gdLst/>
              <a:ahLst/>
              <a:cxnLst/>
              <a:rect l="0" t="0" r="r" b="b"/>
              <a:pathLst>
                <a:path w="27933" h="40702" stroke="0" extrusionOk="0">
                  <a:moveTo>
                    <a:pt x="16954" y="0"/>
                  </a:moveTo>
                  <a:lnTo>
                    <a:pt x="15164" y="1791"/>
                  </a:lnTo>
                  <a:lnTo>
                    <a:pt x="11582" y="1791"/>
                  </a:lnTo>
                  <a:lnTo>
                    <a:pt x="3581" y="9792"/>
                  </a:lnTo>
                  <a:lnTo>
                    <a:pt x="3581" y="11582"/>
                  </a:lnTo>
                  <a:lnTo>
                    <a:pt x="1791" y="13373"/>
                  </a:lnTo>
                  <a:lnTo>
                    <a:pt x="1791" y="15164"/>
                  </a:lnTo>
                  <a:lnTo>
                    <a:pt x="0" y="16954"/>
                  </a:lnTo>
                  <a:lnTo>
                    <a:pt x="0" y="25303"/>
                  </a:lnTo>
                  <a:lnTo>
                    <a:pt x="1791" y="27094"/>
                  </a:lnTo>
                  <a:lnTo>
                    <a:pt x="1791" y="28884"/>
                  </a:lnTo>
                  <a:lnTo>
                    <a:pt x="3581" y="30675"/>
                  </a:lnTo>
                  <a:lnTo>
                    <a:pt x="3581" y="32465"/>
                  </a:lnTo>
                  <a:lnTo>
                    <a:pt x="11818" y="40702"/>
                  </a:lnTo>
                  <a:lnTo>
                    <a:pt x="11818" y="28884"/>
                  </a:lnTo>
                  <a:lnTo>
                    <a:pt x="15399" y="25303"/>
                  </a:lnTo>
                  <a:lnTo>
                    <a:pt x="15399" y="23513"/>
                  </a:lnTo>
                  <a:lnTo>
                    <a:pt x="19931" y="18980"/>
                  </a:lnTo>
                  <a:lnTo>
                    <a:pt x="21722" y="18980"/>
                  </a:lnTo>
                  <a:lnTo>
                    <a:pt x="25303" y="15399"/>
                  </a:lnTo>
                  <a:lnTo>
                    <a:pt x="27933" y="15399"/>
                  </a:lnTo>
                  <a:lnTo>
                    <a:pt x="27933" y="8001"/>
                  </a:lnTo>
                  <a:lnTo>
                    <a:pt x="26736" y="6804"/>
                  </a:lnTo>
                  <a:lnTo>
                    <a:pt x="27933" y="5607"/>
                  </a:lnTo>
                  <a:lnTo>
                    <a:pt x="27933" y="0"/>
                  </a:lnTo>
                  <a:lnTo>
                    <a:pt x="16954" y="0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6040" name="Graph element 733"/>
            <p:cNvSpPr/>
            <p:nvPr/>
          </p:nvSpPr>
          <p:spPr>
            <a:xfrm>
              <a:off x="1201826" y="1434006"/>
              <a:ext cx="38676" cy="33898"/>
            </a:xfrm>
            <a:custGeom>
              <a:avLst/>
              <a:gdLst/>
              <a:ahLst/>
              <a:cxnLst/>
              <a:rect l="0" t="0" r="r" b="b"/>
              <a:pathLst>
                <a:path w="38676" h="33898" stroke="0" extrusionOk="0">
                  <a:moveTo>
                    <a:pt x="31872" y="0"/>
                  </a:moveTo>
                  <a:lnTo>
                    <a:pt x="28649" y="3223"/>
                  </a:lnTo>
                  <a:lnTo>
                    <a:pt x="28649" y="6804"/>
                  </a:lnTo>
                  <a:lnTo>
                    <a:pt x="26858" y="8595"/>
                  </a:lnTo>
                  <a:lnTo>
                    <a:pt x="26858" y="10385"/>
                  </a:lnTo>
                  <a:lnTo>
                    <a:pt x="18745" y="18499"/>
                  </a:lnTo>
                  <a:lnTo>
                    <a:pt x="16954" y="18499"/>
                  </a:lnTo>
                  <a:lnTo>
                    <a:pt x="15164" y="20290"/>
                  </a:lnTo>
                  <a:lnTo>
                    <a:pt x="0" y="20290"/>
                  </a:lnTo>
                  <a:lnTo>
                    <a:pt x="0" y="24106"/>
                  </a:lnTo>
                  <a:lnTo>
                    <a:pt x="1791" y="25896"/>
                  </a:lnTo>
                  <a:lnTo>
                    <a:pt x="1791" y="27687"/>
                  </a:lnTo>
                  <a:lnTo>
                    <a:pt x="4420" y="30317"/>
                  </a:lnTo>
                  <a:lnTo>
                    <a:pt x="6211" y="30317"/>
                  </a:lnTo>
                  <a:lnTo>
                    <a:pt x="8001" y="32107"/>
                  </a:lnTo>
                  <a:lnTo>
                    <a:pt x="9792" y="32107"/>
                  </a:lnTo>
                  <a:lnTo>
                    <a:pt x="11582" y="33898"/>
                  </a:lnTo>
                  <a:lnTo>
                    <a:pt x="25303" y="33898"/>
                  </a:lnTo>
                  <a:lnTo>
                    <a:pt x="28884" y="30317"/>
                  </a:lnTo>
                  <a:lnTo>
                    <a:pt x="30675" y="30317"/>
                  </a:lnTo>
                  <a:lnTo>
                    <a:pt x="33304" y="27687"/>
                  </a:lnTo>
                  <a:lnTo>
                    <a:pt x="33304" y="25896"/>
                  </a:lnTo>
                  <a:lnTo>
                    <a:pt x="36886" y="22315"/>
                  </a:lnTo>
                  <a:lnTo>
                    <a:pt x="36886" y="18734"/>
                  </a:lnTo>
                  <a:lnTo>
                    <a:pt x="38676" y="16944"/>
                  </a:lnTo>
                  <a:lnTo>
                    <a:pt x="38676" y="10385"/>
                  </a:lnTo>
                  <a:lnTo>
                    <a:pt x="36886" y="8595"/>
                  </a:lnTo>
                  <a:lnTo>
                    <a:pt x="36886" y="6804"/>
                  </a:lnTo>
                  <a:lnTo>
                    <a:pt x="35095" y="5014"/>
                  </a:lnTo>
                  <a:lnTo>
                    <a:pt x="35095" y="3223"/>
                  </a:lnTo>
                  <a:lnTo>
                    <a:pt x="31872" y="0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6041" name="Graph element 734"/>
            <p:cNvSpPr/>
            <p:nvPr/>
          </p:nvSpPr>
          <p:spPr>
            <a:xfrm>
              <a:off x="1140947" y="1436032"/>
              <a:ext cx="8237" cy="17906"/>
            </a:xfrm>
            <a:custGeom>
              <a:avLst/>
              <a:gdLst/>
              <a:ahLst/>
              <a:cxnLst/>
              <a:rect l="0" t="0" r="r" b="b"/>
              <a:pathLst>
                <a:path w="8237" h="17906" stroke="0" extrusionOk="0">
                  <a:moveTo>
                    <a:pt x="1791" y="0"/>
                  </a:moveTo>
                  <a:lnTo>
                    <a:pt x="1791" y="1197"/>
                  </a:lnTo>
                  <a:lnTo>
                    <a:pt x="0" y="2988"/>
                  </a:lnTo>
                  <a:lnTo>
                    <a:pt x="0" y="14918"/>
                  </a:lnTo>
                  <a:lnTo>
                    <a:pt x="1791" y="16708"/>
                  </a:lnTo>
                  <a:lnTo>
                    <a:pt x="1791" y="17906"/>
                  </a:lnTo>
                  <a:lnTo>
                    <a:pt x="4655" y="17906"/>
                  </a:lnTo>
                  <a:lnTo>
                    <a:pt x="4655" y="14918"/>
                  </a:lnTo>
                  <a:lnTo>
                    <a:pt x="6446" y="13127"/>
                  </a:lnTo>
                  <a:lnTo>
                    <a:pt x="6446" y="11337"/>
                  </a:lnTo>
                  <a:lnTo>
                    <a:pt x="8237" y="9546"/>
                  </a:lnTo>
                  <a:lnTo>
                    <a:pt x="8237" y="4778"/>
                  </a:lnTo>
                  <a:lnTo>
                    <a:pt x="4655" y="1197"/>
                  </a:lnTo>
                  <a:lnTo>
                    <a:pt x="1791" y="0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6042" name="Graph element 735"/>
            <p:cNvSpPr/>
            <p:nvPr/>
          </p:nvSpPr>
          <p:spPr>
            <a:xfrm>
              <a:off x="886687" y="1434006"/>
              <a:ext cx="12176" cy="10620"/>
            </a:xfrm>
            <a:custGeom>
              <a:avLst/>
              <a:gdLst/>
              <a:ahLst/>
              <a:cxnLst/>
              <a:rect l="0" t="0" r="r" b="b"/>
              <a:pathLst>
                <a:path w="12176" h="10620" stroke="0" extrusionOk="0">
                  <a:moveTo>
                    <a:pt x="5014" y="0"/>
                  </a:moveTo>
                  <a:lnTo>
                    <a:pt x="1791" y="3223"/>
                  </a:lnTo>
                  <a:lnTo>
                    <a:pt x="1791" y="5014"/>
                  </a:lnTo>
                  <a:lnTo>
                    <a:pt x="0" y="6804"/>
                  </a:lnTo>
                  <a:lnTo>
                    <a:pt x="0" y="10620"/>
                  </a:lnTo>
                  <a:lnTo>
                    <a:pt x="3816" y="10620"/>
                  </a:lnTo>
                  <a:lnTo>
                    <a:pt x="5607" y="8830"/>
                  </a:lnTo>
                  <a:lnTo>
                    <a:pt x="9188" y="8830"/>
                  </a:lnTo>
                  <a:lnTo>
                    <a:pt x="10979" y="7039"/>
                  </a:lnTo>
                  <a:lnTo>
                    <a:pt x="12176" y="7039"/>
                  </a:lnTo>
                  <a:lnTo>
                    <a:pt x="12176" y="4174"/>
                  </a:lnTo>
                  <a:lnTo>
                    <a:pt x="10979" y="4174"/>
                  </a:lnTo>
                  <a:lnTo>
                    <a:pt x="9188" y="2384"/>
                  </a:lnTo>
                  <a:lnTo>
                    <a:pt x="7397" y="2384"/>
                  </a:lnTo>
                  <a:lnTo>
                    <a:pt x="5014" y="0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6043" name="Graph element 736"/>
            <p:cNvSpPr/>
            <p:nvPr/>
          </p:nvSpPr>
          <p:spPr>
            <a:xfrm>
              <a:off x="841923" y="1436032"/>
              <a:ext cx="58372" cy="39034"/>
            </a:xfrm>
            <a:custGeom>
              <a:avLst/>
              <a:gdLst/>
              <a:ahLst/>
              <a:cxnLst/>
              <a:rect l="0" t="0" r="r" b="b"/>
              <a:pathLst>
                <a:path w="58372" h="39034" stroke="0" extrusionOk="0">
                  <a:moveTo>
                    <a:pt x="8953" y="0"/>
                  </a:moveTo>
                  <a:lnTo>
                    <a:pt x="8953" y="1197"/>
                  </a:lnTo>
                  <a:lnTo>
                    <a:pt x="7162" y="2988"/>
                  </a:lnTo>
                  <a:lnTo>
                    <a:pt x="7162" y="6569"/>
                  </a:lnTo>
                  <a:lnTo>
                    <a:pt x="0" y="13731"/>
                  </a:lnTo>
                  <a:lnTo>
                    <a:pt x="0" y="16708"/>
                  </a:lnTo>
                  <a:lnTo>
                    <a:pt x="4420" y="21129"/>
                  </a:lnTo>
                  <a:lnTo>
                    <a:pt x="6211" y="21129"/>
                  </a:lnTo>
                  <a:lnTo>
                    <a:pt x="8001" y="22919"/>
                  </a:lnTo>
                  <a:lnTo>
                    <a:pt x="21722" y="22919"/>
                  </a:lnTo>
                  <a:lnTo>
                    <a:pt x="22919" y="21722"/>
                  </a:lnTo>
                  <a:lnTo>
                    <a:pt x="23277" y="22080"/>
                  </a:lnTo>
                  <a:lnTo>
                    <a:pt x="23277" y="32823"/>
                  </a:lnTo>
                  <a:lnTo>
                    <a:pt x="25068" y="34614"/>
                  </a:lnTo>
                  <a:lnTo>
                    <a:pt x="25068" y="36405"/>
                  </a:lnTo>
                  <a:lnTo>
                    <a:pt x="27698" y="39034"/>
                  </a:lnTo>
                  <a:lnTo>
                    <a:pt x="32465" y="39034"/>
                  </a:lnTo>
                  <a:lnTo>
                    <a:pt x="35095" y="36405"/>
                  </a:lnTo>
                  <a:lnTo>
                    <a:pt x="35095" y="34614"/>
                  </a:lnTo>
                  <a:lnTo>
                    <a:pt x="36046" y="33663"/>
                  </a:lnTo>
                  <a:lnTo>
                    <a:pt x="37837" y="33663"/>
                  </a:lnTo>
                  <a:lnTo>
                    <a:pt x="41418" y="30081"/>
                  </a:lnTo>
                  <a:lnTo>
                    <a:pt x="58372" y="30081"/>
                  </a:lnTo>
                  <a:lnTo>
                    <a:pt x="58372" y="20893"/>
                  </a:lnTo>
                  <a:lnTo>
                    <a:pt x="56582" y="19103"/>
                  </a:lnTo>
                  <a:lnTo>
                    <a:pt x="56582" y="17312"/>
                  </a:lnTo>
                  <a:lnTo>
                    <a:pt x="50371" y="11101"/>
                  </a:lnTo>
                  <a:lnTo>
                    <a:pt x="46790" y="11101"/>
                  </a:lnTo>
                  <a:lnTo>
                    <a:pt x="44999" y="9311"/>
                  </a:lnTo>
                  <a:lnTo>
                    <a:pt x="42022" y="9311"/>
                  </a:lnTo>
                  <a:lnTo>
                    <a:pt x="40231" y="11101"/>
                  </a:lnTo>
                  <a:lnTo>
                    <a:pt x="38441" y="11101"/>
                  </a:lnTo>
                  <a:lnTo>
                    <a:pt x="36650" y="12892"/>
                  </a:lnTo>
                  <a:lnTo>
                    <a:pt x="33069" y="12892"/>
                  </a:lnTo>
                  <a:lnTo>
                    <a:pt x="25907" y="20054"/>
                  </a:lnTo>
                  <a:lnTo>
                    <a:pt x="25303" y="20054"/>
                  </a:lnTo>
                  <a:lnTo>
                    <a:pt x="24352" y="18499"/>
                  </a:lnTo>
                  <a:lnTo>
                    <a:pt x="29959" y="12892"/>
                  </a:lnTo>
                  <a:lnTo>
                    <a:pt x="21722" y="12892"/>
                  </a:lnTo>
                  <a:lnTo>
                    <a:pt x="18141" y="9311"/>
                  </a:lnTo>
                  <a:lnTo>
                    <a:pt x="16350" y="9311"/>
                  </a:lnTo>
                  <a:lnTo>
                    <a:pt x="13608" y="6569"/>
                  </a:lnTo>
                  <a:lnTo>
                    <a:pt x="13608" y="4778"/>
                  </a:lnTo>
                  <a:lnTo>
                    <a:pt x="8953" y="0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6044" name="Graph element 737"/>
            <p:cNvSpPr/>
            <p:nvPr/>
          </p:nvSpPr>
          <p:spPr>
            <a:xfrm>
              <a:off x="999492" y="1434241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6045" name="Graph element 738"/>
            <p:cNvSpPr/>
            <p:nvPr/>
          </p:nvSpPr>
          <p:spPr>
            <a:xfrm>
              <a:off x="1285982" y="1429227"/>
              <a:ext cx="42257" cy="42257"/>
            </a:xfrm>
            <a:custGeom>
              <a:avLst/>
              <a:gdLst/>
              <a:ahLst/>
              <a:cxnLst/>
              <a:rect l="0" t="0" r="r" b="b"/>
              <a:pathLst>
                <a:path w="42257" h="42257" stroke="0" extrusionOk="0">
                  <a:moveTo>
                    <a:pt x="13373" y="0"/>
                  </a:moveTo>
                  <a:lnTo>
                    <a:pt x="9792" y="3581"/>
                  </a:lnTo>
                  <a:lnTo>
                    <a:pt x="8001" y="3581"/>
                  </a:lnTo>
                  <a:lnTo>
                    <a:pt x="3581" y="8001"/>
                  </a:lnTo>
                  <a:lnTo>
                    <a:pt x="3581" y="9792"/>
                  </a:lnTo>
                  <a:lnTo>
                    <a:pt x="1791" y="11582"/>
                  </a:lnTo>
                  <a:lnTo>
                    <a:pt x="1791" y="13373"/>
                  </a:lnTo>
                  <a:lnTo>
                    <a:pt x="0" y="15164"/>
                  </a:lnTo>
                  <a:lnTo>
                    <a:pt x="0" y="27094"/>
                  </a:lnTo>
                  <a:lnTo>
                    <a:pt x="1791" y="28884"/>
                  </a:lnTo>
                  <a:lnTo>
                    <a:pt x="1791" y="30675"/>
                  </a:lnTo>
                  <a:lnTo>
                    <a:pt x="5372" y="34256"/>
                  </a:lnTo>
                  <a:lnTo>
                    <a:pt x="5372" y="36886"/>
                  </a:lnTo>
                  <a:lnTo>
                    <a:pt x="8001" y="36886"/>
                  </a:lnTo>
                  <a:lnTo>
                    <a:pt x="11582" y="40467"/>
                  </a:lnTo>
                  <a:lnTo>
                    <a:pt x="15164" y="40467"/>
                  </a:lnTo>
                  <a:lnTo>
                    <a:pt x="16954" y="42257"/>
                  </a:lnTo>
                  <a:lnTo>
                    <a:pt x="25303" y="42257"/>
                  </a:lnTo>
                  <a:lnTo>
                    <a:pt x="27094" y="40467"/>
                  </a:lnTo>
                  <a:lnTo>
                    <a:pt x="28884" y="40467"/>
                  </a:lnTo>
                  <a:lnTo>
                    <a:pt x="30675" y="38676"/>
                  </a:lnTo>
                  <a:lnTo>
                    <a:pt x="32465" y="38676"/>
                  </a:lnTo>
                  <a:lnTo>
                    <a:pt x="40467" y="30675"/>
                  </a:lnTo>
                  <a:lnTo>
                    <a:pt x="40467" y="27094"/>
                  </a:lnTo>
                  <a:lnTo>
                    <a:pt x="42257" y="25303"/>
                  </a:lnTo>
                  <a:lnTo>
                    <a:pt x="42257" y="15164"/>
                  </a:lnTo>
                  <a:lnTo>
                    <a:pt x="40467" y="13373"/>
                  </a:lnTo>
                  <a:lnTo>
                    <a:pt x="40467" y="11582"/>
                  </a:lnTo>
                  <a:lnTo>
                    <a:pt x="36886" y="8001"/>
                  </a:lnTo>
                  <a:lnTo>
                    <a:pt x="36886" y="6211"/>
                  </a:lnTo>
                  <a:lnTo>
                    <a:pt x="34256" y="3581"/>
                  </a:lnTo>
                  <a:lnTo>
                    <a:pt x="32465" y="3581"/>
                  </a:lnTo>
                  <a:lnTo>
                    <a:pt x="30675" y="1791"/>
                  </a:lnTo>
                  <a:lnTo>
                    <a:pt x="28884" y="1791"/>
                  </a:lnTo>
                  <a:lnTo>
                    <a:pt x="27094" y="0"/>
                  </a:lnTo>
                  <a:lnTo>
                    <a:pt x="13373" y="0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6046" name="Graph element 739"/>
            <p:cNvSpPr/>
            <p:nvPr/>
          </p:nvSpPr>
          <p:spPr>
            <a:xfrm>
              <a:off x="739861" y="1425646"/>
              <a:ext cx="40467" cy="38676"/>
            </a:xfrm>
            <a:custGeom>
              <a:avLst/>
              <a:gdLst/>
              <a:ahLst/>
              <a:cxnLst/>
              <a:rect l="0" t="0" r="r" b="b"/>
              <a:pathLst>
                <a:path w="40467" h="38676" stroke="0" extrusionOk="0">
                  <a:moveTo>
                    <a:pt x="11582" y="0"/>
                  </a:moveTo>
                  <a:lnTo>
                    <a:pt x="8001" y="3581"/>
                  </a:lnTo>
                  <a:lnTo>
                    <a:pt x="5372" y="3581"/>
                  </a:lnTo>
                  <a:lnTo>
                    <a:pt x="5372" y="6211"/>
                  </a:lnTo>
                  <a:lnTo>
                    <a:pt x="1791" y="9792"/>
                  </a:lnTo>
                  <a:lnTo>
                    <a:pt x="1791" y="13373"/>
                  </a:lnTo>
                  <a:lnTo>
                    <a:pt x="0" y="15164"/>
                  </a:lnTo>
                  <a:lnTo>
                    <a:pt x="0" y="21722"/>
                  </a:lnTo>
                  <a:lnTo>
                    <a:pt x="1791" y="23513"/>
                  </a:lnTo>
                  <a:lnTo>
                    <a:pt x="1791" y="27094"/>
                  </a:lnTo>
                  <a:lnTo>
                    <a:pt x="5372" y="30675"/>
                  </a:lnTo>
                  <a:lnTo>
                    <a:pt x="5372" y="33304"/>
                  </a:lnTo>
                  <a:lnTo>
                    <a:pt x="8001" y="33304"/>
                  </a:lnTo>
                  <a:lnTo>
                    <a:pt x="11582" y="36886"/>
                  </a:lnTo>
                  <a:lnTo>
                    <a:pt x="15164" y="36886"/>
                  </a:lnTo>
                  <a:lnTo>
                    <a:pt x="16954" y="38676"/>
                  </a:lnTo>
                  <a:lnTo>
                    <a:pt x="23513" y="38676"/>
                  </a:lnTo>
                  <a:lnTo>
                    <a:pt x="25303" y="36886"/>
                  </a:lnTo>
                  <a:lnTo>
                    <a:pt x="28884" y="36886"/>
                  </a:lnTo>
                  <a:lnTo>
                    <a:pt x="32465" y="33304"/>
                  </a:lnTo>
                  <a:lnTo>
                    <a:pt x="34256" y="33304"/>
                  </a:lnTo>
                  <a:lnTo>
                    <a:pt x="36886" y="30675"/>
                  </a:lnTo>
                  <a:lnTo>
                    <a:pt x="36886" y="28884"/>
                  </a:lnTo>
                  <a:lnTo>
                    <a:pt x="38676" y="27094"/>
                  </a:lnTo>
                  <a:lnTo>
                    <a:pt x="38676" y="23513"/>
                  </a:lnTo>
                  <a:lnTo>
                    <a:pt x="40467" y="21722"/>
                  </a:lnTo>
                  <a:lnTo>
                    <a:pt x="40467" y="15164"/>
                  </a:lnTo>
                  <a:lnTo>
                    <a:pt x="38676" y="13373"/>
                  </a:lnTo>
                  <a:lnTo>
                    <a:pt x="38676" y="9792"/>
                  </a:lnTo>
                  <a:lnTo>
                    <a:pt x="36886" y="8001"/>
                  </a:lnTo>
                  <a:lnTo>
                    <a:pt x="36886" y="6211"/>
                  </a:lnTo>
                  <a:lnTo>
                    <a:pt x="34256" y="3581"/>
                  </a:lnTo>
                  <a:lnTo>
                    <a:pt x="25303" y="3581"/>
                  </a:lnTo>
                  <a:lnTo>
                    <a:pt x="23513" y="1791"/>
                  </a:lnTo>
                  <a:lnTo>
                    <a:pt x="19931" y="1791"/>
                  </a:lnTo>
                  <a:lnTo>
                    <a:pt x="18141" y="0"/>
                  </a:lnTo>
                  <a:lnTo>
                    <a:pt x="11582" y="0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6047" name="Graph element 740"/>
            <p:cNvSpPr/>
            <p:nvPr/>
          </p:nvSpPr>
          <p:spPr>
            <a:xfrm>
              <a:off x="849085" y="1423856"/>
              <a:ext cx="4655" cy="4655"/>
            </a:xfrm>
            <a:custGeom>
              <a:avLst/>
              <a:gdLst/>
              <a:ahLst/>
              <a:cxnLst/>
              <a:rect l="0" t="0" r="r" b="b"/>
              <a:pathLst>
                <a:path w="4655" h="4655" stroke="0" extrusionOk="0">
                  <a:moveTo>
                    <a:pt x="0" y="0"/>
                  </a:moveTo>
                  <a:lnTo>
                    <a:pt x="0" y="4655"/>
                  </a:lnTo>
                  <a:lnTo>
                    <a:pt x="4655" y="4655"/>
                  </a:lnTo>
                  <a:lnTo>
                    <a:pt x="46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6048" name="Graph element 741"/>
            <p:cNvSpPr/>
            <p:nvPr/>
          </p:nvSpPr>
          <p:spPr>
            <a:xfrm>
              <a:off x="671226" y="1421472"/>
              <a:ext cx="41060" cy="43444"/>
            </a:xfrm>
            <a:custGeom>
              <a:avLst/>
              <a:gdLst/>
              <a:ahLst/>
              <a:cxnLst/>
              <a:rect l="0" t="0" r="r" b="b"/>
              <a:pathLst>
                <a:path w="41060" h="43444" stroke="0" extrusionOk="0">
                  <a:moveTo>
                    <a:pt x="19931" y="0"/>
                  </a:moveTo>
                  <a:lnTo>
                    <a:pt x="17548" y="2384"/>
                  </a:lnTo>
                  <a:lnTo>
                    <a:pt x="12176" y="2384"/>
                  </a:lnTo>
                  <a:lnTo>
                    <a:pt x="8595" y="5965"/>
                  </a:lnTo>
                  <a:lnTo>
                    <a:pt x="6804" y="5965"/>
                  </a:lnTo>
                  <a:lnTo>
                    <a:pt x="4174" y="8595"/>
                  </a:lnTo>
                  <a:lnTo>
                    <a:pt x="4174" y="10385"/>
                  </a:lnTo>
                  <a:lnTo>
                    <a:pt x="0" y="14560"/>
                  </a:lnTo>
                  <a:lnTo>
                    <a:pt x="3223" y="17783"/>
                  </a:lnTo>
                  <a:lnTo>
                    <a:pt x="5014" y="17783"/>
                  </a:lnTo>
                  <a:lnTo>
                    <a:pt x="11337" y="24106"/>
                  </a:lnTo>
                  <a:lnTo>
                    <a:pt x="11337" y="25896"/>
                  </a:lnTo>
                  <a:lnTo>
                    <a:pt x="13127" y="27687"/>
                  </a:lnTo>
                  <a:lnTo>
                    <a:pt x="13127" y="29478"/>
                  </a:lnTo>
                  <a:lnTo>
                    <a:pt x="14918" y="31268"/>
                  </a:lnTo>
                  <a:lnTo>
                    <a:pt x="14918" y="33898"/>
                  </a:lnTo>
                  <a:lnTo>
                    <a:pt x="17548" y="33898"/>
                  </a:lnTo>
                  <a:lnTo>
                    <a:pt x="22080" y="38430"/>
                  </a:lnTo>
                  <a:lnTo>
                    <a:pt x="22080" y="40221"/>
                  </a:lnTo>
                  <a:lnTo>
                    <a:pt x="25303" y="43444"/>
                  </a:lnTo>
                  <a:lnTo>
                    <a:pt x="27687" y="41060"/>
                  </a:lnTo>
                  <a:lnTo>
                    <a:pt x="29478" y="41060"/>
                  </a:lnTo>
                  <a:lnTo>
                    <a:pt x="31268" y="39270"/>
                  </a:lnTo>
                  <a:lnTo>
                    <a:pt x="33059" y="39270"/>
                  </a:lnTo>
                  <a:lnTo>
                    <a:pt x="35688" y="36640"/>
                  </a:lnTo>
                  <a:lnTo>
                    <a:pt x="35688" y="34849"/>
                  </a:lnTo>
                  <a:lnTo>
                    <a:pt x="39270" y="31268"/>
                  </a:lnTo>
                  <a:lnTo>
                    <a:pt x="39270" y="29478"/>
                  </a:lnTo>
                  <a:lnTo>
                    <a:pt x="41060" y="27687"/>
                  </a:lnTo>
                  <a:lnTo>
                    <a:pt x="41060" y="17548"/>
                  </a:lnTo>
                  <a:lnTo>
                    <a:pt x="39270" y="15757"/>
                  </a:lnTo>
                  <a:lnTo>
                    <a:pt x="39270" y="13966"/>
                  </a:lnTo>
                  <a:lnTo>
                    <a:pt x="37479" y="12176"/>
                  </a:lnTo>
                  <a:lnTo>
                    <a:pt x="37479" y="10385"/>
                  </a:lnTo>
                  <a:lnTo>
                    <a:pt x="31268" y="4174"/>
                  </a:lnTo>
                  <a:lnTo>
                    <a:pt x="29478" y="4174"/>
                  </a:lnTo>
                  <a:lnTo>
                    <a:pt x="27687" y="2384"/>
                  </a:lnTo>
                  <a:lnTo>
                    <a:pt x="22315" y="2384"/>
                  </a:lnTo>
                  <a:lnTo>
                    <a:pt x="19931" y="0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6049" name="Graph element 742"/>
            <p:cNvSpPr/>
            <p:nvPr/>
          </p:nvSpPr>
          <p:spPr>
            <a:xfrm>
              <a:off x="999492" y="1421707"/>
              <a:ext cx="2865" cy="8953"/>
            </a:xfrm>
            <a:custGeom>
              <a:avLst/>
              <a:gdLst/>
              <a:ahLst/>
              <a:cxnLst/>
              <a:rect l="0" t="0" r="r" b="b"/>
              <a:pathLst>
                <a:path w="2865" h="8953" stroke="0" extrusionOk="0">
                  <a:moveTo>
                    <a:pt x="0" y="8953"/>
                  </a:moveTo>
                  <a:lnTo>
                    <a:pt x="2865" y="8953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8953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6050" name="Graph element 743"/>
            <p:cNvSpPr/>
            <p:nvPr/>
          </p:nvSpPr>
          <p:spPr>
            <a:xfrm>
              <a:off x="952938" y="1420275"/>
              <a:ext cx="13608" cy="21129"/>
            </a:xfrm>
            <a:custGeom>
              <a:avLst/>
              <a:gdLst/>
              <a:ahLst/>
              <a:cxnLst/>
              <a:rect l="0" t="0" r="r" b="b"/>
              <a:pathLst>
                <a:path w="13608" h="21129" stroke="0" extrusionOk="0">
                  <a:moveTo>
                    <a:pt x="0" y="0"/>
                  </a:moveTo>
                  <a:lnTo>
                    <a:pt x="0" y="9188"/>
                  </a:lnTo>
                  <a:lnTo>
                    <a:pt x="2630" y="11818"/>
                  </a:lnTo>
                  <a:lnTo>
                    <a:pt x="4420" y="11818"/>
                  </a:lnTo>
                  <a:lnTo>
                    <a:pt x="7162" y="14560"/>
                  </a:lnTo>
                  <a:lnTo>
                    <a:pt x="7162" y="16350"/>
                  </a:lnTo>
                  <a:lnTo>
                    <a:pt x="8953" y="18141"/>
                  </a:lnTo>
                  <a:lnTo>
                    <a:pt x="8953" y="21129"/>
                  </a:lnTo>
                  <a:lnTo>
                    <a:pt x="11818" y="21129"/>
                  </a:lnTo>
                  <a:lnTo>
                    <a:pt x="11818" y="18141"/>
                  </a:lnTo>
                  <a:lnTo>
                    <a:pt x="13608" y="16350"/>
                  </a:lnTo>
                  <a:lnTo>
                    <a:pt x="13608" y="13373"/>
                  </a:lnTo>
                  <a:lnTo>
                    <a:pt x="11818" y="11582"/>
                  </a:lnTo>
                  <a:lnTo>
                    <a:pt x="11818" y="8001"/>
                  </a:lnTo>
                  <a:lnTo>
                    <a:pt x="8237" y="4420"/>
                  </a:lnTo>
                  <a:lnTo>
                    <a:pt x="8237" y="1791"/>
                  </a:lnTo>
                  <a:lnTo>
                    <a:pt x="5607" y="1791"/>
                  </a:lnTo>
                  <a:lnTo>
                    <a:pt x="381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6051" name="Graph element 744"/>
            <p:cNvSpPr/>
            <p:nvPr/>
          </p:nvSpPr>
          <p:spPr>
            <a:xfrm>
              <a:off x="857680" y="1418484"/>
              <a:ext cx="12176" cy="6446"/>
            </a:xfrm>
            <a:custGeom>
              <a:avLst/>
              <a:gdLst/>
              <a:ahLst/>
              <a:cxnLst/>
              <a:rect l="0" t="0" r="r" b="b"/>
              <a:pathLst>
                <a:path w="12176" h="6446" stroke="0" extrusionOk="0">
                  <a:moveTo>
                    <a:pt x="0" y="2865"/>
                  </a:moveTo>
                  <a:lnTo>
                    <a:pt x="1197" y="2865"/>
                  </a:lnTo>
                  <a:lnTo>
                    <a:pt x="2988" y="4655"/>
                  </a:lnTo>
                  <a:lnTo>
                    <a:pt x="6569" y="4655"/>
                  </a:lnTo>
                  <a:lnTo>
                    <a:pt x="8359" y="6446"/>
                  </a:lnTo>
                  <a:lnTo>
                    <a:pt x="12176" y="6446"/>
                  </a:lnTo>
                  <a:lnTo>
                    <a:pt x="12176" y="1791"/>
                  </a:lnTo>
                  <a:lnTo>
                    <a:pt x="7756" y="1791"/>
                  </a:lnTo>
                  <a:lnTo>
                    <a:pt x="5965" y="0"/>
                  </a:lnTo>
                  <a:lnTo>
                    <a:pt x="0" y="2865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6052" name="Graph element 745"/>
            <p:cNvSpPr/>
            <p:nvPr/>
          </p:nvSpPr>
          <p:spPr>
            <a:xfrm>
              <a:off x="1180339" y="1414668"/>
              <a:ext cx="10027" cy="15634"/>
            </a:xfrm>
            <a:custGeom>
              <a:avLst/>
              <a:gdLst/>
              <a:ahLst/>
              <a:cxnLst/>
              <a:rect l="0" t="0" r="r" b="b"/>
              <a:pathLst>
                <a:path w="10027" h="15634" stroke="0" extrusionOk="0">
                  <a:moveTo>
                    <a:pt x="0" y="0"/>
                  </a:moveTo>
                  <a:lnTo>
                    <a:pt x="0" y="5842"/>
                  </a:lnTo>
                  <a:lnTo>
                    <a:pt x="1791" y="7633"/>
                  </a:lnTo>
                  <a:lnTo>
                    <a:pt x="1791" y="13844"/>
                  </a:lnTo>
                  <a:lnTo>
                    <a:pt x="4420" y="13844"/>
                  </a:lnTo>
                  <a:lnTo>
                    <a:pt x="6211" y="15634"/>
                  </a:lnTo>
                  <a:lnTo>
                    <a:pt x="10027" y="15634"/>
                  </a:lnTo>
                  <a:lnTo>
                    <a:pt x="10027" y="100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6053" name="Graph element 746"/>
            <p:cNvSpPr/>
            <p:nvPr/>
          </p:nvSpPr>
          <p:spPr>
            <a:xfrm>
              <a:off x="1144528" y="1416693"/>
              <a:ext cx="15757" cy="11818"/>
            </a:xfrm>
            <a:custGeom>
              <a:avLst/>
              <a:gdLst/>
              <a:ahLst/>
              <a:cxnLst/>
              <a:rect l="0" t="0" r="r" b="b"/>
              <a:pathLst>
                <a:path w="15757" h="11818" stroke="0" extrusionOk="0">
                  <a:moveTo>
                    <a:pt x="8001" y="0"/>
                  </a:moveTo>
                  <a:lnTo>
                    <a:pt x="4420" y="3581"/>
                  </a:lnTo>
                  <a:lnTo>
                    <a:pt x="2630" y="3581"/>
                  </a:lnTo>
                  <a:lnTo>
                    <a:pt x="0" y="6211"/>
                  </a:lnTo>
                  <a:lnTo>
                    <a:pt x="0" y="11818"/>
                  </a:lnTo>
                  <a:lnTo>
                    <a:pt x="3816" y="11818"/>
                  </a:lnTo>
                  <a:lnTo>
                    <a:pt x="7397" y="8237"/>
                  </a:lnTo>
                  <a:lnTo>
                    <a:pt x="10979" y="8237"/>
                  </a:lnTo>
                  <a:lnTo>
                    <a:pt x="13608" y="5607"/>
                  </a:lnTo>
                  <a:lnTo>
                    <a:pt x="13608" y="3816"/>
                  </a:lnTo>
                  <a:lnTo>
                    <a:pt x="14560" y="2865"/>
                  </a:lnTo>
                  <a:lnTo>
                    <a:pt x="15757" y="2865"/>
                  </a:lnTo>
                  <a:lnTo>
                    <a:pt x="15757" y="0"/>
                  </a:lnTo>
                  <a:lnTo>
                    <a:pt x="8001" y="0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6054" name="Graph element 747"/>
            <p:cNvSpPr/>
            <p:nvPr/>
          </p:nvSpPr>
          <p:spPr>
            <a:xfrm>
              <a:off x="816261" y="1414903"/>
              <a:ext cx="30317" cy="36886"/>
            </a:xfrm>
            <a:custGeom>
              <a:avLst/>
              <a:gdLst/>
              <a:ahLst/>
              <a:cxnLst/>
              <a:rect l="0" t="0" r="r" b="b"/>
              <a:pathLst>
                <a:path w="30317" h="36886" stroke="0" extrusionOk="0">
                  <a:moveTo>
                    <a:pt x="6804" y="0"/>
                  </a:moveTo>
                  <a:lnTo>
                    <a:pt x="0" y="6804"/>
                  </a:lnTo>
                  <a:lnTo>
                    <a:pt x="2384" y="9188"/>
                  </a:lnTo>
                  <a:lnTo>
                    <a:pt x="2384" y="10979"/>
                  </a:lnTo>
                  <a:lnTo>
                    <a:pt x="4174" y="12769"/>
                  </a:lnTo>
                  <a:lnTo>
                    <a:pt x="4174" y="16350"/>
                  </a:lnTo>
                  <a:lnTo>
                    <a:pt x="5965" y="18141"/>
                  </a:lnTo>
                  <a:lnTo>
                    <a:pt x="5965" y="20535"/>
                  </a:lnTo>
                  <a:lnTo>
                    <a:pt x="4174" y="22326"/>
                  </a:lnTo>
                  <a:lnTo>
                    <a:pt x="4174" y="27698"/>
                  </a:lnTo>
                  <a:lnTo>
                    <a:pt x="2384" y="29488"/>
                  </a:lnTo>
                  <a:lnTo>
                    <a:pt x="2384" y="32465"/>
                  </a:lnTo>
                  <a:lnTo>
                    <a:pt x="5014" y="35095"/>
                  </a:lnTo>
                  <a:lnTo>
                    <a:pt x="6804" y="35095"/>
                  </a:lnTo>
                  <a:lnTo>
                    <a:pt x="8595" y="36886"/>
                  </a:lnTo>
                  <a:lnTo>
                    <a:pt x="23154" y="36886"/>
                  </a:lnTo>
                  <a:lnTo>
                    <a:pt x="23154" y="33069"/>
                  </a:lnTo>
                  <a:lnTo>
                    <a:pt x="21364" y="31279"/>
                  </a:lnTo>
                  <a:lnTo>
                    <a:pt x="21364" y="19931"/>
                  </a:lnTo>
                  <a:lnTo>
                    <a:pt x="23154" y="18141"/>
                  </a:lnTo>
                  <a:lnTo>
                    <a:pt x="23154" y="16350"/>
                  </a:lnTo>
                  <a:lnTo>
                    <a:pt x="30317" y="9188"/>
                  </a:lnTo>
                  <a:lnTo>
                    <a:pt x="30317" y="6211"/>
                  </a:lnTo>
                  <a:lnTo>
                    <a:pt x="25896" y="1791"/>
                  </a:lnTo>
                  <a:lnTo>
                    <a:pt x="24106" y="1791"/>
                  </a:lnTo>
                  <a:lnTo>
                    <a:pt x="22315" y="0"/>
                  </a:lnTo>
                  <a:lnTo>
                    <a:pt x="6804" y="0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6055" name="Graph element 748"/>
            <p:cNvSpPr/>
            <p:nvPr/>
          </p:nvSpPr>
          <p:spPr>
            <a:xfrm>
              <a:off x="781044" y="1414903"/>
              <a:ext cx="35688" cy="38676"/>
            </a:xfrm>
            <a:custGeom>
              <a:avLst/>
              <a:gdLst/>
              <a:ahLst/>
              <a:cxnLst/>
              <a:rect l="0" t="0" r="r" b="b"/>
              <a:pathLst>
                <a:path w="35688" h="38676" stroke="0" extrusionOk="0">
                  <a:moveTo>
                    <a:pt x="15164" y="0"/>
                  </a:moveTo>
                  <a:lnTo>
                    <a:pt x="13373" y="1791"/>
                  </a:lnTo>
                  <a:lnTo>
                    <a:pt x="11582" y="1791"/>
                  </a:lnTo>
                  <a:lnTo>
                    <a:pt x="9792" y="3581"/>
                  </a:lnTo>
                  <a:lnTo>
                    <a:pt x="8001" y="3581"/>
                  </a:lnTo>
                  <a:lnTo>
                    <a:pt x="3581" y="8001"/>
                  </a:lnTo>
                  <a:lnTo>
                    <a:pt x="3581" y="9792"/>
                  </a:lnTo>
                  <a:lnTo>
                    <a:pt x="1791" y="11582"/>
                  </a:lnTo>
                  <a:lnTo>
                    <a:pt x="1791" y="15164"/>
                  </a:lnTo>
                  <a:lnTo>
                    <a:pt x="0" y="16954"/>
                  </a:lnTo>
                  <a:lnTo>
                    <a:pt x="0" y="23513"/>
                  </a:lnTo>
                  <a:lnTo>
                    <a:pt x="1791" y="25303"/>
                  </a:lnTo>
                  <a:lnTo>
                    <a:pt x="1791" y="28884"/>
                  </a:lnTo>
                  <a:lnTo>
                    <a:pt x="5372" y="32465"/>
                  </a:lnTo>
                  <a:lnTo>
                    <a:pt x="5372" y="35095"/>
                  </a:lnTo>
                  <a:lnTo>
                    <a:pt x="8001" y="35095"/>
                  </a:lnTo>
                  <a:lnTo>
                    <a:pt x="11582" y="38676"/>
                  </a:lnTo>
                  <a:lnTo>
                    <a:pt x="16350" y="38676"/>
                  </a:lnTo>
                  <a:lnTo>
                    <a:pt x="18141" y="36886"/>
                  </a:lnTo>
                  <a:lnTo>
                    <a:pt x="19931" y="36886"/>
                  </a:lnTo>
                  <a:lnTo>
                    <a:pt x="21722" y="35095"/>
                  </a:lnTo>
                  <a:lnTo>
                    <a:pt x="25303" y="35095"/>
                  </a:lnTo>
                  <a:lnTo>
                    <a:pt x="27094" y="33304"/>
                  </a:lnTo>
                  <a:lnTo>
                    <a:pt x="29488" y="33304"/>
                  </a:lnTo>
                  <a:lnTo>
                    <a:pt x="31279" y="35095"/>
                  </a:lnTo>
                  <a:lnTo>
                    <a:pt x="35095" y="35095"/>
                  </a:lnTo>
                  <a:lnTo>
                    <a:pt x="35095" y="29488"/>
                  </a:lnTo>
                  <a:lnTo>
                    <a:pt x="31514" y="25907"/>
                  </a:lnTo>
                  <a:lnTo>
                    <a:pt x="31514" y="10979"/>
                  </a:lnTo>
                  <a:lnTo>
                    <a:pt x="35688" y="6804"/>
                  </a:lnTo>
                  <a:lnTo>
                    <a:pt x="32465" y="3581"/>
                  </a:lnTo>
                  <a:lnTo>
                    <a:pt x="30675" y="3581"/>
                  </a:lnTo>
                  <a:lnTo>
                    <a:pt x="28884" y="1791"/>
                  </a:lnTo>
                  <a:lnTo>
                    <a:pt x="27094" y="1791"/>
                  </a:lnTo>
                  <a:lnTo>
                    <a:pt x="25303" y="0"/>
                  </a:lnTo>
                  <a:lnTo>
                    <a:pt x="15164" y="0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6056" name="Graph element 749"/>
            <p:cNvSpPr/>
            <p:nvPr/>
          </p:nvSpPr>
          <p:spPr>
            <a:xfrm>
              <a:off x="1192873" y="1413112"/>
              <a:ext cx="36886" cy="24352"/>
            </a:xfrm>
            <a:custGeom>
              <a:avLst/>
              <a:gdLst/>
              <a:ahLst/>
              <a:cxnLst/>
              <a:rect l="0" t="0" r="r" b="b"/>
              <a:pathLst>
                <a:path w="36886" h="24352" stroke="0" extrusionOk="0">
                  <a:moveTo>
                    <a:pt x="13373" y="0"/>
                  </a:moveTo>
                  <a:lnTo>
                    <a:pt x="11582" y="1791"/>
                  </a:lnTo>
                  <a:lnTo>
                    <a:pt x="8001" y="1791"/>
                  </a:lnTo>
                  <a:lnTo>
                    <a:pt x="0" y="9792"/>
                  </a:lnTo>
                  <a:lnTo>
                    <a:pt x="0" y="18141"/>
                  </a:lnTo>
                  <a:lnTo>
                    <a:pt x="2630" y="20771"/>
                  </a:lnTo>
                  <a:lnTo>
                    <a:pt x="4420" y="20771"/>
                  </a:lnTo>
                  <a:lnTo>
                    <a:pt x="5372" y="21722"/>
                  </a:lnTo>
                  <a:lnTo>
                    <a:pt x="5372" y="24352"/>
                  </a:lnTo>
                  <a:lnTo>
                    <a:pt x="9188" y="24352"/>
                  </a:lnTo>
                  <a:lnTo>
                    <a:pt x="11818" y="21722"/>
                  </a:lnTo>
                  <a:lnTo>
                    <a:pt x="11818" y="19931"/>
                  </a:lnTo>
                  <a:lnTo>
                    <a:pt x="12769" y="18980"/>
                  </a:lnTo>
                  <a:lnTo>
                    <a:pt x="14560" y="18980"/>
                  </a:lnTo>
                  <a:lnTo>
                    <a:pt x="18141" y="15399"/>
                  </a:lnTo>
                  <a:lnTo>
                    <a:pt x="23513" y="15399"/>
                  </a:lnTo>
                  <a:lnTo>
                    <a:pt x="25303" y="13608"/>
                  </a:lnTo>
                  <a:lnTo>
                    <a:pt x="27698" y="13608"/>
                  </a:lnTo>
                  <a:lnTo>
                    <a:pt x="29488" y="15399"/>
                  </a:lnTo>
                  <a:lnTo>
                    <a:pt x="36886" y="15399"/>
                  </a:lnTo>
                  <a:lnTo>
                    <a:pt x="36886" y="11582"/>
                  </a:lnTo>
                  <a:lnTo>
                    <a:pt x="33304" y="8001"/>
                  </a:lnTo>
                  <a:lnTo>
                    <a:pt x="33304" y="5372"/>
                  </a:lnTo>
                  <a:lnTo>
                    <a:pt x="30675" y="5372"/>
                  </a:lnTo>
                  <a:lnTo>
                    <a:pt x="27094" y="1791"/>
                  </a:lnTo>
                  <a:lnTo>
                    <a:pt x="25303" y="1791"/>
                  </a:lnTo>
                  <a:lnTo>
                    <a:pt x="23513" y="0"/>
                  </a:lnTo>
                  <a:lnTo>
                    <a:pt x="13373" y="0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6057" name="Graph element 750"/>
            <p:cNvSpPr/>
            <p:nvPr/>
          </p:nvSpPr>
          <p:spPr>
            <a:xfrm>
              <a:off x="1163989" y="1409531"/>
              <a:ext cx="13424" cy="6446"/>
            </a:xfrm>
            <a:custGeom>
              <a:avLst/>
              <a:gdLst/>
              <a:ahLst/>
              <a:cxnLst/>
              <a:rect l="0" t="0" r="r" b="b"/>
              <a:pathLst>
                <a:path w="13424" h="6446" stroke="0" extrusionOk="0">
                  <a:moveTo>
                    <a:pt x="6446" y="0"/>
                  </a:moveTo>
                  <a:lnTo>
                    <a:pt x="0" y="6446"/>
                  </a:lnTo>
                  <a:lnTo>
                    <a:pt x="5842" y="6446"/>
                  </a:lnTo>
                  <a:lnTo>
                    <a:pt x="7633" y="4655"/>
                  </a:lnTo>
                  <a:lnTo>
                    <a:pt x="10027" y="4655"/>
                  </a:lnTo>
                  <a:lnTo>
                    <a:pt x="11398" y="6026"/>
                  </a:lnTo>
                  <a:lnTo>
                    <a:pt x="13424" y="4001"/>
                  </a:lnTo>
                  <a:lnTo>
                    <a:pt x="12053" y="2630"/>
                  </a:lnTo>
                  <a:lnTo>
                    <a:pt x="12053" y="0"/>
                  </a:lnTo>
                  <a:lnTo>
                    <a:pt x="6446" y="0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6058" name="Graph element 751"/>
            <p:cNvSpPr/>
            <p:nvPr/>
          </p:nvSpPr>
          <p:spPr>
            <a:xfrm>
              <a:off x="1004864" y="1405357"/>
              <a:ext cx="8472" cy="9065"/>
            </a:xfrm>
            <a:custGeom>
              <a:avLst/>
              <a:gdLst/>
              <a:ahLst/>
              <a:cxnLst/>
              <a:rect l="0" t="0" r="r" b="b"/>
              <a:pathLst>
                <a:path w="8472" h="9065" stroke="0" extrusionOk="0">
                  <a:moveTo>
                    <a:pt x="3223" y="0"/>
                  </a:moveTo>
                  <a:lnTo>
                    <a:pt x="0" y="3223"/>
                  </a:lnTo>
                  <a:lnTo>
                    <a:pt x="0" y="9065"/>
                  </a:lnTo>
                  <a:lnTo>
                    <a:pt x="3816" y="5249"/>
                  </a:lnTo>
                  <a:lnTo>
                    <a:pt x="8472" y="5249"/>
                  </a:lnTo>
                  <a:lnTo>
                    <a:pt x="3223" y="0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6059" name="Graph element 752"/>
            <p:cNvSpPr/>
            <p:nvPr/>
          </p:nvSpPr>
          <p:spPr>
            <a:xfrm>
              <a:off x="847059" y="1403566"/>
              <a:ext cx="28168" cy="12411"/>
            </a:xfrm>
            <a:custGeom>
              <a:avLst/>
              <a:gdLst/>
              <a:ahLst/>
              <a:cxnLst/>
              <a:rect l="0" t="0" r="r" b="b"/>
              <a:pathLst>
                <a:path w="28168" h="12411" stroke="0" extrusionOk="0">
                  <a:moveTo>
                    <a:pt x="23154" y="0"/>
                  </a:moveTo>
                  <a:lnTo>
                    <a:pt x="20771" y="2384"/>
                  </a:lnTo>
                  <a:lnTo>
                    <a:pt x="15399" y="2384"/>
                  </a:lnTo>
                  <a:lnTo>
                    <a:pt x="13608" y="4174"/>
                  </a:lnTo>
                  <a:lnTo>
                    <a:pt x="11214" y="4174"/>
                  </a:lnTo>
                  <a:lnTo>
                    <a:pt x="9423" y="2384"/>
                  </a:lnTo>
                  <a:lnTo>
                    <a:pt x="0" y="2384"/>
                  </a:lnTo>
                  <a:lnTo>
                    <a:pt x="3816" y="6200"/>
                  </a:lnTo>
                  <a:lnTo>
                    <a:pt x="3816" y="7991"/>
                  </a:lnTo>
                  <a:lnTo>
                    <a:pt x="8237" y="12411"/>
                  </a:lnTo>
                  <a:lnTo>
                    <a:pt x="13004" y="12411"/>
                  </a:lnTo>
                  <a:lnTo>
                    <a:pt x="14795" y="10620"/>
                  </a:lnTo>
                  <a:lnTo>
                    <a:pt x="18376" y="10620"/>
                  </a:lnTo>
                  <a:lnTo>
                    <a:pt x="20167" y="8830"/>
                  </a:lnTo>
                  <a:lnTo>
                    <a:pt x="28168" y="8830"/>
                  </a:lnTo>
                  <a:lnTo>
                    <a:pt x="28168" y="5014"/>
                  </a:lnTo>
                  <a:lnTo>
                    <a:pt x="23154" y="0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6060" name="Graph element 753"/>
            <p:cNvSpPr/>
            <p:nvPr/>
          </p:nvSpPr>
          <p:spPr>
            <a:xfrm>
              <a:off x="1234056" y="1402369"/>
              <a:ext cx="40467" cy="42257"/>
            </a:xfrm>
            <a:custGeom>
              <a:avLst/>
              <a:gdLst/>
              <a:ahLst/>
              <a:cxnLst/>
              <a:rect l="0" t="0" r="r" b="b"/>
              <a:pathLst>
                <a:path w="40467" h="42257" stroke="0" extrusionOk="0">
                  <a:moveTo>
                    <a:pt x="15164" y="0"/>
                  </a:moveTo>
                  <a:lnTo>
                    <a:pt x="13373" y="1791"/>
                  </a:lnTo>
                  <a:lnTo>
                    <a:pt x="11582" y="1791"/>
                  </a:lnTo>
                  <a:lnTo>
                    <a:pt x="3581" y="9792"/>
                  </a:lnTo>
                  <a:lnTo>
                    <a:pt x="3581" y="11582"/>
                  </a:lnTo>
                  <a:lnTo>
                    <a:pt x="1791" y="13373"/>
                  </a:lnTo>
                  <a:lnTo>
                    <a:pt x="1791" y="16954"/>
                  </a:lnTo>
                  <a:lnTo>
                    <a:pt x="0" y="18745"/>
                  </a:lnTo>
                  <a:lnTo>
                    <a:pt x="0" y="23513"/>
                  </a:lnTo>
                  <a:lnTo>
                    <a:pt x="1791" y="25303"/>
                  </a:lnTo>
                  <a:lnTo>
                    <a:pt x="1791" y="28884"/>
                  </a:lnTo>
                  <a:lnTo>
                    <a:pt x="3581" y="30675"/>
                  </a:lnTo>
                  <a:lnTo>
                    <a:pt x="3581" y="32465"/>
                  </a:lnTo>
                  <a:lnTo>
                    <a:pt x="9792" y="38676"/>
                  </a:lnTo>
                  <a:lnTo>
                    <a:pt x="11582" y="38676"/>
                  </a:lnTo>
                  <a:lnTo>
                    <a:pt x="13373" y="40467"/>
                  </a:lnTo>
                  <a:lnTo>
                    <a:pt x="15164" y="40467"/>
                  </a:lnTo>
                  <a:lnTo>
                    <a:pt x="16954" y="42257"/>
                  </a:lnTo>
                  <a:lnTo>
                    <a:pt x="25303" y="42257"/>
                  </a:lnTo>
                  <a:lnTo>
                    <a:pt x="27094" y="40467"/>
                  </a:lnTo>
                  <a:lnTo>
                    <a:pt x="30675" y="40467"/>
                  </a:lnTo>
                  <a:lnTo>
                    <a:pt x="34256" y="36886"/>
                  </a:lnTo>
                  <a:lnTo>
                    <a:pt x="36886" y="36886"/>
                  </a:lnTo>
                  <a:lnTo>
                    <a:pt x="36886" y="34256"/>
                  </a:lnTo>
                  <a:lnTo>
                    <a:pt x="40467" y="30675"/>
                  </a:lnTo>
                  <a:lnTo>
                    <a:pt x="40467" y="26858"/>
                  </a:lnTo>
                  <a:lnTo>
                    <a:pt x="36046" y="26858"/>
                  </a:lnTo>
                  <a:lnTo>
                    <a:pt x="32465" y="23277"/>
                  </a:lnTo>
                  <a:lnTo>
                    <a:pt x="30675" y="23277"/>
                  </a:lnTo>
                  <a:lnTo>
                    <a:pt x="27933" y="20535"/>
                  </a:lnTo>
                  <a:lnTo>
                    <a:pt x="27933" y="18745"/>
                  </a:lnTo>
                  <a:lnTo>
                    <a:pt x="24352" y="15164"/>
                  </a:lnTo>
                  <a:lnTo>
                    <a:pt x="24352" y="9792"/>
                  </a:lnTo>
                  <a:lnTo>
                    <a:pt x="22561" y="8001"/>
                  </a:lnTo>
                  <a:lnTo>
                    <a:pt x="22561" y="3816"/>
                  </a:lnTo>
                  <a:lnTo>
                    <a:pt x="26377" y="0"/>
                  </a:lnTo>
                  <a:lnTo>
                    <a:pt x="15164" y="0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6061" name="Graph element 754"/>
            <p:cNvSpPr/>
            <p:nvPr/>
          </p:nvSpPr>
          <p:spPr>
            <a:xfrm>
              <a:off x="1103110" y="1400578"/>
              <a:ext cx="13844" cy="13608"/>
            </a:xfrm>
            <a:custGeom>
              <a:avLst/>
              <a:gdLst/>
              <a:ahLst/>
              <a:cxnLst/>
              <a:rect l="0" t="0" r="r" b="b"/>
              <a:pathLst>
                <a:path w="13844" h="13608" stroke="0" extrusionOk="0">
                  <a:moveTo>
                    <a:pt x="7397" y="0"/>
                  </a:moveTo>
                  <a:lnTo>
                    <a:pt x="7397" y="2630"/>
                  </a:lnTo>
                  <a:lnTo>
                    <a:pt x="5607" y="4420"/>
                  </a:lnTo>
                  <a:lnTo>
                    <a:pt x="5607" y="6211"/>
                  </a:lnTo>
                  <a:lnTo>
                    <a:pt x="0" y="11818"/>
                  </a:lnTo>
                  <a:lnTo>
                    <a:pt x="4655" y="11818"/>
                  </a:lnTo>
                  <a:lnTo>
                    <a:pt x="6446" y="13608"/>
                  </a:lnTo>
                  <a:lnTo>
                    <a:pt x="9423" y="13608"/>
                  </a:lnTo>
                  <a:lnTo>
                    <a:pt x="11214" y="11818"/>
                  </a:lnTo>
                  <a:lnTo>
                    <a:pt x="13844" y="11818"/>
                  </a:lnTo>
                  <a:lnTo>
                    <a:pt x="13844" y="0"/>
                  </a:lnTo>
                  <a:lnTo>
                    <a:pt x="7397" y="0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6062" name="Graph element 755"/>
            <p:cNvSpPr/>
            <p:nvPr/>
          </p:nvSpPr>
          <p:spPr>
            <a:xfrm>
              <a:off x="936823" y="1398788"/>
              <a:ext cx="17189" cy="18980"/>
            </a:xfrm>
            <a:custGeom>
              <a:avLst/>
              <a:gdLst/>
              <a:ahLst/>
              <a:cxnLst/>
              <a:rect l="0" t="0" r="r" b="b"/>
              <a:pathLst>
                <a:path w="17189" h="18980" stroke="0" extrusionOk="0">
                  <a:moveTo>
                    <a:pt x="4420" y="0"/>
                  </a:moveTo>
                  <a:lnTo>
                    <a:pt x="2630" y="1791"/>
                  </a:lnTo>
                  <a:lnTo>
                    <a:pt x="0" y="1791"/>
                  </a:lnTo>
                  <a:lnTo>
                    <a:pt x="0" y="10027"/>
                  </a:lnTo>
                  <a:lnTo>
                    <a:pt x="2630" y="10027"/>
                  </a:lnTo>
                  <a:lnTo>
                    <a:pt x="4420" y="11818"/>
                  </a:lnTo>
                  <a:lnTo>
                    <a:pt x="6211" y="11818"/>
                  </a:lnTo>
                  <a:lnTo>
                    <a:pt x="8001" y="13608"/>
                  </a:lnTo>
                  <a:lnTo>
                    <a:pt x="9792" y="13608"/>
                  </a:lnTo>
                  <a:lnTo>
                    <a:pt x="12534" y="16350"/>
                  </a:lnTo>
                  <a:lnTo>
                    <a:pt x="12534" y="18980"/>
                  </a:lnTo>
                  <a:lnTo>
                    <a:pt x="17189" y="18980"/>
                  </a:lnTo>
                  <a:lnTo>
                    <a:pt x="17189" y="9792"/>
                  </a:lnTo>
                  <a:lnTo>
                    <a:pt x="13608" y="6211"/>
                  </a:lnTo>
                  <a:lnTo>
                    <a:pt x="13608" y="3581"/>
                  </a:lnTo>
                  <a:lnTo>
                    <a:pt x="10979" y="3581"/>
                  </a:lnTo>
                  <a:lnTo>
                    <a:pt x="7397" y="0"/>
                  </a:lnTo>
                  <a:lnTo>
                    <a:pt x="4420" y="0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6063" name="Graph element 756"/>
            <p:cNvSpPr/>
            <p:nvPr/>
          </p:nvSpPr>
          <p:spPr>
            <a:xfrm>
              <a:off x="1117076" y="1393416"/>
              <a:ext cx="28761" cy="26377"/>
            </a:xfrm>
            <a:custGeom>
              <a:avLst/>
              <a:gdLst/>
              <a:ahLst/>
              <a:cxnLst/>
              <a:rect l="0" t="0" r="r" b="b"/>
              <a:pathLst>
                <a:path w="28761" h="26377" stroke="0" extrusionOk="0">
                  <a:moveTo>
                    <a:pt x="5014" y="0"/>
                  </a:moveTo>
                  <a:lnTo>
                    <a:pt x="0" y="5014"/>
                  </a:lnTo>
                  <a:lnTo>
                    <a:pt x="3223" y="8237"/>
                  </a:lnTo>
                  <a:lnTo>
                    <a:pt x="5014" y="8237"/>
                  </a:lnTo>
                  <a:lnTo>
                    <a:pt x="13966" y="17189"/>
                  </a:lnTo>
                  <a:lnTo>
                    <a:pt x="15757" y="17189"/>
                  </a:lnTo>
                  <a:lnTo>
                    <a:pt x="19338" y="20771"/>
                  </a:lnTo>
                  <a:lnTo>
                    <a:pt x="21129" y="20771"/>
                  </a:lnTo>
                  <a:lnTo>
                    <a:pt x="22080" y="21722"/>
                  </a:lnTo>
                  <a:lnTo>
                    <a:pt x="22080" y="26377"/>
                  </a:lnTo>
                  <a:lnTo>
                    <a:pt x="28761" y="19696"/>
                  </a:lnTo>
                  <a:lnTo>
                    <a:pt x="24106" y="19696"/>
                  </a:lnTo>
                  <a:lnTo>
                    <a:pt x="21364" y="16954"/>
                  </a:lnTo>
                  <a:lnTo>
                    <a:pt x="21364" y="15164"/>
                  </a:lnTo>
                  <a:lnTo>
                    <a:pt x="17783" y="11582"/>
                  </a:lnTo>
                  <a:lnTo>
                    <a:pt x="17783" y="6211"/>
                  </a:lnTo>
                  <a:lnTo>
                    <a:pt x="15992" y="4420"/>
                  </a:lnTo>
                  <a:lnTo>
                    <a:pt x="15992" y="3816"/>
                  </a:lnTo>
                  <a:lnTo>
                    <a:pt x="19809" y="0"/>
                  </a:lnTo>
                  <a:lnTo>
                    <a:pt x="5014" y="0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6064" name="Graph element 757"/>
            <p:cNvSpPr/>
            <p:nvPr/>
          </p:nvSpPr>
          <p:spPr>
            <a:xfrm>
              <a:off x="882870" y="1393416"/>
              <a:ext cx="16227" cy="13608"/>
            </a:xfrm>
            <a:custGeom>
              <a:avLst/>
              <a:gdLst/>
              <a:ahLst/>
              <a:cxnLst/>
              <a:rect l="0" t="0" r="r" b="b"/>
              <a:pathLst>
                <a:path w="16227" h="13608" stroke="0" extrusionOk="0">
                  <a:moveTo>
                    <a:pt x="6446" y="0"/>
                  </a:moveTo>
                  <a:lnTo>
                    <a:pt x="4655" y="1791"/>
                  </a:lnTo>
                  <a:lnTo>
                    <a:pt x="0" y="1791"/>
                  </a:lnTo>
                  <a:lnTo>
                    <a:pt x="3816" y="5607"/>
                  </a:lnTo>
                  <a:lnTo>
                    <a:pt x="3816" y="8001"/>
                  </a:lnTo>
                  <a:lnTo>
                    <a:pt x="2026" y="9792"/>
                  </a:lnTo>
                  <a:lnTo>
                    <a:pt x="2026" y="13608"/>
                  </a:lnTo>
                  <a:lnTo>
                    <a:pt x="9423" y="13608"/>
                  </a:lnTo>
                  <a:lnTo>
                    <a:pt x="11214" y="11818"/>
                  </a:lnTo>
                  <a:lnTo>
                    <a:pt x="13004" y="11818"/>
                  </a:lnTo>
                  <a:lnTo>
                    <a:pt x="16227" y="8595"/>
                  </a:lnTo>
                  <a:lnTo>
                    <a:pt x="10262" y="2630"/>
                  </a:lnTo>
                  <a:lnTo>
                    <a:pt x="10262" y="0"/>
                  </a:lnTo>
                  <a:lnTo>
                    <a:pt x="6446" y="0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6065" name="Graph element 758"/>
            <p:cNvSpPr/>
            <p:nvPr/>
          </p:nvSpPr>
          <p:spPr>
            <a:xfrm>
              <a:off x="1258531" y="1388044"/>
              <a:ext cx="41060" cy="42257"/>
            </a:xfrm>
            <a:custGeom>
              <a:avLst/>
              <a:gdLst/>
              <a:ahLst/>
              <a:cxnLst/>
              <a:rect l="0" t="0" r="r" b="b"/>
              <a:pathLst>
                <a:path w="41060" h="42257" stroke="0" extrusionOk="0">
                  <a:moveTo>
                    <a:pt x="13966" y="0"/>
                  </a:moveTo>
                  <a:lnTo>
                    <a:pt x="12176" y="1791"/>
                  </a:lnTo>
                  <a:lnTo>
                    <a:pt x="10385" y="1791"/>
                  </a:lnTo>
                  <a:lnTo>
                    <a:pt x="6804" y="5372"/>
                  </a:lnTo>
                  <a:lnTo>
                    <a:pt x="4174" y="5372"/>
                  </a:lnTo>
                  <a:lnTo>
                    <a:pt x="4174" y="8001"/>
                  </a:lnTo>
                  <a:lnTo>
                    <a:pt x="0" y="12176"/>
                  </a:lnTo>
                  <a:lnTo>
                    <a:pt x="3223" y="15399"/>
                  </a:lnTo>
                  <a:lnTo>
                    <a:pt x="6804" y="15399"/>
                  </a:lnTo>
                  <a:lnTo>
                    <a:pt x="10385" y="18980"/>
                  </a:lnTo>
                  <a:lnTo>
                    <a:pt x="12176" y="18980"/>
                  </a:lnTo>
                  <a:lnTo>
                    <a:pt x="13127" y="19931"/>
                  </a:lnTo>
                  <a:lnTo>
                    <a:pt x="13127" y="21722"/>
                  </a:lnTo>
                  <a:lnTo>
                    <a:pt x="16708" y="25303"/>
                  </a:lnTo>
                  <a:lnTo>
                    <a:pt x="16708" y="28884"/>
                  </a:lnTo>
                  <a:lnTo>
                    <a:pt x="18499" y="30675"/>
                  </a:lnTo>
                  <a:lnTo>
                    <a:pt x="18499" y="42257"/>
                  </a:lnTo>
                  <a:lnTo>
                    <a:pt x="24106" y="42257"/>
                  </a:lnTo>
                  <a:lnTo>
                    <a:pt x="25896" y="40467"/>
                  </a:lnTo>
                  <a:lnTo>
                    <a:pt x="29478" y="40467"/>
                  </a:lnTo>
                  <a:lnTo>
                    <a:pt x="33059" y="36886"/>
                  </a:lnTo>
                  <a:lnTo>
                    <a:pt x="34849" y="36886"/>
                  </a:lnTo>
                  <a:lnTo>
                    <a:pt x="37479" y="34256"/>
                  </a:lnTo>
                  <a:lnTo>
                    <a:pt x="37479" y="32465"/>
                  </a:lnTo>
                  <a:lnTo>
                    <a:pt x="39270" y="30675"/>
                  </a:lnTo>
                  <a:lnTo>
                    <a:pt x="39270" y="28884"/>
                  </a:lnTo>
                  <a:lnTo>
                    <a:pt x="41060" y="27094"/>
                  </a:lnTo>
                  <a:lnTo>
                    <a:pt x="41060" y="13373"/>
                  </a:lnTo>
                  <a:lnTo>
                    <a:pt x="37479" y="9792"/>
                  </a:lnTo>
                  <a:lnTo>
                    <a:pt x="37479" y="8001"/>
                  </a:lnTo>
                  <a:lnTo>
                    <a:pt x="33059" y="3581"/>
                  </a:lnTo>
                  <a:lnTo>
                    <a:pt x="31268" y="3581"/>
                  </a:lnTo>
                  <a:lnTo>
                    <a:pt x="27687" y="0"/>
                  </a:lnTo>
                  <a:lnTo>
                    <a:pt x="13966" y="0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6066" name="Graph element 759"/>
            <p:cNvSpPr/>
            <p:nvPr/>
          </p:nvSpPr>
          <p:spPr>
            <a:xfrm>
              <a:off x="748813" y="1388044"/>
              <a:ext cx="40467" cy="41060"/>
            </a:xfrm>
            <a:custGeom>
              <a:avLst/>
              <a:gdLst/>
              <a:ahLst/>
              <a:cxnLst/>
              <a:rect l="0" t="0" r="r" b="b"/>
              <a:pathLst>
                <a:path w="40467" h="41060" stroke="0" extrusionOk="0">
                  <a:moveTo>
                    <a:pt x="15164" y="0"/>
                  </a:moveTo>
                  <a:lnTo>
                    <a:pt x="13373" y="1791"/>
                  </a:lnTo>
                  <a:lnTo>
                    <a:pt x="11582" y="1791"/>
                  </a:lnTo>
                  <a:lnTo>
                    <a:pt x="9792" y="3581"/>
                  </a:lnTo>
                  <a:lnTo>
                    <a:pt x="8001" y="3581"/>
                  </a:lnTo>
                  <a:lnTo>
                    <a:pt x="3581" y="8001"/>
                  </a:lnTo>
                  <a:lnTo>
                    <a:pt x="3581" y="9792"/>
                  </a:lnTo>
                  <a:lnTo>
                    <a:pt x="1791" y="11582"/>
                  </a:lnTo>
                  <a:lnTo>
                    <a:pt x="1791" y="13373"/>
                  </a:lnTo>
                  <a:lnTo>
                    <a:pt x="0" y="15164"/>
                  </a:lnTo>
                  <a:lnTo>
                    <a:pt x="0" y="25303"/>
                  </a:lnTo>
                  <a:lnTo>
                    <a:pt x="1791" y="27094"/>
                  </a:lnTo>
                  <a:lnTo>
                    <a:pt x="1791" y="28884"/>
                  </a:lnTo>
                  <a:lnTo>
                    <a:pt x="3581" y="30675"/>
                  </a:lnTo>
                  <a:lnTo>
                    <a:pt x="3581" y="32465"/>
                  </a:lnTo>
                  <a:lnTo>
                    <a:pt x="6211" y="35095"/>
                  </a:lnTo>
                  <a:lnTo>
                    <a:pt x="13373" y="35095"/>
                  </a:lnTo>
                  <a:lnTo>
                    <a:pt x="15164" y="36886"/>
                  </a:lnTo>
                  <a:lnTo>
                    <a:pt x="18745" y="36886"/>
                  </a:lnTo>
                  <a:lnTo>
                    <a:pt x="20535" y="38676"/>
                  </a:lnTo>
                  <a:lnTo>
                    <a:pt x="22326" y="38676"/>
                  </a:lnTo>
                  <a:lnTo>
                    <a:pt x="24710" y="41060"/>
                  </a:lnTo>
                  <a:lnTo>
                    <a:pt x="27094" y="38676"/>
                  </a:lnTo>
                  <a:lnTo>
                    <a:pt x="28884" y="38676"/>
                  </a:lnTo>
                  <a:lnTo>
                    <a:pt x="30675" y="36886"/>
                  </a:lnTo>
                  <a:lnTo>
                    <a:pt x="32465" y="36886"/>
                  </a:lnTo>
                  <a:lnTo>
                    <a:pt x="36886" y="32465"/>
                  </a:lnTo>
                  <a:lnTo>
                    <a:pt x="36886" y="30675"/>
                  </a:lnTo>
                  <a:lnTo>
                    <a:pt x="38676" y="28884"/>
                  </a:lnTo>
                  <a:lnTo>
                    <a:pt x="38676" y="27094"/>
                  </a:lnTo>
                  <a:lnTo>
                    <a:pt x="40467" y="25303"/>
                  </a:lnTo>
                  <a:lnTo>
                    <a:pt x="40467" y="21487"/>
                  </a:lnTo>
                  <a:lnTo>
                    <a:pt x="32465" y="21487"/>
                  </a:lnTo>
                  <a:lnTo>
                    <a:pt x="30675" y="19696"/>
                  </a:lnTo>
                  <a:lnTo>
                    <a:pt x="28884" y="19696"/>
                  </a:lnTo>
                  <a:lnTo>
                    <a:pt x="22561" y="13373"/>
                  </a:lnTo>
                  <a:lnTo>
                    <a:pt x="22561" y="11582"/>
                  </a:lnTo>
                  <a:lnTo>
                    <a:pt x="20771" y="9792"/>
                  </a:lnTo>
                  <a:lnTo>
                    <a:pt x="20771" y="6211"/>
                  </a:lnTo>
                  <a:lnTo>
                    <a:pt x="18980" y="4420"/>
                  </a:lnTo>
                  <a:lnTo>
                    <a:pt x="18980" y="0"/>
                  </a:lnTo>
                  <a:lnTo>
                    <a:pt x="15164" y="0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6067" name="Graph element 760"/>
            <p:cNvSpPr/>
            <p:nvPr/>
          </p:nvSpPr>
          <p:spPr>
            <a:xfrm>
              <a:off x="849505" y="1382673"/>
              <a:ext cx="8052" cy="6681"/>
            </a:xfrm>
            <a:custGeom>
              <a:avLst/>
              <a:gdLst/>
              <a:ahLst/>
              <a:cxnLst/>
              <a:rect l="0" t="0" r="r" b="b"/>
              <a:pathLst>
                <a:path w="8052" h="6681" stroke="0" extrusionOk="0">
                  <a:moveTo>
                    <a:pt x="0" y="655"/>
                  </a:moveTo>
                  <a:lnTo>
                    <a:pt x="1371" y="2026"/>
                  </a:lnTo>
                  <a:lnTo>
                    <a:pt x="1371" y="6681"/>
                  </a:lnTo>
                  <a:lnTo>
                    <a:pt x="8052" y="0"/>
                  </a:lnTo>
                  <a:lnTo>
                    <a:pt x="3397" y="0"/>
                  </a:lnTo>
                  <a:lnTo>
                    <a:pt x="0" y="655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6068" name="Graph element 761"/>
            <p:cNvSpPr/>
            <p:nvPr/>
          </p:nvSpPr>
          <p:spPr>
            <a:xfrm>
              <a:off x="1142502" y="1377301"/>
              <a:ext cx="31749" cy="31749"/>
            </a:xfrm>
            <a:custGeom>
              <a:avLst/>
              <a:gdLst/>
              <a:ahLst/>
              <a:cxnLst/>
              <a:rect l="0" t="0" r="r" b="b"/>
              <a:pathLst>
                <a:path w="31749" h="31749" stroke="0" extrusionOk="0">
                  <a:moveTo>
                    <a:pt x="8237" y="0"/>
                  </a:moveTo>
                  <a:lnTo>
                    <a:pt x="3816" y="4420"/>
                  </a:lnTo>
                  <a:lnTo>
                    <a:pt x="3816" y="6211"/>
                  </a:lnTo>
                  <a:lnTo>
                    <a:pt x="0" y="10027"/>
                  </a:lnTo>
                  <a:lnTo>
                    <a:pt x="4655" y="10027"/>
                  </a:lnTo>
                  <a:lnTo>
                    <a:pt x="12769" y="18141"/>
                  </a:lnTo>
                  <a:lnTo>
                    <a:pt x="12769" y="23513"/>
                  </a:lnTo>
                  <a:lnTo>
                    <a:pt x="14560" y="25303"/>
                  </a:lnTo>
                  <a:lnTo>
                    <a:pt x="14560" y="27933"/>
                  </a:lnTo>
                  <a:lnTo>
                    <a:pt x="26142" y="27933"/>
                  </a:lnTo>
                  <a:lnTo>
                    <a:pt x="29959" y="31749"/>
                  </a:lnTo>
                  <a:lnTo>
                    <a:pt x="29959" y="25303"/>
                  </a:lnTo>
                  <a:lnTo>
                    <a:pt x="31749" y="23513"/>
                  </a:lnTo>
                  <a:lnTo>
                    <a:pt x="31749" y="16954"/>
                  </a:lnTo>
                  <a:lnTo>
                    <a:pt x="29959" y="15164"/>
                  </a:lnTo>
                  <a:lnTo>
                    <a:pt x="29959" y="11582"/>
                  </a:lnTo>
                  <a:lnTo>
                    <a:pt x="26377" y="8001"/>
                  </a:lnTo>
                  <a:lnTo>
                    <a:pt x="26377" y="5372"/>
                  </a:lnTo>
                  <a:lnTo>
                    <a:pt x="23748" y="5372"/>
                  </a:lnTo>
                  <a:lnTo>
                    <a:pt x="20167" y="1791"/>
                  </a:lnTo>
                  <a:lnTo>
                    <a:pt x="16586" y="1791"/>
                  </a:lnTo>
                  <a:lnTo>
                    <a:pt x="14795" y="0"/>
                  </a:lnTo>
                  <a:lnTo>
                    <a:pt x="8237" y="0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6069" name="Graph element 762"/>
            <p:cNvSpPr/>
            <p:nvPr/>
          </p:nvSpPr>
          <p:spPr>
            <a:xfrm>
              <a:off x="1006655" y="1373485"/>
              <a:ext cx="12411" cy="21364"/>
            </a:xfrm>
            <a:custGeom>
              <a:avLst/>
              <a:gdLst/>
              <a:ahLst/>
              <a:cxnLst/>
              <a:rect l="0" t="0" r="r" b="b"/>
              <a:pathLst>
                <a:path w="12411" h="21364" stroke="0" extrusionOk="0">
                  <a:moveTo>
                    <a:pt x="10027" y="0"/>
                  </a:moveTo>
                  <a:lnTo>
                    <a:pt x="6211" y="3816"/>
                  </a:lnTo>
                  <a:lnTo>
                    <a:pt x="3581" y="3816"/>
                  </a:lnTo>
                  <a:lnTo>
                    <a:pt x="3581" y="6446"/>
                  </a:lnTo>
                  <a:lnTo>
                    <a:pt x="0" y="10027"/>
                  </a:lnTo>
                  <a:lnTo>
                    <a:pt x="0" y="21364"/>
                  </a:lnTo>
                  <a:lnTo>
                    <a:pt x="2865" y="21364"/>
                  </a:lnTo>
                  <a:lnTo>
                    <a:pt x="2865" y="20167"/>
                  </a:lnTo>
                  <a:lnTo>
                    <a:pt x="4655" y="18376"/>
                  </a:lnTo>
                  <a:lnTo>
                    <a:pt x="4655" y="16586"/>
                  </a:lnTo>
                  <a:lnTo>
                    <a:pt x="10027" y="11214"/>
                  </a:lnTo>
                  <a:lnTo>
                    <a:pt x="10027" y="9423"/>
                  </a:lnTo>
                  <a:lnTo>
                    <a:pt x="12411" y="7039"/>
                  </a:lnTo>
                  <a:lnTo>
                    <a:pt x="10027" y="4655"/>
                  </a:lnTo>
                  <a:lnTo>
                    <a:pt x="10027" y="0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6070" name="Graph element 763"/>
            <p:cNvSpPr/>
            <p:nvPr/>
          </p:nvSpPr>
          <p:spPr>
            <a:xfrm>
              <a:off x="816620" y="1373720"/>
              <a:ext cx="31749" cy="40467"/>
            </a:xfrm>
            <a:custGeom>
              <a:avLst/>
              <a:gdLst/>
              <a:ahLst/>
              <a:cxnLst/>
              <a:rect l="0" t="0" r="r" b="b"/>
              <a:pathLst>
                <a:path w="31749" h="40467" stroke="0" extrusionOk="0">
                  <a:moveTo>
                    <a:pt x="13608" y="0"/>
                  </a:moveTo>
                  <a:lnTo>
                    <a:pt x="11818" y="1791"/>
                  </a:lnTo>
                  <a:lnTo>
                    <a:pt x="8237" y="1791"/>
                  </a:lnTo>
                  <a:lnTo>
                    <a:pt x="5014" y="5014"/>
                  </a:lnTo>
                  <a:lnTo>
                    <a:pt x="7397" y="7397"/>
                  </a:lnTo>
                  <a:lnTo>
                    <a:pt x="7397" y="9188"/>
                  </a:lnTo>
                  <a:lnTo>
                    <a:pt x="9188" y="10979"/>
                  </a:lnTo>
                  <a:lnTo>
                    <a:pt x="9188" y="14560"/>
                  </a:lnTo>
                  <a:lnTo>
                    <a:pt x="10979" y="16350"/>
                  </a:lnTo>
                  <a:lnTo>
                    <a:pt x="10979" y="20535"/>
                  </a:lnTo>
                  <a:lnTo>
                    <a:pt x="9188" y="22326"/>
                  </a:lnTo>
                  <a:lnTo>
                    <a:pt x="9188" y="27698"/>
                  </a:lnTo>
                  <a:lnTo>
                    <a:pt x="5607" y="31279"/>
                  </a:lnTo>
                  <a:lnTo>
                    <a:pt x="5607" y="33069"/>
                  </a:lnTo>
                  <a:lnTo>
                    <a:pt x="4655" y="34021"/>
                  </a:lnTo>
                  <a:lnTo>
                    <a:pt x="0" y="34021"/>
                  </a:lnTo>
                  <a:lnTo>
                    <a:pt x="4655" y="38676"/>
                  </a:lnTo>
                  <a:lnTo>
                    <a:pt x="6446" y="38676"/>
                  </a:lnTo>
                  <a:lnTo>
                    <a:pt x="8237" y="40467"/>
                  </a:lnTo>
                  <a:lnTo>
                    <a:pt x="23748" y="40467"/>
                  </a:lnTo>
                  <a:lnTo>
                    <a:pt x="27329" y="36886"/>
                  </a:lnTo>
                  <a:lnTo>
                    <a:pt x="29119" y="36886"/>
                  </a:lnTo>
                  <a:lnTo>
                    <a:pt x="31749" y="34256"/>
                  </a:lnTo>
                  <a:lnTo>
                    <a:pt x="31749" y="28649"/>
                  </a:lnTo>
                  <a:lnTo>
                    <a:pt x="29119" y="28649"/>
                  </a:lnTo>
                  <a:lnTo>
                    <a:pt x="28168" y="27698"/>
                  </a:lnTo>
                  <a:lnTo>
                    <a:pt x="28168" y="25907"/>
                  </a:lnTo>
                  <a:lnTo>
                    <a:pt x="24587" y="22326"/>
                  </a:lnTo>
                  <a:lnTo>
                    <a:pt x="24587" y="16954"/>
                  </a:lnTo>
                  <a:lnTo>
                    <a:pt x="22796" y="15164"/>
                  </a:lnTo>
                  <a:lnTo>
                    <a:pt x="22796" y="12769"/>
                  </a:lnTo>
                  <a:lnTo>
                    <a:pt x="24587" y="10979"/>
                  </a:lnTo>
                  <a:lnTo>
                    <a:pt x="24587" y="1791"/>
                  </a:lnTo>
                  <a:lnTo>
                    <a:pt x="18376" y="1791"/>
                  </a:lnTo>
                  <a:lnTo>
                    <a:pt x="16586" y="0"/>
                  </a:lnTo>
                  <a:lnTo>
                    <a:pt x="13608" y="0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6071" name="Graph element 764"/>
            <p:cNvSpPr/>
            <p:nvPr/>
          </p:nvSpPr>
          <p:spPr>
            <a:xfrm>
              <a:off x="795133" y="1371929"/>
              <a:ext cx="24822" cy="40467"/>
            </a:xfrm>
            <a:custGeom>
              <a:avLst/>
              <a:gdLst/>
              <a:ahLst/>
              <a:cxnLst/>
              <a:rect l="0" t="0" r="r" b="b"/>
              <a:pathLst>
                <a:path w="24822" h="40467" stroke="0" extrusionOk="0">
                  <a:moveTo>
                    <a:pt x="10027" y="0"/>
                  </a:moveTo>
                  <a:lnTo>
                    <a:pt x="6804" y="3223"/>
                  </a:lnTo>
                  <a:lnTo>
                    <a:pt x="12769" y="9188"/>
                  </a:lnTo>
                  <a:lnTo>
                    <a:pt x="12769" y="16350"/>
                  </a:lnTo>
                  <a:lnTo>
                    <a:pt x="14560" y="18141"/>
                  </a:lnTo>
                  <a:lnTo>
                    <a:pt x="14560" y="18745"/>
                  </a:lnTo>
                  <a:lnTo>
                    <a:pt x="12769" y="20535"/>
                  </a:lnTo>
                  <a:lnTo>
                    <a:pt x="12769" y="25907"/>
                  </a:lnTo>
                  <a:lnTo>
                    <a:pt x="9188" y="29488"/>
                  </a:lnTo>
                  <a:lnTo>
                    <a:pt x="9188" y="31279"/>
                  </a:lnTo>
                  <a:lnTo>
                    <a:pt x="6446" y="34021"/>
                  </a:lnTo>
                  <a:lnTo>
                    <a:pt x="4655" y="34021"/>
                  </a:lnTo>
                  <a:lnTo>
                    <a:pt x="0" y="38676"/>
                  </a:lnTo>
                  <a:lnTo>
                    <a:pt x="4655" y="38676"/>
                  </a:lnTo>
                  <a:lnTo>
                    <a:pt x="6446" y="40467"/>
                  </a:lnTo>
                  <a:lnTo>
                    <a:pt x="16586" y="40467"/>
                  </a:lnTo>
                  <a:lnTo>
                    <a:pt x="18376" y="38676"/>
                  </a:lnTo>
                  <a:lnTo>
                    <a:pt x="24822" y="38676"/>
                  </a:lnTo>
                  <a:lnTo>
                    <a:pt x="17425" y="31279"/>
                  </a:lnTo>
                  <a:lnTo>
                    <a:pt x="17425" y="25907"/>
                  </a:lnTo>
                  <a:lnTo>
                    <a:pt x="15634" y="24116"/>
                  </a:lnTo>
                  <a:lnTo>
                    <a:pt x="15634" y="21722"/>
                  </a:lnTo>
                  <a:lnTo>
                    <a:pt x="17425" y="19931"/>
                  </a:lnTo>
                  <a:lnTo>
                    <a:pt x="17425" y="14560"/>
                  </a:lnTo>
                  <a:lnTo>
                    <a:pt x="21006" y="10979"/>
                  </a:lnTo>
                  <a:lnTo>
                    <a:pt x="21006" y="9188"/>
                  </a:lnTo>
                  <a:lnTo>
                    <a:pt x="22796" y="7397"/>
                  </a:lnTo>
                  <a:lnTo>
                    <a:pt x="22796" y="4420"/>
                  </a:lnTo>
                  <a:lnTo>
                    <a:pt x="20167" y="1791"/>
                  </a:lnTo>
                  <a:lnTo>
                    <a:pt x="14795" y="1791"/>
                  </a:lnTo>
                  <a:lnTo>
                    <a:pt x="13004" y="0"/>
                  </a:lnTo>
                  <a:lnTo>
                    <a:pt x="10027" y="0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6072" name="Graph element 765"/>
            <p:cNvSpPr/>
            <p:nvPr/>
          </p:nvSpPr>
          <p:spPr>
            <a:xfrm>
              <a:off x="924053" y="1368113"/>
              <a:ext cx="21599" cy="29959"/>
            </a:xfrm>
            <a:custGeom>
              <a:avLst/>
              <a:gdLst/>
              <a:ahLst/>
              <a:cxnLst/>
              <a:rect l="0" t="0" r="r" b="b"/>
              <a:pathLst>
                <a:path w="21599" h="29959" stroke="0" extrusionOk="0">
                  <a:moveTo>
                    <a:pt x="7397" y="0"/>
                  </a:moveTo>
                  <a:lnTo>
                    <a:pt x="7397" y="6446"/>
                  </a:lnTo>
                  <a:lnTo>
                    <a:pt x="6446" y="7397"/>
                  </a:lnTo>
                  <a:lnTo>
                    <a:pt x="0" y="7397"/>
                  </a:lnTo>
                  <a:lnTo>
                    <a:pt x="3816" y="11214"/>
                  </a:lnTo>
                  <a:lnTo>
                    <a:pt x="3816" y="17425"/>
                  </a:lnTo>
                  <a:lnTo>
                    <a:pt x="6446" y="17425"/>
                  </a:lnTo>
                  <a:lnTo>
                    <a:pt x="7397" y="18376"/>
                  </a:lnTo>
                  <a:lnTo>
                    <a:pt x="7397" y="20771"/>
                  </a:lnTo>
                  <a:lnTo>
                    <a:pt x="5014" y="23154"/>
                  </a:lnTo>
                  <a:lnTo>
                    <a:pt x="11818" y="29959"/>
                  </a:lnTo>
                  <a:lnTo>
                    <a:pt x="17425" y="29959"/>
                  </a:lnTo>
                  <a:lnTo>
                    <a:pt x="17425" y="27329"/>
                  </a:lnTo>
                  <a:lnTo>
                    <a:pt x="19215" y="25538"/>
                  </a:lnTo>
                  <a:lnTo>
                    <a:pt x="19215" y="21957"/>
                  </a:lnTo>
                  <a:lnTo>
                    <a:pt x="21599" y="19573"/>
                  </a:lnTo>
                  <a:lnTo>
                    <a:pt x="19215" y="17189"/>
                  </a:lnTo>
                  <a:lnTo>
                    <a:pt x="19215" y="11818"/>
                  </a:lnTo>
                  <a:lnTo>
                    <a:pt x="15634" y="8237"/>
                  </a:lnTo>
                  <a:lnTo>
                    <a:pt x="15634" y="5607"/>
                  </a:lnTo>
                  <a:lnTo>
                    <a:pt x="13004" y="5607"/>
                  </a:lnTo>
                  <a:lnTo>
                    <a:pt x="7397" y="0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6073" name="Graph element 766"/>
            <p:cNvSpPr/>
            <p:nvPr/>
          </p:nvSpPr>
          <p:spPr>
            <a:xfrm>
              <a:off x="766484" y="1370139"/>
              <a:ext cx="32107" cy="25723"/>
            </a:xfrm>
            <a:custGeom>
              <a:avLst/>
              <a:gdLst/>
              <a:ahLst/>
              <a:cxnLst/>
              <a:rect l="0" t="0" r="r" b="b"/>
              <a:pathLst>
                <a:path w="32107" h="25723" stroke="0" extrusionOk="0">
                  <a:moveTo>
                    <a:pt x="15399" y="0"/>
                  </a:moveTo>
                  <a:lnTo>
                    <a:pt x="13608" y="1791"/>
                  </a:lnTo>
                  <a:lnTo>
                    <a:pt x="11818" y="1791"/>
                  </a:lnTo>
                  <a:lnTo>
                    <a:pt x="3816" y="9792"/>
                  </a:lnTo>
                  <a:lnTo>
                    <a:pt x="3816" y="13373"/>
                  </a:lnTo>
                  <a:lnTo>
                    <a:pt x="0" y="17189"/>
                  </a:lnTo>
                  <a:lnTo>
                    <a:pt x="6446" y="17189"/>
                  </a:lnTo>
                  <a:lnTo>
                    <a:pt x="8237" y="18980"/>
                  </a:lnTo>
                  <a:lnTo>
                    <a:pt x="11818" y="18980"/>
                  </a:lnTo>
                  <a:lnTo>
                    <a:pt x="18560" y="25723"/>
                  </a:lnTo>
                  <a:lnTo>
                    <a:pt x="20586" y="23697"/>
                  </a:lnTo>
                  <a:lnTo>
                    <a:pt x="19215" y="22326"/>
                  </a:lnTo>
                  <a:lnTo>
                    <a:pt x="19215" y="21722"/>
                  </a:lnTo>
                  <a:lnTo>
                    <a:pt x="21006" y="19931"/>
                  </a:lnTo>
                  <a:lnTo>
                    <a:pt x="21006" y="14560"/>
                  </a:lnTo>
                  <a:lnTo>
                    <a:pt x="24587" y="10979"/>
                  </a:lnTo>
                  <a:lnTo>
                    <a:pt x="24587" y="9188"/>
                  </a:lnTo>
                  <a:lnTo>
                    <a:pt x="27329" y="6446"/>
                  </a:lnTo>
                  <a:lnTo>
                    <a:pt x="29119" y="6446"/>
                  </a:lnTo>
                  <a:lnTo>
                    <a:pt x="30910" y="4655"/>
                  </a:lnTo>
                  <a:lnTo>
                    <a:pt x="32107" y="4655"/>
                  </a:lnTo>
                  <a:lnTo>
                    <a:pt x="32107" y="1791"/>
                  </a:lnTo>
                  <a:lnTo>
                    <a:pt x="30910" y="1791"/>
                  </a:lnTo>
                  <a:lnTo>
                    <a:pt x="29119" y="0"/>
                  </a:lnTo>
                  <a:lnTo>
                    <a:pt x="15399" y="0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6074" name="Graph element 767"/>
            <p:cNvSpPr/>
            <p:nvPr/>
          </p:nvSpPr>
          <p:spPr>
            <a:xfrm>
              <a:off x="1089020" y="1364767"/>
              <a:ext cx="58372" cy="30081"/>
            </a:xfrm>
            <a:custGeom>
              <a:avLst/>
              <a:gdLst/>
              <a:ahLst/>
              <a:cxnLst/>
              <a:rect l="0" t="0" r="r" b="b"/>
              <a:pathLst>
                <a:path w="58372" h="30081" stroke="0" extrusionOk="0">
                  <a:moveTo>
                    <a:pt x="53717" y="0"/>
                  </a:moveTo>
                  <a:lnTo>
                    <a:pt x="53717" y="4420"/>
                  </a:lnTo>
                  <a:lnTo>
                    <a:pt x="45603" y="12534"/>
                  </a:lnTo>
                  <a:lnTo>
                    <a:pt x="43813" y="12534"/>
                  </a:lnTo>
                  <a:lnTo>
                    <a:pt x="42022" y="14325"/>
                  </a:lnTo>
                  <a:lnTo>
                    <a:pt x="28884" y="14325"/>
                  </a:lnTo>
                  <a:lnTo>
                    <a:pt x="27094" y="12534"/>
                  </a:lnTo>
                  <a:lnTo>
                    <a:pt x="25303" y="12534"/>
                  </a:lnTo>
                  <a:lnTo>
                    <a:pt x="21129" y="8359"/>
                  </a:lnTo>
                  <a:lnTo>
                    <a:pt x="19338" y="10150"/>
                  </a:lnTo>
                  <a:lnTo>
                    <a:pt x="18141" y="8953"/>
                  </a:lnTo>
                  <a:lnTo>
                    <a:pt x="16350" y="8953"/>
                  </a:lnTo>
                  <a:lnTo>
                    <a:pt x="14560" y="7162"/>
                  </a:lnTo>
                  <a:lnTo>
                    <a:pt x="12769" y="7162"/>
                  </a:lnTo>
                  <a:lnTo>
                    <a:pt x="10385" y="4778"/>
                  </a:lnTo>
                  <a:lnTo>
                    <a:pt x="6211" y="8953"/>
                  </a:lnTo>
                  <a:lnTo>
                    <a:pt x="0" y="8953"/>
                  </a:lnTo>
                  <a:lnTo>
                    <a:pt x="0" y="13608"/>
                  </a:lnTo>
                  <a:lnTo>
                    <a:pt x="9792" y="13608"/>
                  </a:lnTo>
                  <a:lnTo>
                    <a:pt x="13373" y="17189"/>
                  </a:lnTo>
                  <a:lnTo>
                    <a:pt x="15164" y="17189"/>
                  </a:lnTo>
                  <a:lnTo>
                    <a:pt x="17906" y="19931"/>
                  </a:lnTo>
                  <a:lnTo>
                    <a:pt x="17906" y="21722"/>
                  </a:lnTo>
                  <a:lnTo>
                    <a:pt x="21487" y="25303"/>
                  </a:lnTo>
                  <a:lnTo>
                    <a:pt x="21487" y="30081"/>
                  </a:lnTo>
                  <a:lnTo>
                    <a:pt x="24352" y="30081"/>
                  </a:lnTo>
                  <a:lnTo>
                    <a:pt x="24352" y="20535"/>
                  </a:lnTo>
                  <a:lnTo>
                    <a:pt x="20771" y="16954"/>
                  </a:lnTo>
                  <a:lnTo>
                    <a:pt x="20771" y="12769"/>
                  </a:lnTo>
                  <a:lnTo>
                    <a:pt x="21129" y="12411"/>
                  </a:lnTo>
                  <a:lnTo>
                    <a:pt x="23277" y="14560"/>
                  </a:lnTo>
                  <a:lnTo>
                    <a:pt x="23277" y="18141"/>
                  </a:lnTo>
                  <a:lnTo>
                    <a:pt x="25068" y="19931"/>
                  </a:lnTo>
                  <a:lnTo>
                    <a:pt x="25068" y="21722"/>
                  </a:lnTo>
                  <a:lnTo>
                    <a:pt x="29488" y="26142"/>
                  </a:lnTo>
                  <a:lnTo>
                    <a:pt x="32465" y="26142"/>
                  </a:lnTo>
                  <a:lnTo>
                    <a:pt x="34256" y="24352"/>
                  </a:lnTo>
                  <a:lnTo>
                    <a:pt x="36046" y="24352"/>
                  </a:lnTo>
                  <a:lnTo>
                    <a:pt x="39628" y="20771"/>
                  </a:lnTo>
                  <a:lnTo>
                    <a:pt x="44999" y="20771"/>
                  </a:lnTo>
                  <a:lnTo>
                    <a:pt x="46790" y="18980"/>
                  </a:lnTo>
                  <a:lnTo>
                    <a:pt x="50371" y="18980"/>
                  </a:lnTo>
                  <a:lnTo>
                    <a:pt x="53952" y="15399"/>
                  </a:lnTo>
                  <a:lnTo>
                    <a:pt x="55743" y="15399"/>
                  </a:lnTo>
                  <a:lnTo>
                    <a:pt x="58372" y="12769"/>
                  </a:lnTo>
                  <a:lnTo>
                    <a:pt x="58372" y="0"/>
                  </a:lnTo>
                  <a:lnTo>
                    <a:pt x="53717" y="0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6075" name="Graph element 768"/>
            <p:cNvSpPr/>
            <p:nvPr/>
          </p:nvSpPr>
          <p:spPr>
            <a:xfrm>
              <a:off x="1015607" y="1366200"/>
              <a:ext cx="6681" cy="6804"/>
            </a:xfrm>
            <a:custGeom>
              <a:avLst/>
              <a:gdLst/>
              <a:ahLst/>
              <a:cxnLst/>
              <a:rect l="0" t="0" r="r" b="b"/>
              <a:pathLst>
                <a:path w="6681" h="6804" stroke="0" extrusionOk="0">
                  <a:moveTo>
                    <a:pt x="0" y="0"/>
                  </a:moveTo>
                  <a:lnTo>
                    <a:pt x="0" y="6804"/>
                  </a:lnTo>
                  <a:lnTo>
                    <a:pt x="6681" y="6804"/>
                  </a:lnTo>
                  <a:lnTo>
                    <a:pt x="2865" y="29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6076" name="Graph element 769"/>
            <p:cNvSpPr/>
            <p:nvPr/>
          </p:nvSpPr>
          <p:spPr>
            <a:xfrm>
              <a:off x="886452" y="1361606"/>
              <a:ext cx="7817" cy="6620"/>
            </a:xfrm>
            <a:custGeom>
              <a:avLst/>
              <a:gdLst/>
              <a:ahLst/>
              <a:cxnLst/>
              <a:rect l="0" t="0" r="r" b="b"/>
              <a:pathLst>
                <a:path w="7817" h="6620" stroke="0" extrusionOk="0">
                  <a:moveTo>
                    <a:pt x="7817" y="0"/>
                  </a:moveTo>
                  <a:lnTo>
                    <a:pt x="6446" y="1371"/>
                  </a:lnTo>
                  <a:lnTo>
                    <a:pt x="0" y="1371"/>
                  </a:lnTo>
                  <a:lnTo>
                    <a:pt x="5249" y="6620"/>
                  </a:lnTo>
                  <a:lnTo>
                    <a:pt x="7817" y="0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6077" name="Graph element 770"/>
            <p:cNvSpPr/>
            <p:nvPr/>
          </p:nvSpPr>
          <p:spPr>
            <a:xfrm>
              <a:off x="911397" y="1359395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6078" name="Graph element 771"/>
            <p:cNvSpPr/>
            <p:nvPr/>
          </p:nvSpPr>
          <p:spPr>
            <a:xfrm>
              <a:off x="902444" y="1359395"/>
              <a:ext cx="3581" cy="2865"/>
            </a:xfrm>
            <a:custGeom>
              <a:avLst/>
              <a:gdLst/>
              <a:ahLst/>
              <a:cxnLst/>
              <a:rect l="0" t="0" r="r" b="b"/>
              <a:pathLst>
                <a:path w="3581" h="2865" stroke="0" extrusionOk="0">
                  <a:moveTo>
                    <a:pt x="3581" y="2865"/>
                  </a:moveTo>
                  <a:lnTo>
                    <a:pt x="358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3581" y="2865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6079" name="Graph element 772"/>
            <p:cNvSpPr/>
            <p:nvPr/>
          </p:nvSpPr>
          <p:spPr>
            <a:xfrm>
              <a:off x="1305679" y="1350443"/>
              <a:ext cx="44048" cy="44048"/>
            </a:xfrm>
            <a:custGeom>
              <a:avLst/>
              <a:gdLst/>
              <a:ahLst/>
              <a:cxnLst/>
              <a:rect l="0" t="0" r="r" b="b"/>
              <a:pathLst>
                <a:path w="44048" h="44048" stroke="0" extrusionOk="0">
                  <a:moveTo>
                    <a:pt x="15164" y="0"/>
                  </a:moveTo>
                  <a:lnTo>
                    <a:pt x="13373" y="1791"/>
                  </a:lnTo>
                  <a:lnTo>
                    <a:pt x="11582" y="1791"/>
                  </a:lnTo>
                  <a:lnTo>
                    <a:pt x="8001" y="5372"/>
                  </a:lnTo>
                  <a:lnTo>
                    <a:pt x="6211" y="5372"/>
                  </a:lnTo>
                  <a:lnTo>
                    <a:pt x="3581" y="8001"/>
                  </a:lnTo>
                  <a:lnTo>
                    <a:pt x="3581" y="9792"/>
                  </a:lnTo>
                  <a:lnTo>
                    <a:pt x="1791" y="11582"/>
                  </a:lnTo>
                  <a:lnTo>
                    <a:pt x="1791" y="13373"/>
                  </a:lnTo>
                  <a:lnTo>
                    <a:pt x="0" y="15164"/>
                  </a:lnTo>
                  <a:lnTo>
                    <a:pt x="0" y="28884"/>
                  </a:lnTo>
                  <a:lnTo>
                    <a:pt x="1791" y="30675"/>
                  </a:lnTo>
                  <a:lnTo>
                    <a:pt x="1791" y="32465"/>
                  </a:lnTo>
                  <a:lnTo>
                    <a:pt x="9792" y="40467"/>
                  </a:lnTo>
                  <a:lnTo>
                    <a:pt x="11582" y="40467"/>
                  </a:lnTo>
                  <a:lnTo>
                    <a:pt x="13373" y="42257"/>
                  </a:lnTo>
                  <a:lnTo>
                    <a:pt x="15164" y="42257"/>
                  </a:lnTo>
                  <a:lnTo>
                    <a:pt x="16954" y="44048"/>
                  </a:lnTo>
                  <a:lnTo>
                    <a:pt x="25303" y="44048"/>
                  </a:lnTo>
                  <a:lnTo>
                    <a:pt x="27094" y="42257"/>
                  </a:lnTo>
                  <a:lnTo>
                    <a:pt x="30675" y="42257"/>
                  </a:lnTo>
                  <a:lnTo>
                    <a:pt x="34256" y="38676"/>
                  </a:lnTo>
                  <a:lnTo>
                    <a:pt x="36886" y="38676"/>
                  </a:lnTo>
                  <a:lnTo>
                    <a:pt x="36886" y="36046"/>
                  </a:lnTo>
                  <a:lnTo>
                    <a:pt x="40467" y="32465"/>
                  </a:lnTo>
                  <a:lnTo>
                    <a:pt x="40467" y="30675"/>
                  </a:lnTo>
                  <a:lnTo>
                    <a:pt x="42257" y="28884"/>
                  </a:lnTo>
                  <a:lnTo>
                    <a:pt x="42257" y="25303"/>
                  </a:lnTo>
                  <a:lnTo>
                    <a:pt x="44048" y="23513"/>
                  </a:lnTo>
                  <a:lnTo>
                    <a:pt x="44048" y="20535"/>
                  </a:lnTo>
                  <a:lnTo>
                    <a:pt x="42257" y="18745"/>
                  </a:lnTo>
                  <a:lnTo>
                    <a:pt x="42257" y="13373"/>
                  </a:lnTo>
                  <a:lnTo>
                    <a:pt x="38676" y="9792"/>
                  </a:lnTo>
                  <a:lnTo>
                    <a:pt x="38676" y="8001"/>
                  </a:lnTo>
                  <a:lnTo>
                    <a:pt x="34256" y="3581"/>
                  </a:lnTo>
                  <a:lnTo>
                    <a:pt x="32465" y="3581"/>
                  </a:lnTo>
                  <a:lnTo>
                    <a:pt x="30675" y="1791"/>
                  </a:lnTo>
                  <a:lnTo>
                    <a:pt x="28884" y="1791"/>
                  </a:lnTo>
                  <a:lnTo>
                    <a:pt x="27094" y="0"/>
                  </a:lnTo>
                  <a:lnTo>
                    <a:pt x="15164" y="0"/>
                  </a:lnTo>
                  <a:close/>
                  <a:moveTo>
                    <a:pt x="35095" y="18141"/>
                  </a:moveTo>
                  <a:lnTo>
                    <a:pt x="36046" y="17189"/>
                  </a:lnTo>
                  <a:lnTo>
                    <a:pt x="38441" y="17189"/>
                  </a:lnTo>
                  <a:lnTo>
                    <a:pt x="39392" y="18745"/>
                  </a:lnTo>
                  <a:lnTo>
                    <a:pt x="38441" y="19696"/>
                  </a:lnTo>
                  <a:lnTo>
                    <a:pt x="36046" y="19696"/>
                  </a:lnTo>
                  <a:lnTo>
                    <a:pt x="35095" y="18141"/>
                  </a:lnTo>
                  <a:close/>
                  <a:moveTo>
                    <a:pt x="20771" y="18141"/>
                  </a:moveTo>
                  <a:lnTo>
                    <a:pt x="21722" y="17189"/>
                  </a:lnTo>
                  <a:lnTo>
                    <a:pt x="24116" y="17189"/>
                  </a:lnTo>
                  <a:lnTo>
                    <a:pt x="25068" y="18745"/>
                  </a:lnTo>
                  <a:lnTo>
                    <a:pt x="24116" y="19696"/>
                  </a:lnTo>
                  <a:lnTo>
                    <a:pt x="21722" y="19696"/>
                  </a:lnTo>
                  <a:lnTo>
                    <a:pt x="20771" y="18141"/>
                  </a:lnTo>
                  <a:close/>
                  <a:moveTo>
                    <a:pt x="4655" y="18141"/>
                  </a:moveTo>
                  <a:lnTo>
                    <a:pt x="5607" y="17189"/>
                  </a:lnTo>
                  <a:lnTo>
                    <a:pt x="8001" y="17189"/>
                  </a:lnTo>
                  <a:lnTo>
                    <a:pt x="8953" y="18745"/>
                  </a:lnTo>
                  <a:lnTo>
                    <a:pt x="8001" y="19696"/>
                  </a:lnTo>
                  <a:lnTo>
                    <a:pt x="5607" y="19696"/>
                  </a:lnTo>
                  <a:lnTo>
                    <a:pt x="4655" y="18141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6080" name="Graph element 773"/>
            <p:cNvSpPr/>
            <p:nvPr/>
          </p:nvSpPr>
          <p:spPr>
            <a:xfrm>
              <a:off x="1010236" y="1334092"/>
              <a:ext cx="10620" cy="24945"/>
            </a:xfrm>
            <a:custGeom>
              <a:avLst/>
              <a:gdLst/>
              <a:ahLst/>
              <a:cxnLst/>
              <a:rect l="0" t="0" r="r" b="b"/>
              <a:pathLst>
                <a:path w="10620" h="24945" stroke="0" extrusionOk="0">
                  <a:moveTo>
                    <a:pt x="8237" y="0"/>
                  </a:moveTo>
                  <a:lnTo>
                    <a:pt x="1791" y="6446"/>
                  </a:lnTo>
                  <a:lnTo>
                    <a:pt x="1791" y="10027"/>
                  </a:lnTo>
                  <a:lnTo>
                    <a:pt x="0" y="11818"/>
                  </a:lnTo>
                  <a:lnTo>
                    <a:pt x="0" y="18376"/>
                  </a:lnTo>
                  <a:lnTo>
                    <a:pt x="1791" y="20167"/>
                  </a:lnTo>
                  <a:lnTo>
                    <a:pt x="1791" y="21957"/>
                  </a:lnTo>
                  <a:lnTo>
                    <a:pt x="3581" y="23748"/>
                  </a:lnTo>
                  <a:lnTo>
                    <a:pt x="3581" y="24945"/>
                  </a:lnTo>
                  <a:lnTo>
                    <a:pt x="6446" y="24945"/>
                  </a:lnTo>
                  <a:lnTo>
                    <a:pt x="6446" y="16586"/>
                  </a:lnTo>
                  <a:lnTo>
                    <a:pt x="8237" y="14795"/>
                  </a:lnTo>
                  <a:lnTo>
                    <a:pt x="8237" y="11214"/>
                  </a:lnTo>
                  <a:lnTo>
                    <a:pt x="10620" y="8830"/>
                  </a:lnTo>
                  <a:lnTo>
                    <a:pt x="8237" y="6446"/>
                  </a:lnTo>
                  <a:lnTo>
                    <a:pt x="8237" y="0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6081" name="Graph element 774"/>
            <p:cNvSpPr/>
            <p:nvPr/>
          </p:nvSpPr>
          <p:spPr>
            <a:xfrm>
              <a:off x="1015607" y="1316064"/>
              <a:ext cx="4655" cy="12411"/>
            </a:xfrm>
            <a:custGeom>
              <a:avLst/>
              <a:gdLst/>
              <a:ahLst/>
              <a:cxnLst/>
              <a:rect l="0" t="0" r="r" b="b"/>
              <a:pathLst>
                <a:path w="4655" h="12411" stroke="0" extrusionOk="0">
                  <a:moveTo>
                    <a:pt x="1791" y="0"/>
                  </a:moveTo>
                  <a:lnTo>
                    <a:pt x="1791" y="2988"/>
                  </a:lnTo>
                  <a:lnTo>
                    <a:pt x="0" y="4778"/>
                  </a:lnTo>
                  <a:lnTo>
                    <a:pt x="0" y="7756"/>
                  </a:lnTo>
                  <a:lnTo>
                    <a:pt x="4655" y="12411"/>
                  </a:lnTo>
                  <a:lnTo>
                    <a:pt x="1791" y="0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6082" name="Graph element 775"/>
            <p:cNvSpPr/>
            <p:nvPr/>
          </p:nvSpPr>
          <p:spPr>
            <a:xfrm>
              <a:off x="1023189" y="1297145"/>
              <a:ext cx="9188" cy="7397"/>
            </a:xfrm>
            <a:custGeom>
              <a:avLst/>
              <a:gdLst/>
              <a:ahLst/>
              <a:cxnLst/>
              <a:rect l="0" t="0" r="r" b="b"/>
              <a:pathLst>
                <a:path w="9188" h="7397" stroke="0" extrusionOk="0">
                  <a:moveTo>
                    <a:pt x="0" y="5372"/>
                  </a:moveTo>
                  <a:lnTo>
                    <a:pt x="2026" y="7397"/>
                  </a:lnTo>
                  <a:lnTo>
                    <a:pt x="5187" y="4236"/>
                  </a:lnTo>
                  <a:lnTo>
                    <a:pt x="6978" y="4236"/>
                  </a:lnTo>
                  <a:lnTo>
                    <a:pt x="9188" y="2026"/>
                  </a:lnTo>
                  <a:lnTo>
                    <a:pt x="7162" y="0"/>
                  </a:lnTo>
                  <a:lnTo>
                    <a:pt x="5791" y="1371"/>
                  </a:lnTo>
                  <a:lnTo>
                    <a:pt x="4001" y="1371"/>
                  </a:lnTo>
                  <a:lnTo>
                    <a:pt x="0" y="5372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6083" name="Graph element 776"/>
            <p:cNvSpPr/>
            <p:nvPr/>
          </p:nvSpPr>
          <p:spPr>
            <a:xfrm>
              <a:off x="1012026" y="1221522"/>
              <a:ext cx="37121" cy="35095"/>
            </a:xfrm>
            <a:custGeom>
              <a:avLst/>
              <a:gdLst/>
              <a:ahLst/>
              <a:cxnLst/>
              <a:rect l="0" t="0" r="r" b="b"/>
              <a:pathLst>
                <a:path w="37121" h="35095" stroke="0" extrusionOk="0">
                  <a:moveTo>
                    <a:pt x="13373" y="0"/>
                  </a:moveTo>
                  <a:lnTo>
                    <a:pt x="11582" y="1791"/>
                  </a:lnTo>
                  <a:lnTo>
                    <a:pt x="9792" y="1791"/>
                  </a:lnTo>
                  <a:lnTo>
                    <a:pt x="8001" y="3581"/>
                  </a:lnTo>
                  <a:lnTo>
                    <a:pt x="6211" y="3581"/>
                  </a:lnTo>
                  <a:lnTo>
                    <a:pt x="3581" y="6211"/>
                  </a:lnTo>
                  <a:lnTo>
                    <a:pt x="3581" y="8001"/>
                  </a:lnTo>
                  <a:lnTo>
                    <a:pt x="0" y="11582"/>
                  </a:lnTo>
                  <a:lnTo>
                    <a:pt x="0" y="23513"/>
                  </a:lnTo>
                  <a:lnTo>
                    <a:pt x="1791" y="25303"/>
                  </a:lnTo>
                  <a:lnTo>
                    <a:pt x="1791" y="27094"/>
                  </a:lnTo>
                  <a:lnTo>
                    <a:pt x="8001" y="33304"/>
                  </a:lnTo>
                  <a:lnTo>
                    <a:pt x="9792" y="33304"/>
                  </a:lnTo>
                  <a:lnTo>
                    <a:pt x="11582" y="35095"/>
                  </a:lnTo>
                  <a:lnTo>
                    <a:pt x="22561" y="35095"/>
                  </a:lnTo>
                  <a:lnTo>
                    <a:pt x="22561" y="32465"/>
                  </a:lnTo>
                  <a:lnTo>
                    <a:pt x="24352" y="30675"/>
                  </a:lnTo>
                  <a:lnTo>
                    <a:pt x="24352" y="19931"/>
                  </a:lnTo>
                  <a:lnTo>
                    <a:pt x="25303" y="18980"/>
                  </a:lnTo>
                  <a:lnTo>
                    <a:pt x="30675" y="18980"/>
                  </a:lnTo>
                  <a:lnTo>
                    <a:pt x="32465" y="17189"/>
                  </a:lnTo>
                  <a:lnTo>
                    <a:pt x="37121" y="17189"/>
                  </a:lnTo>
                  <a:lnTo>
                    <a:pt x="33304" y="13373"/>
                  </a:lnTo>
                  <a:lnTo>
                    <a:pt x="33304" y="9792"/>
                  </a:lnTo>
                  <a:lnTo>
                    <a:pt x="30675" y="7162"/>
                  </a:lnTo>
                  <a:lnTo>
                    <a:pt x="25303" y="7162"/>
                  </a:lnTo>
                  <a:lnTo>
                    <a:pt x="24352" y="6211"/>
                  </a:lnTo>
                  <a:lnTo>
                    <a:pt x="24352" y="1791"/>
                  </a:lnTo>
                  <a:lnTo>
                    <a:pt x="21722" y="1791"/>
                  </a:lnTo>
                  <a:lnTo>
                    <a:pt x="19931" y="0"/>
                  </a:lnTo>
                  <a:lnTo>
                    <a:pt x="13373" y="0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6084" name="Graph element 777"/>
            <p:cNvSpPr/>
            <p:nvPr/>
          </p:nvSpPr>
          <p:spPr>
            <a:xfrm>
              <a:off x="2063087" y="1187501"/>
              <a:ext cx="40467" cy="42257"/>
            </a:xfrm>
            <a:custGeom>
              <a:avLst/>
              <a:gdLst/>
              <a:ahLst/>
              <a:cxnLst/>
              <a:rect l="0" t="0" r="r" b="b"/>
              <a:pathLst>
                <a:path w="40467" h="42257" stroke="0" extrusionOk="0">
                  <a:moveTo>
                    <a:pt x="18745" y="0"/>
                  </a:moveTo>
                  <a:lnTo>
                    <a:pt x="16954" y="1791"/>
                  </a:lnTo>
                  <a:lnTo>
                    <a:pt x="11582" y="1791"/>
                  </a:lnTo>
                  <a:lnTo>
                    <a:pt x="8001" y="5372"/>
                  </a:lnTo>
                  <a:lnTo>
                    <a:pt x="5372" y="5372"/>
                  </a:lnTo>
                  <a:lnTo>
                    <a:pt x="5372" y="8001"/>
                  </a:lnTo>
                  <a:lnTo>
                    <a:pt x="1791" y="11582"/>
                  </a:lnTo>
                  <a:lnTo>
                    <a:pt x="1791" y="13373"/>
                  </a:lnTo>
                  <a:lnTo>
                    <a:pt x="0" y="15164"/>
                  </a:lnTo>
                  <a:lnTo>
                    <a:pt x="0" y="27094"/>
                  </a:lnTo>
                  <a:lnTo>
                    <a:pt x="1791" y="28884"/>
                  </a:lnTo>
                  <a:lnTo>
                    <a:pt x="1791" y="30675"/>
                  </a:lnTo>
                  <a:lnTo>
                    <a:pt x="3581" y="32465"/>
                  </a:lnTo>
                  <a:lnTo>
                    <a:pt x="3581" y="34256"/>
                  </a:lnTo>
                  <a:lnTo>
                    <a:pt x="6211" y="36886"/>
                  </a:lnTo>
                  <a:lnTo>
                    <a:pt x="8001" y="36886"/>
                  </a:lnTo>
                  <a:lnTo>
                    <a:pt x="11582" y="40467"/>
                  </a:lnTo>
                  <a:lnTo>
                    <a:pt x="15164" y="40467"/>
                  </a:lnTo>
                  <a:lnTo>
                    <a:pt x="16954" y="42257"/>
                  </a:lnTo>
                  <a:lnTo>
                    <a:pt x="23513" y="42257"/>
                  </a:lnTo>
                  <a:lnTo>
                    <a:pt x="25303" y="40467"/>
                  </a:lnTo>
                  <a:lnTo>
                    <a:pt x="28884" y="40467"/>
                  </a:lnTo>
                  <a:lnTo>
                    <a:pt x="32465" y="36886"/>
                  </a:lnTo>
                  <a:lnTo>
                    <a:pt x="35095" y="36886"/>
                  </a:lnTo>
                  <a:lnTo>
                    <a:pt x="35095" y="34256"/>
                  </a:lnTo>
                  <a:lnTo>
                    <a:pt x="38676" y="30675"/>
                  </a:lnTo>
                  <a:lnTo>
                    <a:pt x="38676" y="28884"/>
                  </a:lnTo>
                  <a:lnTo>
                    <a:pt x="40467" y="27094"/>
                  </a:lnTo>
                  <a:lnTo>
                    <a:pt x="40467" y="15164"/>
                  </a:lnTo>
                  <a:lnTo>
                    <a:pt x="38676" y="13373"/>
                  </a:lnTo>
                  <a:lnTo>
                    <a:pt x="38676" y="11582"/>
                  </a:lnTo>
                  <a:lnTo>
                    <a:pt x="30675" y="3581"/>
                  </a:lnTo>
                  <a:lnTo>
                    <a:pt x="28884" y="3581"/>
                  </a:lnTo>
                  <a:lnTo>
                    <a:pt x="27094" y="1791"/>
                  </a:lnTo>
                  <a:lnTo>
                    <a:pt x="23513" y="1791"/>
                  </a:lnTo>
                  <a:lnTo>
                    <a:pt x="21722" y="0"/>
                  </a:lnTo>
                  <a:lnTo>
                    <a:pt x="18745" y="0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6085" name="Graph element 778"/>
            <p:cNvSpPr/>
            <p:nvPr/>
          </p:nvSpPr>
          <p:spPr>
            <a:xfrm>
              <a:off x="1019188" y="1153245"/>
              <a:ext cx="17425" cy="28761"/>
            </a:xfrm>
            <a:custGeom>
              <a:avLst/>
              <a:gdLst/>
              <a:ahLst/>
              <a:cxnLst/>
              <a:rect l="0" t="0" r="r" b="b"/>
              <a:pathLst>
                <a:path w="17425" h="28761" stroke="0" extrusionOk="0">
                  <a:moveTo>
                    <a:pt x="6446" y="0"/>
                  </a:moveTo>
                  <a:lnTo>
                    <a:pt x="1791" y="4655"/>
                  </a:lnTo>
                  <a:lnTo>
                    <a:pt x="1791" y="6446"/>
                  </a:lnTo>
                  <a:lnTo>
                    <a:pt x="0" y="8237"/>
                  </a:lnTo>
                  <a:lnTo>
                    <a:pt x="0" y="18376"/>
                  </a:lnTo>
                  <a:lnTo>
                    <a:pt x="1791" y="20167"/>
                  </a:lnTo>
                  <a:lnTo>
                    <a:pt x="1791" y="21957"/>
                  </a:lnTo>
                  <a:lnTo>
                    <a:pt x="8595" y="28761"/>
                  </a:lnTo>
                  <a:lnTo>
                    <a:pt x="12769" y="24587"/>
                  </a:lnTo>
                  <a:lnTo>
                    <a:pt x="17425" y="24587"/>
                  </a:lnTo>
                  <a:lnTo>
                    <a:pt x="8237" y="15399"/>
                  </a:lnTo>
                  <a:lnTo>
                    <a:pt x="8237" y="11818"/>
                  </a:lnTo>
                  <a:lnTo>
                    <a:pt x="6446" y="10027"/>
                  </a:lnTo>
                  <a:lnTo>
                    <a:pt x="6446" y="0"/>
                  </a:lnTo>
                  <a:close/>
                </a:path>
              </a:pathLst>
            </a:custGeom>
            <a:solidFill>
              <a:srgbClr val="C7C6C9"/>
            </a:solidFill>
            <a:ln>
              <a:noFill/>
            </a:ln>
          </p:spPr>
        </p:sp>
        <p:sp>
          <p:nvSpPr>
            <p:cNvPr id="16086" name="Graph element 779"/>
            <p:cNvSpPr/>
            <p:nvPr/>
          </p:nvSpPr>
          <p:spPr>
            <a:xfrm>
              <a:off x="879944" y="1617656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C7C6C8"/>
            </a:solidFill>
            <a:ln>
              <a:noFill/>
            </a:ln>
          </p:spPr>
        </p:sp>
        <p:sp>
          <p:nvSpPr>
            <p:cNvPr id="16087" name="Graph element 780"/>
            <p:cNvSpPr/>
            <p:nvPr/>
          </p:nvSpPr>
          <p:spPr>
            <a:xfrm>
              <a:off x="865620" y="1608703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C7C6C8"/>
            </a:solidFill>
            <a:ln>
              <a:noFill/>
            </a:ln>
          </p:spPr>
        </p:sp>
        <p:sp>
          <p:nvSpPr>
            <p:cNvPr id="16088" name="Graph element 781"/>
            <p:cNvSpPr/>
            <p:nvPr/>
          </p:nvSpPr>
          <p:spPr>
            <a:xfrm>
              <a:off x="1089440" y="1605122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8"/>
            </a:solidFill>
            <a:ln>
              <a:noFill/>
            </a:ln>
          </p:spPr>
        </p:sp>
        <p:sp>
          <p:nvSpPr>
            <p:cNvPr id="16089" name="Graph element 782"/>
            <p:cNvSpPr/>
            <p:nvPr/>
          </p:nvSpPr>
          <p:spPr>
            <a:xfrm>
              <a:off x="860248" y="1601541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C7C6C8"/>
            </a:solidFill>
            <a:ln>
              <a:noFill/>
            </a:ln>
          </p:spPr>
        </p:sp>
        <p:sp>
          <p:nvSpPr>
            <p:cNvPr id="16090" name="Graph element 783"/>
            <p:cNvSpPr/>
            <p:nvPr/>
          </p:nvSpPr>
          <p:spPr>
            <a:xfrm>
              <a:off x="1074338" y="1588587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C7C6C8"/>
            </a:solidFill>
            <a:ln>
              <a:noFill/>
            </a:ln>
          </p:spPr>
        </p:sp>
        <p:sp>
          <p:nvSpPr>
            <p:cNvPr id="16091" name="Graph element 784"/>
            <p:cNvSpPr/>
            <p:nvPr/>
          </p:nvSpPr>
          <p:spPr>
            <a:xfrm>
              <a:off x="980216" y="1583635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C7C6C8"/>
            </a:solidFill>
            <a:ln>
              <a:noFill/>
            </a:ln>
          </p:spPr>
        </p:sp>
        <p:sp>
          <p:nvSpPr>
            <p:cNvPr id="16092" name="Graph element 785"/>
            <p:cNvSpPr/>
            <p:nvPr/>
          </p:nvSpPr>
          <p:spPr>
            <a:xfrm>
              <a:off x="1083649" y="1573905"/>
              <a:ext cx="4236" cy="4594"/>
            </a:xfrm>
            <a:custGeom>
              <a:avLst/>
              <a:gdLst/>
              <a:ahLst/>
              <a:cxnLst/>
              <a:rect l="0" t="0" r="r" b="b"/>
              <a:pathLst>
                <a:path w="4236" h="4594" stroke="0" extrusionOk="0">
                  <a:moveTo>
                    <a:pt x="0" y="2384"/>
                  </a:moveTo>
                  <a:lnTo>
                    <a:pt x="2210" y="4594"/>
                  </a:lnTo>
                  <a:lnTo>
                    <a:pt x="4236" y="2568"/>
                  </a:lnTo>
                  <a:lnTo>
                    <a:pt x="2865" y="1197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2384"/>
                  </a:lnTo>
                  <a:close/>
                </a:path>
              </a:pathLst>
            </a:custGeom>
            <a:solidFill>
              <a:srgbClr val="C7C6C8"/>
            </a:solidFill>
            <a:ln>
              <a:noFill/>
            </a:ln>
          </p:spPr>
        </p:sp>
        <p:sp>
          <p:nvSpPr>
            <p:cNvPr id="16093" name="Graph element 786"/>
            <p:cNvSpPr/>
            <p:nvPr/>
          </p:nvSpPr>
          <p:spPr>
            <a:xfrm>
              <a:off x="1112717" y="1562149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8"/>
            </a:solidFill>
            <a:ln>
              <a:noFill/>
            </a:ln>
          </p:spPr>
        </p:sp>
        <p:sp>
          <p:nvSpPr>
            <p:cNvPr id="16094" name="Graph element 787"/>
            <p:cNvSpPr/>
            <p:nvPr/>
          </p:nvSpPr>
          <p:spPr>
            <a:xfrm>
              <a:off x="1122683" y="1558148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C7C6C8"/>
            </a:solidFill>
            <a:ln>
              <a:noFill/>
            </a:ln>
          </p:spPr>
        </p:sp>
        <p:sp>
          <p:nvSpPr>
            <p:cNvPr id="16095" name="Graph element 788"/>
            <p:cNvSpPr/>
            <p:nvPr/>
          </p:nvSpPr>
          <p:spPr>
            <a:xfrm>
              <a:off x="799369" y="1551405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8"/>
            </a:solidFill>
            <a:ln>
              <a:noFill/>
            </a:ln>
          </p:spPr>
        </p:sp>
        <p:sp>
          <p:nvSpPr>
            <p:cNvPr id="16096" name="Graph element 789"/>
            <p:cNvSpPr/>
            <p:nvPr/>
          </p:nvSpPr>
          <p:spPr>
            <a:xfrm>
              <a:off x="987378" y="1547824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8"/>
            </a:solidFill>
            <a:ln>
              <a:noFill/>
            </a:ln>
          </p:spPr>
        </p:sp>
        <p:sp>
          <p:nvSpPr>
            <p:cNvPr id="16097" name="Graph element 790"/>
            <p:cNvSpPr/>
            <p:nvPr/>
          </p:nvSpPr>
          <p:spPr>
            <a:xfrm>
              <a:off x="813274" y="1545256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8"/>
            </a:solidFill>
            <a:ln>
              <a:noFill/>
            </a:ln>
          </p:spPr>
        </p:sp>
        <p:sp>
          <p:nvSpPr>
            <p:cNvPr id="16098" name="Graph element 791"/>
            <p:cNvSpPr/>
            <p:nvPr/>
          </p:nvSpPr>
          <p:spPr>
            <a:xfrm>
              <a:off x="1155691" y="1542452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8"/>
            </a:solidFill>
            <a:ln>
              <a:noFill/>
            </a:ln>
          </p:spPr>
        </p:sp>
        <p:sp>
          <p:nvSpPr>
            <p:cNvPr id="16099" name="Graph element 792"/>
            <p:cNvSpPr/>
            <p:nvPr/>
          </p:nvSpPr>
          <p:spPr>
            <a:xfrm>
              <a:off x="990539" y="1543465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8"/>
            </a:solidFill>
            <a:ln>
              <a:noFill/>
            </a:ln>
          </p:spPr>
        </p:sp>
        <p:sp>
          <p:nvSpPr>
            <p:cNvPr id="16100" name="Graph element 793"/>
            <p:cNvSpPr/>
            <p:nvPr/>
          </p:nvSpPr>
          <p:spPr>
            <a:xfrm>
              <a:off x="974424" y="1541675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8"/>
            </a:solidFill>
            <a:ln>
              <a:noFill/>
            </a:ln>
          </p:spPr>
        </p:sp>
        <p:sp>
          <p:nvSpPr>
            <p:cNvPr id="16101" name="Graph element 794"/>
            <p:cNvSpPr/>
            <p:nvPr/>
          </p:nvSpPr>
          <p:spPr>
            <a:xfrm>
              <a:off x="852073" y="1540662"/>
              <a:ext cx="4829" cy="5607"/>
            </a:xfrm>
            <a:custGeom>
              <a:avLst/>
              <a:gdLst/>
              <a:ahLst/>
              <a:cxnLst/>
              <a:rect l="0" t="0" r="r" b="b"/>
              <a:pathLst>
                <a:path w="4829" h="5607" stroke="0" extrusionOk="0">
                  <a:moveTo>
                    <a:pt x="0" y="2803"/>
                  </a:moveTo>
                  <a:lnTo>
                    <a:pt x="2803" y="5607"/>
                  </a:lnTo>
                  <a:lnTo>
                    <a:pt x="4829" y="3581"/>
                  </a:lnTo>
                  <a:lnTo>
                    <a:pt x="4052" y="2803"/>
                  </a:lnTo>
                  <a:lnTo>
                    <a:pt x="4829" y="2026"/>
                  </a:lnTo>
                  <a:lnTo>
                    <a:pt x="2803" y="0"/>
                  </a:lnTo>
                  <a:lnTo>
                    <a:pt x="0" y="2803"/>
                  </a:lnTo>
                  <a:close/>
                </a:path>
              </a:pathLst>
            </a:custGeom>
            <a:solidFill>
              <a:srgbClr val="C7C6C8"/>
            </a:solidFill>
            <a:ln>
              <a:noFill/>
            </a:ln>
          </p:spPr>
        </p:sp>
        <p:sp>
          <p:nvSpPr>
            <p:cNvPr id="16102" name="Graph element 795"/>
            <p:cNvSpPr/>
            <p:nvPr/>
          </p:nvSpPr>
          <p:spPr>
            <a:xfrm>
              <a:off x="845923" y="1528128"/>
              <a:ext cx="4594" cy="4236"/>
            </a:xfrm>
            <a:custGeom>
              <a:avLst/>
              <a:gdLst/>
              <a:ahLst/>
              <a:cxnLst/>
              <a:rect l="0" t="0" r="r" b="b"/>
              <a:pathLst>
                <a:path w="4594" h="4236" stroke="0" extrusionOk="0">
                  <a:moveTo>
                    <a:pt x="2210" y="4236"/>
                  </a:moveTo>
                  <a:lnTo>
                    <a:pt x="4594" y="4236"/>
                  </a:lnTo>
                  <a:lnTo>
                    <a:pt x="4594" y="1371"/>
                  </a:lnTo>
                  <a:lnTo>
                    <a:pt x="3397" y="137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2210" y="4236"/>
                  </a:lnTo>
                  <a:close/>
                </a:path>
              </a:pathLst>
            </a:custGeom>
            <a:solidFill>
              <a:srgbClr val="C7C6C8"/>
            </a:solidFill>
            <a:ln>
              <a:noFill/>
            </a:ln>
          </p:spPr>
        </p:sp>
        <p:sp>
          <p:nvSpPr>
            <p:cNvPr id="16103" name="Graph element 796"/>
            <p:cNvSpPr/>
            <p:nvPr/>
          </p:nvSpPr>
          <p:spPr>
            <a:xfrm>
              <a:off x="1157062" y="152735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8"/>
            </a:solidFill>
            <a:ln>
              <a:noFill/>
            </a:ln>
          </p:spPr>
        </p:sp>
        <p:sp>
          <p:nvSpPr>
            <p:cNvPr id="16104" name="Graph element 797"/>
            <p:cNvSpPr/>
            <p:nvPr/>
          </p:nvSpPr>
          <p:spPr>
            <a:xfrm>
              <a:off x="992750" y="1524547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8"/>
            </a:solidFill>
            <a:ln>
              <a:noFill/>
            </a:ln>
          </p:spPr>
        </p:sp>
        <p:sp>
          <p:nvSpPr>
            <p:cNvPr id="16105" name="Graph element 798"/>
            <p:cNvSpPr/>
            <p:nvPr/>
          </p:nvSpPr>
          <p:spPr>
            <a:xfrm>
              <a:off x="827240" y="1524127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C7C6C8"/>
            </a:solidFill>
            <a:ln>
              <a:noFill/>
            </a:ln>
          </p:spPr>
        </p:sp>
        <p:sp>
          <p:nvSpPr>
            <p:cNvPr id="16106" name="Graph element 799"/>
            <p:cNvSpPr/>
            <p:nvPr/>
          </p:nvSpPr>
          <p:spPr>
            <a:xfrm>
              <a:off x="1187921" y="1519175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C7C6C8"/>
            </a:solidFill>
            <a:ln>
              <a:noFill/>
            </a:ln>
          </p:spPr>
        </p:sp>
        <p:sp>
          <p:nvSpPr>
            <p:cNvPr id="16107" name="Graph element 800"/>
            <p:cNvSpPr/>
            <p:nvPr/>
          </p:nvSpPr>
          <p:spPr>
            <a:xfrm>
              <a:off x="1161062" y="1519175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8"/>
            </a:solidFill>
            <a:ln>
              <a:noFill/>
            </a:ln>
          </p:spPr>
        </p:sp>
        <p:sp>
          <p:nvSpPr>
            <p:cNvPr id="16108" name="Graph element 801"/>
            <p:cNvSpPr/>
            <p:nvPr/>
          </p:nvSpPr>
          <p:spPr>
            <a:xfrm>
              <a:off x="804740" y="1517385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8"/>
            </a:solidFill>
            <a:ln>
              <a:noFill/>
            </a:ln>
          </p:spPr>
        </p:sp>
        <p:sp>
          <p:nvSpPr>
            <p:cNvPr id="16109" name="Graph element 802"/>
            <p:cNvSpPr/>
            <p:nvPr/>
          </p:nvSpPr>
          <p:spPr>
            <a:xfrm>
              <a:off x="824437" y="1515594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C7C6C8"/>
            </a:solidFill>
            <a:ln>
              <a:noFill/>
            </a:ln>
          </p:spPr>
        </p:sp>
        <p:sp>
          <p:nvSpPr>
            <p:cNvPr id="16110" name="Graph element 803"/>
            <p:cNvSpPr/>
            <p:nvPr/>
          </p:nvSpPr>
          <p:spPr>
            <a:xfrm>
              <a:off x="1095825" y="1513384"/>
              <a:ext cx="6804" cy="6681"/>
            </a:xfrm>
            <a:custGeom>
              <a:avLst/>
              <a:gdLst/>
              <a:ahLst/>
              <a:cxnLst/>
              <a:rect l="0" t="0" r="r" b="b"/>
              <a:pathLst>
                <a:path w="6804" h="6681" stroke="0" extrusionOk="0">
                  <a:moveTo>
                    <a:pt x="0" y="2865"/>
                  </a:moveTo>
                  <a:lnTo>
                    <a:pt x="2988" y="2865"/>
                  </a:lnTo>
                  <a:lnTo>
                    <a:pt x="6804" y="6681"/>
                  </a:lnTo>
                  <a:lnTo>
                    <a:pt x="6804" y="0"/>
                  </a:lnTo>
                  <a:lnTo>
                    <a:pt x="0" y="2865"/>
                  </a:lnTo>
                  <a:close/>
                </a:path>
              </a:pathLst>
            </a:custGeom>
            <a:solidFill>
              <a:srgbClr val="C7C6C8"/>
            </a:solidFill>
            <a:ln>
              <a:noFill/>
            </a:ln>
          </p:spPr>
        </p:sp>
        <p:sp>
          <p:nvSpPr>
            <p:cNvPr id="16111" name="Graph element 804"/>
            <p:cNvSpPr/>
            <p:nvPr/>
          </p:nvSpPr>
          <p:spPr>
            <a:xfrm>
              <a:off x="851295" y="1512013"/>
              <a:ext cx="4594" cy="4236"/>
            </a:xfrm>
            <a:custGeom>
              <a:avLst/>
              <a:gdLst/>
              <a:ahLst/>
              <a:cxnLst/>
              <a:rect l="0" t="0" r="r" b="b"/>
              <a:pathLst>
                <a:path w="4594" h="4236" stroke="0" extrusionOk="0">
                  <a:moveTo>
                    <a:pt x="2210" y="4236"/>
                  </a:moveTo>
                  <a:lnTo>
                    <a:pt x="4594" y="4236"/>
                  </a:lnTo>
                  <a:lnTo>
                    <a:pt x="4594" y="1371"/>
                  </a:lnTo>
                  <a:lnTo>
                    <a:pt x="3397" y="137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2210" y="4236"/>
                  </a:lnTo>
                  <a:close/>
                </a:path>
              </a:pathLst>
            </a:custGeom>
            <a:solidFill>
              <a:srgbClr val="C7C6C8"/>
            </a:solidFill>
            <a:ln>
              <a:noFill/>
            </a:ln>
          </p:spPr>
        </p:sp>
        <p:sp>
          <p:nvSpPr>
            <p:cNvPr id="16112" name="Graph element 805"/>
            <p:cNvSpPr/>
            <p:nvPr/>
          </p:nvSpPr>
          <p:spPr>
            <a:xfrm>
              <a:off x="809693" y="1511235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8"/>
            </a:solidFill>
            <a:ln>
              <a:noFill/>
            </a:ln>
          </p:spPr>
        </p:sp>
        <p:sp>
          <p:nvSpPr>
            <p:cNvPr id="16113" name="Graph element 806"/>
            <p:cNvSpPr/>
            <p:nvPr/>
          </p:nvSpPr>
          <p:spPr>
            <a:xfrm>
              <a:off x="969472" y="1508432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C7C6C8"/>
            </a:solidFill>
            <a:ln>
              <a:noFill/>
            </a:ln>
          </p:spPr>
        </p:sp>
        <p:sp>
          <p:nvSpPr>
            <p:cNvPr id="16114" name="Graph element 807"/>
            <p:cNvSpPr/>
            <p:nvPr/>
          </p:nvSpPr>
          <p:spPr>
            <a:xfrm>
              <a:off x="1083291" y="1506222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C7C6C8"/>
            </a:solidFill>
            <a:ln>
              <a:noFill/>
            </a:ln>
          </p:spPr>
        </p:sp>
        <p:sp>
          <p:nvSpPr>
            <p:cNvPr id="16115" name="Graph element 808"/>
            <p:cNvSpPr/>
            <p:nvPr/>
          </p:nvSpPr>
          <p:spPr>
            <a:xfrm>
              <a:off x="1071115" y="1502282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8"/>
            </a:solidFill>
            <a:ln>
              <a:noFill/>
            </a:ln>
          </p:spPr>
        </p:sp>
        <p:sp>
          <p:nvSpPr>
            <p:cNvPr id="16116" name="Graph element 809"/>
            <p:cNvSpPr/>
            <p:nvPr/>
          </p:nvSpPr>
          <p:spPr>
            <a:xfrm>
              <a:off x="964101" y="1501269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3581" y="5607"/>
                  </a:moveTo>
                  <a:lnTo>
                    <a:pt x="5607" y="358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3581" y="5607"/>
                  </a:lnTo>
                  <a:close/>
                </a:path>
              </a:pathLst>
            </a:custGeom>
            <a:solidFill>
              <a:srgbClr val="C7C6C8"/>
            </a:solidFill>
            <a:ln>
              <a:noFill/>
            </a:ln>
          </p:spPr>
        </p:sp>
        <p:sp>
          <p:nvSpPr>
            <p:cNvPr id="16117" name="Graph element 810"/>
            <p:cNvSpPr/>
            <p:nvPr/>
          </p:nvSpPr>
          <p:spPr>
            <a:xfrm>
              <a:off x="756395" y="1501269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C7C6C8"/>
            </a:solidFill>
            <a:ln>
              <a:noFill/>
            </a:ln>
          </p:spPr>
        </p:sp>
        <p:sp>
          <p:nvSpPr>
            <p:cNvPr id="16118" name="Graph element 811"/>
            <p:cNvSpPr/>
            <p:nvPr/>
          </p:nvSpPr>
          <p:spPr>
            <a:xfrm>
              <a:off x="1092602" y="1500492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8"/>
            </a:solidFill>
            <a:ln>
              <a:noFill/>
            </a:ln>
          </p:spPr>
        </p:sp>
        <p:sp>
          <p:nvSpPr>
            <p:cNvPr id="16119" name="Graph element 812"/>
            <p:cNvSpPr/>
            <p:nvPr/>
          </p:nvSpPr>
          <p:spPr>
            <a:xfrm>
              <a:off x="808322" y="1494107"/>
              <a:ext cx="4236" cy="4594"/>
            </a:xfrm>
            <a:custGeom>
              <a:avLst/>
              <a:gdLst/>
              <a:ahLst/>
              <a:cxnLst/>
              <a:rect l="0" t="0" r="r" b="b"/>
              <a:pathLst>
                <a:path w="4236" h="4594" stroke="0" extrusionOk="0">
                  <a:moveTo>
                    <a:pt x="1371" y="3397"/>
                  </a:moveTo>
                  <a:lnTo>
                    <a:pt x="1371" y="4594"/>
                  </a:lnTo>
                  <a:lnTo>
                    <a:pt x="4236" y="4594"/>
                  </a:lnTo>
                  <a:lnTo>
                    <a:pt x="4236" y="2210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371" y="3397"/>
                  </a:lnTo>
                  <a:close/>
                </a:path>
              </a:pathLst>
            </a:custGeom>
            <a:solidFill>
              <a:srgbClr val="C7C6C8"/>
            </a:solidFill>
            <a:ln>
              <a:noFill/>
            </a:ln>
          </p:spPr>
        </p:sp>
        <p:sp>
          <p:nvSpPr>
            <p:cNvPr id="16120" name="Graph element 813"/>
            <p:cNvSpPr/>
            <p:nvPr/>
          </p:nvSpPr>
          <p:spPr>
            <a:xfrm>
              <a:off x="763138" y="1493688"/>
              <a:ext cx="6681" cy="6681"/>
            </a:xfrm>
            <a:custGeom>
              <a:avLst/>
              <a:gdLst/>
              <a:ahLst/>
              <a:cxnLst/>
              <a:rect l="0" t="0" r="r" b="b"/>
              <a:pathLst>
                <a:path w="6681" h="6681" stroke="0" extrusionOk="0">
                  <a:moveTo>
                    <a:pt x="0" y="0"/>
                  </a:moveTo>
                  <a:lnTo>
                    <a:pt x="0" y="6681"/>
                  </a:lnTo>
                  <a:lnTo>
                    <a:pt x="668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7C6C8"/>
            </a:solidFill>
            <a:ln>
              <a:noFill/>
            </a:ln>
          </p:spPr>
        </p:sp>
        <p:sp>
          <p:nvSpPr>
            <p:cNvPr id="16121" name="Graph element 814"/>
            <p:cNvSpPr/>
            <p:nvPr/>
          </p:nvSpPr>
          <p:spPr>
            <a:xfrm>
              <a:off x="767139" y="1488735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8"/>
            </a:solidFill>
            <a:ln>
              <a:noFill/>
            </a:ln>
          </p:spPr>
        </p:sp>
        <p:sp>
          <p:nvSpPr>
            <p:cNvPr id="16122" name="Graph element 815"/>
            <p:cNvSpPr/>
            <p:nvPr/>
          </p:nvSpPr>
          <p:spPr>
            <a:xfrm>
              <a:off x="802950" y="1486945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3581" y="5607"/>
                  </a:moveTo>
                  <a:lnTo>
                    <a:pt x="5607" y="358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3581" y="5607"/>
                  </a:lnTo>
                  <a:close/>
                </a:path>
              </a:pathLst>
            </a:custGeom>
            <a:solidFill>
              <a:srgbClr val="C7C6C8"/>
            </a:solidFill>
            <a:ln>
              <a:noFill/>
            </a:ln>
          </p:spPr>
        </p:sp>
        <p:sp>
          <p:nvSpPr>
            <p:cNvPr id="16123" name="Graph element 816"/>
            <p:cNvSpPr/>
            <p:nvPr/>
          </p:nvSpPr>
          <p:spPr>
            <a:xfrm>
              <a:off x="818645" y="1484377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8"/>
            </a:solidFill>
            <a:ln>
              <a:noFill/>
            </a:ln>
          </p:spPr>
        </p:sp>
        <p:sp>
          <p:nvSpPr>
            <p:cNvPr id="16124" name="Graph element 817"/>
            <p:cNvSpPr/>
            <p:nvPr/>
          </p:nvSpPr>
          <p:spPr>
            <a:xfrm>
              <a:off x="780685" y="1481154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C7C6C8"/>
            </a:solidFill>
            <a:ln>
              <a:noFill/>
            </a:ln>
          </p:spPr>
        </p:sp>
        <p:sp>
          <p:nvSpPr>
            <p:cNvPr id="16125" name="Graph element 818"/>
            <p:cNvSpPr/>
            <p:nvPr/>
          </p:nvSpPr>
          <p:spPr>
            <a:xfrm>
              <a:off x="1078042" y="1471966"/>
              <a:ext cx="6681" cy="6681"/>
            </a:xfrm>
            <a:custGeom>
              <a:avLst/>
              <a:gdLst/>
              <a:ahLst/>
              <a:cxnLst/>
              <a:rect l="0" t="0" r="r" b="b"/>
              <a:pathLst>
                <a:path w="6681" h="6681" stroke="0" extrusionOk="0">
                  <a:moveTo>
                    <a:pt x="6681" y="0"/>
                  </a:moveTo>
                  <a:lnTo>
                    <a:pt x="0" y="6681"/>
                  </a:lnTo>
                  <a:lnTo>
                    <a:pt x="6681" y="6681"/>
                  </a:lnTo>
                  <a:lnTo>
                    <a:pt x="6681" y="0"/>
                  </a:lnTo>
                  <a:close/>
                </a:path>
              </a:pathLst>
            </a:custGeom>
            <a:solidFill>
              <a:srgbClr val="C7C6C8"/>
            </a:solidFill>
            <a:ln>
              <a:noFill/>
            </a:ln>
          </p:spPr>
        </p:sp>
        <p:sp>
          <p:nvSpPr>
            <p:cNvPr id="16126" name="Graph element 819"/>
            <p:cNvSpPr/>
            <p:nvPr/>
          </p:nvSpPr>
          <p:spPr>
            <a:xfrm>
              <a:off x="911397" y="1473991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C7C6C8"/>
            </a:solidFill>
            <a:ln>
              <a:noFill/>
            </a:ln>
          </p:spPr>
        </p:sp>
        <p:sp>
          <p:nvSpPr>
            <p:cNvPr id="16127" name="Graph element 820"/>
            <p:cNvSpPr/>
            <p:nvPr/>
          </p:nvSpPr>
          <p:spPr>
            <a:xfrm>
              <a:off x="677610" y="1470830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8"/>
            </a:solidFill>
            <a:ln>
              <a:noFill/>
            </a:ln>
          </p:spPr>
        </p:sp>
        <p:sp>
          <p:nvSpPr>
            <p:cNvPr id="16128" name="Graph element 821"/>
            <p:cNvSpPr/>
            <p:nvPr/>
          </p:nvSpPr>
          <p:spPr>
            <a:xfrm>
              <a:off x="879944" y="1465458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8"/>
            </a:solidFill>
            <a:ln>
              <a:noFill/>
            </a:ln>
          </p:spPr>
        </p:sp>
        <p:sp>
          <p:nvSpPr>
            <p:cNvPr id="16129" name="Graph element 822"/>
            <p:cNvSpPr/>
            <p:nvPr/>
          </p:nvSpPr>
          <p:spPr>
            <a:xfrm>
              <a:off x="1091231" y="1458296"/>
              <a:ext cx="4829" cy="5607"/>
            </a:xfrm>
            <a:custGeom>
              <a:avLst/>
              <a:gdLst/>
              <a:ahLst/>
              <a:cxnLst/>
              <a:rect l="0" t="0" r="r" b="b"/>
              <a:pathLst>
                <a:path w="4829" h="5607" stroke="0" extrusionOk="0">
                  <a:moveTo>
                    <a:pt x="0" y="3581"/>
                  </a:moveTo>
                  <a:lnTo>
                    <a:pt x="2026" y="5607"/>
                  </a:lnTo>
                  <a:lnTo>
                    <a:pt x="4829" y="2803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778" y="2803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C7C6C8"/>
            </a:solidFill>
            <a:ln>
              <a:noFill/>
            </a:ln>
          </p:spPr>
        </p:sp>
        <p:sp>
          <p:nvSpPr>
            <p:cNvPr id="16130" name="Graph element 823"/>
            <p:cNvSpPr/>
            <p:nvPr/>
          </p:nvSpPr>
          <p:spPr>
            <a:xfrm>
              <a:off x="865620" y="1451134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8"/>
            </a:solidFill>
            <a:ln>
              <a:noFill/>
            </a:ln>
          </p:spPr>
        </p:sp>
        <p:sp>
          <p:nvSpPr>
            <p:cNvPr id="16131" name="Graph element 824"/>
            <p:cNvSpPr/>
            <p:nvPr/>
          </p:nvSpPr>
          <p:spPr>
            <a:xfrm>
              <a:off x="1082278" y="1447553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C7C6C8"/>
            </a:solidFill>
            <a:ln>
              <a:noFill/>
            </a:ln>
          </p:spPr>
        </p:sp>
        <p:sp>
          <p:nvSpPr>
            <p:cNvPr id="16132" name="Graph element 825"/>
            <p:cNvSpPr/>
            <p:nvPr/>
          </p:nvSpPr>
          <p:spPr>
            <a:xfrm>
              <a:off x="923930" y="1443552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C7C6C8"/>
            </a:solidFill>
            <a:ln>
              <a:noFill/>
            </a:ln>
          </p:spPr>
        </p:sp>
        <p:sp>
          <p:nvSpPr>
            <p:cNvPr id="16133" name="Graph element 826"/>
            <p:cNvSpPr/>
            <p:nvPr/>
          </p:nvSpPr>
          <p:spPr>
            <a:xfrm>
              <a:off x="907815" y="1439971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C7C6C8"/>
            </a:solidFill>
            <a:ln>
              <a:noFill/>
            </a:ln>
          </p:spPr>
        </p:sp>
        <p:sp>
          <p:nvSpPr>
            <p:cNvPr id="16134" name="Graph element 827"/>
            <p:cNvSpPr/>
            <p:nvPr/>
          </p:nvSpPr>
          <p:spPr>
            <a:xfrm>
              <a:off x="675820" y="1438600"/>
              <a:ext cx="7397" cy="7397"/>
            </a:xfrm>
            <a:custGeom>
              <a:avLst/>
              <a:gdLst/>
              <a:ahLst/>
              <a:cxnLst/>
              <a:rect l="0" t="0" r="r" b="b"/>
              <a:pathLst>
                <a:path w="7397" h="7397" stroke="0" extrusionOk="0">
                  <a:moveTo>
                    <a:pt x="5372" y="7397"/>
                  </a:moveTo>
                  <a:lnTo>
                    <a:pt x="7397" y="5372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5372" y="7397"/>
                  </a:lnTo>
                  <a:close/>
                </a:path>
              </a:pathLst>
            </a:custGeom>
            <a:solidFill>
              <a:srgbClr val="C7C6C8"/>
            </a:solidFill>
            <a:ln>
              <a:noFill/>
            </a:ln>
          </p:spPr>
        </p:sp>
        <p:sp>
          <p:nvSpPr>
            <p:cNvPr id="16135" name="Graph element 828"/>
            <p:cNvSpPr/>
            <p:nvPr/>
          </p:nvSpPr>
          <p:spPr>
            <a:xfrm>
              <a:off x="836551" y="1434241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8"/>
            </a:solidFill>
            <a:ln>
              <a:noFill/>
            </a:ln>
          </p:spPr>
        </p:sp>
        <p:sp>
          <p:nvSpPr>
            <p:cNvPr id="16136" name="Graph element 829"/>
            <p:cNvSpPr/>
            <p:nvPr/>
          </p:nvSpPr>
          <p:spPr>
            <a:xfrm>
              <a:off x="956938" y="1431437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C7C6C8"/>
            </a:solidFill>
            <a:ln>
              <a:noFill/>
            </a:ln>
          </p:spPr>
        </p:sp>
        <p:sp>
          <p:nvSpPr>
            <p:cNvPr id="16137" name="Graph element 830"/>
            <p:cNvSpPr/>
            <p:nvPr/>
          </p:nvSpPr>
          <p:spPr>
            <a:xfrm>
              <a:off x="850517" y="1427437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C7C6C8"/>
            </a:solidFill>
            <a:ln>
              <a:noFill/>
            </a:ln>
          </p:spPr>
        </p:sp>
        <p:sp>
          <p:nvSpPr>
            <p:cNvPr id="16138" name="Graph element 831"/>
            <p:cNvSpPr/>
            <p:nvPr/>
          </p:nvSpPr>
          <p:spPr>
            <a:xfrm>
              <a:off x="838761" y="1427856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8"/>
            </a:solidFill>
            <a:ln>
              <a:noFill/>
            </a:ln>
          </p:spPr>
        </p:sp>
        <p:sp>
          <p:nvSpPr>
            <p:cNvPr id="16139" name="Graph element 832"/>
            <p:cNvSpPr/>
            <p:nvPr/>
          </p:nvSpPr>
          <p:spPr>
            <a:xfrm>
              <a:off x="1191082" y="1427079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8"/>
            </a:solidFill>
            <a:ln>
              <a:noFill/>
            </a:ln>
          </p:spPr>
        </p:sp>
        <p:sp>
          <p:nvSpPr>
            <p:cNvPr id="16140" name="Graph element 833"/>
            <p:cNvSpPr/>
            <p:nvPr/>
          </p:nvSpPr>
          <p:spPr>
            <a:xfrm>
              <a:off x="1180339" y="1427079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8"/>
            </a:solidFill>
            <a:ln>
              <a:noFill/>
            </a:ln>
          </p:spPr>
        </p:sp>
        <p:sp>
          <p:nvSpPr>
            <p:cNvPr id="16141" name="Graph element 834"/>
            <p:cNvSpPr/>
            <p:nvPr/>
          </p:nvSpPr>
          <p:spPr>
            <a:xfrm>
              <a:off x="1148529" y="1424275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8"/>
            </a:solidFill>
            <a:ln>
              <a:noFill/>
            </a:ln>
          </p:spPr>
        </p:sp>
        <p:sp>
          <p:nvSpPr>
            <p:cNvPr id="16142" name="Graph element 835"/>
            <p:cNvSpPr/>
            <p:nvPr/>
          </p:nvSpPr>
          <p:spPr>
            <a:xfrm>
              <a:off x="815484" y="1420694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C7C6C8"/>
            </a:solidFill>
            <a:ln>
              <a:noFill/>
            </a:ln>
          </p:spPr>
        </p:sp>
        <p:sp>
          <p:nvSpPr>
            <p:cNvPr id="16143" name="Graph element 836"/>
            <p:cNvSpPr/>
            <p:nvPr/>
          </p:nvSpPr>
          <p:spPr>
            <a:xfrm>
              <a:off x="1162075" y="1414903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C7C6C8"/>
            </a:solidFill>
            <a:ln>
              <a:noFill/>
            </a:ln>
          </p:spPr>
        </p:sp>
        <p:sp>
          <p:nvSpPr>
            <p:cNvPr id="16144" name="Graph element 837"/>
            <p:cNvSpPr/>
            <p:nvPr/>
          </p:nvSpPr>
          <p:spPr>
            <a:xfrm>
              <a:off x="946195" y="1411741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C7C6C8"/>
            </a:solidFill>
            <a:ln>
              <a:noFill/>
            </a:ln>
          </p:spPr>
        </p:sp>
        <p:sp>
          <p:nvSpPr>
            <p:cNvPr id="16145" name="Graph element 838"/>
            <p:cNvSpPr/>
            <p:nvPr/>
          </p:nvSpPr>
          <p:spPr>
            <a:xfrm>
              <a:off x="1137785" y="1409951"/>
              <a:ext cx="4829" cy="5607"/>
            </a:xfrm>
            <a:custGeom>
              <a:avLst/>
              <a:gdLst/>
              <a:ahLst/>
              <a:cxnLst/>
              <a:rect l="0" t="0" r="r" b="b"/>
              <a:pathLst>
                <a:path w="4829" h="5607" stroke="0" extrusionOk="0">
                  <a:moveTo>
                    <a:pt x="0" y="3581"/>
                  </a:moveTo>
                  <a:lnTo>
                    <a:pt x="2026" y="5607"/>
                  </a:lnTo>
                  <a:lnTo>
                    <a:pt x="4829" y="2803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778" y="2803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C7C6C8"/>
            </a:solidFill>
            <a:ln>
              <a:noFill/>
            </a:ln>
          </p:spPr>
        </p:sp>
        <p:sp>
          <p:nvSpPr>
            <p:cNvPr id="16146" name="Graph element 839"/>
            <p:cNvSpPr/>
            <p:nvPr/>
          </p:nvSpPr>
          <p:spPr>
            <a:xfrm>
              <a:off x="801159" y="1402788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8"/>
            </a:solidFill>
            <a:ln>
              <a:noFill/>
            </a:ln>
          </p:spPr>
        </p:sp>
        <p:sp>
          <p:nvSpPr>
            <p:cNvPr id="16147" name="Graph element 840"/>
            <p:cNvSpPr/>
            <p:nvPr/>
          </p:nvSpPr>
          <p:spPr>
            <a:xfrm>
              <a:off x="1131994" y="1396639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8"/>
            </a:solidFill>
            <a:ln>
              <a:noFill/>
            </a:ln>
          </p:spPr>
        </p:sp>
        <p:sp>
          <p:nvSpPr>
            <p:cNvPr id="16148" name="Graph element 841"/>
            <p:cNvSpPr/>
            <p:nvPr/>
          </p:nvSpPr>
          <p:spPr>
            <a:xfrm>
              <a:off x="928289" y="1390255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C7C6C8"/>
            </a:solidFill>
            <a:ln>
              <a:noFill/>
            </a:ln>
          </p:spPr>
        </p:sp>
        <p:sp>
          <p:nvSpPr>
            <p:cNvPr id="16149" name="Graph element 842"/>
            <p:cNvSpPr/>
            <p:nvPr/>
          </p:nvSpPr>
          <p:spPr>
            <a:xfrm>
              <a:off x="784625" y="1391267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8"/>
            </a:solidFill>
            <a:ln>
              <a:noFill/>
            </a:ln>
          </p:spPr>
        </p:sp>
        <p:sp>
          <p:nvSpPr>
            <p:cNvPr id="16150" name="Graph element 843"/>
            <p:cNvSpPr/>
            <p:nvPr/>
          </p:nvSpPr>
          <p:spPr>
            <a:xfrm>
              <a:off x="771733" y="1386254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C7C6C8"/>
            </a:solidFill>
            <a:ln>
              <a:noFill/>
            </a:ln>
          </p:spPr>
        </p:sp>
        <p:sp>
          <p:nvSpPr>
            <p:cNvPr id="16151" name="Graph element 844"/>
            <p:cNvSpPr/>
            <p:nvPr/>
          </p:nvSpPr>
          <p:spPr>
            <a:xfrm>
              <a:off x="1125251" y="1384883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8"/>
            </a:solidFill>
            <a:ln>
              <a:noFill/>
            </a:ln>
          </p:spPr>
        </p:sp>
        <p:sp>
          <p:nvSpPr>
            <p:cNvPr id="16152" name="Graph element 845"/>
            <p:cNvSpPr/>
            <p:nvPr/>
          </p:nvSpPr>
          <p:spPr>
            <a:xfrm>
              <a:off x="811903" y="1383092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8"/>
            </a:solidFill>
            <a:ln>
              <a:noFill/>
            </a:ln>
          </p:spPr>
        </p:sp>
        <p:sp>
          <p:nvSpPr>
            <p:cNvPr id="16153" name="Graph element 846"/>
            <p:cNvSpPr/>
            <p:nvPr/>
          </p:nvSpPr>
          <p:spPr>
            <a:xfrm>
              <a:off x="1103764" y="1381302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C7C6C8"/>
            </a:solidFill>
            <a:ln>
              <a:noFill/>
            </a:ln>
          </p:spPr>
        </p:sp>
        <p:sp>
          <p:nvSpPr>
            <p:cNvPr id="16154" name="Graph element 847"/>
            <p:cNvSpPr/>
            <p:nvPr/>
          </p:nvSpPr>
          <p:spPr>
            <a:xfrm>
              <a:off x="1137785" y="1379511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0" y="3581"/>
                  </a:moveTo>
                  <a:lnTo>
                    <a:pt x="2026" y="5607"/>
                  </a:lnTo>
                  <a:lnTo>
                    <a:pt x="5607" y="2026"/>
                  </a:lnTo>
                  <a:lnTo>
                    <a:pt x="3581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C7C6C8"/>
            </a:solidFill>
            <a:ln>
              <a:noFill/>
            </a:ln>
          </p:spPr>
        </p:sp>
        <p:sp>
          <p:nvSpPr>
            <p:cNvPr id="16155" name="Graph element 848"/>
            <p:cNvSpPr/>
            <p:nvPr/>
          </p:nvSpPr>
          <p:spPr>
            <a:xfrm>
              <a:off x="815484" y="1377721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8"/>
            </a:solidFill>
            <a:ln>
              <a:noFill/>
            </a:ln>
          </p:spPr>
        </p:sp>
        <p:sp>
          <p:nvSpPr>
            <p:cNvPr id="16156" name="Graph element 849"/>
            <p:cNvSpPr/>
            <p:nvPr/>
          </p:nvSpPr>
          <p:spPr>
            <a:xfrm>
              <a:off x="1110927" y="1375930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8"/>
            </a:solidFill>
            <a:ln>
              <a:noFill/>
            </a:ln>
          </p:spPr>
        </p:sp>
        <p:sp>
          <p:nvSpPr>
            <p:cNvPr id="16157" name="Graph element 850"/>
            <p:cNvSpPr/>
            <p:nvPr/>
          </p:nvSpPr>
          <p:spPr>
            <a:xfrm>
              <a:off x="790416" y="1375930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8"/>
            </a:solidFill>
            <a:ln>
              <a:noFill/>
            </a:ln>
          </p:spPr>
        </p:sp>
        <p:sp>
          <p:nvSpPr>
            <p:cNvPr id="16158" name="Graph element 851"/>
            <p:cNvSpPr/>
            <p:nvPr/>
          </p:nvSpPr>
          <p:spPr>
            <a:xfrm>
              <a:off x="890687" y="1365187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7C6C8"/>
            </a:solidFill>
            <a:ln>
              <a:noFill/>
            </a:ln>
          </p:spPr>
        </p:sp>
        <p:sp>
          <p:nvSpPr>
            <p:cNvPr id="16159" name="Graph element 852"/>
            <p:cNvSpPr/>
            <p:nvPr/>
          </p:nvSpPr>
          <p:spPr>
            <a:xfrm>
              <a:off x="907815" y="1359395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C7C6C8"/>
            </a:solidFill>
            <a:ln>
              <a:noFill/>
            </a:ln>
          </p:spPr>
        </p:sp>
        <p:sp>
          <p:nvSpPr>
            <p:cNvPr id="16160" name="Graph element 853"/>
            <p:cNvSpPr/>
            <p:nvPr/>
          </p:nvSpPr>
          <p:spPr>
            <a:xfrm>
              <a:off x="952580" y="1642304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C6C6C9"/>
            </a:solidFill>
            <a:ln>
              <a:noFill/>
            </a:ln>
          </p:spPr>
        </p:sp>
        <p:sp>
          <p:nvSpPr>
            <p:cNvPr id="16161" name="Graph element 854"/>
            <p:cNvSpPr/>
            <p:nvPr/>
          </p:nvSpPr>
          <p:spPr>
            <a:xfrm>
              <a:off x="1065743" y="1615088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6C6C9"/>
            </a:solidFill>
            <a:ln>
              <a:noFill/>
            </a:ln>
          </p:spPr>
        </p:sp>
        <p:sp>
          <p:nvSpPr>
            <p:cNvPr id="16162" name="Graph element 855"/>
            <p:cNvSpPr/>
            <p:nvPr/>
          </p:nvSpPr>
          <p:spPr>
            <a:xfrm>
              <a:off x="1076128" y="1606493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C6C6C9"/>
            </a:solidFill>
            <a:ln>
              <a:noFill/>
            </a:ln>
          </p:spPr>
        </p:sp>
        <p:sp>
          <p:nvSpPr>
            <p:cNvPr id="16163" name="Graph element 856"/>
            <p:cNvSpPr/>
            <p:nvPr/>
          </p:nvSpPr>
          <p:spPr>
            <a:xfrm>
              <a:off x="822646" y="1581845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C6C6C9"/>
            </a:solidFill>
            <a:ln>
              <a:noFill/>
            </a:ln>
          </p:spPr>
        </p:sp>
        <p:sp>
          <p:nvSpPr>
            <p:cNvPr id="16164" name="Graph element 857"/>
            <p:cNvSpPr/>
            <p:nvPr/>
          </p:nvSpPr>
          <p:spPr>
            <a:xfrm>
              <a:off x="1176400" y="1574263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C6C6C9"/>
            </a:solidFill>
            <a:ln>
              <a:noFill/>
            </a:ln>
          </p:spPr>
        </p:sp>
        <p:sp>
          <p:nvSpPr>
            <p:cNvPr id="16165" name="Graph element 858"/>
            <p:cNvSpPr/>
            <p:nvPr/>
          </p:nvSpPr>
          <p:spPr>
            <a:xfrm>
              <a:off x="1119880" y="1572892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6C6C9"/>
            </a:solidFill>
            <a:ln>
              <a:noFill/>
            </a:ln>
          </p:spPr>
        </p:sp>
        <p:sp>
          <p:nvSpPr>
            <p:cNvPr id="16166" name="Graph element 859"/>
            <p:cNvSpPr/>
            <p:nvPr/>
          </p:nvSpPr>
          <p:spPr>
            <a:xfrm>
              <a:off x="814706" y="1572472"/>
              <a:ext cx="3581" cy="2865"/>
            </a:xfrm>
            <a:custGeom>
              <a:avLst/>
              <a:gdLst/>
              <a:ahLst/>
              <a:cxnLst/>
              <a:rect l="0" t="0" r="r" b="b"/>
              <a:pathLst>
                <a:path w="3581" h="2865" stroke="0" extrusionOk="0">
                  <a:moveTo>
                    <a:pt x="3581" y="2865"/>
                  </a:moveTo>
                  <a:lnTo>
                    <a:pt x="358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3581" y="2865"/>
                  </a:lnTo>
                  <a:close/>
                </a:path>
              </a:pathLst>
            </a:custGeom>
            <a:solidFill>
              <a:srgbClr val="C6C6C9"/>
            </a:solidFill>
            <a:ln>
              <a:noFill/>
            </a:ln>
          </p:spPr>
        </p:sp>
        <p:sp>
          <p:nvSpPr>
            <p:cNvPr id="16167" name="Graph element 860"/>
            <p:cNvSpPr/>
            <p:nvPr/>
          </p:nvSpPr>
          <p:spPr>
            <a:xfrm>
              <a:off x="1153900" y="1567520"/>
              <a:ext cx="7397" cy="7397"/>
            </a:xfrm>
            <a:custGeom>
              <a:avLst/>
              <a:gdLst/>
              <a:ahLst/>
              <a:cxnLst/>
              <a:rect l="0" t="0" r="r" b="b"/>
              <a:pathLst>
                <a:path w="7397" h="7397" stroke="0" extrusionOk="0">
                  <a:moveTo>
                    <a:pt x="5372" y="7397"/>
                  </a:moveTo>
                  <a:lnTo>
                    <a:pt x="7397" y="5372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5372" y="7397"/>
                  </a:lnTo>
                  <a:close/>
                </a:path>
              </a:pathLst>
            </a:custGeom>
            <a:solidFill>
              <a:srgbClr val="C6C6C9"/>
            </a:solidFill>
            <a:ln>
              <a:noFill/>
            </a:ln>
          </p:spPr>
        </p:sp>
        <p:sp>
          <p:nvSpPr>
            <p:cNvPr id="16168" name="Graph element 861"/>
            <p:cNvSpPr/>
            <p:nvPr/>
          </p:nvSpPr>
          <p:spPr>
            <a:xfrm>
              <a:off x="1082278" y="1562149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6C6C9"/>
            </a:solidFill>
            <a:ln>
              <a:noFill/>
            </a:ln>
          </p:spPr>
        </p:sp>
        <p:sp>
          <p:nvSpPr>
            <p:cNvPr id="16169" name="Graph element 862"/>
            <p:cNvSpPr/>
            <p:nvPr/>
          </p:nvSpPr>
          <p:spPr>
            <a:xfrm>
              <a:off x="1124832" y="152735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6C6C9"/>
            </a:solidFill>
            <a:ln>
              <a:noFill/>
            </a:ln>
          </p:spPr>
        </p:sp>
        <p:sp>
          <p:nvSpPr>
            <p:cNvPr id="16170" name="Graph element 863"/>
            <p:cNvSpPr/>
            <p:nvPr/>
          </p:nvSpPr>
          <p:spPr>
            <a:xfrm>
              <a:off x="849085" y="152735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6C6C9"/>
            </a:solidFill>
            <a:ln>
              <a:noFill/>
            </a:ln>
          </p:spPr>
        </p:sp>
        <p:sp>
          <p:nvSpPr>
            <p:cNvPr id="16171" name="Graph element 864"/>
            <p:cNvSpPr/>
            <p:nvPr/>
          </p:nvSpPr>
          <p:spPr>
            <a:xfrm>
              <a:off x="1127042" y="1513803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6C6C9"/>
            </a:solidFill>
            <a:ln>
              <a:noFill/>
            </a:ln>
          </p:spPr>
        </p:sp>
        <p:sp>
          <p:nvSpPr>
            <p:cNvPr id="16172" name="Graph element 865"/>
            <p:cNvSpPr/>
            <p:nvPr/>
          </p:nvSpPr>
          <p:spPr>
            <a:xfrm>
              <a:off x="1086872" y="1511593"/>
              <a:ext cx="3581" cy="2865"/>
            </a:xfrm>
            <a:custGeom>
              <a:avLst/>
              <a:gdLst/>
              <a:ahLst/>
              <a:cxnLst/>
              <a:rect l="0" t="0" r="r" b="b"/>
              <a:pathLst>
                <a:path w="3581" h="2865" stroke="0" extrusionOk="0">
                  <a:moveTo>
                    <a:pt x="3581" y="2865"/>
                  </a:moveTo>
                  <a:lnTo>
                    <a:pt x="358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3581" y="2865"/>
                  </a:lnTo>
                  <a:close/>
                </a:path>
              </a:pathLst>
            </a:custGeom>
            <a:solidFill>
              <a:srgbClr val="C6C6C9"/>
            </a:solidFill>
            <a:ln>
              <a:noFill/>
            </a:ln>
          </p:spPr>
        </p:sp>
        <p:sp>
          <p:nvSpPr>
            <p:cNvPr id="16173" name="Graph element 866"/>
            <p:cNvSpPr/>
            <p:nvPr/>
          </p:nvSpPr>
          <p:spPr>
            <a:xfrm>
              <a:off x="829031" y="1511593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C6C6C9"/>
            </a:solidFill>
            <a:ln>
              <a:noFill/>
            </a:ln>
          </p:spPr>
        </p:sp>
        <p:sp>
          <p:nvSpPr>
            <p:cNvPr id="16174" name="Graph element 867"/>
            <p:cNvSpPr/>
            <p:nvPr/>
          </p:nvSpPr>
          <p:spPr>
            <a:xfrm>
              <a:off x="1078697" y="1510222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C6C6C9"/>
            </a:solidFill>
            <a:ln>
              <a:noFill/>
            </a:ln>
          </p:spPr>
        </p:sp>
        <p:sp>
          <p:nvSpPr>
            <p:cNvPr id="16175" name="Graph element 868"/>
            <p:cNvSpPr/>
            <p:nvPr/>
          </p:nvSpPr>
          <p:spPr>
            <a:xfrm>
              <a:off x="854876" y="1501269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C6C6C9"/>
            </a:solidFill>
            <a:ln>
              <a:noFill/>
            </a:ln>
          </p:spPr>
        </p:sp>
        <p:sp>
          <p:nvSpPr>
            <p:cNvPr id="16176" name="Graph element 869"/>
            <p:cNvSpPr/>
            <p:nvPr/>
          </p:nvSpPr>
          <p:spPr>
            <a:xfrm>
              <a:off x="1092243" y="1495478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C6C6C9"/>
            </a:solidFill>
            <a:ln>
              <a:noFill/>
            </a:ln>
          </p:spPr>
        </p:sp>
        <p:sp>
          <p:nvSpPr>
            <p:cNvPr id="16177" name="Graph element 870"/>
            <p:cNvSpPr/>
            <p:nvPr/>
          </p:nvSpPr>
          <p:spPr>
            <a:xfrm>
              <a:off x="1080487" y="1495898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0" y="3581"/>
                  </a:moveTo>
                  <a:lnTo>
                    <a:pt x="2026" y="5607"/>
                  </a:lnTo>
                  <a:lnTo>
                    <a:pt x="5607" y="2026"/>
                  </a:lnTo>
                  <a:lnTo>
                    <a:pt x="3581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C6C6C9"/>
            </a:solidFill>
            <a:ln>
              <a:noFill/>
            </a:ln>
          </p:spPr>
        </p:sp>
        <p:sp>
          <p:nvSpPr>
            <p:cNvPr id="16178" name="Graph element 871"/>
            <p:cNvSpPr/>
            <p:nvPr/>
          </p:nvSpPr>
          <p:spPr>
            <a:xfrm>
              <a:off x="662508" y="1477573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C6C6C9"/>
            </a:solidFill>
            <a:ln>
              <a:noFill/>
            </a:ln>
          </p:spPr>
        </p:sp>
        <p:sp>
          <p:nvSpPr>
            <p:cNvPr id="16179" name="Graph element 872"/>
            <p:cNvSpPr/>
            <p:nvPr/>
          </p:nvSpPr>
          <p:spPr>
            <a:xfrm>
              <a:off x="1096602" y="1467249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C6C6C9"/>
            </a:solidFill>
            <a:ln>
              <a:noFill/>
            </a:ln>
          </p:spPr>
        </p:sp>
        <p:sp>
          <p:nvSpPr>
            <p:cNvPr id="16180" name="Graph element 873"/>
            <p:cNvSpPr/>
            <p:nvPr/>
          </p:nvSpPr>
          <p:spPr>
            <a:xfrm>
              <a:off x="1102987" y="1454295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C6C6C9"/>
            </a:solidFill>
            <a:ln>
              <a:noFill/>
            </a:ln>
          </p:spPr>
        </p:sp>
        <p:sp>
          <p:nvSpPr>
            <p:cNvPr id="16181" name="Graph element 874"/>
            <p:cNvSpPr/>
            <p:nvPr/>
          </p:nvSpPr>
          <p:spPr>
            <a:xfrm>
              <a:off x="945417" y="1450714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C6C6C9"/>
            </a:solidFill>
            <a:ln>
              <a:noFill/>
            </a:ln>
          </p:spPr>
        </p:sp>
        <p:sp>
          <p:nvSpPr>
            <p:cNvPr id="16182" name="Graph element 875"/>
            <p:cNvSpPr/>
            <p:nvPr/>
          </p:nvSpPr>
          <p:spPr>
            <a:xfrm>
              <a:off x="1184340" y="1449343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6C6C9"/>
            </a:solidFill>
            <a:ln>
              <a:noFill/>
            </a:ln>
          </p:spPr>
        </p:sp>
        <p:sp>
          <p:nvSpPr>
            <p:cNvPr id="16183" name="Graph element 876"/>
            <p:cNvSpPr/>
            <p:nvPr/>
          </p:nvSpPr>
          <p:spPr>
            <a:xfrm>
              <a:off x="870991" y="1449343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6C6C9"/>
            </a:solidFill>
            <a:ln>
              <a:noFill/>
            </a:ln>
          </p:spPr>
        </p:sp>
        <p:sp>
          <p:nvSpPr>
            <p:cNvPr id="16184" name="Graph element 877"/>
            <p:cNvSpPr/>
            <p:nvPr/>
          </p:nvSpPr>
          <p:spPr>
            <a:xfrm>
              <a:off x="956938" y="1447553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6C6C9"/>
            </a:solidFill>
            <a:ln>
              <a:noFill/>
            </a:ln>
          </p:spPr>
        </p:sp>
        <p:sp>
          <p:nvSpPr>
            <p:cNvPr id="16185" name="Graph element 878"/>
            <p:cNvSpPr/>
            <p:nvPr/>
          </p:nvSpPr>
          <p:spPr>
            <a:xfrm>
              <a:off x="840552" y="1447553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6C6C9"/>
            </a:solidFill>
            <a:ln>
              <a:noFill/>
            </a:ln>
          </p:spPr>
        </p:sp>
        <p:sp>
          <p:nvSpPr>
            <p:cNvPr id="16186" name="Graph element 879"/>
            <p:cNvSpPr/>
            <p:nvPr/>
          </p:nvSpPr>
          <p:spPr>
            <a:xfrm>
              <a:off x="809334" y="1447133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C6C6C9"/>
            </a:solidFill>
            <a:ln>
              <a:noFill/>
            </a:ln>
          </p:spPr>
        </p:sp>
        <p:sp>
          <p:nvSpPr>
            <p:cNvPr id="16187" name="Graph element 880"/>
            <p:cNvSpPr/>
            <p:nvPr/>
          </p:nvSpPr>
          <p:spPr>
            <a:xfrm>
              <a:off x="933661" y="1443971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C6C6C9"/>
            </a:solidFill>
            <a:ln>
              <a:noFill/>
            </a:ln>
          </p:spPr>
        </p:sp>
        <p:sp>
          <p:nvSpPr>
            <p:cNvPr id="16188" name="Graph element 881"/>
            <p:cNvSpPr/>
            <p:nvPr/>
          </p:nvSpPr>
          <p:spPr>
            <a:xfrm>
              <a:off x="879944" y="1443971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C6C6C9"/>
            </a:solidFill>
            <a:ln>
              <a:noFill/>
            </a:ln>
          </p:spPr>
        </p:sp>
        <p:sp>
          <p:nvSpPr>
            <p:cNvPr id="16189" name="Graph element 882"/>
            <p:cNvSpPr/>
            <p:nvPr/>
          </p:nvSpPr>
          <p:spPr>
            <a:xfrm>
              <a:off x="845923" y="1442181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6C6C9"/>
            </a:solidFill>
            <a:ln>
              <a:noFill/>
            </a:ln>
          </p:spPr>
        </p:sp>
        <p:sp>
          <p:nvSpPr>
            <p:cNvPr id="16190" name="Graph element 883"/>
            <p:cNvSpPr/>
            <p:nvPr/>
          </p:nvSpPr>
          <p:spPr>
            <a:xfrm>
              <a:off x="811903" y="1440390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C6C6C9"/>
            </a:solidFill>
            <a:ln>
              <a:noFill/>
            </a:ln>
          </p:spPr>
        </p:sp>
        <p:sp>
          <p:nvSpPr>
            <p:cNvPr id="16191" name="Graph element 884"/>
            <p:cNvSpPr/>
            <p:nvPr/>
          </p:nvSpPr>
          <p:spPr>
            <a:xfrm>
              <a:off x="1146738" y="1438600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C6C6C9"/>
            </a:solidFill>
            <a:ln>
              <a:noFill/>
            </a:ln>
          </p:spPr>
        </p:sp>
        <p:sp>
          <p:nvSpPr>
            <p:cNvPr id="16192" name="Graph element 885"/>
            <p:cNvSpPr/>
            <p:nvPr/>
          </p:nvSpPr>
          <p:spPr>
            <a:xfrm>
              <a:off x="1230475" y="1434241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6C6C9"/>
            </a:solidFill>
            <a:ln>
              <a:noFill/>
            </a:ln>
          </p:spPr>
        </p:sp>
        <p:sp>
          <p:nvSpPr>
            <p:cNvPr id="16193" name="Graph element 886"/>
            <p:cNvSpPr/>
            <p:nvPr/>
          </p:nvSpPr>
          <p:spPr>
            <a:xfrm>
              <a:off x="820436" y="1434241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6C6C9"/>
            </a:solidFill>
            <a:ln>
              <a:noFill/>
            </a:ln>
          </p:spPr>
        </p:sp>
        <p:sp>
          <p:nvSpPr>
            <p:cNvPr id="16194" name="Graph element 887"/>
            <p:cNvSpPr/>
            <p:nvPr/>
          </p:nvSpPr>
          <p:spPr>
            <a:xfrm>
              <a:off x="1266706" y="1426066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C6C6C9"/>
            </a:solidFill>
            <a:ln>
              <a:noFill/>
            </a:ln>
          </p:spPr>
        </p:sp>
        <p:sp>
          <p:nvSpPr>
            <p:cNvPr id="16195" name="Graph element 888"/>
            <p:cNvSpPr/>
            <p:nvPr/>
          </p:nvSpPr>
          <p:spPr>
            <a:xfrm>
              <a:off x="1261334" y="1422485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C6C6C9"/>
            </a:solidFill>
            <a:ln>
              <a:noFill/>
            </a:ln>
          </p:spPr>
        </p:sp>
        <p:sp>
          <p:nvSpPr>
            <p:cNvPr id="16196" name="Graph element 889"/>
            <p:cNvSpPr/>
            <p:nvPr/>
          </p:nvSpPr>
          <p:spPr>
            <a:xfrm>
              <a:off x="755382" y="1422065"/>
              <a:ext cx="5607" cy="6026"/>
            </a:xfrm>
            <a:custGeom>
              <a:avLst/>
              <a:gdLst/>
              <a:ahLst/>
              <a:cxnLst/>
              <a:rect l="0" t="0" r="r" b="b"/>
              <a:pathLst>
                <a:path w="5607" h="6026" stroke="0" extrusionOk="0">
                  <a:moveTo>
                    <a:pt x="0" y="3223"/>
                  </a:moveTo>
                  <a:lnTo>
                    <a:pt x="2803" y="6026"/>
                  </a:lnTo>
                  <a:lnTo>
                    <a:pt x="4829" y="4001"/>
                  </a:lnTo>
                  <a:lnTo>
                    <a:pt x="4052" y="3223"/>
                  </a:lnTo>
                  <a:lnTo>
                    <a:pt x="5607" y="2865"/>
                  </a:lnTo>
                  <a:lnTo>
                    <a:pt x="5607" y="0"/>
                  </a:lnTo>
                  <a:lnTo>
                    <a:pt x="3223" y="0"/>
                  </a:lnTo>
                  <a:lnTo>
                    <a:pt x="0" y="3223"/>
                  </a:lnTo>
                  <a:close/>
                </a:path>
              </a:pathLst>
            </a:custGeom>
            <a:solidFill>
              <a:srgbClr val="C6C6C9"/>
            </a:solidFill>
            <a:ln>
              <a:noFill/>
            </a:ln>
          </p:spPr>
        </p:sp>
        <p:sp>
          <p:nvSpPr>
            <p:cNvPr id="16197" name="Graph element 890"/>
            <p:cNvSpPr/>
            <p:nvPr/>
          </p:nvSpPr>
          <p:spPr>
            <a:xfrm>
              <a:off x="1180339" y="1421707"/>
              <a:ext cx="2865" cy="3581"/>
            </a:xfrm>
            <a:custGeom>
              <a:avLst/>
              <a:gdLst/>
              <a:ahLst/>
              <a:cxnLst/>
              <a:rect l="0" t="0" r="r" b="b"/>
              <a:pathLst>
                <a:path w="2865" h="3581" stroke="0" extrusionOk="0">
                  <a:moveTo>
                    <a:pt x="0" y="3581"/>
                  </a:moveTo>
                  <a:lnTo>
                    <a:pt x="2865" y="358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C6C6C9"/>
            </a:solidFill>
            <a:ln>
              <a:noFill/>
            </a:ln>
          </p:spPr>
        </p:sp>
        <p:sp>
          <p:nvSpPr>
            <p:cNvPr id="16198" name="Graph element 891"/>
            <p:cNvSpPr/>
            <p:nvPr/>
          </p:nvSpPr>
          <p:spPr>
            <a:xfrm>
              <a:off x="864842" y="1418484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C6C6C9"/>
            </a:solidFill>
            <a:ln>
              <a:noFill/>
            </a:ln>
          </p:spPr>
        </p:sp>
        <p:sp>
          <p:nvSpPr>
            <p:cNvPr id="16199" name="Graph element 892"/>
            <p:cNvSpPr/>
            <p:nvPr/>
          </p:nvSpPr>
          <p:spPr>
            <a:xfrm>
              <a:off x="1257753" y="1417113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C6C6C9"/>
            </a:solidFill>
            <a:ln>
              <a:noFill/>
            </a:ln>
          </p:spPr>
        </p:sp>
        <p:sp>
          <p:nvSpPr>
            <p:cNvPr id="16200" name="Graph element 893"/>
            <p:cNvSpPr/>
            <p:nvPr/>
          </p:nvSpPr>
          <p:spPr>
            <a:xfrm>
              <a:off x="1164644" y="1408160"/>
              <a:ext cx="7397" cy="7397"/>
            </a:xfrm>
            <a:custGeom>
              <a:avLst/>
              <a:gdLst/>
              <a:ahLst/>
              <a:cxnLst/>
              <a:rect l="0" t="0" r="r" b="b"/>
              <a:pathLst>
                <a:path w="7397" h="7397" stroke="0" extrusionOk="0">
                  <a:moveTo>
                    <a:pt x="0" y="5372"/>
                  </a:moveTo>
                  <a:lnTo>
                    <a:pt x="2026" y="7397"/>
                  </a:lnTo>
                  <a:lnTo>
                    <a:pt x="7397" y="2026"/>
                  </a:lnTo>
                  <a:lnTo>
                    <a:pt x="5372" y="0"/>
                  </a:lnTo>
                  <a:lnTo>
                    <a:pt x="0" y="5372"/>
                  </a:lnTo>
                  <a:close/>
                </a:path>
              </a:pathLst>
            </a:custGeom>
            <a:solidFill>
              <a:srgbClr val="C6C6C9"/>
            </a:solidFill>
            <a:ln>
              <a:noFill/>
            </a:ln>
          </p:spPr>
        </p:sp>
        <p:sp>
          <p:nvSpPr>
            <p:cNvPr id="16201" name="Graph element 894"/>
            <p:cNvSpPr/>
            <p:nvPr/>
          </p:nvSpPr>
          <p:spPr>
            <a:xfrm>
              <a:off x="1105555" y="1406370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6C6C9"/>
            </a:solidFill>
            <a:ln>
              <a:noFill/>
            </a:ln>
          </p:spPr>
        </p:sp>
        <p:sp>
          <p:nvSpPr>
            <p:cNvPr id="16202" name="Graph element 895"/>
            <p:cNvSpPr/>
            <p:nvPr/>
          </p:nvSpPr>
          <p:spPr>
            <a:xfrm>
              <a:off x="857680" y="1405950"/>
              <a:ext cx="3581" cy="2865"/>
            </a:xfrm>
            <a:custGeom>
              <a:avLst/>
              <a:gdLst/>
              <a:ahLst/>
              <a:cxnLst/>
              <a:rect l="0" t="0" r="r" b="b"/>
              <a:pathLst>
                <a:path w="3581" h="2865" stroke="0" extrusionOk="0">
                  <a:moveTo>
                    <a:pt x="3581" y="2865"/>
                  </a:moveTo>
                  <a:lnTo>
                    <a:pt x="358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3581" y="2865"/>
                  </a:lnTo>
                  <a:close/>
                </a:path>
              </a:pathLst>
            </a:custGeom>
            <a:solidFill>
              <a:srgbClr val="C6C6C9"/>
            </a:solidFill>
            <a:ln>
              <a:noFill/>
            </a:ln>
          </p:spPr>
        </p:sp>
        <p:sp>
          <p:nvSpPr>
            <p:cNvPr id="16203" name="Graph element 896"/>
            <p:cNvSpPr/>
            <p:nvPr/>
          </p:nvSpPr>
          <p:spPr>
            <a:xfrm>
              <a:off x="1255543" y="1405592"/>
              <a:ext cx="2865" cy="3581"/>
            </a:xfrm>
            <a:custGeom>
              <a:avLst/>
              <a:gdLst/>
              <a:ahLst/>
              <a:cxnLst/>
              <a:rect l="0" t="0" r="r" b="b"/>
              <a:pathLst>
                <a:path w="2865" h="3581" stroke="0" extrusionOk="0">
                  <a:moveTo>
                    <a:pt x="0" y="3581"/>
                  </a:moveTo>
                  <a:lnTo>
                    <a:pt x="2865" y="358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C6C6C9"/>
            </a:solidFill>
            <a:ln>
              <a:noFill/>
            </a:ln>
          </p:spPr>
        </p:sp>
        <p:sp>
          <p:nvSpPr>
            <p:cNvPr id="16204" name="Graph element 897"/>
            <p:cNvSpPr/>
            <p:nvPr/>
          </p:nvSpPr>
          <p:spPr>
            <a:xfrm>
              <a:off x="774301" y="1404579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C6C6C9"/>
            </a:solidFill>
            <a:ln>
              <a:noFill/>
            </a:ln>
          </p:spPr>
        </p:sp>
        <p:sp>
          <p:nvSpPr>
            <p:cNvPr id="16205" name="Graph element 898"/>
            <p:cNvSpPr/>
            <p:nvPr/>
          </p:nvSpPr>
          <p:spPr>
            <a:xfrm>
              <a:off x="867410" y="1402788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6C6C9"/>
            </a:solidFill>
            <a:ln>
              <a:noFill/>
            </a:ln>
          </p:spPr>
        </p:sp>
        <p:sp>
          <p:nvSpPr>
            <p:cNvPr id="16206" name="Graph element 899"/>
            <p:cNvSpPr/>
            <p:nvPr/>
          </p:nvSpPr>
          <p:spPr>
            <a:xfrm>
              <a:off x="822646" y="1400998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6C6C9"/>
            </a:solidFill>
            <a:ln>
              <a:noFill/>
            </a:ln>
          </p:spPr>
        </p:sp>
        <p:sp>
          <p:nvSpPr>
            <p:cNvPr id="16207" name="Graph element 900"/>
            <p:cNvSpPr/>
            <p:nvPr/>
          </p:nvSpPr>
          <p:spPr>
            <a:xfrm>
              <a:off x="892478" y="1395626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C6C6C9"/>
            </a:solidFill>
            <a:ln>
              <a:noFill/>
            </a:ln>
          </p:spPr>
        </p:sp>
        <p:sp>
          <p:nvSpPr>
            <p:cNvPr id="16208" name="Graph element 901"/>
            <p:cNvSpPr/>
            <p:nvPr/>
          </p:nvSpPr>
          <p:spPr>
            <a:xfrm>
              <a:off x="840552" y="1395626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C6C6C9"/>
            </a:solidFill>
            <a:ln>
              <a:noFill/>
            </a:ln>
          </p:spPr>
        </p:sp>
        <p:sp>
          <p:nvSpPr>
            <p:cNvPr id="16209" name="Graph element 902"/>
            <p:cNvSpPr/>
            <p:nvPr/>
          </p:nvSpPr>
          <p:spPr>
            <a:xfrm>
              <a:off x="809693" y="1394849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6C6C9"/>
            </a:solidFill>
            <a:ln>
              <a:noFill/>
            </a:ln>
          </p:spPr>
        </p:sp>
        <p:sp>
          <p:nvSpPr>
            <p:cNvPr id="16210" name="Graph element 903"/>
            <p:cNvSpPr/>
            <p:nvPr/>
          </p:nvSpPr>
          <p:spPr>
            <a:xfrm>
              <a:off x="807902" y="1389477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6C6C9"/>
            </a:solidFill>
            <a:ln>
              <a:noFill/>
            </a:ln>
          </p:spPr>
        </p:sp>
        <p:sp>
          <p:nvSpPr>
            <p:cNvPr id="16211" name="Graph element 904"/>
            <p:cNvSpPr/>
            <p:nvPr/>
          </p:nvSpPr>
          <p:spPr>
            <a:xfrm>
              <a:off x="838342" y="1385896"/>
              <a:ext cx="2865" cy="3581"/>
            </a:xfrm>
            <a:custGeom>
              <a:avLst/>
              <a:gdLst/>
              <a:ahLst/>
              <a:cxnLst/>
              <a:rect l="0" t="0" r="r" b="b"/>
              <a:pathLst>
                <a:path w="2865" h="3581" stroke="0" extrusionOk="0">
                  <a:moveTo>
                    <a:pt x="0" y="3581"/>
                  </a:moveTo>
                  <a:lnTo>
                    <a:pt x="2865" y="358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C6C6C9"/>
            </a:solidFill>
            <a:ln>
              <a:noFill/>
            </a:ln>
          </p:spPr>
        </p:sp>
        <p:sp>
          <p:nvSpPr>
            <p:cNvPr id="16212" name="Graph element 905"/>
            <p:cNvSpPr/>
            <p:nvPr/>
          </p:nvSpPr>
          <p:spPr>
            <a:xfrm>
              <a:off x="1109136" y="1381302"/>
              <a:ext cx="4594" cy="4236"/>
            </a:xfrm>
            <a:custGeom>
              <a:avLst/>
              <a:gdLst/>
              <a:ahLst/>
              <a:cxnLst/>
              <a:rect l="0" t="0" r="r" b="b"/>
              <a:pathLst>
                <a:path w="4594" h="4236" stroke="0" extrusionOk="0">
                  <a:moveTo>
                    <a:pt x="2210" y="4236"/>
                  </a:moveTo>
                  <a:lnTo>
                    <a:pt x="4594" y="4236"/>
                  </a:lnTo>
                  <a:lnTo>
                    <a:pt x="4594" y="1371"/>
                  </a:lnTo>
                  <a:lnTo>
                    <a:pt x="3397" y="137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2210" y="4236"/>
                  </a:lnTo>
                  <a:close/>
                </a:path>
              </a:pathLst>
            </a:custGeom>
            <a:solidFill>
              <a:srgbClr val="C6C6C9"/>
            </a:solidFill>
            <a:ln>
              <a:noFill/>
            </a:ln>
          </p:spPr>
        </p:sp>
        <p:sp>
          <p:nvSpPr>
            <p:cNvPr id="16213" name="Graph element 906"/>
            <p:cNvSpPr/>
            <p:nvPr/>
          </p:nvSpPr>
          <p:spPr>
            <a:xfrm>
              <a:off x="847294" y="1380524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6C6C9"/>
            </a:solidFill>
            <a:ln>
              <a:noFill/>
            </a:ln>
          </p:spPr>
        </p:sp>
        <p:sp>
          <p:nvSpPr>
            <p:cNvPr id="16214" name="Graph element 907"/>
            <p:cNvSpPr/>
            <p:nvPr/>
          </p:nvSpPr>
          <p:spPr>
            <a:xfrm>
              <a:off x="1016027" y="1377721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C6C6C9"/>
            </a:solidFill>
            <a:ln>
              <a:noFill/>
            </a:ln>
          </p:spPr>
        </p:sp>
        <p:sp>
          <p:nvSpPr>
            <p:cNvPr id="16215" name="Graph element 908"/>
            <p:cNvSpPr/>
            <p:nvPr/>
          </p:nvSpPr>
          <p:spPr>
            <a:xfrm>
              <a:off x="1019188" y="1321435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6C6C9"/>
            </a:solidFill>
            <a:ln>
              <a:noFill/>
            </a:ln>
          </p:spPr>
        </p:sp>
        <p:sp>
          <p:nvSpPr>
            <p:cNvPr id="16216" name="Graph element 909"/>
            <p:cNvSpPr/>
            <p:nvPr/>
          </p:nvSpPr>
          <p:spPr>
            <a:xfrm>
              <a:off x="1007074" y="1642724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8C0C3"/>
            </a:solidFill>
            <a:ln>
              <a:noFill/>
            </a:ln>
          </p:spPr>
        </p:sp>
        <p:sp>
          <p:nvSpPr>
            <p:cNvPr id="16217" name="Graph element 910"/>
            <p:cNvSpPr/>
            <p:nvPr/>
          </p:nvSpPr>
          <p:spPr>
            <a:xfrm>
              <a:off x="1015249" y="1638723"/>
              <a:ext cx="3581" cy="2865"/>
            </a:xfrm>
            <a:custGeom>
              <a:avLst/>
              <a:gdLst/>
              <a:ahLst/>
              <a:cxnLst/>
              <a:rect l="0" t="0" r="r" b="b"/>
              <a:pathLst>
                <a:path w="3581" h="2865" stroke="0" extrusionOk="0">
                  <a:moveTo>
                    <a:pt x="3581" y="2865"/>
                  </a:moveTo>
                  <a:lnTo>
                    <a:pt x="358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3581" y="2865"/>
                  </a:lnTo>
                  <a:close/>
                </a:path>
              </a:pathLst>
            </a:custGeom>
            <a:solidFill>
              <a:srgbClr val="C8C0C3"/>
            </a:solidFill>
            <a:ln>
              <a:noFill/>
            </a:ln>
          </p:spPr>
        </p:sp>
        <p:sp>
          <p:nvSpPr>
            <p:cNvPr id="16218" name="Graph element 911"/>
            <p:cNvSpPr/>
            <p:nvPr/>
          </p:nvSpPr>
          <p:spPr>
            <a:xfrm>
              <a:off x="1041095" y="1630190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8C0C3"/>
            </a:solidFill>
            <a:ln>
              <a:noFill/>
            </a:ln>
          </p:spPr>
        </p:sp>
        <p:sp>
          <p:nvSpPr>
            <p:cNvPr id="16219" name="Graph element 912"/>
            <p:cNvSpPr/>
            <p:nvPr/>
          </p:nvSpPr>
          <p:spPr>
            <a:xfrm>
              <a:off x="1057210" y="1623028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8C0C3"/>
            </a:solidFill>
            <a:ln>
              <a:noFill/>
            </a:ln>
          </p:spPr>
        </p:sp>
        <p:sp>
          <p:nvSpPr>
            <p:cNvPr id="16220" name="Graph element 913"/>
            <p:cNvSpPr/>
            <p:nvPr/>
          </p:nvSpPr>
          <p:spPr>
            <a:xfrm>
              <a:off x="1089020" y="1598973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8C0C3"/>
            </a:solidFill>
            <a:ln>
              <a:noFill/>
            </a:ln>
          </p:spPr>
        </p:sp>
        <p:sp>
          <p:nvSpPr>
            <p:cNvPr id="16221" name="Graph element 914"/>
            <p:cNvSpPr/>
            <p:nvPr/>
          </p:nvSpPr>
          <p:spPr>
            <a:xfrm>
              <a:off x="1115879" y="159181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8C0C3"/>
            </a:solidFill>
            <a:ln>
              <a:noFill/>
            </a:ln>
          </p:spPr>
        </p:sp>
        <p:sp>
          <p:nvSpPr>
            <p:cNvPr id="16222" name="Graph element 915"/>
            <p:cNvSpPr/>
            <p:nvPr/>
          </p:nvSpPr>
          <p:spPr>
            <a:xfrm>
              <a:off x="1083649" y="159002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8C0C3"/>
            </a:solidFill>
            <a:ln>
              <a:noFill/>
            </a:ln>
          </p:spPr>
        </p:sp>
        <p:sp>
          <p:nvSpPr>
            <p:cNvPr id="16223" name="Graph element 916"/>
            <p:cNvSpPr/>
            <p:nvPr/>
          </p:nvSpPr>
          <p:spPr>
            <a:xfrm>
              <a:off x="1090811" y="1586439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8C0C3"/>
            </a:solidFill>
            <a:ln>
              <a:noFill/>
            </a:ln>
          </p:spPr>
        </p:sp>
        <p:sp>
          <p:nvSpPr>
            <p:cNvPr id="16224" name="Graph element 917"/>
            <p:cNvSpPr/>
            <p:nvPr/>
          </p:nvSpPr>
          <p:spPr>
            <a:xfrm>
              <a:off x="1087230" y="1579277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8C0C3"/>
            </a:solidFill>
            <a:ln>
              <a:noFill/>
            </a:ln>
          </p:spPr>
        </p:sp>
        <p:sp>
          <p:nvSpPr>
            <p:cNvPr id="16225" name="Graph element 918"/>
            <p:cNvSpPr/>
            <p:nvPr/>
          </p:nvSpPr>
          <p:spPr>
            <a:xfrm>
              <a:off x="986958" y="1570324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8C0C3"/>
            </a:solidFill>
            <a:ln>
              <a:noFill/>
            </a:ln>
          </p:spPr>
        </p:sp>
        <p:sp>
          <p:nvSpPr>
            <p:cNvPr id="16226" name="Graph element 919"/>
            <p:cNvSpPr/>
            <p:nvPr/>
          </p:nvSpPr>
          <p:spPr>
            <a:xfrm>
              <a:off x="1103345" y="1561371"/>
              <a:ext cx="2865" cy="3581"/>
            </a:xfrm>
            <a:custGeom>
              <a:avLst/>
              <a:gdLst/>
              <a:ahLst/>
              <a:cxnLst/>
              <a:rect l="0" t="0" r="r" b="b"/>
              <a:pathLst>
                <a:path w="2865" h="3581" stroke="0" extrusionOk="0">
                  <a:moveTo>
                    <a:pt x="0" y="3581"/>
                  </a:moveTo>
                  <a:lnTo>
                    <a:pt x="2865" y="358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C8C0C3"/>
            </a:solidFill>
            <a:ln>
              <a:noFill/>
            </a:ln>
          </p:spPr>
        </p:sp>
        <p:sp>
          <p:nvSpPr>
            <p:cNvPr id="16227" name="Graph element 920"/>
            <p:cNvSpPr/>
            <p:nvPr/>
          </p:nvSpPr>
          <p:spPr>
            <a:xfrm>
              <a:off x="818287" y="1534871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C8C0C3"/>
            </a:solidFill>
            <a:ln>
              <a:noFill/>
            </a:ln>
          </p:spPr>
        </p:sp>
        <p:sp>
          <p:nvSpPr>
            <p:cNvPr id="16228" name="Graph element 921"/>
            <p:cNvSpPr/>
            <p:nvPr/>
          </p:nvSpPr>
          <p:spPr>
            <a:xfrm>
              <a:off x="992750" y="1533500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C8C0C3"/>
            </a:solidFill>
            <a:ln>
              <a:noFill/>
            </a:ln>
          </p:spPr>
        </p:sp>
        <p:sp>
          <p:nvSpPr>
            <p:cNvPr id="16229" name="Graph element 922"/>
            <p:cNvSpPr/>
            <p:nvPr/>
          </p:nvSpPr>
          <p:spPr>
            <a:xfrm>
              <a:off x="974424" y="1520188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8C0C3"/>
            </a:solidFill>
            <a:ln>
              <a:noFill/>
            </a:ln>
          </p:spPr>
        </p:sp>
        <p:sp>
          <p:nvSpPr>
            <p:cNvPr id="16230" name="Graph element 923"/>
            <p:cNvSpPr/>
            <p:nvPr/>
          </p:nvSpPr>
          <p:spPr>
            <a:xfrm>
              <a:off x="994121" y="1518397"/>
              <a:ext cx="2865" cy="3581"/>
            </a:xfrm>
            <a:custGeom>
              <a:avLst/>
              <a:gdLst/>
              <a:ahLst/>
              <a:cxnLst/>
              <a:rect l="0" t="0" r="r" b="b"/>
              <a:pathLst>
                <a:path w="2865" h="3581" stroke="0" extrusionOk="0">
                  <a:moveTo>
                    <a:pt x="0" y="3581"/>
                  </a:moveTo>
                  <a:lnTo>
                    <a:pt x="2865" y="358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C8C0C3"/>
            </a:solidFill>
            <a:ln>
              <a:noFill/>
            </a:ln>
          </p:spPr>
        </p:sp>
        <p:sp>
          <p:nvSpPr>
            <p:cNvPr id="16231" name="Graph element 924"/>
            <p:cNvSpPr/>
            <p:nvPr/>
          </p:nvSpPr>
          <p:spPr>
            <a:xfrm>
              <a:off x="1178190" y="1515174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C8C0C3"/>
            </a:solidFill>
            <a:ln>
              <a:noFill/>
            </a:ln>
          </p:spPr>
        </p:sp>
        <p:sp>
          <p:nvSpPr>
            <p:cNvPr id="16232" name="Graph element 925"/>
            <p:cNvSpPr/>
            <p:nvPr/>
          </p:nvSpPr>
          <p:spPr>
            <a:xfrm>
              <a:off x="1101974" y="1513803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C8C0C3"/>
            </a:solidFill>
            <a:ln>
              <a:noFill/>
            </a:ln>
          </p:spPr>
        </p:sp>
        <p:sp>
          <p:nvSpPr>
            <p:cNvPr id="16233" name="Graph element 926"/>
            <p:cNvSpPr/>
            <p:nvPr/>
          </p:nvSpPr>
          <p:spPr>
            <a:xfrm>
              <a:off x="858457" y="1510222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8C0C3"/>
            </a:solidFill>
            <a:ln>
              <a:noFill/>
            </a:ln>
          </p:spPr>
        </p:sp>
        <p:sp>
          <p:nvSpPr>
            <p:cNvPr id="16234" name="Graph element 927"/>
            <p:cNvSpPr/>
            <p:nvPr/>
          </p:nvSpPr>
          <p:spPr>
            <a:xfrm>
              <a:off x="1093021" y="1508432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C8C0C3"/>
            </a:solidFill>
            <a:ln>
              <a:noFill/>
            </a:ln>
          </p:spPr>
        </p:sp>
        <p:sp>
          <p:nvSpPr>
            <p:cNvPr id="16235" name="Graph element 928"/>
            <p:cNvSpPr/>
            <p:nvPr/>
          </p:nvSpPr>
          <p:spPr>
            <a:xfrm>
              <a:off x="1062162" y="1498701"/>
              <a:ext cx="2865" cy="3581"/>
            </a:xfrm>
            <a:custGeom>
              <a:avLst/>
              <a:gdLst/>
              <a:ahLst/>
              <a:cxnLst/>
              <a:rect l="0" t="0" r="r" b="b"/>
              <a:pathLst>
                <a:path w="2865" h="3581" stroke="0" extrusionOk="0">
                  <a:moveTo>
                    <a:pt x="0" y="3581"/>
                  </a:moveTo>
                  <a:lnTo>
                    <a:pt x="2865" y="358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C8C0C3"/>
            </a:solidFill>
            <a:ln>
              <a:noFill/>
            </a:ln>
          </p:spPr>
        </p:sp>
        <p:sp>
          <p:nvSpPr>
            <p:cNvPr id="16236" name="Graph element 929"/>
            <p:cNvSpPr/>
            <p:nvPr/>
          </p:nvSpPr>
          <p:spPr>
            <a:xfrm>
              <a:off x="764570" y="1497269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C8C0C3"/>
            </a:solidFill>
            <a:ln>
              <a:noFill/>
            </a:ln>
          </p:spPr>
        </p:sp>
        <p:sp>
          <p:nvSpPr>
            <p:cNvPr id="16237" name="Graph element 930"/>
            <p:cNvSpPr/>
            <p:nvPr/>
          </p:nvSpPr>
          <p:spPr>
            <a:xfrm>
              <a:off x="1086872" y="1495478"/>
              <a:ext cx="3581" cy="2865"/>
            </a:xfrm>
            <a:custGeom>
              <a:avLst/>
              <a:gdLst/>
              <a:ahLst/>
              <a:cxnLst/>
              <a:rect l="0" t="0" r="r" b="b"/>
              <a:pathLst>
                <a:path w="3581" h="2865" stroke="0" extrusionOk="0">
                  <a:moveTo>
                    <a:pt x="3581" y="2865"/>
                  </a:moveTo>
                  <a:lnTo>
                    <a:pt x="358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3581" y="2865"/>
                  </a:lnTo>
                  <a:close/>
                </a:path>
              </a:pathLst>
            </a:custGeom>
            <a:solidFill>
              <a:srgbClr val="C8C0C3"/>
            </a:solidFill>
            <a:ln>
              <a:noFill/>
            </a:ln>
          </p:spPr>
        </p:sp>
        <p:sp>
          <p:nvSpPr>
            <p:cNvPr id="16238" name="Graph element 931"/>
            <p:cNvSpPr/>
            <p:nvPr/>
          </p:nvSpPr>
          <p:spPr>
            <a:xfrm>
              <a:off x="1062162" y="1491539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8C0C3"/>
            </a:solidFill>
            <a:ln>
              <a:noFill/>
            </a:ln>
          </p:spPr>
        </p:sp>
        <p:sp>
          <p:nvSpPr>
            <p:cNvPr id="16239" name="Graph element 932"/>
            <p:cNvSpPr/>
            <p:nvPr/>
          </p:nvSpPr>
          <p:spPr>
            <a:xfrm>
              <a:off x="1069744" y="1485154"/>
              <a:ext cx="4236" cy="4594"/>
            </a:xfrm>
            <a:custGeom>
              <a:avLst/>
              <a:gdLst/>
              <a:ahLst/>
              <a:cxnLst/>
              <a:rect l="0" t="0" r="r" b="b"/>
              <a:pathLst>
                <a:path w="4236" h="4594" stroke="0" extrusionOk="0">
                  <a:moveTo>
                    <a:pt x="1371" y="3397"/>
                  </a:moveTo>
                  <a:lnTo>
                    <a:pt x="1371" y="4594"/>
                  </a:lnTo>
                  <a:lnTo>
                    <a:pt x="4236" y="4594"/>
                  </a:lnTo>
                  <a:lnTo>
                    <a:pt x="4236" y="2210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371" y="3397"/>
                  </a:lnTo>
                  <a:close/>
                </a:path>
              </a:pathLst>
            </a:custGeom>
            <a:solidFill>
              <a:srgbClr val="C8C0C3"/>
            </a:solidFill>
            <a:ln>
              <a:noFill/>
            </a:ln>
          </p:spPr>
        </p:sp>
        <p:sp>
          <p:nvSpPr>
            <p:cNvPr id="16240" name="Graph element 933"/>
            <p:cNvSpPr/>
            <p:nvPr/>
          </p:nvSpPr>
          <p:spPr>
            <a:xfrm>
              <a:off x="784267" y="1481154"/>
              <a:ext cx="3581" cy="2865"/>
            </a:xfrm>
            <a:custGeom>
              <a:avLst/>
              <a:gdLst/>
              <a:ahLst/>
              <a:cxnLst/>
              <a:rect l="0" t="0" r="r" b="b"/>
              <a:pathLst>
                <a:path w="3581" h="2865" stroke="0" extrusionOk="0">
                  <a:moveTo>
                    <a:pt x="3581" y="2865"/>
                  </a:moveTo>
                  <a:lnTo>
                    <a:pt x="358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3581" y="2865"/>
                  </a:lnTo>
                  <a:close/>
                </a:path>
              </a:pathLst>
            </a:custGeom>
            <a:solidFill>
              <a:srgbClr val="C8C0C3"/>
            </a:solidFill>
            <a:ln>
              <a:noFill/>
            </a:ln>
          </p:spPr>
        </p:sp>
        <p:sp>
          <p:nvSpPr>
            <p:cNvPr id="16241" name="Graph element 934"/>
            <p:cNvSpPr/>
            <p:nvPr/>
          </p:nvSpPr>
          <p:spPr>
            <a:xfrm>
              <a:off x="1001702" y="1477992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C8C0C3"/>
            </a:solidFill>
            <a:ln>
              <a:noFill/>
            </a:ln>
          </p:spPr>
        </p:sp>
        <p:sp>
          <p:nvSpPr>
            <p:cNvPr id="16242" name="Graph element 935"/>
            <p:cNvSpPr/>
            <p:nvPr/>
          </p:nvSpPr>
          <p:spPr>
            <a:xfrm>
              <a:off x="872004" y="1473991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C8C0C3"/>
            </a:solidFill>
            <a:ln>
              <a:noFill/>
            </a:ln>
          </p:spPr>
        </p:sp>
        <p:sp>
          <p:nvSpPr>
            <p:cNvPr id="16243" name="Graph element 936"/>
            <p:cNvSpPr/>
            <p:nvPr/>
          </p:nvSpPr>
          <p:spPr>
            <a:xfrm>
              <a:off x="901431" y="1469039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3581" y="5607"/>
                  </a:moveTo>
                  <a:lnTo>
                    <a:pt x="5607" y="358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3581" y="5607"/>
                  </a:lnTo>
                  <a:close/>
                </a:path>
              </a:pathLst>
            </a:custGeom>
            <a:solidFill>
              <a:srgbClr val="C8C0C3"/>
            </a:solidFill>
            <a:ln>
              <a:noFill/>
            </a:ln>
          </p:spPr>
        </p:sp>
        <p:sp>
          <p:nvSpPr>
            <p:cNvPr id="16244" name="Graph element 937"/>
            <p:cNvSpPr/>
            <p:nvPr/>
          </p:nvSpPr>
          <p:spPr>
            <a:xfrm>
              <a:off x="1100183" y="1467249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8C0C3"/>
            </a:solidFill>
            <a:ln>
              <a:noFill/>
            </a:ln>
          </p:spPr>
        </p:sp>
        <p:sp>
          <p:nvSpPr>
            <p:cNvPr id="16245" name="Graph element 938"/>
            <p:cNvSpPr/>
            <p:nvPr/>
          </p:nvSpPr>
          <p:spPr>
            <a:xfrm>
              <a:off x="687576" y="1459432"/>
              <a:ext cx="8595" cy="6681"/>
            </a:xfrm>
            <a:custGeom>
              <a:avLst/>
              <a:gdLst/>
              <a:ahLst/>
              <a:cxnLst/>
              <a:rect l="0" t="0" r="r" b="b"/>
              <a:pathLst>
                <a:path w="8595" h="6681" stroke="0" extrusionOk="0">
                  <a:moveTo>
                    <a:pt x="8595" y="0"/>
                  </a:moveTo>
                  <a:lnTo>
                    <a:pt x="4778" y="3816"/>
                  </a:lnTo>
                  <a:lnTo>
                    <a:pt x="0" y="3816"/>
                  </a:lnTo>
                  <a:lnTo>
                    <a:pt x="0" y="6681"/>
                  </a:lnTo>
                  <a:lnTo>
                    <a:pt x="8595" y="6681"/>
                  </a:lnTo>
                  <a:lnTo>
                    <a:pt x="8595" y="0"/>
                  </a:lnTo>
                  <a:close/>
                </a:path>
              </a:pathLst>
            </a:custGeom>
            <a:solidFill>
              <a:srgbClr val="C8C0C3"/>
            </a:solidFill>
            <a:ln>
              <a:noFill/>
            </a:ln>
          </p:spPr>
        </p:sp>
        <p:sp>
          <p:nvSpPr>
            <p:cNvPr id="16246" name="Graph element 939"/>
            <p:cNvSpPr/>
            <p:nvPr/>
          </p:nvSpPr>
          <p:spPr>
            <a:xfrm>
              <a:off x="1072905" y="1461099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8C0C3"/>
            </a:solidFill>
            <a:ln>
              <a:noFill/>
            </a:ln>
          </p:spPr>
        </p:sp>
        <p:sp>
          <p:nvSpPr>
            <p:cNvPr id="16247" name="Graph element 940"/>
            <p:cNvSpPr/>
            <p:nvPr/>
          </p:nvSpPr>
          <p:spPr>
            <a:xfrm>
              <a:off x="1183920" y="1455728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8C0C3"/>
            </a:solidFill>
            <a:ln>
              <a:noFill/>
            </a:ln>
          </p:spPr>
        </p:sp>
        <p:sp>
          <p:nvSpPr>
            <p:cNvPr id="16248" name="Graph element 941"/>
            <p:cNvSpPr/>
            <p:nvPr/>
          </p:nvSpPr>
          <p:spPr>
            <a:xfrm>
              <a:off x="1106568" y="1454295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C8C0C3"/>
            </a:solidFill>
            <a:ln>
              <a:noFill/>
            </a:ln>
          </p:spPr>
        </p:sp>
        <p:sp>
          <p:nvSpPr>
            <p:cNvPr id="16249" name="Graph element 942"/>
            <p:cNvSpPr/>
            <p:nvPr/>
          </p:nvSpPr>
          <p:spPr>
            <a:xfrm>
              <a:off x="668658" y="1449343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8C0C3"/>
            </a:solidFill>
            <a:ln>
              <a:noFill/>
            </a:ln>
          </p:spPr>
        </p:sp>
        <p:sp>
          <p:nvSpPr>
            <p:cNvPr id="16250" name="Graph element 943"/>
            <p:cNvSpPr/>
            <p:nvPr/>
          </p:nvSpPr>
          <p:spPr>
            <a:xfrm>
              <a:off x="1085859" y="1442181"/>
              <a:ext cx="6026" cy="6385"/>
            </a:xfrm>
            <a:custGeom>
              <a:avLst/>
              <a:gdLst/>
              <a:ahLst/>
              <a:cxnLst/>
              <a:rect l="0" t="0" r="r" b="b"/>
              <a:pathLst>
                <a:path w="6026" h="6385" stroke="0" extrusionOk="0">
                  <a:moveTo>
                    <a:pt x="3162" y="5187"/>
                  </a:moveTo>
                  <a:lnTo>
                    <a:pt x="3162" y="6385"/>
                  </a:lnTo>
                  <a:lnTo>
                    <a:pt x="6026" y="6385"/>
                  </a:lnTo>
                  <a:lnTo>
                    <a:pt x="6026" y="400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3162" y="5187"/>
                  </a:lnTo>
                  <a:close/>
                </a:path>
              </a:pathLst>
            </a:custGeom>
            <a:solidFill>
              <a:srgbClr val="C8C0C3"/>
            </a:solidFill>
            <a:ln>
              <a:noFill/>
            </a:ln>
          </p:spPr>
        </p:sp>
        <p:sp>
          <p:nvSpPr>
            <p:cNvPr id="16251" name="Graph element 944"/>
            <p:cNvSpPr/>
            <p:nvPr/>
          </p:nvSpPr>
          <p:spPr>
            <a:xfrm>
              <a:off x="999492" y="1439613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8C0C3"/>
            </a:solidFill>
            <a:ln>
              <a:noFill/>
            </a:ln>
          </p:spPr>
        </p:sp>
        <p:sp>
          <p:nvSpPr>
            <p:cNvPr id="16252" name="Graph element 945"/>
            <p:cNvSpPr/>
            <p:nvPr/>
          </p:nvSpPr>
          <p:spPr>
            <a:xfrm>
              <a:off x="849085" y="1434241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8C0C3"/>
            </a:solidFill>
            <a:ln>
              <a:noFill/>
            </a:ln>
          </p:spPr>
        </p:sp>
        <p:sp>
          <p:nvSpPr>
            <p:cNvPr id="16253" name="Graph element 946"/>
            <p:cNvSpPr/>
            <p:nvPr/>
          </p:nvSpPr>
          <p:spPr>
            <a:xfrm>
              <a:off x="850517" y="1429227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C8C0C3"/>
            </a:solidFill>
            <a:ln>
              <a:noFill/>
            </a:ln>
          </p:spPr>
        </p:sp>
        <p:sp>
          <p:nvSpPr>
            <p:cNvPr id="16254" name="Graph element 947"/>
            <p:cNvSpPr/>
            <p:nvPr/>
          </p:nvSpPr>
          <p:spPr>
            <a:xfrm>
              <a:off x="768152" y="1427437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C8C0C3"/>
            </a:solidFill>
            <a:ln>
              <a:noFill/>
            </a:ln>
          </p:spPr>
        </p:sp>
        <p:sp>
          <p:nvSpPr>
            <p:cNvPr id="16255" name="Graph element 948"/>
            <p:cNvSpPr/>
            <p:nvPr/>
          </p:nvSpPr>
          <p:spPr>
            <a:xfrm>
              <a:off x="1142737" y="1427079"/>
              <a:ext cx="2865" cy="3581"/>
            </a:xfrm>
            <a:custGeom>
              <a:avLst/>
              <a:gdLst/>
              <a:ahLst/>
              <a:cxnLst/>
              <a:rect l="0" t="0" r="r" b="b"/>
              <a:pathLst>
                <a:path w="2865" h="3581" stroke="0" extrusionOk="0">
                  <a:moveTo>
                    <a:pt x="0" y="3581"/>
                  </a:moveTo>
                  <a:lnTo>
                    <a:pt x="2865" y="358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C8C0C3"/>
            </a:solidFill>
            <a:ln>
              <a:noFill/>
            </a:ln>
          </p:spPr>
        </p:sp>
        <p:sp>
          <p:nvSpPr>
            <p:cNvPr id="16256" name="Graph element 949"/>
            <p:cNvSpPr/>
            <p:nvPr/>
          </p:nvSpPr>
          <p:spPr>
            <a:xfrm>
              <a:off x="1275239" y="1425288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8C0C3"/>
            </a:solidFill>
            <a:ln>
              <a:noFill/>
            </a:ln>
          </p:spPr>
        </p:sp>
        <p:sp>
          <p:nvSpPr>
            <p:cNvPr id="16257" name="Graph element 950"/>
            <p:cNvSpPr/>
            <p:nvPr/>
          </p:nvSpPr>
          <p:spPr>
            <a:xfrm>
              <a:off x="951147" y="1425288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8C0C3"/>
            </a:solidFill>
            <a:ln>
              <a:noFill/>
            </a:ln>
          </p:spPr>
        </p:sp>
        <p:sp>
          <p:nvSpPr>
            <p:cNvPr id="16258" name="Graph element 951"/>
            <p:cNvSpPr/>
            <p:nvPr/>
          </p:nvSpPr>
          <p:spPr>
            <a:xfrm>
              <a:off x="1275239" y="1419916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8C0C3"/>
            </a:solidFill>
            <a:ln>
              <a:noFill/>
            </a:ln>
          </p:spPr>
        </p:sp>
        <p:sp>
          <p:nvSpPr>
            <p:cNvPr id="16259" name="Graph element 952"/>
            <p:cNvSpPr/>
            <p:nvPr/>
          </p:nvSpPr>
          <p:spPr>
            <a:xfrm>
              <a:off x="879944" y="1413532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C8C0C3"/>
            </a:solidFill>
            <a:ln>
              <a:noFill/>
            </a:ln>
          </p:spPr>
        </p:sp>
        <p:sp>
          <p:nvSpPr>
            <p:cNvPr id="16260" name="Graph element 953"/>
            <p:cNvSpPr/>
            <p:nvPr/>
          </p:nvSpPr>
          <p:spPr>
            <a:xfrm>
              <a:off x="1268496" y="1406370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C8C0C3"/>
            </a:solidFill>
            <a:ln>
              <a:noFill/>
            </a:ln>
          </p:spPr>
        </p:sp>
        <p:sp>
          <p:nvSpPr>
            <p:cNvPr id="16261" name="Graph element 954"/>
            <p:cNvSpPr/>
            <p:nvPr/>
          </p:nvSpPr>
          <p:spPr>
            <a:xfrm>
              <a:off x="788206" y="1402788"/>
              <a:ext cx="6026" cy="6385"/>
            </a:xfrm>
            <a:custGeom>
              <a:avLst/>
              <a:gdLst/>
              <a:ahLst/>
              <a:cxnLst/>
              <a:rect l="0" t="0" r="r" b="b"/>
              <a:pathLst>
                <a:path w="6026" h="6385" stroke="0" extrusionOk="0">
                  <a:moveTo>
                    <a:pt x="0" y="4001"/>
                  </a:moveTo>
                  <a:lnTo>
                    <a:pt x="0" y="6385"/>
                  </a:lnTo>
                  <a:lnTo>
                    <a:pt x="2865" y="6385"/>
                  </a:lnTo>
                  <a:lnTo>
                    <a:pt x="3223" y="4829"/>
                  </a:lnTo>
                  <a:lnTo>
                    <a:pt x="4001" y="5607"/>
                  </a:lnTo>
                  <a:lnTo>
                    <a:pt x="6026" y="3581"/>
                  </a:lnTo>
                  <a:lnTo>
                    <a:pt x="2445" y="0"/>
                  </a:lnTo>
                  <a:lnTo>
                    <a:pt x="420" y="2026"/>
                  </a:lnTo>
                  <a:lnTo>
                    <a:pt x="1197" y="2803"/>
                  </a:lnTo>
                  <a:lnTo>
                    <a:pt x="0" y="4001"/>
                  </a:lnTo>
                  <a:close/>
                </a:path>
              </a:pathLst>
            </a:custGeom>
            <a:solidFill>
              <a:srgbClr val="C8C0C3"/>
            </a:solidFill>
            <a:ln>
              <a:noFill/>
            </a:ln>
          </p:spPr>
        </p:sp>
        <p:sp>
          <p:nvSpPr>
            <p:cNvPr id="16262" name="Graph element 955"/>
            <p:cNvSpPr/>
            <p:nvPr/>
          </p:nvSpPr>
          <p:spPr>
            <a:xfrm>
              <a:off x="1115879" y="1402011"/>
              <a:ext cx="2865" cy="3581"/>
            </a:xfrm>
            <a:custGeom>
              <a:avLst/>
              <a:gdLst/>
              <a:ahLst/>
              <a:cxnLst/>
              <a:rect l="0" t="0" r="r" b="b"/>
              <a:pathLst>
                <a:path w="2865" h="3581" stroke="0" extrusionOk="0">
                  <a:moveTo>
                    <a:pt x="0" y="3581"/>
                  </a:moveTo>
                  <a:lnTo>
                    <a:pt x="2865" y="358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C8C0C3"/>
            </a:solidFill>
            <a:ln>
              <a:noFill/>
            </a:ln>
          </p:spPr>
        </p:sp>
        <p:sp>
          <p:nvSpPr>
            <p:cNvPr id="16263" name="Graph element 956"/>
            <p:cNvSpPr/>
            <p:nvPr/>
          </p:nvSpPr>
          <p:spPr>
            <a:xfrm>
              <a:off x="936464" y="1396997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C8C0C3"/>
            </a:solidFill>
            <a:ln>
              <a:noFill/>
            </a:ln>
          </p:spPr>
        </p:sp>
        <p:sp>
          <p:nvSpPr>
            <p:cNvPr id="16264" name="Graph element 957"/>
            <p:cNvSpPr/>
            <p:nvPr/>
          </p:nvSpPr>
          <p:spPr>
            <a:xfrm>
              <a:off x="781463" y="1392045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C8C0C3"/>
            </a:solidFill>
            <a:ln>
              <a:noFill/>
            </a:ln>
          </p:spPr>
        </p:sp>
        <p:sp>
          <p:nvSpPr>
            <p:cNvPr id="16265" name="Graph element 958"/>
            <p:cNvSpPr/>
            <p:nvPr/>
          </p:nvSpPr>
          <p:spPr>
            <a:xfrm>
              <a:off x="1148529" y="1388464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C8C0C3"/>
            </a:solidFill>
            <a:ln>
              <a:noFill/>
            </a:ln>
          </p:spPr>
        </p:sp>
        <p:sp>
          <p:nvSpPr>
            <p:cNvPr id="16266" name="Graph element 959"/>
            <p:cNvSpPr/>
            <p:nvPr/>
          </p:nvSpPr>
          <p:spPr>
            <a:xfrm>
              <a:off x="766719" y="1386673"/>
              <a:ext cx="4236" cy="4594"/>
            </a:xfrm>
            <a:custGeom>
              <a:avLst/>
              <a:gdLst/>
              <a:ahLst/>
              <a:cxnLst/>
              <a:rect l="0" t="0" r="r" b="b"/>
              <a:pathLst>
                <a:path w="4236" h="4594" stroke="0" extrusionOk="0">
                  <a:moveTo>
                    <a:pt x="0" y="2210"/>
                  </a:moveTo>
                  <a:lnTo>
                    <a:pt x="0" y="4594"/>
                  </a:lnTo>
                  <a:lnTo>
                    <a:pt x="2865" y="4594"/>
                  </a:lnTo>
                  <a:lnTo>
                    <a:pt x="2865" y="3397"/>
                  </a:lnTo>
                  <a:lnTo>
                    <a:pt x="4236" y="2026"/>
                  </a:lnTo>
                  <a:lnTo>
                    <a:pt x="2210" y="0"/>
                  </a:lnTo>
                  <a:lnTo>
                    <a:pt x="0" y="2210"/>
                  </a:lnTo>
                  <a:close/>
                </a:path>
              </a:pathLst>
            </a:custGeom>
            <a:solidFill>
              <a:srgbClr val="C8C0C3"/>
            </a:solidFill>
            <a:ln>
              <a:noFill/>
            </a:ln>
          </p:spPr>
        </p:sp>
        <p:sp>
          <p:nvSpPr>
            <p:cNvPr id="16267" name="Graph element 960"/>
            <p:cNvSpPr/>
            <p:nvPr/>
          </p:nvSpPr>
          <p:spPr>
            <a:xfrm>
              <a:off x="1012446" y="1384883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8C0C3"/>
            </a:solidFill>
            <a:ln>
              <a:noFill/>
            </a:ln>
          </p:spPr>
        </p:sp>
        <p:sp>
          <p:nvSpPr>
            <p:cNvPr id="16268" name="Graph element 961"/>
            <p:cNvSpPr/>
            <p:nvPr/>
          </p:nvSpPr>
          <p:spPr>
            <a:xfrm>
              <a:off x="1129845" y="1377301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C8C0C3"/>
            </a:solidFill>
            <a:ln>
              <a:noFill/>
            </a:ln>
          </p:spPr>
        </p:sp>
        <p:sp>
          <p:nvSpPr>
            <p:cNvPr id="16269" name="Graph element 962"/>
            <p:cNvSpPr/>
            <p:nvPr/>
          </p:nvSpPr>
          <p:spPr>
            <a:xfrm>
              <a:off x="1108717" y="1378733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8C0C3"/>
            </a:solidFill>
            <a:ln>
              <a:noFill/>
            </a:ln>
          </p:spPr>
        </p:sp>
        <p:sp>
          <p:nvSpPr>
            <p:cNvPr id="16270" name="Graph element 963"/>
            <p:cNvSpPr/>
            <p:nvPr/>
          </p:nvSpPr>
          <p:spPr>
            <a:xfrm>
              <a:off x="1109136" y="1372349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C8C0C3"/>
            </a:solidFill>
            <a:ln>
              <a:noFill/>
            </a:ln>
          </p:spPr>
        </p:sp>
        <p:sp>
          <p:nvSpPr>
            <p:cNvPr id="16271" name="Graph element 964"/>
            <p:cNvSpPr/>
            <p:nvPr/>
          </p:nvSpPr>
          <p:spPr>
            <a:xfrm>
              <a:off x="1017817" y="1370558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8C0C3"/>
            </a:solidFill>
            <a:ln>
              <a:noFill/>
            </a:ln>
          </p:spPr>
        </p:sp>
        <p:sp>
          <p:nvSpPr>
            <p:cNvPr id="16272" name="Graph element 965"/>
            <p:cNvSpPr/>
            <p:nvPr/>
          </p:nvSpPr>
          <p:spPr>
            <a:xfrm>
              <a:off x="1031722" y="1298158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8C0C3"/>
            </a:solidFill>
            <a:ln>
              <a:noFill/>
            </a:ln>
          </p:spPr>
        </p:sp>
        <p:sp>
          <p:nvSpPr>
            <p:cNvPr id="16273" name="Graph element 966"/>
            <p:cNvSpPr/>
            <p:nvPr/>
          </p:nvSpPr>
          <p:spPr>
            <a:xfrm>
              <a:off x="1041095" y="1238057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8C0C3"/>
            </a:solidFill>
            <a:ln>
              <a:noFill/>
            </a:ln>
          </p:spPr>
        </p:sp>
        <p:sp>
          <p:nvSpPr>
            <p:cNvPr id="16274" name="Graph element 967"/>
            <p:cNvSpPr/>
            <p:nvPr/>
          </p:nvSpPr>
          <p:spPr>
            <a:xfrm>
              <a:off x="1028561" y="1177178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C8C0C3"/>
            </a:solidFill>
            <a:ln>
              <a:noFill/>
            </a:ln>
          </p:spPr>
        </p:sp>
        <p:sp>
          <p:nvSpPr>
            <p:cNvPr id="16275" name="Graph element 968"/>
            <p:cNvSpPr/>
            <p:nvPr/>
          </p:nvSpPr>
          <p:spPr>
            <a:xfrm>
              <a:off x="1024560" y="1156704"/>
              <a:ext cx="2865" cy="5372"/>
            </a:xfrm>
            <a:custGeom>
              <a:avLst/>
              <a:gdLst/>
              <a:ahLst/>
              <a:cxnLst/>
              <a:rect l="0" t="0" r="r" b="b"/>
              <a:pathLst>
                <a:path w="2865" h="5372" stroke="0" extrusionOk="0">
                  <a:moveTo>
                    <a:pt x="0" y="5372"/>
                  </a:moveTo>
                  <a:lnTo>
                    <a:pt x="2865" y="5372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5372"/>
                  </a:lnTo>
                  <a:close/>
                </a:path>
              </a:pathLst>
            </a:custGeom>
            <a:solidFill>
              <a:srgbClr val="C8C0C3"/>
            </a:solidFill>
            <a:ln>
              <a:noFill/>
            </a:ln>
          </p:spPr>
        </p:sp>
        <p:sp>
          <p:nvSpPr>
            <p:cNvPr id="16276" name="Graph element 969"/>
            <p:cNvSpPr/>
            <p:nvPr/>
          </p:nvSpPr>
          <p:spPr>
            <a:xfrm>
              <a:off x="1098393" y="1366977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277" name="Graph element 970"/>
            <p:cNvSpPr/>
            <p:nvPr/>
          </p:nvSpPr>
          <p:spPr>
            <a:xfrm>
              <a:off x="1240860" y="1361186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278" name="Graph element 971"/>
            <p:cNvSpPr/>
            <p:nvPr/>
          </p:nvSpPr>
          <p:spPr>
            <a:xfrm>
              <a:off x="1228326" y="1361186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279" name="Graph element 972"/>
            <p:cNvSpPr/>
            <p:nvPr/>
          </p:nvSpPr>
          <p:spPr>
            <a:xfrm>
              <a:off x="1142737" y="1359037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280" name="Graph element 973"/>
            <p:cNvSpPr/>
            <p:nvPr/>
          </p:nvSpPr>
          <p:spPr>
            <a:xfrm>
              <a:off x="1252381" y="1354443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281" name="Graph element 974"/>
            <p:cNvSpPr/>
            <p:nvPr/>
          </p:nvSpPr>
          <p:spPr>
            <a:xfrm>
              <a:off x="1150319" y="1347281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282" name="Graph element 975"/>
            <p:cNvSpPr/>
            <p:nvPr/>
          </p:nvSpPr>
          <p:spPr>
            <a:xfrm>
              <a:off x="1185353" y="1341490"/>
              <a:ext cx="5372" cy="2865"/>
            </a:xfrm>
            <a:custGeom>
              <a:avLst/>
              <a:gdLst/>
              <a:ahLst/>
              <a:cxnLst/>
              <a:rect l="0" t="0" r="r" b="b"/>
              <a:pathLst>
                <a:path w="5372" h="2865" stroke="0" extrusionOk="0">
                  <a:moveTo>
                    <a:pt x="5372" y="2865"/>
                  </a:moveTo>
                  <a:lnTo>
                    <a:pt x="5372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5372" y="2865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283" name="Graph element 976"/>
            <p:cNvSpPr/>
            <p:nvPr/>
          </p:nvSpPr>
          <p:spPr>
            <a:xfrm>
              <a:off x="1144947" y="1341909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284" name="Graph element 977"/>
            <p:cNvSpPr/>
            <p:nvPr/>
          </p:nvSpPr>
          <p:spPr>
            <a:xfrm>
              <a:off x="1101554" y="1341132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285" name="Graph element 978"/>
            <p:cNvSpPr/>
            <p:nvPr/>
          </p:nvSpPr>
          <p:spPr>
            <a:xfrm>
              <a:off x="1259124" y="1334092"/>
              <a:ext cx="5249" cy="10620"/>
            </a:xfrm>
            <a:custGeom>
              <a:avLst/>
              <a:gdLst/>
              <a:ahLst/>
              <a:cxnLst/>
              <a:rect l="0" t="0" r="r" b="b"/>
              <a:pathLst>
                <a:path w="5249" h="10620" stroke="0" extrusionOk="0">
                  <a:moveTo>
                    <a:pt x="0" y="0"/>
                  </a:moveTo>
                  <a:lnTo>
                    <a:pt x="0" y="10620"/>
                  </a:lnTo>
                  <a:lnTo>
                    <a:pt x="2865" y="10620"/>
                  </a:lnTo>
                  <a:lnTo>
                    <a:pt x="2865" y="7633"/>
                  </a:lnTo>
                  <a:lnTo>
                    <a:pt x="5249" y="52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286" name="Graph element 979"/>
            <p:cNvSpPr/>
            <p:nvPr/>
          </p:nvSpPr>
          <p:spPr>
            <a:xfrm>
              <a:off x="1198664" y="1336538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287" name="Graph element 980"/>
            <p:cNvSpPr/>
            <p:nvPr/>
          </p:nvSpPr>
          <p:spPr>
            <a:xfrm>
              <a:off x="1102987" y="1334328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288" name="Graph element 981"/>
            <p:cNvSpPr/>
            <p:nvPr/>
          </p:nvSpPr>
          <p:spPr>
            <a:xfrm>
              <a:off x="1106568" y="1327165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289" name="Graph element 982"/>
            <p:cNvSpPr/>
            <p:nvPr/>
          </p:nvSpPr>
          <p:spPr>
            <a:xfrm>
              <a:off x="1298516" y="1321435"/>
              <a:ext cx="2865" cy="7162"/>
            </a:xfrm>
            <a:custGeom>
              <a:avLst/>
              <a:gdLst/>
              <a:ahLst/>
              <a:cxnLst/>
              <a:rect l="0" t="0" r="r" b="b"/>
              <a:pathLst>
                <a:path w="2865" h="7162" stroke="0" extrusionOk="0">
                  <a:moveTo>
                    <a:pt x="0" y="7162"/>
                  </a:moveTo>
                  <a:lnTo>
                    <a:pt x="2865" y="7162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7162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290" name="Graph element 983"/>
            <p:cNvSpPr/>
            <p:nvPr/>
          </p:nvSpPr>
          <p:spPr>
            <a:xfrm>
              <a:off x="1255543" y="1319645"/>
              <a:ext cx="2865" cy="8953"/>
            </a:xfrm>
            <a:custGeom>
              <a:avLst/>
              <a:gdLst/>
              <a:ahLst/>
              <a:cxnLst/>
              <a:rect l="0" t="0" r="r" b="b"/>
              <a:pathLst>
                <a:path w="2865" h="8953" stroke="0" extrusionOk="0">
                  <a:moveTo>
                    <a:pt x="0" y="8953"/>
                  </a:moveTo>
                  <a:lnTo>
                    <a:pt x="2865" y="8953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8953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291" name="Graph element 984"/>
            <p:cNvSpPr/>
            <p:nvPr/>
          </p:nvSpPr>
          <p:spPr>
            <a:xfrm>
              <a:off x="1207198" y="1317854"/>
              <a:ext cx="2865" cy="8953"/>
            </a:xfrm>
            <a:custGeom>
              <a:avLst/>
              <a:gdLst/>
              <a:ahLst/>
              <a:cxnLst/>
              <a:rect l="0" t="0" r="r" b="b"/>
              <a:pathLst>
                <a:path w="2865" h="8953" stroke="0" extrusionOk="0">
                  <a:moveTo>
                    <a:pt x="0" y="8953"/>
                  </a:moveTo>
                  <a:lnTo>
                    <a:pt x="2865" y="8953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8953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292" name="Graph element 985"/>
            <p:cNvSpPr/>
            <p:nvPr/>
          </p:nvSpPr>
          <p:spPr>
            <a:xfrm>
              <a:off x="1131636" y="1314631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293" name="Graph element 986"/>
            <p:cNvSpPr/>
            <p:nvPr/>
          </p:nvSpPr>
          <p:spPr>
            <a:xfrm>
              <a:off x="1162075" y="1312841"/>
              <a:ext cx="5372" cy="2865"/>
            </a:xfrm>
            <a:custGeom>
              <a:avLst/>
              <a:gdLst/>
              <a:ahLst/>
              <a:cxnLst/>
              <a:rect l="0" t="0" r="r" b="b"/>
              <a:pathLst>
                <a:path w="5372" h="2865" stroke="0" extrusionOk="0">
                  <a:moveTo>
                    <a:pt x="5372" y="2865"/>
                  </a:moveTo>
                  <a:lnTo>
                    <a:pt x="5372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5372" y="2865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294" name="Graph element 987"/>
            <p:cNvSpPr/>
            <p:nvPr/>
          </p:nvSpPr>
          <p:spPr>
            <a:xfrm>
              <a:off x="1183562" y="1300307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295" name="Graph element 988"/>
            <p:cNvSpPr/>
            <p:nvPr/>
          </p:nvSpPr>
          <p:spPr>
            <a:xfrm>
              <a:off x="1131994" y="1292786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296" name="Graph element 989"/>
            <p:cNvSpPr/>
            <p:nvPr/>
          </p:nvSpPr>
          <p:spPr>
            <a:xfrm>
              <a:off x="1123461" y="1281030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297" name="Graph element 990"/>
            <p:cNvSpPr/>
            <p:nvPr/>
          </p:nvSpPr>
          <p:spPr>
            <a:xfrm>
              <a:off x="1110149" y="1278820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298" name="Graph element 991"/>
            <p:cNvSpPr/>
            <p:nvPr/>
          </p:nvSpPr>
          <p:spPr>
            <a:xfrm>
              <a:off x="1119102" y="1271658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299" name="Graph element 992"/>
            <p:cNvSpPr/>
            <p:nvPr/>
          </p:nvSpPr>
          <p:spPr>
            <a:xfrm>
              <a:off x="1139156" y="1251604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00" name="Graph element 993"/>
            <p:cNvSpPr/>
            <p:nvPr/>
          </p:nvSpPr>
          <p:spPr>
            <a:xfrm>
              <a:off x="1212211" y="1239428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01" name="Graph element 994"/>
            <p:cNvSpPr/>
            <p:nvPr/>
          </p:nvSpPr>
          <p:spPr>
            <a:xfrm>
              <a:off x="1203258" y="1239428"/>
              <a:ext cx="3581" cy="2865"/>
            </a:xfrm>
            <a:custGeom>
              <a:avLst/>
              <a:gdLst/>
              <a:ahLst/>
              <a:cxnLst/>
              <a:rect l="0" t="0" r="r" b="b"/>
              <a:pathLst>
                <a:path w="3581" h="2865" stroke="0" extrusionOk="0">
                  <a:moveTo>
                    <a:pt x="3581" y="2865"/>
                  </a:moveTo>
                  <a:lnTo>
                    <a:pt x="358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3581" y="2865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02" name="Graph element 995"/>
            <p:cNvSpPr/>
            <p:nvPr/>
          </p:nvSpPr>
          <p:spPr>
            <a:xfrm>
              <a:off x="1191502" y="1232685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03" name="Graph element 996"/>
            <p:cNvSpPr/>
            <p:nvPr/>
          </p:nvSpPr>
          <p:spPr>
            <a:xfrm>
              <a:off x="1277449" y="1227313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0" y="3581"/>
                  </a:moveTo>
                  <a:lnTo>
                    <a:pt x="2026" y="5607"/>
                  </a:lnTo>
                  <a:lnTo>
                    <a:pt x="5607" y="2026"/>
                  </a:lnTo>
                  <a:lnTo>
                    <a:pt x="3581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04" name="Graph element 997"/>
            <p:cNvSpPr/>
            <p:nvPr/>
          </p:nvSpPr>
          <p:spPr>
            <a:xfrm>
              <a:off x="1135995" y="1225523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05" name="Graph element 998"/>
            <p:cNvSpPr/>
            <p:nvPr/>
          </p:nvSpPr>
          <p:spPr>
            <a:xfrm>
              <a:off x="1044256" y="1219373"/>
              <a:ext cx="2865" cy="7162"/>
            </a:xfrm>
            <a:custGeom>
              <a:avLst/>
              <a:gdLst/>
              <a:ahLst/>
              <a:cxnLst/>
              <a:rect l="0" t="0" r="r" b="b"/>
              <a:pathLst>
                <a:path w="2865" h="7162" stroke="0" extrusionOk="0">
                  <a:moveTo>
                    <a:pt x="0" y="7162"/>
                  </a:moveTo>
                  <a:lnTo>
                    <a:pt x="2865" y="7162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7162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06" name="Graph element 999"/>
            <p:cNvSpPr/>
            <p:nvPr/>
          </p:nvSpPr>
          <p:spPr>
            <a:xfrm>
              <a:off x="1228684" y="1215792"/>
              <a:ext cx="2865" cy="8953"/>
            </a:xfrm>
            <a:custGeom>
              <a:avLst/>
              <a:gdLst/>
              <a:ahLst/>
              <a:cxnLst/>
              <a:rect l="0" t="0" r="r" b="b"/>
              <a:pathLst>
                <a:path w="2865" h="8953" stroke="0" extrusionOk="0">
                  <a:moveTo>
                    <a:pt x="0" y="8953"/>
                  </a:moveTo>
                  <a:lnTo>
                    <a:pt x="2865" y="8953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8953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07" name="Graph element 1000"/>
            <p:cNvSpPr/>
            <p:nvPr/>
          </p:nvSpPr>
          <p:spPr>
            <a:xfrm>
              <a:off x="1886240" y="1212989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08" name="Graph element 1001"/>
            <p:cNvSpPr/>
            <p:nvPr/>
          </p:nvSpPr>
          <p:spPr>
            <a:xfrm>
              <a:off x="1241218" y="1210421"/>
              <a:ext cx="2865" cy="8953"/>
            </a:xfrm>
            <a:custGeom>
              <a:avLst/>
              <a:gdLst/>
              <a:ahLst/>
              <a:cxnLst/>
              <a:rect l="0" t="0" r="r" b="b"/>
              <a:pathLst>
                <a:path w="2865" h="8953" stroke="0" extrusionOk="0">
                  <a:moveTo>
                    <a:pt x="0" y="8953"/>
                  </a:moveTo>
                  <a:lnTo>
                    <a:pt x="2865" y="8953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8953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09" name="Graph element 1002"/>
            <p:cNvSpPr/>
            <p:nvPr/>
          </p:nvSpPr>
          <p:spPr>
            <a:xfrm>
              <a:off x="1026770" y="1202245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3581" y="5607"/>
                  </a:moveTo>
                  <a:lnTo>
                    <a:pt x="5607" y="358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3581" y="5607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10" name="Graph element 1003"/>
            <p:cNvSpPr/>
            <p:nvPr/>
          </p:nvSpPr>
          <p:spPr>
            <a:xfrm>
              <a:off x="1182549" y="1200455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11" name="Graph element 1004"/>
            <p:cNvSpPr/>
            <p:nvPr/>
          </p:nvSpPr>
          <p:spPr>
            <a:xfrm>
              <a:off x="1375152" y="1198245"/>
              <a:ext cx="3581" cy="2865"/>
            </a:xfrm>
            <a:custGeom>
              <a:avLst/>
              <a:gdLst/>
              <a:ahLst/>
              <a:cxnLst/>
              <a:rect l="0" t="0" r="r" b="b"/>
              <a:pathLst>
                <a:path w="3581" h="2865" stroke="0" extrusionOk="0">
                  <a:moveTo>
                    <a:pt x="3581" y="2865"/>
                  </a:moveTo>
                  <a:lnTo>
                    <a:pt x="358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3581" y="2865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12" name="Graph element 1005"/>
            <p:cNvSpPr/>
            <p:nvPr/>
          </p:nvSpPr>
          <p:spPr>
            <a:xfrm>
              <a:off x="1367990" y="1198245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13" name="Graph element 1006"/>
            <p:cNvSpPr/>
            <p:nvPr/>
          </p:nvSpPr>
          <p:spPr>
            <a:xfrm>
              <a:off x="1247009" y="1196874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14" name="Graph element 1007"/>
            <p:cNvSpPr/>
            <p:nvPr/>
          </p:nvSpPr>
          <p:spPr>
            <a:xfrm>
              <a:off x="1132413" y="1195083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15" name="Graph element 1008"/>
            <p:cNvSpPr/>
            <p:nvPr/>
          </p:nvSpPr>
          <p:spPr>
            <a:xfrm>
              <a:off x="1168225" y="1193293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16" name="Graph element 1009"/>
            <p:cNvSpPr/>
            <p:nvPr/>
          </p:nvSpPr>
          <p:spPr>
            <a:xfrm>
              <a:off x="1354443" y="1191502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17" name="Graph element 1010"/>
            <p:cNvSpPr/>
            <p:nvPr/>
          </p:nvSpPr>
          <p:spPr>
            <a:xfrm>
              <a:off x="1878659" y="1190724"/>
              <a:ext cx="2865" cy="8953"/>
            </a:xfrm>
            <a:custGeom>
              <a:avLst/>
              <a:gdLst/>
              <a:ahLst/>
              <a:cxnLst/>
              <a:rect l="0" t="0" r="r" b="b"/>
              <a:pathLst>
                <a:path w="2865" h="8953" stroke="0" extrusionOk="0">
                  <a:moveTo>
                    <a:pt x="0" y="8953"/>
                  </a:moveTo>
                  <a:lnTo>
                    <a:pt x="2865" y="8953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8953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18" name="Graph element 1011"/>
            <p:cNvSpPr/>
            <p:nvPr/>
          </p:nvSpPr>
          <p:spPr>
            <a:xfrm>
              <a:off x="1260556" y="1188699"/>
              <a:ext cx="12411" cy="5249"/>
            </a:xfrm>
            <a:custGeom>
              <a:avLst/>
              <a:gdLst/>
              <a:ahLst/>
              <a:cxnLst/>
              <a:rect l="0" t="0" r="r" b="b"/>
              <a:pathLst>
                <a:path w="12411" h="5249" stroke="0" extrusionOk="0">
                  <a:moveTo>
                    <a:pt x="7162" y="0"/>
                  </a:moveTo>
                  <a:lnTo>
                    <a:pt x="4778" y="2384"/>
                  </a:lnTo>
                  <a:lnTo>
                    <a:pt x="0" y="2384"/>
                  </a:lnTo>
                  <a:lnTo>
                    <a:pt x="0" y="5249"/>
                  </a:lnTo>
                  <a:lnTo>
                    <a:pt x="12411" y="5249"/>
                  </a:lnTo>
                  <a:lnTo>
                    <a:pt x="7162" y="0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19" name="Graph element 1012"/>
            <p:cNvSpPr/>
            <p:nvPr/>
          </p:nvSpPr>
          <p:spPr>
            <a:xfrm>
              <a:off x="1223313" y="1188934"/>
              <a:ext cx="2865" cy="5372"/>
            </a:xfrm>
            <a:custGeom>
              <a:avLst/>
              <a:gdLst/>
              <a:ahLst/>
              <a:cxnLst/>
              <a:rect l="0" t="0" r="r" b="b"/>
              <a:pathLst>
                <a:path w="2865" h="5372" stroke="0" extrusionOk="0">
                  <a:moveTo>
                    <a:pt x="0" y="5372"/>
                  </a:moveTo>
                  <a:lnTo>
                    <a:pt x="2865" y="5372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5372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20" name="Graph element 1013"/>
            <p:cNvSpPr/>
            <p:nvPr/>
          </p:nvSpPr>
          <p:spPr>
            <a:xfrm>
              <a:off x="1120892" y="1187501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21" name="Graph element 1014"/>
            <p:cNvSpPr/>
            <p:nvPr/>
          </p:nvSpPr>
          <p:spPr>
            <a:xfrm>
              <a:off x="1394849" y="1185711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22" name="Graph element 1015"/>
            <p:cNvSpPr/>
            <p:nvPr/>
          </p:nvSpPr>
          <p:spPr>
            <a:xfrm>
              <a:off x="1404579" y="1180759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23" name="Graph element 1016"/>
            <p:cNvSpPr/>
            <p:nvPr/>
          </p:nvSpPr>
          <p:spPr>
            <a:xfrm>
              <a:off x="1348652" y="1179981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24" name="Graph element 1017"/>
            <p:cNvSpPr/>
            <p:nvPr/>
          </p:nvSpPr>
          <p:spPr>
            <a:xfrm>
              <a:off x="1925633" y="1177178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25" name="Graph element 1018"/>
            <p:cNvSpPr/>
            <p:nvPr/>
          </p:nvSpPr>
          <p:spPr>
            <a:xfrm>
              <a:off x="1409951" y="1175387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26" name="Graph element 1019"/>
            <p:cNvSpPr/>
            <p:nvPr/>
          </p:nvSpPr>
          <p:spPr>
            <a:xfrm>
              <a:off x="1162433" y="1176400"/>
              <a:ext cx="2865" cy="7162"/>
            </a:xfrm>
            <a:custGeom>
              <a:avLst/>
              <a:gdLst/>
              <a:ahLst/>
              <a:cxnLst/>
              <a:rect l="0" t="0" r="r" b="b"/>
              <a:pathLst>
                <a:path w="2865" h="7162" stroke="0" extrusionOk="0">
                  <a:moveTo>
                    <a:pt x="0" y="7162"/>
                  </a:moveTo>
                  <a:lnTo>
                    <a:pt x="2865" y="7162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7162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27" name="Graph element 1020"/>
            <p:cNvSpPr/>
            <p:nvPr/>
          </p:nvSpPr>
          <p:spPr>
            <a:xfrm>
              <a:off x="1348652" y="1171028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28" name="Graph element 1021"/>
            <p:cNvSpPr/>
            <p:nvPr/>
          </p:nvSpPr>
          <p:spPr>
            <a:xfrm>
              <a:off x="1901578" y="1167805"/>
              <a:ext cx="10743" cy="2865"/>
            </a:xfrm>
            <a:custGeom>
              <a:avLst/>
              <a:gdLst/>
              <a:ahLst/>
              <a:cxnLst/>
              <a:rect l="0" t="0" r="r" b="b"/>
              <a:pathLst>
                <a:path w="10743" h="2865" stroke="0" extrusionOk="0">
                  <a:moveTo>
                    <a:pt x="10743" y="2865"/>
                  </a:moveTo>
                  <a:lnTo>
                    <a:pt x="10743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0743" y="2865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29" name="Graph element 1022"/>
            <p:cNvSpPr/>
            <p:nvPr/>
          </p:nvSpPr>
          <p:spPr>
            <a:xfrm>
              <a:off x="1320003" y="1169238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30" name="Graph element 1023"/>
            <p:cNvSpPr/>
            <p:nvPr/>
          </p:nvSpPr>
          <p:spPr>
            <a:xfrm>
              <a:off x="1257333" y="1169238"/>
              <a:ext cx="2865" cy="7162"/>
            </a:xfrm>
            <a:custGeom>
              <a:avLst/>
              <a:gdLst/>
              <a:ahLst/>
              <a:cxnLst/>
              <a:rect l="0" t="0" r="r" b="b"/>
              <a:pathLst>
                <a:path w="2865" h="7162" stroke="0" extrusionOk="0">
                  <a:moveTo>
                    <a:pt x="0" y="7162"/>
                  </a:moveTo>
                  <a:lnTo>
                    <a:pt x="2865" y="7162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7162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31" name="Graph element 1024"/>
            <p:cNvSpPr/>
            <p:nvPr/>
          </p:nvSpPr>
          <p:spPr>
            <a:xfrm>
              <a:off x="1168225" y="1162853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32" name="Graph element 1025"/>
            <p:cNvSpPr/>
            <p:nvPr/>
          </p:nvSpPr>
          <p:spPr>
            <a:xfrm>
              <a:off x="1414903" y="1160285"/>
              <a:ext cx="2865" cy="7162"/>
            </a:xfrm>
            <a:custGeom>
              <a:avLst/>
              <a:gdLst/>
              <a:ahLst/>
              <a:cxnLst/>
              <a:rect l="0" t="0" r="r" b="b"/>
              <a:pathLst>
                <a:path w="2865" h="7162" stroke="0" extrusionOk="0">
                  <a:moveTo>
                    <a:pt x="0" y="7162"/>
                  </a:moveTo>
                  <a:lnTo>
                    <a:pt x="2865" y="7162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7162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33" name="Graph element 1026"/>
            <p:cNvSpPr/>
            <p:nvPr/>
          </p:nvSpPr>
          <p:spPr>
            <a:xfrm>
              <a:off x="1320003" y="1160285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34" name="Graph element 1027"/>
            <p:cNvSpPr/>
            <p:nvPr/>
          </p:nvSpPr>
          <p:spPr>
            <a:xfrm>
              <a:off x="1261334" y="1157481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35" name="Graph element 1028"/>
            <p:cNvSpPr/>
            <p:nvPr/>
          </p:nvSpPr>
          <p:spPr>
            <a:xfrm>
              <a:off x="1179981" y="1157062"/>
              <a:ext cx="7162" cy="2865"/>
            </a:xfrm>
            <a:custGeom>
              <a:avLst/>
              <a:gdLst/>
              <a:ahLst/>
              <a:cxnLst/>
              <a:rect l="0" t="0" r="r" b="b"/>
              <a:pathLst>
                <a:path w="7162" h="2865" stroke="0" extrusionOk="0">
                  <a:moveTo>
                    <a:pt x="7162" y="2865"/>
                  </a:moveTo>
                  <a:lnTo>
                    <a:pt x="7162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7162" y="2865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36" name="Graph element 1029"/>
            <p:cNvSpPr/>
            <p:nvPr/>
          </p:nvSpPr>
          <p:spPr>
            <a:xfrm>
              <a:off x="1358024" y="1155691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37" name="Graph element 1030"/>
            <p:cNvSpPr/>
            <p:nvPr/>
          </p:nvSpPr>
          <p:spPr>
            <a:xfrm>
              <a:off x="2080634" y="1149900"/>
              <a:ext cx="5372" cy="2865"/>
            </a:xfrm>
            <a:custGeom>
              <a:avLst/>
              <a:gdLst/>
              <a:ahLst/>
              <a:cxnLst/>
              <a:rect l="0" t="0" r="r" b="b"/>
              <a:pathLst>
                <a:path w="5372" h="2865" stroke="0" extrusionOk="0">
                  <a:moveTo>
                    <a:pt x="5372" y="2865"/>
                  </a:moveTo>
                  <a:lnTo>
                    <a:pt x="5372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5372" y="2865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38" name="Graph element 1031"/>
            <p:cNvSpPr/>
            <p:nvPr/>
          </p:nvSpPr>
          <p:spPr>
            <a:xfrm>
              <a:off x="1223732" y="1148529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39" name="Graph element 1032"/>
            <p:cNvSpPr/>
            <p:nvPr/>
          </p:nvSpPr>
          <p:spPr>
            <a:xfrm>
              <a:off x="1029574" y="1148109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40" name="Graph element 1033"/>
            <p:cNvSpPr/>
            <p:nvPr/>
          </p:nvSpPr>
          <p:spPr>
            <a:xfrm>
              <a:off x="1374139" y="1144947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41" name="Graph element 1034"/>
            <p:cNvSpPr/>
            <p:nvPr/>
          </p:nvSpPr>
          <p:spPr>
            <a:xfrm>
              <a:off x="1284611" y="1144947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42" name="Graph element 1035"/>
            <p:cNvSpPr/>
            <p:nvPr/>
          </p:nvSpPr>
          <p:spPr>
            <a:xfrm>
              <a:off x="2097527" y="1141366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43" name="Graph element 1036"/>
            <p:cNvSpPr/>
            <p:nvPr/>
          </p:nvSpPr>
          <p:spPr>
            <a:xfrm>
              <a:off x="1134204" y="1134204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44" name="Graph element 1037"/>
            <p:cNvSpPr/>
            <p:nvPr/>
          </p:nvSpPr>
          <p:spPr>
            <a:xfrm>
              <a:off x="1254172" y="1132413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0" y="3581"/>
                  </a:moveTo>
                  <a:lnTo>
                    <a:pt x="2026" y="5607"/>
                  </a:lnTo>
                  <a:lnTo>
                    <a:pt x="5607" y="2026"/>
                  </a:lnTo>
                  <a:lnTo>
                    <a:pt x="3581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45" name="Graph element 1038"/>
            <p:cNvSpPr/>
            <p:nvPr/>
          </p:nvSpPr>
          <p:spPr>
            <a:xfrm>
              <a:off x="1101196" y="1132413"/>
              <a:ext cx="4594" cy="4236"/>
            </a:xfrm>
            <a:custGeom>
              <a:avLst/>
              <a:gdLst/>
              <a:ahLst/>
              <a:cxnLst/>
              <a:rect l="0" t="0" r="r" b="b"/>
              <a:pathLst>
                <a:path w="4594" h="4236" stroke="0" extrusionOk="0">
                  <a:moveTo>
                    <a:pt x="0" y="1371"/>
                  </a:moveTo>
                  <a:lnTo>
                    <a:pt x="0" y="4236"/>
                  </a:lnTo>
                  <a:lnTo>
                    <a:pt x="2384" y="4236"/>
                  </a:lnTo>
                  <a:lnTo>
                    <a:pt x="4594" y="2026"/>
                  </a:lnTo>
                  <a:lnTo>
                    <a:pt x="2568" y="0"/>
                  </a:lnTo>
                  <a:lnTo>
                    <a:pt x="1197" y="1371"/>
                  </a:lnTo>
                  <a:lnTo>
                    <a:pt x="0" y="1371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46" name="Graph element 1039"/>
            <p:cNvSpPr/>
            <p:nvPr/>
          </p:nvSpPr>
          <p:spPr>
            <a:xfrm>
              <a:off x="2102479" y="1129845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47" name="Graph element 1040"/>
            <p:cNvSpPr/>
            <p:nvPr/>
          </p:nvSpPr>
          <p:spPr>
            <a:xfrm>
              <a:off x="2061296" y="1128055"/>
              <a:ext cx="2865" cy="5372"/>
            </a:xfrm>
            <a:custGeom>
              <a:avLst/>
              <a:gdLst/>
              <a:ahLst/>
              <a:cxnLst/>
              <a:rect l="0" t="0" r="r" b="b"/>
              <a:pathLst>
                <a:path w="2865" h="5372" stroke="0" extrusionOk="0">
                  <a:moveTo>
                    <a:pt x="0" y="5372"/>
                  </a:moveTo>
                  <a:lnTo>
                    <a:pt x="2865" y="5372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5372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48" name="Graph element 1041"/>
            <p:cNvSpPr/>
            <p:nvPr/>
          </p:nvSpPr>
          <p:spPr>
            <a:xfrm>
              <a:off x="1098393" y="1123461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49" name="Graph element 1042"/>
            <p:cNvSpPr/>
            <p:nvPr/>
          </p:nvSpPr>
          <p:spPr>
            <a:xfrm>
              <a:off x="1140947" y="1120892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50" name="Graph element 1043"/>
            <p:cNvSpPr/>
            <p:nvPr/>
          </p:nvSpPr>
          <p:spPr>
            <a:xfrm>
              <a:off x="2095736" y="1114508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51" name="Graph element 1044"/>
            <p:cNvSpPr/>
            <p:nvPr/>
          </p:nvSpPr>
          <p:spPr>
            <a:xfrm>
              <a:off x="2067087" y="1114508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52" name="Graph element 1045"/>
            <p:cNvSpPr/>
            <p:nvPr/>
          </p:nvSpPr>
          <p:spPr>
            <a:xfrm>
              <a:off x="1217941" y="1115521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53" name="Graph element 1046"/>
            <p:cNvSpPr/>
            <p:nvPr/>
          </p:nvSpPr>
          <p:spPr>
            <a:xfrm>
              <a:off x="1178190" y="1114088"/>
              <a:ext cx="7162" cy="2865"/>
            </a:xfrm>
            <a:custGeom>
              <a:avLst/>
              <a:gdLst/>
              <a:ahLst/>
              <a:cxnLst/>
              <a:rect l="0" t="0" r="r" b="b"/>
              <a:pathLst>
                <a:path w="7162" h="2865" stroke="0" extrusionOk="0">
                  <a:moveTo>
                    <a:pt x="7162" y="2865"/>
                  </a:moveTo>
                  <a:lnTo>
                    <a:pt x="7162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7162" y="2865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54" name="Graph element 1047"/>
            <p:cNvSpPr/>
            <p:nvPr/>
          </p:nvSpPr>
          <p:spPr>
            <a:xfrm>
              <a:off x="1369781" y="1108717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55" name="Graph element 1048"/>
            <p:cNvSpPr/>
            <p:nvPr/>
          </p:nvSpPr>
          <p:spPr>
            <a:xfrm>
              <a:off x="1134204" y="1105555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56" name="Graph element 1049"/>
            <p:cNvSpPr/>
            <p:nvPr/>
          </p:nvSpPr>
          <p:spPr>
            <a:xfrm>
              <a:off x="1349072" y="1103764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57" name="Graph element 1050"/>
            <p:cNvSpPr/>
            <p:nvPr/>
          </p:nvSpPr>
          <p:spPr>
            <a:xfrm>
              <a:off x="1223732" y="1100183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0" y="3581"/>
                  </a:moveTo>
                  <a:lnTo>
                    <a:pt x="2026" y="5607"/>
                  </a:lnTo>
                  <a:lnTo>
                    <a:pt x="5607" y="2026"/>
                  </a:lnTo>
                  <a:lnTo>
                    <a:pt x="3581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58" name="Graph element 1051"/>
            <p:cNvSpPr/>
            <p:nvPr/>
          </p:nvSpPr>
          <p:spPr>
            <a:xfrm>
              <a:off x="1130203" y="1099406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59" name="Graph element 1052"/>
            <p:cNvSpPr/>
            <p:nvPr/>
          </p:nvSpPr>
          <p:spPr>
            <a:xfrm>
              <a:off x="1244441" y="1096183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60" name="Graph element 1053"/>
            <p:cNvSpPr/>
            <p:nvPr/>
          </p:nvSpPr>
          <p:spPr>
            <a:xfrm>
              <a:off x="1235488" y="1096183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61" name="Graph element 1054"/>
            <p:cNvSpPr/>
            <p:nvPr/>
          </p:nvSpPr>
          <p:spPr>
            <a:xfrm>
              <a:off x="1066163" y="1078697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62" name="Graph element 1055"/>
            <p:cNvSpPr/>
            <p:nvPr/>
          </p:nvSpPr>
          <p:spPr>
            <a:xfrm>
              <a:off x="1128832" y="1069744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63" name="Graph element 1056"/>
            <p:cNvSpPr/>
            <p:nvPr/>
          </p:nvSpPr>
          <p:spPr>
            <a:xfrm>
              <a:off x="1069324" y="1070757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64" name="Graph element 1057"/>
            <p:cNvSpPr/>
            <p:nvPr/>
          </p:nvSpPr>
          <p:spPr>
            <a:xfrm>
              <a:off x="1347281" y="1067953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65" name="Graph element 1058"/>
            <p:cNvSpPr/>
            <p:nvPr/>
          </p:nvSpPr>
          <p:spPr>
            <a:xfrm>
              <a:off x="1275239" y="1065385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66" name="Graph element 1059"/>
            <p:cNvSpPr/>
            <p:nvPr/>
          </p:nvSpPr>
          <p:spPr>
            <a:xfrm>
              <a:off x="1110149" y="1063953"/>
              <a:ext cx="8953" cy="2865"/>
            </a:xfrm>
            <a:custGeom>
              <a:avLst/>
              <a:gdLst/>
              <a:ahLst/>
              <a:cxnLst/>
              <a:rect l="0" t="0" r="r" b="b"/>
              <a:pathLst>
                <a:path w="8953" h="2865" stroke="0" extrusionOk="0">
                  <a:moveTo>
                    <a:pt x="8953" y="2865"/>
                  </a:moveTo>
                  <a:lnTo>
                    <a:pt x="8953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8953" y="2865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67" name="Graph element 1060"/>
            <p:cNvSpPr/>
            <p:nvPr/>
          </p:nvSpPr>
          <p:spPr>
            <a:xfrm>
              <a:off x="1360828" y="1062162"/>
              <a:ext cx="8953" cy="2865"/>
            </a:xfrm>
            <a:custGeom>
              <a:avLst/>
              <a:gdLst/>
              <a:ahLst/>
              <a:cxnLst/>
              <a:rect l="0" t="0" r="r" b="b"/>
              <a:pathLst>
                <a:path w="8953" h="2865" stroke="0" extrusionOk="0">
                  <a:moveTo>
                    <a:pt x="8953" y="2865"/>
                  </a:moveTo>
                  <a:lnTo>
                    <a:pt x="8953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8953" y="2865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68" name="Graph element 1061"/>
            <p:cNvSpPr/>
            <p:nvPr/>
          </p:nvSpPr>
          <p:spPr>
            <a:xfrm>
              <a:off x="1275239" y="1056432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69" name="Graph element 1062"/>
            <p:cNvSpPr/>
            <p:nvPr/>
          </p:nvSpPr>
          <p:spPr>
            <a:xfrm>
              <a:off x="1108717" y="1056432"/>
              <a:ext cx="2865" cy="5372"/>
            </a:xfrm>
            <a:custGeom>
              <a:avLst/>
              <a:gdLst/>
              <a:ahLst/>
              <a:cxnLst/>
              <a:rect l="0" t="0" r="r" b="b"/>
              <a:pathLst>
                <a:path w="2865" h="5372" stroke="0" extrusionOk="0">
                  <a:moveTo>
                    <a:pt x="0" y="5372"/>
                  </a:moveTo>
                  <a:lnTo>
                    <a:pt x="2865" y="5372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5372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70" name="Graph element 1063"/>
            <p:cNvSpPr/>
            <p:nvPr/>
          </p:nvSpPr>
          <p:spPr>
            <a:xfrm>
              <a:off x="1026351" y="1056432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71" name="Graph element 1064"/>
            <p:cNvSpPr/>
            <p:nvPr/>
          </p:nvSpPr>
          <p:spPr>
            <a:xfrm>
              <a:off x="1108358" y="1047837"/>
              <a:ext cx="3581" cy="2865"/>
            </a:xfrm>
            <a:custGeom>
              <a:avLst/>
              <a:gdLst/>
              <a:ahLst/>
              <a:cxnLst/>
              <a:rect l="0" t="0" r="r" b="b"/>
              <a:pathLst>
                <a:path w="3581" h="2865" stroke="0" extrusionOk="0">
                  <a:moveTo>
                    <a:pt x="3581" y="2865"/>
                  </a:moveTo>
                  <a:lnTo>
                    <a:pt x="358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3581" y="2865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72" name="Graph element 1065"/>
            <p:cNvSpPr/>
            <p:nvPr/>
          </p:nvSpPr>
          <p:spPr>
            <a:xfrm>
              <a:off x="1313260" y="1042885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3581" y="5607"/>
                  </a:moveTo>
                  <a:lnTo>
                    <a:pt x="5607" y="358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3581" y="5607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73" name="Graph element 1066"/>
            <p:cNvSpPr/>
            <p:nvPr/>
          </p:nvSpPr>
          <p:spPr>
            <a:xfrm>
              <a:off x="1294577" y="1037094"/>
              <a:ext cx="8953" cy="2865"/>
            </a:xfrm>
            <a:custGeom>
              <a:avLst/>
              <a:gdLst/>
              <a:ahLst/>
              <a:cxnLst/>
              <a:rect l="0" t="0" r="r" b="b"/>
              <a:pathLst>
                <a:path w="8953" h="2865" stroke="0" extrusionOk="0">
                  <a:moveTo>
                    <a:pt x="8953" y="2865"/>
                  </a:moveTo>
                  <a:lnTo>
                    <a:pt x="8953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8953" y="2865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74" name="Graph element 1067"/>
            <p:cNvSpPr/>
            <p:nvPr/>
          </p:nvSpPr>
          <p:spPr>
            <a:xfrm>
              <a:off x="1045689" y="1037094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75" name="Graph element 1068"/>
            <p:cNvSpPr/>
            <p:nvPr/>
          </p:nvSpPr>
          <p:spPr>
            <a:xfrm>
              <a:off x="1148109" y="1036736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76" name="Graph element 1069"/>
            <p:cNvSpPr/>
            <p:nvPr/>
          </p:nvSpPr>
          <p:spPr>
            <a:xfrm>
              <a:off x="1052851" y="1033513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77" name="Graph element 1070"/>
            <p:cNvSpPr/>
            <p:nvPr/>
          </p:nvSpPr>
          <p:spPr>
            <a:xfrm>
              <a:off x="1072547" y="1029932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78" name="Graph element 1071"/>
            <p:cNvSpPr/>
            <p:nvPr/>
          </p:nvSpPr>
          <p:spPr>
            <a:xfrm>
              <a:off x="1060013" y="1030351"/>
              <a:ext cx="4594" cy="4236"/>
            </a:xfrm>
            <a:custGeom>
              <a:avLst/>
              <a:gdLst/>
              <a:ahLst/>
              <a:cxnLst/>
              <a:rect l="0" t="0" r="r" b="b"/>
              <a:pathLst>
                <a:path w="4594" h="4236" stroke="0" extrusionOk="0">
                  <a:moveTo>
                    <a:pt x="0" y="1371"/>
                  </a:moveTo>
                  <a:lnTo>
                    <a:pt x="0" y="4236"/>
                  </a:lnTo>
                  <a:lnTo>
                    <a:pt x="2384" y="4236"/>
                  </a:lnTo>
                  <a:lnTo>
                    <a:pt x="4594" y="2026"/>
                  </a:lnTo>
                  <a:lnTo>
                    <a:pt x="2568" y="0"/>
                  </a:lnTo>
                  <a:lnTo>
                    <a:pt x="1197" y="1371"/>
                  </a:lnTo>
                  <a:lnTo>
                    <a:pt x="0" y="1371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79" name="Graph element 1072"/>
            <p:cNvSpPr/>
            <p:nvPr/>
          </p:nvSpPr>
          <p:spPr>
            <a:xfrm>
              <a:off x="1065743" y="1026770"/>
              <a:ext cx="6681" cy="6026"/>
            </a:xfrm>
            <a:custGeom>
              <a:avLst/>
              <a:gdLst/>
              <a:ahLst/>
              <a:cxnLst/>
              <a:rect l="0" t="0" r="r" b="b"/>
              <a:pathLst>
                <a:path w="6681" h="6026" stroke="0" extrusionOk="0">
                  <a:moveTo>
                    <a:pt x="2210" y="0"/>
                  </a:moveTo>
                  <a:lnTo>
                    <a:pt x="0" y="2210"/>
                  </a:lnTo>
                  <a:lnTo>
                    <a:pt x="0" y="6026"/>
                  </a:lnTo>
                  <a:lnTo>
                    <a:pt x="6681" y="6026"/>
                  </a:lnTo>
                  <a:lnTo>
                    <a:pt x="3458" y="2803"/>
                  </a:lnTo>
                  <a:lnTo>
                    <a:pt x="2210" y="0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80" name="Graph element 1073"/>
            <p:cNvSpPr/>
            <p:nvPr/>
          </p:nvSpPr>
          <p:spPr>
            <a:xfrm>
              <a:off x="1332179" y="1017398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81" name="Graph element 1074"/>
            <p:cNvSpPr/>
            <p:nvPr/>
          </p:nvSpPr>
          <p:spPr>
            <a:xfrm>
              <a:off x="1321435" y="1017398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82" name="Graph element 1075"/>
            <p:cNvSpPr/>
            <p:nvPr/>
          </p:nvSpPr>
          <p:spPr>
            <a:xfrm>
              <a:off x="1029932" y="101883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83" name="Graph element 1076"/>
            <p:cNvSpPr/>
            <p:nvPr/>
          </p:nvSpPr>
          <p:spPr>
            <a:xfrm>
              <a:off x="1155271" y="1015249"/>
              <a:ext cx="2865" cy="7162"/>
            </a:xfrm>
            <a:custGeom>
              <a:avLst/>
              <a:gdLst/>
              <a:ahLst/>
              <a:cxnLst/>
              <a:rect l="0" t="0" r="r" b="b"/>
              <a:pathLst>
                <a:path w="2865" h="7162" stroke="0" extrusionOk="0">
                  <a:moveTo>
                    <a:pt x="0" y="7162"/>
                  </a:moveTo>
                  <a:lnTo>
                    <a:pt x="2865" y="7162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7162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84" name="Graph element 1077"/>
            <p:cNvSpPr/>
            <p:nvPr/>
          </p:nvSpPr>
          <p:spPr>
            <a:xfrm>
              <a:off x="1072905" y="1010655"/>
              <a:ext cx="4236" cy="4594"/>
            </a:xfrm>
            <a:custGeom>
              <a:avLst/>
              <a:gdLst/>
              <a:ahLst/>
              <a:cxnLst/>
              <a:rect l="0" t="0" r="r" b="b"/>
              <a:pathLst>
                <a:path w="4236" h="4594" stroke="0" extrusionOk="0">
                  <a:moveTo>
                    <a:pt x="0" y="2210"/>
                  </a:moveTo>
                  <a:lnTo>
                    <a:pt x="0" y="4594"/>
                  </a:lnTo>
                  <a:lnTo>
                    <a:pt x="2865" y="4594"/>
                  </a:lnTo>
                  <a:lnTo>
                    <a:pt x="2865" y="3397"/>
                  </a:lnTo>
                  <a:lnTo>
                    <a:pt x="4236" y="2026"/>
                  </a:lnTo>
                  <a:lnTo>
                    <a:pt x="2210" y="0"/>
                  </a:lnTo>
                  <a:lnTo>
                    <a:pt x="0" y="2210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85" name="Graph element 1078"/>
            <p:cNvSpPr/>
            <p:nvPr/>
          </p:nvSpPr>
          <p:spPr>
            <a:xfrm>
              <a:off x="1029932" y="1011668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86" name="Graph element 1079"/>
            <p:cNvSpPr/>
            <p:nvPr/>
          </p:nvSpPr>
          <p:spPr>
            <a:xfrm>
              <a:off x="1148529" y="1001702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87" name="Graph element 1080"/>
            <p:cNvSpPr/>
            <p:nvPr/>
          </p:nvSpPr>
          <p:spPr>
            <a:xfrm>
              <a:off x="1075115" y="1001702"/>
              <a:ext cx="4236" cy="4594"/>
            </a:xfrm>
            <a:custGeom>
              <a:avLst/>
              <a:gdLst/>
              <a:ahLst/>
              <a:cxnLst/>
              <a:rect l="0" t="0" r="r" b="b"/>
              <a:pathLst>
                <a:path w="4236" h="4594" stroke="0" extrusionOk="0">
                  <a:moveTo>
                    <a:pt x="1371" y="3397"/>
                  </a:moveTo>
                  <a:lnTo>
                    <a:pt x="1371" y="4594"/>
                  </a:lnTo>
                  <a:lnTo>
                    <a:pt x="4236" y="4594"/>
                  </a:lnTo>
                  <a:lnTo>
                    <a:pt x="4236" y="2210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371" y="3397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88" name="Graph element 1081"/>
            <p:cNvSpPr/>
            <p:nvPr/>
          </p:nvSpPr>
          <p:spPr>
            <a:xfrm>
              <a:off x="1052851" y="994121"/>
              <a:ext cx="5372" cy="2865"/>
            </a:xfrm>
            <a:custGeom>
              <a:avLst/>
              <a:gdLst/>
              <a:ahLst/>
              <a:cxnLst/>
              <a:rect l="0" t="0" r="r" b="b"/>
              <a:pathLst>
                <a:path w="5372" h="2865" stroke="0" extrusionOk="0">
                  <a:moveTo>
                    <a:pt x="5372" y="2865"/>
                  </a:moveTo>
                  <a:lnTo>
                    <a:pt x="5372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5372" y="2865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89" name="Graph element 1082"/>
            <p:cNvSpPr/>
            <p:nvPr/>
          </p:nvSpPr>
          <p:spPr>
            <a:xfrm>
              <a:off x="1298516" y="990181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90" name="Graph element 1083"/>
            <p:cNvSpPr/>
            <p:nvPr/>
          </p:nvSpPr>
          <p:spPr>
            <a:xfrm>
              <a:off x="1228326" y="986958"/>
              <a:ext cx="8953" cy="2865"/>
            </a:xfrm>
            <a:custGeom>
              <a:avLst/>
              <a:gdLst/>
              <a:ahLst/>
              <a:cxnLst/>
              <a:rect l="0" t="0" r="r" b="b"/>
              <a:pathLst>
                <a:path w="8953" h="2865" stroke="0" extrusionOk="0">
                  <a:moveTo>
                    <a:pt x="8953" y="2865"/>
                  </a:moveTo>
                  <a:lnTo>
                    <a:pt x="8953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8953" y="2865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91" name="Graph element 1084"/>
            <p:cNvSpPr/>
            <p:nvPr/>
          </p:nvSpPr>
          <p:spPr>
            <a:xfrm>
              <a:off x="1110149" y="979796"/>
              <a:ext cx="7162" cy="2865"/>
            </a:xfrm>
            <a:custGeom>
              <a:avLst/>
              <a:gdLst/>
              <a:ahLst/>
              <a:cxnLst/>
              <a:rect l="0" t="0" r="r" b="b"/>
              <a:pathLst>
                <a:path w="7162" h="2865" stroke="0" extrusionOk="0">
                  <a:moveTo>
                    <a:pt x="7162" y="2865"/>
                  </a:moveTo>
                  <a:lnTo>
                    <a:pt x="7162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7162" y="2865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92" name="Graph element 1085"/>
            <p:cNvSpPr/>
            <p:nvPr/>
          </p:nvSpPr>
          <p:spPr>
            <a:xfrm>
              <a:off x="1298516" y="979438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93" name="Graph element 1086"/>
            <p:cNvSpPr/>
            <p:nvPr/>
          </p:nvSpPr>
          <p:spPr>
            <a:xfrm>
              <a:off x="1247009" y="978425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0" y="3581"/>
                  </a:moveTo>
                  <a:lnTo>
                    <a:pt x="2026" y="5607"/>
                  </a:lnTo>
                  <a:lnTo>
                    <a:pt x="5607" y="2026"/>
                  </a:lnTo>
                  <a:lnTo>
                    <a:pt x="3581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94" name="Graph element 1087"/>
            <p:cNvSpPr/>
            <p:nvPr/>
          </p:nvSpPr>
          <p:spPr>
            <a:xfrm>
              <a:off x="1302517" y="969472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95" name="Graph element 1088"/>
            <p:cNvSpPr/>
            <p:nvPr/>
          </p:nvSpPr>
          <p:spPr>
            <a:xfrm>
              <a:off x="1253752" y="970485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96" name="Graph element 1089"/>
            <p:cNvSpPr/>
            <p:nvPr/>
          </p:nvSpPr>
          <p:spPr>
            <a:xfrm>
              <a:off x="1149541" y="969053"/>
              <a:ext cx="3581" cy="2865"/>
            </a:xfrm>
            <a:custGeom>
              <a:avLst/>
              <a:gdLst/>
              <a:ahLst/>
              <a:cxnLst/>
              <a:rect l="0" t="0" r="r" b="b"/>
              <a:pathLst>
                <a:path w="3581" h="2865" stroke="0" extrusionOk="0">
                  <a:moveTo>
                    <a:pt x="3581" y="2865"/>
                  </a:moveTo>
                  <a:lnTo>
                    <a:pt x="358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3581" y="2865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97" name="Graph element 1090"/>
            <p:cNvSpPr/>
            <p:nvPr/>
          </p:nvSpPr>
          <p:spPr>
            <a:xfrm>
              <a:off x="1144170" y="969053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98" name="Graph element 1091"/>
            <p:cNvSpPr/>
            <p:nvPr/>
          </p:nvSpPr>
          <p:spPr>
            <a:xfrm>
              <a:off x="1098393" y="969472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399" name="Graph element 1092"/>
            <p:cNvSpPr/>
            <p:nvPr/>
          </p:nvSpPr>
          <p:spPr>
            <a:xfrm>
              <a:off x="1338328" y="967682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400" name="Graph element 1093"/>
            <p:cNvSpPr/>
            <p:nvPr/>
          </p:nvSpPr>
          <p:spPr>
            <a:xfrm>
              <a:off x="1035723" y="965891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401" name="Graph element 1094"/>
            <p:cNvSpPr/>
            <p:nvPr/>
          </p:nvSpPr>
          <p:spPr>
            <a:xfrm>
              <a:off x="1208988" y="965113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402" name="Graph element 1095"/>
            <p:cNvSpPr/>
            <p:nvPr/>
          </p:nvSpPr>
          <p:spPr>
            <a:xfrm>
              <a:off x="1060791" y="964101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403" name="Graph element 1096"/>
            <p:cNvSpPr/>
            <p:nvPr/>
          </p:nvSpPr>
          <p:spPr>
            <a:xfrm>
              <a:off x="1130623" y="962310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404" name="Graph element 1097"/>
            <p:cNvSpPr/>
            <p:nvPr/>
          </p:nvSpPr>
          <p:spPr>
            <a:xfrm>
              <a:off x="1253752" y="959742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405" name="Graph element 1098"/>
            <p:cNvSpPr/>
            <p:nvPr/>
          </p:nvSpPr>
          <p:spPr>
            <a:xfrm>
              <a:off x="1101554" y="956161"/>
              <a:ext cx="2865" cy="5372"/>
            </a:xfrm>
            <a:custGeom>
              <a:avLst/>
              <a:gdLst/>
              <a:ahLst/>
              <a:cxnLst/>
              <a:rect l="0" t="0" r="r" b="b"/>
              <a:pathLst>
                <a:path w="2865" h="5372" stroke="0" extrusionOk="0">
                  <a:moveTo>
                    <a:pt x="0" y="5372"/>
                  </a:moveTo>
                  <a:lnTo>
                    <a:pt x="2865" y="5372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5372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406" name="Graph element 1099"/>
            <p:cNvSpPr/>
            <p:nvPr/>
          </p:nvSpPr>
          <p:spPr>
            <a:xfrm>
              <a:off x="1247009" y="947985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407" name="Graph element 1100"/>
            <p:cNvSpPr/>
            <p:nvPr/>
          </p:nvSpPr>
          <p:spPr>
            <a:xfrm>
              <a:off x="1167805" y="945417"/>
              <a:ext cx="2865" cy="8953"/>
            </a:xfrm>
            <a:custGeom>
              <a:avLst/>
              <a:gdLst/>
              <a:ahLst/>
              <a:cxnLst/>
              <a:rect l="0" t="0" r="r" b="b"/>
              <a:pathLst>
                <a:path w="2865" h="8953" stroke="0" extrusionOk="0">
                  <a:moveTo>
                    <a:pt x="0" y="8953"/>
                  </a:moveTo>
                  <a:lnTo>
                    <a:pt x="2865" y="8953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8953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408" name="Graph element 1101"/>
            <p:cNvSpPr/>
            <p:nvPr/>
          </p:nvSpPr>
          <p:spPr>
            <a:xfrm>
              <a:off x="1250591" y="940823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409" name="Graph element 1102"/>
            <p:cNvSpPr/>
            <p:nvPr/>
          </p:nvSpPr>
          <p:spPr>
            <a:xfrm>
              <a:off x="1218360" y="940823"/>
              <a:ext cx="6620" cy="7397"/>
            </a:xfrm>
            <a:custGeom>
              <a:avLst/>
              <a:gdLst/>
              <a:ahLst/>
              <a:cxnLst/>
              <a:rect l="0" t="0" r="r" b="b"/>
              <a:pathLst>
                <a:path w="6620" h="7397" stroke="0" extrusionOk="0">
                  <a:moveTo>
                    <a:pt x="1791" y="5372"/>
                  </a:moveTo>
                  <a:lnTo>
                    <a:pt x="3816" y="7397"/>
                  </a:lnTo>
                  <a:lnTo>
                    <a:pt x="6620" y="4594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2568" y="4594"/>
                  </a:lnTo>
                  <a:lnTo>
                    <a:pt x="1791" y="5372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410" name="Graph element 1103"/>
            <p:cNvSpPr/>
            <p:nvPr/>
          </p:nvSpPr>
          <p:spPr>
            <a:xfrm>
              <a:off x="1104777" y="938613"/>
              <a:ext cx="8953" cy="2865"/>
            </a:xfrm>
            <a:custGeom>
              <a:avLst/>
              <a:gdLst/>
              <a:ahLst/>
              <a:cxnLst/>
              <a:rect l="0" t="0" r="r" b="b"/>
              <a:pathLst>
                <a:path w="8953" h="2865" stroke="0" extrusionOk="0">
                  <a:moveTo>
                    <a:pt x="8953" y="2865"/>
                  </a:moveTo>
                  <a:lnTo>
                    <a:pt x="8953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8953" y="2865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411" name="Graph element 1104"/>
            <p:cNvSpPr/>
            <p:nvPr/>
          </p:nvSpPr>
          <p:spPr>
            <a:xfrm>
              <a:off x="1257333" y="929302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412" name="Graph element 1105"/>
            <p:cNvSpPr/>
            <p:nvPr/>
          </p:nvSpPr>
          <p:spPr>
            <a:xfrm>
              <a:off x="1257333" y="92214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413" name="Graph element 1106"/>
            <p:cNvSpPr/>
            <p:nvPr/>
          </p:nvSpPr>
          <p:spPr>
            <a:xfrm>
              <a:off x="1212569" y="922140"/>
              <a:ext cx="2865" cy="8953"/>
            </a:xfrm>
            <a:custGeom>
              <a:avLst/>
              <a:gdLst/>
              <a:ahLst/>
              <a:cxnLst/>
              <a:rect l="0" t="0" r="r" b="b"/>
              <a:pathLst>
                <a:path w="2865" h="8953" stroke="0" extrusionOk="0">
                  <a:moveTo>
                    <a:pt x="0" y="8953"/>
                  </a:moveTo>
                  <a:lnTo>
                    <a:pt x="2865" y="8953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8953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414" name="Graph element 1107"/>
            <p:cNvSpPr/>
            <p:nvPr/>
          </p:nvSpPr>
          <p:spPr>
            <a:xfrm>
              <a:off x="1030351" y="917546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0" y="3581"/>
                  </a:moveTo>
                  <a:lnTo>
                    <a:pt x="2026" y="5607"/>
                  </a:lnTo>
                  <a:lnTo>
                    <a:pt x="5607" y="2026"/>
                  </a:lnTo>
                  <a:lnTo>
                    <a:pt x="3581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415" name="Graph element 1108"/>
            <p:cNvSpPr/>
            <p:nvPr/>
          </p:nvSpPr>
          <p:spPr>
            <a:xfrm>
              <a:off x="1128413" y="909729"/>
              <a:ext cx="4655" cy="14202"/>
            </a:xfrm>
            <a:custGeom>
              <a:avLst/>
              <a:gdLst/>
              <a:ahLst/>
              <a:cxnLst/>
              <a:rect l="0" t="0" r="r" b="b"/>
              <a:pathLst>
                <a:path w="4655" h="14202" stroke="0" extrusionOk="0">
                  <a:moveTo>
                    <a:pt x="4655" y="0"/>
                  </a:moveTo>
                  <a:lnTo>
                    <a:pt x="0" y="4655"/>
                  </a:lnTo>
                  <a:lnTo>
                    <a:pt x="0" y="14202"/>
                  </a:lnTo>
                  <a:lnTo>
                    <a:pt x="2865" y="14202"/>
                  </a:lnTo>
                  <a:lnTo>
                    <a:pt x="2865" y="9423"/>
                  </a:lnTo>
                  <a:lnTo>
                    <a:pt x="4655" y="7633"/>
                  </a:lnTo>
                  <a:lnTo>
                    <a:pt x="4655" y="0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416" name="Graph element 1109"/>
            <p:cNvSpPr/>
            <p:nvPr/>
          </p:nvSpPr>
          <p:spPr>
            <a:xfrm>
              <a:off x="1075115" y="912174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3581" y="5607"/>
                  </a:moveTo>
                  <a:lnTo>
                    <a:pt x="5607" y="358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3581" y="5607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417" name="Graph element 1110"/>
            <p:cNvSpPr/>
            <p:nvPr/>
          </p:nvSpPr>
          <p:spPr>
            <a:xfrm>
              <a:off x="1250591" y="908593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418" name="Graph element 1111"/>
            <p:cNvSpPr/>
            <p:nvPr/>
          </p:nvSpPr>
          <p:spPr>
            <a:xfrm>
              <a:off x="1231907" y="902802"/>
              <a:ext cx="8953" cy="2865"/>
            </a:xfrm>
            <a:custGeom>
              <a:avLst/>
              <a:gdLst/>
              <a:ahLst/>
              <a:cxnLst/>
              <a:rect l="0" t="0" r="r" b="b"/>
              <a:pathLst>
                <a:path w="8953" h="2865" stroke="0" extrusionOk="0">
                  <a:moveTo>
                    <a:pt x="8953" y="2865"/>
                  </a:moveTo>
                  <a:lnTo>
                    <a:pt x="8953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8953" y="2865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419" name="Graph element 1112"/>
            <p:cNvSpPr/>
            <p:nvPr/>
          </p:nvSpPr>
          <p:spPr>
            <a:xfrm>
              <a:off x="1045689" y="902802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420" name="Graph element 1113"/>
            <p:cNvSpPr/>
            <p:nvPr/>
          </p:nvSpPr>
          <p:spPr>
            <a:xfrm>
              <a:off x="1059000" y="899640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421" name="Graph element 1114"/>
            <p:cNvSpPr/>
            <p:nvPr/>
          </p:nvSpPr>
          <p:spPr>
            <a:xfrm>
              <a:off x="1114088" y="891700"/>
              <a:ext cx="2865" cy="5372"/>
            </a:xfrm>
            <a:custGeom>
              <a:avLst/>
              <a:gdLst/>
              <a:ahLst/>
              <a:cxnLst/>
              <a:rect l="0" t="0" r="r" b="b"/>
              <a:pathLst>
                <a:path w="2865" h="5372" stroke="0" extrusionOk="0">
                  <a:moveTo>
                    <a:pt x="0" y="5372"/>
                  </a:moveTo>
                  <a:lnTo>
                    <a:pt x="2865" y="5372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5372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422" name="Graph element 1115"/>
            <p:cNvSpPr/>
            <p:nvPr/>
          </p:nvSpPr>
          <p:spPr>
            <a:xfrm>
              <a:off x="1067534" y="888119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423" name="Graph element 1116"/>
            <p:cNvSpPr/>
            <p:nvPr/>
          </p:nvSpPr>
          <p:spPr>
            <a:xfrm>
              <a:off x="1134204" y="885316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424" name="Graph element 1117"/>
            <p:cNvSpPr/>
            <p:nvPr/>
          </p:nvSpPr>
          <p:spPr>
            <a:xfrm>
              <a:off x="1029932" y="882748"/>
              <a:ext cx="2865" cy="5372"/>
            </a:xfrm>
            <a:custGeom>
              <a:avLst/>
              <a:gdLst/>
              <a:ahLst/>
              <a:cxnLst/>
              <a:rect l="0" t="0" r="r" b="b"/>
              <a:pathLst>
                <a:path w="2865" h="5372" stroke="0" extrusionOk="0">
                  <a:moveTo>
                    <a:pt x="0" y="5372"/>
                  </a:moveTo>
                  <a:lnTo>
                    <a:pt x="2865" y="5372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5372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425" name="Graph element 1118"/>
            <p:cNvSpPr/>
            <p:nvPr/>
          </p:nvSpPr>
          <p:spPr>
            <a:xfrm>
              <a:off x="1073325" y="876363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426" name="Graph element 1119"/>
            <p:cNvSpPr/>
            <p:nvPr/>
          </p:nvSpPr>
          <p:spPr>
            <a:xfrm>
              <a:off x="1171386" y="875585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427" name="Graph element 1120"/>
            <p:cNvSpPr/>
            <p:nvPr/>
          </p:nvSpPr>
          <p:spPr>
            <a:xfrm>
              <a:off x="1119102" y="870572"/>
              <a:ext cx="5372" cy="2865"/>
            </a:xfrm>
            <a:custGeom>
              <a:avLst/>
              <a:gdLst/>
              <a:ahLst/>
              <a:cxnLst/>
              <a:rect l="0" t="0" r="r" b="b"/>
              <a:pathLst>
                <a:path w="5372" h="2865" stroke="0" extrusionOk="0">
                  <a:moveTo>
                    <a:pt x="5372" y="2865"/>
                  </a:moveTo>
                  <a:lnTo>
                    <a:pt x="5372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5372" y="2865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428" name="Graph element 1121"/>
            <p:cNvSpPr/>
            <p:nvPr/>
          </p:nvSpPr>
          <p:spPr>
            <a:xfrm>
              <a:off x="1128413" y="870214"/>
              <a:ext cx="2865" cy="3581"/>
            </a:xfrm>
            <a:custGeom>
              <a:avLst/>
              <a:gdLst/>
              <a:ahLst/>
              <a:cxnLst/>
              <a:rect l="0" t="0" r="r" b="b"/>
              <a:pathLst>
                <a:path w="2865" h="3581" stroke="0" extrusionOk="0">
                  <a:moveTo>
                    <a:pt x="0" y="3581"/>
                  </a:moveTo>
                  <a:lnTo>
                    <a:pt x="2865" y="358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429" name="Graph element 1122"/>
            <p:cNvSpPr/>
            <p:nvPr/>
          </p:nvSpPr>
          <p:spPr>
            <a:xfrm>
              <a:off x="1171386" y="866632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430" name="Graph element 1123"/>
            <p:cNvSpPr/>
            <p:nvPr/>
          </p:nvSpPr>
          <p:spPr>
            <a:xfrm>
              <a:off x="1183562" y="861619"/>
              <a:ext cx="7162" cy="2865"/>
            </a:xfrm>
            <a:custGeom>
              <a:avLst/>
              <a:gdLst/>
              <a:ahLst/>
              <a:cxnLst/>
              <a:rect l="0" t="0" r="r" b="b"/>
              <a:pathLst>
                <a:path w="7162" h="2865" stroke="0" extrusionOk="0">
                  <a:moveTo>
                    <a:pt x="7162" y="2865"/>
                  </a:moveTo>
                  <a:lnTo>
                    <a:pt x="7162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7162" y="2865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431" name="Graph element 1124"/>
            <p:cNvSpPr/>
            <p:nvPr/>
          </p:nvSpPr>
          <p:spPr>
            <a:xfrm>
              <a:off x="1171806" y="856667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432" name="Graph element 1125"/>
            <p:cNvSpPr/>
            <p:nvPr/>
          </p:nvSpPr>
          <p:spPr>
            <a:xfrm>
              <a:off x="1164644" y="854876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3581" y="5607"/>
                  </a:moveTo>
                  <a:lnTo>
                    <a:pt x="5607" y="358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3581" y="5607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433" name="Graph element 1126"/>
            <p:cNvSpPr/>
            <p:nvPr/>
          </p:nvSpPr>
          <p:spPr>
            <a:xfrm>
              <a:off x="1200455" y="853086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0" y="3581"/>
                  </a:moveTo>
                  <a:lnTo>
                    <a:pt x="2026" y="5607"/>
                  </a:lnTo>
                  <a:lnTo>
                    <a:pt x="5607" y="2026"/>
                  </a:lnTo>
                  <a:lnTo>
                    <a:pt x="3581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434" name="Graph element 1127"/>
            <p:cNvSpPr/>
            <p:nvPr/>
          </p:nvSpPr>
          <p:spPr>
            <a:xfrm>
              <a:off x="1149541" y="849085"/>
              <a:ext cx="3581" cy="2865"/>
            </a:xfrm>
            <a:custGeom>
              <a:avLst/>
              <a:gdLst/>
              <a:ahLst/>
              <a:cxnLst/>
              <a:rect l="0" t="0" r="r" b="b"/>
              <a:pathLst>
                <a:path w="3581" h="2865" stroke="0" extrusionOk="0">
                  <a:moveTo>
                    <a:pt x="3581" y="2865"/>
                  </a:moveTo>
                  <a:lnTo>
                    <a:pt x="358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3581" y="2865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435" name="Graph element 1128"/>
            <p:cNvSpPr/>
            <p:nvPr/>
          </p:nvSpPr>
          <p:spPr>
            <a:xfrm>
              <a:off x="1140947" y="850517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436" name="Graph element 1129"/>
            <p:cNvSpPr/>
            <p:nvPr/>
          </p:nvSpPr>
          <p:spPr>
            <a:xfrm>
              <a:off x="1046466" y="847714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437" name="Graph element 1130"/>
            <p:cNvSpPr/>
            <p:nvPr/>
          </p:nvSpPr>
          <p:spPr>
            <a:xfrm>
              <a:off x="1207198" y="845146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438" name="Graph element 1131"/>
            <p:cNvSpPr/>
            <p:nvPr/>
          </p:nvSpPr>
          <p:spPr>
            <a:xfrm>
              <a:off x="1101974" y="836971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439" name="Graph element 1132"/>
            <p:cNvSpPr/>
            <p:nvPr/>
          </p:nvSpPr>
          <p:spPr>
            <a:xfrm>
              <a:off x="1107346" y="831599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440" name="Graph element 1133"/>
            <p:cNvSpPr/>
            <p:nvPr/>
          </p:nvSpPr>
          <p:spPr>
            <a:xfrm>
              <a:off x="1200455" y="822646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441" name="Graph element 1134"/>
            <p:cNvSpPr/>
            <p:nvPr/>
          </p:nvSpPr>
          <p:spPr>
            <a:xfrm>
              <a:off x="1168225" y="822646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0" y="3581"/>
                  </a:moveTo>
                  <a:lnTo>
                    <a:pt x="2026" y="5607"/>
                  </a:lnTo>
                  <a:lnTo>
                    <a:pt x="5607" y="2026"/>
                  </a:lnTo>
                  <a:lnTo>
                    <a:pt x="3581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442" name="Graph element 1135"/>
            <p:cNvSpPr/>
            <p:nvPr/>
          </p:nvSpPr>
          <p:spPr>
            <a:xfrm>
              <a:off x="1185353" y="816855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443" name="Graph element 1136"/>
            <p:cNvSpPr/>
            <p:nvPr/>
          </p:nvSpPr>
          <p:spPr>
            <a:xfrm>
              <a:off x="1092243" y="815064"/>
              <a:ext cx="8953" cy="2865"/>
            </a:xfrm>
            <a:custGeom>
              <a:avLst/>
              <a:gdLst/>
              <a:ahLst/>
              <a:cxnLst/>
              <a:rect l="0" t="0" r="r" b="b"/>
              <a:pathLst>
                <a:path w="8953" h="2865" stroke="0" extrusionOk="0">
                  <a:moveTo>
                    <a:pt x="8953" y="2865"/>
                  </a:moveTo>
                  <a:lnTo>
                    <a:pt x="8953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8953" y="2865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444" name="Graph element 1137"/>
            <p:cNvSpPr/>
            <p:nvPr/>
          </p:nvSpPr>
          <p:spPr>
            <a:xfrm>
              <a:off x="1080487" y="808322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3581" y="5607"/>
                  </a:moveTo>
                  <a:lnTo>
                    <a:pt x="5607" y="358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3581" y="5607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445" name="Graph element 1138"/>
            <p:cNvSpPr/>
            <p:nvPr/>
          </p:nvSpPr>
          <p:spPr>
            <a:xfrm>
              <a:off x="1115879" y="800382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446" name="Graph element 1139"/>
            <p:cNvSpPr/>
            <p:nvPr/>
          </p:nvSpPr>
          <p:spPr>
            <a:xfrm>
              <a:off x="1149541" y="779253"/>
              <a:ext cx="8953" cy="2865"/>
            </a:xfrm>
            <a:custGeom>
              <a:avLst/>
              <a:gdLst/>
              <a:ahLst/>
              <a:cxnLst/>
              <a:rect l="0" t="0" r="r" b="b"/>
              <a:pathLst>
                <a:path w="8953" h="2865" stroke="0" extrusionOk="0">
                  <a:moveTo>
                    <a:pt x="8953" y="2865"/>
                  </a:moveTo>
                  <a:lnTo>
                    <a:pt x="8953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8953" y="2865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447" name="Graph element 1140"/>
            <p:cNvSpPr/>
            <p:nvPr/>
          </p:nvSpPr>
          <p:spPr>
            <a:xfrm>
              <a:off x="1128055" y="773881"/>
              <a:ext cx="3581" cy="2865"/>
            </a:xfrm>
            <a:custGeom>
              <a:avLst/>
              <a:gdLst/>
              <a:ahLst/>
              <a:cxnLst/>
              <a:rect l="0" t="0" r="r" b="b"/>
              <a:pathLst>
                <a:path w="3581" h="2865" stroke="0" extrusionOk="0">
                  <a:moveTo>
                    <a:pt x="3581" y="2865"/>
                  </a:moveTo>
                  <a:lnTo>
                    <a:pt x="358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3581" y="2865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448" name="Graph element 1141"/>
            <p:cNvSpPr/>
            <p:nvPr/>
          </p:nvSpPr>
          <p:spPr>
            <a:xfrm>
              <a:off x="1095825" y="773881"/>
              <a:ext cx="3581" cy="2865"/>
            </a:xfrm>
            <a:custGeom>
              <a:avLst/>
              <a:gdLst/>
              <a:ahLst/>
              <a:cxnLst/>
              <a:rect l="0" t="0" r="r" b="b"/>
              <a:pathLst>
                <a:path w="3581" h="2865" stroke="0" extrusionOk="0">
                  <a:moveTo>
                    <a:pt x="3581" y="2865"/>
                  </a:moveTo>
                  <a:lnTo>
                    <a:pt x="358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3581" y="2865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449" name="Graph element 1142"/>
            <p:cNvSpPr/>
            <p:nvPr/>
          </p:nvSpPr>
          <p:spPr>
            <a:xfrm>
              <a:off x="1168225" y="772510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450" name="Graph element 1143"/>
            <p:cNvSpPr/>
            <p:nvPr/>
          </p:nvSpPr>
          <p:spPr>
            <a:xfrm>
              <a:off x="1112717" y="767139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451" name="Graph element 1144"/>
            <p:cNvSpPr/>
            <p:nvPr/>
          </p:nvSpPr>
          <p:spPr>
            <a:xfrm>
              <a:off x="1174967" y="757408"/>
              <a:ext cx="2865" cy="3581"/>
            </a:xfrm>
            <a:custGeom>
              <a:avLst/>
              <a:gdLst/>
              <a:ahLst/>
              <a:cxnLst/>
              <a:rect l="0" t="0" r="r" b="b"/>
              <a:pathLst>
                <a:path w="2865" h="3581" stroke="0" extrusionOk="0">
                  <a:moveTo>
                    <a:pt x="0" y="3581"/>
                  </a:moveTo>
                  <a:lnTo>
                    <a:pt x="2865" y="358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452" name="Graph element 1145"/>
            <p:cNvSpPr/>
            <p:nvPr/>
          </p:nvSpPr>
          <p:spPr>
            <a:xfrm>
              <a:off x="1106926" y="750246"/>
              <a:ext cx="2865" cy="7162"/>
            </a:xfrm>
            <a:custGeom>
              <a:avLst/>
              <a:gdLst/>
              <a:ahLst/>
              <a:cxnLst/>
              <a:rect l="0" t="0" r="r" b="b"/>
              <a:pathLst>
                <a:path w="2865" h="7162" stroke="0" extrusionOk="0">
                  <a:moveTo>
                    <a:pt x="0" y="7162"/>
                  </a:moveTo>
                  <a:lnTo>
                    <a:pt x="2865" y="7162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7162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453" name="Graph element 1146"/>
            <p:cNvSpPr/>
            <p:nvPr/>
          </p:nvSpPr>
          <p:spPr>
            <a:xfrm>
              <a:off x="1188934" y="741651"/>
              <a:ext cx="5372" cy="2865"/>
            </a:xfrm>
            <a:custGeom>
              <a:avLst/>
              <a:gdLst/>
              <a:ahLst/>
              <a:cxnLst/>
              <a:rect l="0" t="0" r="r" b="b"/>
              <a:pathLst>
                <a:path w="5372" h="2865" stroke="0" extrusionOk="0">
                  <a:moveTo>
                    <a:pt x="5372" y="2865"/>
                  </a:moveTo>
                  <a:lnTo>
                    <a:pt x="5372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5372" y="2865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454" name="Graph element 1147"/>
            <p:cNvSpPr/>
            <p:nvPr/>
          </p:nvSpPr>
          <p:spPr>
            <a:xfrm>
              <a:off x="1168225" y="742071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455" name="Graph element 1148"/>
            <p:cNvSpPr/>
            <p:nvPr/>
          </p:nvSpPr>
          <p:spPr>
            <a:xfrm>
              <a:off x="1112717" y="736699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456" name="Graph element 1149"/>
            <p:cNvSpPr/>
            <p:nvPr/>
          </p:nvSpPr>
          <p:spPr>
            <a:xfrm>
              <a:off x="1208630" y="734489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457" name="Graph element 1150"/>
            <p:cNvSpPr/>
            <p:nvPr/>
          </p:nvSpPr>
          <p:spPr>
            <a:xfrm>
              <a:off x="1166015" y="720164"/>
              <a:ext cx="4655" cy="8472"/>
            </a:xfrm>
            <a:custGeom>
              <a:avLst/>
              <a:gdLst/>
              <a:ahLst/>
              <a:cxnLst/>
              <a:rect l="0" t="0" r="r" b="b"/>
              <a:pathLst>
                <a:path w="4655" h="8472" stroke="0" extrusionOk="0">
                  <a:moveTo>
                    <a:pt x="0" y="0"/>
                  </a:moveTo>
                  <a:lnTo>
                    <a:pt x="0" y="3816"/>
                  </a:lnTo>
                  <a:lnTo>
                    <a:pt x="4655" y="8472"/>
                  </a:lnTo>
                  <a:lnTo>
                    <a:pt x="46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458" name="Graph element 1151"/>
            <p:cNvSpPr/>
            <p:nvPr/>
          </p:nvSpPr>
          <p:spPr>
            <a:xfrm>
              <a:off x="1167805" y="716225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459" name="Graph element 1152"/>
            <p:cNvSpPr/>
            <p:nvPr/>
          </p:nvSpPr>
          <p:spPr>
            <a:xfrm>
              <a:off x="1101196" y="709421"/>
              <a:ext cx="7162" cy="2865"/>
            </a:xfrm>
            <a:custGeom>
              <a:avLst/>
              <a:gdLst/>
              <a:ahLst/>
              <a:cxnLst/>
              <a:rect l="0" t="0" r="r" b="b"/>
              <a:pathLst>
                <a:path w="7162" h="2865" stroke="0" extrusionOk="0">
                  <a:moveTo>
                    <a:pt x="7162" y="2865"/>
                  </a:moveTo>
                  <a:lnTo>
                    <a:pt x="7162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7162" y="2865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460" name="Graph element 1153"/>
            <p:cNvSpPr/>
            <p:nvPr/>
          </p:nvSpPr>
          <p:spPr>
            <a:xfrm>
              <a:off x="1155691" y="702678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461" name="Graph element 1154"/>
            <p:cNvSpPr/>
            <p:nvPr/>
          </p:nvSpPr>
          <p:spPr>
            <a:xfrm>
              <a:off x="1087649" y="702678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462" name="Graph element 1155"/>
            <p:cNvSpPr/>
            <p:nvPr/>
          </p:nvSpPr>
          <p:spPr>
            <a:xfrm>
              <a:off x="1173596" y="700888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0" y="3581"/>
                  </a:moveTo>
                  <a:lnTo>
                    <a:pt x="2026" y="5607"/>
                  </a:lnTo>
                  <a:lnTo>
                    <a:pt x="5607" y="2026"/>
                  </a:lnTo>
                  <a:lnTo>
                    <a:pt x="3581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463" name="Graph element 1156"/>
            <p:cNvSpPr/>
            <p:nvPr/>
          </p:nvSpPr>
          <p:spPr>
            <a:xfrm>
              <a:off x="1185353" y="696887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464" name="Graph element 1157"/>
            <p:cNvSpPr/>
            <p:nvPr/>
          </p:nvSpPr>
          <p:spPr>
            <a:xfrm>
              <a:off x="1080068" y="682204"/>
              <a:ext cx="2865" cy="7162"/>
            </a:xfrm>
            <a:custGeom>
              <a:avLst/>
              <a:gdLst/>
              <a:ahLst/>
              <a:cxnLst/>
              <a:rect l="0" t="0" r="r" b="b"/>
              <a:pathLst>
                <a:path w="2865" h="7162" stroke="0" extrusionOk="0">
                  <a:moveTo>
                    <a:pt x="0" y="7162"/>
                  </a:moveTo>
                  <a:lnTo>
                    <a:pt x="2865" y="7162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7162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465" name="Graph element 1158"/>
            <p:cNvSpPr/>
            <p:nvPr/>
          </p:nvSpPr>
          <p:spPr>
            <a:xfrm>
              <a:off x="1099406" y="662866"/>
              <a:ext cx="7162" cy="2865"/>
            </a:xfrm>
            <a:custGeom>
              <a:avLst/>
              <a:gdLst/>
              <a:ahLst/>
              <a:cxnLst/>
              <a:rect l="0" t="0" r="r" b="b"/>
              <a:pathLst>
                <a:path w="7162" h="2865" stroke="0" extrusionOk="0">
                  <a:moveTo>
                    <a:pt x="7162" y="2865"/>
                  </a:moveTo>
                  <a:lnTo>
                    <a:pt x="7162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7162" y="2865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466" name="Graph element 1159"/>
            <p:cNvSpPr/>
            <p:nvPr/>
          </p:nvSpPr>
          <p:spPr>
            <a:xfrm>
              <a:off x="1143157" y="629265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3581" y="5607"/>
                  </a:moveTo>
                  <a:lnTo>
                    <a:pt x="5607" y="358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3581" y="5607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467" name="Graph element 1160"/>
            <p:cNvSpPr/>
            <p:nvPr/>
          </p:nvSpPr>
          <p:spPr>
            <a:xfrm>
              <a:off x="1182130" y="619535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468" name="Graph element 1161"/>
            <p:cNvSpPr/>
            <p:nvPr/>
          </p:nvSpPr>
          <p:spPr>
            <a:xfrm>
              <a:off x="1182130" y="612373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469" name="Graph element 1162"/>
            <p:cNvSpPr/>
            <p:nvPr/>
          </p:nvSpPr>
          <p:spPr>
            <a:xfrm>
              <a:off x="1175387" y="598826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3581" y="5607"/>
                  </a:moveTo>
                  <a:lnTo>
                    <a:pt x="5607" y="358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3581" y="5607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470" name="Graph element 1163"/>
            <p:cNvSpPr/>
            <p:nvPr/>
          </p:nvSpPr>
          <p:spPr>
            <a:xfrm>
              <a:off x="1158494" y="593034"/>
              <a:ext cx="7162" cy="2865"/>
            </a:xfrm>
            <a:custGeom>
              <a:avLst/>
              <a:gdLst/>
              <a:ahLst/>
              <a:cxnLst/>
              <a:rect l="0" t="0" r="r" b="b"/>
              <a:pathLst>
                <a:path w="7162" h="2865" stroke="0" extrusionOk="0">
                  <a:moveTo>
                    <a:pt x="7162" y="2865"/>
                  </a:moveTo>
                  <a:lnTo>
                    <a:pt x="7162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7162" y="2865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471" name="Graph element 1164"/>
            <p:cNvSpPr/>
            <p:nvPr/>
          </p:nvSpPr>
          <p:spPr>
            <a:xfrm>
              <a:off x="1117669" y="512101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472" name="Graph element 1165"/>
            <p:cNvSpPr/>
            <p:nvPr/>
          </p:nvSpPr>
          <p:spPr>
            <a:xfrm>
              <a:off x="1110927" y="496764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473" name="Graph element 1166"/>
            <p:cNvSpPr/>
            <p:nvPr/>
          </p:nvSpPr>
          <p:spPr>
            <a:xfrm>
              <a:off x="1094034" y="490972"/>
              <a:ext cx="7162" cy="2865"/>
            </a:xfrm>
            <a:custGeom>
              <a:avLst/>
              <a:gdLst/>
              <a:ahLst/>
              <a:cxnLst/>
              <a:rect l="0" t="0" r="r" b="b"/>
              <a:pathLst>
                <a:path w="7162" h="2865" stroke="0" extrusionOk="0">
                  <a:moveTo>
                    <a:pt x="7162" y="2865"/>
                  </a:moveTo>
                  <a:lnTo>
                    <a:pt x="7162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7162" y="2865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474" name="Graph element 1167"/>
            <p:cNvSpPr/>
            <p:nvPr/>
          </p:nvSpPr>
          <p:spPr>
            <a:xfrm>
              <a:off x="1147751" y="159718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475" name="Graph element 1168"/>
            <p:cNvSpPr/>
            <p:nvPr/>
          </p:nvSpPr>
          <p:spPr>
            <a:xfrm>
              <a:off x="1140589" y="159718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476" name="Graph element 1169"/>
            <p:cNvSpPr/>
            <p:nvPr/>
          </p:nvSpPr>
          <p:spPr>
            <a:xfrm>
              <a:off x="1159272" y="152976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477" name="Graph element 1170"/>
            <p:cNvSpPr/>
            <p:nvPr/>
          </p:nvSpPr>
          <p:spPr>
            <a:xfrm>
              <a:off x="1121251" y="136083"/>
              <a:ext cx="2865" cy="7162"/>
            </a:xfrm>
            <a:custGeom>
              <a:avLst/>
              <a:gdLst/>
              <a:ahLst/>
              <a:cxnLst/>
              <a:rect l="0" t="0" r="r" b="b"/>
              <a:pathLst>
                <a:path w="2865" h="7162" stroke="0" extrusionOk="0">
                  <a:moveTo>
                    <a:pt x="0" y="7162"/>
                  </a:moveTo>
                  <a:lnTo>
                    <a:pt x="2865" y="7162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7162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478" name="Graph element 1171"/>
            <p:cNvSpPr/>
            <p:nvPr/>
          </p:nvSpPr>
          <p:spPr>
            <a:xfrm>
              <a:off x="1166015" y="134292"/>
              <a:ext cx="2865" cy="8953"/>
            </a:xfrm>
            <a:custGeom>
              <a:avLst/>
              <a:gdLst/>
              <a:ahLst/>
              <a:cxnLst/>
              <a:rect l="0" t="0" r="r" b="b"/>
              <a:pathLst>
                <a:path w="2865" h="8953" stroke="0" extrusionOk="0">
                  <a:moveTo>
                    <a:pt x="0" y="8953"/>
                  </a:moveTo>
                  <a:lnTo>
                    <a:pt x="2865" y="8953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8953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479" name="Graph element 1172"/>
            <p:cNvSpPr/>
            <p:nvPr/>
          </p:nvSpPr>
          <p:spPr>
            <a:xfrm>
              <a:off x="1142379" y="114954"/>
              <a:ext cx="5372" cy="2865"/>
            </a:xfrm>
            <a:custGeom>
              <a:avLst/>
              <a:gdLst/>
              <a:ahLst/>
              <a:cxnLst/>
              <a:rect l="0" t="0" r="r" b="b"/>
              <a:pathLst>
                <a:path w="5372" h="2865" stroke="0" extrusionOk="0">
                  <a:moveTo>
                    <a:pt x="5372" y="2865"/>
                  </a:moveTo>
                  <a:lnTo>
                    <a:pt x="5372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5372" y="2865"/>
                  </a:lnTo>
                  <a:close/>
                </a:path>
              </a:pathLst>
            </a:custGeom>
            <a:solidFill>
              <a:srgbClr val="FAA5A5"/>
            </a:solidFill>
            <a:ln>
              <a:noFill/>
            </a:ln>
          </p:spPr>
        </p:sp>
        <p:sp>
          <p:nvSpPr>
            <p:cNvPr id="16480" name="Graph element 1173"/>
            <p:cNvSpPr/>
            <p:nvPr/>
          </p:nvSpPr>
          <p:spPr>
            <a:xfrm>
              <a:off x="795010" y="1361186"/>
              <a:ext cx="5372" cy="2865"/>
            </a:xfrm>
            <a:custGeom>
              <a:avLst/>
              <a:gdLst/>
              <a:ahLst/>
              <a:cxnLst/>
              <a:rect l="0" t="0" r="r" b="b"/>
              <a:pathLst>
                <a:path w="5372" h="2865" stroke="0" extrusionOk="0">
                  <a:moveTo>
                    <a:pt x="5372" y="2865"/>
                  </a:moveTo>
                  <a:lnTo>
                    <a:pt x="5372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5372" y="2865"/>
                  </a:lnTo>
                  <a:close/>
                </a:path>
              </a:pathLst>
            </a:custGeom>
            <a:solidFill>
              <a:srgbClr val="A6C0D9"/>
            </a:solidFill>
            <a:ln>
              <a:noFill/>
            </a:ln>
          </p:spPr>
        </p:sp>
        <p:sp>
          <p:nvSpPr>
            <p:cNvPr id="16481" name="Graph element 1174"/>
            <p:cNvSpPr/>
            <p:nvPr/>
          </p:nvSpPr>
          <p:spPr>
            <a:xfrm>
              <a:off x="890687" y="1320423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A6C0D9"/>
            </a:solidFill>
            <a:ln>
              <a:noFill/>
            </a:ln>
          </p:spPr>
        </p:sp>
        <p:sp>
          <p:nvSpPr>
            <p:cNvPr id="16482" name="Graph element 1175"/>
            <p:cNvSpPr/>
            <p:nvPr/>
          </p:nvSpPr>
          <p:spPr>
            <a:xfrm>
              <a:off x="805753" y="1316422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A6C0D9"/>
            </a:solidFill>
            <a:ln>
              <a:noFill/>
            </a:ln>
          </p:spPr>
        </p:sp>
        <p:sp>
          <p:nvSpPr>
            <p:cNvPr id="16483" name="Graph element 1176"/>
            <p:cNvSpPr/>
            <p:nvPr/>
          </p:nvSpPr>
          <p:spPr>
            <a:xfrm>
              <a:off x="784267" y="1314631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A6C0D9"/>
            </a:solidFill>
            <a:ln>
              <a:noFill/>
            </a:ln>
          </p:spPr>
        </p:sp>
        <p:sp>
          <p:nvSpPr>
            <p:cNvPr id="16484" name="Graph element 1177"/>
            <p:cNvSpPr/>
            <p:nvPr/>
          </p:nvSpPr>
          <p:spPr>
            <a:xfrm>
              <a:off x="2080634" y="1305679"/>
              <a:ext cx="5372" cy="2865"/>
            </a:xfrm>
            <a:custGeom>
              <a:avLst/>
              <a:gdLst/>
              <a:ahLst/>
              <a:cxnLst/>
              <a:rect l="0" t="0" r="r" b="b"/>
              <a:pathLst>
                <a:path w="5372" h="2865" stroke="0" extrusionOk="0">
                  <a:moveTo>
                    <a:pt x="5372" y="2865"/>
                  </a:moveTo>
                  <a:lnTo>
                    <a:pt x="5372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5372" y="2865"/>
                  </a:lnTo>
                  <a:close/>
                </a:path>
              </a:pathLst>
            </a:custGeom>
            <a:solidFill>
              <a:srgbClr val="A6C0D9"/>
            </a:solidFill>
            <a:ln>
              <a:noFill/>
            </a:ln>
          </p:spPr>
        </p:sp>
        <p:sp>
          <p:nvSpPr>
            <p:cNvPr id="16485" name="Graph element 1178"/>
            <p:cNvSpPr/>
            <p:nvPr/>
          </p:nvSpPr>
          <p:spPr>
            <a:xfrm>
              <a:off x="933241" y="1301739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A6C0D9"/>
            </a:solidFill>
            <a:ln>
              <a:noFill/>
            </a:ln>
          </p:spPr>
        </p:sp>
        <p:sp>
          <p:nvSpPr>
            <p:cNvPr id="16486" name="Graph element 1179"/>
            <p:cNvSpPr/>
            <p:nvPr/>
          </p:nvSpPr>
          <p:spPr>
            <a:xfrm>
              <a:off x="849085" y="1301739"/>
              <a:ext cx="2865" cy="3581"/>
            </a:xfrm>
            <a:custGeom>
              <a:avLst/>
              <a:gdLst/>
              <a:ahLst/>
              <a:cxnLst/>
              <a:rect l="0" t="0" r="r" b="b"/>
              <a:pathLst>
                <a:path w="2865" h="3581" stroke="0" extrusionOk="0">
                  <a:moveTo>
                    <a:pt x="0" y="3581"/>
                  </a:moveTo>
                  <a:lnTo>
                    <a:pt x="2865" y="358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A6C0D9"/>
            </a:solidFill>
            <a:ln>
              <a:noFill/>
            </a:ln>
          </p:spPr>
        </p:sp>
        <p:sp>
          <p:nvSpPr>
            <p:cNvPr id="16487" name="Graph element 1180"/>
            <p:cNvSpPr/>
            <p:nvPr/>
          </p:nvSpPr>
          <p:spPr>
            <a:xfrm>
              <a:off x="2061296" y="1289205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A6C0D9"/>
            </a:solidFill>
            <a:ln>
              <a:noFill/>
            </a:ln>
          </p:spPr>
        </p:sp>
        <p:sp>
          <p:nvSpPr>
            <p:cNvPr id="16488" name="Graph element 1181"/>
            <p:cNvSpPr/>
            <p:nvPr/>
          </p:nvSpPr>
          <p:spPr>
            <a:xfrm>
              <a:off x="938613" y="1287415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A6C0D9"/>
            </a:solidFill>
            <a:ln>
              <a:noFill/>
            </a:ln>
          </p:spPr>
        </p:sp>
        <p:sp>
          <p:nvSpPr>
            <p:cNvPr id="16489" name="Graph element 1182"/>
            <p:cNvSpPr/>
            <p:nvPr/>
          </p:nvSpPr>
          <p:spPr>
            <a:xfrm>
              <a:off x="2102479" y="1283834"/>
              <a:ext cx="2865" cy="5372"/>
            </a:xfrm>
            <a:custGeom>
              <a:avLst/>
              <a:gdLst/>
              <a:ahLst/>
              <a:cxnLst/>
              <a:rect l="0" t="0" r="r" b="b"/>
              <a:pathLst>
                <a:path w="2865" h="5372" stroke="0" extrusionOk="0">
                  <a:moveTo>
                    <a:pt x="0" y="5372"/>
                  </a:moveTo>
                  <a:lnTo>
                    <a:pt x="2865" y="5372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5372"/>
                  </a:lnTo>
                  <a:close/>
                </a:path>
              </a:pathLst>
            </a:custGeom>
            <a:solidFill>
              <a:srgbClr val="A6C0D9"/>
            </a:solidFill>
            <a:ln>
              <a:noFill/>
            </a:ln>
          </p:spPr>
        </p:sp>
        <p:sp>
          <p:nvSpPr>
            <p:cNvPr id="16490" name="Graph element 1183"/>
            <p:cNvSpPr/>
            <p:nvPr/>
          </p:nvSpPr>
          <p:spPr>
            <a:xfrm>
              <a:off x="2061296" y="1282043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A6C0D9"/>
            </a:solidFill>
            <a:ln>
              <a:noFill/>
            </a:ln>
          </p:spPr>
        </p:sp>
        <p:sp>
          <p:nvSpPr>
            <p:cNvPr id="16491" name="Graph element 1184"/>
            <p:cNvSpPr/>
            <p:nvPr/>
          </p:nvSpPr>
          <p:spPr>
            <a:xfrm>
              <a:off x="2080634" y="1264496"/>
              <a:ext cx="5372" cy="2865"/>
            </a:xfrm>
            <a:custGeom>
              <a:avLst/>
              <a:gdLst/>
              <a:ahLst/>
              <a:cxnLst/>
              <a:rect l="0" t="0" r="r" b="b"/>
              <a:pathLst>
                <a:path w="5372" h="2865" stroke="0" extrusionOk="0">
                  <a:moveTo>
                    <a:pt x="5372" y="2865"/>
                  </a:moveTo>
                  <a:lnTo>
                    <a:pt x="5372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5372" y="2865"/>
                  </a:lnTo>
                  <a:close/>
                </a:path>
              </a:pathLst>
            </a:custGeom>
            <a:solidFill>
              <a:srgbClr val="A6C0D9"/>
            </a:solidFill>
            <a:ln>
              <a:noFill/>
            </a:ln>
          </p:spPr>
        </p:sp>
        <p:sp>
          <p:nvSpPr>
            <p:cNvPr id="16492" name="Graph element 1185"/>
            <p:cNvSpPr/>
            <p:nvPr/>
          </p:nvSpPr>
          <p:spPr>
            <a:xfrm>
              <a:off x="734131" y="1262705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A6C0D9"/>
            </a:solidFill>
            <a:ln>
              <a:noFill/>
            </a:ln>
          </p:spPr>
        </p:sp>
        <p:sp>
          <p:nvSpPr>
            <p:cNvPr id="16493" name="Graph element 1186"/>
            <p:cNvSpPr/>
            <p:nvPr/>
          </p:nvSpPr>
          <p:spPr>
            <a:xfrm>
              <a:off x="726969" y="1262705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A6C0D9"/>
            </a:solidFill>
            <a:ln>
              <a:noFill/>
            </a:ln>
          </p:spPr>
        </p:sp>
        <p:sp>
          <p:nvSpPr>
            <p:cNvPr id="16494" name="Graph element 1187"/>
            <p:cNvSpPr/>
            <p:nvPr/>
          </p:nvSpPr>
          <p:spPr>
            <a:xfrm>
              <a:off x="886329" y="1260914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A6C0D9"/>
            </a:solidFill>
            <a:ln>
              <a:noFill/>
            </a:ln>
          </p:spPr>
        </p:sp>
        <p:sp>
          <p:nvSpPr>
            <p:cNvPr id="16495" name="Graph element 1188"/>
            <p:cNvSpPr/>
            <p:nvPr/>
          </p:nvSpPr>
          <p:spPr>
            <a:xfrm>
              <a:off x="657495" y="1260556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A6C0D9"/>
            </a:solidFill>
            <a:ln>
              <a:noFill/>
            </a:ln>
          </p:spPr>
        </p:sp>
        <p:sp>
          <p:nvSpPr>
            <p:cNvPr id="16496" name="Graph element 1189"/>
            <p:cNvSpPr/>
            <p:nvPr/>
          </p:nvSpPr>
          <p:spPr>
            <a:xfrm>
              <a:off x="657495" y="1255185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A6C0D9"/>
            </a:solidFill>
            <a:ln>
              <a:noFill/>
            </a:ln>
          </p:spPr>
        </p:sp>
        <p:sp>
          <p:nvSpPr>
            <p:cNvPr id="16497" name="Graph element 1190"/>
            <p:cNvSpPr/>
            <p:nvPr/>
          </p:nvSpPr>
          <p:spPr>
            <a:xfrm>
              <a:off x="786415" y="1246232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A6C0D9"/>
            </a:solidFill>
            <a:ln>
              <a:noFill/>
            </a:ln>
          </p:spPr>
        </p:sp>
        <p:sp>
          <p:nvSpPr>
            <p:cNvPr id="16498" name="Graph element 1191"/>
            <p:cNvSpPr/>
            <p:nvPr/>
          </p:nvSpPr>
          <p:spPr>
            <a:xfrm>
              <a:off x="685786" y="1244799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A6C0D9"/>
            </a:solidFill>
            <a:ln>
              <a:noFill/>
            </a:ln>
          </p:spPr>
        </p:sp>
        <p:sp>
          <p:nvSpPr>
            <p:cNvPr id="16499" name="Graph element 1192"/>
            <p:cNvSpPr/>
            <p:nvPr/>
          </p:nvSpPr>
          <p:spPr>
            <a:xfrm>
              <a:off x="743084" y="1239428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A6C0D9"/>
            </a:solidFill>
            <a:ln>
              <a:noFill/>
            </a:ln>
          </p:spPr>
        </p:sp>
        <p:sp>
          <p:nvSpPr>
            <p:cNvPr id="16500" name="Graph element 1193"/>
            <p:cNvSpPr/>
            <p:nvPr/>
          </p:nvSpPr>
          <p:spPr>
            <a:xfrm>
              <a:off x="720164" y="1221164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A6C0D9"/>
            </a:solidFill>
            <a:ln>
              <a:noFill/>
            </a:ln>
          </p:spPr>
        </p:sp>
        <p:sp>
          <p:nvSpPr>
            <p:cNvPr id="16501" name="Graph element 1194"/>
            <p:cNvSpPr/>
            <p:nvPr/>
          </p:nvSpPr>
          <p:spPr>
            <a:xfrm>
              <a:off x="704049" y="1221164"/>
              <a:ext cx="2865" cy="5372"/>
            </a:xfrm>
            <a:custGeom>
              <a:avLst/>
              <a:gdLst/>
              <a:ahLst/>
              <a:cxnLst/>
              <a:rect l="0" t="0" r="r" b="b"/>
              <a:pathLst>
                <a:path w="2865" h="5372" stroke="0" extrusionOk="0">
                  <a:moveTo>
                    <a:pt x="0" y="5372"/>
                  </a:moveTo>
                  <a:lnTo>
                    <a:pt x="2865" y="5372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5372"/>
                  </a:lnTo>
                  <a:close/>
                </a:path>
              </a:pathLst>
            </a:custGeom>
            <a:solidFill>
              <a:srgbClr val="A6C0D9"/>
            </a:solidFill>
            <a:ln>
              <a:noFill/>
            </a:ln>
          </p:spPr>
        </p:sp>
        <p:sp>
          <p:nvSpPr>
            <p:cNvPr id="16502" name="Graph element 1195"/>
            <p:cNvSpPr/>
            <p:nvPr/>
          </p:nvSpPr>
          <p:spPr>
            <a:xfrm>
              <a:off x="788206" y="1219373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A6C0D9"/>
            </a:solidFill>
            <a:ln>
              <a:noFill/>
            </a:ln>
          </p:spPr>
        </p:sp>
        <p:sp>
          <p:nvSpPr>
            <p:cNvPr id="16503" name="Graph element 1196"/>
            <p:cNvSpPr/>
            <p:nvPr/>
          </p:nvSpPr>
          <p:spPr>
            <a:xfrm>
              <a:off x="720164" y="1214002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A6C0D9"/>
            </a:solidFill>
            <a:ln>
              <a:noFill/>
            </a:ln>
          </p:spPr>
        </p:sp>
        <p:sp>
          <p:nvSpPr>
            <p:cNvPr id="16504" name="Graph element 1197"/>
            <p:cNvSpPr/>
            <p:nvPr/>
          </p:nvSpPr>
          <p:spPr>
            <a:xfrm>
              <a:off x="325882" y="1208988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A6C0D9"/>
            </a:solidFill>
            <a:ln>
              <a:noFill/>
            </a:ln>
          </p:spPr>
        </p:sp>
        <p:sp>
          <p:nvSpPr>
            <p:cNvPr id="16505" name="Graph element 1198"/>
            <p:cNvSpPr/>
            <p:nvPr/>
          </p:nvSpPr>
          <p:spPr>
            <a:xfrm>
              <a:off x="315139" y="1208988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A6C0D9"/>
            </a:solidFill>
            <a:ln>
              <a:noFill/>
            </a:ln>
          </p:spPr>
        </p:sp>
        <p:sp>
          <p:nvSpPr>
            <p:cNvPr id="16506" name="Graph element 1199"/>
            <p:cNvSpPr/>
            <p:nvPr/>
          </p:nvSpPr>
          <p:spPr>
            <a:xfrm>
              <a:off x="665077" y="1205827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A6C0D9"/>
            </a:solidFill>
            <a:ln>
              <a:noFill/>
            </a:ln>
          </p:spPr>
        </p:sp>
        <p:sp>
          <p:nvSpPr>
            <p:cNvPr id="16507" name="Graph element 1200"/>
            <p:cNvSpPr/>
            <p:nvPr/>
          </p:nvSpPr>
          <p:spPr>
            <a:xfrm>
              <a:off x="610582" y="1183920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A6C0D9"/>
            </a:solidFill>
            <a:ln>
              <a:noFill/>
            </a:ln>
          </p:spPr>
        </p:sp>
        <p:sp>
          <p:nvSpPr>
            <p:cNvPr id="16508" name="Graph element 1201"/>
            <p:cNvSpPr/>
            <p:nvPr/>
          </p:nvSpPr>
          <p:spPr>
            <a:xfrm>
              <a:off x="823659" y="1182130"/>
              <a:ext cx="3581" cy="2865"/>
            </a:xfrm>
            <a:custGeom>
              <a:avLst/>
              <a:gdLst/>
              <a:ahLst/>
              <a:cxnLst/>
              <a:rect l="0" t="0" r="r" b="b"/>
              <a:pathLst>
                <a:path w="3581" h="2865" stroke="0" extrusionOk="0">
                  <a:moveTo>
                    <a:pt x="3581" y="2865"/>
                  </a:moveTo>
                  <a:lnTo>
                    <a:pt x="358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3581" y="2865"/>
                  </a:lnTo>
                  <a:close/>
                </a:path>
              </a:pathLst>
            </a:custGeom>
            <a:solidFill>
              <a:srgbClr val="A6C0D9"/>
            </a:solidFill>
            <a:ln>
              <a:noFill/>
            </a:ln>
          </p:spPr>
        </p:sp>
        <p:sp>
          <p:nvSpPr>
            <p:cNvPr id="16509" name="Graph element 1202"/>
            <p:cNvSpPr/>
            <p:nvPr/>
          </p:nvSpPr>
          <p:spPr>
            <a:xfrm>
              <a:off x="652123" y="1158494"/>
              <a:ext cx="2865" cy="7162"/>
            </a:xfrm>
            <a:custGeom>
              <a:avLst/>
              <a:gdLst/>
              <a:ahLst/>
              <a:cxnLst/>
              <a:rect l="0" t="0" r="r" b="b"/>
              <a:pathLst>
                <a:path w="2865" h="7162" stroke="0" extrusionOk="0">
                  <a:moveTo>
                    <a:pt x="0" y="7162"/>
                  </a:moveTo>
                  <a:lnTo>
                    <a:pt x="2865" y="7162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7162"/>
                  </a:lnTo>
                  <a:close/>
                </a:path>
              </a:pathLst>
            </a:custGeom>
            <a:solidFill>
              <a:srgbClr val="A6C0D9"/>
            </a:solidFill>
            <a:ln>
              <a:noFill/>
            </a:ln>
          </p:spPr>
        </p:sp>
        <p:sp>
          <p:nvSpPr>
            <p:cNvPr id="16510" name="Graph element 1203"/>
            <p:cNvSpPr/>
            <p:nvPr/>
          </p:nvSpPr>
          <p:spPr>
            <a:xfrm>
              <a:off x="884538" y="1148109"/>
              <a:ext cx="3581" cy="2865"/>
            </a:xfrm>
            <a:custGeom>
              <a:avLst/>
              <a:gdLst/>
              <a:ahLst/>
              <a:cxnLst/>
              <a:rect l="0" t="0" r="r" b="b"/>
              <a:pathLst>
                <a:path w="3581" h="2865" stroke="0" extrusionOk="0">
                  <a:moveTo>
                    <a:pt x="3581" y="2865"/>
                  </a:moveTo>
                  <a:lnTo>
                    <a:pt x="358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3581" y="2865"/>
                  </a:lnTo>
                  <a:close/>
                </a:path>
              </a:pathLst>
            </a:custGeom>
            <a:solidFill>
              <a:srgbClr val="A6C0D9"/>
            </a:solidFill>
            <a:ln>
              <a:noFill/>
            </a:ln>
          </p:spPr>
        </p:sp>
        <p:sp>
          <p:nvSpPr>
            <p:cNvPr id="16511" name="Graph element 1204"/>
            <p:cNvSpPr/>
            <p:nvPr/>
          </p:nvSpPr>
          <p:spPr>
            <a:xfrm>
              <a:off x="821868" y="1140947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A6C0D9"/>
            </a:solidFill>
            <a:ln>
              <a:noFill/>
            </a:ln>
          </p:spPr>
        </p:sp>
        <p:sp>
          <p:nvSpPr>
            <p:cNvPr id="16512" name="Graph element 1205"/>
            <p:cNvSpPr/>
            <p:nvPr/>
          </p:nvSpPr>
          <p:spPr>
            <a:xfrm>
              <a:off x="789638" y="1106926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A6C0D9"/>
            </a:solidFill>
            <a:ln>
              <a:noFill/>
            </a:ln>
          </p:spPr>
        </p:sp>
        <p:sp>
          <p:nvSpPr>
            <p:cNvPr id="16513" name="Graph element 1206"/>
            <p:cNvSpPr/>
            <p:nvPr/>
          </p:nvSpPr>
          <p:spPr>
            <a:xfrm>
              <a:off x="718016" y="1106926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A6C0D9"/>
            </a:solidFill>
            <a:ln>
              <a:noFill/>
            </a:ln>
          </p:spPr>
        </p:sp>
        <p:sp>
          <p:nvSpPr>
            <p:cNvPr id="16514" name="Graph element 1207"/>
            <p:cNvSpPr/>
            <p:nvPr/>
          </p:nvSpPr>
          <p:spPr>
            <a:xfrm>
              <a:off x="698678" y="1085081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A6C0D9"/>
            </a:solidFill>
            <a:ln>
              <a:noFill/>
            </a:ln>
          </p:spPr>
        </p:sp>
        <p:sp>
          <p:nvSpPr>
            <p:cNvPr id="16515" name="Graph element 1208"/>
            <p:cNvSpPr/>
            <p:nvPr/>
          </p:nvSpPr>
          <p:spPr>
            <a:xfrm>
              <a:off x="863409" y="1076128"/>
              <a:ext cx="2865" cy="3581"/>
            </a:xfrm>
            <a:custGeom>
              <a:avLst/>
              <a:gdLst/>
              <a:ahLst/>
              <a:cxnLst/>
              <a:rect l="0" t="0" r="r" b="b"/>
              <a:pathLst>
                <a:path w="2865" h="3581" stroke="0" extrusionOk="0">
                  <a:moveTo>
                    <a:pt x="0" y="3581"/>
                  </a:moveTo>
                  <a:lnTo>
                    <a:pt x="2865" y="358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A6C0D9"/>
            </a:solidFill>
            <a:ln>
              <a:noFill/>
            </a:ln>
          </p:spPr>
        </p:sp>
        <p:sp>
          <p:nvSpPr>
            <p:cNvPr id="16516" name="Graph element 1209"/>
            <p:cNvSpPr/>
            <p:nvPr/>
          </p:nvSpPr>
          <p:spPr>
            <a:xfrm>
              <a:off x="743861" y="1057210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A6C0D9"/>
            </a:solidFill>
            <a:ln>
              <a:noFill/>
            </a:ln>
          </p:spPr>
        </p:sp>
        <p:sp>
          <p:nvSpPr>
            <p:cNvPr id="16517" name="Graph element 1210"/>
            <p:cNvSpPr/>
            <p:nvPr/>
          </p:nvSpPr>
          <p:spPr>
            <a:xfrm>
              <a:off x="782476" y="1051419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A6C0D9"/>
            </a:solidFill>
            <a:ln>
              <a:noFill/>
            </a:ln>
          </p:spPr>
        </p:sp>
        <p:sp>
          <p:nvSpPr>
            <p:cNvPr id="16518" name="Graph element 1211"/>
            <p:cNvSpPr/>
            <p:nvPr/>
          </p:nvSpPr>
          <p:spPr>
            <a:xfrm>
              <a:off x="807902" y="1025993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A6C0D9"/>
            </a:solidFill>
            <a:ln>
              <a:noFill/>
            </a:ln>
          </p:spPr>
        </p:sp>
        <p:sp>
          <p:nvSpPr>
            <p:cNvPr id="16519" name="Graph element 1212"/>
            <p:cNvSpPr/>
            <p:nvPr/>
          </p:nvSpPr>
          <p:spPr>
            <a:xfrm>
              <a:off x="899221" y="956161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A6C0D9"/>
            </a:solidFill>
            <a:ln>
              <a:noFill/>
            </a:ln>
          </p:spPr>
        </p:sp>
        <p:sp>
          <p:nvSpPr>
            <p:cNvPr id="16520" name="Graph element 1213"/>
            <p:cNvSpPr/>
            <p:nvPr/>
          </p:nvSpPr>
          <p:spPr>
            <a:xfrm>
              <a:off x="800740" y="938255"/>
              <a:ext cx="2865" cy="7162"/>
            </a:xfrm>
            <a:custGeom>
              <a:avLst/>
              <a:gdLst/>
              <a:ahLst/>
              <a:cxnLst/>
              <a:rect l="0" t="0" r="r" b="b"/>
              <a:pathLst>
                <a:path w="2865" h="7162" stroke="0" extrusionOk="0">
                  <a:moveTo>
                    <a:pt x="0" y="7162"/>
                  </a:moveTo>
                  <a:lnTo>
                    <a:pt x="2865" y="7162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7162"/>
                  </a:lnTo>
                  <a:close/>
                </a:path>
              </a:pathLst>
            </a:custGeom>
            <a:solidFill>
              <a:srgbClr val="A6C0D9"/>
            </a:solidFill>
            <a:ln>
              <a:noFill/>
            </a:ln>
          </p:spPr>
        </p:sp>
        <p:sp>
          <p:nvSpPr>
            <p:cNvPr id="16521" name="Graph element 1214"/>
            <p:cNvSpPr/>
            <p:nvPr/>
          </p:nvSpPr>
          <p:spPr>
            <a:xfrm>
              <a:off x="902802" y="918559"/>
              <a:ext cx="2865" cy="3581"/>
            </a:xfrm>
            <a:custGeom>
              <a:avLst/>
              <a:gdLst/>
              <a:ahLst/>
              <a:cxnLst/>
              <a:rect l="0" t="0" r="r" b="b"/>
              <a:pathLst>
                <a:path w="2865" h="3581" stroke="0" extrusionOk="0">
                  <a:moveTo>
                    <a:pt x="0" y="3581"/>
                  </a:moveTo>
                  <a:lnTo>
                    <a:pt x="2865" y="358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A6C0D9"/>
            </a:solidFill>
            <a:ln>
              <a:noFill/>
            </a:ln>
          </p:spPr>
        </p:sp>
        <p:sp>
          <p:nvSpPr>
            <p:cNvPr id="16522" name="Graph element 1215"/>
            <p:cNvSpPr/>
            <p:nvPr/>
          </p:nvSpPr>
          <p:spPr>
            <a:xfrm>
              <a:off x="752395" y="850517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A6C0D9"/>
            </a:solidFill>
            <a:ln>
              <a:noFill/>
            </a:ln>
          </p:spPr>
        </p:sp>
        <p:sp>
          <p:nvSpPr>
            <p:cNvPr id="16523" name="Graph element 1216"/>
            <p:cNvSpPr/>
            <p:nvPr/>
          </p:nvSpPr>
          <p:spPr>
            <a:xfrm>
              <a:off x="726969" y="831179"/>
              <a:ext cx="7162" cy="2865"/>
            </a:xfrm>
            <a:custGeom>
              <a:avLst/>
              <a:gdLst/>
              <a:ahLst/>
              <a:cxnLst/>
              <a:rect l="0" t="0" r="r" b="b"/>
              <a:pathLst>
                <a:path w="7162" h="2865" stroke="0" extrusionOk="0">
                  <a:moveTo>
                    <a:pt x="7162" y="2865"/>
                  </a:moveTo>
                  <a:lnTo>
                    <a:pt x="7162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7162" y="2865"/>
                  </a:lnTo>
                  <a:close/>
                </a:path>
              </a:pathLst>
            </a:custGeom>
            <a:solidFill>
              <a:srgbClr val="A6C0D9"/>
            </a:solidFill>
            <a:ln>
              <a:noFill/>
            </a:ln>
          </p:spPr>
        </p:sp>
        <p:sp>
          <p:nvSpPr>
            <p:cNvPr id="16524" name="Graph element 1217"/>
            <p:cNvSpPr/>
            <p:nvPr/>
          </p:nvSpPr>
          <p:spPr>
            <a:xfrm>
              <a:off x="812916" y="822227"/>
              <a:ext cx="5372" cy="2865"/>
            </a:xfrm>
            <a:custGeom>
              <a:avLst/>
              <a:gdLst/>
              <a:ahLst/>
              <a:cxnLst/>
              <a:rect l="0" t="0" r="r" b="b"/>
              <a:pathLst>
                <a:path w="5372" h="2865" stroke="0" extrusionOk="0">
                  <a:moveTo>
                    <a:pt x="5372" y="2865"/>
                  </a:moveTo>
                  <a:lnTo>
                    <a:pt x="5372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5372" y="2865"/>
                  </a:lnTo>
                  <a:close/>
                </a:path>
              </a:pathLst>
            </a:custGeom>
            <a:solidFill>
              <a:srgbClr val="A6C0D9"/>
            </a:solidFill>
            <a:ln>
              <a:noFill/>
            </a:ln>
          </p:spPr>
        </p:sp>
        <p:sp>
          <p:nvSpPr>
            <p:cNvPr id="16525" name="Graph element 1218"/>
            <p:cNvSpPr/>
            <p:nvPr/>
          </p:nvSpPr>
          <p:spPr>
            <a:xfrm>
              <a:off x="689725" y="807544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A6C0D9"/>
            </a:solidFill>
            <a:ln>
              <a:noFill/>
            </a:ln>
          </p:spPr>
        </p:sp>
        <p:sp>
          <p:nvSpPr>
            <p:cNvPr id="16526" name="Graph element 1219"/>
            <p:cNvSpPr/>
            <p:nvPr/>
          </p:nvSpPr>
          <p:spPr>
            <a:xfrm>
              <a:off x="836551" y="803963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A6C0D9"/>
            </a:solidFill>
            <a:ln>
              <a:noFill/>
            </a:ln>
          </p:spPr>
        </p:sp>
        <p:sp>
          <p:nvSpPr>
            <p:cNvPr id="16527" name="Graph element 1220"/>
            <p:cNvSpPr/>
            <p:nvPr/>
          </p:nvSpPr>
          <p:spPr>
            <a:xfrm>
              <a:off x="836551" y="796801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A6C0D9"/>
            </a:solidFill>
            <a:ln>
              <a:noFill/>
            </a:ln>
          </p:spPr>
        </p:sp>
        <p:sp>
          <p:nvSpPr>
            <p:cNvPr id="16528" name="Graph element 1221"/>
            <p:cNvSpPr/>
            <p:nvPr/>
          </p:nvSpPr>
          <p:spPr>
            <a:xfrm>
              <a:off x="669671" y="763138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A6C0D9"/>
            </a:solidFill>
            <a:ln>
              <a:noFill/>
            </a:ln>
          </p:spPr>
        </p:sp>
        <p:sp>
          <p:nvSpPr>
            <p:cNvPr id="16529" name="Graph element 1222"/>
            <p:cNvSpPr/>
            <p:nvPr/>
          </p:nvSpPr>
          <p:spPr>
            <a:xfrm>
              <a:off x="662508" y="763138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A6C0D9"/>
            </a:solidFill>
            <a:ln>
              <a:noFill/>
            </a:ln>
          </p:spPr>
        </p:sp>
        <p:sp>
          <p:nvSpPr>
            <p:cNvPr id="16530" name="Graph element 1223"/>
            <p:cNvSpPr/>
            <p:nvPr/>
          </p:nvSpPr>
          <p:spPr>
            <a:xfrm>
              <a:off x="641380" y="739503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A6C0D9"/>
            </a:solidFill>
            <a:ln>
              <a:noFill/>
            </a:ln>
          </p:spPr>
        </p:sp>
        <p:sp>
          <p:nvSpPr>
            <p:cNvPr id="16531" name="Graph element 1224"/>
            <p:cNvSpPr/>
            <p:nvPr/>
          </p:nvSpPr>
          <p:spPr>
            <a:xfrm>
              <a:off x="689725" y="737712"/>
              <a:ext cx="2865" cy="5372"/>
            </a:xfrm>
            <a:custGeom>
              <a:avLst/>
              <a:gdLst/>
              <a:ahLst/>
              <a:cxnLst/>
              <a:rect l="0" t="0" r="r" b="b"/>
              <a:pathLst>
                <a:path w="2865" h="5372" stroke="0" extrusionOk="0">
                  <a:moveTo>
                    <a:pt x="0" y="5372"/>
                  </a:moveTo>
                  <a:lnTo>
                    <a:pt x="2865" y="5372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5372"/>
                  </a:lnTo>
                  <a:close/>
                </a:path>
              </a:pathLst>
            </a:custGeom>
            <a:solidFill>
              <a:srgbClr val="A6C0D9"/>
            </a:solidFill>
            <a:ln>
              <a:noFill/>
            </a:ln>
          </p:spPr>
        </p:sp>
        <p:sp>
          <p:nvSpPr>
            <p:cNvPr id="16532" name="Graph element 1225"/>
            <p:cNvSpPr/>
            <p:nvPr/>
          </p:nvSpPr>
          <p:spPr>
            <a:xfrm>
              <a:off x="666089" y="714793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A6C0D9"/>
            </a:solidFill>
            <a:ln>
              <a:noFill/>
            </a:ln>
          </p:spPr>
        </p:sp>
        <p:sp>
          <p:nvSpPr>
            <p:cNvPr id="16533" name="Graph element 1226"/>
            <p:cNvSpPr/>
            <p:nvPr/>
          </p:nvSpPr>
          <p:spPr>
            <a:xfrm>
              <a:off x="451580" y="69832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A6C0D9"/>
            </a:solidFill>
            <a:ln>
              <a:noFill/>
            </a:ln>
          </p:spPr>
        </p:sp>
        <p:sp>
          <p:nvSpPr>
            <p:cNvPr id="16534" name="Graph element 1227"/>
            <p:cNvSpPr/>
            <p:nvPr/>
          </p:nvSpPr>
          <p:spPr>
            <a:xfrm>
              <a:off x="450209" y="686563"/>
              <a:ext cx="4236" cy="4594"/>
            </a:xfrm>
            <a:custGeom>
              <a:avLst/>
              <a:gdLst/>
              <a:ahLst/>
              <a:cxnLst/>
              <a:rect l="0" t="0" r="r" b="b"/>
              <a:pathLst>
                <a:path w="4236" h="4594" stroke="0" extrusionOk="0">
                  <a:moveTo>
                    <a:pt x="1371" y="3397"/>
                  </a:moveTo>
                  <a:lnTo>
                    <a:pt x="1371" y="4594"/>
                  </a:lnTo>
                  <a:lnTo>
                    <a:pt x="4236" y="4594"/>
                  </a:lnTo>
                  <a:lnTo>
                    <a:pt x="4236" y="2210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371" y="3397"/>
                  </a:lnTo>
                  <a:close/>
                </a:path>
              </a:pathLst>
            </a:custGeom>
            <a:solidFill>
              <a:srgbClr val="A6C0D9"/>
            </a:solidFill>
            <a:ln>
              <a:noFill/>
            </a:ln>
          </p:spPr>
        </p:sp>
        <p:sp>
          <p:nvSpPr>
            <p:cNvPr id="16535" name="Graph element 1228"/>
            <p:cNvSpPr/>
            <p:nvPr/>
          </p:nvSpPr>
          <p:spPr>
            <a:xfrm>
              <a:off x="495986" y="668238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A6C0D9"/>
            </a:solidFill>
            <a:ln>
              <a:noFill/>
            </a:ln>
          </p:spPr>
        </p:sp>
        <p:sp>
          <p:nvSpPr>
            <p:cNvPr id="16536" name="Graph element 1229"/>
            <p:cNvSpPr/>
            <p:nvPr/>
          </p:nvSpPr>
          <p:spPr>
            <a:xfrm>
              <a:off x="551852" y="649974"/>
              <a:ext cx="2865" cy="3581"/>
            </a:xfrm>
            <a:custGeom>
              <a:avLst/>
              <a:gdLst/>
              <a:ahLst/>
              <a:cxnLst/>
              <a:rect l="0" t="0" r="r" b="b"/>
              <a:pathLst>
                <a:path w="2865" h="3581" stroke="0" extrusionOk="0">
                  <a:moveTo>
                    <a:pt x="0" y="3581"/>
                  </a:moveTo>
                  <a:lnTo>
                    <a:pt x="2865" y="358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A6C0D9"/>
            </a:solidFill>
            <a:ln>
              <a:noFill/>
            </a:ln>
          </p:spPr>
        </p:sp>
        <p:sp>
          <p:nvSpPr>
            <p:cNvPr id="16537" name="Graph element 1230"/>
            <p:cNvSpPr/>
            <p:nvPr/>
          </p:nvSpPr>
          <p:spPr>
            <a:xfrm>
              <a:off x="551852" y="642812"/>
              <a:ext cx="2865" cy="3581"/>
            </a:xfrm>
            <a:custGeom>
              <a:avLst/>
              <a:gdLst/>
              <a:ahLst/>
              <a:cxnLst/>
              <a:rect l="0" t="0" r="r" b="b"/>
              <a:pathLst>
                <a:path w="2865" h="3581" stroke="0" extrusionOk="0">
                  <a:moveTo>
                    <a:pt x="0" y="3581"/>
                  </a:moveTo>
                  <a:lnTo>
                    <a:pt x="2865" y="358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A6C0D9"/>
            </a:solidFill>
            <a:ln>
              <a:noFill/>
            </a:ln>
          </p:spPr>
        </p:sp>
        <p:sp>
          <p:nvSpPr>
            <p:cNvPr id="16538" name="Graph element 1231"/>
            <p:cNvSpPr/>
            <p:nvPr/>
          </p:nvSpPr>
          <p:spPr>
            <a:xfrm>
              <a:off x="461965" y="637799"/>
              <a:ext cx="3581" cy="2865"/>
            </a:xfrm>
            <a:custGeom>
              <a:avLst/>
              <a:gdLst/>
              <a:ahLst/>
              <a:cxnLst/>
              <a:rect l="0" t="0" r="r" b="b"/>
              <a:pathLst>
                <a:path w="3581" h="2865" stroke="0" extrusionOk="0">
                  <a:moveTo>
                    <a:pt x="3581" y="2865"/>
                  </a:moveTo>
                  <a:lnTo>
                    <a:pt x="358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3581" y="2865"/>
                  </a:lnTo>
                  <a:close/>
                </a:path>
              </a:pathLst>
            </a:custGeom>
            <a:solidFill>
              <a:srgbClr val="A6C0D9"/>
            </a:solidFill>
            <a:ln>
              <a:noFill/>
            </a:ln>
          </p:spPr>
        </p:sp>
        <p:sp>
          <p:nvSpPr>
            <p:cNvPr id="16539" name="Graph element 1232"/>
            <p:cNvSpPr/>
            <p:nvPr/>
          </p:nvSpPr>
          <p:spPr>
            <a:xfrm>
              <a:off x="492405" y="616312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A6C0D9"/>
            </a:solidFill>
            <a:ln>
              <a:noFill/>
            </a:ln>
          </p:spPr>
        </p:sp>
        <p:sp>
          <p:nvSpPr>
            <p:cNvPr id="16540" name="Graph element 1233"/>
            <p:cNvSpPr/>
            <p:nvPr/>
          </p:nvSpPr>
          <p:spPr>
            <a:xfrm>
              <a:off x="569399" y="455161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A6C0D9"/>
            </a:solidFill>
            <a:ln>
              <a:noFill/>
            </a:ln>
          </p:spPr>
        </p:sp>
        <p:sp>
          <p:nvSpPr>
            <p:cNvPr id="16541" name="Graph element 1234"/>
            <p:cNvSpPr/>
            <p:nvPr/>
          </p:nvSpPr>
          <p:spPr>
            <a:xfrm>
              <a:off x="560446" y="455161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A6C0D9"/>
            </a:solidFill>
            <a:ln>
              <a:noFill/>
            </a:ln>
          </p:spPr>
        </p:sp>
        <p:sp>
          <p:nvSpPr>
            <p:cNvPr id="16542" name="Graph element 1235"/>
            <p:cNvSpPr/>
            <p:nvPr/>
          </p:nvSpPr>
          <p:spPr>
            <a:xfrm>
              <a:off x="275747" y="453371"/>
              <a:ext cx="7162" cy="2865"/>
            </a:xfrm>
            <a:custGeom>
              <a:avLst/>
              <a:gdLst/>
              <a:ahLst/>
              <a:cxnLst/>
              <a:rect l="0" t="0" r="r" b="b"/>
              <a:pathLst>
                <a:path w="7162" h="2865" stroke="0" extrusionOk="0">
                  <a:moveTo>
                    <a:pt x="7162" y="2865"/>
                  </a:moveTo>
                  <a:lnTo>
                    <a:pt x="7162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7162" y="2865"/>
                  </a:lnTo>
                  <a:close/>
                </a:path>
              </a:pathLst>
            </a:custGeom>
            <a:solidFill>
              <a:srgbClr val="A6C0D9"/>
            </a:solidFill>
            <a:ln>
              <a:noFill/>
            </a:ln>
          </p:spPr>
        </p:sp>
        <p:sp>
          <p:nvSpPr>
            <p:cNvPr id="16543" name="Graph element 1236"/>
            <p:cNvSpPr/>
            <p:nvPr/>
          </p:nvSpPr>
          <p:spPr>
            <a:xfrm>
              <a:off x="298011" y="405445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A6C0D9"/>
            </a:solidFill>
            <a:ln>
              <a:noFill/>
            </a:ln>
          </p:spPr>
        </p:sp>
        <p:sp>
          <p:nvSpPr>
            <p:cNvPr id="16544" name="Graph element 1237"/>
            <p:cNvSpPr/>
            <p:nvPr/>
          </p:nvSpPr>
          <p:spPr>
            <a:xfrm>
              <a:off x="282909" y="397863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A6C0D9"/>
            </a:solidFill>
            <a:ln>
              <a:noFill/>
            </a:ln>
          </p:spPr>
        </p:sp>
        <p:sp>
          <p:nvSpPr>
            <p:cNvPr id="16545" name="Graph element 1238"/>
            <p:cNvSpPr/>
            <p:nvPr/>
          </p:nvSpPr>
          <p:spPr>
            <a:xfrm>
              <a:off x="273956" y="397863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A6C0D9"/>
            </a:solidFill>
            <a:ln>
              <a:noFill/>
            </a:ln>
          </p:spPr>
        </p:sp>
        <p:sp>
          <p:nvSpPr>
            <p:cNvPr id="16546" name="Graph element 1239"/>
            <p:cNvSpPr/>
            <p:nvPr/>
          </p:nvSpPr>
          <p:spPr>
            <a:xfrm>
              <a:off x="928289" y="1665224"/>
              <a:ext cx="4236" cy="4594"/>
            </a:xfrm>
            <a:custGeom>
              <a:avLst/>
              <a:gdLst/>
              <a:ahLst/>
              <a:cxnLst/>
              <a:rect l="0" t="0" r="r" b="b"/>
              <a:pathLst>
                <a:path w="4236" h="4594" stroke="0" extrusionOk="0">
                  <a:moveTo>
                    <a:pt x="0" y="2568"/>
                  </a:moveTo>
                  <a:lnTo>
                    <a:pt x="2026" y="4594"/>
                  </a:lnTo>
                  <a:lnTo>
                    <a:pt x="4236" y="2384"/>
                  </a:lnTo>
                  <a:lnTo>
                    <a:pt x="4236" y="0"/>
                  </a:lnTo>
                  <a:lnTo>
                    <a:pt x="1371" y="0"/>
                  </a:lnTo>
                  <a:lnTo>
                    <a:pt x="1371" y="1197"/>
                  </a:lnTo>
                  <a:lnTo>
                    <a:pt x="0" y="2568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547" name="Graph element 1240"/>
            <p:cNvSpPr/>
            <p:nvPr/>
          </p:nvSpPr>
          <p:spPr>
            <a:xfrm>
              <a:off x="928289" y="1650899"/>
              <a:ext cx="4236" cy="4594"/>
            </a:xfrm>
            <a:custGeom>
              <a:avLst/>
              <a:gdLst/>
              <a:ahLst/>
              <a:cxnLst/>
              <a:rect l="0" t="0" r="r" b="b"/>
              <a:pathLst>
                <a:path w="4236" h="4594" stroke="0" extrusionOk="0">
                  <a:moveTo>
                    <a:pt x="0" y="2568"/>
                  </a:moveTo>
                  <a:lnTo>
                    <a:pt x="2026" y="4594"/>
                  </a:lnTo>
                  <a:lnTo>
                    <a:pt x="4236" y="2384"/>
                  </a:lnTo>
                  <a:lnTo>
                    <a:pt x="4236" y="0"/>
                  </a:lnTo>
                  <a:lnTo>
                    <a:pt x="1371" y="0"/>
                  </a:lnTo>
                  <a:lnTo>
                    <a:pt x="1371" y="1197"/>
                  </a:lnTo>
                  <a:lnTo>
                    <a:pt x="0" y="2568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548" name="Graph element 1241"/>
            <p:cNvSpPr/>
            <p:nvPr/>
          </p:nvSpPr>
          <p:spPr>
            <a:xfrm>
              <a:off x="961532" y="1642304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549" name="Graph element 1242"/>
            <p:cNvSpPr/>
            <p:nvPr/>
          </p:nvSpPr>
          <p:spPr>
            <a:xfrm>
              <a:off x="1007074" y="1640933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550" name="Graph element 1243"/>
            <p:cNvSpPr/>
            <p:nvPr/>
          </p:nvSpPr>
          <p:spPr>
            <a:xfrm>
              <a:off x="948998" y="1640514"/>
              <a:ext cx="3581" cy="2865"/>
            </a:xfrm>
            <a:custGeom>
              <a:avLst/>
              <a:gdLst/>
              <a:ahLst/>
              <a:cxnLst/>
              <a:rect l="0" t="0" r="r" b="b"/>
              <a:pathLst>
                <a:path w="3581" h="2865" stroke="0" extrusionOk="0">
                  <a:moveTo>
                    <a:pt x="3581" y="2865"/>
                  </a:moveTo>
                  <a:lnTo>
                    <a:pt x="358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3581" y="2865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551" name="Graph element 1244"/>
            <p:cNvSpPr/>
            <p:nvPr/>
          </p:nvSpPr>
          <p:spPr>
            <a:xfrm>
              <a:off x="934674" y="1635142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552" name="Graph element 1245"/>
            <p:cNvSpPr/>
            <p:nvPr/>
          </p:nvSpPr>
          <p:spPr>
            <a:xfrm>
              <a:off x="1027783" y="1626189"/>
              <a:ext cx="16350" cy="11818"/>
            </a:xfrm>
            <a:custGeom>
              <a:avLst/>
              <a:gdLst/>
              <a:ahLst/>
              <a:cxnLst/>
              <a:rect l="0" t="0" r="r" b="b"/>
              <a:pathLst>
                <a:path w="16350" h="11818" stroke="0" extrusionOk="0">
                  <a:moveTo>
                    <a:pt x="7520" y="0"/>
                  </a:moveTo>
                  <a:lnTo>
                    <a:pt x="7520" y="4420"/>
                  </a:lnTo>
                  <a:lnTo>
                    <a:pt x="2988" y="8953"/>
                  </a:lnTo>
                  <a:lnTo>
                    <a:pt x="0" y="8953"/>
                  </a:lnTo>
                  <a:lnTo>
                    <a:pt x="0" y="11818"/>
                  </a:lnTo>
                  <a:lnTo>
                    <a:pt x="4174" y="11818"/>
                  </a:lnTo>
                  <a:lnTo>
                    <a:pt x="5965" y="10027"/>
                  </a:lnTo>
                  <a:lnTo>
                    <a:pt x="7756" y="10027"/>
                  </a:lnTo>
                  <a:lnTo>
                    <a:pt x="9546" y="8237"/>
                  </a:lnTo>
                  <a:lnTo>
                    <a:pt x="13127" y="8237"/>
                  </a:lnTo>
                  <a:lnTo>
                    <a:pt x="16350" y="5014"/>
                  </a:lnTo>
                  <a:lnTo>
                    <a:pt x="11337" y="0"/>
                  </a:lnTo>
                  <a:lnTo>
                    <a:pt x="7520" y="0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553" name="Graph element 1246"/>
            <p:cNvSpPr/>
            <p:nvPr/>
          </p:nvSpPr>
          <p:spPr>
            <a:xfrm>
              <a:off x="906803" y="1624818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3581" y="5607"/>
                  </a:moveTo>
                  <a:lnTo>
                    <a:pt x="5607" y="358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3581" y="5607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554" name="Graph element 1247"/>
            <p:cNvSpPr/>
            <p:nvPr/>
          </p:nvSpPr>
          <p:spPr>
            <a:xfrm>
              <a:off x="895281" y="1619027"/>
              <a:ext cx="3581" cy="2865"/>
            </a:xfrm>
            <a:custGeom>
              <a:avLst/>
              <a:gdLst/>
              <a:ahLst/>
              <a:cxnLst/>
              <a:rect l="0" t="0" r="r" b="b"/>
              <a:pathLst>
                <a:path w="3581" h="2865" stroke="0" extrusionOk="0">
                  <a:moveTo>
                    <a:pt x="3581" y="2865"/>
                  </a:moveTo>
                  <a:lnTo>
                    <a:pt x="358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3581" y="2865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555" name="Graph element 1248"/>
            <p:cNvSpPr/>
            <p:nvPr/>
          </p:nvSpPr>
          <p:spPr>
            <a:xfrm>
              <a:off x="877499" y="1615446"/>
              <a:ext cx="15634" cy="6446"/>
            </a:xfrm>
            <a:custGeom>
              <a:avLst/>
              <a:gdLst/>
              <a:ahLst/>
              <a:cxnLst/>
              <a:rect l="0" t="0" r="r" b="b"/>
              <a:pathLst>
                <a:path w="15634" h="6446" stroke="0" extrusionOk="0">
                  <a:moveTo>
                    <a:pt x="0" y="0"/>
                  </a:moveTo>
                  <a:lnTo>
                    <a:pt x="6446" y="6446"/>
                  </a:lnTo>
                  <a:lnTo>
                    <a:pt x="15634" y="6446"/>
                  </a:lnTo>
                  <a:lnTo>
                    <a:pt x="1563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556" name="Graph element 1249"/>
            <p:cNvSpPr/>
            <p:nvPr/>
          </p:nvSpPr>
          <p:spPr>
            <a:xfrm>
              <a:off x="873795" y="1611865"/>
              <a:ext cx="4594" cy="4236"/>
            </a:xfrm>
            <a:custGeom>
              <a:avLst/>
              <a:gdLst/>
              <a:ahLst/>
              <a:cxnLst/>
              <a:rect l="0" t="0" r="r" b="b"/>
              <a:pathLst>
                <a:path w="4594" h="4236" stroke="0" extrusionOk="0">
                  <a:moveTo>
                    <a:pt x="1197" y="2865"/>
                  </a:moveTo>
                  <a:lnTo>
                    <a:pt x="2568" y="4236"/>
                  </a:lnTo>
                  <a:lnTo>
                    <a:pt x="4594" y="2210"/>
                  </a:lnTo>
                  <a:lnTo>
                    <a:pt x="2384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197" y="2865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557" name="Graph element 1250"/>
            <p:cNvSpPr/>
            <p:nvPr/>
          </p:nvSpPr>
          <p:spPr>
            <a:xfrm>
              <a:off x="863829" y="1605122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3581" y="5607"/>
                  </a:moveTo>
                  <a:lnTo>
                    <a:pt x="5607" y="358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3581" y="5607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558" name="Graph element 1251"/>
            <p:cNvSpPr/>
            <p:nvPr/>
          </p:nvSpPr>
          <p:spPr>
            <a:xfrm>
              <a:off x="1087230" y="1601121"/>
              <a:ext cx="4655" cy="8472"/>
            </a:xfrm>
            <a:custGeom>
              <a:avLst/>
              <a:gdLst/>
              <a:ahLst/>
              <a:cxnLst/>
              <a:rect l="0" t="0" r="r" b="b"/>
              <a:pathLst>
                <a:path w="4655" h="8472" stroke="0" extrusionOk="0">
                  <a:moveTo>
                    <a:pt x="0" y="0"/>
                  </a:moveTo>
                  <a:lnTo>
                    <a:pt x="0" y="3816"/>
                  </a:lnTo>
                  <a:lnTo>
                    <a:pt x="4655" y="8472"/>
                  </a:lnTo>
                  <a:lnTo>
                    <a:pt x="46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559" name="Graph element 1252"/>
            <p:cNvSpPr/>
            <p:nvPr/>
          </p:nvSpPr>
          <p:spPr>
            <a:xfrm>
              <a:off x="855889" y="1601121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560" name="Graph element 1253"/>
            <p:cNvSpPr/>
            <p:nvPr/>
          </p:nvSpPr>
          <p:spPr>
            <a:xfrm>
              <a:off x="848727" y="1599331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561" name="Graph element 1254"/>
            <p:cNvSpPr/>
            <p:nvPr/>
          </p:nvSpPr>
          <p:spPr>
            <a:xfrm>
              <a:off x="1108717" y="1581425"/>
              <a:ext cx="8237" cy="13844"/>
            </a:xfrm>
            <a:custGeom>
              <a:avLst/>
              <a:gdLst/>
              <a:ahLst/>
              <a:cxnLst/>
              <a:rect l="0" t="0" r="r" b="b"/>
              <a:pathLst>
                <a:path w="8237" h="13844" stroke="0" extrusionOk="0">
                  <a:moveTo>
                    <a:pt x="0" y="0"/>
                  </a:moveTo>
                  <a:lnTo>
                    <a:pt x="0" y="3816"/>
                  </a:lnTo>
                  <a:lnTo>
                    <a:pt x="1791" y="5607"/>
                  </a:lnTo>
                  <a:lnTo>
                    <a:pt x="1791" y="7397"/>
                  </a:lnTo>
                  <a:lnTo>
                    <a:pt x="8237" y="13844"/>
                  </a:lnTo>
                  <a:lnTo>
                    <a:pt x="8237" y="6211"/>
                  </a:lnTo>
                  <a:lnTo>
                    <a:pt x="6446" y="4420"/>
                  </a:lnTo>
                  <a:lnTo>
                    <a:pt x="6446" y="2630"/>
                  </a:lnTo>
                  <a:lnTo>
                    <a:pt x="381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562" name="Graph element 1255"/>
            <p:cNvSpPr/>
            <p:nvPr/>
          </p:nvSpPr>
          <p:spPr>
            <a:xfrm>
              <a:off x="1044676" y="1579399"/>
              <a:ext cx="49000" cy="51026"/>
            </a:xfrm>
            <a:custGeom>
              <a:avLst/>
              <a:gdLst/>
              <a:ahLst/>
              <a:cxnLst/>
              <a:rect l="0" t="0" r="r" b="b"/>
              <a:pathLst>
                <a:path w="49000" h="51026" stroke="0" extrusionOk="0">
                  <a:moveTo>
                    <a:pt x="47209" y="0"/>
                  </a:moveTo>
                  <a:lnTo>
                    <a:pt x="42554" y="4655"/>
                  </a:lnTo>
                  <a:lnTo>
                    <a:pt x="42554" y="6446"/>
                  </a:lnTo>
                  <a:lnTo>
                    <a:pt x="40763" y="8237"/>
                  </a:lnTo>
                  <a:lnTo>
                    <a:pt x="40763" y="11818"/>
                  </a:lnTo>
                  <a:lnTo>
                    <a:pt x="39812" y="12769"/>
                  </a:lnTo>
                  <a:lnTo>
                    <a:pt x="37417" y="12769"/>
                  </a:lnTo>
                  <a:lnTo>
                    <a:pt x="35627" y="10979"/>
                  </a:lnTo>
                  <a:lnTo>
                    <a:pt x="28229" y="10979"/>
                  </a:lnTo>
                  <a:lnTo>
                    <a:pt x="28229" y="24352"/>
                  </a:lnTo>
                  <a:lnTo>
                    <a:pt x="27278" y="25303"/>
                  </a:lnTo>
                  <a:lnTo>
                    <a:pt x="25487" y="25303"/>
                  </a:lnTo>
                  <a:lnTo>
                    <a:pt x="24290" y="26500"/>
                  </a:lnTo>
                  <a:lnTo>
                    <a:pt x="21302" y="23513"/>
                  </a:lnTo>
                  <a:lnTo>
                    <a:pt x="15460" y="23513"/>
                  </a:lnTo>
                  <a:lnTo>
                    <a:pt x="19277" y="27329"/>
                  </a:lnTo>
                  <a:lnTo>
                    <a:pt x="19277" y="29119"/>
                  </a:lnTo>
                  <a:lnTo>
                    <a:pt x="20474" y="30317"/>
                  </a:lnTo>
                  <a:lnTo>
                    <a:pt x="19277" y="31514"/>
                  </a:lnTo>
                  <a:lnTo>
                    <a:pt x="19277" y="36886"/>
                  </a:lnTo>
                  <a:lnTo>
                    <a:pt x="18325" y="37837"/>
                  </a:lnTo>
                  <a:lnTo>
                    <a:pt x="17721" y="37837"/>
                  </a:lnTo>
                  <a:lnTo>
                    <a:pt x="14140" y="34256"/>
                  </a:lnTo>
                  <a:lnTo>
                    <a:pt x="8768" y="34256"/>
                  </a:lnTo>
                  <a:lnTo>
                    <a:pt x="6978" y="32465"/>
                  </a:lnTo>
                  <a:lnTo>
                    <a:pt x="5187" y="32465"/>
                  </a:lnTo>
                  <a:lnTo>
                    <a:pt x="2026" y="29304"/>
                  </a:lnTo>
                  <a:lnTo>
                    <a:pt x="0" y="31330"/>
                  </a:lnTo>
                  <a:lnTo>
                    <a:pt x="1371" y="32701"/>
                  </a:lnTo>
                  <a:lnTo>
                    <a:pt x="1371" y="34491"/>
                  </a:lnTo>
                  <a:lnTo>
                    <a:pt x="3162" y="36282"/>
                  </a:lnTo>
                  <a:lnTo>
                    <a:pt x="3162" y="39863"/>
                  </a:lnTo>
                  <a:lnTo>
                    <a:pt x="4952" y="41653"/>
                  </a:lnTo>
                  <a:lnTo>
                    <a:pt x="4952" y="42257"/>
                  </a:lnTo>
                  <a:lnTo>
                    <a:pt x="3162" y="44048"/>
                  </a:lnTo>
                  <a:lnTo>
                    <a:pt x="3162" y="47629"/>
                  </a:lnTo>
                  <a:lnTo>
                    <a:pt x="1791" y="49000"/>
                  </a:lnTo>
                  <a:lnTo>
                    <a:pt x="3816" y="51026"/>
                  </a:lnTo>
                  <a:lnTo>
                    <a:pt x="5187" y="49655"/>
                  </a:lnTo>
                  <a:lnTo>
                    <a:pt x="10559" y="49655"/>
                  </a:lnTo>
                  <a:lnTo>
                    <a:pt x="18919" y="41295"/>
                  </a:lnTo>
                  <a:lnTo>
                    <a:pt x="22142" y="44518"/>
                  </a:lnTo>
                  <a:lnTo>
                    <a:pt x="22142" y="32701"/>
                  </a:lnTo>
                  <a:lnTo>
                    <a:pt x="26674" y="28168"/>
                  </a:lnTo>
                  <a:lnTo>
                    <a:pt x="37417" y="28168"/>
                  </a:lnTo>
                  <a:lnTo>
                    <a:pt x="39208" y="26377"/>
                  </a:lnTo>
                  <a:lnTo>
                    <a:pt x="41838" y="26377"/>
                  </a:lnTo>
                  <a:lnTo>
                    <a:pt x="41838" y="22561"/>
                  </a:lnTo>
                  <a:lnTo>
                    <a:pt x="40047" y="20771"/>
                  </a:lnTo>
                  <a:lnTo>
                    <a:pt x="40047" y="16586"/>
                  </a:lnTo>
                  <a:lnTo>
                    <a:pt x="40999" y="15634"/>
                  </a:lnTo>
                  <a:lnTo>
                    <a:pt x="41603" y="15634"/>
                  </a:lnTo>
                  <a:lnTo>
                    <a:pt x="47209" y="21241"/>
                  </a:lnTo>
                  <a:lnTo>
                    <a:pt x="47209" y="14795"/>
                  </a:lnTo>
                  <a:lnTo>
                    <a:pt x="49000" y="13004"/>
                  </a:lnTo>
                  <a:lnTo>
                    <a:pt x="49000" y="10027"/>
                  </a:lnTo>
                  <a:lnTo>
                    <a:pt x="47209" y="8237"/>
                  </a:lnTo>
                  <a:lnTo>
                    <a:pt x="47209" y="0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563" name="Graph element 1256"/>
            <p:cNvSpPr/>
            <p:nvPr/>
          </p:nvSpPr>
          <p:spPr>
            <a:xfrm>
              <a:off x="1051419" y="1581067"/>
              <a:ext cx="8237" cy="21364"/>
            </a:xfrm>
            <a:custGeom>
              <a:avLst/>
              <a:gdLst/>
              <a:ahLst/>
              <a:cxnLst/>
              <a:rect l="0" t="0" r="r" b="b"/>
              <a:pathLst>
                <a:path w="8237" h="21364" stroke="0" extrusionOk="0">
                  <a:moveTo>
                    <a:pt x="0" y="0"/>
                  </a:moveTo>
                  <a:lnTo>
                    <a:pt x="0" y="2384"/>
                  </a:lnTo>
                  <a:lnTo>
                    <a:pt x="1791" y="4174"/>
                  </a:lnTo>
                  <a:lnTo>
                    <a:pt x="1791" y="10150"/>
                  </a:lnTo>
                  <a:lnTo>
                    <a:pt x="0" y="11941"/>
                  </a:lnTo>
                  <a:lnTo>
                    <a:pt x="0" y="14918"/>
                  </a:lnTo>
                  <a:lnTo>
                    <a:pt x="2630" y="17548"/>
                  </a:lnTo>
                  <a:lnTo>
                    <a:pt x="4420" y="17548"/>
                  </a:lnTo>
                  <a:lnTo>
                    <a:pt x="8237" y="21364"/>
                  </a:lnTo>
                  <a:lnTo>
                    <a:pt x="8237" y="3939"/>
                  </a:lnTo>
                  <a:lnTo>
                    <a:pt x="5607" y="3939"/>
                  </a:lnTo>
                  <a:lnTo>
                    <a:pt x="2865" y="11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564" name="Graph element 1257"/>
            <p:cNvSpPr/>
            <p:nvPr/>
          </p:nvSpPr>
          <p:spPr>
            <a:xfrm>
              <a:off x="974844" y="1578264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565" name="Graph element 1258"/>
            <p:cNvSpPr/>
            <p:nvPr/>
          </p:nvSpPr>
          <p:spPr>
            <a:xfrm>
              <a:off x="1065743" y="1574028"/>
              <a:ext cx="22561" cy="21241"/>
            </a:xfrm>
            <a:custGeom>
              <a:avLst/>
              <a:gdLst/>
              <a:ahLst/>
              <a:cxnLst/>
              <a:rect l="0" t="0" r="r" b="b"/>
              <a:pathLst>
                <a:path w="22561" h="21241" stroke="0" extrusionOk="0">
                  <a:moveTo>
                    <a:pt x="6804" y="1432"/>
                  </a:moveTo>
                  <a:lnTo>
                    <a:pt x="0" y="8237"/>
                  </a:lnTo>
                  <a:lnTo>
                    <a:pt x="0" y="12053"/>
                  </a:lnTo>
                  <a:lnTo>
                    <a:pt x="2630" y="12053"/>
                  </a:lnTo>
                  <a:lnTo>
                    <a:pt x="3581" y="13004"/>
                  </a:lnTo>
                  <a:lnTo>
                    <a:pt x="2630" y="14560"/>
                  </a:lnTo>
                  <a:lnTo>
                    <a:pt x="0" y="14560"/>
                  </a:lnTo>
                  <a:lnTo>
                    <a:pt x="0" y="21241"/>
                  </a:lnTo>
                  <a:lnTo>
                    <a:pt x="5607" y="15634"/>
                  </a:lnTo>
                  <a:lnTo>
                    <a:pt x="7397" y="15634"/>
                  </a:lnTo>
                  <a:lnTo>
                    <a:pt x="9188" y="13844"/>
                  </a:lnTo>
                  <a:lnTo>
                    <a:pt x="10979" y="13844"/>
                  </a:lnTo>
                  <a:lnTo>
                    <a:pt x="16350" y="8472"/>
                  </a:lnTo>
                  <a:lnTo>
                    <a:pt x="22561" y="8472"/>
                  </a:lnTo>
                  <a:lnTo>
                    <a:pt x="22561" y="4655"/>
                  </a:lnTo>
                  <a:lnTo>
                    <a:pt x="17906" y="0"/>
                  </a:lnTo>
                  <a:lnTo>
                    <a:pt x="17906" y="4655"/>
                  </a:lnTo>
                  <a:lnTo>
                    <a:pt x="16954" y="5607"/>
                  </a:lnTo>
                  <a:lnTo>
                    <a:pt x="12769" y="5607"/>
                  </a:lnTo>
                  <a:lnTo>
                    <a:pt x="10979" y="3816"/>
                  </a:lnTo>
                  <a:lnTo>
                    <a:pt x="9188" y="3816"/>
                  </a:lnTo>
                  <a:lnTo>
                    <a:pt x="6804" y="1432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566" name="Graph element 1259"/>
            <p:cNvSpPr/>
            <p:nvPr/>
          </p:nvSpPr>
          <p:spPr>
            <a:xfrm>
              <a:off x="986958" y="1573905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567" name="Graph element 1260"/>
            <p:cNvSpPr/>
            <p:nvPr/>
          </p:nvSpPr>
          <p:spPr>
            <a:xfrm>
              <a:off x="974424" y="1573905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568" name="Graph element 1261"/>
            <p:cNvSpPr/>
            <p:nvPr/>
          </p:nvSpPr>
          <p:spPr>
            <a:xfrm>
              <a:off x="1056790" y="1568891"/>
              <a:ext cx="13608" cy="14202"/>
            </a:xfrm>
            <a:custGeom>
              <a:avLst/>
              <a:gdLst/>
              <a:ahLst/>
              <a:cxnLst/>
              <a:rect l="0" t="0" r="r" b="b"/>
              <a:pathLst>
                <a:path w="13608" h="14202" stroke="0" extrusionOk="0">
                  <a:moveTo>
                    <a:pt x="8001" y="0"/>
                  </a:moveTo>
                  <a:lnTo>
                    <a:pt x="5372" y="2630"/>
                  </a:lnTo>
                  <a:lnTo>
                    <a:pt x="5372" y="4420"/>
                  </a:lnTo>
                  <a:lnTo>
                    <a:pt x="2630" y="7162"/>
                  </a:lnTo>
                  <a:lnTo>
                    <a:pt x="0" y="7162"/>
                  </a:lnTo>
                  <a:lnTo>
                    <a:pt x="0" y="10979"/>
                  </a:lnTo>
                  <a:lnTo>
                    <a:pt x="3223" y="14202"/>
                  </a:lnTo>
                  <a:lnTo>
                    <a:pt x="10979" y="6446"/>
                  </a:lnTo>
                  <a:lnTo>
                    <a:pt x="13608" y="6446"/>
                  </a:lnTo>
                  <a:lnTo>
                    <a:pt x="13608" y="2630"/>
                  </a:lnTo>
                  <a:lnTo>
                    <a:pt x="10979" y="0"/>
                  </a:lnTo>
                  <a:lnTo>
                    <a:pt x="8001" y="0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569" name="Graph element 1262"/>
            <p:cNvSpPr/>
            <p:nvPr/>
          </p:nvSpPr>
          <p:spPr>
            <a:xfrm>
              <a:off x="1074696" y="1565310"/>
              <a:ext cx="10027" cy="10027"/>
            </a:xfrm>
            <a:custGeom>
              <a:avLst/>
              <a:gdLst/>
              <a:ahLst/>
              <a:cxnLst/>
              <a:rect l="0" t="0" r="r" b="b"/>
              <a:pathLst>
                <a:path w="10027" h="10027" stroke="0" extrusionOk="0">
                  <a:moveTo>
                    <a:pt x="6211" y="0"/>
                  </a:moveTo>
                  <a:lnTo>
                    <a:pt x="4420" y="1791"/>
                  </a:lnTo>
                  <a:lnTo>
                    <a:pt x="2630" y="1791"/>
                  </a:lnTo>
                  <a:lnTo>
                    <a:pt x="0" y="4420"/>
                  </a:lnTo>
                  <a:lnTo>
                    <a:pt x="0" y="8237"/>
                  </a:lnTo>
                  <a:lnTo>
                    <a:pt x="4420" y="8237"/>
                  </a:lnTo>
                  <a:lnTo>
                    <a:pt x="6211" y="10027"/>
                  </a:lnTo>
                  <a:lnTo>
                    <a:pt x="10027" y="10027"/>
                  </a:lnTo>
                  <a:lnTo>
                    <a:pt x="10027" y="0"/>
                  </a:lnTo>
                  <a:lnTo>
                    <a:pt x="6211" y="0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570" name="Graph element 1263"/>
            <p:cNvSpPr/>
            <p:nvPr/>
          </p:nvSpPr>
          <p:spPr>
            <a:xfrm>
              <a:off x="974424" y="1566743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571" name="Graph element 1264"/>
            <p:cNvSpPr/>
            <p:nvPr/>
          </p:nvSpPr>
          <p:spPr>
            <a:xfrm>
              <a:off x="1082278" y="1560358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572" name="Graph element 1265"/>
            <p:cNvSpPr/>
            <p:nvPr/>
          </p:nvSpPr>
          <p:spPr>
            <a:xfrm>
              <a:off x="1108717" y="1557555"/>
              <a:ext cx="23154" cy="19573"/>
            </a:xfrm>
            <a:custGeom>
              <a:avLst/>
              <a:gdLst/>
              <a:ahLst/>
              <a:cxnLst/>
              <a:rect l="0" t="0" r="r" b="b"/>
              <a:pathLst>
                <a:path w="23154" h="19573" stroke="0" extrusionOk="0">
                  <a:moveTo>
                    <a:pt x="19338" y="0"/>
                  </a:moveTo>
                  <a:lnTo>
                    <a:pt x="16954" y="2384"/>
                  </a:lnTo>
                  <a:lnTo>
                    <a:pt x="11582" y="2384"/>
                  </a:lnTo>
                  <a:lnTo>
                    <a:pt x="9792" y="4174"/>
                  </a:lnTo>
                  <a:lnTo>
                    <a:pt x="8001" y="4174"/>
                  </a:lnTo>
                  <a:lnTo>
                    <a:pt x="3581" y="8595"/>
                  </a:lnTo>
                  <a:lnTo>
                    <a:pt x="3581" y="10385"/>
                  </a:lnTo>
                  <a:lnTo>
                    <a:pt x="1791" y="12176"/>
                  </a:lnTo>
                  <a:lnTo>
                    <a:pt x="1791" y="13966"/>
                  </a:lnTo>
                  <a:lnTo>
                    <a:pt x="0" y="15757"/>
                  </a:lnTo>
                  <a:lnTo>
                    <a:pt x="0" y="19573"/>
                  </a:lnTo>
                  <a:lnTo>
                    <a:pt x="9188" y="19573"/>
                  </a:lnTo>
                  <a:lnTo>
                    <a:pt x="10979" y="17783"/>
                  </a:lnTo>
                  <a:lnTo>
                    <a:pt x="12769" y="17783"/>
                  </a:lnTo>
                  <a:lnTo>
                    <a:pt x="14560" y="15992"/>
                  </a:lnTo>
                  <a:lnTo>
                    <a:pt x="17189" y="15992"/>
                  </a:lnTo>
                  <a:lnTo>
                    <a:pt x="17189" y="13363"/>
                  </a:lnTo>
                  <a:lnTo>
                    <a:pt x="20771" y="9781"/>
                  </a:lnTo>
                  <a:lnTo>
                    <a:pt x="20771" y="6200"/>
                  </a:lnTo>
                  <a:lnTo>
                    <a:pt x="23154" y="3816"/>
                  </a:lnTo>
                  <a:lnTo>
                    <a:pt x="19338" y="0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573" name="Graph element 1266"/>
            <p:cNvSpPr/>
            <p:nvPr/>
          </p:nvSpPr>
          <p:spPr>
            <a:xfrm>
              <a:off x="986958" y="1552418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574" name="Graph element 1267"/>
            <p:cNvSpPr/>
            <p:nvPr/>
          </p:nvSpPr>
          <p:spPr>
            <a:xfrm>
              <a:off x="1151690" y="1547169"/>
              <a:ext cx="36886" cy="29959"/>
            </a:xfrm>
            <a:custGeom>
              <a:avLst/>
              <a:gdLst/>
              <a:ahLst/>
              <a:cxnLst/>
              <a:rect l="0" t="0" r="r" b="b"/>
              <a:pathLst>
                <a:path w="36886" h="29959" stroke="0" extrusionOk="0">
                  <a:moveTo>
                    <a:pt x="1791" y="0"/>
                  </a:moveTo>
                  <a:lnTo>
                    <a:pt x="1791" y="6446"/>
                  </a:lnTo>
                  <a:lnTo>
                    <a:pt x="0" y="8237"/>
                  </a:lnTo>
                  <a:lnTo>
                    <a:pt x="0" y="14795"/>
                  </a:lnTo>
                  <a:lnTo>
                    <a:pt x="1791" y="16586"/>
                  </a:lnTo>
                  <a:lnTo>
                    <a:pt x="1791" y="20167"/>
                  </a:lnTo>
                  <a:lnTo>
                    <a:pt x="9792" y="28168"/>
                  </a:lnTo>
                  <a:lnTo>
                    <a:pt x="13373" y="28168"/>
                  </a:lnTo>
                  <a:lnTo>
                    <a:pt x="15164" y="29959"/>
                  </a:lnTo>
                  <a:lnTo>
                    <a:pt x="21722" y="29959"/>
                  </a:lnTo>
                  <a:lnTo>
                    <a:pt x="23513" y="28168"/>
                  </a:lnTo>
                  <a:lnTo>
                    <a:pt x="27094" y="28168"/>
                  </a:lnTo>
                  <a:lnTo>
                    <a:pt x="28884" y="26377"/>
                  </a:lnTo>
                  <a:lnTo>
                    <a:pt x="30675" y="26377"/>
                  </a:lnTo>
                  <a:lnTo>
                    <a:pt x="35095" y="21957"/>
                  </a:lnTo>
                  <a:lnTo>
                    <a:pt x="35095" y="20167"/>
                  </a:lnTo>
                  <a:lnTo>
                    <a:pt x="36886" y="18376"/>
                  </a:lnTo>
                  <a:lnTo>
                    <a:pt x="36886" y="6446"/>
                  </a:lnTo>
                  <a:lnTo>
                    <a:pt x="33663" y="3223"/>
                  </a:lnTo>
                  <a:lnTo>
                    <a:pt x="31279" y="5607"/>
                  </a:lnTo>
                  <a:lnTo>
                    <a:pt x="27698" y="5607"/>
                  </a:lnTo>
                  <a:lnTo>
                    <a:pt x="25907" y="7397"/>
                  </a:lnTo>
                  <a:lnTo>
                    <a:pt x="25303" y="7397"/>
                  </a:lnTo>
                  <a:lnTo>
                    <a:pt x="23513" y="5607"/>
                  </a:lnTo>
                  <a:lnTo>
                    <a:pt x="18141" y="5607"/>
                  </a:lnTo>
                  <a:lnTo>
                    <a:pt x="16350" y="3816"/>
                  </a:lnTo>
                  <a:lnTo>
                    <a:pt x="11582" y="3816"/>
                  </a:lnTo>
                  <a:lnTo>
                    <a:pt x="9792" y="5607"/>
                  </a:lnTo>
                  <a:lnTo>
                    <a:pt x="7397" y="5607"/>
                  </a:lnTo>
                  <a:lnTo>
                    <a:pt x="1791" y="0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575" name="Graph element 1268"/>
            <p:cNvSpPr/>
            <p:nvPr/>
          </p:nvSpPr>
          <p:spPr>
            <a:xfrm>
              <a:off x="1085859" y="1549195"/>
              <a:ext cx="20709" cy="24352"/>
            </a:xfrm>
            <a:custGeom>
              <a:avLst/>
              <a:gdLst/>
              <a:ahLst/>
              <a:cxnLst/>
              <a:rect l="0" t="0" r="r" b="b"/>
              <a:pathLst>
                <a:path w="20709" h="24352" stroke="0" extrusionOk="0">
                  <a:moveTo>
                    <a:pt x="4952" y="0"/>
                  </a:moveTo>
                  <a:lnTo>
                    <a:pt x="4952" y="2630"/>
                  </a:lnTo>
                  <a:lnTo>
                    <a:pt x="0" y="7582"/>
                  </a:lnTo>
                  <a:lnTo>
                    <a:pt x="2026" y="9608"/>
                  </a:lnTo>
                  <a:lnTo>
                    <a:pt x="3397" y="8237"/>
                  </a:lnTo>
                  <a:lnTo>
                    <a:pt x="5791" y="8237"/>
                  </a:lnTo>
                  <a:lnTo>
                    <a:pt x="6743" y="9188"/>
                  </a:lnTo>
                  <a:lnTo>
                    <a:pt x="6743" y="12769"/>
                  </a:lnTo>
                  <a:lnTo>
                    <a:pt x="8533" y="14560"/>
                  </a:lnTo>
                  <a:lnTo>
                    <a:pt x="8533" y="18141"/>
                  </a:lnTo>
                  <a:lnTo>
                    <a:pt x="12114" y="21722"/>
                  </a:lnTo>
                  <a:lnTo>
                    <a:pt x="12114" y="24352"/>
                  </a:lnTo>
                  <a:lnTo>
                    <a:pt x="15931" y="24352"/>
                  </a:lnTo>
                  <a:lnTo>
                    <a:pt x="18560" y="21722"/>
                  </a:lnTo>
                  <a:lnTo>
                    <a:pt x="18560" y="5607"/>
                  </a:lnTo>
                  <a:lnTo>
                    <a:pt x="19512" y="4655"/>
                  </a:lnTo>
                  <a:lnTo>
                    <a:pt x="20709" y="4655"/>
                  </a:lnTo>
                  <a:lnTo>
                    <a:pt x="20709" y="1791"/>
                  </a:lnTo>
                  <a:lnTo>
                    <a:pt x="15696" y="1791"/>
                  </a:lnTo>
                  <a:lnTo>
                    <a:pt x="15696" y="6211"/>
                  </a:lnTo>
                  <a:lnTo>
                    <a:pt x="14744" y="7162"/>
                  </a:lnTo>
                  <a:lnTo>
                    <a:pt x="8768" y="7162"/>
                  </a:lnTo>
                  <a:lnTo>
                    <a:pt x="7817" y="6211"/>
                  </a:lnTo>
                  <a:lnTo>
                    <a:pt x="7817" y="3816"/>
                  </a:lnTo>
                  <a:lnTo>
                    <a:pt x="11633" y="0"/>
                  </a:lnTo>
                  <a:lnTo>
                    <a:pt x="4952" y="0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576" name="Graph element 1269"/>
            <p:cNvSpPr/>
            <p:nvPr/>
          </p:nvSpPr>
          <p:spPr>
            <a:xfrm>
              <a:off x="798949" y="1547405"/>
              <a:ext cx="27933" cy="38911"/>
            </a:xfrm>
            <a:custGeom>
              <a:avLst/>
              <a:gdLst/>
              <a:ahLst/>
              <a:cxnLst/>
              <a:rect l="0" t="0" r="r" b="b"/>
              <a:pathLst>
                <a:path w="27933" h="38911" stroke="0" extrusionOk="0">
                  <a:moveTo>
                    <a:pt x="11582" y="0"/>
                  </a:moveTo>
                  <a:lnTo>
                    <a:pt x="9792" y="1791"/>
                  </a:lnTo>
                  <a:lnTo>
                    <a:pt x="8001" y="1791"/>
                  </a:lnTo>
                  <a:lnTo>
                    <a:pt x="6211" y="3581"/>
                  </a:lnTo>
                  <a:lnTo>
                    <a:pt x="4420" y="3581"/>
                  </a:lnTo>
                  <a:lnTo>
                    <a:pt x="0" y="8001"/>
                  </a:lnTo>
                  <a:lnTo>
                    <a:pt x="0" y="14560"/>
                  </a:lnTo>
                  <a:lnTo>
                    <a:pt x="1791" y="16350"/>
                  </a:lnTo>
                  <a:lnTo>
                    <a:pt x="1791" y="18141"/>
                  </a:lnTo>
                  <a:lnTo>
                    <a:pt x="8001" y="24352"/>
                  </a:lnTo>
                  <a:lnTo>
                    <a:pt x="9792" y="24352"/>
                  </a:lnTo>
                  <a:lnTo>
                    <a:pt x="11582" y="26142"/>
                  </a:lnTo>
                  <a:lnTo>
                    <a:pt x="24116" y="26142"/>
                  </a:lnTo>
                  <a:lnTo>
                    <a:pt x="25068" y="27094"/>
                  </a:lnTo>
                  <a:lnTo>
                    <a:pt x="25068" y="29488"/>
                  </a:lnTo>
                  <a:lnTo>
                    <a:pt x="23277" y="31279"/>
                  </a:lnTo>
                  <a:lnTo>
                    <a:pt x="23277" y="34256"/>
                  </a:lnTo>
                  <a:lnTo>
                    <a:pt x="27933" y="38911"/>
                  </a:lnTo>
                  <a:lnTo>
                    <a:pt x="27933" y="33069"/>
                  </a:lnTo>
                  <a:lnTo>
                    <a:pt x="26736" y="31872"/>
                  </a:lnTo>
                  <a:lnTo>
                    <a:pt x="27933" y="30675"/>
                  </a:lnTo>
                  <a:lnTo>
                    <a:pt x="27933" y="25907"/>
                  </a:lnTo>
                  <a:lnTo>
                    <a:pt x="26736" y="24710"/>
                  </a:lnTo>
                  <a:lnTo>
                    <a:pt x="27933" y="23513"/>
                  </a:lnTo>
                  <a:lnTo>
                    <a:pt x="27933" y="20535"/>
                  </a:lnTo>
                  <a:lnTo>
                    <a:pt x="18980" y="11582"/>
                  </a:lnTo>
                  <a:lnTo>
                    <a:pt x="18980" y="9792"/>
                  </a:lnTo>
                  <a:lnTo>
                    <a:pt x="17189" y="8001"/>
                  </a:lnTo>
                  <a:lnTo>
                    <a:pt x="17189" y="0"/>
                  </a:lnTo>
                  <a:lnTo>
                    <a:pt x="11582" y="0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577" name="Graph element 1270"/>
            <p:cNvSpPr/>
            <p:nvPr/>
          </p:nvSpPr>
          <p:spPr>
            <a:xfrm>
              <a:off x="872127" y="1543588"/>
              <a:ext cx="12053" cy="15634"/>
            </a:xfrm>
            <a:custGeom>
              <a:avLst/>
              <a:gdLst/>
              <a:ahLst/>
              <a:cxnLst/>
              <a:rect l="0" t="0" r="r" b="b"/>
              <a:pathLst>
                <a:path w="12053" h="15634" stroke="0" extrusionOk="0">
                  <a:moveTo>
                    <a:pt x="5607" y="0"/>
                  </a:moveTo>
                  <a:lnTo>
                    <a:pt x="5607" y="10027"/>
                  </a:lnTo>
                  <a:lnTo>
                    <a:pt x="0" y="15634"/>
                  </a:lnTo>
                  <a:lnTo>
                    <a:pt x="12053" y="15634"/>
                  </a:lnTo>
                  <a:lnTo>
                    <a:pt x="12053" y="11818"/>
                  </a:lnTo>
                  <a:lnTo>
                    <a:pt x="10262" y="10027"/>
                  </a:lnTo>
                  <a:lnTo>
                    <a:pt x="10262" y="4655"/>
                  </a:lnTo>
                  <a:lnTo>
                    <a:pt x="5607" y="0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578" name="Graph element 1271"/>
            <p:cNvSpPr/>
            <p:nvPr/>
          </p:nvSpPr>
          <p:spPr>
            <a:xfrm>
              <a:off x="1155691" y="1544243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579" name="Graph element 1272"/>
            <p:cNvSpPr/>
            <p:nvPr/>
          </p:nvSpPr>
          <p:spPr>
            <a:xfrm>
              <a:off x="1106691" y="1541798"/>
              <a:ext cx="21006" cy="13844"/>
            </a:xfrm>
            <a:custGeom>
              <a:avLst/>
              <a:gdLst/>
              <a:ahLst/>
              <a:cxnLst/>
              <a:rect l="0" t="0" r="r" b="b"/>
              <a:pathLst>
                <a:path w="21006" h="13844" stroke="0" extrusionOk="0">
                  <a:moveTo>
                    <a:pt x="19215" y="0"/>
                  </a:moveTo>
                  <a:lnTo>
                    <a:pt x="11818" y="7397"/>
                  </a:lnTo>
                  <a:lnTo>
                    <a:pt x="10027" y="7397"/>
                  </a:lnTo>
                  <a:lnTo>
                    <a:pt x="8237" y="9188"/>
                  </a:lnTo>
                  <a:lnTo>
                    <a:pt x="4655" y="9188"/>
                  </a:lnTo>
                  <a:lnTo>
                    <a:pt x="0" y="13844"/>
                  </a:lnTo>
                  <a:lnTo>
                    <a:pt x="14795" y="13844"/>
                  </a:lnTo>
                  <a:lnTo>
                    <a:pt x="16586" y="12053"/>
                  </a:lnTo>
                  <a:lnTo>
                    <a:pt x="18376" y="12053"/>
                  </a:lnTo>
                  <a:lnTo>
                    <a:pt x="21006" y="9423"/>
                  </a:lnTo>
                  <a:lnTo>
                    <a:pt x="21006" y="6446"/>
                  </a:lnTo>
                  <a:lnTo>
                    <a:pt x="19215" y="4655"/>
                  </a:lnTo>
                  <a:lnTo>
                    <a:pt x="19215" y="0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580" name="Graph element 1273"/>
            <p:cNvSpPr/>
            <p:nvPr/>
          </p:nvSpPr>
          <p:spPr>
            <a:xfrm>
              <a:off x="852666" y="1541798"/>
              <a:ext cx="8830" cy="18796"/>
            </a:xfrm>
            <a:custGeom>
              <a:avLst/>
              <a:gdLst/>
              <a:ahLst/>
              <a:cxnLst/>
              <a:rect l="0" t="0" r="r" b="b"/>
              <a:pathLst>
                <a:path w="8830" h="18796" stroke="0" extrusionOk="0">
                  <a:moveTo>
                    <a:pt x="0" y="0"/>
                  </a:moveTo>
                  <a:lnTo>
                    <a:pt x="0" y="5842"/>
                  </a:lnTo>
                  <a:lnTo>
                    <a:pt x="1791" y="7633"/>
                  </a:lnTo>
                  <a:lnTo>
                    <a:pt x="1791" y="8237"/>
                  </a:lnTo>
                  <a:lnTo>
                    <a:pt x="0" y="10027"/>
                  </a:lnTo>
                  <a:lnTo>
                    <a:pt x="0" y="14795"/>
                  </a:lnTo>
                  <a:lnTo>
                    <a:pt x="2630" y="17425"/>
                  </a:lnTo>
                  <a:lnTo>
                    <a:pt x="4420" y="17425"/>
                  </a:lnTo>
                  <a:lnTo>
                    <a:pt x="5791" y="18796"/>
                  </a:lnTo>
                  <a:lnTo>
                    <a:pt x="7817" y="16770"/>
                  </a:lnTo>
                  <a:lnTo>
                    <a:pt x="6446" y="15399"/>
                  </a:lnTo>
                  <a:lnTo>
                    <a:pt x="6446" y="9423"/>
                  </a:lnTo>
                  <a:lnTo>
                    <a:pt x="8830" y="7039"/>
                  </a:lnTo>
                  <a:lnTo>
                    <a:pt x="5607" y="3816"/>
                  </a:lnTo>
                  <a:lnTo>
                    <a:pt x="3816" y="38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581" name="Graph element 1274"/>
            <p:cNvSpPr/>
            <p:nvPr/>
          </p:nvSpPr>
          <p:spPr>
            <a:xfrm>
              <a:off x="972634" y="1539884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582" name="Graph element 1275"/>
            <p:cNvSpPr/>
            <p:nvPr/>
          </p:nvSpPr>
          <p:spPr>
            <a:xfrm>
              <a:off x="992330" y="1534635"/>
              <a:ext cx="4655" cy="10498"/>
            </a:xfrm>
            <a:custGeom>
              <a:avLst/>
              <a:gdLst/>
              <a:ahLst/>
              <a:cxnLst/>
              <a:rect l="0" t="0" r="r" b="b"/>
              <a:pathLst>
                <a:path w="4655" h="10498" stroke="0" extrusionOk="0">
                  <a:moveTo>
                    <a:pt x="4655" y="0"/>
                  </a:moveTo>
                  <a:lnTo>
                    <a:pt x="0" y="4655"/>
                  </a:lnTo>
                  <a:lnTo>
                    <a:pt x="0" y="10498"/>
                  </a:lnTo>
                  <a:lnTo>
                    <a:pt x="4655" y="5842"/>
                  </a:lnTo>
                  <a:lnTo>
                    <a:pt x="4655" y="0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583" name="Graph element 1276"/>
            <p:cNvSpPr/>
            <p:nvPr/>
          </p:nvSpPr>
          <p:spPr>
            <a:xfrm>
              <a:off x="854457" y="1536661"/>
              <a:ext cx="6446" cy="10262"/>
            </a:xfrm>
            <a:custGeom>
              <a:avLst/>
              <a:gdLst/>
              <a:ahLst/>
              <a:cxnLst/>
              <a:rect l="0" t="0" r="r" b="b"/>
              <a:pathLst>
                <a:path w="6446" h="10262" stroke="0" extrusionOk="0">
                  <a:moveTo>
                    <a:pt x="0" y="0"/>
                  </a:moveTo>
                  <a:lnTo>
                    <a:pt x="0" y="3816"/>
                  </a:lnTo>
                  <a:lnTo>
                    <a:pt x="6446" y="10262"/>
                  </a:lnTo>
                  <a:lnTo>
                    <a:pt x="6446" y="2630"/>
                  </a:lnTo>
                  <a:lnTo>
                    <a:pt x="381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584" name="Graph element 1277"/>
            <p:cNvSpPr/>
            <p:nvPr/>
          </p:nvSpPr>
          <p:spPr>
            <a:xfrm>
              <a:off x="815064" y="1536661"/>
              <a:ext cx="4655" cy="8472"/>
            </a:xfrm>
            <a:custGeom>
              <a:avLst/>
              <a:gdLst/>
              <a:ahLst/>
              <a:cxnLst/>
              <a:rect l="0" t="0" r="r" b="b"/>
              <a:pathLst>
                <a:path w="4655" h="8472" stroke="0" extrusionOk="0">
                  <a:moveTo>
                    <a:pt x="0" y="0"/>
                  </a:moveTo>
                  <a:lnTo>
                    <a:pt x="0" y="8472"/>
                  </a:lnTo>
                  <a:lnTo>
                    <a:pt x="4655" y="3816"/>
                  </a:lnTo>
                  <a:lnTo>
                    <a:pt x="46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585" name="Graph element 1278"/>
            <p:cNvSpPr/>
            <p:nvPr/>
          </p:nvSpPr>
          <p:spPr>
            <a:xfrm>
              <a:off x="992330" y="1523892"/>
              <a:ext cx="4655" cy="12288"/>
            </a:xfrm>
            <a:custGeom>
              <a:avLst/>
              <a:gdLst/>
              <a:ahLst/>
              <a:cxnLst/>
              <a:rect l="0" t="0" r="r" b="b"/>
              <a:pathLst>
                <a:path w="4655" h="12288" stroke="0" extrusionOk="0">
                  <a:moveTo>
                    <a:pt x="4655" y="0"/>
                  </a:moveTo>
                  <a:lnTo>
                    <a:pt x="0" y="4655"/>
                  </a:lnTo>
                  <a:lnTo>
                    <a:pt x="0" y="12288"/>
                  </a:lnTo>
                  <a:lnTo>
                    <a:pt x="4655" y="7633"/>
                  </a:lnTo>
                  <a:lnTo>
                    <a:pt x="4655" y="0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586" name="Graph element 1279"/>
            <p:cNvSpPr/>
            <p:nvPr/>
          </p:nvSpPr>
          <p:spPr>
            <a:xfrm>
              <a:off x="818410" y="1524127"/>
              <a:ext cx="32107" cy="13608"/>
            </a:xfrm>
            <a:custGeom>
              <a:avLst/>
              <a:gdLst/>
              <a:ahLst/>
              <a:cxnLst/>
              <a:rect l="0" t="0" r="r" b="b"/>
              <a:pathLst>
                <a:path w="32107" h="13608" stroke="0" extrusionOk="0">
                  <a:moveTo>
                    <a:pt x="13608" y="0"/>
                  </a:moveTo>
                  <a:lnTo>
                    <a:pt x="11818" y="1791"/>
                  </a:lnTo>
                  <a:lnTo>
                    <a:pt x="6446" y="1791"/>
                  </a:lnTo>
                  <a:lnTo>
                    <a:pt x="3816" y="4420"/>
                  </a:lnTo>
                  <a:lnTo>
                    <a:pt x="3816" y="9792"/>
                  </a:lnTo>
                  <a:lnTo>
                    <a:pt x="0" y="13608"/>
                  </a:lnTo>
                  <a:lnTo>
                    <a:pt x="6681" y="13608"/>
                  </a:lnTo>
                  <a:lnTo>
                    <a:pt x="6681" y="10979"/>
                  </a:lnTo>
                  <a:lnTo>
                    <a:pt x="9423" y="8237"/>
                  </a:lnTo>
                  <a:lnTo>
                    <a:pt x="14795" y="8237"/>
                  </a:lnTo>
                  <a:lnTo>
                    <a:pt x="16586" y="6446"/>
                  </a:lnTo>
                  <a:lnTo>
                    <a:pt x="17189" y="6446"/>
                  </a:lnTo>
                  <a:lnTo>
                    <a:pt x="18980" y="8237"/>
                  </a:lnTo>
                  <a:lnTo>
                    <a:pt x="22561" y="8237"/>
                  </a:lnTo>
                  <a:lnTo>
                    <a:pt x="24352" y="10027"/>
                  </a:lnTo>
                  <a:lnTo>
                    <a:pt x="32107" y="10027"/>
                  </a:lnTo>
                  <a:lnTo>
                    <a:pt x="32107" y="7162"/>
                  </a:lnTo>
                  <a:lnTo>
                    <a:pt x="30910" y="7162"/>
                  </a:lnTo>
                  <a:lnTo>
                    <a:pt x="27329" y="3581"/>
                  </a:lnTo>
                  <a:lnTo>
                    <a:pt x="25538" y="3581"/>
                  </a:lnTo>
                  <a:lnTo>
                    <a:pt x="23748" y="1791"/>
                  </a:lnTo>
                  <a:lnTo>
                    <a:pt x="20167" y="1791"/>
                  </a:lnTo>
                  <a:lnTo>
                    <a:pt x="18376" y="0"/>
                  </a:lnTo>
                  <a:lnTo>
                    <a:pt x="13608" y="0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587" name="Graph element 1280"/>
            <p:cNvSpPr/>
            <p:nvPr/>
          </p:nvSpPr>
          <p:spPr>
            <a:xfrm>
              <a:off x="1157062" y="1519175"/>
              <a:ext cx="12411" cy="25958"/>
            </a:xfrm>
            <a:custGeom>
              <a:avLst/>
              <a:gdLst/>
              <a:ahLst/>
              <a:cxnLst/>
              <a:rect l="0" t="0" r="r" b="b"/>
              <a:pathLst>
                <a:path w="12411" h="25958" stroke="0" extrusionOk="0">
                  <a:moveTo>
                    <a:pt x="7582" y="0"/>
                  </a:moveTo>
                  <a:lnTo>
                    <a:pt x="3581" y="4001"/>
                  </a:lnTo>
                  <a:lnTo>
                    <a:pt x="3581" y="5791"/>
                  </a:lnTo>
                  <a:lnTo>
                    <a:pt x="1791" y="7582"/>
                  </a:lnTo>
                  <a:lnTo>
                    <a:pt x="1791" y="11163"/>
                  </a:lnTo>
                  <a:lnTo>
                    <a:pt x="0" y="12953"/>
                  </a:lnTo>
                  <a:lnTo>
                    <a:pt x="0" y="19512"/>
                  </a:lnTo>
                  <a:lnTo>
                    <a:pt x="1791" y="21302"/>
                  </a:lnTo>
                  <a:lnTo>
                    <a:pt x="1791" y="25958"/>
                  </a:lnTo>
                  <a:lnTo>
                    <a:pt x="5607" y="22142"/>
                  </a:lnTo>
                  <a:lnTo>
                    <a:pt x="9188" y="22142"/>
                  </a:lnTo>
                  <a:lnTo>
                    <a:pt x="12411" y="18919"/>
                  </a:lnTo>
                  <a:lnTo>
                    <a:pt x="8237" y="14744"/>
                  </a:lnTo>
                  <a:lnTo>
                    <a:pt x="8237" y="7582"/>
                  </a:lnTo>
                  <a:lnTo>
                    <a:pt x="7039" y="6385"/>
                  </a:lnTo>
                  <a:lnTo>
                    <a:pt x="8237" y="5187"/>
                  </a:lnTo>
                  <a:lnTo>
                    <a:pt x="7582" y="0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588" name="Graph element 1281"/>
            <p:cNvSpPr/>
            <p:nvPr/>
          </p:nvSpPr>
          <p:spPr>
            <a:xfrm>
              <a:off x="995911" y="1518397"/>
              <a:ext cx="5249" cy="8830"/>
            </a:xfrm>
            <a:custGeom>
              <a:avLst/>
              <a:gdLst/>
              <a:ahLst/>
              <a:cxnLst/>
              <a:rect l="0" t="0" r="r" b="b"/>
              <a:pathLst>
                <a:path w="5249" h="8830" stroke="0" extrusionOk="0">
                  <a:moveTo>
                    <a:pt x="0" y="0"/>
                  </a:moveTo>
                  <a:lnTo>
                    <a:pt x="0" y="8830"/>
                  </a:lnTo>
                  <a:lnTo>
                    <a:pt x="5249" y="3581"/>
                  </a:lnTo>
                  <a:lnTo>
                    <a:pt x="2865" y="11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589" name="Graph element 1282"/>
            <p:cNvSpPr/>
            <p:nvPr/>
          </p:nvSpPr>
          <p:spPr>
            <a:xfrm>
              <a:off x="1172584" y="1514581"/>
              <a:ext cx="23154" cy="32107"/>
            </a:xfrm>
            <a:custGeom>
              <a:avLst/>
              <a:gdLst/>
              <a:ahLst/>
              <a:cxnLst/>
              <a:rect l="0" t="0" r="r" b="b"/>
              <a:pathLst>
                <a:path w="23154" h="32107" stroke="0" extrusionOk="0">
                  <a:moveTo>
                    <a:pt x="3816" y="0"/>
                  </a:moveTo>
                  <a:lnTo>
                    <a:pt x="0" y="3816"/>
                  </a:lnTo>
                  <a:lnTo>
                    <a:pt x="4174" y="7991"/>
                  </a:lnTo>
                  <a:lnTo>
                    <a:pt x="4174" y="9781"/>
                  </a:lnTo>
                  <a:lnTo>
                    <a:pt x="5965" y="11572"/>
                  </a:lnTo>
                  <a:lnTo>
                    <a:pt x="5965" y="15153"/>
                  </a:lnTo>
                  <a:lnTo>
                    <a:pt x="7756" y="16944"/>
                  </a:lnTo>
                  <a:lnTo>
                    <a:pt x="7756" y="19338"/>
                  </a:lnTo>
                  <a:lnTo>
                    <a:pt x="5965" y="21129"/>
                  </a:lnTo>
                  <a:lnTo>
                    <a:pt x="5965" y="28526"/>
                  </a:lnTo>
                  <a:lnTo>
                    <a:pt x="8595" y="28526"/>
                  </a:lnTo>
                  <a:lnTo>
                    <a:pt x="12176" y="32107"/>
                  </a:lnTo>
                  <a:lnTo>
                    <a:pt x="18734" y="32107"/>
                  </a:lnTo>
                  <a:lnTo>
                    <a:pt x="21364" y="29478"/>
                  </a:lnTo>
                  <a:lnTo>
                    <a:pt x="21364" y="27687"/>
                  </a:lnTo>
                  <a:lnTo>
                    <a:pt x="23154" y="25896"/>
                  </a:lnTo>
                  <a:lnTo>
                    <a:pt x="23154" y="15757"/>
                  </a:lnTo>
                  <a:lnTo>
                    <a:pt x="21364" y="13966"/>
                  </a:lnTo>
                  <a:lnTo>
                    <a:pt x="21364" y="12176"/>
                  </a:lnTo>
                  <a:lnTo>
                    <a:pt x="19573" y="10385"/>
                  </a:lnTo>
                  <a:lnTo>
                    <a:pt x="19573" y="8595"/>
                  </a:lnTo>
                  <a:lnTo>
                    <a:pt x="15153" y="4174"/>
                  </a:lnTo>
                  <a:lnTo>
                    <a:pt x="13363" y="4174"/>
                  </a:lnTo>
                  <a:lnTo>
                    <a:pt x="11572" y="2384"/>
                  </a:lnTo>
                  <a:lnTo>
                    <a:pt x="6200" y="2384"/>
                  </a:lnTo>
                  <a:lnTo>
                    <a:pt x="3816" y="0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590" name="Graph element 1283"/>
            <p:cNvSpPr/>
            <p:nvPr/>
          </p:nvSpPr>
          <p:spPr>
            <a:xfrm>
              <a:off x="1167447" y="1515174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591" name="Graph element 1284"/>
            <p:cNvSpPr/>
            <p:nvPr/>
          </p:nvSpPr>
          <p:spPr>
            <a:xfrm>
              <a:off x="1080068" y="1511358"/>
              <a:ext cx="22796" cy="14079"/>
            </a:xfrm>
            <a:custGeom>
              <a:avLst/>
              <a:gdLst/>
              <a:ahLst/>
              <a:cxnLst/>
              <a:rect l="0" t="0" r="r" b="b"/>
              <a:pathLst>
                <a:path w="22796" h="14079" stroke="0" extrusionOk="0">
                  <a:moveTo>
                    <a:pt x="0" y="0"/>
                  </a:moveTo>
                  <a:lnTo>
                    <a:pt x="0" y="5842"/>
                  </a:lnTo>
                  <a:lnTo>
                    <a:pt x="3581" y="9423"/>
                  </a:lnTo>
                  <a:lnTo>
                    <a:pt x="3581" y="14079"/>
                  </a:lnTo>
                  <a:lnTo>
                    <a:pt x="7397" y="10262"/>
                  </a:lnTo>
                  <a:lnTo>
                    <a:pt x="16350" y="10262"/>
                  </a:lnTo>
                  <a:lnTo>
                    <a:pt x="22796" y="3816"/>
                  </a:lnTo>
                  <a:lnTo>
                    <a:pt x="16350" y="3816"/>
                  </a:lnTo>
                  <a:lnTo>
                    <a:pt x="14560" y="2026"/>
                  </a:lnTo>
                  <a:lnTo>
                    <a:pt x="8001" y="2026"/>
                  </a:lnTo>
                  <a:lnTo>
                    <a:pt x="6211" y="3816"/>
                  </a:lnTo>
                  <a:lnTo>
                    <a:pt x="3816" y="38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592" name="Graph element 1285"/>
            <p:cNvSpPr/>
            <p:nvPr/>
          </p:nvSpPr>
          <p:spPr>
            <a:xfrm>
              <a:off x="826227" y="1513803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593" name="Graph element 1286"/>
            <p:cNvSpPr/>
            <p:nvPr/>
          </p:nvSpPr>
          <p:spPr>
            <a:xfrm>
              <a:off x="849085" y="1509567"/>
              <a:ext cx="10027" cy="21006"/>
            </a:xfrm>
            <a:custGeom>
              <a:avLst/>
              <a:gdLst/>
              <a:ahLst/>
              <a:cxnLst/>
              <a:rect l="0" t="0" r="r" b="b"/>
              <a:pathLst>
                <a:path w="10027" h="21006" stroke="0" extrusionOk="0">
                  <a:moveTo>
                    <a:pt x="0" y="0"/>
                  </a:moveTo>
                  <a:lnTo>
                    <a:pt x="0" y="5842"/>
                  </a:lnTo>
                  <a:lnTo>
                    <a:pt x="1791" y="7633"/>
                  </a:lnTo>
                  <a:lnTo>
                    <a:pt x="1791" y="21006"/>
                  </a:lnTo>
                  <a:lnTo>
                    <a:pt x="6446" y="21006"/>
                  </a:lnTo>
                  <a:lnTo>
                    <a:pt x="6446" y="15399"/>
                  </a:lnTo>
                  <a:lnTo>
                    <a:pt x="4655" y="13608"/>
                  </a:lnTo>
                  <a:lnTo>
                    <a:pt x="4655" y="9423"/>
                  </a:lnTo>
                  <a:lnTo>
                    <a:pt x="5607" y="8472"/>
                  </a:lnTo>
                  <a:lnTo>
                    <a:pt x="10027" y="8472"/>
                  </a:lnTo>
                  <a:lnTo>
                    <a:pt x="10027" y="1791"/>
                  </a:lnTo>
                  <a:lnTo>
                    <a:pt x="6211" y="5607"/>
                  </a:lnTo>
                  <a:lnTo>
                    <a:pt x="5607" y="56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594" name="Graph element 1287"/>
            <p:cNvSpPr/>
            <p:nvPr/>
          </p:nvSpPr>
          <p:spPr>
            <a:xfrm>
              <a:off x="995911" y="1511235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595" name="Graph element 1288"/>
            <p:cNvSpPr/>
            <p:nvPr/>
          </p:nvSpPr>
          <p:spPr>
            <a:xfrm>
              <a:off x="969472" y="1512248"/>
              <a:ext cx="6026" cy="16115"/>
            </a:xfrm>
            <a:custGeom>
              <a:avLst/>
              <a:gdLst/>
              <a:ahLst/>
              <a:cxnLst/>
              <a:rect l="0" t="0" r="r" b="b"/>
              <a:pathLst>
                <a:path w="6026" h="16115" stroke="0" extrusionOk="0">
                  <a:moveTo>
                    <a:pt x="0" y="0"/>
                  </a:moveTo>
                  <a:lnTo>
                    <a:pt x="1371" y="1371"/>
                  </a:lnTo>
                  <a:lnTo>
                    <a:pt x="1371" y="8533"/>
                  </a:lnTo>
                  <a:lnTo>
                    <a:pt x="3162" y="10324"/>
                  </a:lnTo>
                  <a:lnTo>
                    <a:pt x="3162" y="12718"/>
                  </a:lnTo>
                  <a:lnTo>
                    <a:pt x="1791" y="14089"/>
                  </a:lnTo>
                  <a:lnTo>
                    <a:pt x="3816" y="16115"/>
                  </a:lnTo>
                  <a:lnTo>
                    <a:pt x="6026" y="13905"/>
                  </a:lnTo>
                  <a:lnTo>
                    <a:pt x="6026" y="3765"/>
                  </a:lnTo>
                  <a:lnTo>
                    <a:pt x="4236" y="1975"/>
                  </a:lnTo>
                  <a:lnTo>
                    <a:pt x="4236" y="1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596" name="Graph element 1289"/>
            <p:cNvSpPr/>
            <p:nvPr/>
          </p:nvSpPr>
          <p:spPr>
            <a:xfrm>
              <a:off x="1078042" y="1508012"/>
              <a:ext cx="19450" cy="4655"/>
            </a:xfrm>
            <a:custGeom>
              <a:avLst/>
              <a:gdLst/>
              <a:ahLst/>
              <a:cxnLst/>
              <a:rect l="0" t="0" r="r" b="b"/>
              <a:pathLst>
                <a:path w="19450" h="4655" stroke="0" extrusionOk="0">
                  <a:moveTo>
                    <a:pt x="0" y="0"/>
                  </a:moveTo>
                  <a:lnTo>
                    <a:pt x="4655" y="4655"/>
                  </a:lnTo>
                  <a:lnTo>
                    <a:pt x="19450" y="4655"/>
                  </a:lnTo>
                  <a:lnTo>
                    <a:pt x="1479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597" name="Graph element 1290"/>
            <p:cNvSpPr/>
            <p:nvPr/>
          </p:nvSpPr>
          <p:spPr>
            <a:xfrm>
              <a:off x="858457" y="1506641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598" name="Graph element 1291"/>
            <p:cNvSpPr/>
            <p:nvPr/>
          </p:nvSpPr>
          <p:spPr>
            <a:xfrm>
              <a:off x="1097380" y="1504196"/>
              <a:ext cx="35688" cy="38911"/>
            </a:xfrm>
            <a:custGeom>
              <a:avLst/>
              <a:gdLst/>
              <a:ahLst/>
              <a:cxnLst/>
              <a:rect l="0" t="0" r="r" b="b"/>
              <a:pathLst>
                <a:path w="35688" h="38911" stroke="0" extrusionOk="0">
                  <a:moveTo>
                    <a:pt x="32823" y="1668"/>
                  </a:moveTo>
                  <a:lnTo>
                    <a:pt x="32823" y="2865"/>
                  </a:lnTo>
                  <a:lnTo>
                    <a:pt x="29242" y="6446"/>
                  </a:lnTo>
                  <a:lnTo>
                    <a:pt x="29242" y="8237"/>
                  </a:lnTo>
                  <a:lnTo>
                    <a:pt x="28291" y="9188"/>
                  </a:lnTo>
                  <a:lnTo>
                    <a:pt x="26500" y="9188"/>
                  </a:lnTo>
                  <a:lnTo>
                    <a:pt x="22919" y="12769"/>
                  </a:lnTo>
                  <a:lnTo>
                    <a:pt x="21722" y="12769"/>
                  </a:lnTo>
                  <a:lnTo>
                    <a:pt x="21722" y="15634"/>
                  </a:lnTo>
                  <a:lnTo>
                    <a:pt x="22919" y="15634"/>
                  </a:lnTo>
                  <a:lnTo>
                    <a:pt x="25661" y="18376"/>
                  </a:lnTo>
                  <a:lnTo>
                    <a:pt x="24710" y="19931"/>
                  </a:lnTo>
                  <a:lnTo>
                    <a:pt x="20525" y="19931"/>
                  </a:lnTo>
                  <a:lnTo>
                    <a:pt x="18734" y="18141"/>
                  </a:lnTo>
                  <a:lnTo>
                    <a:pt x="13363" y="18141"/>
                  </a:lnTo>
                  <a:lnTo>
                    <a:pt x="11214" y="15992"/>
                  </a:lnTo>
                  <a:lnTo>
                    <a:pt x="13004" y="14202"/>
                  </a:lnTo>
                  <a:lnTo>
                    <a:pt x="10620" y="11818"/>
                  </a:lnTo>
                  <a:lnTo>
                    <a:pt x="10620" y="10027"/>
                  </a:lnTo>
                  <a:lnTo>
                    <a:pt x="8830" y="8237"/>
                  </a:lnTo>
                  <a:lnTo>
                    <a:pt x="8830" y="0"/>
                  </a:lnTo>
                  <a:lnTo>
                    <a:pt x="5014" y="3816"/>
                  </a:lnTo>
                  <a:lnTo>
                    <a:pt x="3223" y="3816"/>
                  </a:lnTo>
                  <a:lnTo>
                    <a:pt x="0" y="7039"/>
                  </a:lnTo>
                  <a:lnTo>
                    <a:pt x="3223" y="10262"/>
                  </a:lnTo>
                  <a:lnTo>
                    <a:pt x="5014" y="10262"/>
                  </a:lnTo>
                  <a:lnTo>
                    <a:pt x="7162" y="12411"/>
                  </a:lnTo>
                  <a:lnTo>
                    <a:pt x="5607" y="12769"/>
                  </a:lnTo>
                  <a:lnTo>
                    <a:pt x="5607" y="15634"/>
                  </a:lnTo>
                  <a:lnTo>
                    <a:pt x="7162" y="15992"/>
                  </a:lnTo>
                  <a:lnTo>
                    <a:pt x="3939" y="19215"/>
                  </a:lnTo>
                  <a:lnTo>
                    <a:pt x="8595" y="19215"/>
                  </a:lnTo>
                  <a:lnTo>
                    <a:pt x="9546" y="20167"/>
                  </a:lnTo>
                  <a:lnTo>
                    <a:pt x="9546" y="21957"/>
                  </a:lnTo>
                  <a:lnTo>
                    <a:pt x="11337" y="23748"/>
                  </a:lnTo>
                  <a:lnTo>
                    <a:pt x="11337" y="25538"/>
                  </a:lnTo>
                  <a:lnTo>
                    <a:pt x="13127" y="27329"/>
                  </a:lnTo>
                  <a:lnTo>
                    <a:pt x="13127" y="30910"/>
                  </a:lnTo>
                  <a:lnTo>
                    <a:pt x="14918" y="32701"/>
                  </a:lnTo>
                  <a:lnTo>
                    <a:pt x="14918" y="34491"/>
                  </a:lnTo>
                  <a:lnTo>
                    <a:pt x="17548" y="37121"/>
                  </a:lnTo>
                  <a:lnTo>
                    <a:pt x="21129" y="37121"/>
                  </a:lnTo>
                  <a:lnTo>
                    <a:pt x="22919" y="38911"/>
                  </a:lnTo>
                  <a:lnTo>
                    <a:pt x="28526" y="38911"/>
                  </a:lnTo>
                  <a:lnTo>
                    <a:pt x="28526" y="34491"/>
                  </a:lnTo>
                  <a:lnTo>
                    <a:pt x="30317" y="32701"/>
                  </a:lnTo>
                  <a:lnTo>
                    <a:pt x="30317" y="27933"/>
                  </a:lnTo>
                  <a:lnTo>
                    <a:pt x="28526" y="26142"/>
                  </a:lnTo>
                  <a:lnTo>
                    <a:pt x="28526" y="22561"/>
                  </a:lnTo>
                  <a:lnTo>
                    <a:pt x="27329" y="21364"/>
                  </a:lnTo>
                  <a:lnTo>
                    <a:pt x="27687" y="21006"/>
                  </a:lnTo>
                  <a:lnTo>
                    <a:pt x="32342" y="21006"/>
                  </a:lnTo>
                  <a:lnTo>
                    <a:pt x="27329" y="15992"/>
                  </a:lnTo>
                  <a:lnTo>
                    <a:pt x="33898" y="9423"/>
                  </a:lnTo>
                  <a:lnTo>
                    <a:pt x="33898" y="5842"/>
                  </a:lnTo>
                  <a:lnTo>
                    <a:pt x="35688" y="4052"/>
                  </a:lnTo>
                  <a:lnTo>
                    <a:pt x="32823" y="1668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599" name="Graph element 1292"/>
            <p:cNvSpPr/>
            <p:nvPr/>
          </p:nvSpPr>
          <p:spPr>
            <a:xfrm>
              <a:off x="1055000" y="1503838"/>
              <a:ext cx="23154" cy="18376"/>
            </a:xfrm>
            <a:custGeom>
              <a:avLst/>
              <a:gdLst/>
              <a:ahLst/>
              <a:cxnLst/>
              <a:rect l="0" t="0" r="r" b="b"/>
              <a:pathLst>
                <a:path w="23154" h="18376" stroke="0" extrusionOk="0">
                  <a:moveTo>
                    <a:pt x="17548" y="0"/>
                  </a:moveTo>
                  <a:lnTo>
                    <a:pt x="15164" y="2384"/>
                  </a:lnTo>
                  <a:lnTo>
                    <a:pt x="8001" y="2384"/>
                  </a:lnTo>
                  <a:lnTo>
                    <a:pt x="5372" y="5014"/>
                  </a:lnTo>
                  <a:lnTo>
                    <a:pt x="5372" y="6804"/>
                  </a:lnTo>
                  <a:lnTo>
                    <a:pt x="0" y="12176"/>
                  </a:lnTo>
                  <a:lnTo>
                    <a:pt x="0" y="15992"/>
                  </a:lnTo>
                  <a:lnTo>
                    <a:pt x="2630" y="15992"/>
                  </a:lnTo>
                  <a:lnTo>
                    <a:pt x="5014" y="18376"/>
                  </a:lnTo>
                  <a:lnTo>
                    <a:pt x="7397" y="15992"/>
                  </a:lnTo>
                  <a:lnTo>
                    <a:pt x="15399" y="15992"/>
                  </a:lnTo>
                  <a:lnTo>
                    <a:pt x="15399" y="13363"/>
                  </a:lnTo>
                  <a:lnTo>
                    <a:pt x="23154" y="5607"/>
                  </a:lnTo>
                  <a:lnTo>
                    <a:pt x="17548" y="0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00" name="Graph element 1293"/>
            <p:cNvSpPr/>
            <p:nvPr/>
          </p:nvSpPr>
          <p:spPr>
            <a:xfrm>
              <a:off x="959742" y="1500850"/>
              <a:ext cx="8595" cy="10262"/>
            </a:xfrm>
            <a:custGeom>
              <a:avLst/>
              <a:gdLst/>
              <a:ahLst/>
              <a:cxnLst/>
              <a:rect l="0" t="0" r="r" b="b"/>
              <a:pathLst>
                <a:path w="8595" h="10262" stroke="0" extrusionOk="0">
                  <a:moveTo>
                    <a:pt x="0" y="2865"/>
                  </a:moveTo>
                  <a:lnTo>
                    <a:pt x="1197" y="2865"/>
                  </a:lnTo>
                  <a:lnTo>
                    <a:pt x="8595" y="10262"/>
                  </a:lnTo>
                  <a:lnTo>
                    <a:pt x="8595" y="4420"/>
                  </a:lnTo>
                  <a:lnTo>
                    <a:pt x="4174" y="0"/>
                  </a:lnTo>
                  <a:lnTo>
                    <a:pt x="0" y="2865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01" name="Graph element 1294"/>
            <p:cNvSpPr/>
            <p:nvPr/>
          </p:nvSpPr>
          <p:spPr>
            <a:xfrm>
              <a:off x="1052616" y="1495243"/>
              <a:ext cx="10620" cy="12646"/>
            </a:xfrm>
            <a:custGeom>
              <a:avLst/>
              <a:gdLst/>
              <a:ahLst/>
              <a:cxnLst/>
              <a:rect l="0" t="0" r="r" b="b"/>
              <a:pathLst>
                <a:path w="10620" h="12646" stroke="0" extrusionOk="0">
                  <a:moveTo>
                    <a:pt x="10620" y="0"/>
                  </a:moveTo>
                  <a:lnTo>
                    <a:pt x="5014" y="5607"/>
                  </a:lnTo>
                  <a:lnTo>
                    <a:pt x="3223" y="5607"/>
                  </a:lnTo>
                  <a:lnTo>
                    <a:pt x="0" y="8830"/>
                  </a:lnTo>
                  <a:lnTo>
                    <a:pt x="3816" y="12646"/>
                  </a:lnTo>
                  <a:lnTo>
                    <a:pt x="7991" y="8472"/>
                  </a:lnTo>
                  <a:lnTo>
                    <a:pt x="10620" y="8472"/>
                  </a:lnTo>
                  <a:lnTo>
                    <a:pt x="10620" y="0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02" name="Graph element 1295"/>
            <p:cNvSpPr/>
            <p:nvPr/>
          </p:nvSpPr>
          <p:spPr>
            <a:xfrm>
              <a:off x="1130203" y="1496911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03" name="Graph element 1296"/>
            <p:cNvSpPr/>
            <p:nvPr/>
          </p:nvSpPr>
          <p:spPr>
            <a:xfrm>
              <a:off x="945540" y="1495120"/>
              <a:ext cx="6681" cy="5014"/>
            </a:xfrm>
            <a:custGeom>
              <a:avLst/>
              <a:gdLst/>
              <a:ahLst/>
              <a:cxnLst/>
              <a:rect l="0" t="0" r="r" b="b"/>
              <a:pathLst>
                <a:path w="6681" h="5014" stroke="0" extrusionOk="0">
                  <a:moveTo>
                    <a:pt x="3816" y="0"/>
                  </a:moveTo>
                  <a:lnTo>
                    <a:pt x="3816" y="1197"/>
                  </a:lnTo>
                  <a:lnTo>
                    <a:pt x="0" y="5014"/>
                  </a:lnTo>
                  <a:lnTo>
                    <a:pt x="6681" y="5014"/>
                  </a:lnTo>
                  <a:lnTo>
                    <a:pt x="3816" y="0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04" name="Graph element 1297"/>
            <p:cNvSpPr/>
            <p:nvPr/>
          </p:nvSpPr>
          <p:spPr>
            <a:xfrm>
              <a:off x="997702" y="1493330"/>
              <a:ext cx="2865" cy="7162"/>
            </a:xfrm>
            <a:custGeom>
              <a:avLst/>
              <a:gdLst/>
              <a:ahLst/>
              <a:cxnLst/>
              <a:rect l="0" t="0" r="r" b="b"/>
              <a:pathLst>
                <a:path w="2865" h="7162" stroke="0" extrusionOk="0">
                  <a:moveTo>
                    <a:pt x="0" y="7162"/>
                  </a:moveTo>
                  <a:lnTo>
                    <a:pt x="2865" y="7162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7162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05" name="Graph element 1298"/>
            <p:cNvSpPr/>
            <p:nvPr/>
          </p:nvSpPr>
          <p:spPr>
            <a:xfrm>
              <a:off x="1127042" y="1488735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06" name="Graph element 1299"/>
            <p:cNvSpPr/>
            <p:nvPr/>
          </p:nvSpPr>
          <p:spPr>
            <a:xfrm>
              <a:off x="1106926" y="1484735"/>
              <a:ext cx="11818" cy="12053"/>
            </a:xfrm>
            <a:custGeom>
              <a:avLst/>
              <a:gdLst/>
              <a:ahLst/>
              <a:cxnLst/>
              <a:rect l="0" t="0" r="r" b="b"/>
              <a:pathLst>
                <a:path w="11818" h="12053" stroke="0" extrusionOk="0">
                  <a:moveTo>
                    <a:pt x="2630" y="0"/>
                  </a:moveTo>
                  <a:lnTo>
                    <a:pt x="0" y="2630"/>
                  </a:lnTo>
                  <a:lnTo>
                    <a:pt x="0" y="12053"/>
                  </a:lnTo>
                  <a:lnTo>
                    <a:pt x="5607" y="6446"/>
                  </a:lnTo>
                  <a:lnTo>
                    <a:pt x="7397" y="6446"/>
                  </a:lnTo>
                  <a:lnTo>
                    <a:pt x="9188" y="4655"/>
                  </a:lnTo>
                  <a:lnTo>
                    <a:pt x="11818" y="4655"/>
                  </a:lnTo>
                  <a:lnTo>
                    <a:pt x="11818" y="0"/>
                  </a:lnTo>
                  <a:lnTo>
                    <a:pt x="2630" y="0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07" name="Graph element 1300"/>
            <p:cNvSpPr/>
            <p:nvPr/>
          </p:nvSpPr>
          <p:spPr>
            <a:xfrm>
              <a:off x="1071534" y="1483364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08" name="Graph element 1301"/>
            <p:cNvSpPr/>
            <p:nvPr/>
          </p:nvSpPr>
          <p:spPr>
            <a:xfrm>
              <a:off x="802295" y="1482944"/>
              <a:ext cx="19450" cy="6446"/>
            </a:xfrm>
            <a:custGeom>
              <a:avLst/>
              <a:gdLst/>
              <a:ahLst/>
              <a:cxnLst/>
              <a:rect l="0" t="0" r="r" b="b"/>
              <a:pathLst>
                <a:path w="19450" h="6446" stroke="0" extrusionOk="0">
                  <a:moveTo>
                    <a:pt x="8237" y="0"/>
                  </a:moveTo>
                  <a:lnTo>
                    <a:pt x="6446" y="1791"/>
                  </a:lnTo>
                  <a:lnTo>
                    <a:pt x="0" y="1791"/>
                  </a:lnTo>
                  <a:lnTo>
                    <a:pt x="4655" y="6446"/>
                  </a:lnTo>
                  <a:lnTo>
                    <a:pt x="9423" y="6446"/>
                  </a:lnTo>
                  <a:lnTo>
                    <a:pt x="11214" y="4655"/>
                  </a:lnTo>
                  <a:lnTo>
                    <a:pt x="19450" y="4655"/>
                  </a:lnTo>
                  <a:lnTo>
                    <a:pt x="14795" y="0"/>
                  </a:lnTo>
                  <a:lnTo>
                    <a:pt x="8237" y="0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09" name="Graph element 1302"/>
            <p:cNvSpPr/>
            <p:nvPr/>
          </p:nvSpPr>
          <p:spPr>
            <a:xfrm>
              <a:off x="752395" y="1480918"/>
              <a:ext cx="60163" cy="40702"/>
            </a:xfrm>
            <a:custGeom>
              <a:avLst/>
              <a:gdLst/>
              <a:ahLst/>
              <a:cxnLst/>
              <a:rect l="0" t="0" r="r" b="b"/>
              <a:pathLst>
                <a:path w="60163" h="40702" stroke="0" extrusionOk="0">
                  <a:moveTo>
                    <a:pt x="1791" y="0"/>
                  </a:moveTo>
                  <a:lnTo>
                    <a:pt x="1791" y="4655"/>
                  </a:lnTo>
                  <a:lnTo>
                    <a:pt x="0" y="6446"/>
                  </a:lnTo>
                  <a:lnTo>
                    <a:pt x="0" y="11214"/>
                  </a:lnTo>
                  <a:lnTo>
                    <a:pt x="1791" y="13004"/>
                  </a:lnTo>
                  <a:lnTo>
                    <a:pt x="1791" y="16586"/>
                  </a:lnTo>
                  <a:lnTo>
                    <a:pt x="3581" y="18376"/>
                  </a:lnTo>
                  <a:lnTo>
                    <a:pt x="3581" y="20167"/>
                  </a:lnTo>
                  <a:lnTo>
                    <a:pt x="8001" y="24587"/>
                  </a:lnTo>
                  <a:lnTo>
                    <a:pt x="11818" y="24587"/>
                  </a:lnTo>
                  <a:lnTo>
                    <a:pt x="12176" y="21599"/>
                  </a:lnTo>
                  <a:lnTo>
                    <a:pt x="12534" y="23748"/>
                  </a:lnTo>
                  <a:lnTo>
                    <a:pt x="14325" y="25538"/>
                  </a:lnTo>
                  <a:lnTo>
                    <a:pt x="14325" y="28168"/>
                  </a:lnTo>
                  <a:lnTo>
                    <a:pt x="18745" y="28168"/>
                  </a:lnTo>
                  <a:lnTo>
                    <a:pt x="21487" y="30910"/>
                  </a:lnTo>
                  <a:lnTo>
                    <a:pt x="21487" y="32701"/>
                  </a:lnTo>
                  <a:lnTo>
                    <a:pt x="23277" y="34491"/>
                  </a:lnTo>
                  <a:lnTo>
                    <a:pt x="23277" y="36282"/>
                  </a:lnTo>
                  <a:lnTo>
                    <a:pt x="25907" y="38911"/>
                  </a:lnTo>
                  <a:lnTo>
                    <a:pt x="27698" y="38911"/>
                  </a:lnTo>
                  <a:lnTo>
                    <a:pt x="29488" y="40702"/>
                  </a:lnTo>
                  <a:lnTo>
                    <a:pt x="37837" y="40702"/>
                  </a:lnTo>
                  <a:lnTo>
                    <a:pt x="39628" y="38911"/>
                  </a:lnTo>
                  <a:lnTo>
                    <a:pt x="41418" y="38911"/>
                  </a:lnTo>
                  <a:lnTo>
                    <a:pt x="43209" y="37121"/>
                  </a:lnTo>
                  <a:lnTo>
                    <a:pt x="45838" y="37121"/>
                  </a:lnTo>
                  <a:lnTo>
                    <a:pt x="45838" y="33304"/>
                  </a:lnTo>
                  <a:lnTo>
                    <a:pt x="42257" y="29723"/>
                  </a:lnTo>
                  <a:lnTo>
                    <a:pt x="42257" y="16586"/>
                  </a:lnTo>
                  <a:lnTo>
                    <a:pt x="44048" y="14795"/>
                  </a:lnTo>
                  <a:lnTo>
                    <a:pt x="44048" y="13004"/>
                  </a:lnTo>
                  <a:lnTo>
                    <a:pt x="46790" y="10262"/>
                  </a:lnTo>
                  <a:lnTo>
                    <a:pt x="47394" y="10262"/>
                  </a:lnTo>
                  <a:lnTo>
                    <a:pt x="51926" y="14795"/>
                  </a:lnTo>
                  <a:lnTo>
                    <a:pt x="51926" y="26142"/>
                  </a:lnTo>
                  <a:lnTo>
                    <a:pt x="50136" y="27933"/>
                  </a:lnTo>
                  <a:lnTo>
                    <a:pt x="50136" y="29723"/>
                  </a:lnTo>
                  <a:lnTo>
                    <a:pt x="46555" y="33304"/>
                  </a:lnTo>
                  <a:lnTo>
                    <a:pt x="46555" y="36282"/>
                  </a:lnTo>
                  <a:lnTo>
                    <a:pt x="49184" y="38911"/>
                  </a:lnTo>
                  <a:lnTo>
                    <a:pt x="53952" y="38911"/>
                  </a:lnTo>
                  <a:lnTo>
                    <a:pt x="56582" y="36282"/>
                  </a:lnTo>
                  <a:lnTo>
                    <a:pt x="56582" y="34491"/>
                  </a:lnTo>
                  <a:lnTo>
                    <a:pt x="58372" y="32701"/>
                  </a:lnTo>
                  <a:lnTo>
                    <a:pt x="58372" y="29119"/>
                  </a:lnTo>
                  <a:lnTo>
                    <a:pt x="60163" y="27329"/>
                  </a:lnTo>
                  <a:lnTo>
                    <a:pt x="60163" y="20771"/>
                  </a:lnTo>
                  <a:lnTo>
                    <a:pt x="58372" y="18980"/>
                  </a:lnTo>
                  <a:lnTo>
                    <a:pt x="58372" y="15399"/>
                  </a:lnTo>
                  <a:lnTo>
                    <a:pt x="56582" y="13608"/>
                  </a:lnTo>
                  <a:lnTo>
                    <a:pt x="56582" y="11818"/>
                  </a:lnTo>
                  <a:lnTo>
                    <a:pt x="52162" y="7397"/>
                  </a:lnTo>
                  <a:lnTo>
                    <a:pt x="48580" y="7397"/>
                  </a:lnTo>
                  <a:lnTo>
                    <a:pt x="46790" y="5607"/>
                  </a:lnTo>
                  <a:lnTo>
                    <a:pt x="44999" y="5607"/>
                  </a:lnTo>
                  <a:lnTo>
                    <a:pt x="43209" y="3816"/>
                  </a:lnTo>
                  <a:lnTo>
                    <a:pt x="39392" y="3816"/>
                  </a:lnTo>
                  <a:lnTo>
                    <a:pt x="39392" y="15399"/>
                  </a:lnTo>
                  <a:lnTo>
                    <a:pt x="35811" y="18980"/>
                  </a:lnTo>
                  <a:lnTo>
                    <a:pt x="35811" y="20771"/>
                  </a:lnTo>
                  <a:lnTo>
                    <a:pt x="33069" y="23513"/>
                  </a:lnTo>
                  <a:lnTo>
                    <a:pt x="31279" y="23513"/>
                  </a:lnTo>
                  <a:lnTo>
                    <a:pt x="27698" y="27094"/>
                  </a:lnTo>
                  <a:lnTo>
                    <a:pt x="21722" y="27094"/>
                  </a:lnTo>
                  <a:lnTo>
                    <a:pt x="20771" y="26142"/>
                  </a:lnTo>
                  <a:lnTo>
                    <a:pt x="20771" y="18376"/>
                  </a:lnTo>
                  <a:lnTo>
                    <a:pt x="22561" y="16586"/>
                  </a:lnTo>
                  <a:lnTo>
                    <a:pt x="22561" y="14795"/>
                  </a:lnTo>
                  <a:lnTo>
                    <a:pt x="30675" y="6681"/>
                  </a:lnTo>
                  <a:lnTo>
                    <a:pt x="32465" y="6681"/>
                  </a:lnTo>
                  <a:lnTo>
                    <a:pt x="34256" y="4891"/>
                  </a:lnTo>
                  <a:lnTo>
                    <a:pt x="37244" y="4891"/>
                  </a:lnTo>
                  <a:lnTo>
                    <a:pt x="37244" y="2026"/>
                  </a:lnTo>
                  <a:lnTo>
                    <a:pt x="25907" y="2026"/>
                  </a:lnTo>
                  <a:lnTo>
                    <a:pt x="24116" y="3816"/>
                  </a:lnTo>
                  <a:lnTo>
                    <a:pt x="22326" y="3816"/>
                  </a:lnTo>
                  <a:lnTo>
                    <a:pt x="14325" y="11818"/>
                  </a:lnTo>
                  <a:lnTo>
                    <a:pt x="14325" y="17189"/>
                  </a:lnTo>
                  <a:lnTo>
                    <a:pt x="12769" y="18141"/>
                  </a:lnTo>
                  <a:lnTo>
                    <a:pt x="11818" y="17189"/>
                  </a:lnTo>
                  <a:lnTo>
                    <a:pt x="11818" y="11818"/>
                  </a:lnTo>
                  <a:lnTo>
                    <a:pt x="10027" y="10027"/>
                  </a:lnTo>
                  <a:lnTo>
                    <a:pt x="10027" y="8237"/>
                  </a:lnTo>
                  <a:lnTo>
                    <a:pt x="1791" y="0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10" name="Graph element 1303"/>
            <p:cNvSpPr/>
            <p:nvPr/>
          </p:nvSpPr>
          <p:spPr>
            <a:xfrm>
              <a:off x="1060791" y="1479363"/>
              <a:ext cx="9608" cy="13189"/>
            </a:xfrm>
            <a:custGeom>
              <a:avLst/>
              <a:gdLst/>
              <a:ahLst/>
              <a:cxnLst/>
              <a:rect l="0" t="0" r="r" b="b"/>
              <a:pathLst>
                <a:path w="9608" h="13189" stroke="0" extrusionOk="0">
                  <a:moveTo>
                    <a:pt x="3162" y="0"/>
                  </a:moveTo>
                  <a:lnTo>
                    <a:pt x="3162" y="8001"/>
                  </a:lnTo>
                  <a:lnTo>
                    <a:pt x="0" y="11163"/>
                  </a:lnTo>
                  <a:lnTo>
                    <a:pt x="2026" y="13189"/>
                  </a:lnTo>
                  <a:lnTo>
                    <a:pt x="5187" y="10027"/>
                  </a:lnTo>
                  <a:lnTo>
                    <a:pt x="6978" y="10027"/>
                  </a:lnTo>
                  <a:lnTo>
                    <a:pt x="9608" y="7397"/>
                  </a:lnTo>
                  <a:lnTo>
                    <a:pt x="9608" y="0"/>
                  </a:lnTo>
                  <a:lnTo>
                    <a:pt x="3162" y="0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11" name="Graph element 1304"/>
            <p:cNvSpPr/>
            <p:nvPr/>
          </p:nvSpPr>
          <p:spPr>
            <a:xfrm>
              <a:off x="1075115" y="1477573"/>
              <a:ext cx="4594" cy="4236"/>
            </a:xfrm>
            <a:custGeom>
              <a:avLst/>
              <a:gdLst/>
              <a:ahLst/>
              <a:cxnLst/>
              <a:rect l="0" t="0" r="r" b="b"/>
              <a:pathLst>
                <a:path w="4594" h="4236" stroke="0" extrusionOk="0">
                  <a:moveTo>
                    <a:pt x="0" y="2210"/>
                  </a:moveTo>
                  <a:lnTo>
                    <a:pt x="2026" y="4236"/>
                  </a:lnTo>
                  <a:lnTo>
                    <a:pt x="3397" y="2865"/>
                  </a:lnTo>
                  <a:lnTo>
                    <a:pt x="4594" y="2865"/>
                  </a:lnTo>
                  <a:lnTo>
                    <a:pt x="4594" y="0"/>
                  </a:lnTo>
                  <a:lnTo>
                    <a:pt x="2210" y="0"/>
                  </a:lnTo>
                  <a:lnTo>
                    <a:pt x="0" y="2210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12" name="Graph element 1305"/>
            <p:cNvSpPr/>
            <p:nvPr/>
          </p:nvSpPr>
          <p:spPr>
            <a:xfrm>
              <a:off x="1071115" y="1475782"/>
              <a:ext cx="35095" cy="30317"/>
            </a:xfrm>
            <a:custGeom>
              <a:avLst/>
              <a:gdLst/>
              <a:ahLst/>
              <a:cxnLst/>
              <a:rect l="0" t="0" r="r" b="b"/>
              <a:pathLst>
                <a:path w="35095" h="30317" stroke="0" extrusionOk="0">
                  <a:moveTo>
                    <a:pt x="15164" y="0"/>
                  </a:moveTo>
                  <a:lnTo>
                    <a:pt x="13373" y="1791"/>
                  </a:lnTo>
                  <a:lnTo>
                    <a:pt x="8718" y="1791"/>
                  </a:lnTo>
                  <a:lnTo>
                    <a:pt x="12534" y="5607"/>
                  </a:lnTo>
                  <a:lnTo>
                    <a:pt x="12534" y="7397"/>
                  </a:lnTo>
                  <a:lnTo>
                    <a:pt x="14325" y="9188"/>
                  </a:lnTo>
                  <a:lnTo>
                    <a:pt x="14325" y="16954"/>
                  </a:lnTo>
                  <a:lnTo>
                    <a:pt x="11582" y="19696"/>
                  </a:lnTo>
                  <a:lnTo>
                    <a:pt x="9188" y="19696"/>
                  </a:lnTo>
                  <a:lnTo>
                    <a:pt x="3816" y="14325"/>
                  </a:lnTo>
                  <a:lnTo>
                    <a:pt x="0" y="14325"/>
                  </a:lnTo>
                  <a:lnTo>
                    <a:pt x="0" y="23513"/>
                  </a:lnTo>
                  <a:lnTo>
                    <a:pt x="1791" y="25303"/>
                  </a:lnTo>
                  <a:lnTo>
                    <a:pt x="1791" y="27094"/>
                  </a:lnTo>
                  <a:lnTo>
                    <a:pt x="5014" y="30317"/>
                  </a:lnTo>
                  <a:lnTo>
                    <a:pt x="14560" y="20771"/>
                  </a:lnTo>
                  <a:lnTo>
                    <a:pt x="22326" y="20771"/>
                  </a:lnTo>
                  <a:lnTo>
                    <a:pt x="23277" y="21722"/>
                  </a:lnTo>
                  <a:lnTo>
                    <a:pt x="23277" y="22919"/>
                  </a:lnTo>
                  <a:lnTo>
                    <a:pt x="26142" y="22919"/>
                  </a:lnTo>
                  <a:lnTo>
                    <a:pt x="26142" y="20535"/>
                  </a:lnTo>
                  <a:lnTo>
                    <a:pt x="24352" y="18745"/>
                  </a:lnTo>
                  <a:lnTo>
                    <a:pt x="24352" y="16350"/>
                  </a:lnTo>
                  <a:lnTo>
                    <a:pt x="26142" y="14560"/>
                  </a:lnTo>
                  <a:lnTo>
                    <a:pt x="26142" y="12769"/>
                  </a:lnTo>
                  <a:lnTo>
                    <a:pt x="30675" y="8237"/>
                  </a:lnTo>
                  <a:lnTo>
                    <a:pt x="31279" y="8237"/>
                  </a:lnTo>
                  <a:lnTo>
                    <a:pt x="35095" y="12053"/>
                  </a:lnTo>
                  <a:lnTo>
                    <a:pt x="35095" y="5372"/>
                  </a:lnTo>
                  <a:lnTo>
                    <a:pt x="30675" y="5372"/>
                  </a:lnTo>
                  <a:lnTo>
                    <a:pt x="27094" y="1791"/>
                  </a:lnTo>
                  <a:lnTo>
                    <a:pt x="23513" y="1791"/>
                  </a:lnTo>
                  <a:lnTo>
                    <a:pt x="21722" y="0"/>
                  </a:lnTo>
                  <a:lnTo>
                    <a:pt x="15164" y="0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13" name="Graph element 1306"/>
            <p:cNvSpPr/>
            <p:nvPr/>
          </p:nvSpPr>
          <p:spPr>
            <a:xfrm>
              <a:off x="856012" y="1478227"/>
              <a:ext cx="21599" cy="20351"/>
            </a:xfrm>
            <a:custGeom>
              <a:avLst/>
              <a:gdLst/>
              <a:ahLst/>
              <a:cxnLst/>
              <a:rect l="0" t="0" r="r" b="b"/>
              <a:pathLst>
                <a:path w="21599" h="20351" stroke="0" extrusionOk="0">
                  <a:moveTo>
                    <a:pt x="14979" y="0"/>
                  </a:moveTo>
                  <a:lnTo>
                    <a:pt x="16350" y="1371"/>
                  </a:lnTo>
                  <a:lnTo>
                    <a:pt x="16350" y="3765"/>
                  </a:lnTo>
                  <a:lnTo>
                    <a:pt x="15399" y="4717"/>
                  </a:lnTo>
                  <a:lnTo>
                    <a:pt x="13608" y="4717"/>
                  </a:lnTo>
                  <a:lnTo>
                    <a:pt x="11818" y="6507"/>
                  </a:lnTo>
                  <a:lnTo>
                    <a:pt x="10027" y="6507"/>
                  </a:lnTo>
                  <a:lnTo>
                    <a:pt x="3816" y="12718"/>
                  </a:lnTo>
                  <a:lnTo>
                    <a:pt x="3816" y="14509"/>
                  </a:lnTo>
                  <a:lnTo>
                    <a:pt x="0" y="18325"/>
                  </a:lnTo>
                  <a:lnTo>
                    <a:pt x="5842" y="18325"/>
                  </a:lnTo>
                  <a:lnTo>
                    <a:pt x="7633" y="16535"/>
                  </a:lnTo>
                  <a:lnTo>
                    <a:pt x="15399" y="16535"/>
                  </a:lnTo>
                  <a:lnTo>
                    <a:pt x="19215" y="20351"/>
                  </a:lnTo>
                  <a:lnTo>
                    <a:pt x="19215" y="12718"/>
                  </a:lnTo>
                  <a:lnTo>
                    <a:pt x="17425" y="10928"/>
                  </a:lnTo>
                  <a:lnTo>
                    <a:pt x="17425" y="6743"/>
                  </a:lnTo>
                  <a:lnTo>
                    <a:pt x="21599" y="2568"/>
                  </a:lnTo>
                  <a:lnTo>
                    <a:pt x="14979" y="0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14" name="Graph element 1307"/>
            <p:cNvSpPr/>
            <p:nvPr/>
          </p:nvSpPr>
          <p:spPr>
            <a:xfrm>
              <a:off x="904357" y="1473991"/>
              <a:ext cx="6681" cy="6681"/>
            </a:xfrm>
            <a:custGeom>
              <a:avLst/>
              <a:gdLst/>
              <a:ahLst/>
              <a:cxnLst/>
              <a:rect l="0" t="0" r="r" b="b"/>
              <a:pathLst>
                <a:path w="6681" h="6681" stroke="0" extrusionOk="0">
                  <a:moveTo>
                    <a:pt x="0" y="0"/>
                  </a:moveTo>
                  <a:lnTo>
                    <a:pt x="6681" y="6681"/>
                  </a:lnTo>
                  <a:lnTo>
                    <a:pt x="668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15" name="Graph element 1308"/>
            <p:cNvSpPr/>
            <p:nvPr/>
          </p:nvSpPr>
          <p:spPr>
            <a:xfrm>
              <a:off x="943627" y="1468620"/>
              <a:ext cx="12176" cy="26377"/>
            </a:xfrm>
            <a:custGeom>
              <a:avLst/>
              <a:gdLst/>
              <a:ahLst/>
              <a:cxnLst/>
              <a:rect l="0" t="0" r="r" b="b"/>
              <a:pathLst>
                <a:path w="12176" h="26377" stroke="0" extrusionOk="0">
                  <a:moveTo>
                    <a:pt x="0" y="2865"/>
                  </a:moveTo>
                  <a:lnTo>
                    <a:pt x="1197" y="2865"/>
                  </a:lnTo>
                  <a:lnTo>
                    <a:pt x="5730" y="7397"/>
                  </a:lnTo>
                  <a:lnTo>
                    <a:pt x="5730" y="9188"/>
                  </a:lnTo>
                  <a:lnTo>
                    <a:pt x="7520" y="10979"/>
                  </a:lnTo>
                  <a:lnTo>
                    <a:pt x="7520" y="14560"/>
                  </a:lnTo>
                  <a:lnTo>
                    <a:pt x="9311" y="16350"/>
                  </a:lnTo>
                  <a:lnTo>
                    <a:pt x="9311" y="16954"/>
                  </a:lnTo>
                  <a:lnTo>
                    <a:pt x="7520" y="18745"/>
                  </a:lnTo>
                  <a:lnTo>
                    <a:pt x="7520" y="26377"/>
                  </a:lnTo>
                  <a:lnTo>
                    <a:pt x="12176" y="21722"/>
                  </a:lnTo>
                  <a:lnTo>
                    <a:pt x="12176" y="9792"/>
                  </a:lnTo>
                  <a:lnTo>
                    <a:pt x="8595" y="6211"/>
                  </a:lnTo>
                  <a:lnTo>
                    <a:pt x="8595" y="4420"/>
                  </a:lnTo>
                  <a:lnTo>
                    <a:pt x="5965" y="1791"/>
                  </a:lnTo>
                  <a:lnTo>
                    <a:pt x="4174" y="1791"/>
                  </a:lnTo>
                  <a:lnTo>
                    <a:pt x="2384" y="0"/>
                  </a:lnTo>
                  <a:lnTo>
                    <a:pt x="0" y="2865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16" name="Graph element 1309"/>
            <p:cNvSpPr/>
            <p:nvPr/>
          </p:nvSpPr>
          <p:spPr>
            <a:xfrm>
              <a:off x="922140" y="1468620"/>
              <a:ext cx="3581" cy="2865"/>
            </a:xfrm>
            <a:custGeom>
              <a:avLst/>
              <a:gdLst/>
              <a:ahLst/>
              <a:cxnLst/>
              <a:rect l="0" t="0" r="r" b="b"/>
              <a:pathLst>
                <a:path w="3581" h="2865" stroke="0" extrusionOk="0">
                  <a:moveTo>
                    <a:pt x="3581" y="2865"/>
                  </a:moveTo>
                  <a:lnTo>
                    <a:pt x="358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3581" y="2865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17" name="Graph element 1310"/>
            <p:cNvSpPr/>
            <p:nvPr/>
          </p:nvSpPr>
          <p:spPr>
            <a:xfrm>
              <a:off x="931093" y="1466829"/>
              <a:ext cx="7162" cy="2865"/>
            </a:xfrm>
            <a:custGeom>
              <a:avLst/>
              <a:gdLst/>
              <a:ahLst/>
              <a:cxnLst/>
              <a:rect l="0" t="0" r="r" b="b"/>
              <a:pathLst>
                <a:path w="7162" h="2865" stroke="0" extrusionOk="0">
                  <a:moveTo>
                    <a:pt x="7162" y="2865"/>
                  </a:moveTo>
                  <a:lnTo>
                    <a:pt x="7162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7162" y="2865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18" name="Graph element 1311"/>
            <p:cNvSpPr/>
            <p:nvPr/>
          </p:nvSpPr>
          <p:spPr>
            <a:xfrm>
              <a:off x="872127" y="1465039"/>
              <a:ext cx="33775" cy="22561"/>
            </a:xfrm>
            <a:custGeom>
              <a:avLst/>
              <a:gdLst/>
              <a:ahLst/>
              <a:cxnLst/>
              <a:rect l="0" t="0" r="r" b="b"/>
              <a:pathLst>
                <a:path w="33775" h="22561" stroke="0" extrusionOk="0">
                  <a:moveTo>
                    <a:pt x="13608" y="0"/>
                  </a:moveTo>
                  <a:lnTo>
                    <a:pt x="11818" y="1791"/>
                  </a:lnTo>
                  <a:lnTo>
                    <a:pt x="10027" y="1791"/>
                  </a:lnTo>
                  <a:lnTo>
                    <a:pt x="8237" y="3581"/>
                  </a:lnTo>
                  <a:lnTo>
                    <a:pt x="6446" y="3581"/>
                  </a:lnTo>
                  <a:lnTo>
                    <a:pt x="3816" y="6211"/>
                  </a:lnTo>
                  <a:lnTo>
                    <a:pt x="3816" y="8001"/>
                  </a:lnTo>
                  <a:lnTo>
                    <a:pt x="0" y="11818"/>
                  </a:lnTo>
                  <a:lnTo>
                    <a:pt x="8237" y="11818"/>
                  </a:lnTo>
                  <a:lnTo>
                    <a:pt x="12176" y="15757"/>
                  </a:lnTo>
                  <a:lnTo>
                    <a:pt x="11818" y="16115"/>
                  </a:lnTo>
                  <a:lnTo>
                    <a:pt x="7039" y="16115"/>
                  </a:lnTo>
                  <a:lnTo>
                    <a:pt x="7039" y="18980"/>
                  </a:lnTo>
                  <a:lnTo>
                    <a:pt x="10027" y="18980"/>
                  </a:lnTo>
                  <a:lnTo>
                    <a:pt x="12411" y="21364"/>
                  </a:lnTo>
                  <a:lnTo>
                    <a:pt x="14795" y="18980"/>
                  </a:lnTo>
                  <a:lnTo>
                    <a:pt x="15399" y="18980"/>
                  </a:lnTo>
                  <a:lnTo>
                    <a:pt x="16350" y="19931"/>
                  </a:lnTo>
                  <a:lnTo>
                    <a:pt x="16350" y="22561"/>
                  </a:lnTo>
                  <a:lnTo>
                    <a:pt x="21006" y="22561"/>
                  </a:lnTo>
                  <a:lnTo>
                    <a:pt x="21006" y="14325"/>
                  </a:lnTo>
                  <a:lnTo>
                    <a:pt x="18018" y="13966"/>
                  </a:lnTo>
                  <a:lnTo>
                    <a:pt x="24587" y="7397"/>
                  </a:lnTo>
                  <a:lnTo>
                    <a:pt x="24587" y="5607"/>
                  </a:lnTo>
                  <a:lnTo>
                    <a:pt x="25538" y="4655"/>
                  </a:lnTo>
                  <a:lnTo>
                    <a:pt x="27094" y="5607"/>
                  </a:lnTo>
                  <a:lnTo>
                    <a:pt x="27094" y="8237"/>
                  </a:lnTo>
                  <a:lnTo>
                    <a:pt x="33775" y="8237"/>
                  </a:lnTo>
                  <a:lnTo>
                    <a:pt x="27329" y="1791"/>
                  </a:lnTo>
                  <a:lnTo>
                    <a:pt x="25538" y="1791"/>
                  </a:lnTo>
                  <a:lnTo>
                    <a:pt x="23748" y="0"/>
                  </a:lnTo>
                  <a:lnTo>
                    <a:pt x="13608" y="0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19" name="Graph element 1312"/>
            <p:cNvSpPr/>
            <p:nvPr/>
          </p:nvSpPr>
          <p:spPr>
            <a:xfrm>
              <a:off x="1001283" y="1463668"/>
              <a:ext cx="8237" cy="18796"/>
            </a:xfrm>
            <a:custGeom>
              <a:avLst/>
              <a:gdLst/>
              <a:ahLst/>
              <a:cxnLst/>
              <a:rect l="0" t="0" r="r" b="b"/>
              <a:pathLst>
                <a:path w="8237" h="18796" stroke="0" extrusionOk="0">
                  <a:moveTo>
                    <a:pt x="7582" y="0"/>
                  </a:moveTo>
                  <a:lnTo>
                    <a:pt x="1791" y="5791"/>
                  </a:lnTo>
                  <a:lnTo>
                    <a:pt x="1791" y="7582"/>
                  </a:lnTo>
                  <a:lnTo>
                    <a:pt x="0" y="9372"/>
                  </a:lnTo>
                  <a:lnTo>
                    <a:pt x="0" y="14140"/>
                  </a:lnTo>
                  <a:lnTo>
                    <a:pt x="4655" y="18796"/>
                  </a:lnTo>
                  <a:lnTo>
                    <a:pt x="4655" y="10559"/>
                  </a:lnTo>
                  <a:lnTo>
                    <a:pt x="8237" y="6978"/>
                  </a:lnTo>
                  <a:lnTo>
                    <a:pt x="8237" y="3397"/>
                  </a:lnTo>
                  <a:lnTo>
                    <a:pt x="7582" y="0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20" name="Graph element 1313"/>
            <p:cNvSpPr/>
            <p:nvPr/>
          </p:nvSpPr>
          <p:spPr>
            <a:xfrm>
              <a:off x="1090576" y="1461457"/>
              <a:ext cx="13424" cy="9608"/>
            </a:xfrm>
            <a:custGeom>
              <a:avLst/>
              <a:gdLst/>
              <a:ahLst/>
              <a:cxnLst/>
              <a:rect l="0" t="0" r="r" b="b"/>
              <a:pathLst>
                <a:path w="13424" h="9608" stroke="0" extrusionOk="0">
                  <a:moveTo>
                    <a:pt x="0" y="0"/>
                  </a:moveTo>
                  <a:lnTo>
                    <a:pt x="3816" y="3816"/>
                  </a:lnTo>
                  <a:lnTo>
                    <a:pt x="3816" y="6446"/>
                  </a:lnTo>
                  <a:lnTo>
                    <a:pt x="6446" y="6446"/>
                  </a:lnTo>
                  <a:lnTo>
                    <a:pt x="8237" y="8237"/>
                  </a:lnTo>
                  <a:lnTo>
                    <a:pt x="10027" y="8237"/>
                  </a:lnTo>
                  <a:lnTo>
                    <a:pt x="11398" y="9608"/>
                  </a:lnTo>
                  <a:lnTo>
                    <a:pt x="13424" y="7582"/>
                  </a:lnTo>
                  <a:lnTo>
                    <a:pt x="12053" y="6211"/>
                  </a:lnTo>
                  <a:lnTo>
                    <a:pt x="12053" y="3581"/>
                  </a:lnTo>
                  <a:lnTo>
                    <a:pt x="9423" y="3581"/>
                  </a:lnTo>
                  <a:lnTo>
                    <a:pt x="584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21" name="Graph element 1314"/>
            <p:cNvSpPr/>
            <p:nvPr/>
          </p:nvSpPr>
          <p:spPr>
            <a:xfrm>
              <a:off x="929660" y="1461099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22" name="Graph element 1315"/>
            <p:cNvSpPr/>
            <p:nvPr/>
          </p:nvSpPr>
          <p:spPr>
            <a:xfrm>
              <a:off x="1006655" y="1457518"/>
              <a:ext cx="4236" cy="4594"/>
            </a:xfrm>
            <a:custGeom>
              <a:avLst/>
              <a:gdLst/>
              <a:ahLst/>
              <a:cxnLst/>
              <a:rect l="0" t="0" r="r" b="b"/>
              <a:pathLst>
                <a:path w="4236" h="4594" stroke="0" extrusionOk="0">
                  <a:moveTo>
                    <a:pt x="0" y="2384"/>
                  </a:moveTo>
                  <a:lnTo>
                    <a:pt x="2210" y="4594"/>
                  </a:lnTo>
                  <a:lnTo>
                    <a:pt x="4236" y="2568"/>
                  </a:lnTo>
                  <a:lnTo>
                    <a:pt x="2865" y="1197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2384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23" name="Graph element 1316"/>
            <p:cNvSpPr/>
            <p:nvPr/>
          </p:nvSpPr>
          <p:spPr>
            <a:xfrm>
              <a:off x="1165779" y="1450479"/>
              <a:ext cx="19215" cy="19809"/>
            </a:xfrm>
            <a:custGeom>
              <a:avLst/>
              <a:gdLst/>
              <a:ahLst/>
              <a:cxnLst/>
              <a:rect l="0" t="0" r="r" b="b"/>
              <a:pathLst>
                <a:path w="19215" h="19809" stroke="0" extrusionOk="0">
                  <a:moveTo>
                    <a:pt x="19215" y="0"/>
                  </a:moveTo>
                  <a:lnTo>
                    <a:pt x="15399" y="3816"/>
                  </a:lnTo>
                  <a:lnTo>
                    <a:pt x="9188" y="3816"/>
                  </a:lnTo>
                  <a:lnTo>
                    <a:pt x="9188" y="6446"/>
                  </a:lnTo>
                  <a:lnTo>
                    <a:pt x="8237" y="7397"/>
                  </a:lnTo>
                  <a:lnTo>
                    <a:pt x="6446" y="7397"/>
                  </a:lnTo>
                  <a:lnTo>
                    <a:pt x="0" y="13844"/>
                  </a:lnTo>
                  <a:lnTo>
                    <a:pt x="4655" y="13844"/>
                  </a:lnTo>
                  <a:lnTo>
                    <a:pt x="8237" y="17425"/>
                  </a:lnTo>
                  <a:lnTo>
                    <a:pt x="11818" y="17425"/>
                  </a:lnTo>
                  <a:lnTo>
                    <a:pt x="14202" y="19809"/>
                  </a:lnTo>
                  <a:lnTo>
                    <a:pt x="17425" y="16586"/>
                  </a:lnTo>
                  <a:lnTo>
                    <a:pt x="17425" y="14795"/>
                  </a:lnTo>
                  <a:lnTo>
                    <a:pt x="19215" y="13004"/>
                  </a:lnTo>
                  <a:lnTo>
                    <a:pt x="19215" y="0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24" name="Graph element 1317"/>
            <p:cNvSpPr/>
            <p:nvPr/>
          </p:nvSpPr>
          <p:spPr>
            <a:xfrm>
              <a:off x="1198664" y="1451134"/>
              <a:ext cx="4236" cy="4594"/>
            </a:xfrm>
            <a:custGeom>
              <a:avLst/>
              <a:gdLst/>
              <a:ahLst/>
              <a:cxnLst/>
              <a:rect l="0" t="0" r="r" b="b"/>
              <a:pathLst>
                <a:path w="4236" h="4594" stroke="0" extrusionOk="0">
                  <a:moveTo>
                    <a:pt x="1371" y="3397"/>
                  </a:moveTo>
                  <a:lnTo>
                    <a:pt x="1371" y="4594"/>
                  </a:lnTo>
                  <a:lnTo>
                    <a:pt x="4236" y="4594"/>
                  </a:lnTo>
                  <a:lnTo>
                    <a:pt x="4236" y="2210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371" y="3397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25" name="Graph element 1318"/>
            <p:cNvSpPr/>
            <p:nvPr/>
          </p:nvSpPr>
          <p:spPr>
            <a:xfrm>
              <a:off x="1089020" y="1448924"/>
              <a:ext cx="8830" cy="10620"/>
            </a:xfrm>
            <a:custGeom>
              <a:avLst/>
              <a:gdLst/>
              <a:ahLst/>
              <a:cxnLst/>
              <a:rect l="0" t="0" r="r" b="b"/>
              <a:pathLst>
                <a:path w="8830" h="10620" stroke="0" extrusionOk="0">
                  <a:moveTo>
                    <a:pt x="0" y="0"/>
                  </a:moveTo>
                  <a:lnTo>
                    <a:pt x="0" y="7397"/>
                  </a:lnTo>
                  <a:lnTo>
                    <a:pt x="3223" y="10620"/>
                  </a:lnTo>
                  <a:lnTo>
                    <a:pt x="8830" y="5014"/>
                  </a:lnTo>
                  <a:lnTo>
                    <a:pt x="381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26" name="Graph element 1319"/>
            <p:cNvSpPr/>
            <p:nvPr/>
          </p:nvSpPr>
          <p:spPr>
            <a:xfrm>
              <a:off x="795133" y="1448924"/>
              <a:ext cx="21241" cy="6446"/>
            </a:xfrm>
            <a:custGeom>
              <a:avLst/>
              <a:gdLst/>
              <a:ahLst/>
              <a:cxnLst/>
              <a:rect l="0" t="0" r="r" b="b"/>
              <a:pathLst>
                <a:path w="21241" h="6446" stroke="0" extrusionOk="0">
                  <a:moveTo>
                    <a:pt x="8237" y="0"/>
                  </a:moveTo>
                  <a:lnTo>
                    <a:pt x="6446" y="1791"/>
                  </a:lnTo>
                  <a:lnTo>
                    <a:pt x="4655" y="1791"/>
                  </a:lnTo>
                  <a:lnTo>
                    <a:pt x="0" y="6446"/>
                  </a:lnTo>
                  <a:lnTo>
                    <a:pt x="11214" y="6446"/>
                  </a:lnTo>
                  <a:lnTo>
                    <a:pt x="13004" y="4655"/>
                  </a:lnTo>
                  <a:lnTo>
                    <a:pt x="16586" y="4655"/>
                  </a:lnTo>
                  <a:lnTo>
                    <a:pt x="21241" y="0"/>
                  </a:lnTo>
                  <a:lnTo>
                    <a:pt x="8237" y="0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27" name="Graph element 1320"/>
            <p:cNvSpPr/>
            <p:nvPr/>
          </p:nvSpPr>
          <p:spPr>
            <a:xfrm>
              <a:off x="1063953" y="1446540"/>
              <a:ext cx="24352" cy="30317"/>
            </a:xfrm>
            <a:custGeom>
              <a:avLst/>
              <a:gdLst/>
              <a:ahLst/>
              <a:cxnLst/>
              <a:rect l="0" t="0" r="r" b="b"/>
              <a:pathLst>
                <a:path w="24352" h="30317" stroke="0" extrusionOk="0">
                  <a:moveTo>
                    <a:pt x="17548" y="0"/>
                  </a:moveTo>
                  <a:lnTo>
                    <a:pt x="13373" y="4174"/>
                  </a:lnTo>
                  <a:lnTo>
                    <a:pt x="11582" y="4174"/>
                  </a:lnTo>
                  <a:lnTo>
                    <a:pt x="9792" y="5965"/>
                  </a:lnTo>
                  <a:lnTo>
                    <a:pt x="8001" y="5965"/>
                  </a:lnTo>
                  <a:lnTo>
                    <a:pt x="1791" y="12176"/>
                  </a:lnTo>
                  <a:lnTo>
                    <a:pt x="1791" y="13966"/>
                  </a:lnTo>
                  <a:lnTo>
                    <a:pt x="0" y="15757"/>
                  </a:lnTo>
                  <a:lnTo>
                    <a:pt x="0" y="24945"/>
                  </a:lnTo>
                  <a:lnTo>
                    <a:pt x="7397" y="24945"/>
                  </a:lnTo>
                  <a:lnTo>
                    <a:pt x="11818" y="20525"/>
                  </a:lnTo>
                  <a:lnTo>
                    <a:pt x="11818" y="17548"/>
                  </a:lnTo>
                  <a:lnTo>
                    <a:pt x="10027" y="15757"/>
                  </a:lnTo>
                  <a:lnTo>
                    <a:pt x="10385" y="14795"/>
                  </a:lnTo>
                  <a:lnTo>
                    <a:pt x="11582" y="15992"/>
                  </a:lnTo>
                  <a:lnTo>
                    <a:pt x="15164" y="15992"/>
                  </a:lnTo>
                  <a:lnTo>
                    <a:pt x="15522" y="16350"/>
                  </a:lnTo>
                  <a:lnTo>
                    <a:pt x="12534" y="16708"/>
                  </a:lnTo>
                  <a:lnTo>
                    <a:pt x="12534" y="24106"/>
                  </a:lnTo>
                  <a:lnTo>
                    <a:pt x="13731" y="25303"/>
                  </a:lnTo>
                  <a:lnTo>
                    <a:pt x="11941" y="27094"/>
                  </a:lnTo>
                  <a:lnTo>
                    <a:pt x="15164" y="30317"/>
                  </a:lnTo>
                  <a:lnTo>
                    <a:pt x="18141" y="30317"/>
                  </a:lnTo>
                  <a:lnTo>
                    <a:pt x="22561" y="25896"/>
                  </a:lnTo>
                  <a:lnTo>
                    <a:pt x="22561" y="24106"/>
                  </a:lnTo>
                  <a:lnTo>
                    <a:pt x="24352" y="22315"/>
                  </a:lnTo>
                  <a:lnTo>
                    <a:pt x="24352" y="8595"/>
                  </a:lnTo>
                  <a:lnTo>
                    <a:pt x="22561" y="6804"/>
                  </a:lnTo>
                  <a:lnTo>
                    <a:pt x="22561" y="5014"/>
                  </a:lnTo>
                  <a:lnTo>
                    <a:pt x="17548" y="0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28" name="Graph element 1321"/>
            <p:cNvSpPr/>
            <p:nvPr/>
          </p:nvSpPr>
          <p:spPr>
            <a:xfrm>
              <a:off x="913310" y="1439971"/>
              <a:ext cx="15992" cy="4655"/>
            </a:xfrm>
            <a:custGeom>
              <a:avLst/>
              <a:gdLst/>
              <a:ahLst/>
              <a:cxnLst/>
              <a:rect l="0" t="0" r="r" b="b"/>
              <a:pathLst>
                <a:path w="15992" h="4655" stroke="0" extrusionOk="0">
                  <a:moveTo>
                    <a:pt x="0" y="0"/>
                  </a:moveTo>
                  <a:lnTo>
                    <a:pt x="4655" y="4655"/>
                  </a:lnTo>
                  <a:lnTo>
                    <a:pt x="15992" y="4655"/>
                  </a:lnTo>
                  <a:lnTo>
                    <a:pt x="15992" y="1791"/>
                  </a:lnTo>
                  <a:lnTo>
                    <a:pt x="11214" y="1791"/>
                  </a:lnTo>
                  <a:lnTo>
                    <a:pt x="942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29" name="Graph element 1322"/>
            <p:cNvSpPr/>
            <p:nvPr/>
          </p:nvSpPr>
          <p:spPr>
            <a:xfrm>
              <a:off x="653914" y="1438180"/>
              <a:ext cx="40467" cy="40467"/>
            </a:xfrm>
            <a:custGeom>
              <a:avLst/>
              <a:gdLst/>
              <a:ahLst/>
              <a:cxnLst/>
              <a:rect l="0" t="0" r="r" b="b"/>
              <a:pathLst>
                <a:path w="40467" h="40467" stroke="0" extrusionOk="0">
                  <a:moveTo>
                    <a:pt x="16115" y="0"/>
                  </a:moveTo>
                  <a:lnTo>
                    <a:pt x="16115" y="10979"/>
                  </a:lnTo>
                  <a:lnTo>
                    <a:pt x="17312" y="12176"/>
                  </a:lnTo>
                  <a:lnTo>
                    <a:pt x="15164" y="14325"/>
                  </a:lnTo>
                  <a:lnTo>
                    <a:pt x="13373" y="14325"/>
                  </a:lnTo>
                  <a:lnTo>
                    <a:pt x="11582" y="16115"/>
                  </a:lnTo>
                  <a:lnTo>
                    <a:pt x="9792" y="16115"/>
                  </a:lnTo>
                  <a:lnTo>
                    <a:pt x="3581" y="22326"/>
                  </a:lnTo>
                  <a:lnTo>
                    <a:pt x="3581" y="24116"/>
                  </a:lnTo>
                  <a:lnTo>
                    <a:pt x="1791" y="25907"/>
                  </a:lnTo>
                  <a:lnTo>
                    <a:pt x="1791" y="27698"/>
                  </a:lnTo>
                  <a:lnTo>
                    <a:pt x="0" y="29488"/>
                  </a:lnTo>
                  <a:lnTo>
                    <a:pt x="0" y="38676"/>
                  </a:lnTo>
                  <a:lnTo>
                    <a:pt x="2630" y="38676"/>
                  </a:lnTo>
                  <a:lnTo>
                    <a:pt x="4420" y="40467"/>
                  </a:lnTo>
                  <a:lnTo>
                    <a:pt x="16350" y="40467"/>
                  </a:lnTo>
                  <a:lnTo>
                    <a:pt x="18141" y="38676"/>
                  </a:lnTo>
                  <a:lnTo>
                    <a:pt x="19931" y="38676"/>
                  </a:lnTo>
                  <a:lnTo>
                    <a:pt x="21722" y="36886"/>
                  </a:lnTo>
                  <a:lnTo>
                    <a:pt x="23513" y="36886"/>
                  </a:lnTo>
                  <a:lnTo>
                    <a:pt x="29723" y="30675"/>
                  </a:lnTo>
                  <a:lnTo>
                    <a:pt x="29723" y="28884"/>
                  </a:lnTo>
                  <a:lnTo>
                    <a:pt x="32465" y="26142"/>
                  </a:lnTo>
                  <a:lnTo>
                    <a:pt x="40467" y="26142"/>
                  </a:lnTo>
                  <a:lnTo>
                    <a:pt x="40467" y="22326"/>
                  </a:lnTo>
                  <a:lnTo>
                    <a:pt x="31514" y="13373"/>
                  </a:lnTo>
                  <a:lnTo>
                    <a:pt x="31514" y="11582"/>
                  </a:lnTo>
                  <a:lnTo>
                    <a:pt x="29723" y="9792"/>
                  </a:lnTo>
                  <a:lnTo>
                    <a:pt x="29723" y="8001"/>
                  </a:lnTo>
                  <a:lnTo>
                    <a:pt x="21722" y="0"/>
                  </a:lnTo>
                  <a:lnTo>
                    <a:pt x="16115" y="0"/>
                  </a:lnTo>
                  <a:close/>
                  <a:moveTo>
                    <a:pt x="18980" y="15164"/>
                  </a:moveTo>
                  <a:lnTo>
                    <a:pt x="19931" y="13608"/>
                  </a:lnTo>
                  <a:lnTo>
                    <a:pt x="27698" y="13608"/>
                  </a:lnTo>
                  <a:lnTo>
                    <a:pt x="32230" y="18141"/>
                  </a:lnTo>
                  <a:lnTo>
                    <a:pt x="32230" y="22326"/>
                  </a:lnTo>
                  <a:lnTo>
                    <a:pt x="29488" y="25068"/>
                  </a:lnTo>
                  <a:lnTo>
                    <a:pt x="28884" y="25068"/>
                  </a:lnTo>
                  <a:lnTo>
                    <a:pt x="25303" y="21487"/>
                  </a:lnTo>
                  <a:lnTo>
                    <a:pt x="23513" y="21487"/>
                  </a:lnTo>
                  <a:lnTo>
                    <a:pt x="20771" y="18745"/>
                  </a:lnTo>
                  <a:lnTo>
                    <a:pt x="20771" y="16954"/>
                  </a:lnTo>
                  <a:lnTo>
                    <a:pt x="18980" y="15164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30" name="Graph element 1323"/>
            <p:cNvSpPr/>
            <p:nvPr/>
          </p:nvSpPr>
          <p:spPr>
            <a:xfrm>
              <a:off x="1001283" y="1437822"/>
              <a:ext cx="4236" cy="11756"/>
            </a:xfrm>
            <a:custGeom>
              <a:avLst/>
              <a:gdLst/>
              <a:ahLst/>
              <a:cxnLst/>
              <a:rect l="0" t="0" r="r" b="b"/>
              <a:pathLst>
                <a:path w="4236" h="11756" stroke="0" extrusionOk="0">
                  <a:moveTo>
                    <a:pt x="0" y="9546"/>
                  </a:moveTo>
                  <a:lnTo>
                    <a:pt x="2210" y="11756"/>
                  </a:lnTo>
                  <a:lnTo>
                    <a:pt x="4236" y="9730"/>
                  </a:lnTo>
                  <a:lnTo>
                    <a:pt x="2865" y="8359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9546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31" name="Graph element 1324"/>
            <p:cNvSpPr/>
            <p:nvPr/>
          </p:nvSpPr>
          <p:spPr>
            <a:xfrm>
              <a:off x="1074103" y="1428992"/>
              <a:ext cx="15573" cy="17425"/>
            </a:xfrm>
            <a:custGeom>
              <a:avLst/>
              <a:gdLst/>
              <a:ahLst/>
              <a:cxnLst/>
              <a:rect l="0" t="0" r="r" b="b"/>
              <a:pathLst>
                <a:path w="15573" h="17425" stroke="0" extrusionOk="0">
                  <a:moveTo>
                    <a:pt x="14202" y="0"/>
                  </a:moveTo>
                  <a:lnTo>
                    <a:pt x="9546" y="4655"/>
                  </a:lnTo>
                  <a:lnTo>
                    <a:pt x="9188" y="6804"/>
                  </a:lnTo>
                  <a:lnTo>
                    <a:pt x="5965" y="3581"/>
                  </a:lnTo>
                  <a:lnTo>
                    <a:pt x="5965" y="8237"/>
                  </a:lnTo>
                  <a:lnTo>
                    <a:pt x="0" y="14202"/>
                  </a:lnTo>
                  <a:lnTo>
                    <a:pt x="3223" y="17425"/>
                  </a:lnTo>
                  <a:lnTo>
                    <a:pt x="8830" y="17425"/>
                  </a:lnTo>
                  <a:lnTo>
                    <a:pt x="8830" y="13004"/>
                  </a:lnTo>
                  <a:lnTo>
                    <a:pt x="9781" y="12053"/>
                  </a:lnTo>
                  <a:lnTo>
                    <a:pt x="10385" y="12053"/>
                  </a:lnTo>
                  <a:lnTo>
                    <a:pt x="13547" y="15215"/>
                  </a:lnTo>
                  <a:lnTo>
                    <a:pt x="15573" y="13189"/>
                  </a:lnTo>
                  <a:lnTo>
                    <a:pt x="14202" y="11818"/>
                  </a:lnTo>
                  <a:lnTo>
                    <a:pt x="14202" y="0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32" name="Graph element 1325"/>
            <p:cNvSpPr/>
            <p:nvPr/>
          </p:nvSpPr>
          <p:spPr>
            <a:xfrm>
              <a:off x="1001702" y="1427856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33" name="Graph element 1326"/>
            <p:cNvSpPr/>
            <p:nvPr/>
          </p:nvSpPr>
          <p:spPr>
            <a:xfrm>
              <a:off x="932883" y="1427079"/>
              <a:ext cx="30081" cy="24710"/>
            </a:xfrm>
            <a:custGeom>
              <a:avLst/>
              <a:gdLst/>
              <a:ahLst/>
              <a:cxnLst/>
              <a:rect l="0" t="0" r="r" b="b"/>
              <a:pathLst>
                <a:path w="30081" h="24710" stroke="0" extrusionOk="0">
                  <a:moveTo>
                    <a:pt x="16473" y="0"/>
                  </a:moveTo>
                  <a:lnTo>
                    <a:pt x="16473" y="2384"/>
                  </a:lnTo>
                  <a:lnTo>
                    <a:pt x="18264" y="4174"/>
                  </a:lnTo>
                  <a:lnTo>
                    <a:pt x="18264" y="6569"/>
                  </a:lnTo>
                  <a:lnTo>
                    <a:pt x="11941" y="12892"/>
                  </a:lnTo>
                  <a:lnTo>
                    <a:pt x="10150" y="12892"/>
                  </a:lnTo>
                  <a:lnTo>
                    <a:pt x="8359" y="14683"/>
                  </a:lnTo>
                  <a:lnTo>
                    <a:pt x="4778" y="14683"/>
                  </a:lnTo>
                  <a:lnTo>
                    <a:pt x="3581" y="15880"/>
                  </a:lnTo>
                  <a:lnTo>
                    <a:pt x="2384" y="14683"/>
                  </a:lnTo>
                  <a:lnTo>
                    <a:pt x="0" y="14683"/>
                  </a:lnTo>
                  <a:lnTo>
                    <a:pt x="0" y="17548"/>
                  </a:lnTo>
                  <a:lnTo>
                    <a:pt x="1197" y="17548"/>
                  </a:lnTo>
                  <a:lnTo>
                    <a:pt x="6569" y="22919"/>
                  </a:lnTo>
                  <a:lnTo>
                    <a:pt x="8359" y="22919"/>
                  </a:lnTo>
                  <a:lnTo>
                    <a:pt x="10150" y="24710"/>
                  </a:lnTo>
                  <a:lnTo>
                    <a:pt x="23871" y="24710"/>
                  </a:lnTo>
                  <a:lnTo>
                    <a:pt x="30081" y="18499"/>
                  </a:lnTo>
                  <a:lnTo>
                    <a:pt x="30081" y="11941"/>
                  </a:lnTo>
                  <a:lnTo>
                    <a:pt x="28291" y="10150"/>
                  </a:lnTo>
                  <a:lnTo>
                    <a:pt x="28291" y="8359"/>
                  </a:lnTo>
                  <a:lnTo>
                    <a:pt x="23871" y="3939"/>
                  </a:lnTo>
                  <a:lnTo>
                    <a:pt x="22080" y="3939"/>
                  </a:lnTo>
                  <a:lnTo>
                    <a:pt x="19338" y="1197"/>
                  </a:lnTo>
                  <a:lnTo>
                    <a:pt x="16473" y="0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34" name="Graph element 1327"/>
            <p:cNvSpPr/>
            <p:nvPr/>
          </p:nvSpPr>
          <p:spPr>
            <a:xfrm>
              <a:off x="836551" y="1423856"/>
              <a:ext cx="15992" cy="26142"/>
            </a:xfrm>
            <a:custGeom>
              <a:avLst/>
              <a:gdLst/>
              <a:ahLst/>
              <a:cxnLst/>
              <a:rect l="0" t="0" r="r" b="b"/>
              <a:pathLst>
                <a:path w="15992" h="26142" stroke="0" extrusionOk="0">
                  <a:moveTo>
                    <a:pt x="9792" y="0"/>
                  </a:moveTo>
                  <a:lnTo>
                    <a:pt x="1791" y="8001"/>
                  </a:lnTo>
                  <a:lnTo>
                    <a:pt x="1791" y="13373"/>
                  </a:lnTo>
                  <a:lnTo>
                    <a:pt x="0" y="15164"/>
                  </a:lnTo>
                  <a:lnTo>
                    <a:pt x="0" y="19931"/>
                  </a:lnTo>
                  <a:lnTo>
                    <a:pt x="1791" y="21722"/>
                  </a:lnTo>
                  <a:lnTo>
                    <a:pt x="1791" y="26142"/>
                  </a:lnTo>
                  <a:lnTo>
                    <a:pt x="5607" y="26142"/>
                  </a:lnTo>
                  <a:lnTo>
                    <a:pt x="13608" y="18141"/>
                  </a:lnTo>
                  <a:lnTo>
                    <a:pt x="13608" y="10979"/>
                  </a:lnTo>
                  <a:lnTo>
                    <a:pt x="15992" y="8595"/>
                  </a:lnTo>
                  <a:lnTo>
                    <a:pt x="13608" y="6211"/>
                  </a:lnTo>
                  <a:lnTo>
                    <a:pt x="13608" y="0"/>
                  </a:lnTo>
                  <a:lnTo>
                    <a:pt x="9792" y="0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35" name="Graph element 1328"/>
            <p:cNvSpPr/>
            <p:nvPr/>
          </p:nvSpPr>
          <p:spPr>
            <a:xfrm>
              <a:off x="755740" y="1423856"/>
              <a:ext cx="14202" cy="4655"/>
            </a:xfrm>
            <a:custGeom>
              <a:avLst/>
              <a:gdLst/>
              <a:ahLst/>
              <a:cxnLst/>
              <a:rect l="0" t="0" r="r" b="b"/>
              <a:pathLst>
                <a:path w="14202" h="4655" stroke="0" extrusionOk="0">
                  <a:moveTo>
                    <a:pt x="0" y="0"/>
                  </a:moveTo>
                  <a:lnTo>
                    <a:pt x="4655" y="4655"/>
                  </a:lnTo>
                  <a:lnTo>
                    <a:pt x="14202" y="4655"/>
                  </a:lnTo>
                  <a:lnTo>
                    <a:pt x="14202" y="1791"/>
                  </a:lnTo>
                  <a:lnTo>
                    <a:pt x="13004" y="1791"/>
                  </a:lnTo>
                  <a:lnTo>
                    <a:pt x="1121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36" name="Graph element 1329"/>
            <p:cNvSpPr/>
            <p:nvPr/>
          </p:nvSpPr>
          <p:spPr>
            <a:xfrm>
              <a:off x="811483" y="1421472"/>
              <a:ext cx="10027" cy="24945"/>
            </a:xfrm>
            <a:custGeom>
              <a:avLst/>
              <a:gdLst/>
              <a:ahLst/>
              <a:cxnLst/>
              <a:rect l="0" t="0" r="r" b="b"/>
              <a:pathLst>
                <a:path w="10027" h="24945" stroke="0" extrusionOk="0">
                  <a:moveTo>
                    <a:pt x="5014" y="0"/>
                  </a:moveTo>
                  <a:lnTo>
                    <a:pt x="1791" y="3223"/>
                  </a:lnTo>
                  <a:lnTo>
                    <a:pt x="1791" y="5014"/>
                  </a:lnTo>
                  <a:lnTo>
                    <a:pt x="0" y="6804"/>
                  </a:lnTo>
                  <a:lnTo>
                    <a:pt x="0" y="16944"/>
                  </a:lnTo>
                  <a:lnTo>
                    <a:pt x="1791" y="18734"/>
                  </a:lnTo>
                  <a:lnTo>
                    <a:pt x="1791" y="20525"/>
                  </a:lnTo>
                  <a:lnTo>
                    <a:pt x="3581" y="22315"/>
                  </a:lnTo>
                  <a:lnTo>
                    <a:pt x="3581" y="24945"/>
                  </a:lnTo>
                  <a:lnTo>
                    <a:pt x="8237" y="24945"/>
                  </a:lnTo>
                  <a:lnTo>
                    <a:pt x="8237" y="22315"/>
                  </a:lnTo>
                  <a:lnTo>
                    <a:pt x="10027" y="20525"/>
                  </a:lnTo>
                  <a:lnTo>
                    <a:pt x="10027" y="6804"/>
                  </a:lnTo>
                  <a:lnTo>
                    <a:pt x="8237" y="5014"/>
                  </a:lnTo>
                  <a:lnTo>
                    <a:pt x="8237" y="3223"/>
                  </a:lnTo>
                  <a:lnTo>
                    <a:pt x="5014" y="0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37" name="Graph element 1330"/>
            <p:cNvSpPr/>
            <p:nvPr/>
          </p:nvSpPr>
          <p:spPr>
            <a:xfrm>
              <a:off x="951147" y="1419916"/>
              <a:ext cx="2865" cy="3581"/>
            </a:xfrm>
            <a:custGeom>
              <a:avLst/>
              <a:gdLst/>
              <a:ahLst/>
              <a:cxnLst/>
              <a:rect l="0" t="0" r="r" b="b"/>
              <a:pathLst>
                <a:path w="2865" h="3581" stroke="0" extrusionOk="0">
                  <a:moveTo>
                    <a:pt x="0" y="3581"/>
                  </a:moveTo>
                  <a:lnTo>
                    <a:pt x="2865" y="358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38" name="Graph element 1331"/>
            <p:cNvSpPr/>
            <p:nvPr/>
          </p:nvSpPr>
          <p:spPr>
            <a:xfrm>
              <a:off x="1157062" y="1414903"/>
              <a:ext cx="74487" cy="40467"/>
            </a:xfrm>
            <a:custGeom>
              <a:avLst/>
              <a:gdLst/>
              <a:ahLst/>
              <a:cxnLst/>
              <a:rect l="0" t="0" r="r" b="b"/>
              <a:pathLst>
                <a:path w="74487" h="40467" stroke="0" extrusionOk="0">
                  <a:moveTo>
                    <a:pt x="9792" y="0"/>
                  </a:moveTo>
                  <a:lnTo>
                    <a:pt x="8001" y="1791"/>
                  </a:lnTo>
                  <a:lnTo>
                    <a:pt x="6211" y="1791"/>
                  </a:lnTo>
                  <a:lnTo>
                    <a:pt x="2630" y="5372"/>
                  </a:lnTo>
                  <a:lnTo>
                    <a:pt x="0" y="5372"/>
                  </a:lnTo>
                  <a:lnTo>
                    <a:pt x="0" y="10027"/>
                  </a:lnTo>
                  <a:lnTo>
                    <a:pt x="9792" y="10027"/>
                  </a:lnTo>
                  <a:lnTo>
                    <a:pt x="13373" y="13608"/>
                  </a:lnTo>
                  <a:lnTo>
                    <a:pt x="15164" y="13608"/>
                  </a:lnTo>
                  <a:lnTo>
                    <a:pt x="16954" y="15399"/>
                  </a:lnTo>
                  <a:lnTo>
                    <a:pt x="22326" y="15399"/>
                  </a:lnTo>
                  <a:lnTo>
                    <a:pt x="23277" y="16350"/>
                  </a:lnTo>
                  <a:lnTo>
                    <a:pt x="23277" y="16954"/>
                  </a:lnTo>
                  <a:lnTo>
                    <a:pt x="21487" y="18745"/>
                  </a:lnTo>
                  <a:lnTo>
                    <a:pt x="21487" y="27094"/>
                  </a:lnTo>
                  <a:lnTo>
                    <a:pt x="25068" y="30675"/>
                  </a:lnTo>
                  <a:lnTo>
                    <a:pt x="25068" y="32465"/>
                  </a:lnTo>
                  <a:lnTo>
                    <a:pt x="26858" y="34256"/>
                  </a:lnTo>
                  <a:lnTo>
                    <a:pt x="26858" y="38911"/>
                  </a:lnTo>
                  <a:lnTo>
                    <a:pt x="33304" y="32465"/>
                  </a:lnTo>
                  <a:lnTo>
                    <a:pt x="33304" y="30675"/>
                  </a:lnTo>
                  <a:lnTo>
                    <a:pt x="34256" y="29723"/>
                  </a:lnTo>
                  <a:lnTo>
                    <a:pt x="34860" y="29723"/>
                  </a:lnTo>
                  <a:lnTo>
                    <a:pt x="37602" y="32465"/>
                  </a:lnTo>
                  <a:lnTo>
                    <a:pt x="37602" y="35095"/>
                  </a:lnTo>
                  <a:lnTo>
                    <a:pt x="42257" y="35095"/>
                  </a:lnTo>
                  <a:lnTo>
                    <a:pt x="42257" y="27094"/>
                  </a:lnTo>
                  <a:lnTo>
                    <a:pt x="43813" y="26142"/>
                  </a:lnTo>
                  <a:lnTo>
                    <a:pt x="44764" y="27094"/>
                  </a:lnTo>
                  <a:lnTo>
                    <a:pt x="44764" y="30675"/>
                  </a:lnTo>
                  <a:lnTo>
                    <a:pt x="46555" y="32465"/>
                  </a:lnTo>
                  <a:lnTo>
                    <a:pt x="46555" y="37837"/>
                  </a:lnTo>
                  <a:lnTo>
                    <a:pt x="49184" y="40467"/>
                  </a:lnTo>
                  <a:lnTo>
                    <a:pt x="57533" y="40467"/>
                  </a:lnTo>
                  <a:lnTo>
                    <a:pt x="59324" y="38676"/>
                  </a:lnTo>
                  <a:lnTo>
                    <a:pt x="62905" y="38676"/>
                  </a:lnTo>
                  <a:lnTo>
                    <a:pt x="66486" y="35095"/>
                  </a:lnTo>
                  <a:lnTo>
                    <a:pt x="69116" y="35095"/>
                  </a:lnTo>
                  <a:lnTo>
                    <a:pt x="69116" y="32465"/>
                  </a:lnTo>
                  <a:lnTo>
                    <a:pt x="72697" y="28884"/>
                  </a:lnTo>
                  <a:lnTo>
                    <a:pt x="72697" y="27094"/>
                  </a:lnTo>
                  <a:lnTo>
                    <a:pt x="74487" y="25303"/>
                  </a:lnTo>
                  <a:lnTo>
                    <a:pt x="74487" y="16954"/>
                  </a:lnTo>
                  <a:lnTo>
                    <a:pt x="71858" y="14325"/>
                  </a:lnTo>
                  <a:lnTo>
                    <a:pt x="70067" y="14325"/>
                  </a:lnTo>
                  <a:lnTo>
                    <a:pt x="68277" y="12534"/>
                  </a:lnTo>
                  <a:lnTo>
                    <a:pt x="56347" y="12534"/>
                  </a:lnTo>
                  <a:lnTo>
                    <a:pt x="54556" y="14325"/>
                  </a:lnTo>
                  <a:lnTo>
                    <a:pt x="52765" y="14325"/>
                  </a:lnTo>
                  <a:lnTo>
                    <a:pt x="49184" y="17906"/>
                  </a:lnTo>
                  <a:lnTo>
                    <a:pt x="46555" y="17906"/>
                  </a:lnTo>
                  <a:lnTo>
                    <a:pt x="46555" y="20535"/>
                  </a:lnTo>
                  <a:lnTo>
                    <a:pt x="43813" y="23277"/>
                  </a:lnTo>
                  <a:lnTo>
                    <a:pt x="42257" y="22326"/>
                  </a:lnTo>
                  <a:lnTo>
                    <a:pt x="42257" y="20535"/>
                  </a:lnTo>
                  <a:lnTo>
                    <a:pt x="39628" y="17906"/>
                  </a:lnTo>
                  <a:lnTo>
                    <a:pt x="35811" y="17906"/>
                  </a:lnTo>
                  <a:lnTo>
                    <a:pt x="35811" y="25907"/>
                  </a:lnTo>
                  <a:lnTo>
                    <a:pt x="34256" y="26858"/>
                  </a:lnTo>
                  <a:lnTo>
                    <a:pt x="33304" y="25907"/>
                  </a:lnTo>
                  <a:lnTo>
                    <a:pt x="33304" y="16350"/>
                  </a:lnTo>
                  <a:lnTo>
                    <a:pt x="33663" y="15992"/>
                  </a:lnTo>
                  <a:lnTo>
                    <a:pt x="34440" y="16770"/>
                  </a:lnTo>
                  <a:lnTo>
                    <a:pt x="36466" y="14744"/>
                  </a:lnTo>
                  <a:lnTo>
                    <a:pt x="33663" y="11941"/>
                  </a:lnTo>
                  <a:lnTo>
                    <a:pt x="31279" y="14325"/>
                  </a:lnTo>
                  <a:lnTo>
                    <a:pt x="25303" y="14325"/>
                  </a:lnTo>
                  <a:lnTo>
                    <a:pt x="24352" y="13373"/>
                  </a:lnTo>
                  <a:lnTo>
                    <a:pt x="24352" y="2630"/>
                  </a:lnTo>
                  <a:lnTo>
                    <a:pt x="21722" y="0"/>
                  </a:lnTo>
                  <a:lnTo>
                    <a:pt x="9792" y="0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39" name="Graph element 1332"/>
            <p:cNvSpPr/>
            <p:nvPr/>
          </p:nvSpPr>
          <p:spPr>
            <a:xfrm>
              <a:off x="829031" y="1413112"/>
              <a:ext cx="5372" cy="2865"/>
            </a:xfrm>
            <a:custGeom>
              <a:avLst/>
              <a:gdLst/>
              <a:ahLst/>
              <a:cxnLst/>
              <a:rect l="0" t="0" r="r" b="b"/>
              <a:pathLst>
                <a:path w="5372" h="2865" stroke="0" extrusionOk="0">
                  <a:moveTo>
                    <a:pt x="5372" y="2865"/>
                  </a:moveTo>
                  <a:lnTo>
                    <a:pt x="5372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5372" y="2865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40" name="Graph element 1333"/>
            <p:cNvSpPr/>
            <p:nvPr/>
          </p:nvSpPr>
          <p:spPr>
            <a:xfrm>
              <a:off x="1115521" y="1411322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41" name="Graph element 1334"/>
            <p:cNvSpPr/>
            <p:nvPr/>
          </p:nvSpPr>
          <p:spPr>
            <a:xfrm>
              <a:off x="944404" y="1411741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3581" y="5607"/>
                  </a:moveTo>
                  <a:lnTo>
                    <a:pt x="5607" y="358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3581" y="5607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42" name="Graph element 1335"/>
            <p:cNvSpPr/>
            <p:nvPr/>
          </p:nvSpPr>
          <p:spPr>
            <a:xfrm>
              <a:off x="1001283" y="1406605"/>
              <a:ext cx="11818" cy="20116"/>
            </a:xfrm>
            <a:custGeom>
              <a:avLst/>
              <a:gdLst/>
              <a:ahLst/>
              <a:cxnLst/>
              <a:rect l="0" t="0" r="r" b="b"/>
              <a:pathLst>
                <a:path w="11818" h="20116" stroke="0" extrusionOk="0">
                  <a:moveTo>
                    <a:pt x="7582" y="0"/>
                  </a:moveTo>
                  <a:lnTo>
                    <a:pt x="8953" y="1371"/>
                  </a:lnTo>
                  <a:lnTo>
                    <a:pt x="8953" y="1975"/>
                  </a:lnTo>
                  <a:lnTo>
                    <a:pt x="6211" y="4717"/>
                  </a:lnTo>
                  <a:lnTo>
                    <a:pt x="4420" y="4717"/>
                  </a:lnTo>
                  <a:lnTo>
                    <a:pt x="0" y="9137"/>
                  </a:lnTo>
                  <a:lnTo>
                    <a:pt x="0" y="20116"/>
                  </a:lnTo>
                  <a:lnTo>
                    <a:pt x="4655" y="20116"/>
                  </a:lnTo>
                  <a:lnTo>
                    <a:pt x="4655" y="13905"/>
                  </a:lnTo>
                  <a:lnTo>
                    <a:pt x="11818" y="6743"/>
                  </a:lnTo>
                  <a:lnTo>
                    <a:pt x="11818" y="184"/>
                  </a:lnTo>
                  <a:lnTo>
                    <a:pt x="7582" y="0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43" name="Graph element 1336"/>
            <p:cNvSpPr/>
            <p:nvPr/>
          </p:nvSpPr>
          <p:spPr>
            <a:xfrm>
              <a:off x="1257333" y="1402369"/>
              <a:ext cx="21364" cy="27933"/>
            </a:xfrm>
            <a:custGeom>
              <a:avLst/>
              <a:gdLst/>
              <a:ahLst/>
              <a:cxnLst/>
              <a:rect l="0" t="0" r="r" b="b"/>
              <a:pathLst>
                <a:path w="21364" h="27933" stroke="0" extrusionOk="0">
                  <a:moveTo>
                    <a:pt x="0" y="0"/>
                  </a:moveTo>
                  <a:lnTo>
                    <a:pt x="0" y="12769"/>
                  </a:lnTo>
                  <a:lnTo>
                    <a:pt x="1791" y="14560"/>
                  </a:lnTo>
                  <a:lnTo>
                    <a:pt x="1791" y="16350"/>
                  </a:lnTo>
                  <a:lnTo>
                    <a:pt x="3581" y="18141"/>
                  </a:lnTo>
                  <a:lnTo>
                    <a:pt x="3581" y="19931"/>
                  </a:lnTo>
                  <a:lnTo>
                    <a:pt x="8001" y="24352"/>
                  </a:lnTo>
                  <a:lnTo>
                    <a:pt x="9792" y="24352"/>
                  </a:lnTo>
                  <a:lnTo>
                    <a:pt x="11582" y="26142"/>
                  </a:lnTo>
                  <a:lnTo>
                    <a:pt x="13373" y="26142"/>
                  </a:lnTo>
                  <a:lnTo>
                    <a:pt x="15164" y="27933"/>
                  </a:lnTo>
                  <a:lnTo>
                    <a:pt x="18980" y="27933"/>
                  </a:lnTo>
                  <a:lnTo>
                    <a:pt x="18980" y="23513"/>
                  </a:lnTo>
                  <a:lnTo>
                    <a:pt x="21364" y="21129"/>
                  </a:lnTo>
                  <a:lnTo>
                    <a:pt x="18980" y="18745"/>
                  </a:lnTo>
                  <a:lnTo>
                    <a:pt x="18980" y="11582"/>
                  </a:lnTo>
                  <a:lnTo>
                    <a:pt x="9188" y="1791"/>
                  </a:lnTo>
                  <a:lnTo>
                    <a:pt x="7397" y="1791"/>
                  </a:lnTo>
                  <a:lnTo>
                    <a:pt x="560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44" name="Graph element 1337"/>
            <p:cNvSpPr/>
            <p:nvPr/>
          </p:nvSpPr>
          <p:spPr>
            <a:xfrm>
              <a:off x="1117669" y="1400578"/>
              <a:ext cx="13844" cy="10027"/>
            </a:xfrm>
            <a:custGeom>
              <a:avLst/>
              <a:gdLst/>
              <a:ahLst/>
              <a:cxnLst/>
              <a:rect l="0" t="0" r="r" b="b"/>
              <a:pathLst>
                <a:path w="13844" h="10027" stroke="0" extrusionOk="0">
                  <a:moveTo>
                    <a:pt x="0" y="0"/>
                  </a:moveTo>
                  <a:lnTo>
                    <a:pt x="0" y="10027"/>
                  </a:lnTo>
                  <a:lnTo>
                    <a:pt x="5607" y="10027"/>
                  </a:lnTo>
                  <a:lnTo>
                    <a:pt x="6804" y="8830"/>
                  </a:lnTo>
                  <a:lnTo>
                    <a:pt x="8001" y="10027"/>
                  </a:lnTo>
                  <a:lnTo>
                    <a:pt x="13844" y="10027"/>
                  </a:lnTo>
                  <a:lnTo>
                    <a:pt x="10027" y="6211"/>
                  </a:lnTo>
                  <a:lnTo>
                    <a:pt x="10027" y="3581"/>
                  </a:lnTo>
                  <a:lnTo>
                    <a:pt x="7397" y="3581"/>
                  </a:lnTo>
                  <a:lnTo>
                    <a:pt x="381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45" name="Graph element 1338"/>
            <p:cNvSpPr/>
            <p:nvPr/>
          </p:nvSpPr>
          <p:spPr>
            <a:xfrm>
              <a:off x="931451" y="1399207"/>
              <a:ext cx="7817" cy="10979"/>
            </a:xfrm>
            <a:custGeom>
              <a:avLst/>
              <a:gdLst/>
              <a:ahLst/>
              <a:cxnLst/>
              <a:rect l="0" t="0" r="r" b="b"/>
              <a:pathLst>
                <a:path w="7817" h="10979" stroke="0" extrusionOk="0">
                  <a:moveTo>
                    <a:pt x="5791" y="0"/>
                  </a:moveTo>
                  <a:lnTo>
                    <a:pt x="0" y="5791"/>
                  </a:lnTo>
                  <a:lnTo>
                    <a:pt x="0" y="9608"/>
                  </a:lnTo>
                  <a:lnTo>
                    <a:pt x="4420" y="9608"/>
                  </a:lnTo>
                  <a:lnTo>
                    <a:pt x="5791" y="10979"/>
                  </a:lnTo>
                  <a:lnTo>
                    <a:pt x="7817" y="8953"/>
                  </a:lnTo>
                  <a:lnTo>
                    <a:pt x="6446" y="7582"/>
                  </a:lnTo>
                  <a:lnTo>
                    <a:pt x="6446" y="3397"/>
                  </a:lnTo>
                  <a:lnTo>
                    <a:pt x="5791" y="0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46" name="Graph element 1339"/>
            <p:cNvSpPr/>
            <p:nvPr/>
          </p:nvSpPr>
          <p:spPr>
            <a:xfrm>
              <a:off x="920707" y="1392280"/>
              <a:ext cx="17425" cy="12953"/>
            </a:xfrm>
            <a:custGeom>
              <a:avLst/>
              <a:gdLst/>
              <a:ahLst/>
              <a:cxnLst/>
              <a:rect l="0" t="0" r="r" b="b"/>
              <a:pathLst>
                <a:path w="17425" h="12953" stroke="0" extrusionOk="0">
                  <a:moveTo>
                    <a:pt x="5791" y="0"/>
                  </a:moveTo>
                  <a:lnTo>
                    <a:pt x="6569" y="778"/>
                  </a:lnTo>
                  <a:lnTo>
                    <a:pt x="5372" y="1975"/>
                  </a:lnTo>
                  <a:lnTo>
                    <a:pt x="5372" y="3765"/>
                  </a:lnTo>
                  <a:lnTo>
                    <a:pt x="0" y="9137"/>
                  </a:lnTo>
                  <a:lnTo>
                    <a:pt x="0" y="12953"/>
                  </a:lnTo>
                  <a:lnTo>
                    <a:pt x="3816" y="12953"/>
                  </a:lnTo>
                  <a:lnTo>
                    <a:pt x="6446" y="10324"/>
                  </a:lnTo>
                  <a:lnTo>
                    <a:pt x="6446" y="8533"/>
                  </a:lnTo>
                  <a:lnTo>
                    <a:pt x="7397" y="7582"/>
                  </a:lnTo>
                  <a:lnTo>
                    <a:pt x="17425" y="7582"/>
                  </a:lnTo>
                  <a:lnTo>
                    <a:pt x="5791" y="0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47" name="Graph element 1340"/>
            <p:cNvSpPr/>
            <p:nvPr/>
          </p:nvSpPr>
          <p:spPr>
            <a:xfrm>
              <a:off x="1016027" y="1381302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48" name="Graph element 1341"/>
            <p:cNvSpPr/>
            <p:nvPr/>
          </p:nvSpPr>
          <p:spPr>
            <a:xfrm>
              <a:off x="1097973" y="1379092"/>
              <a:ext cx="72697" cy="85231"/>
            </a:xfrm>
            <a:custGeom>
              <a:avLst/>
              <a:gdLst/>
              <a:ahLst/>
              <a:cxnLst/>
              <a:rect l="0" t="0" r="r" b="b"/>
              <a:pathLst>
                <a:path w="72697" h="85231" stroke="0" extrusionOk="0">
                  <a:moveTo>
                    <a:pt x="40231" y="5372"/>
                  </a:moveTo>
                  <a:lnTo>
                    <a:pt x="33069" y="5372"/>
                  </a:lnTo>
                  <a:lnTo>
                    <a:pt x="31279" y="7162"/>
                  </a:lnTo>
                  <a:lnTo>
                    <a:pt x="29488" y="7162"/>
                  </a:lnTo>
                  <a:lnTo>
                    <a:pt x="27698" y="8953"/>
                  </a:lnTo>
                  <a:lnTo>
                    <a:pt x="25907" y="8953"/>
                  </a:lnTo>
                  <a:lnTo>
                    <a:pt x="21252" y="13608"/>
                  </a:lnTo>
                  <a:lnTo>
                    <a:pt x="27698" y="13608"/>
                  </a:lnTo>
                  <a:lnTo>
                    <a:pt x="29488" y="15399"/>
                  </a:lnTo>
                  <a:lnTo>
                    <a:pt x="32465" y="15399"/>
                  </a:lnTo>
                  <a:lnTo>
                    <a:pt x="34256" y="13608"/>
                  </a:lnTo>
                  <a:lnTo>
                    <a:pt x="35811" y="14560"/>
                  </a:lnTo>
                  <a:lnTo>
                    <a:pt x="35811" y="23513"/>
                  </a:lnTo>
                  <a:lnTo>
                    <a:pt x="37602" y="25303"/>
                  </a:lnTo>
                  <a:lnTo>
                    <a:pt x="37602" y="28884"/>
                  </a:lnTo>
                  <a:lnTo>
                    <a:pt x="44764" y="36046"/>
                  </a:lnTo>
                  <a:lnTo>
                    <a:pt x="44764" y="38441"/>
                  </a:lnTo>
                  <a:lnTo>
                    <a:pt x="43209" y="39392"/>
                  </a:lnTo>
                  <a:lnTo>
                    <a:pt x="42257" y="38441"/>
                  </a:lnTo>
                  <a:lnTo>
                    <a:pt x="42257" y="36650"/>
                  </a:lnTo>
                  <a:lnTo>
                    <a:pt x="39628" y="34021"/>
                  </a:lnTo>
                  <a:lnTo>
                    <a:pt x="37837" y="34021"/>
                  </a:lnTo>
                  <a:lnTo>
                    <a:pt x="36046" y="32230"/>
                  </a:lnTo>
                  <a:lnTo>
                    <a:pt x="33663" y="32230"/>
                  </a:lnTo>
                  <a:lnTo>
                    <a:pt x="33663" y="35095"/>
                  </a:lnTo>
                  <a:lnTo>
                    <a:pt x="34860" y="35095"/>
                  </a:lnTo>
                  <a:lnTo>
                    <a:pt x="42022" y="42257"/>
                  </a:lnTo>
                  <a:lnTo>
                    <a:pt x="44171" y="42615"/>
                  </a:lnTo>
                  <a:lnTo>
                    <a:pt x="42022" y="44764"/>
                  </a:lnTo>
                  <a:lnTo>
                    <a:pt x="32230" y="44764"/>
                  </a:lnTo>
                  <a:lnTo>
                    <a:pt x="32230" y="47394"/>
                  </a:lnTo>
                  <a:lnTo>
                    <a:pt x="30440" y="49184"/>
                  </a:lnTo>
                  <a:lnTo>
                    <a:pt x="30440" y="50975"/>
                  </a:lnTo>
                  <a:lnTo>
                    <a:pt x="28649" y="52765"/>
                  </a:lnTo>
                  <a:lnTo>
                    <a:pt x="28649" y="59928"/>
                  </a:lnTo>
                  <a:lnTo>
                    <a:pt x="26858" y="61718"/>
                  </a:lnTo>
                  <a:lnTo>
                    <a:pt x="26858" y="66486"/>
                  </a:lnTo>
                  <a:lnTo>
                    <a:pt x="28056" y="67683"/>
                  </a:lnTo>
                  <a:lnTo>
                    <a:pt x="26500" y="69239"/>
                  </a:lnTo>
                  <a:lnTo>
                    <a:pt x="24710" y="67448"/>
                  </a:lnTo>
                  <a:lnTo>
                    <a:pt x="22326" y="69832"/>
                  </a:lnTo>
                  <a:lnTo>
                    <a:pt x="18745" y="69832"/>
                  </a:lnTo>
                  <a:lnTo>
                    <a:pt x="16954" y="71623"/>
                  </a:lnTo>
                  <a:lnTo>
                    <a:pt x="11582" y="71623"/>
                  </a:lnTo>
                  <a:lnTo>
                    <a:pt x="9792" y="73413"/>
                  </a:lnTo>
                  <a:lnTo>
                    <a:pt x="7397" y="73413"/>
                  </a:lnTo>
                  <a:lnTo>
                    <a:pt x="5607" y="71623"/>
                  </a:lnTo>
                  <a:lnTo>
                    <a:pt x="0" y="71623"/>
                  </a:lnTo>
                  <a:lnTo>
                    <a:pt x="0" y="76278"/>
                  </a:lnTo>
                  <a:lnTo>
                    <a:pt x="16350" y="76278"/>
                  </a:lnTo>
                  <a:lnTo>
                    <a:pt x="18141" y="74487"/>
                  </a:lnTo>
                  <a:lnTo>
                    <a:pt x="19931" y="74487"/>
                  </a:lnTo>
                  <a:lnTo>
                    <a:pt x="21722" y="72697"/>
                  </a:lnTo>
                  <a:lnTo>
                    <a:pt x="27094" y="72697"/>
                  </a:lnTo>
                  <a:lnTo>
                    <a:pt x="30675" y="69116"/>
                  </a:lnTo>
                  <a:lnTo>
                    <a:pt x="34256" y="69116"/>
                  </a:lnTo>
                  <a:lnTo>
                    <a:pt x="37837" y="65535"/>
                  </a:lnTo>
                  <a:lnTo>
                    <a:pt x="39628" y="65535"/>
                  </a:lnTo>
                  <a:lnTo>
                    <a:pt x="44641" y="60521"/>
                  </a:lnTo>
                  <a:lnTo>
                    <a:pt x="42851" y="58730"/>
                  </a:lnTo>
                  <a:lnTo>
                    <a:pt x="45838" y="58372"/>
                  </a:lnTo>
                  <a:lnTo>
                    <a:pt x="46197" y="55385"/>
                  </a:lnTo>
                  <a:lnTo>
                    <a:pt x="46555" y="57533"/>
                  </a:lnTo>
                  <a:lnTo>
                    <a:pt x="51926" y="62905"/>
                  </a:lnTo>
                  <a:lnTo>
                    <a:pt x="51926" y="63509"/>
                  </a:lnTo>
                  <a:lnTo>
                    <a:pt x="50136" y="65299"/>
                  </a:lnTo>
                  <a:lnTo>
                    <a:pt x="50136" y="67090"/>
                  </a:lnTo>
                  <a:lnTo>
                    <a:pt x="48345" y="68881"/>
                  </a:lnTo>
                  <a:lnTo>
                    <a:pt x="48345" y="72462"/>
                  </a:lnTo>
                  <a:lnTo>
                    <a:pt x="46555" y="74252"/>
                  </a:lnTo>
                  <a:lnTo>
                    <a:pt x="46555" y="77229"/>
                  </a:lnTo>
                  <a:lnTo>
                    <a:pt x="48345" y="79020"/>
                  </a:lnTo>
                  <a:lnTo>
                    <a:pt x="48345" y="81650"/>
                  </a:lnTo>
                  <a:lnTo>
                    <a:pt x="50975" y="81650"/>
                  </a:lnTo>
                  <a:lnTo>
                    <a:pt x="52765" y="83440"/>
                  </a:lnTo>
                  <a:lnTo>
                    <a:pt x="56347" y="83440"/>
                  </a:lnTo>
                  <a:lnTo>
                    <a:pt x="58137" y="85231"/>
                  </a:lnTo>
                  <a:lnTo>
                    <a:pt x="64695" y="85231"/>
                  </a:lnTo>
                  <a:lnTo>
                    <a:pt x="66486" y="83440"/>
                  </a:lnTo>
                  <a:lnTo>
                    <a:pt x="71142" y="83440"/>
                  </a:lnTo>
                  <a:lnTo>
                    <a:pt x="67325" y="79624"/>
                  </a:lnTo>
                  <a:lnTo>
                    <a:pt x="67325" y="77833"/>
                  </a:lnTo>
                  <a:lnTo>
                    <a:pt x="65535" y="76043"/>
                  </a:lnTo>
                  <a:lnTo>
                    <a:pt x="65535" y="74252"/>
                  </a:lnTo>
                  <a:lnTo>
                    <a:pt x="58372" y="67090"/>
                  </a:lnTo>
                  <a:lnTo>
                    <a:pt x="58372" y="64460"/>
                  </a:lnTo>
                  <a:lnTo>
                    <a:pt x="55743" y="64460"/>
                  </a:lnTo>
                  <a:lnTo>
                    <a:pt x="54791" y="63509"/>
                  </a:lnTo>
                  <a:lnTo>
                    <a:pt x="54791" y="52162"/>
                  </a:lnTo>
                  <a:lnTo>
                    <a:pt x="56582" y="50371"/>
                  </a:lnTo>
                  <a:lnTo>
                    <a:pt x="56582" y="48580"/>
                  </a:lnTo>
                  <a:lnTo>
                    <a:pt x="57953" y="47209"/>
                  </a:lnTo>
                  <a:lnTo>
                    <a:pt x="55927" y="45184"/>
                  </a:lnTo>
                  <a:lnTo>
                    <a:pt x="54556" y="46555"/>
                  </a:lnTo>
                  <a:lnTo>
                    <a:pt x="52765" y="46555"/>
                  </a:lnTo>
                  <a:lnTo>
                    <a:pt x="50975" y="48345"/>
                  </a:lnTo>
                  <a:lnTo>
                    <a:pt x="49184" y="48345"/>
                  </a:lnTo>
                  <a:lnTo>
                    <a:pt x="46197" y="51333"/>
                  </a:lnTo>
                  <a:lnTo>
                    <a:pt x="45838" y="50975"/>
                  </a:lnTo>
                  <a:lnTo>
                    <a:pt x="45838" y="47394"/>
                  </a:lnTo>
                  <a:lnTo>
                    <a:pt x="44641" y="46197"/>
                  </a:lnTo>
                  <a:lnTo>
                    <a:pt x="48580" y="42257"/>
                  </a:lnTo>
                  <a:lnTo>
                    <a:pt x="50371" y="42257"/>
                  </a:lnTo>
                  <a:lnTo>
                    <a:pt x="53952" y="38676"/>
                  </a:lnTo>
                  <a:lnTo>
                    <a:pt x="61114" y="38676"/>
                  </a:lnTo>
                  <a:lnTo>
                    <a:pt x="62905" y="36886"/>
                  </a:lnTo>
                  <a:lnTo>
                    <a:pt x="66486" y="36886"/>
                  </a:lnTo>
                  <a:lnTo>
                    <a:pt x="72697" y="30675"/>
                  </a:lnTo>
                  <a:lnTo>
                    <a:pt x="72697" y="26858"/>
                  </a:lnTo>
                  <a:lnTo>
                    <a:pt x="70067" y="26858"/>
                  </a:lnTo>
                  <a:lnTo>
                    <a:pt x="68277" y="25068"/>
                  </a:lnTo>
                  <a:lnTo>
                    <a:pt x="59324" y="25068"/>
                  </a:lnTo>
                  <a:lnTo>
                    <a:pt x="58372" y="24116"/>
                  </a:lnTo>
                  <a:lnTo>
                    <a:pt x="58372" y="18745"/>
                  </a:lnTo>
                  <a:lnTo>
                    <a:pt x="56582" y="16954"/>
                  </a:lnTo>
                  <a:lnTo>
                    <a:pt x="56582" y="15164"/>
                  </a:lnTo>
                  <a:lnTo>
                    <a:pt x="47629" y="6211"/>
                  </a:lnTo>
                  <a:lnTo>
                    <a:pt x="47629" y="5607"/>
                  </a:lnTo>
                  <a:lnTo>
                    <a:pt x="49420" y="3816"/>
                  </a:lnTo>
                  <a:lnTo>
                    <a:pt x="49420" y="0"/>
                  </a:lnTo>
                  <a:lnTo>
                    <a:pt x="45603" y="0"/>
                  </a:lnTo>
                  <a:lnTo>
                    <a:pt x="40231" y="5372"/>
                  </a:lnTo>
                  <a:close/>
                  <a:moveTo>
                    <a:pt x="52765" y="37602"/>
                  </a:moveTo>
                  <a:lnTo>
                    <a:pt x="50371" y="37602"/>
                  </a:lnTo>
                  <a:lnTo>
                    <a:pt x="47629" y="34860"/>
                  </a:lnTo>
                  <a:lnTo>
                    <a:pt x="47629" y="34256"/>
                  </a:lnTo>
                  <a:lnTo>
                    <a:pt x="53952" y="27933"/>
                  </a:lnTo>
                  <a:lnTo>
                    <a:pt x="55743" y="27933"/>
                  </a:lnTo>
                  <a:lnTo>
                    <a:pt x="56940" y="26736"/>
                  </a:lnTo>
                  <a:lnTo>
                    <a:pt x="58495" y="28291"/>
                  </a:lnTo>
                  <a:lnTo>
                    <a:pt x="57298" y="29488"/>
                  </a:lnTo>
                  <a:lnTo>
                    <a:pt x="57298" y="33069"/>
                  </a:lnTo>
                  <a:lnTo>
                    <a:pt x="52765" y="37602"/>
                  </a:lnTo>
                  <a:close/>
                  <a:moveTo>
                    <a:pt x="41418" y="6446"/>
                  </a:moveTo>
                  <a:lnTo>
                    <a:pt x="43813" y="6446"/>
                  </a:lnTo>
                  <a:lnTo>
                    <a:pt x="44764" y="8001"/>
                  </a:lnTo>
                  <a:lnTo>
                    <a:pt x="42022" y="10743"/>
                  </a:lnTo>
                  <a:lnTo>
                    <a:pt x="40231" y="10743"/>
                  </a:lnTo>
                  <a:lnTo>
                    <a:pt x="38441" y="12534"/>
                  </a:lnTo>
                  <a:lnTo>
                    <a:pt x="37837" y="12534"/>
                  </a:lnTo>
                  <a:lnTo>
                    <a:pt x="36886" y="10979"/>
                  </a:lnTo>
                  <a:lnTo>
                    <a:pt x="41418" y="6446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49" name="Graph element 1342"/>
            <p:cNvSpPr/>
            <p:nvPr/>
          </p:nvSpPr>
          <p:spPr>
            <a:xfrm>
              <a:off x="1110507" y="1380524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50" name="Graph element 1343"/>
            <p:cNvSpPr/>
            <p:nvPr/>
          </p:nvSpPr>
          <p:spPr>
            <a:xfrm>
              <a:off x="926079" y="1380524"/>
              <a:ext cx="2865" cy="3581"/>
            </a:xfrm>
            <a:custGeom>
              <a:avLst/>
              <a:gdLst/>
              <a:ahLst/>
              <a:cxnLst/>
              <a:rect l="0" t="0" r="r" b="b"/>
              <a:pathLst>
                <a:path w="2865" h="3581" stroke="0" extrusionOk="0">
                  <a:moveTo>
                    <a:pt x="0" y="3581"/>
                  </a:moveTo>
                  <a:lnTo>
                    <a:pt x="2865" y="358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51" name="Graph element 1344"/>
            <p:cNvSpPr/>
            <p:nvPr/>
          </p:nvSpPr>
          <p:spPr>
            <a:xfrm>
              <a:off x="840132" y="1375275"/>
              <a:ext cx="61953" cy="81465"/>
            </a:xfrm>
            <a:custGeom>
              <a:avLst/>
              <a:gdLst/>
              <a:ahLst/>
              <a:cxnLst/>
              <a:rect l="0" t="0" r="r" b="b"/>
              <a:pathLst>
                <a:path w="61953" h="81465" stroke="0" extrusionOk="0">
                  <a:moveTo>
                    <a:pt x="1791" y="0"/>
                  </a:moveTo>
                  <a:lnTo>
                    <a:pt x="1791" y="4655"/>
                  </a:lnTo>
                  <a:lnTo>
                    <a:pt x="0" y="6446"/>
                  </a:lnTo>
                  <a:lnTo>
                    <a:pt x="0" y="18376"/>
                  </a:lnTo>
                  <a:lnTo>
                    <a:pt x="1791" y="20167"/>
                  </a:lnTo>
                  <a:lnTo>
                    <a:pt x="1791" y="21957"/>
                  </a:lnTo>
                  <a:lnTo>
                    <a:pt x="3581" y="23748"/>
                  </a:lnTo>
                  <a:lnTo>
                    <a:pt x="3581" y="25538"/>
                  </a:lnTo>
                  <a:lnTo>
                    <a:pt x="7582" y="29539"/>
                  </a:lnTo>
                  <a:lnTo>
                    <a:pt x="9608" y="27513"/>
                  </a:lnTo>
                  <a:lnTo>
                    <a:pt x="7039" y="24945"/>
                  </a:lnTo>
                  <a:lnTo>
                    <a:pt x="8237" y="23748"/>
                  </a:lnTo>
                  <a:lnTo>
                    <a:pt x="8237" y="18376"/>
                  </a:lnTo>
                  <a:lnTo>
                    <a:pt x="10027" y="16586"/>
                  </a:lnTo>
                  <a:lnTo>
                    <a:pt x="10027" y="14795"/>
                  </a:lnTo>
                  <a:lnTo>
                    <a:pt x="11582" y="13844"/>
                  </a:lnTo>
                  <a:lnTo>
                    <a:pt x="12534" y="14795"/>
                  </a:lnTo>
                  <a:lnTo>
                    <a:pt x="12534" y="26142"/>
                  </a:lnTo>
                  <a:lnTo>
                    <a:pt x="10150" y="28526"/>
                  </a:lnTo>
                  <a:lnTo>
                    <a:pt x="13373" y="31749"/>
                  </a:lnTo>
                  <a:lnTo>
                    <a:pt x="25303" y="31749"/>
                  </a:lnTo>
                  <a:lnTo>
                    <a:pt x="27094" y="29959"/>
                  </a:lnTo>
                  <a:lnTo>
                    <a:pt x="28884" y="29959"/>
                  </a:lnTo>
                  <a:lnTo>
                    <a:pt x="30675" y="28168"/>
                  </a:lnTo>
                  <a:lnTo>
                    <a:pt x="31279" y="28168"/>
                  </a:lnTo>
                  <a:lnTo>
                    <a:pt x="32230" y="29119"/>
                  </a:lnTo>
                  <a:lnTo>
                    <a:pt x="32230" y="30910"/>
                  </a:lnTo>
                  <a:lnTo>
                    <a:pt x="34021" y="32701"/>
                  </a:lnTo>
                  <a:lnTo>
                    <a:pt x="34021" y="35330"/>
                  </a:lnTo>
                  <a:lnTo>
                    <a:pt x="37837" y="35330"/>
                  </a:lnTo>
                  <a:lnTo>
                    <a:pt x="41418" y="31749"/>
                  </a:lnTo>
                  <a:lnTo>
                    <a:pt x="42022" y="31749"/>
                  </a:lnTo>
                  <a:lnTo>
                    <a:pt x="44171" y="33898"/>
                  </a:lnTo>
                  <a:lnTo>
                    <a:pt x="41183" y="36886"/>
                  </a:lnTo>
                  <a:lnTo>
                    <a:pt x="41183" y="38676"/>
                  </a:lnTo>
                  <a:lnTo>
                    <a:pt x="40231" y="39628"/>
                  </a:lnTo>
                  <a:lnTo>
                    <a:pt x="38441" y="39628"/>
                  </a:lnTo>
                  <a:lnTo>
                    <a:pt x="36650" y="41418"/>
                  </a:lnTo>
                  <a:lnTo>
                    <a:pt x="34860" y="41418"/>
                  </a:lnTo>
                  <a:lnTo>
                    <a:pt x="33069" y="43209"/>
                  </a:lnTo>
                  <a:lnTo>
                    <a:pt x="32465" y="43209"/>
                  </a:lnTo>
                  <a:lnTo>
                    <a:pt x="31514" y="41653"/>
                  </a:lnTo>
                  <a:lnTo>
                    <a:pt x="37121" y="36046"/>
                  </a:lnTo>
                  <a:lnTo>
                    <a:pt x="29488" y="36046"/>
                  </a:lnTo>
                  <a:lnTo>
                    <a:pt x="27698" y="37837"/>
                  </a:lnTo>
                  <a:lnTo>
                    <a:pt x="22326" y="37837"/>
                  </a:lnTo>
                  <a:lnTo>
                    <a:pt x="19696" y="40467"/>
                  </a:lnTo>
                  <a:lnTo>
                    <a:pt x="19696" y="44283"/>
                  </a:lnTo>
                  <a:lnTo>
                    <a:pt x="29488" y="44283"/>
                  </a:lnTo>
                  <a:lnTo>
                    <a:pt x="29846" y="44641"/>
                  </a:lnTo>
                  <a:lnTo>
                    <a:pt x="28649" y="45838"/>
                  </a:lnTo>
                  <a:lnTo>
                    <a:pt x="28649" y="49420"/>
                  </a:lnTo>
                  <a:lnTo>
                    <a:pt x="28291" y="49778"/>
                  </a:lnTo>
                  <a:lnTo>
                    <a:pt x="27094" y="48580"/>
                  </a:lnTo>
                  <a:lnTo>
                    <a:pt x="25303" y="48580"/>
                  </a:lnTo>
                  <a:lnTo>
                    <a:pt x="23513" y="46790"/>
                  </a:lnTo>
                  <a:lnTo>
                    <a:pt x="15164" y="46790"/>
                  </a:lnTo>
                  <a:lnTo>
                    <a:pt x="12534" y="49420"/>
                  </a:lnTo>
                  <a:lnTo>
                    <a:pt x="12534" y="63140"/>
                  </a:lnTo>
                  <a:lnTo>
                    <a:pt x="14325" y="64931"/>
                  </a:lnTo>
                  <a:lnTo>
                    <a:pt x="14325" y="66721"/>
                  </a:lnTo>
                  <a:lnTo>
                    <a:pt x="18745" y="71142"/>
                  </a:lnTo>
                  <a:lnTo>
                    <a:pt x="20535" y="71142"/>
                  </a:lnTo>
                  <a:lnTo>
                    <a:pt x="24116" y="74723"/>
                  </a:lnTo>
                  <a:lnTo>
                    <a:pt x="27698" y="74723"/>
                  </a:lnTo>
                  <a:lnTo>
                    <a:pt x="28649" y="75674"/>
                  </a:lnTo>
                  <a:lnTo>
                    <a:pt x="28649" y="76278"/>
                  </a:lnTo>
                  <a:lnTo>
                    <a:pt x="25487" y="79440"/>
                  </a:lnTo>
                  <a:lnTo>
                    <a:pt x="27513" y="81465"/>
                  </a:lnTo>
                  <a:lnTo>
                    <a:pt x="28884" y="80094"/>
                  </a:lnTo>
                  <a:lnTo>
                    <a:pt x="31514" y="80094"/>
                  </a:lnTo>
                  <a:lnTo>
                    <a:pt x="31514" y="77465"/>
                  </a:lnTo>
                  <a:lnTo>
                    <a:pt x="33898" y="75081"/>
                  </a:lnTo>
                  <a:lnTo>
                    <a:pt x="32107" y="73290"/>
                  </a:lnTo>
                  <a:lnTo>
                    <a:pt x="32465" y="72932"/>
                  </a:lnTo>
                  <a:lnTo>
                    <a:pt x="33069" y="72932"/>
                  </a:lnTo>
                  <a:lnTo>
                    <a:pt x="34860" y="74723"/>
                  </a:lnTo>
                  <a:lnTo>
                    <a:pt x="37837" y="74723"/>
                  </a:lnTo>
                  <a:lnTo>
                    <a:pt x="39628" y="72932"/>
                  </a:lnTo>
                  <a:lnTo>
                    <a:pt x="40825" y="72932"/>
                  </a:lnTo>
                  <a:lnTo>
                    <a:pt x="40825" y="70067"/>
                  </a:lnTo>
                  <a:lnTo>
                    <a:pt x="36046" y="70067"/>
                  </a:lnTo>
                  <a:lnTo>
                    <a:pt x="35095" y="69116"/>
                  </a:lnTo>
                  <a:lnTo>
                    <a:pt x="35095" y="66721"/>
                  </a:lnTo>
                  <a:lnTo>
                    <a:pt x="36046" y="65770"/>
                  </a:lnTo>
                  <a:lnTo>
                    <a:pt x="36650" y="65770"/>
                  </a:lnTo>
                  <a:lnTo>
                    <a:pt x="38441" y="67560"/>
                  </a:lnTo>
                  <a:lnTo>
                    <a:pt x="40231" y="67560"/>
                  </a:lnTo>
                  <a:lnTo>
                    <a:pt x="42022" y="69351"/>
                  </a:lnTo>
                  <a:lnTo>
                    <a:pt x="44999" y="69351"/>
                  </a:lnTo>
                  <a:lnTo>
                    <a:pt x="47629" y="66721"/>
                  </a:lnTo>
                  <a:lnTo>
                    <a:pt x="47629" y="64931"/>
                  </a:lnTo>
                  <a:lnTo>
                    <a:pt x="49420" y="63140"/>
                  </a:lnTo>
                  <a:lnTo>
                    <a:pt x="49420" y="59559"/>
                  </a:lnTo>
                  <a:lnTo>
                    <a:pt x="50371" y="58608"/>
                  </a:lnTo>
                  <a:lnTo>
                    <a:pt x="50975" y="58608"/>
                  </a:lnTo>
                  <a:lnTo>
                    <a:pt x="54136" y="61769"/>
                  </a:lnTo>
                  <a:lnTo>
                    <a:pt x="56162" y="59743"/>
                  </a:lnTo>
                  <a:lnTo>
                    <a:pt x="52162" y="55743"/>
                  </a:lnTo>
                  <a:lnTo>
                    <a:pt x="50371" y="55743"/>
                  </a:lnTo>
                  <a:lnTo>
                    <a:pt x="45838" y="51210"/>
                  </a:lnTo>
                  <a:lnTo>
                    <a:pt x="45838" y="47025"/>
                  </a:lnTo>
                  <a:lnTo>
                    <a:pt x="46197" y="46667"/>
                  </a:lnTo>
                  <a:lnTo>
                    <a:pt x="47987" y="48458"/>
                  </a:lnTo>
                  <a:lnTo>
                    <a:pt x="51210" y="45235"/>
                  </a:lnTo>
                  <a:lnTo>
                    <a:pt x="51210" y="41418"/>
                  </a:lnTo>
                  <a:lnTo>
                    <a:pt x="48580" y="41418"/>
                  </a:lnTo>
                  <a:lnTo>
                    <a:pt x="46432" y="39270"/>
                  </a:lnTo>
                  <a:lnTo>
                    <a:pt x="47629" y="38072"/>
                  </a:lnTo>
                  <a:lnTo>
                    <a:pt x="47629" y="36282"/>
                  </a:lnTo>
                  <a:lnTo>
                    <a:pt x="50371" y="33540"/>
                  </a:lnTo>
                  <a:lnTo>
                    <a:pt x="51568" y="33540"/>
                  </a:lnTo>
                  <a:lnTo>
                    <a:pt x="51568" y="30675"/>
                  </a:lnTo>
                  <a:lnTo>
                    <a:pt x="46790" y="30675"/>
                  </a:lnTo>
                  <a:lnTo>
                    <a:pt x="45838" y="29723"/>
                  </a:lnTo>
                  <a:lnTo>
                    <a:pt x="45838" y="20167"/>
                  </a:lnTo>
                  <a:lnTo>
                    <a:pt x="46790" y="19215"/>
                  </a:lnTo>
                  <a:lnTo>
                    <a:pt x="50975" y="19215"/>
                  </a:lnTo>
                  <a:lnTo>
                    <a:pt x="58495" y="26736"/>
                  </a:lnTo>
                  <a:lnTo>
                    <a:pt x="56347" y="28884"/>
                  </a:lnTo>
                  <a:lnTo>
                    <a:pt x="51691" y="28884"/>
                  </a:lnTo>
                  <a:lnTo>
                    <a:pt x="56940" y="34133"/>
                  </a:lnTo>
                  <a:lnTo>
                    <a:pt x="61953" y="29119"/>
                  </a:lnTo>
                  <a:lnTo>
                    <a:pt x="61953" y="23513"/>
                  </a:lnTo>
                  <a:lnTo>
                    <a:pt x="59324" y="23513"/>
                  </a:lnTo>
                  <a:lnTo>
                    <a:pt x="51210" y="15399"/>
                  </a:lnTo>
                  <a:lnTo>
                    <a:pt x="51210" y="14202"/>
                  </a:lnTo>
                  <a:lnTo>
                    <a:pt x="48345" y="14202"/>
                  </a:lnTo>
                  <a:lnTo>
                    <a:pt x="48345" y="15399"/>
                  </a:lnTo>
                  <a:lnTo>
                    <a:pt x="47394" y="16350"/>
                  </a:lnTo>
                  <a:lnTo>
                    <a:pt x="45603" y="16350"/>
                  </a:lnTo>
                  <a:lnTo>
                    <a:pt x="42022" y="19931"/>
                  </a:lnTo>
                  <a:lnTo>
                    <a:pt x="35811" y="19931"/>
                  </a:lnTo>
                  <a:lnTo>
                    <a:pt x="35811" y="22561"/>
                  </a:lnTo>
                  <a:lnTo>
                    <a:pt x="33069" y="25303"/>
                  </a:lnTo>
                  <a:lnTo>
                    <a:pt x="32465" y="25303"/>
                  </a:lnTo>
                  <a:lnTo>
                    <a:pt x="31514" y="24352"/>
                  </a:lnTo>
                  <a:lnTo>
                    <a:pt x="31514" y="19931"/>
                  </a:lnTo>
                  <a:lnTo>
                    <a:pt x="27094" y="19931"/>
                  </a:lnTo>
                  <a:lnTo>
                    <a:pt x="23513" y="16350"/>
                  </a:lnTo>
                  <a:lnTo>
                    <a:pt x="21722" y="16350"/>
                  </a:lnTo>
                  <a:lnTo>
                    <a:pt x="18980" y="13608"/>
                  </a:lnTo>
                  <a:lnTo>
                    <a:pt x="18980" y="11818"/>
                  </a:lnTo>
                  <a:lnTo>
                    <a:pt x="15757" y="8595"/>
                  </a:lnTo>
                  <a:lnTo>
                    <a:pt x="13373" y="10979"/>
                  </a:lnTo>
                  <a:lnTo>
                    <a:pt x="10979" y="10979"/>
                  </a:lnTo>
                  <a:lnTo>
                    <a:pt x="10027" y="10027"/>
                  </a:lnTo>
                  <a:lnTo>
                    <a:pt x="10027" y="8237"/>
                  </a:lnTo>
                  <a:lnTo>
                    <a:pt x="7039" y="5249"/>
                  </a:lnTo>
                  <a:lnTo>
                    <a:pt x="7817" y="4471"/>
                  </a:lnTo>
                  <a:lnTo>
                    <a:pt x="5791" y="2445"/>
                  </a:lnTo>
                  <a:lnTo>
                    <a:pt x="5014" y="3223"/>
                  </a:lnTo>
                  <a:lnTo>
                    <a:pt x="1791" y="0"/>
                  </a:lnTo>
                  <a:close/>
                  <a:moveTo>
                    <a:pt x="42851" y="41060"/>
                  </a:moveTo>
                  <a:lnTo>
                    <a:pt x="43209" y="40702"/>
                  </a:lnTo>
                  <a:lnTo>
                    <a:pt x="44171" y="41060"/>
                  </a:lnTo>
                  <a:lnTo>
                    <a:pt x="43813" y="41418"/>
                  </a:lnTo>
                  <a:lnTo>
                    <a:pt x="42851" y="41060"/>
                  </a:lnTo>
                  <a:close/>
                  <a:moveTo>
                    <a:pt x="29723" y="56582"/>
                  </a:moveTo>
                  <a:lnTo>
                    <a:pt x="30081" y="53829"/>
                  </a:lnTo>
                  <a:lnTo>
                    <a:pt x="34021" y="57768"/>
                  </a:lnTo>
                  <a:lnTo>
                    <a:pt x="34021" y="61953"/>
                  </a:lnTo>
                  <a:lnTo>
                    <a:pt x="33663" y="62312"/>
                  </a:lnTo>
                  <a:lnTo>
                    <a:pt x="33304" y="60163"/>
                  </a:lnTo>
                  <a:lnTo>
                    <a:pt x="29723" y="56582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52" name="Graph element 1345"/>
            <p:cNvSpPr/>
            <p:nvPr/>
          </p:nvSpPr>
          <p:spPr>
            <a:xfrm>
              <a:off x="811483" y="1376708"/>
              <a:ext cx="15399" cy="32107"/>
            </a:xfrm>
            <a:custGeom>
              <a:avLst/>
              <a:gdLst/>
              <a:ahLst/>
              <a:cxnLst/>
              <a:rect l="0" t="0" r="r" b="b"/>
              <a:pathLst>
                <a:path w="15399" h="32107" stroke="0" extrusionOk="0">
                  <a:moveTo>
                    <a:pt x="8595" y="0"/>
                  </a:moveTo>
                  <a:lnTo>
                    <a:pt x="3581" y="5014"/>
                  </a:lnTo>
                  <a:lnTo>
                    <a:pt x="3581" y="6804"/>
                  </a:lnTo>
                  <a:lnTo>
                    <a:pt x="1791" y="8595"/>
                  </a:lnTo>
                  <a:lnTo>
                    <a:pt x="1791" y="10385"/>
                  </a:lnTo>
                  <a:lnTo>
                    <a:pt x="0" y="12176"/>
                  </a:lnTo>
                  <a:lnTo>
                    <a:pt x="0" y="24106"/>
                  </a:lnTo>
                  <a:lnTo>
                    <a:pt x="1791" y="25896"/>
                  </a:lnTo>
                  <a:lnTo>
                    <a:pt x="1791" y="27687"/>
                  </a:lnTo>
                  <a:lnTo>
                    <a:pt x="3581" y="29478"/>
                  </a:lnTo>
                  <a:lnTo>
                    <a:pt x="3581" y="32107"/>
                  </a:lnTo>
                  <a:lnTo>
                    <a:pt x="9188" y="32107"/>
                  </a:lnTo>
                  <a:lnTo>
                    <a:pt x="11818" y="29478"/>
                  </a:lnTo>
                  <a:lnTo>
                    <a:pt x="11818" y="27687"/>
                  </a:lnTo>
                  <a:lnTo>
                    <a:pt x="15399" y="24106"/>
                  </a:lnTo>
                  <a:lnTo>
                    <a:pt x="15399" y="8595"/>
                  </a:lnTo>
                  <a:lnTo>
                    <a:pt x="13608" y="6804"/>
                  </a:lnTo>
                  <a:lnTo>
                    <a:pt x="13608" y="5014"/>
                  </a:lnTo>
                  <a:lnTo>
                    <a:pt x="8595" y="0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53" name="Graph element 1346"/>
            <p:cNvSpPr/>
            <p:nvPr/>
          </p:nvSpPr>
          <p:spPr>
            <a:xfrm>
              <a:off x="1086636" y="1377301"/>
              <a:ext cx="24945" cy="36886"/>
            </a:xfrm>
            <a:custGeom>
              <a:avLst/>
              <a:gdLst/>
              <a:ahLst/>
              <a:cxnLst/>
              <a:rect l="0" t="0" r="r" b="b"/>
              <a:pathLst>
                <a:path w="24945" h="36886" stroke="0" extrusionOk="0">
                  <a:moveTo>
                    <a:pt x="1013" y="655"/>
                  </a:moveTo>
                  <a:lnTo>
                    <a:pt x="2384" y="2026"/>
                  </a:lnTo>
                  <a:lnTo>
                    <a:pt x="2384" y="8001"/>
                  </a:lnTo>
                  <a:lnTo>
                    <a:pt x="0" y="10385"/>
                  </a:lnTo>
                  <a:lnTo>
                    <a:pt x="2384" y="12769"/>
                  </a:lnTo>
                  <a:lnTo>
                    <a:pt x="2384" y="14560"/>
                  </a:lnTo>
                  <a:lnTo>
                    <a:pt x="4174" y="16350"/>
                  </a:lnTo>
                  <a:lnTo>
                    <a:pt x="4174" y="18141"/>
                  </a:lnTo>
                  <a:lnTo>
                    <a:pt x="5965" y="19931"/>
                  </a:lnTo>
                  <a:lnTo>
                    <a:pt x="5965" y="23513"/>
                  </a:lnTo>
                  <a:lnTo>
                    <a:pt x="7756" y="25303"/>
                  </a:lnTo>
                  <a:lnTo>
                    <a:pt x="7756" y="27094"/>
                  </a:lnTo>
                  <a:lnTo>
                    <a:pt x="8953" y="28291"/>
                  </a:lnTo>
                  <a:lnTo>
                    <a:pt x="7756" y="29488"/>
                  </a:lnTo>
                  <a:lnTo>
                    <a:pt x="7756" y="32465"/>
                  </a:lnTo>
                  <a:lnTo>
                    <a:pt x="10385" y="35095"/>
                  </a:lnTo>
                  <a:lnTo>
                    <a:pt x="13966" y="35095"/>
                  </a:lnTo>
                  <a:lnTo>
                    <a:pt x="15757" y="36886"/>
                  </a:lnTo>
                  <a:lnTo>
                    <a:pt x="19931" y="36886"/>
                  </a:lnTo>
                  <a:lnTo>
                    <a:pt x="19931" y="34021"/>
                  </a:lnTo>
                  <a:lnTo>
                    <a:pt x="18376" y="33663"/>
                  </a:lnTo>
                  <a:lnTo>
                    <a:pt x="23154" y="28884"/>
                  </a:lnTo>
                  <a:lnTo>
                    <a:pt x="23154" y="23042"/>
                  </a:lnTo>
                  <a:lnTo>
                    <a:pt x="19338" y="26858"/>
                  </a:lnTo>
                  <a:lnTo>
                    <a:pt x="17548" y="26858"/>
                  </a:lnTo>
                  <a:lnTo>
                    <a:pt x="15757" y="28649"/>
                  </a:lnTo>
                  <a:lnTo>
                    <a:pt x="13966" y="28649"/>
                  </a:lnTo>
                  <a:lnTo>
                    <a:pt x="12176" y="30440"/>
                  </a:lnTo>
                  <a:lnTo>
                    <a:pt x="11214" y="30081"/>
                  </a:lnTo>
                  <a:lnTo>
                    <a:pt x="16944" y="24352"/>
                  </a:lnTo>
                  <a:lnTo>
                    <a:pt x="18734" y="24352"/>
                  </a:lnTo>
                  <a:lnTo>
                    <a:pt x="20525" y="22561"/>
                  </a:lnTo>
                  <a:lnTo>
                    <a:pt x="24945" y="22561"/>
                  </a:lnTo>
                  <a:lnTo>
                    <a:pt x="24945" y="16954"/>
                  </a:lnTo>
                  <a:lnTo>
                    <a:pt x="23154" y="15164"/>
                  </a:lnTo>
                  <a:lnTo>
                    <a:pt x="23154" y="11582"/>
                  </a:lnTo>
                  <a:lnTo>
                    <a:pt x="21364" y="9792"/>
                  </a:lnTo>
                  <a:lnTo>
                    <a:pt x="21364" y="8001"/>
                  </a:lnTo>
                  <a:lnTo>
                    <a:pt x="16944" y="3581"/>
                  </a:lnTo>
                  <a:lnTo>
                    <a:pt x="15153" y="3581"/>
                  </a:lnTo>
                  <a:lnTo>
                    <a:pt x="13363" y="1791"/>
                  </a:lnTo>
                  <a:lnTo>
                    <a:pt x="9781" y="1791"/>
                  </a:lnTo>
                  <a:lnTo>
                    <a:pt x="7991" y="0"/>
                  </a:lnTo>
                  <a:lnTo>
                    <a:pt x="4410" y="0"/>
                  </a:lnTo>
                  <a:lnTo>
                    <a:pt x="1013" y="655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54" name="Graph element 1347"/>
            <p:cNvSpPr/>
            <p:nvPr/>
          </p:nvSpPr>
          <p:spPr>
            <a:xfrm>
              <a:off x="768510" y="1373720"/>
              <a:ext cx="40467" cy="36886"/>
            </a:xfrm>
            <a:custGeom>
              <a:avLst/>
              <a:gdLst/>
              <a:ahLst/>
              <a:cxnLst/>
              <a:rect l="0" t="0" r="r" b="b"/>
              <a:pathLst>
                <a:path w="40467" h="36886" stroke="0" extrusionOk="0">
                  <a:moveTo>
                    <a:pt x="29488" y="0"/>
                  </a:moveTo>
                  <a:lnTo>
                    <a:pt x="27698" y="1791"/>
                  </a:lnTo>
                  <a:lnTo>
                    <a:pt x="25907" y="1791"/>
                  </a:lnTo>
                  <a:lnTo>
                    <a:pt x="21487" y="6211"/>
                  </a:lnTo>
                  <a:lnTo>
                    <a:pt x="21487" y="8001"/>
                  </a:lnTo>
                  <a:lnTo>
                    <a:pt x="19696" y="9792"/>
                  </a:lnTo>
                  <a:lnTo>
                    <a:pt x="19696" y="11582"/>
                  </a:lnTo>
                  <a:lnTo>
                    <a:pt x="17906" y="13373"/>
                  </a:lnTo>
                  <a:lnTo>
                    <a:pt x="17906" y="22326"/>
                  </a:lnTo>
                  <a:lnTo>
                    <a:pt x="17548" y="22684"/>
                  </a:lnTo>
                  <a:lnTo>
                    <a:pt x="10979" y="16115"/>
                  </a:lnTo>
                  <a:lnTo>
                    <a:pt x="9188" y="16115"/>
                  </a:lnTo>
                  <a:lnTo>
                    <a:pt x="7397" y="14325"/>
                  </a:lnTo>
                  <a:lnTo>
                    <a:pt x="0" y="14325"/>
                  </a:lnTo>
                  <a:lnTo>
                    <a:pt x="0" y="23513"/>
                  </a:lnTo>
                  <a:lnTo>
                    <a:pt x="1791" y="25303"/>
                  </a:lnTo>
                  <a:lnTo>
                    <a:pt x="1791" y="27094"/>
                  </a:lnTo>
                  <a:lnTo>
                    <a:pt x="9792" y="35095"/>
                  </a:lnTo>
                  <a:lnTo>
                    <a:pt x="13373" y="35095"/>
                  </a:lnTo>
                  <a:lnTo>
                    <a:pt x="15164" y="36886"/>
                  </a:lnTo>
                  <a:lnTo>
                    <a:pt x="20771" y="36886"/>
                  </a:lnTo>
                  <a:lnTo>
                    <a:pt x="20771" y="30675"/>
                  </a:lnTo>
                  <a:lnTo>
                    <a:pt x="21129" y="30317"/>
                  </a:lnTo>
                  <a:lnTo>
                    <a:pt x="25907" y="35095"/>
                  </a:lnTo>
                  <a:lnTo>
                    <a:pt x="28884" y="35095"/>
                  </a:lnTo>
                  <a:lnTo>
                    <a:pt x="30675" y="33304"/>
                  </a:lnTo>
                  <a:lnTo>
                    <a:pt x="32465" y="33304"/>
                  </a:lnTo>
                  <a:lnTo>
                    <a:pt x="36886" y="28884"/>
                  </a:lnTo>
                  <a:lnTo>
                    <a:pt x="36886" y="27094"/>
                  </a:lnTo>
                  <a:lnTo>
                    <a:pt x="38676" y="25303"/>
                  </a:lnTo>
                  <a:lnTo>
                    <a:pt x="38676" y="23513"/>
                  </a:lnTo>
                  <a:lnTo>
                    <a:pt x="40467" y="21722"/>
                  </a:lnTo>
                  <a:lnTo>
                    <a:pt x="40467" y="9792"/>
                  </a:lnTo>
                  <a:lnTo>
                    <a:pt x="38676" y="8001"/>
                  </a:lnTo>
                  <a:lnTo>
                    <a:pt x="38676" y="6211"/>
                  </a:lnTo>
                  <a:lnTo>
                    <a:pt x="35095" y="2630"/>
                  </a:lnTo>
                  <a:lnTo>
                    <a:pt x="35095" y="0"/>
                  </a:lnTo>
                  <a:lnTo>
                    <a:pt x="29488" y="0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55" name="Graph element 1348"/>
            <p:cNvSpPr/>
            <p:nvPr/>
          </p:nvSpPr>
          <p:spPr>
            <a:xfrm>
              <a:off x="1015607" y="1370558"/>
              <a:ext cx="8237" cy="9608"/>
            </a:xfrm>
            <a:custGeom>
              <a:avLst/>
              <a:gdLst/>
              <a:ahLst/>
              <a:cxnLst/>
              <a:rect l="0" t="0" r="r" b="b"/>
              <a:pathLst>
                <a:path w="8237" h="9608" stroke="0" extrusionOk="0">
                  <a:moveTo>
                    <a:pt x="5791" y="0"/>
                  </a:moveTo>
                  <a:lnTo>
                    <a:pt x="2630" y="3162"/>
                  </a:lnTo>
                  <a:lnTo>
                    <a:pt x="0" y="3162"/>
                  </a:lnTo>
                  <a:lnTo>
                    <a:pt x="0" y="6978"/>
                  </a:lnTo>
                  <a:lnTo>
                    <a:pt x="2630" y="9608"/>
                  </a:lnTo>
                  <a:lnTo>
                    <a:pt x="5607" y="9608"/>
                  </a:lnTo>
                  <a:lnTo>
                    <a:pt x="8237" y="6978"/>
                  </a:lnTo>
                  <a:lnTo>
                    <a:pt x="8237" y="4001"/>
                  </a:lnTo>
                  <a:lnTo>
                    <a:pt x="7039" y="2803"/>
                  </a:lnTo>
                  <a:lnTo>
                    <a:pt x="5791" y="0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56" name="Graph element 1349"/>
            <p:cNvSpPr/>
            <p:nvPr/>
          </p:nvSpPr>
          <p:spPr>
            <a:xfrm>
              <a:off x="1968187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57" name="Graph element 1350"/>
            <p:cNvSpPr/>
            <p:nvPr/>
          </p:nvSpPr>
          <p:spPr>
            <a:xfrm>
              <a:off x="1914470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58" name="Graph element 1351"/>
            <p:cNvSpPr/>
            <p:nvPr/>
          </p:nvSpPr>
          <p:spPr>
            <a:xfrm>
              <a:off x="1900145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59" name="Graph element 1352"/>
            <p:cNvSpPr/>
            <p:nvPr/>
          </p:nvSpPr>
          <p:spPr>
            <a:xfrm>
              <a:off x="1894774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60" name="Graph element 1353"/>
            <p:cNvSpPr/>
            <p:nvPr/>
          </p:nvSpPr>
          <p:spPr>
            <a:xfrm>
              <a:off x="1880449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61" name="Graph element 1354"/>
            <p:cNvSpPr/>
            <p:nvPr/>
          </p:nvSpPr>
          <p:spPr>
            <a:xfrm>
              <a:off x="1826732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62" name="Graph element 1355"/>
            <p:cNvSpPr/>
            <p:nvPr/>
          </p:nvSpPr>
          <p:spPr>
            <a:xfrm>
              <a:off x="1807036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63" name="Graph element 1356"/>
            <p:cNvSpPr/>
            <p:nvPr/>
          </p:nvSpPr>
          <p:spPr>
            <a:xfrm>
              <a:off x="1753319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64" name="Graph element 1357"/>
            <p:cNvSpPr/>
            <p:nvPr/>
          </p:nvSpPr>
          <p:spPr>
            <a:xfrm>
              <a:off x="1738995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65" name="Graph element 1358"/>
            <p:cNvSpPr/>
            <p:nvPr/>
          </p:nvSpPr>
          <p:spPr>
            <a:xfrm>
              <a:off x="1719299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66" name="Graph element 1359"/>
            <p:cNvSpPr/>
            <p:nvPr/>
          </p:nvSpPr>
          <p:spPr>
            <a:xfrm>
              <a:off x="1665582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67" name="Graph element 1360"/>
            <p:cNvSpPr/>
            <p:nvPr/>
          </p:nvSpPr>
          <p:spPr>
            <a:xfrm>
              <a:off x="1645885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68" name="Graph element 1361"/>
            <p:cNvSpPr/>
            <p:nvPr/>
          </p:nvSpPr>
          <p:spPr>
            <a:xfrm>
              <a:off x="1631561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69" name="Graph element 1362"/>
            <p:cNvSpPr/>
            <p:nvPr/>
          </p:nvSpPr>
          <p:spPr>
            <a:xfrm>
              <a:off x="1577844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70" name="Graph element 1363"/>
            <p:cNvSpPr/>
            <p:nvPr/>
          </p:nvSpPr>
          <p:spPr>
            <a:xfrm>
              <a:off x="1558148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71" name="Graph element 1364"/>
            <p:cNvSpPr/>
            <p:nvPr/>
          </p:nvSpPr>
          <p:spPr>
            <a:xfrm>
              <a:off x="1504431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72" name="Graph element 1365"/>
            <p:cNvSpPr/>
            <p:nvPr/>
          </p:nvSpPr>
          <p:spPr>
            <a:xfrm>
              <a:off x="1490107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73" name="Graph element 1366"/>
            <p:cNvSpPr/>
            <p:nvPr/>
          </p:nvSpPr>
          <p:spPr>
            <a:xfrm>
              <a:off x="1484735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74" name="Graph element 1367"/>
            <p:cNvSpPr/>
            <p:nvPr/>
          </p:nvSpPr>
          <p:spPr>
            <a:xfrm>
              <a:off x="1470410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75" name="Graph element 1368"/>
            <p:cNvSpPr/>
            <p:nvPr/>
          </p:nvSpPr>
          <p:spPr>
            <a:xfrm>
              <a:off x="1416693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76" name="Graph element 1369"/>
            <p:cNvSpPr/>
            <p:nvPr/>
          </p:nvSpPr>
          <p:spPr>
            <a:xfrm>
              <a:off x="1396997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77" name="Graph element 1370"/>
            <p:cNvSpPr/>
            <p:nvPr/>
          </p:nvSpPr>
          <p:spPr>
            <a:xfrm>
              <a:off x="1255543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78" name="Graph element 1371"/>
            <p:cNvSpPr/>
            <p:nvPr/>
          </p:nvSpPr>
          <p:spPr>
            <a:xfrm>
              <a:off x="1235847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79" name="Graph element 1372"/>
            <p:cNvSpPr/>
            <p:nvPr/>
          </p:nvSpPr>
          <p:spPr>
            <a:xfrm>
              <a:off x="1221522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80" name="Graph element 1373"/>
            <p:cNvSpPr/>
            <p:nvPr/>
          </p:nvSpPr>
          <p:spPr>
            <a:xfrm>
              <a:off x="1167805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81" name="Graph element 1374"/>
            <p:cNvSpPr/>
            <p:nvPr/>
          </p:nvSpPr>
          <p:spPr>
            <a:xfrm>
              <a:off x="1148109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82" name="Graph element 1375"/>
            <p:cNvSpPr/>
            <p:nvPr/>
          </p:nvSpPr>
          <p:spPr>
            <a:xfrm>
              <a:off x="1006655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83" name="Graph element 1376"/>
            <p:cNvSpPr/>
            <p:nvPr/>
          </p:nvSpPr>
          <p:spPr>
            <a:xfrm>
              <a:off x="986958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84" name="Graph element 1377"/>
            <p:cNvSpPr/>
            <p:nvPr/>
          </p:nvSpPr>
          <p:spPr>
            <a:xfrm>
              <a:off x="831179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85" name="Graph element 1378"/>
            <p:cNvSpPr/>
            <p:nvPr/>
          </p:nvSpPr>
          <p:spPr>
            <a:xfrm>
              <a:off x="825808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86" name="Graph element 1379"/>
            <p:cNvSpPr/>
            <p:nvPr/>
          </p:nvSpPr>
          <p:spPr>
            <a:xfrm>
              <a:off x="811483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87" name="Graph element 1380"/>
            <p:cNvSpPr/>
            <p:nvPr/>
          </p:nvSpPr>
          <p:spPr>
            <a:xfrm>
              <a:off x="757766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88" name="Graph element 1381"/>
            <p:cNvSpPr/>
            <p:nvPr/>
          </p:nvSpPr>
          <p:spPr>
            <a:xfrm>
              <a:off x="738070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89" name="Graph element 1382"/>
            <p:cNvSpPr/>
            <p:nvPr/>
          </p:nvSpPr>
          <p:spPr>
            <a:xfrm>
              <a:off x="684353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90" name="Graph element 1383"/>
            <p:cNvSpPr/>
            <p:nvPr/>
          </p:nvSpPr>
          <p:spPr>
            <a:xfrm>
              <a:off x="670029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91" name="Graph element 1384"/>
            <p:cNvSpPr/>
            <p:nvPr/>
          </p:nvSpPr>
          <p:spPr>
            <a:xfrm>
              <a:off x="664657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92" name="Graph element 1385"/>
            <p:cNvSpPr/>
            <p:nvPr/>
          </p:nvSpPr>
          <p:spPr>
            <a:xfrm>
              <a:off x="650332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93" name="Graph element 1386"/>
            <p:cNvSpPr/>
            <p:nvPr/>
          </p:nvSpPr>
          <p:spPr>
            <a:xfrm>
              <a:off x="596616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94" name="Graph element 1387"/>
            <p:cNvSpPr/>
            <p:nvPr/>
          </p:nvSpPr>
          <p:spPr>
            <a:xfrm>
              <a:off x="576919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95" name="Graph element 1388"/>
            <p:cNvSpPr/>
            <p:nvPr/>
          </p:nvSpPr>
          <p:spPr>
            <a:xfrm>
              <a:off x="508878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96" name="Graph element 1389"/>
            <p:cNvSpPr/>
            <p:nvPr/>
          </p:nvSpPr>
          <p:spPr>
            <a:xfrm>
              <a:off x="489182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97" name="Graph element 1390"/>
            <p:cNvSpPr/>
            <p:nvPr/>
          </p:nvSpPr>
          <p:spPr>
            <a:xfrm>
              <a:off x="435465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98" name="Graph element 1391"/>
            <p:cNvSpPr/>
            <p:nvPr/>
          </p:nvSpPr>
          <p:spPr>
            <a:xfrm>
              <a:off x="421140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699" name="Graph element 1392"/>
            <p:cNvSpPr/>
            <p:nvPr/>
          </p:nvSpPr>
          <p:spPr>
            <a:xfrm>
              <a:off x="415769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700" name="Graph element 1393"/>
            <p:cNvSpPr/>
            <p:nvPr/>
          </p:nvSpPr>
          <p:spPr>
            <a:xfrm>
              <a:off x="401444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701" name="Graph element 1394"/>
            <p:cNvSpPr/>
            <p:nvPr/>
          </p:nvSpPr>
          <p:spPr>
            <a:xfrm>
              <a:off x="347727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702" name="Graph element 1395"/>
            <p:cNvSpPr/>
            <p:nvPr/>
          </p:nvSpPr>
          <p:spPr>
            <a:xfrm>
              <a:off x="328031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703" name="Graph element 1396"/>
            <p:cNvSpPr/>
            <p:nvPr/>
          </p:nvSpPr>
          <p:spPr>
            <a:xfrm>
              <a:off x="274314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704" name="Graph element 1397"/>
            <p:cNvSpPr/>
            <p:nvPr/>
          </p:nvSpPr>
          <p:spPr>
            <a:xfrm>
              <a:off x="259990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705" name="Graph element 1398"/>
            <p:cNvSpPr/>
            <p:nvPr/>
          </p:nvSpPr>
          <p:spPr>
            <a:xfrm>
              <a:off x="240294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706" name="Graph element 1399"/>
            <p:cNvSpPr/>
            <p:nvPr/>
          </p:nvSpPr>
          <p:spPr>
            <a:xfrm>
              <a:off x="875943" y="1361186"/>
              <a:ext cx="50791" cy="20771"/>
            </a:xfrm>
            <a:custGeom>
              <a:avLst/>
              <a:gdLst/>
              <a:ahLst/>
              <a:cxnLst/>
              <a:rect l="0" t="0" r="r" b="b"/>
              <a:pathLst>
                <a:path w="50791" h="20771" stroke="0" extrusionOk="0">
                  <a:moveTo>
                    <a:pt x="3581" y="0"/>
                  </a:moveTo>
                  <a:lnTo>
                    <a:pt x="3581" y="9792"/>
                  </a:lnTo>
                  <a:lnTo>
                    <a:pt x="0" y="13373"/>
                  </a:lnTo>
                  <a:lnTo>
                    <a:pt x="0" y="18141"/>
                  </a:lnTo>
                  <a:lnTo>
                    <a:pt x="2630" y="20771"/>
                  </a:lnTo>
                  <a:lnTo>
                    <a:pt x="5607" y="20771"/>
                  </a:lnTo>
                  <a:lnTo>
                    <a:pt x="7397" y="18980"/>
                  </a:lnTo>
                  <a:lnTo>
                    <a:pt x="10979" y="18980"/>
                  </a:lnTo>
                  <a:lnTo>
                    <a:pt x="13608" y="16350"/>
                  </a:lnTo>
                  <a:lnTo>
                    <a:pt x="13608" y="14560"/>
                  </a:lnTo>
                  <a:lnTo>
                    <a:pt x="15399" y="12769"/>
                  </a:lnTo>
                  <a:lnTo>
                    <a:pt x="15399" y="10979"/>
                  </a:lnTo>
                  <a:lnTo>
                    <a:pt x="23513" y="2865"/>
                  </a:lnTo>
                  <a:lnTo>
                    <a:pt x="25907" y="2865"/>
                  </a:lnTo>
                  <a:lnTo>
                    <a:pt x="27698" y="4655"/>
                  </a:lnTo>
                  <a:lnTo>
                    <a:pt x="30675" y="4655"/>
                  </a:lnTo>
                  <a:lnTo>
                    <a:pt x="32465" y="2865"/>
                  </a:lnTo>
                  <a:lnTo>
                    <a:pt x="34860" y="2865"/>
                  </a:lnTo>
                  <a:lnTo>
                    <a:pt x="36650" y="4655"/>
                  </a:lnTo>
                  <a:lnTo>
                    <a:pt x="40231" y="4655"/>
                  </a:lnTo>
                  <a:lnTo>
                    <a:pt x="42022" y="6446"/>
                  </a:lnTo>
                  <a:lnTo>
                    <a:pt x="43813" y="6446"/>
                  </a:lnTo>
                  <a:lnTo>
                    <a:pt x="48765" y="11398"/>
                  </a:lnTo>
                  <a:lnTo>
                    <a:pt x="50791" y="9372"/>
                  </a:lnTo>
                  <a:lnTo>
                    <a:pt x="44999" y="3581"/>
                  </a:lnTo>
                  <a:lnTo>
                    <a:pt x="43209" y="3581"/>
                  </a:lnTo>
                  <a:lnTo>
                    <a:pt x="41418" y="1791"/>
                  </a:lnTo>
                  <a:lnTo>
                    <a:pt x="39628" y="1791"/>
                  </a:lnTo>
                  <a:lnTo>
                    <a:pt x="37837" y="0"/>
                  </a:lnTo>
                  <a:lnTo>
                    <a:pt x="22326" y="0"/>
                  </a:lnTo>
                  <a:lnTo>
                    <a:pt x="20535" y="1791"/>
                  </a:lnTo>
                  <a:lnTo>
                    <a:pt x="17906" y="1791"/>
                  </a:lnTo>
                  <a:lnTo>
                    <a:pt x="17906" y="4420"/>
                  </a:lnTo>
                  <a:lnTo>
                    <a:pt x="13373" y="8953"/>
                  </a:lnTo>
                  <a:lnTo>
                    <a:pt x="10979" y="8953"/>
                  </a:lnTo>
                  <a:lnTo>
                    <a:pt x="10027" y="8001"/>
                  </a:lnTo>
                  <a:lnTo>
                    <a:pt x="10979" y="6446"/>
                  </a:lnTo>
                  <a:lnTo>
                    <a:pt x="13608" y="6446"/>
                  </a:lnTo>
                  <a:lnTo>
                    <a:pt x="13608" y="1791"/>
                  </a:lnTo>
                  <a:lnTo>
                    <a:pt x="9188" y="1791"/>
                  </a:lnTo>
                  <a:lnTo>
                    <a:pt x="7397" y="0"/>
                  </a:lnTo>
                  <a:lnTo>
                    <a:pt x="3581" y="0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707" name="Graph element 1400"/>
            <p:cNvSpPr/>
            <p:nvPr/>
          </p:nvSpPr>
          <p:spPr>
            <a:xfrm>
              <a:off x="1015607" y="1353666"/>
              <a:ext cx="2865" cy="5372"/>
            </a:xfrm>
            <a:custGeom>
              <a:avLst/>
              <a:gdLst/>
              <a:ahLst/>
              <a:cxnLst/>
              <a:rect l="0" t="0" r="r" b="b"/>
              <a:pathLst>
                <a:path w="2865" h="5372" stroke="0" extrusionOk="0">
                  <a:moveTo>
                    <a:pt x="0" y="5372"/>
                  </a:moveTo>
                  <a:lnTo>
                    <a:pt x="2865" y="5372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5372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708" name="Graph element 1401"/>
            <p:cNvSpPr/>
            <p:nvPr/>
          </p:nvSpPr>
          <p:spPr>
            <a:xfrm>
              <a:off x="1017398" y="1334328"/>
              <a:ext cx="10262" cy="10385"/>
            </a:xfrm>
            <a:custGeom>
              <a:avLst/>
              <a:gdLst/>
              <a:ahLst/>
              <a:cxnLst/>
              <a:rect l="0" t="0" r="r" b="b"/>
              <a:pathLst>
                <a:path w="10262" h="10385" stroke="0" extrusionOk="0">
                  <a:moveTo>
                    <a:pt x="0" y="0"/>
                  </a:moveTo>
                  <a:lnTo>
                    <a:pt x="0" y="5607"/>
                  </a:lnTo>
                  <a:lnTo>
                    <a:pt x="1791" y="7397"/>
                  </a:lnTo>
                  <a:lnTo>
                    <a:pt x="1791" y="10385"/>
                  </a:lnTo>
                  <a:lnTo>
                    <a:pt x="4655" y="10385"/>
                  </a:lnTo>
                  <a:lnTo>
                    <a:pt x="4655" y="7397"/>
                  </a:lnTo>
                  <a:lnTo>
                    <a:pt x="5607" y="6446"/>
                  </a:lnTo>
                  <a:lnTo>
                    <a:pt x="10262" y="6446"/>
                  </a:lnTo>
                  <a:lnTo>
                    <a:pt x="381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709" name="Graph element 1402"/>
            <p:cNvSpPr/>
            <p:nvPr/>
          </p:nvSpPr>
          <p:spPr>
            <a:xfrm>
              <a:off x="1017398" y="1321558"/>
              <a:ext cx="10262" cy="12646"/>
            </a:xfrm>
            <a:custGeom>
              <a:avLst/>
              <a:gdLst/>
              <a:ahLst/>
              <a:cxnLst/>
              <a:rect l="0" t="0" r="r" b="b"/>
              <a:pathLst>
                <a:path w="10262" h="12646" stroke="0" extrusionOk="0">
                  <a:moveTo>
                    <a:pt x="1791" y="0"/>
                  </a:moveTo>
                  <a:lnTo>
                    <a:pt x="1791" y="4655"/>
                  </a:lnTo>
                  <a:lnTo>
                    <a:pt x="0" y="6446"/>
                  </a:lnTo>
                  <a:lnTo>
                    <a:pt x="0" y="9423"/>
                  </a:lnTo>
                  <a:lnTo>
                    <a:pt x="3223" y="12646"/>
                  </a:lnTo>
                  <a:lnTo>
                    <a:pt x="5607" y="10262"/>
                  </a:lnTo>
                  <a:lnTo>
                    <a:pt x="10262" y="10262"/>
                  </a:lnTo>
                  <a:lnTo>
                    <a:pt x="6446" y="6446"/>
                  </a:lnTo>
                  <a:lnTo>
                    <a:pt x="6446" y="4655"/>
                  </a:lnTo>
                  <a:lnTo>
                    <a:pt x="1791" y="0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710" name="Graph element 1403"/>
            <p:cNvSpPr/>
            <p:nvPr/>
          </p:nvSpPr>
          <p:spPr>
            <a:xfrm>
              <a:off x="1019188" y="1317854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711" name="Graph element 1404"/>
            <p:cNvSpPr/>
            <p:nvPr/>
          </p:nvSpPr>
          <p:spPr>
            <a:xfrm>
              <a:off x="1021399" y="1300307"/>
              <a:ext cx="13189" cy="9608"/>
            </a:xfrm>
            <a:custGeom>
              <a:avLst/>
              <a:gdLst/>
              <a:ahLst/>
              <a:cxnLst/>
              <a:rect l="0" t="0" r="r" b="b"/>
              <a:pathLst>
                <a:path w="13189" h="9608" stroke="0" extrusionOk="0">
                  <a:moveTo>
                    <a:pt x="9372" y="0"/>
                  </a:moveTo>
                  <a:lnTo>
                    <a:pt x="7582" y="1791"/>
                  </a:lnTo>
                  <a:lnTo>
                    <a:pt x="5791" y="1791"/>
                  </a:lnTo>
                  <a:lnTo>
                    <a:pt x="0" y="7582"/>
                  </a:lnTo>
                  <a:lnTo>
                    <a:pt x="2026" y="9608"/>
                  </a:lnTo>
                  <a:lnTo>
                    <a:pt x="6978" y="4655"/>
                  </a:lnTo>
                  <a:lnTo>
                    <a:pt x="13189" y="4655"/>
                  </a:lnTo>
                  <a:lnTo>
                    <a:pt x="13189" y="0"/>
                  </a:lnTo>
                  <a:lnTo>
                    <a:pt x="9372" y="0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712" name="Graph element 1405"/>
            <p:cNvSpPr/>
            <p:nvPr/>
          </p:nvSpPr>
          <p:spPr>
            <a:xfrm>
              <a:off x="929660" y="1255185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713" name="Graph element 1406"/>
            <p:cNvSpPr/>
            <p:nvPr/>
          </p:nvSpPr>
          <p:spPr>
            <a:xfrm>
              <a:off x="928289" y="1240860"/>
              <a:ext cx="4236" cy="4594"/>
            </a:xfrm>
            <a:custGeom>
              <a:avLst/>
              <a:gdLst/>
              <a:ahLst/>
              <a:cxnLst/>
              <a:rect l="0" t="0" r="r" b="b"/>
              <a:pathLst>
                <a:path w="4236" h="4594" stroke="0" extrusionOk="0">
                  <a:moveTo>
                    <a:pt x="0" y="2568"/>
                  </a:moveTo>
                  <a:lnTo>
                    <a:pt x="2026" y="4594"/>
                  </a:lnTo>
                  <a:lnTo>
                    <a:pt x="4236" y="2384"/>
                  </a:lnTo>
                  <a:lnTo>
                    <a:pt x="4236" y="0"/>
                  </a:lnTo>
                  <a:lnTo>
                    <a:pt x="1371" y="0"/>
                  </a:lnTo>
                  <a:lnTo>
                    <a:pt x="1371" y="1197"/>
                  </a:lnTo>
                  <a:lnTo>
                    <a:pt x="0" y="2568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714" name="Graph element 1407"/>
            <p:cNvSpPr/>
            <p:nvPr/>
          </p:nvSpPr>
          <p:spPr>
            <a:xfrm>
              <a:off x="928289" y="1223732"/>
              <a:ext cx="4236" cy="4594"/>
            </a:xfrm>
            <a:custGeom>
              <a:avLst/>
              <a:gdLst/>
              <a:ahLst/>
              <a:cxnLst/>
              <a:rect l="0" t="0" r="r" b="b"/>
              <a:pathLst>
                <a:path w="4236" h="4594" stroke="0" extrusionOk="0">
                  <a:moveTo>
                    <a:pt x="1371" y="3397"/>
                  </a:moveTo>
                  <a:lnTo>
                    <a:pt x="1371" y="4594"/>
                  </a:lnTo>
                  <a:lnTo>
                    <a:pt x="4236" y="4594"/>
                  </a:lnTo>
                  <a:lnTo>
                    <a:pt x="4236" y="2210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371" y="3397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715" name="Graph element 1408"/>
            <p:cNvSpPr/>
            <p:nvPr/>
          </p:nvSpPr>
          <p:spPr>
            <a:xfrm>
              <a:off x="928289" y="1167447"/>
              <a:ext cx="4236" cy="4594"/>
            </a:xfrm>
            <a:custGeom>
              <a:avLst/>
              <a:gdLst/>
              <a:ahLst/>
              <a:cxnLst/>
              <a:rect l="0" t="0" r="r" b="b"/>
              <a:pathLst>
                <a:path w="4236" h="4594" stroke="0" extrusionOk="0">
                  <a:moveTo>
                    <a:pt x="0" y="2568"/>
                  </a:moveTo>
                  <a:lnTo>
                    <a:pt x="2026" y="4594"/>
                  </a:lnTo>
                  <a:lnTo>
                    <a:pt x="4236" y="2384"/>
                  </a:lnTo>
                  <a:lnTo>
                    <a:pt x="4236" y="0"/>
                  </a:lnTo>
                  <a:lnTo>
                    <a:pt x="1371" y="0"/>
                  </a:lnTo>
                  <a:lnTo>
                    <a:pt x="1371" y="1197"/>
                  </a:lnTo>
                  <a:lnTo>
                    <a:pt x="0" y="2568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716" name="Graph element 1409"/>
            <p:cNvSpPr/>
            <p:nvPr/>
          </p:nvSpPr>
          <p:spPr>
            <a:xfrm>
              <a:off x="928289" y="1150319"/>
              <a:ext cx="4236" cy="7397"/>
            </a:xfrm>
            <a:custGeom>
              <a:avLst/>
              <a:gdLst/>
              <a:ahLst/>
              <a:cxnLst/>
              <a:rect l="0" t="0" r="r" b="b"/>
              <a:pathLst>
                <a:path w="4236" h="7397" stroke="0" extrusionOk="0">
                  <a:moveTo>
                    <a:pt x="0" y="5372"/>
                  </a:moveTo>
                  <a:lnTo>
                    <a:pt x="2026" y="7397"/>
                  </a:lnTo>
                  <a:lnTo>
                    <a:pt x="4236" y="5187"/>
                  </a:lnTo>
                  <a:lnTo>
                    <a:pt x="4236" y="2210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371" y="3397"/>
                  </a:lnTo>
                  <a:lnTo>
                    <a:pt x="1371" y="4001"/>
                  </a:lnTo>
                  <a:lnTo>
                    <a:pt x="0" y="5372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717" name="Graph element 1410"/>
            <p:cNvSpPr/>
            <p:nvPr/>
          </p:nvSpPr>
          <p:spPr>
            <a:xfrm>
              <a:off x="928289" y="1135995"/>
              <a:ext cx="4236" cy="4594"/>
            </a:xfrm>
            <a:custGeom>
              <a:avLst/>
              <a:gdLst/>
              <a:ahLst/>
              <a:cxnLst/>
              <a:rect l="0" t="0" r="r" b="b"/>
              <a:pathLst>
                <a:path w="4236" h="4594" stroke="0" extrusionOk="0">
                  <a:moveTo>
                    <a:pt x="1371" y="3397"/>
                  </a:moveTo>
                  <a:lnTo>
                    <a:pt x="1371" y="4594"/>
                  </a:lnTo>
                  <a:lnTo>
                    <a:pt x="4236" y="4594"/>
                  </a:lnTo>
                  <a:lnTo>
                    <a:pt x="4236" y="2210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371" y="3397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718" name="Graph element 1411"/>
            <p:cNvSpPr/>
            <p:nvPr/>
          </p:nvSpPr>
          <p:spPr>
            <a:xfrm>
              <a:off x="928289" y="1079709"/>
              <a:ext cx="4236" cy="4594"/>
            </a:xfrm>
            <a:custGeom>
              <a:avLst/>
              <a:gdLst/>
              <a:ahLst/>
              <a:cxnLst/>
              <a:rect l="0" t="0" r="r" b="b"/>
              <a:pathLst>
                <a:path w="4236" h="4594" stroke="0" extrusionOk="0">
                  <a:moveTo>
                    <a:pt x="0" y="2568"/>
                  </a:moveTo>
                  <a:lnTo>
                    <a:pt x="2026" y="4594"/>
                  </a:lnTo>
                  <a:lnTo>
                    <a:pt x="4236" y="2384"/>
                  </a:lnTo>
                  <a:lnTo>
                    <a:pt x="4236" y="0"/>
                  </a:lnTo>
                  <a:lnTo>
                    <a:pt x="1371" y="0"/>
                  </a:lnTo>
                  <a:lnTo>
                    <a:pt x="1371" y="1197"/>
                  </a:lnTo>
                  <a:lnTo>
                    <a:pt x="0" y="2568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719" name="Graph element 1412"/>
            <p:cNvSpPr/>
            <p:nvPr/>
          </p:nvSpPr>
          <p:spPr>
            <a:xfrm>
              <a:off x="928289" y="1062582"/>
              <a:ext cx="4236" cy="4594"/>
            </a:xfrm>
            <a:custGeom>
              <a:avLst/>
              <a:gdLst/>
              <a:ahLst/>
              <a:cxnLst/>
              <a:rect l="0" t="0" r="r" b="b"/>
              <a:pathLst>
                <a:path w="4236" h="4594" stroke="0" extrusionOk="0">
                  <a:moveTo>
                    <a:pt x="1371" y="3397"/>
                  </a:moveTo>
                  <a:lnTo>
                    <a:pt x="1371" y="4594"/>
                  </a:lnTo>
                  <a:lnTo>
                    <a:pt x="4236" y="4594"/>
                  </a:lnTo>
                  <a:lnTo>
                    <a:pt x="4236" y="2210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371" y="3397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720" name="Graph element 1413"/>
            <p:cNvSpPr/>
            <p:nvPr/>
          </p:nvSpPr>
          <p:spPr>
            <a:xfrm>
              <a:off x="928289" y="1048257"/>
              <a:ext cx="4236" cy="4594"/>
            </a:xfrm>
            <a:custGeom>
              <a:avLst/>
              <a:gdLst/>
              <a:ahLst/>
              <a:cxnLst/>
              <a:rect l="0" t="0" r="r" b="b"/>
              <a:pathLst>
                <a:path w="4236" h="4594" stroke="0" extrusionOk="0">
                  <a:moveTo>
                    <a:pt x="1371" y="3397"/>
                  </a:moveTo>
                  <a:lnTo>
                    <a:pt x="1371" y="4594"/>
                  </a:lnTo>
                  <a:lnTo>
                    <a:pt x="4236" y="4594"/>
                  </a:lnTo>
                  <a:lnTo>
                    <a:pt x="4236" y="2210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371" y="3397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721" name="Graph element 1414"/>
            <p:cNvSpPr/>
            <p:nvPr/>
          </p:nvSpPr>
          <p:spPr>
            <a:xfrm>
              <a:off x="929660" y="1006296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722" name="Graph element 1415"/>
            <p:cNvSpPr/>
            <p:nvPr/>
          </p:nvSpPr>
          <p:spPr>
            <a:xfrm>
              <a:off x="928289" y="991972"/>
              <a:ext cx="4236" cy="4594"/>
            </a:xfrm>
            <a:custGeom>
              <a:avLst/>
              <a:gdLst/>
              <a:ahLst/>
              <a:cxnLst/>
              <a:rect l="0" t="0" r="r" b="b"/>
              <a:pathLst>
                <a:path w="4236" h="4594" stroke="0" extrusionOk="0">
                  <a:moveTo>
                    <a:pt x="0" y="2568"/>
                  </a:moveTo>
                  <a:lnTo>
                    <a:pt x="2026" y="4594"/>
                  </a:lnTo>
                  <a:lnTo>
                    <a:pt x="4236" y="2384"/>
                  </a:lnTo>
                  <a:lnTo>
                    <a:pt x="4236" y="0"/>
                  </a:lnTo>
                  <a:lnTo>
                    <a:pt x="1371" y="0"/>
                  </a:lnTo>
                  <a:lnTo>
                    <a:pt x="1371" y="1197"/>
                  </a:lnTo>
                  <a:lnTo>
                    <a:pt x="0" y="2568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723" name="Graph element 1416"/>
            <p:cNvSpPr/>
            <p:nvPr/>
          </p:nvSpPr>
          <p:spPr>
            <a:xfrm>
              <a:off x="928289" y="918559"/>
              <a:ext cx="4236" cy="4594"/>
            </a:xfrm>
            <a:custGeom>
              <a:avLst/>
              <a:gdLst/>
              <a:ahLst/>
              <a:cxnLst/>
              <a:rect l="0" t="0" r="r" b="b"/>
              <a:pathLst>
                <a:path w="4236" h="4594" stroke="0" extrusionOk="0">
                  <a:moveTo>
                    <a:pt x="0" y="2568"/>
                  </a:moveTo>
                  <a:lnTo>
                    <a:pt x="2026" y="4594"/>
                  </a:lnTo>
                  <a:lnTo>
                    <a:pt x="4236" y="2384"/>
                  </a:lnTo>
                  <a:lnTo>
                    <a:pt x="4236" y="0"/>
                  </a:lnTo>
                  <a:lnTo>
                    <a:pt x="1371" y="0"/>
                  </a:lnTo>
                  <a:lnTo>
                    <a:pt x="1371" y="1197"/>
                  </a:lnTo>
                  <a:lnTo>
                    <a:pt x="0" y="2568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724" name="Graph element 1417"/>
            <p:cNvSpPr/>
            <p:nvPr/>
          </p:nvSpPr>
          <p:spPr>
            <a:xfrm>
              <a:off x="928289" y="901431"/>
              <a:ext cx="4236" cy="7397"/>
            </a:xfrm>
            <a:custGeom>
              <a:avLst/>
              <a:gdLst/>
              <a:ahLst/>
              <a:cxnLst/>
              <a:rect l="0" t="0" r="r" b="b"/>
              <a:pathLst>
                <a:path w="4236" h="7397" stroke="0" extrusionOk="0">
                  <a:moveTo>
                    <a:pt x="0" y="5372"/>
                  </a:moveTo>
                  <a:lnTo>
                    <a:pt x="2026" y="7397"/>
                  </a:lnTo>
                  <a:lnTo>
                    <a:pt x="4236" y="5187"/>
                  </a:lnTo>
                  <a:lnTo>
                    <a:pt x="4236" y="2210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371" y="3397"/>
                  </a:lnTo>
                  <a:lnTo>
                    <a:pt x="1371" y="4001"/>
                  </a:lnTo>
                  <a:lnTo>
                    <a:pt x="0" y="5372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725" name="Graph element 1418"/>
            <p:cNvSpPr/>
            <p:nvPr/>
          </p:nvSpPr>
          <p:spPr>
            <a:xfrm>
              <a:off x="928289" y="887106"/>
              <a:ext cx="4236" cy="4594"/>
            </a:xfrm>
            <a:custGeom>
              <a:avLst/>
              <a:gdLst/>
              <a:ahLst/>
              <a:cxnLst/>
              <a:rect l="0" t="0" r="r" b="b"/>
              <a:pathLst>
                <a:path w="4236" h="4594" stroke="0" extrusionOk="0">
                  <a:moveTo>
                    <a:pt x="1371" y="3397"/>
                  </a:moveTo>
                  <a:lnTo>
                    <a:pt x="1371" y="4594"/>
                  </a:lnTo>
                  <a:lnTo>
                    <a:pt x="4236" y="4594"/>
                  </a:lnTo>
                  <a:lnTo>
                    <a:pt x="4236" y="2210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371" y="3397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726" name="Graph element 1419"/>
            <p:cNvSpPr/>
            <p:nvPr/>
          </p:nvSpPr>
          <p:spPr>
            <a:xfrm>
              <a:off x="928289" y="830821"/>
              <a:ext cx="4236" cy="4594"/>
            </a:xfrm>
            <a:custGeom>
              <a:avLst/>
              <a:gdLst/>
              <a:ahLst/>
              <a:cxnLst/>
              <a:rect l="0" t="0" r="r" b="b"/>
              <a:pathLst>
                <a:path w="4236" h="4594" stroke="0" extrusionOk="0">
                  <a:moveTo>
                    <a:pt x="0" y="2568"/>
                  </a:moveTo>
                  <a:lnTo>
                    <a:pt x="2026" y="4594"/>
                  </a:lnTo>
                  <a:lnTo>
                    <a:pt x="4236" y="2384"/>
                  </a:lnTo>
                  <a:lnTo>
                    <a:pt x="4236" y="0"/>
                  </a:lnTo>
                  <a:lnTo>
                    <a:pt x="1371" y="0"/>
                  </a:lnTo>
                  <a:lnTo>
                    <a:pt x="1371" y="1197"/>
                  </a:lnTo>
                  <a:lnTo>
                    <a:pt x="0" y="2568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727" name="Graph element 1420"/>
            <p:cNvSpPr/>
            <p:nvPr/>
          </p:nvSpPr>
          <p:spPr>
            <a:xfrm>
              <a:off x="928289" y="813693"/>
              <a:ext cx="4236" cy="4594"/>
            </a:xfrm>
            <a:custGeom>
              <a:avLst/>
              <a:gdLst/>
              <a:ahLst/>
              <a:cxnLst/>
              <a:rect l="0" t="0" r="r" b="b"/>
              <a:pathLst>
                <a:path w="4236" h="4594" stroke="0" extrusionOk="0">
                  <a:moveTo>
                    <a:pt x="1371" y="3397"/>
                  </a:moveTo>
                  <a:lnTo>
                    <a:pt x="1371" y="4594"/>
                  </a:lnTo>
                  <a:lnTo>
                    <a:pt x="4236" y="4594"/>
                  </a:lnTo>
                  <a:lnTo>
                    <a:pt x="4236" y="2210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371" y="3397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728" name="Graph element 1421"/>
            <p:cNvSpPr/>
            <p:nvPr/>
          </p:nvSpPr>
          <p:spPr>
            <a:xfrm>
              <a:off x="929660" y="802172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729" name="Graph element 1422"/>
            <p:cNvSpPr/>
            <p:nvPr/>
          </p:nvSpPr>
          <p:spPr>
            <a:xfrm>
              <a:off x="929660" y="757408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730" name="Graph element 1423"/>
            <p:cNvSpPr/>
            <p:nvPr/>
          </p:nvSpPr>
          <p:spPr>
            <a:xfrm>
              <a:off x="928289" y="743084"/>
              <a:ext cx="4236" cy="4594"/>
            </a:xfrm>
            <a:custGeom>
              <a:avLst/>
              <a:gdLst/>
              <a:ahLst/>
              <a:cxnLst/>
              <a:rect l="0" t="0" r="r" b="b"/>
              <a:pathLst>
                <a:path w="4236" h="4594" stroke="0" extrusionOk="0">
                  <a:moveTo>
                    <a:pt x="0" y="2568"/>
                  </a:moveTo>
                  <a:lnTo>
                    <a:pt x="2026" y="4594"/>
                  </a:lnTo>
                  <a:lnTo>
                    <a:pt x="4236" y="2384"/>
                  </a:lnTo>
                  <a:lnTo>
                    <a:pt x="4236" y="0"/>
                  </a:lnTo>
                  <a:lnTo>
                    <a:pt x="1371" y="0"/>
                  </a:lnTo>
                  <a:lnTo>
                    <a:pt x="1371" y="1197"/>
                  </a:lnTo>
                  <a:lnTo>
                    <a:pt x="0" y="2568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731" name="Graph element 1424"/>
            <p:cNvSpPr/>
            <p:nvPr/>
          </p:nvSpPr>
          <p:spPr>
            <a:xfrm>
              <a:off x="928289" y="725956"/>
              <a:ext cx="4236" cy="4594"/>
            </a:xfrm>
            <a:custGeom>
              <a:avLst/>
              <a:gdLst/>
              <a:ahLst/>
              <a:cxnLst/>
              <a:rect l="0" t="0" r="r" b="b"/>
              <a:pathLst>
                <a:path w="4236" h="4594" stroke="0" extrusionOk="0">
                  <a:moveTo>
                    <a:pt x="1371" y="3397"/>
                  </a:moveTo>
                  <a:lnTo>
                    <a:pt x="1371" y="4594"/>
                  </a:lnTo>
                  <a:lnTo>
                    <a:pt x="4236" y="4594"/>
                  </a:lnTo>
                  <a:lnTo>
                    <a:pt x="4236" y="2210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371" y="3397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732" name="Graph element 1425"/>
            <p:cNvSpPr/>
            <p:nvPr/>
          </p:nvSpPr>
          <p:spPr>
            <a:xfrm>
              <a:off x="2095736" y="668658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733" name="Graph element 1426"/>
            <p:cNvSpPr/>
            <p:nvPr/>
          </p:nvSpPr>
          <p:spPr>
            <a:xfrm>
              <a:off x="928289" y="669671"/>
              <a:ext cx="4236" cy="4594"/>
            </a:xfrm>
            <a:custGeom>
              <a:avLst/>
              <a:gdLst/>
              <a:ahLst/>
              <a:cxnLst/>
              <a:rect l="0" t="0" r="r" b="b"/>
              <a:pathLst>
                <a:path w="4236" h="4594" stroke="0" extrusionOk="0">
                  <a:moveTo>
                    <a:pt x="0" y="2568"/>
                  </a:moveTo>
                  <a:lnTo>
                    <a:pt x="2026" y="4594"/>
                  </a:lnTo>
                  <a:lnTo>
                    <a:pt x="4236" y="2384"/>
                  </a:lnTo>
                  <a:lnTo>
                    <a:pt x="4236" y="0"/>
                  </a:lnTo>
                  <a:lnTo>
                    <a:pt x="1371" y="0"/>
                  </a:lnTo>
                  <a:lnTo>
                    <a:pt x="1371" y="1197"/>
                  </a:lnTo>
                  <a:lnTo>
                    <a:pt x="0" y="2568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734" name="Graph element 1427"/>
            <p:cNvSpPr/>
            <p:nvPr/>
          </p:nvSpPr>
          <p:spPr>
            <a:xfrm>
              <a:off x="2061296" y="655346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735" name="Graph element 1428"/>
            <p:cNvSpPr/>
            <p:nvPr/>
          </p:nvSpPr>
          <p:spPr>
            <a:xfrm>
              <a:off x="928289" y="652543"/>
              <a:ext cx="4236" cy="7397"/>
            </a:xfrm>
            <a:custGeom>
              <a:avLst/>
              <a:gdLst/>
              <a:ahLst/>
              <a:cxnLst/>
              <a:rect l="0" t="0" r="r" b="b"/>
              <a:pathLst>
                <a:path w="4236" h="7397" stroke="0" extrusionOk="0">
                  <a:moveTo>
                    <a:pt x="0" y="5372"/>
                  </a:moveTo>
                  <a:lnTo>
                    <a:pt x="2026" y="7397"/>
                  </a:lnTo>
                  <a:lnTo>
                    <a:pt x="4236" y="5187"/>
                  </a:lnTo>
                  <a:lnTo>
                    <a:pt x="4236" y="2210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371" y="3397"/>
                  </a:lnTo>
                  <a:lnTo>
                    <a:pt x="1371" y="4001"/>
                  </a:lnTo>
                  <a:lnTo>
                    <a:pt x="0" y="5372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736" name="Graph element 1429"/>
            <p:cNvSpPr/>
            <p:nvPr/>
          </p:nvSpPr>
          <p:spPr>
            <a:xfrm>
              <a:off x="928289" y="638218"/>
              <a:ext cx="4236" cy="4594"/>
            </a:xfrm>
            <a:custGeom>
              <a:avLst/>
              <a:gdLst/>
              <a:ahLst/>
              <a:cxnLst/>
              <a:rect l="0" t="0" r="r" b="b"/>
              <a:pathLst>
                <a:path w="4236" h="4594" stroke="0" extrusionOk="0">
                  <a:moveTo>
                    <a:pt x="1371" y="3397"/>
                  </a:moveTo>
                  <a:lnTo>
                    <a:pt x="1371" y="4594"/>
                  </a:lnTo>
                  <a:lnTo>
                    <a:pt x="4236" y="4594"/>
                  </a:lnTo>
                  <a:lnTo>
                    <a:pt x="4236" y="2210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371" y="3397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737" name="Graph element 1430"/>
            <p:cNvSpPr/>
            <p:nvPr/>
          </p:nvSpPr>
          <p:spPr>
            <a:xfrm>
              <a:off x="928289" y="581933"/>
              <a:ext cx="4236" cy="4594"/>
            </a:xfrm>
            <a:custGeom>
              <a:avLst/>
              <a:gdLst/>
              <a:ahLst/>
              <a:cxnLst/>
              <a:rect l="0" t="0" r="r" b="b"/>
              <a:pathLst>
                <a:path w="4236" h="4594" stroke="0" extrusionOk="0">
                  <a:moveTo>
                    <a:pt x="0" y="2568"/>
                  </a:moveTo>
                  <a:lnTo>
                    <a:pt x="2026" y="4594"/>
                  </a:lnTo>
                  <a:lnTo>
                    <a:pt x="4236" y="2384"/>
                  </a:lnTo>
                  <a:lnTo>
                    <a:pt x="4236" y="0"/>
                  </a:lnTo>
                  <a:lnTo>
                    <a:pt x="1371" y="0"/>
                  </a:lnTo>
                  <a:lnTo>
                    <a:pt x="1371" y="1197"/>
                  </a:lnTo>
                  <a:lnTo>
                    <a:pt x="0" y="2568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738" name="Graph element 1431"/>
            <p:cNvSpPr/>
            <p:nvPr/>
          </p:nvSpPr>
          <p:spPr>
            <a:xfrm>
              <a:off x="928289" y="564805"/>
              <a:ext cx="4236" cy="4594"/>
            </a:xfrm>
            <a:custGeom>
              <a:avLst/>
              <a:gdLst/>
              <a:ahLst/>
              <a:cxnLst/>
              <a:rect l="0" t="0" r="r" b="b"/>
              <a:pathLst>
                <a:path w="4236" h="4594" stroke="0" extrusionOk="0">
                  <a:moveTo>
                    <a:pt x="1371" y="3397"/>
                  </a:moveTo>
                  <a:lnTo>
                    <a:pt x="1371" y="4594"/>
                  </a:lnTo>
                  <a:lnTo>
                    <a:pt x="4236" y="4594"/>
                  </a:lnTo>
                  <a:lnTo>
                    <a:pt x="4236" y="2210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371" y="3397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739" name="Graph element 1432"/>
            <p:cNvSpPr/>
            <p:nvPr/>
          </p:nvSpPr>
          <p:spPr>
            <a:xfrm>
              <a:off x="929660" y="553284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740" name="Graph element 1433"/>
            <p:cNvSpPr/>
            <p:nvPr/>
          </p:nvSpPr>
          <p:spPr>
            <a:xfrm>
              <a:off x="929660" y="50852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741" name="Graph element 1434"/>
            <p:cNvSpPr/>
            <p:nvPr/>
          </p:nvSpPr>
          <p:spPr>
            <a:xfrm>
              <a:off x="928289" y="494195"/>
              <a:ext cx="4236" cy="4594"/>
            </a:xfrm>
            <a:custGeom>
              <a:avLst/>
              <a:gdLst/>
              <a:ahLst/>
              <a:cxnLst/>
              <a:rect l="0" t="0" r="r" b="b"/>
              <a:pathLst>
                <a:path w="4236" h="4594" stroke="0" extrusionOk="0">
                  <a:moveTo>
                    <a:pt x="0" y="2568"/>
                  </a:moveTo>
                  <a:lnTo>
                    <a:pt x="2026" y="4594"/>
                  </a:lnTo>
                  <a:lnTo>
                    <a:pt x="4236" y="2384"/>
                  </a:lnTo>
                  <a:lnTo>
                    <a:pt x="4236" y="0"/>
                  </a:lnTo>
                  <a:lnTo>
                    <a:pt x="1371" y="0"/>
                  </a:lnTo>
                  <a:lnTo>
                    <a:pt x="1371" y="1197"/>
                  </a:lnTo>
                  <a:lnTo>
                    <a:pt x="0" y="2568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742" name="Graph element 1435"/>
            <p:cNvSpPr/>
            <p:nvPr/>
          </p:nvSpPr>
          <p:spPr>
            <a:xfrm>
              <a:off x="928289" y="477067"/>
              <a:ext cx="4236" cy="4594"/>
            </a:xfrm>
            <a:custGeom>
              <a:avLst/>
              <a:gdLst/>
              <a:ahLst/>
              <a:cxnLst/>
              <a:rect l="0" t="0" r="r" b="b"/>
              <a:pathLst>
                <a:path w="4236" h="4594" stroke="0" extrusionOk="0">
                  <a:moveTo>
                    <a:pt x="1371" y="3397"/>
                  </a:moveTo>
                  <a:lnTo>
                    <a:pt x="1371" y="4594"/>
                  </a:lnTo>
                  <a:lnTo>
                    <a:pt x="4236" y="4594"/>
                  </a:lnTo>
                  <a:lnTo>
                    <a:pt x="4236" y="2210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371" y="3397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743" name="Graph element 1436"/>
            <p:cNvSpPr/>
            <p:nvPr/>
          </p:nvSpPr>
          <p:spPr>
            <a:xfrm>
              <a:off x="928289" y="420782"/>
              <a:ext cx="4236" cy="4594"/>
            </a:xfrm>
            <a:custGeom>
              <a:avLst/>
              <a:gdLst/>
              <a:ahLst/>
              <a:cxnLst/>
              <a:rect l="0" t="0" r="r" b="b"/>
              <a:pathLst>
                <a:path w="4236" h="4594" stroke="0" extrusionOk="0">
                  <a:moveTo>
                    <a:pt x="0" y="2568"/>
                  </a:moveTo>
                  <a:lnTo>
                    <a:pt x="2026" y="4594"/>
                  </a:lnTo>
                  <a:lnTo>
                    <a:pt x="4236" y="2384"/>
                  </a:lnTo>
                  <a:lnTo>
                    <a:pt x="4236" y="0"/>
                  </a:lnTo>
                  <a:lnTo>
                    <a:pt x="1371" y="0"/>
                  </a:lnTo>
                  <a:lnTo>
                    <a:pt x="1371" y="1197"/>
                  </a:lnTo>
                  <a:lnTo>
                    <a:pt x="0" y="2568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744" name="Graph element 1437"/>
            <p:cNvSpPr/>
            <p:nvPr/>
          </p:nvSpPr>
          <p:spPr>
            <a:xfrm>
              <a:off x="928289" y="403654"/>
              <a:ext cx="4236" cy="7397"/>
            </a:xfrm>
            <a:custGeom>
              <a:avLst/>
              <a:gdLst/>
              <a:ahLst/>
              <a:cxnLst/>
              <a:rect l="0" t="0" r="r" b="b"/>
              <a:pathLst>
                <a:path w="4236" h="7397" stroke="0" extrusionOk="0">
                  <a:moveTo>
                    <a:pt x="0" y="5372"/>
                  </a:moveTo>
                  <a:lnTo>
                    <a:pt x="2026" y="7397"/>
                  </a:lnTo>
                  <a:lnTo>
                    <a:pt x="4236" y="5187"/>
                  </a:lnTo>
                  <a:lnTo>
                    <a:pt x="4236" y="2210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371" y="3397"/>
                  </a:lnTo>
                  <a:lnTo>
                    <a:pt x="1371" y="4001"/>
                  </a:lnTo>
                  <a:lnTo>
                    <a:pt x="0" y="5372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745" name="Graph element 1438"/>
            <p:cNvSpPr/>
            <p:nvPr/>
          </p:nvSpPr>
          <p:spPr>
            <a:xfrm>
              <a:off x="928289" y="389330"/>
              <a:ext cx="4236" cy="4594"/>
            </a:xfrm>
            <a:custGeom>
              <a:avLst/>
              <a:gdLst/>
              <a:ahLst/>
              <a:cxnLst/>
              <a:rect l="0" t="0" r="r" b="b"/>
              <a:pathLst>
                <a:path w="4236" h="4594" stroke="0" extrusionOk="0">
                  <a:moveTo>
                    <a:pt x="1371" y="3397"/>
                  </a:moveTo>
                  <a:lnTo>
                    <a:pt x="1371" y="4594"/>
                  </a:lnTo>
                  <a:lnTo>
                    <a:pt x="4236" y="4594"/>
                  </a:lnTo>
                  <a:lnTo>
                    <a:pt x="4236" y="2210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371" y="3397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746" name="Graph element 1439"/>
            <p:cNvSpPr/>
            <p:nvPr/>
          </p:nvSpPr>
          <p:spPr>
            <a:xfrm>
              <a:off x="928289" y="333045"/>
              <a:ext cx="4236" cy="4594"/>
            </a:xfrm>
            <a:custGeom>
              <a:avLst/>
              <a:gdLst/>
              <a:ahLst/>
              <a:cxnLst/>
              <a:rect l="0" t="0" r="r" b="b"/>
              <a:pathLst>
                <a:path w="4236" h="4594" stroke="0" extrusionOk="0">
                  <a:moveTo>
                    <a:pt x="0" y="2568"/>
                  </a:moveTo>
                  <a:lnTo>
                    <a:pt x="2026" y="4594"/>
                  </a:lnTo>
                  <a:lnTo>
                    <a:pt x="4236" y="2384"/>
                  </a:lnTo>
                  <a:lnTo>
                    <a:pt x="4236" y="0"/>
                  </a:lnTo>
                  <a:lnTo>
                    <a:pt x="1371" y="0"/>
                  </a:lnTo>
                  <a:lnTo>
                    <a:pt x="1371" y="1197"/>
                  </a:lnTo>
                  <a:lnTo>
                    <a:pt x="0" y="2568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747" name="Graph element 1440"/>
            <p:cNvSpPr/>
            <p:nvPr/>
          </p:nvSpPr>
          <p:spPr>
            <a:xfrm>
              <a:off x="928289" y="315917"/>
              <a:ext cx="4236" cy="4594"/>
            </a:xfrm>
            <a:custGeom>
              <a:avLst/>
              <a:gdLst/>
              <a:ahLst/>
              <a:cxnLst/>
              <a:rect l="0" t="0" r="r" b="b"/>
              <a:pathLst>
                <a:path w="4236" h="4594" stroke="0" extrusionOk="0">
                  <a:moveTo>
                    <a:pt x="1371" y="3397"/>
                  </a:moveTo>
                  <a:lnTo>
                    <a:pt x="1371" y="4594"/>
                  </a:lnTo>
                  <a:lnTo>
                    <a:pt x="4236" y="4594"/>
                  </a:lnTo>
                  <a:lnTo>
                    <a:pt x="4236" y="2210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371" y="3397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748" name="Graph element 1441"/>
            <p:cNvSpPr/>
            <p:nvPr/>
          </p:nvSpPr>
          <p:spPr>
            <a:xfrm>
              <a:off x="929660" y="304396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749" name="Graph element 1442"/>
            <p:cNvSpPr/>
            <p:nvPr/>
          </p:nvSpPr>
          <p:spPr>
            <a:xfrm>
              <a:off x="929660" y="259632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750" name="Graph element 1443"/>
            <p:cNvSpPr/>
            <p:nvPr/>
          </p:nvSpPr>
          <p:spPr>
            <a:xfrm>
              <a:off x="928289" y="245307"/>
              <a:ext cx="4236" cy="4594"/>
            </a:xfrm>
            <a:custGeom>
              <a:avLst/>
              <a:gdLst/>
              <a:ahLst/>
              <a:cxnLst/>
              <a:rect l="0" t="0" r="r" b="b"/>
              <a:pathLst>
                <a:path w="4236" h="4594" stroke="0" extrusionOk="0">
                  <a:moveTo>
                    <a:pt x="0" y="2568"/>
                  </a:moveTo>
                  <a:lnTo>
                    <a:pt x="2026" y="4594"/>
                  </a:lnTo>
                  <a:lnTo>
                    <a:pt x="4236" y="2384"/>
                  </a:lnTo>
                  <a:lnTo>
                    <a:pt x="4236" y="0"/>
                  </a:lnTo>
                  <a:lnTo>
                    <a:pt x="1371" y="0"/>
                  </a:lnTo>
                  <a:lnTo>
                    <a:pt x="1371" y="1197"/>
                  </a:lnTo>
                  <a:lnTo>
                    <a:pt x="0" y="2568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751" name="Graph element 1444"/>
            <p:cNvSpPr/>
            <p:nvPr/>
          </p:nvSpPr>
          <p:spPr>
            <a:xfrm>
              <a:off x="928289" y="228179"/>
              <a:ext cx="4236" cy="4594"/>
            </a:xfrm>
            <a:custGeom>
              <a:avLst/>
              <a:gdLst/>
              <a:ahLst/>
              <a:cxnLst/>
              <a:rect l="0" t="0" r="r" b="b"/>
              <a:pathLst>
                <a:path w="4236" h="4594" stroke="0" extrusionOk="0">
                  <a:moveTo>
                    <a:pt x="1371" y="3397"/>
                  </a:moveTo>
                  <a:lnTo>
                    <a:pt x="1371" y="4594"/>
                  </a:lnTo>
                  <a:lnTo>
                    <a:pt x="4236" y="4594"/>
                  </a:lnTo>
                  <a:lnTo>
                    <a:pt x="4236" y="2210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371" y="3397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752" name="Graph element 1445"/>
            <p:cNvSpPr/>
            <p:nvPr/>
          </p:nvSpPr>
          <p:spPr>
            <a:xfrm>
              <a:off x="928289" y="171894"/>
              <a:ext cx="4236" cy="4594"/>
            </a:xfrm>
            <a:custGeom>
              <a:avLst/>
              <a:gdLst/>
              <a:ahLst/>
              <a:cxnLst/>
              <a:rect l="0" t="0" r="r" b="b"/>
              <a:pathLst>
                <a:path w="4236" h="4594" stroke="0" extrusionOk="0">
                  <a:moveTo>
                    <a:pt x="0" y="2568"/>
                  </a:moveTo>
                  <a:lnTo>
                    <a:pt x="2026" y="4594"/>
                  </a:lnTo>
                  <a:lnTo>
                    <a:pt x="4236" y="2384"/>
                  </a:lnTo>
                  <a:lnTo>
                    <a:pt x="4236" y="0"/>
                  </a:lnTo>
                  <a:lnTo>
                    <a:pt x="1371" y="0"/>
                  </a:lnTo>
                  <a:lnTo>
                    <a:pt x="1371" y="1197"/>
                  </a:lnTo>
                  <a:lnTo>
                    <a:pt x="0" y="2568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753" name="Graph element 1446"/>
            <p:cNvSpPr/>
            <p:nvPr/>
          </p:nvSpPr>
          <p:spPr>
            <a:xfrm>
              <a:off x="928289" y="154766"/>
              <a:ext cx="4236" cy="7397"/>
            </a:xfrm>
            <a:custGeom>
              <a:avLst/>
              <a:gdLst/>
              <a:ahLst/>
              <a:cxnLst/>
              <a:rect l="0" t="0" r="r" b="b"/>
              <a:pathLst>
                <a:path w="4236" h="7397" stroke="0" extrusionOk="0">
                  <a:moveTo>
                    <a:pt x="0" y="5372"/>
                  </a:moveTo>
                  <a:lnTo>
                    <a:pt x="2026" y="7397"/>
                  </a:lnTo>
                  <a:lnTo>
                    <a:pt x="4236" y="5187"/>
                  </a:lnTo>
                  <a:lnTo>
                    <a:pt x="4236" y="2210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371" y="3397"/>
                  </a:lnTo>
                  <a:lnTo>
                    <a:pt x="1371" y="4001"/>
                  </a:lnTo>
                  <a:lnTo>
                    <a:pt x="0" y="5372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754" name="Graph element 1447"/>
            <p:cNvSpPr/>
            <p:nvPr/>
          </p:nvSpPr>
          <p:spPr>
            <a:xfrm>
              <a:off x="928289" y="140442"/>
              <a:ext cx="4236" cy="4594"/>
            </a:xfrm>
            <a:custGeom>
              <a:avLst/>
              <a:gdLst/>
              <a:ahLst/>
              <a:cxnLst/>
              <a:rect l="0" t="0" r="r" b="b"/>
              <a:pathLst>
                <a:path w="4236" h="4594" stroke="0" extrusionOk="0">
                  <a:moveTo>
                    <a:pt x="1371" y="3397"/>
                  </a:moveTo>
                  <a:lnTo>
                    <a:pt x="1371" y="4594"/>
                  </a:lnTo>
                  <a:lnTo>
                    <a:pt x="4236" y="4594"/>
                  </a:lnTo>
                  <a:lnTo>
                    <a:pt x="4236" y="2210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371" y="3397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755" name="Graph element 1448"/>
            <p:cNvSpPr/>
            <p:nvPr/>
          </p:nvSpPr>
          <p:spPr>
            <a:xfrm>
              <a:off x="928289" y="84156"/>
              <a:ext cx="4236" cy="4594"/>
            </a:xfrm>
            <a:custGeom>
              <a:avLst/>
              <a:gdLst/>
              <a:ahLst/>
              <a:cxnLst/>
              <a:rect l="0" t="0" r="r" b="b"/>
              <a:pathLst>
                <a:path w="4236" h="4594" stroke="0" extrusionOk="0">
                  <a:moveTo>
                    <a:pt x="0" y="2568"/>
                  </a:moveTo>
                  <a:lnTo>
                    <a:pt x="2026" y="4594"/>
                  </a:lnTo>
                  <a:lnTo>
                    <a:pt x="4236" y="2384"/>
                  </a:lnTo>
                  <a:lnTo>
                    <a:pt x="4236" y="0"/>
                  </a:lnTo>
                  <a:lnTo>
                    <a:pt x="1371" y="0"/>
                  </a:lnTo>
                  <a:lnTo>
                    <a:pt x="1371" y="1197"/>
                  </a:lnTo>
                  <a:lnTo>
                    <a:pt x="0" y="2568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756" name="Graph element 1449"/>
            <p:cNvSpPr/>
            <p:nvPr/>
          </p:nvSpPr>
          <p:spPr>
            <a:xfrm>
              <a:off x="928289" y="67028"/>
              <a:ext cx="4236" cy="4594"/>
            </a:xfrm>
            <a:custGeom>
              <a:avLst/>
              <a:gdLst/>
              <a:ahLst/>
              <a:cxnLst/>
              <a:rect l="0" t="0" r="r" b="b"/>
              <a:pathLst>
                <a:path w="4236" h="4594" stroke="0" extrusionOk="0">
                  <a:moveTo>
                    <a:pt x="1371" y="3397"/>
                  </a:moveTo>
                  <a:lnTo>
                    <a:pt x="1371" y="4594"/>
                  </a:lnTo>
                  <a:lnTo>
                    <a:pt x="4236" y="4594"/>
                  </a:lnTo>
                  <a:lnTo>
                    <a:pt x="4236" y="2210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371" y="3397"/>
                  </a:lnTo>
                  <a:close/>
                </a:path>
              </a:pathLst>
            </a:custGeom>
            <a:solidFill>
              <a:srgbClr val="BCBBBF"/>
            </a:solidFill>
            <a:ln>
              <a:noFill/>
            </a:ln>
          </p:spPr>
        </p:sp>
        <p:sp>
          <p:nvSpPr>
            <p:cNvPr id="16757" name="Graph element 1450"/>
            <p:cNvSpPr/>
            <p:nvPr/>
          </p:nvSpPr>
          <p:spPr>
            <a:xfrm>
              <a:off x="947208" y="1638723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758" name="Graph element 1451"/>
            <p:cNvSpPr/>
            <p:nvPr/>
          </p:nvSpPr>
          <p:spPr>
            <a:xfrm>
              <a:off x="1033513" y="1629412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759" name="Graph element 1452"/>
            <p:cNvSpPr/>
            <p:nvPr/>
          </p:nvSpPr>
          <p:spPr>
            <a:xfrm>
              <a:off x="1047837" y="1620459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760" name="Graph element 1453"/>
            <p:cNvSpPr/>
            <p:nvPr/>
          </p:nvSpPr>
          <p:spPr>
            <a:xfrm>
              <a:off x="882748" y="1613655"/>
              <a:ext cx="8953" cy="2865"/>
            </a:xfrm>
            <a:custGeom>
              <a:avLst/>
              <a:gdLst/>
              <a:ahLst/>
              <a:cxnLst/>
              <a:rect l="0" t="0" r="r" b="b"/>
              <a:pathLst>
                <a:path w="8953" h="2865" stroke="0" extrusionOk="0">
                  <a:moveTo>
                    <a:pt x="8953" y="2865"/>
                  </a:moveTo>
                  <a:lnTo>
                    <a:pt x="8953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8953" y="2865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761" name="Graph element 1454"/>
            <p:cNvSpPr/>
            <p:nvPr/>
          </p:nvSpPr>
          <p:spPr>
            <a:xfrm>
              <a:off x="1052851" y="1611865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762" name="Graph element 1455"/>
            <p:cNvSpPr/>
            <p:nvPr/>
          </p:nvSpPr>
          <p:spPr>
            <a:xfrm>
              <a:off x="1071115" y="1602554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763" name="Graph element 1456"/>
            <p:cNvSpPr/>
            <p:nvPr/>
          </p:nvSpPr>
          <p:spPr>
            <a:xfrm>
              <a:off x="1083649" y="1597182"/>
              <a:ext cx="4236" cy="6385"/>
            </a:xfrm>
            <a:custGeom>
              <a:avLst/>
              <a:gdLst/>
              <a:ahLst/>
              <a:cxnLst/>
              <a:rect l="0" t="0" r="r" b="b"/>
              <a:pathLst>
                <a:path w="4236" h="6385" stroke="0" extrusionOk="0">
                  <a:moveTo>
                    <a:pt x="0" y="4174"/>
                  </a:moveTo>
                  <a:lnTo>
                    <a:pt x="2210" y="6385"/>
                  </a:lnTo>
                  <a:lnTo>
                    <a:pt x="4236" y="4359"/>
                  </a:lnTo>
                  <a:lnTo>
                    <a:pt x="2865" y="2988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4174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764" name="Graph element 1457"/>
            <p:cNvSpPr/>
            <p:nvPr/>
          </p:nvSpPr>
          <p:spPr>
            <a:xfrm>
              <a:off x="1058581" y="1595392"/>
              <a:ext cx="2865" cy="3581"/>
            </a:xfrm>
            <a:custGeom>
              <a:avLst/>
              <a:gdLst/>
              <a:ahLst/>
              <a:cxnLst/>
              <a:rect l="0" t="0" r="r" b="b"/>
              <a:pathLst>
                <a:path w="2865" h="3581" stroke="0" extrusionOk="0">
                  <a:moveTo>
                    <a:pt x="0" y="3581"/>
                  </a:moveTo>
                  <a:lnTo>
                    <a:pt x="2865" y="358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765" name="Graph element 1458"/>
            <p:cNvSpPr/>
            <p:nvPr/>
          </p:nvSpPr>
          <p:spPr>
            <a:xfrm>
              <a:off x="1071115" y="159181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766" name="Graph element 1459"/>
            <p:cNvSpPr/>
            <p:nvPr/>
          </p:nvSpPr>
          <p:spPr>
            <a:xfrm>
              <a:off x="1063953" y="159002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767" name="Graph element 1460"/>
            <p:cNvSpPr/>
            <p:nvPr/>
          </p:nvSpPr>
          <p:spPr>
            <a:xfrm>
              <a:off x="1051419" y="159002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768" name="Graph element 1461"/>
            <p:cNvSpPr/>
            <p:nvPr/>
          </p:nvSpPr>
          <p:spPr>
            <a:xfrm>
              <a:off x="1051838" y="1580832"/>
              <a:ext cx="5607" cy="4829"/>
            </a:xfrm>
            <a:custGeom>
              <a:avLst/>
              <a:gdLst/>
              <a:ahLst/>
              <a:cxnLst/>
              <a:rect l="0" t="0" r="r" b="b"/>
              <a:pathLst>
                <a:path w="5607" h="4829" stroke="0" extrusionOk="0">
                  <a:moveTo>
                    <a:pt x="0" y="2803"/>
                  </a:moveTo>
                  <a:lnTo>
                    <a:pt x="2026" y="4829"/>
                  </a:lnTo>
                  <a:lnTo>
                    <a:pt x="2803" y="4052"/>
                  </a:lnTo>
                  <a:lnTo>
                    <a:pt x="3581" y="4829"/>
                  </a:lnTo>
                  <a:lnTo>
                    <a:pt x="5607" y="2803"/>
                  </a:lnTo>
                  <a:lnTo>
                    <a:pt x="2803" y="0"/>
                  </a:lnTo>
                  <a:lnTo>
                    <a:pt x="0" y="2803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769" name="Graph element 1462"/>
            <p:cNvSpPr/>
            <p:nvPr/>
          </p:nvSpPr>
          <p:spPr>
            <a:xfrm>
              <a:off x="1060791" y="1580054"/>
              <a:ext cx="4594" cy="4236"/>
            </a:xfrm>
            <a:custGeom>
              <a:avLst/>
              <a:gdLst/>
              <a:ahLst/>
              <a:cxnLst/>
              <a:rect l="0" t="0" r="r" b="b"/>
              <a:pathLst>
                <a:path w="4594" h="4236" stroke="0" extrusionOk="0">
                  <a:moveTo>
                    <a:pt x="2210" y="4236"/>
                  </a:moveTo>
                  <a:lnTo>
                    <a:pt x="4594" y="4236"/>
                  </a:lnTo>
                  <a:lnTo>
                    <a:pt x="4594" y="1371"/>
                  </a:lnTo>
                  <a:lnTo>
                    <a:pt x="3397" y="137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2210" y="4236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770" name="Graph element 1463"/>
            <p:cNvSpPr/>
            <p:nvPr/>
          </p:nvSpPr>
          <p:spPr>
            <a:xfrm>
              <a:off x="892058" y="1575695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771" name="Graph element 1464"/>
            <p:cNvSpPr/>
            <p:nvPr/>
          </p:nvSpPr>
          <p:spPr>
            <a:xfrm>
              <a:off x="1059000" y="1572892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772" name="Graph element 1465"/>
            <p:cNvSpPr/>
            <p:nvPr/>
          </p:nvSpPr>
          <p:spPr>
            <a:xfrm>
              <a:off x="973053" y="1569311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773" name="Graph element 1466"/>
            <p:cNvSpPr/>
            <p:nvPr/>
          </p:nvSpPr>
          <p:spPr>
            <a:xfrm>
              <a:off x="1072905" y="1567520"/>
              <a:ext cx="4236" cy="4594"/>
            </a:xfrm>
            <a:custGeom>
              <a:avLst/>
              <a:gdLst/>
              <a:ahLst/>
              <a:cxnLst/>
              <a:rect l="0" t="0" r="r" b="b"/>
              <a:pathLst>
                <a:path w="4236" h="4594" stroke="0" extrusionOk="0">
                  <a:moveTo>
                    <a:pt x="0" y="2210"/>
                  </a:moveTo>
                  <a:lnTo>
                    <a:pt x="0" y="4594"/>
                  </a:lnTo>
                  <a:lnTo>
                    <a:pt x="2865" y="4594"/>
                  </a:lnTo>
                  <a:lnTo>
                    <a:pt x="2865" y="3397"/>
                  </a:lnTo>
                  <a:lnTo>
                    <a:pt x="4236" y="2026"/>
                  </a:lnTo>
                  <a:lnTo>
                    <a:pt x="2210" y="0"/>
                  </a:lnTo>
                  <a:lnTo>
                    <a:pt x="0" y="2210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774" name="Graph element 1467"/>
            <p:cNvSpPr/>
            <p:nvPr/>
          </p:nvSpPr>
          <p:spPr>
            <a:xfrm>
              <a:off x="879289" y="1565310"/>
              <a:ext cx="6681" cy="6681"/>
            </a:xfrm>
            <a:custGeom>
              <a:avLst/>
              <a:gdLst/>
              <a:ahLst/>
              <a:cxnLst/>
              <a:rect l="0" t="0" r="r" b="b"/>
              <a:pathLst>
                <a:path w="6681" h="6681" stroke="0" extrusionOk="0">
                  <a:moveTo>
                    <a:pt x="0" y="0"/>
                  </a:moveTo>
                  <a:lnTo>
                    <a:pt x="6681" y="6681"/>
                  </a:lnTo>
                  <a:lnTo>
                    <a:pt x="668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775" name="Graph element 1468"/>
            <p:cNvSpPr/>
            <p:nvPr/>
          </p:nvSpPr>
          <p:spPr>
            <a:xfrm>
              <a:off x="822646" y="1563939"/>
              <a:ext cx="6026" cy="6385"/>
            </a:xfrm>
            <a:custGeom>
              <a:avLst/>
              <a:gdLst/>
              <a:ahLst/>
              <a:cxnLst/>
              <a:rect l="0" t="0" r="r" b="b"/>
              <a:pathLst>
                <a:path w="6026" h="6385" stroke="0" extrusionOk="0">
                  <a:moveTo>
                    <a:pt x="3162" y="5187"/>
                  </a:moveTo>
                  <a:lnTo>
                    <a:pt x="3162" y="6385"/>
                  </a:lnTo>
                  <a:lnTo>
                    <a:pt x="6026" y="6385"/>
                  </a:lnTo>
                  <a:lnTo>
                    <a:pt x="6026" y="400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3162" y="5187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776" name="Graph element 1469"/>
            <p:cNvSpPr/>
            <p:nvPr/>
          </p:nvSpPr>
          <p:spPr>
            <a:xfrm>
              <a:off x="1080487" y="1558567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0" y="3581"/>
                  </a:moveTo>
                  <a:lnTo>
                    <a:pt x="2026" y="5607"/>
                  </a:lnTo>
                  <a:lnTo>
                    <a:pt x="5607" y="2026"/>
                  </a:lnTo>
                  <a:lnTo>
                    <a:pt x="3581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777" name="Graph element 1470"/>
            <p:cNvSpPr/>
            <p:nvPr/>
          </p:nvSpPr>
          <p:spPr>
            <a:xfrm>
              <a:off x="856667" y="1555999"/>
              <a:ext cx="4236" cy="4594"/>
            </a:xfrm>
            <a:custGeom>
              <a:avLst/>
              <a:gdLst/>
              <a:ahLst/>
              <a:cxnLst/>
              <a:rect l="0" t="0" r="r" b="b"/>
              <a:pathLst>
                <a:path w="4236" h="4594" stroke="0" extrusionOk="0">
                  <a:moveTo>
                    <a:pt x="0" y="2568"/>
                  </a:moveTo>
                  <a:lnTo>
                    <a:pt x="2026" y="4594"/>
                  </a:lnTo>
                  <a:lnTo>
                    <a:pt x="4236" y="2384"/>
                  </a:lnTo>
                  <a:lnTo>
                    <a:pt x="4236" y="0"/>
                  </a:lnTo>
                  <a:lnTo>
                    <a:pt x="1371" y="0"/>
                  </a:lnTo>
                  <a:lnTo>
                    <a:pt x="1371" y="1197"/>
                  </a:lnTo>
                  <a:lnTo>
                    <a:pt x="0" y="2568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778" name="Graph element 1471"/>
            <p:cNvSpPr/>
            <p:nvPr/>
          </p:nvSpPr>
          <p:spPr>
            <a:xfrm>
              <a:off x="1176400" y="1552776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779" name="Graph element 1472"/>
            <p:cNvSpPr/>
            <p:nvPr/>
          </p:nvSpPr>
          <p:spPr>
            <a:xfrm>
              <a:off x="815064" y="1554209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780" name="Graph element 1473"/>
            <p:cNvSpPr/>
            <p:nvPr/>
          </p:nvSpPr>
          <p:spPr>
            <a:xfrm>
              <a:off x="1158494" y="1550986"/>
              <a:ext cx="3581" cy="2865"/>
            </a:xfrm>
            <a:custGeom>
              <a:avLst/>
              <a:gdLst/>
              <a:ahLst/>
              <a:cxnLst/>
              <a:rect l="0" t="0" r="r" b="b"/>
              <a:pathLst>
                <a:path w="3581" h="2865" stroke="0" extrusionOk="0">
                  <a:moveTo>
                    <a:pt x="3581" y="2865"/>
                  </a:moveTo>
                  <a:lnTo>
                    <a:pt x="358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3581" y="2865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781" name="Graph element 1474"/>
            <p:cNvSpPr/>
            <p:nvPr/>
          </p:nvSpPr>
          <p:spPr>
            <a:xfrm>
              <a:off x="1108358" y="1550986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782" name="Graph element 1475"/>
            <p:cNvSpPr/>
            <p:nvPr/>
          </p:nvSpPr>
          <p:spPr>
            <a:xfrm>
              <a:off x="1092602" y="1552418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783" name="Graph element 1476"/>
            <p:cNvSpPr/>
            <p:nvPr/>
          </p:nvSpPr>
          <p:spPr>
            <a:xfrm>
              <a:off x="875943" y="1552418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784" name="Graph element 1477"/>
            <p:cNvSpPr/>
            <p:nvPr/>
          </p:nvSpPr>
          <p:spPr>
            <a:xfrm>
              <a:off x="1089020" y="1550628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785" name="Graph element 1478"/>
            <p:cNvSpPr/>
            <p:nvPr/>
          </p:nvSpPr>
          <p:spPr>
            <a:xfrm>
              <a:off x="881315" y="1550628"/>
              <a:ext cx="2865" cy="3581"/>
            </a:xfrm>
            <a:custGeom>
              <a:avLst/>
              <a:gdLst/>
              <a:ahLst/>
              <a:cxnLst/>
              <a:rect l="0" t="0" r="r" b="b"/>
              <a:pathLst>
                <a:path w="2865" h="3581" stroke="0" extrusionOk="0">
                  <a:moveTo>
                    <a:pt x="0" y="3581"/>
                  </a:moveTo>
                  <a:lnTo>
                    <a:pt x="2865" y="358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786" name="Graph element 1479"/>
            <p:cNvSpPr/>
            <p:nvPr/>
          </p:nvSpPr>
          <p:spPr>
            <a:xfrm>
              <a:off x="1094034" y="1547405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787" name="Graph element 1480"/>
            <p:cNvSpPr/>
            <p:nvPr/>
          </p:nvSpPr>
          <p:spPr>
            <a:xfrm>
              <a:off x="974424" y="1548837"/>
              <a:ext cx="2865" cy="3581"/>
            </a:xfrm>
            <a:custGeom>
              <a:avLst/>
              <a:gdLst/>
              <a:ahLst/>
              <a:cxnLst/>
              <a:rect l="0" t="0" r="r" b="b"/>
              <a:pathLst>
                <a:path w="2865" h="3581" stroke="0" extrusionOk="0">
                  <a:moveTo>
                    <a:pt x="0" y="3581"/>
                  </a:moveTo>
                  <a:lnTo>
                    <a:pt x="2865" y="358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788" name="Graph element 1481"/>
            <p:cNvSpPr/>
            <p:nvPr/>
          </p:nvSpPr>
          <p:spPr>
            <a:xfrm>
              <a:off x="852666" y="1548837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789" name="Graph element 1482"/>
            <p:cNvSpPr/>
            <p:nvPr/>
          </p:nvSpPr>
          <p:spPr>
            <a:xfrm>
              <a:off x="1121251" y="1543465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790" name="Graph element 1483"/>
            <p:cNvSpPr/>
            <p:nvPr/>
          </p:nvSpPr>
          <p:spPr>
            <a:xfrm>
              <a:off x="815064" y="1543465"/>
              <a:ext cx="2865" cy="3581"/>
            </a:xfrm>
            <a:custGeom>
              <a:avLst/>
              <a:gdLst/>
              <a:ahLst/>
              <a:cxnLst/>
              <a:rect l="0" t="0" r="r" b="b"/>
              <a:pathLst>
                <a:path w="2865" h="3581" stroke="0" extrusionOk="0">
                  <a:moveTo>
                    <a:pt x="0" y="3581"/>
                  </a:moveTo>
                  <a:lnTo>
                    <a:pt x="2865" y="358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791" name="Graph element 1484"/>
            <p:cNvSpPr/>
            <p:nvPr/>
          </p:nvSpPr>
          <p:spPr>
            <a:xfrm>
              <a:off x="1159272" y="1540662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792" name="Graph element 1485"/>
            <p:cNvSpPr/>
            <p:nvPr/>
          </p:nvSpPr>
          <p:spPr>
            <a:xfrm>
              <a:off x="1110507" y="1536303"/>
              <a:ext cx="4236" cy="4594"/>
            </a:xfrm>
            <a:custGeom>
              <a:avLst/>
              <a:gdLst/>
              <a:ahLst/>
              <a:cxnLst/>
              <a:rect l="0" t="0" r="r" b="b"/>
              <a:pathLst>
                <a:path w="4236" h="4594" stroke="0" extrusionOk="0">
                  <a:moveTo>
                    <a:pt x="0" y="2384"/>
                  </a:moveTo>
                  <a:lnTo>
                    <a:pt x="2210" y="4594"/>
                  </a:lnTo>
                  <a:lnTo>
                    <a:pt x="4236" y="2568"/>
                  </a:lnTo>
                  <a:lnTo>
                    <a:pt x="2865" y="1197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2384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793" name="Graph element 1486"/>
            <p:cNvSpPr/>
            <p:nvPr/>
          </p:nvSpPr>
          <p:spPr>
            <a:xfrm>
              <a:off x="849505" y="1535525"/>
              <a:ext cx="6620" cy="7817"/>
            </a:xfrm>
            <a:custGeom>
              <a:avLst/>
              <a:gdLst/>
              <a:ahLst/>
              <a:cxnLst/>
              <a:rect l="0" t="0" r="r" b="b"/>
              <a:pathLst>
                <a:path w="6620" h="7817" stroke="0" extrusionOk="0">
                  <a:moveTo>
                    <a:pt x="0" y="0"/>
                  </a:moveTo>
                  <a:lnTo>
                    <a:pt x="1371" y="1371"/>
                  </a:lnTo>
                  <a:lnTo>
                    <a:pt x="1371" y="7817"/>
                  </a:lnTo>
                  <a:lnTo>
                    <a:pt x="6620" y="25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794" name="Graph element 1487"/>
            <p:cNvSpPr/>
            <p:nvPr/>
          </p:nvSpPr>
          <p:spPr>
            <a:xfrm>
              <a:off x="845146" y="1533080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795" name="Graph element 1488"/>
            <p:cNvSpPr/>
            <p:nvPr/>
          </p:nvSpPr>
          <p:spPr>
            <a:xfrm>
              <a:off x="1164224" y="1532722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796" name="Graph element 1489"/>
            <p:cNvSpPr/>
            <p:nvPr/>
          </p:nvSpPr>
          <p:spPr>
            <a:xfrm>
              <a:off x="994121" y="1532722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797" name="Graph element 1490"/>
            <p:cNvSpPr/>
            <p:nvPr/>
          </p:nvSpPr>
          <p:spPr>
            <a:xfrm>
              <a:off x="1178549" y="1530931"/>
              <a:ext cx="2865" cy="3581"/>
            </a:xfrm>
            <a:custGeom>
              <a:avLst/>
              <a:gdLst/>
              <a:ahLst/>
              <a:cxnLst/>
              <a:rect l="0" t="0" r="r" b="b"/>
              <a:pathLst>
                <a:path w="2865" h="3581" stroke="0" extrusionOk="0">
                  <a:moveTo>
                    <a:pt x="0" y="3581"/>
                  </a:moveTo>
                  <a:lnTo>
                    <a:pt x="2865" y="358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798" name="Graph element 1491"/>
            <p:cNvSpPr/>
            <p:nvPr/>
          </p:nvSpPr>
          <p:spPr>
            <a:xfrm>
              <a:off x="834402" y="1529499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799" name="Graph element 1492"/>
            <p:cNvSpPr/>
            <p:nvPr/>
          </p:nvSpPr>
          <p:spPr>
            <a:xfrm>
              <a:off x="970843" y="1521979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800" name="Graph element 1493"/>
            <p:cNvSpPr/>
            <p:nvPr/>
          </p:nvSpPr>
          <p:spPr>
            <a:xfrm>
              <a:off x="1081858" y="1520188"/>
              <a:ext cx="2865" cy="3581"/>
            </a:xfrm>
            <a:custGeom>
              <a:avLst/>
              <a:gdLst/>
              <a:ahLst/>
              <a:cxnLst/>
              <a:rect l="0" t="0" r="r" b="b"/>
              <a:pathLst>
                <a:path w="2865" h="3581" stroke="0" extrusionOk="0">
                  <a:moveTo>
                    <a:pt x="0" y="3581"/>
                  </a:moveTo>
                  <a:lnTo>
                    <a:pt x="2865" y="358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801" name="Graph element 1494"/>
            <p:cNvSpPr/>
            <p:nvPr/>
          </p:nvSpPr>
          <p:spPr>
            <a:xfrm>
              <a:off x="1061804" y="1518756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802" name="Graph element 1495"/>
            <p:cNvSpPr/>
            <p:nvPr/>
          </p:nvSpPr>
          <p:spPr>
            <a:xfrm>
              <a:off x="1106333" y="1515594"/>
              <a:ext cx="5842" cy="7817"/>
            </a:xfrm>
            <a:custGeom>
              <a:avLst/>
              <a:gdLst/>
              <a:ahLst/>
              <a:cxnLst/>
              <a:rect l="0" t="0" r="r" b="b"/>
              <a:pathLst>
                <a:path w="5842" h="7817" stroke="0" extrusionOk="0">
                  <a:moveTo>
                    <a:pt x="0" y="4594"/>
                  </a:moveTo>
                  <a:lnTo>
                    <a:pt x="3223" y="7817"/>
                  </a:lnTo>
                  <a:lnTo>
                    <a:pt x="5607" y="7817"/>
                  </a:lnTo>
                  <a:lnTo>
                    <a:pt x="5607" y="4952"/>
                  </a:lnTo>
                  <a:lnTo>
                    <a:pt x="4052" y="4594"/>
                  </a:lnTo>
                  <a:lnTo>
                    <a:pt x="5842" y="2803"/>
                  </a:lnTo>
                  <a:lnTo>
                    <a:pt x="3039" y="0"/>
                  </a:lnTo>
                  <a:lnTo>
                    <a:pt x="1013" y="2026"/>
                  </a:lnTo>
                  <a:lnTo>
                    <a:pt x="1791" y="2803"/>
                  </a:lnTo>
                  <a:lnTo>
                    <a:pt x="0" y="4594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803" name="Graph element 1496"/>
            <p:cNvSpPr/>
            <p:nvPr/>
          </p:nvSpPr>
          <p:spPr>
            <a:xfrm>
              <a:off x="995911" y="1514816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804" name="Graph element 1497"/>
            <p:cNvSpPr/>
            <p:nvPr/>
          </p:nvSpPr>
          <p:spPr>
            <a:xfrm>
              <a:off x="858457" y="1512013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805" name="Graph element 1498"/>
            <p:cNvSpPr/>
            <p:nvPr/>
          </p:nvSpPr>
          <p:spPr>
            <a:xfrm>
              <a:off x="1055419" y="1510222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0" y="3581"/>
                  </a:moveTo>
                  <a:lnTo>
                    <a:pt x="2026" y="5607"/>
                  </a:lnTo>
                  <a:lnTo>
                    <a:pt x="5607" y="2026"/>
                  </a:lnTo>
                  <a:lnTo>
                    <a:pt x="3581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806" name="Graph element 1499"/>
            <p:cNvSpPr/>
            <p:nvPr/>
          </p:nvSpPr>
          <p:spPr>
            <a:xfrm>
              <a:off x="793578" y="1509445"/>
              <a:ext cx="4236" cy="4594"/>
            </a:xfrm>
            <a:custGeom>
              <a:avLst/>
              <a:gdLst/>
              <a:ahLst/>
              <a:cxnLst/>
              <a:rect l="0" t="0" r="r" b="b"/>
              <a:pathLst>
                <a:path w="4236" h="4594" stroke="0" extrusionOk="0">
                  <a:moveTo>
                    <a:pt x="0" y="2384"/>
                  </a:moveTo>
                  <a:lnTo>
                    <a:pt x="2210" y="4594"/>
                  </a:lnTo>
                  <a:lnTo>
                    <a:pt x="4236" y="2568"/>
                  </a:lnTo>
                  <a:lnTo>
                    <a:pt x="2865" y="1197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2384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807" name="Graph element 1500"/>
            <p:cNvSpPr/>
            <p:nvPr/>
          </p:nvSpPr>
          <p:spPr>
            <a:xfrm>
              <a:off x="997702" y="1507654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808" name="Graph element 1501"/>
            <p:cNvSpPr/>
            <p:nvPr/>
          </p:nvSpPr>
          <p:spPr>
            <a:xfrm>
              <a:off x="1101974" y="1504851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809" name="Graph element 1502"/>
            <p:cNvSpPr/>
            <p:nvPr/>
          </p:nvSpPr>
          <p:spPr>
            <a:xfrm>
              <a:off x="858457" y="1504851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3581" y="5607"/>
                  </a:moveTo>
                  <a:lnTo>
                    <a:pt x="5607" y="358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3581" y="5607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810" name="Graph element 1503"/>
            <p:cNvSpPr/>
            <p:nvPr/>
          </p:nvSpPr>
          <p:spPr>
            <a:xfrm>
              <a:off x="802530" y="1505863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811" name="Graph element 1504"/>
            <p:cNvSpPr/>
            <p:nvPr/>
          </p:nvSpPr>
          <p:spPr>
            <a:xfrm>
              <a:off x="960519" y="1503060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3581" y="5607"/>
                  </a:moveTo>
                  <a:lnTo>
                    <a:pt x="5607" y="358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3581" y="5607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812" name="Graph element 1505"/>
            <p:cNvSpPr/>
            <p:nvPr/>
          </p:nvSpPr>
          <p:spPr>
            <a:xfrm>
              <a:off x="785044" y="1501269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813" name="Graph element 1506"/>
            <p:cNvSpPr/>
            <p:nvPr/>
          </p:nvSpPr>
          <p:spPr>
            <a:xfrm>
              <a:off x="1130203" y="1500492"/>
              <a:ext cx="2865" cy="3581"/>
            </a:xfrm>
            <a:custGeom>
              <a:avLst/>
              <a:gdLst/>
              <a:ahLst/>
              <a:cxnLst/>
              <a:rect l="0" t="0" r="r" b="b"/>
              <a:pathLst>
                <a:path w="2865" h="3581" stroke="0" extrusionOk="0">
                  <a:moveTo>
                    <a:pt x="0" y="3581"/>
                  </a:moveTo>
                  <a:lnTo>
                    <a:pt x="2865" y="358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814" name="Graph element 1507"/>
            <p:cNvSpPr/>
            <p:nvPr/>
          </p:nvSpPr>
          <p:spPr>
            <a:xfrm>
              <a:off x="1094392" y="1500492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815" name="Graph element 1508"/>
            <p:cNvSpPr/>
            <p:nvPr/>
          </p:nvSpPr>
          <p:spPr>
            <a:xfrm>
              <a:off x="907815" y="1499059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816" name="Graph element 1509"/>
            <p:cNvSpPr/>
            <p:nvPr/>
          </p:nvSpPr>
          <p:spPr>
            <a:xfrm>
              <a:off x="793578" y="1496911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817" name="Graph element 1510"/>
            <p:cNvSpPr/>
            <p:nvPr/>
          </p:nvSpPr>
          <p:spPr>
            <a:xfrm>
              <a:off x="863051" y="1493688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818" name="Graph element 1511"/>
            <p:cNvSpPr/>
            <p:nvPr/>
          </p:nvSpPr>
          <p:spPr>
            <a:xfrm>
              <a:off x="802530" y="149512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819" name="Graph element 1512"/>
            <p:cNvSpPr/>
            <p:nvPr/>
          </p:nvSpPr>
          <p:spPr>
            <a:xfrm>
              <a:off x="789996" y="149512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820" name="Graph element 1513"/>
            <p:cNvSpPr/>
            <p:nvPr/>
          </p:nvSpPr>
          <p:spPr>
            <a:xfrm>
              <a:off x="874153" y="149333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821" name="Graph element 1514"/>
            <p:cNvSpPr/>
            <p:nvPr/>
          </p:nvSpPr>
          <p:spPr>
            <a:xfrm>
              <a:off x="1107346" y="1490526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0" y="3581"/>
                  </a:moveTo>
                  <a:lnTo>
                    <a:pt x="2026" y="5607"/>
                  </a:lnTo>
                  <a:lnTo>
                    <a:pt x="5607" y="2026"/>
                  </a:lnTo>
                  <a:lnTo>
                    <a:pt x="3581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822" name="Graph element 1515"/>
            <p:cNvSpPr/>
            <p:nvPr/>
          </p:nvSpPr>
          <p:spPr>
            <a:xfrm>
              <a:off x="1083649" y="1491539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823" name="Graph element 1516"/>
            <p:cNvSpPr/>
            <p:nvPr/>
          </p:nvSpPr>
          <p:spPr>
            <a:xfrm>
              <a:off x="1125251" y="1488735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3581" y="5607"/>
                  </a:moveTo>
                  <a:lnTo>
                    <a:pt x="5607" y="358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3581" y="5607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824" name="Graph element 1517"/>
            <p:cNvSpPr/>
            <p:nvPr/>
          </p:nvSpPr>
          <p:spPr>
            <a:xfrm>
              <a:off x="1119102" y="1486525"/>
              <a:ext cx="3581" cy="2865"/>
            </a:xfrm>
            <a:custGeom>
              <a:avLst/>
              <a:gdLst/>
              <a:ahLst/>
              <a:cxnLst/>
              <a:rect l="0" t="0" r="r" b="b"/>
              <a:pathLst>
                <a:path w="3581" h="2865" stroke="0" extrusionOk="0">
                  <a:moveTo>
                    <a:pt x="3581" y="2865"/>
                  </a:moveTo>
                  <a:lnTo>
                    <a:pt x="358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3581" y="2865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825" name="Graph element 1518"/>
            <p:cNvSpPr/>
            <p:nvPr/>
          </p:nvSpPr>
          <p:spPr>
            <a:xfrm>
              <a:off x="1104777" y="1486525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826" name="Graph element 1519"/>
            <p:cNvSpPr/>
            <p:nvPr/>
          </p:nvSpPr>
          <p:spPr>
            <a:xfrm>
              <a:off x="1083649" y="1484377"/>
              <a:ext cx="2865" cy="3581"/>
            </a:xfrm>
            <a:custGeom>
              <a:avLst/>
              <a:gdLst/>
              <a:ahLst/>
              <a:cxnLst/>
              <a:rect l="0" t="0" r="r" b="b"/>
              <a:pathLst>
                <a:path w="2865" h="3581" stroke="0" extrusionOk="0">
                  <a:moveTo>
                    <a:pt x="0" y="3581"/>
                  </a:moveTo>
                  <a:lnTo>
                    <a:pt x="2865" y="358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827" name="Graph element 1520"/>
            <p:cNvSpPr/>
            <p:nvPr/>
          </p:nvSpPr>
          <p:spPr>
            <a:xfrm>
              <a:off x="951147" y="1484377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828" name="Graph element 1521"/>
            <p:cNvSpPr/>
            <p:nvPr/>
          </p:nvSpPr>
          <p:spPr>
            <a:xfrm>
              <a:off x="1069324" y="1482586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829" name="Graph element 1522"/>
            <p:cNvSpPr/>
            <p:nvPr/>
          </p:nvSpPr>
          <p:spPr>
            <a:xfrm>
              <a:off x="1074338" y="1479783"/>
              <a:ext cx="4594" cy="4236"/>
            </a:xfrm>
            <a:custGeom>
              <a:avLst/>
              <a:gdLst/>
              <a:ahLst/>
              <a:cxnLst/>
              <a:rect l="0" t="0" r="r" b="b"/>
              <a:pathLst>
                <a:path w="4594" h="4236" stroke="0" extrusionOk="0">
                  <a:moveTo>
                    <a:pt x="0" y="1371"/>
                  </a:moveTo>
                  <a:lnTo>
                    <a:pt x="0" y="4236"/>
                  </a:lnTo>
                  <a:lnTo>
                    <a:pt x="2384" y="4236"/>
                  </a:lnTo>
                  <a:lnTo>
                    <a:pt x="4594" y="2026"/>
                  </a:lnTo>
                  <a:lnTo>
                    <a:pt x="2568" y="0"/>
                  </a:lnTo>
                  <a:lnTo>
                    <a:pt x="1197" y="1371"/>
                  </a:lnTo>
                  <a:lnTo>
                    <a:pt x="0" y="1371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830" name="Graph element 1523"/>
            <p:cNvSpPr/>
            <p:nvPr/>
          </p:nvSpPr>
          <p:spPr>
            <a:xfrm>
              <a:off x="872127" y="1479363"/>
              <a:ext cx="10498" cy="4655"/>
            </a:xfrm>
            <a:custGeom>
              <a:avLst/>
              <a:gdLst/>
              <a:ahLst/>
              <a:cxnLst/>
              <a:rect l="0" t="0" r="r" b="b"/>
              <a:pathLst>
                <a:path w="10498" h="4655" stroke="0" extrusionOk="0">
                  <a:moveTo>
                    <a:pt x="4655" y="0"/>
                  </a:moveTo>
                  <a:lnTo>
                    <a:pt x="0" y="4655"/>
                  </a:lnTo>
                  <a:lnTo>
                    <a:pt x="5842" y="4655"/>
                  </a:lnTo>
                  <a:lnTo>
                    <a:pt x="10498" y="0"/>
                  </a:lnTo>
                  <a:lnTo>
                    <a:pt x="4655" y="0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831" name="Graph element 1524"/>
            <p:cNvSpPr/>
            <p:nvPr/>
          </p:nvSpPr>
          <p:spPr>
            <a:xfrm>
              <a:off x="1062162" y="1477573"/>
              <a:ext cx="6681" cy="5014"/>
            </a:xfrm>
            <a:custGeom>
              <a:avLst/>
              <a:gdLst/>
              <a:ahLst/>
              <a:cxnLst/>
              <a:rect l="0" t="0" r="r" b="b"/>
              <a:pathLst>
                <a:path w="6681" h="5014" stroke="0" extrusionOk="0">
                  <a:moveTo>
                    <a:pt x="0" y="0"/>
                  </a:moveTo>
                  <a:lnTo>
                    <a:pt x="0" y="5014"/>
                  </a:lnTo>
                  <a:lnTo>
                    <a:pt x="2865" y="5014"/>
                  </a:lnTo>
                  <a:lnTo>
                    <a:pt x="2865" y="3816"/>
                  </a:lnTo>
                  <a:lnTo>
                    <a:pt x="668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832" name="Graph element 1525"/>
            <p:cNvSpPr/>
            <p:nvPr/>
          </p:nvSpPr>
          <p:spPr>
            <a:xfrm>
              <a:off x="1078697" y="1476202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3581" y="5607"/>
                  </a:moveTo>
                  <a:lnTo>
                    <a:pt x="5607" y="358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3581" y="5607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833" name="Graph element 1526"/>
            <p:cNvSpPr/>
            <p:nvPr/>
          </p:nvSpPr>
          <p:spPr>
            <a:xfrm>
              <a:off x="906383" y="1473756"/>
              <a:ext cx="6026" cy="6681"/>
            </a:xfrm>
            <a:custGeom>
              <a:avLst/>
              <a:gdLst/>
              <a:ahLst/>
              <a:cxnLst/>
              <a:rect l="0" t="0" r="r" b="b"/>
              <a:pathLst>
                <a:path w="6026" h="6681" stroke="0" extrusionOk="0">
                  <a:moveTo>
                    <a:pt x="0" y="0"/>
                  </a:moveTo>
                  <a:lnTo>
                    <a:pt x="0" y="6681"/>
                  </a:lnTo>
                  <a:lnTo>
                    <a:pt x="3816" y="6681"/>
                  </a:lnTo>
                  <a:lnTo>
                    <a:pt x="6026" y="4471"/>
                  </a:lnTo>
                  <a:lnTo>
                    <a:pt x="4001" y="2445"/>
                  </a:lnTo>
                  <a:lnTo>
                    <a:pt x="3223" y="32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834" name="Graph element 1527"/>
            <p:cNvSpPr/>
            <p:nvPr/>
          </p:nvSpPr>
          <p:spPr>
            <a:xfrm>
              <a:off x="892478" y="1472620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835" name="Graph element 1528"/>
            <p:cNvSpPr/>
            <p:nvPr/>
          </p:nvSpPr>
          <p:spPr>
            <a:xfrm>
              <a:off x="1069744" y="1469039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836" name="Graph element 1529"/>
            <p:cNvSpPr/>
            <p:nvPr/>
          </p:nvSpPr>
          <p:spPr>
            <a:xfrm>
              <a:off x="896059" y="1469039"/>
              <a:ext cx="4236" cy="4594"/>
            </a:xfrm>
            <a:custGeom>
              <a:avLst/>
              <a:gdLst/>
              <a:ahLst/>
              <a:cxnLst/>
              <a:rect l="0" t="0" r="r" b="b"/>
              <a:pathLst>
                <a:path w="4236" h="4594" stroke="0" extrusionOk="0">
                  <a:moveTo>
                    <a:pt x="1371" y="3397"/>
                  </a:moveTo>
                  <a:lnTo>
                    <a:pt x="1371" y="4594"/>
                  </a:lnTo>
                  <a:lnTo>
                    <a:pt x="4236" y="4594"/>
                  </a:lnTo>
                  <a:lnTo>
                    <a:pt x="4236" y="2210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371" y="3397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837" name="Graph element 1530"/>
            <p:cNvSpPr/>
            <p:nvPr/>
          </p:nvSpPr>
          <p:spPr>
            <a:xfrm>
              <a:off x="1062162" y="1468262"/>
              <a:ext cx="6681" cy="5014"/>
            </a:xfrm>
            <a:custGeom>
              <a:avLst/>
              <a:gdLst/>
              <a:ahLst/>
              <a:cxnLst/>
              <a:rect l="0" t="0" r="r" b="b"/>
              <a:pathLst>
                <a:path w="6681" h="5014" stroke="0" extrusionOk="0">
                  <a:moveTo>
                    <a:pt x="0" y="0"/>
                  </a:moveTo>
                  <a:lnTo>
                    <a:pt x="0" y="5014"/>
                  </a:lnTo>
                  <a:lnTo>
                    <a:pt x="6681" y="5014"/>
                  </a:lnTo>
                  <a:lnTo>
                    <a:pt x="2865" y="11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838" name="Graph element 1531"/>
            <p:cNvSpPr/>
            <p:nvPr/>
          </p:nvSpPr>
          <p:spPr>
            <a:xfrm>
              <a:off x="1164644" y="1458296"/>
              <a:ext cx="4594" cy="4236"/>
            </a:xfrm>
            <a:custGeom>
              <a:avLst/>
              <a:gdLst/>
              <a:ahLst/>
              <a:cxnLst/>
              <a:rect l="0" t="0" r="r" b="b"/>
              <a:pathLst>
                <a:path w="4594" h="4236" stroke="0" extrusionOk="0">
                  <a:moveTo>
                    <a:pt x="2210" y="4236"/>
                  </a:moveTo>
                  <a:lnTo>
                    <a:pt x="4594" y="4236"/>
                  </a:lnTo>
                  <a:lnTo>
                    <a:pt x="4594" y="1371"/>
                  </a:lnTo>
                  <a:lnTo>
                    <a:pt x="3397" y="137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2210" y="4236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839" name="Graph element 1532"/>
            <p:cNvSpPr/>
            <p:nvPr/>
          </p:nvSpPr>
          <p:spPr>
            <a:xfrm>
              <a:off x="674029" y="1456505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840" name="Graph element 1533"/>
            <p:cNvSpPr/>
            <p:nvPr/>
          </p:nvSpPr>
          <p:spPr>
            <a:xfrm>
              <a:off x="684353" y="1455728"/>
              <a:ext cx="2865" cy="5372"/>
            </a:xfrm>
            <a:custGeom>
              <a:avLst/>
              <a:gdLst/>
              <a:ahLst/>
              <a:cxnLst/>
              <a:rect l="0" t="0" r="r" b="b"/>
              <a:pathLst>
                <a:path w="2865" h="5372" stroke="0" extrusionOk="0">
                  <a:moveTo>
                    <a:pt x="0" y="5372"/>
                  </a:moveTo>
                  <a:lnTo>
                    <a:pt x="2865" y="5372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5372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841" name="Graph element 1534"/>
            <p:cNvSpPr/>
            <p:nvPr/>
          </p:nvSpPr>
          <p:spPr>
            <a:xfrm>
              <a:off x="1067953" y="1452924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842" name="Graph element 1535"/>
            <p:cNvSpPr/>
            <p:nvPr/>
          </p:nvSpPr>
          <p:spPr>
            <a:xfrm>
              <a:off x="1161062" y="1451134"/>
              <a:ext cx="4236" cy="4594"/>
            </a:xfrm>
            <a:custGeom>
              <a:avLst/>
              <a:gdLst/>
              <a:ahLst/>
              <a:cxnLst/>
              <a:rect l="0" t="0" r="r" b="b"/>
              <a:pathLst>
                <a:path w="4236" h="4594" stroke="0" extrusionOk="0">
                  <a:moveTo>
                    <a:pt x="1371" y="3397"/>
                  </a:moveTo>
                  <a:lnTo>
                    <a:pt x="1371" y="4594"/>
                  </a:lnTo>
                  <a:lnTo>
                    <a:pt x="4236" y="4594"/>
                  </a:lnTo>
                  <a:lnTo>
                    <a:pt x="4236" y="2210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371" y="3397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843" name="Graph element 1536"/>
            <p:cNvSpPr/>
            <p:nvPr/>
          </p:nvSpPr>
          <p:spPr>
            <a:xfrm>
              <a:off x="1104777" y="1450714"/>
              <a:ext cx="3581" cy="2865"/>
            </a:xfrm>
            <a:custGeom>
              <a:avLst/>
              <a:gdLst/>
              <a:ahLst/>
              <a:cxnLst/>
              <a:rect l="0" t="0" r="r" b="b"/>
              <a:pathLst>
                <a:path w="3581" h="2865" stroke="0" extrusionOk="0">
                  <a:moveTo>
                    <a:pt x="3581" y="2865"/>
                  </a:moveTo>
                  <a:lnTo>
                    <a:pt x="358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3581" y="2865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844" name="Graph element 1537"/>
            <p:cNvSpPr/>
            <p:nvPr/>
          </p:nvSpPr>
          <p:spPr>
            <a:xfrm>
              <a:off x="1201826" y="1450356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845" name="Graph element 1538"/>
            <p:cNvSpPr/>
            <p:nvPr/>
          </p:nvSpPr>
          <p:spPr>
            <a:xfrm>
              <a:off x="1091231" y="1447553"/>
              <a:ext cx="9188" cy="6026"/>
            </a:xfrm>
            <a:custGeom>
              <a:avLst/>
              <a:gdLst/>
              <a:ahLst/>
              <a:cxnLst/>
              <a:rect l="0" t="0" r="r" b="b"/>
              <a:pathLst>
                <a:path w="9188" h="6026" stroke="0" extrusionOk="0">
                  <a:moveTo>
                    <a:pt x="4001" y="6026"/>
                  </a:moveTo>
                  <a:lnTo>
                    <a:pt x="6978" y="6026"/>
                  </a:lnTo>
                  <a:lnTo>
                    <a:pt x="9188" y="3816"/>
                  </a:lnTo>
                  <a:lnTo>
                    <a:pt x="7162" y="1791"/>
                  </a:lnTo>
                  <a:lnTo>
                    <a:pt x="5791" y="3162"/>
                  </a:lnTo>
                  <a:lnTo>
                    <a:pt x="5187" y="3162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4001" y="6026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846" name="Graph element 1539"/>
            <p:cNvSpPr/>
            <p:nvPr/>
          </p:nvSpPr>
          <p:spPr>
            <a:xfrm>
              <a:off x="1076906" y="1447553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847" name="Graph element 1540"/>
            <p:cNvSpPr/>
            <p:nvPr/>
          </p:nvSpPr>
          <p:spPr>
            <a:xfrm>
              <a:off x="1123461" y="1445762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848" name="Graph element 1541"/>
            <p:cNvSpPr/>
            <p:nvPr/>
          </p:nvSpPr>
          <p:spPr>
            <a:xfrm>
              <a:off x="1198245" y="1441403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849" name="Graph element 1542"/>
            <p:cNvSpPr/>
            <p:nvPr/>
          </p:nvSpPr>
          <p:spPr>
            <a:xfrm>
              <a:off x="1190724" y="1439971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850" name="Graph element 1543"/>
            <p:cNvSpPr/>
            <p:nvPr/>
          </p:nvSpPr>
          <p:spPr>
            <a:xfrm>
              <a:off x="1087230" y="1439613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851" name="Graph element 1544"/>
            <p:cNvSpPr/>
            <p:nvPr/>
          </p:nvSpPr>
          <p:spPr>
            <a:xfrm>
              <a:off x="1124832" y="1437822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852" name="Graph element 1545"/>
            <p:cNvSpPr/>
            <p:nvPr/>
          </p:nvSpPr>
          <p:spPr>
            <a:xfrm>
              <a:off x="1176758" y="1436032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853" name="Graph element 1546"/>
            <p:cNvSpPr/>
            <p:nvPr/>
          </p:nvSpPr>
          <p:spPr>
            <a:xfrm>
              <a:off x="947985" y="1433228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854" name="Graph element 1547"/>
            <p:cNvSpPr/>
            <p:nvPr/>
          </p:nvSpPr>
          <p:spPr>
            <a:xfrm>
              <a:off x="1151690" y="1430660"/>
              <a:ext cx="2865" cy="8953"/>
            </a:xfrm>
            <a:custGeom>
              <a:avLst/>
              <a:gdLst/>
              <a:ahLst/>
              <a:cxnLst/>
              <a:rect l="0" t="0" r="r" b="b"/>
              <a:pathLst>
                <a:path w="2865" h="8953" stroke="0" extrusionOk="0">
                  <a:moveTo>
                    <a:pt x="0" y="8953"/>
                  </a:moveTo>
                  <a:lnTo>
                    <a:pt x="2865" y="8953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8953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855" name="Graph element 1548"/>
            <p:cNvSpPr/>
            <p:nvPr/>
          </p:nvSpPr>
          <p:spPr>
            <a:xfrm>
              <a:off x="1001702" y="1429647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856" name="Graph element 1549"/>
            <p:cNvSpPr/>
            <p:nvPr/>
          </p:nvSpPr>
          <p:spPr>
            <a:xfrm>
              <a:off x="868781" y="143066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857" name="Graph element 1550"/>
            <p:cNvSpPr/>
            <p:nvPr/>
          </p:nvSpPr>
          <p:spPr>
            <a:xfrm>
              <a:off x="888897" y="1427856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858" name="Graph element 1551"/>
            <p:cNvSpPr/>
            <p:nvPr/>
          </p:nvSpPr>
          <p:spPr>
            <a:xfrm>
              <a:off x="1165656" y="1423856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859" name="Graph element 1552"/>
            <p:cNvSpPr/>
            <p:nvPr/>
          </p:nvSpPr>
          <p:spPr>
            <a:xfrm>
              <a:off x="884896" y="1425288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860" name="Graph element 1553"/>
            <p:cNvSpPr/>
            <p:nvPr/>
          </p:nvSpPr>
          <p:spPr>
            <a:xfrm>
              <a:off x="1131636" y="1422065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861" name="Graph element 1554"/>
            <p:cNvSpPr/>
            <p:nvPr/>
          </p:nvSpPr>
          <p:spPr>
            <a:xfrm>
              <a:off x="1139156" y="1420275"/>
              <a:ext cx="6681" cy="6026"/>
            </a:xfrm>
            <a:custGeom>
              <a:avLst/>
              <a:gdLst/>
              <a:ahLst/>
              <a:cxnLst/>
              <a:rect l="0" t="0" r="r" b="b"/>
              <a:pathLst>
                <a:path w="6681" h="6026" stroke="0" extrusionOk="0">
                  <a:moveTo>
                    <a:pt x="0" y="0"/>
                  </a:moveTo>
                  <a:lnTo>
                    <a:pt x="0" y="3816"/>
                  </a:lnTo>
                  <a:lnTo>
                    <a:pt x="2210" y="6026"/>
                  </a:lnTo>
                  <a:lnTo>
                    <a:pt x="4236" y="4001"/>
                  </a:lnTo>
                  <a:lnTo>
                    <a:pt x="3458" y="3223"/>
                  </a:lnTo>
                  <a:lnTo>
                    <a:pt x="668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862" name="Graph element 1555"/>
            <p:cNvSpPr/>
            <p:nvPr/>
          </p:nvSpPr>
          <p:spPr>
            <a:xfrm>
              <a:off x="888477" y="1421707"/>
              <a:ext cx="2865" cy="3581"/>
            </a:xfrm>
            <a:custGeom>
              <a:avLst/>
              <a:gdLst/>
              <a:ahLst/>
              <a:cxnLst/>
              <a:rect l="0" t="0" r="r" b="b"/>
              <a:pathLst>
                <a:path w="2865" h="3581" stroke="0" extrusionOk="0">
                  <a:moveTo>
                    <a:pt x="0" y="3581"/>
                  </a:moveTo>
                  <a:lnTo>
                    <a:pt x="2865" y="358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863" name="Graph element 1556"/>
            <p:cNvSpPr/>
            <p:nvPr/>
          </p:nvSpPr>
          <p:spPr>
            <a:xfrm>
              <a:off x="944404" y="1413532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3581" y="5607"/>
                  </a:moveTo>
                  <a:lnTo>
                    <a:pt x="5607" y="358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3581" y="5607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864" name="Graph element 1557"/>
            <p:cNvSpPr/>
            <p:nvPr/>
          </p:nvSpPr>
          <p:spPr>
            <a:xfrm>
              <a:off x="885316" y="1413532"/>
              <a:ext cx="4594" cy="4236"/>
            </a:xfrm>
            <a:custGeom>
              <a:avLst/>
              <a:gdLst/>
              <a:ahLst/>
              <a:cxnLst/>
              <a:rect l="0" t="0" r="r" b="b"/>
              <a:pathLst>
                <a:path w="4594" h="4236" stroke="0" extrusionOk="0">
                  <a:moveTo>
                    <a:pt x="2210" y="4236"/>
                  </a:moveTo>
                  <a:lnTo>
                    <a:pt x="4594" y="4236"/>
                  </a:lnTo>
                  <a:lnTo>
                    <a:pt x="4594" y="1371"/>
                  </a:lnTo>
                  <a:lnTo>
                    <a:pt x="3397" y="137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2210" y="4236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865" name="Graph element 1558"/>
            <p:cNvSpPr/>
            <p:nvPr/>
          </p:nvSpPr>
          <p:spPr>
            <a:xfrm>
              <a:off x="876363" y="1413532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866" name="Graph element 1559"/>
            <p:cNvSpPr/>
            <p:nvPr/>
          </p:nvSpPr>
          <p:spPr>
            <a:xfrm>
              <a:off x="1092602" y="1409173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867" name="Graph element 1560"/>
            <p:cNvSpPr/>
            <p:nvPr/>
          </p:nvSpPr>
          <p:spPr>
            <a:xfrm>
              <a:off x="887106" y="1408160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868" name="Graph element 1561"/>
            <p:cNvSpPr/>
            <p:nvPr/>
          </p:nvSpPr>
          <p:spPr>
            <a:xfrm>
              <a:off x="880957" y="1405950"/>
              <a:ext cx="5607" cy="6026"/>
            </a:xfrm>
            <a:custGeom>
              <a:avLst/>
              <a:gdLst/>
              <a:ahLst/>
              <a:cxnLst/>
              <a:rect l="0" t="0" r="r" b="b"/>
              <a:pathLst>
                <a:path w="5607" h="6026" stroke="0" extrusionOk="0">
                  <a:moveTo>
                    <a:pt x="778" y="4001"/>
                  </a:moveTo>
                  <a:lnTo>
                    <a:pt x="2803" y="6026"/>
                  </a:lnTo>
                  <a:lnTo>
                    <a:pt x="5607" y="3223"/>
                  </a:lnTo>
                  <a:lnTo>
                    <a:pt x="2384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555" y="3223"/>
                  </a:lnTo>
                  <a:lnTo>
                    <a:pt x="778" y="4001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869" name="Graph element 1562"/>
            <p:cNvSpPr/>
            <p:nvPr/>
          </p:nvSpPr>
          <p:spPr>
            <a:xfrm>
              <a:off x="1153900" y="1404579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870" name="Graph element 1563"/>
            <p:cNvSpPr/>
            <p:nvPr/>
          </p:nvSpPr>
          <p:spPr>
            <a:xfrm>
              <a:off x="1094812" y="1404579"/>
              <a:ext cx="4594" cy="4236"/>
            </a:xfrm>
            <a:custGeom>
              <a:avLst/>
              <a:gdLst/>
              <a:ahLst/>
              <a:cxnLst/>
              <a:rect l="0" t="0" r="r" b="b"/>
              <a:pathLst>
                <a:path w="4594" h="4236" stroke="0" extrusionOk="0">
                  <a:moveTo>
                    <a:pt x="2210" y="4236"/>
                  </a:moveTo>
                  <a:lnTo>
                    <a:pt x="4594" y="4236"/>
                  </a:lnTo>
                  <a:lnTo>
                    <a:pt x="4594" y="1371"/>
                  </a:lnTo>
                  <a:lnTo>
                    <a:pt x="3397" y="137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2210" y="4236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871" name="Graph element 1564"/>
            <p:cNvSpPr/>
            <p:nvPr/>
          </p:nvSpPr>
          <p:spPr>
            <a:xfrm>
              <a:off x="918559" y="1402369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872" name="Graph element 1565"/>
            <p:cNvSpPr/>
            <p:nvPr/>
          </p:nvSpPr>
          <p:spPr>
            <a:xfrm>
              <a:off x="849505" y="1400220"/>
              <a:ext cx="4236" cy="4594"/>
            </a:xfrm>
            <a:custGeom>
              <a:avLst/>
              <a:gdLst/>
              <a:ahLst/>
              <a:cxnLst/>
              <a:rect l="0" t="0" r="r" b="b"/>
              <a:pathLst>
                <a:path w="4236" h="4594" stroke="0" extrusionOk="0">
                  <a:moveTo>
                    <a:pt x="0" y="2568"/>
                  </a:moveTo>
                  <a:lnTo>
                    <a:pt x="2026" y="4594"/>
                  </a:lnTo>
                  <a:lnTo>
                    <a:pt x="4236" y="2384"/>
                  </a:lnTo>
                  <a:lnTo>
                    <a:pt x="4236" y="0"/>
                  </a:lnTo>
                  <a:lnTo>
                    <a:pt x="1371" y="0"/>
                  </a:lnTo>
                  <a:lnTo>
                    <a:pt x="1371" y="1197"/>
                  </a:lnTo>
                  <a:lnTo>
                    <a:pt x="0" y="2568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873" name="Graph element 1566"/>
            <p:cNvSpPr/>
            <p:nvPr/>
          </p:nvSpPr>
          <p:spPr>
            <a:xfrm>
              <a:off x="1008445" y="1396639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874" name="Graph element 1567"/>
            <p:cNvSpPr/>
            <p:nvPr/>
          </p:nvSpPr>
          <p:spPr>
            <a:xfrm>
              <a:off x="894269" y="1393836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3581" y="5607"/>
                  </a:moveTo>
                  <a:lnTo>
                    <a:pt x="5607" y="358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3581" y="5607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875" name="Graph element 1568"/>
            <p:cNvSpPr/>
            <p:nvPr/>
          </p:nvSpPr>
          <p:spPr>
            <a:xfrm>
              <a:off x="1133784" y="1389477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876" name="Graph element 1569"/>
            <p:cNvSpPr/>
            <p:nvPr/>
          </p:nvSpPr>
          <p:spPr>
            <a:xfrm>
              <a:off x="890268" y="1389477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877" name="Graph element 1570"/>
            <p:cNvSpPr/>
            <p:nvPr/>
          </p:nvSpPr>
          <p:spPr>
            <a:xfrm>
              <a:off x="858457" y="1388464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878" name="Graph element 1571"/>
            <p:cNvSpPr/>
            <p:nvPr/>
          </p:nvSpPr>
          <p:spPr>
            <a:xfrm>
              <a:off x="850517" y="1388044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879" name="Graph element 1572"/>
            <p:cNvSpPr/>
            <p:nvPr/>
          </p:nvSpPr>
          <p:spPr>
            <a:xfrm>
              <a:off x="1087230" y="1384105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880" name="Graph element 1573"/>
            <p:cNvSpPr/>
            <p:nvPr/>
          </p:nvSpPr>
          <p:spPr>
            <a:xfrm>
              <a:off x="876363" y="1379511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881" name="Graph element 1574"/>
            <p:cNvSpPr/>
            <p:nvPr/>
          </p:nvSpPr>
          <p:spPr>
            <a:xfrm>
              <a:off x="1086872" y="1377301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882" name="Graph element 1575"/>
            <p:cNvSpPr/>
            <p:nvPr/>
          </p:nvSpPr>
          <p:spPr>
            <a:xfrm>
              <a:off x="1021399" y="1375930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883" name="Graph element 1576"/>
            <p:cNvSpPr/>
            <p:nvPr/>
          </p:nvSpPr>
          <p:spPr>
            <a:xfrm>
              <a:off x="1075893" y="1374139"/>
              <a:ext cx="4829" cy="5607"/>
            </a:xfrm>
            <a:custGeom>
              <a:avLst/>
              <a:gdLst/>
              <a:ahLst/>
              <a:cxnLst/>
              <a:rect l="0" t="0" r="r" b="b"/>
              <a:pathLst>
                <a:path w="4829" h="5607" stroke="0" extrusionOk="0">
                  <a:moveTo>
                    <a:pt x="0" y="2803"/>
                  </a:moveTo>
                  <a:lnTo>
                    <a:pt x="2803" y="5607"/>
                  </a:lnTo>
                  <a:lnTo>
                    <a:pt x="4829" y="3581"/>
                  </a:lnTo>
                  <a:lnTo>
                    <a:pt x="4052" y="2803"/>
                  </a:lnTo>
                  <a:lnTo>
                    <a:pt x="4829" y="2026"/>
                  </a:lnTo>
                  <a:lnTo>
                    <a:pt x="2803" y="0"/>
                  </a:lnTo>
                  <a:lnTo>
                    <a:pt x="0" y="2803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884" name="Graph element 1577"/>
            <p:cNvSpPr/>
            <p:nvPr/>
          </p:nvSpPr>
          <p:spPr>
            <a:xfrm>
              <a:off x="1087649" y="1370139"/>
              <a:ext cx="11633" cy="6026"/>
            </a:xfrm>
            <a:custGeom>
              <a:avLst/>
              <a:gdLst/>
              <a:ahLst/>
              <a:cxnLst/>
              <a:rect l="0" t="0" r="r" b="b"/>
              <a:pathLst>
                <a:path w="11633" h="6026" stroke="0" extrusionOk="0">
                  <a:moveTo>
                    <a:pt x="4001" y="0"/>
                  </a:moveTo>
                  <a:lnTo>
                    <a:pt x="0" y="4001"/>
                  </a:lnTo>
                  <a:lnTo>
                    <a:pt x="2026" y="6026"/>
                  </a:lnTo>
                  <a:lnTo>
                    <a:pt x="3397" y="4655"/>
                  </a:lnTo>
                  <a:lnTo>
                    <a:pt x="6978" y="4655"/>
                  </a:lnTo>
                  <a:lnTo>
                    <a:pt x="11633" y="0"/>
                  </a:lnTo>
                  <a:lnTo>
                    <a:pt x="4001" y="0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885" name="Graph element 1578"/>
            <p:cNvSpPr/>
            <p:nvPr/>
          </p:nvSpPr>
          <p:spPr>
            <a:xfrm>
              <a:off x="907815" y="1362977"/>
              <a:ext cx="3581" cy="2865"/>
            </a:xfrm>
            <a:custGeom>
              <a:avLst/>
              <a:gdLst/>
              <a:ahLst/>
              <a:cxnLst/>
              <a:rect l="0" t="0" r="r" b="b"/>
              <a:pathLst>
                <a:path w="3581" h="2865" stroke="0" extrusionOk="0">
                  <a:moveTo>
                    <a:pt x="3581" y="2865"/>
                  </a:moveTo>
                  <a:lnTo>
                    <a:pt x="358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3581" y="2865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886" name="Graph element 1579"/>
            <p:cNvSpPr/>
            <p:nvPr/>
          </p:nvSpPr>
          <p:spPr>
            <a:xfrm>
              <a:off x="1108123" y="1357605"/>
              <a:ext cx="35688" cy="22561"/>
            </a:xfrm>
            <a:custGeom>
              <a:avLst/>
              <a:gdLst/>
              <a:ahLst/>
              <a:cxnLst/>
              <a:rect l="0" t="0" r="r" b="b"/>
              <a:pathLst>
                <a:path w="35688" h="22561" stroke="0" extrusionOk="0">
                  <a:moveTo>
                    <a:pt x="28291" y="0"/>
                  </a:moveTo>
                  <a:lnTo>
                    <a:pt x="22919" y="5372"/>
                  </a:lnTo>
                  <a:lnTo>
                    <a:pt x="19338" y="5372"/>
                  </a:lnTo>
                  <a:lnTo>
                    <a:pt x="17548" y="7162"/>
                  </a:lnTo>
                  <a:lnTo>
                    <a:pt x="9781" y="7162"/>
                  </a:lnTo>
                  <a:lnTo>
                    <a:pt x="7991" y="5372"/>
                  </a:lnTo>
                  <a:lnTo>
                    <a:pt x="5014" y="5372"/>
                  </a:lnTo>
                  <a:lnTo>
                    <a:pt x="2384" y="8001"/>
                  </a:lnTo>
                  <a:lnTo>
                    <a:pt x="2384" y="11582"/>
                  </a:lnTo>
                  <a:lnTo>
                    <a:pt x="0" y="13966"/>
                  </a:lnTo>
                  <a:lnTo>
                    <a:pt x="6804" y="20771"/>
                  </a:lnTo>
                  <a:lnTo>
                    <a:pt x="10385" y="20771"/>
                  </a:lnTo>
                  <a:lnTo>
                    <a:pt x="12176" y="22561"/>
                  </a:lnTo>
                  <a:lnTo>
                    <a:pt x="20525" y="22561"/>
                  </a:lnTo>
                  <a:lnTo>
                    <a:pt x="22315" y="20771"/>
                  </a:lnTo>
                  <a:lnTo>
                    <a:pt x="25896" y="20771"/>
                  </a:lnTo>
                  <a:lnTo>
                    <a:pt x="29478" y="17189"/>
                  </a:lnTo>
                  <a:lnTo>
                    <a:pt x="32107" y="17189"/>
                  </a:lnTo>
                  <a:lnTo>
                    <a:pt x="32107" y="14560"/>
                  </a:lnTo>
                  <a:lnTo>
                    <a:pt x="35688" y="10979"/>
                  </a:lnTo>
                  <a:lnTo>
                    <a:pt x="35688" y="2630"/>
                  </a:lnTo>
                  <a:lnTo>
                    <a:pt x="33059" y="0"/>
                  </a:lnTo>
                  <a:lnTo>
                    <a:pt x="28291" y="0"/>
                  </a:lnTo>
                  <a:close/>
                  <a:moveTo>
                    <a:pt x="26736" y="10979"/>
                  </a:moveTo>
                  <a:lnTo>
                    <a:pt x="27687" y="10027"/>
                  </a:lnTo>
                  <a:lnTo>
                    <a:pt x="30081" y="10027"/>
                  </a:lnTo>
                  <a:lnTo>
                    <a:pt x="31033" y="11582"/>
                  </a:lnTo>
                  <a:lnTo>
                    <a:pt x="30081" y="12534"/>
                  </a:lnTo>
                  <a:lnTo>
                    <a:pt x="27687" y="12534"/>
                  </a:lnTo>
                  <a:lnTo>
                    <a:pt x="26736" y="10979"/>
                  </a:lnTo>
                  <a:close/>
                  <a:moveTo>
                    <a:pt x="12411" y="10979"/>
                  </a:moveTo>
                  <a:lnTo>
                    <a:pt x="13363" y="10027"/>
                  </a:lnTo>
                  <a:lnTo>
                    <a:pt x="15757" y="10027"/>
                  </a:lnTo>
                  <a:lnTo>
                    <a:pt x="16708" y="11582"/>
                  </a:lnTo>
                  <a:lnTo>
                    <a:pt x="15757" y="12534"/>
                  </a:lnTo>
                  <a:lnTo>
                    <a:pt x="13363" y="12534"/>
                  </a:lnTo>
                  <a:lnTo>
                    <a:pt x="12411" y="10979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887" name="Graph element 1580"/>
            <p:cNvSpPr/>
            <p:nvPr/>
          </p:nvSpPr>
          <p:spPr>
            <a:xfrm>
              <a:off x="1021399" y="1334747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888" name="Graph element 1581"/>
            <p:cNvSpPr/>
            <p:nvPr/>
          </p:nvSpPr>
          <p:spPr>
            <a:xfrm>
              <a:off x="1022411" y="1330746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889" name="Graph element 1582"/>
            <p:cNvSpPr/>
            <p:nvPr/>
          </p:nvSpPr>
          <p:spPr>
            <a:xfrm>
              <a:off x="1019188" y="1312483"/>
              <a:ext cx="2865" cy="3581"/>
            </a:xfrm>
            <a:custGeom>
              <a:avLst/>
              <a:gdLst/>
              <a:ahLst/>
              <a:cxnLst/>
              <a:rect l="0" t="0" r="r" b="b"/>
              <a:pathLst>
                <a:path w="2865" h="3581" stroke="0" extrusionOk="0">
                  <a:moveTo>
                    <a:pt x="0" y="3581"/>
                  </a:moveTo>
                  <a:lnTo>
                    <a:pt x="2865" y="358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890" name="Graph element 1583"/>
            <p:cNvSpPr/>
            <p:nvPr/>
          </p:nvSpPr>
          <p:spPr>
            <a:xfrm>
              <a:off x="1026351" y="1149306"/>
              <a:ext cx="15634" cy="26736"/>
            </a:xfrm>
            <a:custGeom>
              <a:avLst/>
              <a:gdLst/>
              <a:ahLst/>
              <a:cxnLst/>
              <a:rect l="0" t="0" r="r" b="b"/>
              <a:pathLst>
                <a:path w="15634" h="26736" stroke="0" extrusionOk="0">
                  <a:moveTo>
                    <a:pt x="3223" y="0"/>
                  </a:moveTo>
                  <a:lnTo>
                    <a:pt x="0" y="3223"/>
                  </a:lnTo>
                  <a:lnTo>
                    <a:pt x="0" y="18734"/>
                  </a:lnTo>
                  <a:lnTo>
                    <a:pt x="3581" y="22315"/>
                  </a:lnTo>
                  <a:lnTo>
                    <a:pt x="3581" y="24945"/>
                  </a:lnTo>
                  <a:lnTo>
                    <a:pt x="6211" y="24945"/>
                  </a:lnTo>
                  <a:lnTo>
                    <a:pt x="8001" y="26736"/>
                  </a:lnTo>
                  <a:lnTo>
                    <a:pt x="10979" y="26736"/>
                  </a:lnTo>
                  <a:lnTo>
                    <a:pt x="15634" y="22080"/>
                  </a:lnTo>
                  <a:lnTo>
                    <a:pt x="10979" y="22080"/>
                  </a:lnTo>
                  <a:lnTo>
                    <a:pt x="10027" y="21129"/>
                  </a:lnTo>
                  <a:lnTo>
                    <a:pt x="10027" y="12176"/>
                  </a:lnTo>
                  <a:lnTo>
                    <a:pt x="6446" y="8595"/>
                  </a:lnTo>
                  <a:lnTo>
                    <a:pt x="6446" y="3223"/>
                  </a:lnTo>
                  <a:lnTo>
                    <a:pt x="3223" y="0"/>
                  </a:lnTo>
                  <a:close/>
                </a:path>
              </a:pathLst>
            </a:custGeom>
            <a:solidFill>
              <a:srgbClr val="BCB9BD"/>
            </a:solidFill>
            <a:ln>
              <a:noFill/>
            </a:ln>
          </p:spPr>
        </p:sp>
        <p:sp>
          <p:nvSpPr>
            <p:cNvPr id="16891" name="Graph element 1584"/>
            <p:cNvSpPr/>
            <p:nvPr/>
          </p:nvSpPr>
          <p:spPr>
            <a:xfrm>
              <a:off x="952938" y="1638723"/>
              <a:ext cx="8595" cy="4655"/>
            </a:xfrm>
            <a:custGeom>
              <a:avLst/>
              <a:gdLst/>
              <a:ahLst/>
              <a:cxnLst/>
              <a:rect l="0" t="0" r="r" b="b"/>
              <a:pathLst>
                <a:path w="8595" h="4655" stroke="0" extrusionOk="0">
                  <a:moveTo>
                    <a:pt x="0" y="0"/>
                  </a:moveTo>
                  <a:lnTo>
                    <a:pt x="0" y="4655"/>
                  </a:lnTo>
                  <a:lnTo>
                    <a:pt x="8595" y="4655"/>
                  </a:lnTo>
                  <a:lnTo>
                    <a:pt x="8595" y="1791"/>
                  </a:lnTo>
                  <a:lnTo>
                    <a:pt x="7397" y="1791"/>
                  </a:lnTo>
                  <a:lnTo>
                    <a:pt x="560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892" name="Graph element 1585"/>
            <p:cNvSpPr/>
            <p:nvPr/>
          </p:nvSpPr>
          <p:spPr>
            <a:xfrm>
              <a:off x="945417" y="1636933"/>
              <a:ext cx="6385" cy="4236"/>
            </a:xfrm>
            <a:custGeom>
              <a:avLst/>
              <a:gdLst/>
              <a:ahLst/>
              <a:cxnLst/>
              <a:rect l="0" t="0" r="r" b="b"/>
              <a:pathLst>
                <a:path w="6385" h="4236" stroke="0" extrusionOk="0">
                  <a:moveTo>
                    <a:pt x="2988" y="2865"/>
                  </a:moveTo>
                  <a:lnTo>
                    <a:pt x="4359" y="4236"/>
                  </a:lnTo>
                  <a:lnTo>
                    <a:pt x="6385" y="2210"/>
                  </a:lnTo>
                  <a:lnTo>
                    <a:pt x="4174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2988" y="2865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893" name="Graph element 1586"/>
            <p:cNvSpPr/>
            <p:nvPr/>
          </p:nvSpPr>
          <p:spPr>
            <a:xfrm>
              <a:off x="1003493" y="1626609"/>
              <a:ext cx="31094" cy="19931"/>
            </a:xfrm>
            <a:custGeom>
              <a:avLst/>
              <a:gdLst/>
              <a:ahLst/>
              <a:cxnLst/>
              <a:rect l="0" t="0" r="r" b="b"/>
              <a:pathLst>
                <a:path w="31094" h="19931" stroke="0" extrusionOk="0">
                  <a:moveTo>
                    <a:pt x="30440" y="0"/>
                  </a:moveTo>
                  <a:lnTo>
                    <a:pt x="27278" y="3162"/>
                  </a:lnTo>
                  <a:lnTo>
                    <a:pt x="23697" y="3162"/>
                  </a:lnTo>
                  <a:lnTo>
                    <a:pt x="18919" y="7940"/>
                  </a:lnTo>
                  <a:lnTo>
                    <a:pt x="17128" y="6149"/>
                  </a:lnTo>
                  <a:lnTo>
                    <a:pt x="14744" y="8533"/>
                  </a:lnTo>
                  <a:lnTo>
                    <a:pt x="12953" y="8533"/>
                  </a:lnTo>
                  <a:lnTo>
                    <a:pt x="11163" y="10324"/>
                  </a:lnTo>
                  <a:lnTo>
                    <a:pt x="7582" y="10324"/>
                  </a:lnTo>
                  <a:lnTo>
                    <a:pt x="4001" y="13905"/>
                  </a:lnTo>
                  <a:lnTo>
                    <a:pt x="1371" y="13905"/>
                  </a:lnTo>
                  <a:lnTo>
                    <a:pt x="1371" y="16535"/>
                  </a:lnTo>
                  <a:lnTo>
                    <a:pt x="0" y="17906"/>
                  </a:lnTo>
                  <a:lnTo>
                    <a:pt x="2026" y="19931"/>
                  </a:lnTo>
                  <a:lnTo>
                    <a:pt x="8768" y="13189"/>
                  </a:lnTo>
                  <a:lnTo>
                    <a:pt x="15931" y="13189"/>
                  </a:lnTo>
                  <a:lnTo>
                    <a:pt x="17721" y="11398"/>
                  </a:lnTo>
                  <a:lnTo>
                    <a:pt x="19512" y="11398"/>
                  </a:lnTo>
                  <a:lnTo>
                    <a:pt x="22500" y="8410"/>
                  </a:lnTo>
                  <a:lnTo>
                    <a:pt x="23697" y="9608"/>
                  </a:lnTo>
                  <a:lnTo>
                    <a:pt x="28465" y="9608"/>
                  </a:lnTo>
                  <a:lnTo>
                    <a:pt x="31094" y="6978"/>
                  </a:lnTo>
                  <a:lnTo>
                    <a:pt x="31094" y="3397"/>
                  </a:lnTo>
                  <a:lnTo>
                    <a:pt x="30440" y="0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894" name="Graph element 1587"/>
            <p:cNvSpPr/>
            <p:nvPr/>
          </p:nvSpPr>
          <p:spPr>
            <a:xfrm>
              <a:off x="892478" y="1615865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895" name="Graph element 1588"/>
            <p:cNvSpPr/>
            <p:nvPr/>
          </p:nvSpPr>
          <p:spPr>
            <a:xfrm>
              <a:off x="1060371" y="1609839"/>
              <a:ext cx="4655" cy="10498"/>
            </a:xfrm>
            <a:custGeom>
              <a:avLst/>
              <a:gdLst/>
              <a:ahLst/>
              <a:cxnLst/>
              <a:rect l="0" t="0" r="r" b="b"/>
              <a:pathLst>
                <a:path w="4655" h="10498" stroke="0" extrusionOk="0">
                  <a:moveTo>
                    <a:pt x="4655" y="0"/>
                  </a:moveTo>
                  <a:lnTo>
                    <a:pt x="0" y="4655"/>
                  </a:lnTo>
                  <a:lnTo>
                    <a:pt x="0" y="10498"/>
                  </a:lnTo>
                  <a:lnTo>
                    <a:pt x="4655" y="5842"/>
                  </a:lnTo>
                  <a:lnTo>
                    <a:pt x="4655" y="0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896" name="Graph element 1589"/>
            <p:cNvSpPr/>
            <p:nvPr/>
          </p:nvSpPr>
          <p:spPr>
            <a:xfrm>
              <a:off x="870214" y="1610074"/>
              <a:ext cx="14202" cy="6446"/>
            </a:xfrm>
            <a:custGeom>
              <a:avLst/>
              <a:gdLst/>
              <a:ahLst/>
              <a:cxnLst/>
              <a:rect l="0" t="0" r="r" b="b"/>
              <a:pathLst>
                <a:path w="14202" h="6446" stroke="0" extrusionOk="0">
                  <a:moveTo>
                    <a:pt x="0" y="2865"/>
                  </a:moveTo>
                  <a:lnTo>
                    <a:pt x="4778" y="2865"/>
                  </a:lnTo>
                  <a:lnTo>
                    <a:pt x="8359" y="6446"/>
                  </a:lnTo>
                  <a:lnTo>
                    <a:pt x="14202" y="6446"/>
                  </a:lnTo>
                  <a:lnTo>
                    <a:pt x="7756" y="0"/>
                  </a:lnTo>
                  <a:lnTo>
                    <a:pt x="0" y="2865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897" name="Graph element 1590"/>
            <p:cNvSpPr/>
            <p:nvPr/>
          </p:nvSpPr>
          <p:spPr>
            <a:xfrm>
              <a:off x="1047602" y="1608284"/>
              <a:ext cx="12053" cy="6446"/>
            </a:xfrm>
            <a:custGeom>
              <a:avLst/>
              <a:gdLst/>
              <a:ahLst/>
              <a:cxnLst/>
              <a:rect l="0" t="0" r="r" b="b"/>
              <a:pathLst>
                <a:path w="12053" h="6446" stroke="0" extrusionOk="0">
                  <a:moveTo>
                    <a:pt x="4655" y="0"/>
                  </a:moveTo>
                  <a:lnTo>
                    <a:pt x="0" y="4655"/>
                  </a:lnTo>
                  <a:lnTo>
                    <a:pt x="6446" y="4655"/>
                  </a:lnTo>
                  <a:lnTo>
                    <a:pt x="8237" y="6446"/>
                  </a:lnTo>
                  <a:lnTo>
                    <a:pt x="12053" y="6446"/>
                  </a:lnTo>
                  <a:lnTo>
                    <a:pt x="12053" y="2630"/>
                  </a:lnTo>
                  <a:lnTo>
                    <a:pt x="9423" y="0"/>
                  </a:lnTo>
                  <a:lnTo>
                    <a:pt x="4655" y="0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898" name="Graph element 1591"/>
            <p:cNvSpPr/>
            <p:nvPr/>
          </p:nvSpPr>
          <p:spPr>
            <a:xfrm>
              <a:off x="1040082" y="1606493"/>
              <a:ext cx="8830" cy="21129"/>
            </a:xfrm>
            <a:custGeom>
              <a:avLst/>
              <a:gdLst/>
              <a:ahLst/>
              <a:cxnLst/>
              <a:rect l="0" t="0" r="r" b="b"/>
              <a:pathLst>
                <a:path w="8830" h="21129" stroke="0" extrusionOk="0">
                  <a:moveTo>
                    <a:pt x="3223" y="0"/>
                  </a:moveTo>
                  <a:lnTo>
                    <a:pt x="0" y="3223"/>
                  </a:lnTo>
                  <a:lnTo>
                    <a:pt x="4174" y="7397"/>
                  </a:lnTo>
                  <a:lnTo>
                    <a:pt x="4174" y="9188"/>
                  </a:lnTo>
                  <a:lnTo>
                    <a:pt x="5965" y="10979"/>
                  </a:lnTo>
                  <a:lnTo>
                    <a:pt x="5965" y="21129"/>
                  </a:lnTo>
                  <a:lnTo>
                    <a:pt x="8830" y="21129"/>
                  </a:lnTo>
                  <a:lnTo>
                    <a:pt x="8830" y="8001"/>
                  </a:lnTo>
                  <a:lnTo>
                    <a:pt x="5249" y="4420"/>
                  </a:lnTo>
                  <a:lnTo>
                    <a:pt x="5607" y="3458"/>
                  </a:lnTo>
                  <a:lnTo>
                    <a:pt x="6385" y="4236"/>
                  </a:lnTo>
                  <a:lnTo>
                    <a:pt x="8410" y="2210"/>
                  </a:lnTo>
                  <a:lnTo>
                    <a:pt x="6200" y="0"/>
                  </a:lnTo>
                  <a:lnTo>
                    <a:pt x="3223" y="0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899" name="Graph element 1592"/>
            <p:cNvSpPr/>
            <p:nvPr/>
          </p:nvSpPr>
          <p:spPr>
            <a:xfrm>
              <a:off x="1050048" y="1597540"/>
              <a:ext cx="13189" cy="8472"/>
            </a:xfrm>
            <a:custGeom>
              <a:avLst/>
              <a:gdLst/>
              <a:ahLst/>
              <a:cxnLst/>
              <a:rect l="0" t="0" r="r" b="b"/>
              <a:pathLst>
                <a:path w="13189" h="8472" stroke="0" extrusionOk="0">
                  <a:moveTo>
                    <a:pt x="0" y="655"/>
                  </a:moveTo>
                  <a:lnTo>
                    <a:pt x="2210" y="2865"/>
                  </a:lnTo>
                  <a:lnTo>
                    <a:pt x="4001" y="2865"/>
                  </a:lnTo>
                  <a:lnTo>
                    <a:pt x="5791" y="4655"/>
                  </a:lnTo>
                  <a:lnTo>
                    <a:pt x="9372" y="4655"/>
                  </a:lnTo>
                  <a:lnTo>
                    <a:pt x="13189" y="8472"/>
                  </a:lnTo>
                  <a:lnTo>
                    <a:pt x="13189" y="1791"/>
                  </a:lnTo>
                  <a:lnTo>
                    <a:pt x="6978" y="1791"/>
                  </a:lnTo>
                  <a:lnTo>
                    <a:pt x="5187" y="0"/>
                  </a:lnTo>
                  <a:lnTo>
                    <a:pt x="0" y="655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00" name="Graph element 1593"/>
            <p:cNvSpPr/>
            <p:nvPr/>
          </p:nvSpPr>
          <p:spPr>
            <a:xfrm>
              <a:off x="849505" y="1595750"/>
              <a:ext cx="20351" cy="13189"/>
            </a:xfrm>
            <a:custGeom>
              <a:avLst/>
              <a:gdLst/>
              <a:ahLst/>
              <a:cxnLst/>
              <a:rect l="0" t="0" r="r" b="b"/>
              <a:pathLst>
                <a:path w="20351" h="13189" stroke="0" extrusionOk="0">
                  <a:moveTo>
                    <a:pt x="7582" y="0"/>
                  </a:moveTo>
                  <a:lnTo>
                    <a:pt x="5791" y="1791"/>
                  </a:lnTo>
                  <a:lnTo>
                    <a:pt x="4001" y="1791"/>
                  </a:lnTo>
                  <a:lnTo>
                    <a:pt x="2803" y="2988"/>
                  </a:lnTo>
                  <a:lnTo>
                    <a:pt x="2026" y="2210"/>
                  </a:lnTo>
                  <a:lnTo>
                    <a:pt x="0" y="4236"/>
                  </a:lnTo>
                  <a:lnTo>
                    <a:pt x="2210" y="6446"/>
                  </a:lnTo>
                  <a:lnTo>
                    <a:pt x="12953" y="6446"/>
                  </a:lnTo>
                  <a:lnTo>
                    <a:pt x="13905" y="7397"/>
                  </a:lnTo>
                  <a:lnTo>
                    <a:pt x="13905" y="9188"/>
                  </a:lnTo>
                  <a:lnTo>
                    <a:pt x="17906" y="13189"/>
                  </a:lnTo>
                  <a:lnTo>
                    <a:pt x="19931" y="11163"/>
                  </a:lnTo>
                  <a:lnTo>
                    <a:pt x="18560" y="9792"/>
                  </a:lnTo>
                  <a:lnTo>
                    <a:pt x="18560" y="9188"/>
                  </a:lnTo>
                  <a:lnTo>
                    <a:pt x="20351" y="7397"/>
                  </a:lnTo>
                  <a:lnTo>
                    <a:pt x="20351" y="3581"/>
                  </a:lnTo>
                  <a:lnTo>
                    <a:pt x="12350" y="3581"/>
                  </a:lnTo>
                  <a:lnTo>
                    <a:pt x="11398" y="2630"/>
                  </a:lnTo>
                  <a:lnTo>
                    <a:pt x="11398" y="0"/>
                  </a:lnTo>
                  <a:lnTo>
                    <a:pt x="7582" y="0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01" name="Graph element 1594"/>
            <p:cNvSpPr/>
            <p:nvPr/>
          </p:nvSpPr>
          <p:spPr>
            <a:xfrm>
              <a:off x="1081623" y="1593959"/>
              <a:ext cx="8472" cy="8237"/>
            </a:xfrm>
            <a:custGeom>
              <a:avLst/>
              <a:gdLst/>
              <a:ahLst/>
              <a:cxnLst/>
              <a:rect l="0" t="0" r="r" b="b"/>
              <a:pathLst>
                <a:path w="8472" h="8237" stroke="0" extrusionOk="0">
                  <a:moveTo>
                    <a:pt x="0" y="0"/>
                  </a:moveTo>
                  <a:lnTo>
                    <a:pt x="3816" y="3816"/>
                  </a:lnTo>
                  <a:lnTo>
                    <a:pt x="3816" y="8237"/>
                  </a:lnTo>
                  <a:lnTo>
                    <a:pt x="8472" y="8237"/>
                  </a:lnTo>
                  <a:lnTo>
                    <a:pt x="8472" y="4420"/>
                  </a:lnTo>
                  <a:lnTo>
                    <a:pt x="6681" y="2630"/>
                  </a:lnTo>
                  <a:lnTo>
                    <a:pt x="668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02" name="Graph element 1595"/>
            <p:cNvSpPr/>
            <p:nvPr/>
          </p:nvSpPr>
          <p:spPr>
            <a:xfrm>
              <a:off x="1051419" y="1586439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03" name="Graph element 1596"/>
            <p:cNvSpPr/>
            <p:nvPr/>
          </p:nvSpPr>
          <p:spPr>
            <a:xfrm>
              <a:off x="978425" y="1583635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04" name="Graph element 1597"/>
            <p:cNvSpPr/>
            <p:nvPr/>
          </p:nvSpPr>
          <p:spPr>
            <a:xfrm>
              <a:off x="909606" y="1583216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05" name="Graph element 1598"/>
            <p:cNvSpPr/>
            <p:nvPr/>
          </p:nvSpPr>
          <p:spPr>
            <a:xfrm>
              <a:off x="1049628" y="1575460"/>
              <a:ext cx="8595" cy="9065"/>
            </a:xfrm>
            <a:custGeom>
              <a:avLst/>
              <a:gdLst/>
              <a:ahLst/>
              <a:cxnLst/>
              <a:rect l="0" t="0" r="r" b="b"/>
              <a:pathLst>
                <a:path w="8595" h="9065" stroke="0" extrusionOk="0">
                  <a:moveTo>
                    <a:pt x="3223" y="0"/>
                  </a:moveTo>
                  <a:lnTo>
                    <a:pt x="0" y="3223"/>
                  </a:lnTo>
                  <a:lnTo>
                    <a:pt x="0" y="9065"/>
                  </a:lnTo>
                  <a:lnTo>
                    <a:pt x="3223" y="5842"/>
                  </a:lnTo>
                  <a:lnTo>
                    <a:pt x="4420" y="7039"/>
                  </a:lnTo>
                  <a:lnTo>
                    <a:pt x="8595" y="7039"/>
                  </a:lnTo>
                  <a:lnTo>
                    <a:pt x="8595" y="4174"/>
                  </a:lnTo>
                  <a:lnTo>
                    <a:pt x="7039" y="3816"/>
                  </a:lnTo>
                  <a:lnTo>
                    <a:pt x="7817" y="3039"/>
                  </a:lnTo>
                  <a:lnTo>
                    <a:pt x="5791" y="1013"/>
                  </a:lnTo>
                  <a:lnTo>
                    <a:pt x="5014" y="1791"/>
                  </a:lnTo>
                  <a:lnTo>
                    <a:pt x="3223" y="0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06" name="Graph element 1599"/>
            <p:cNvSpPr/>
            <p:nvPr/>
          </p:nvSpPr>
          <p:spPr>
            <a:xfrm>
              <a:off x="972634" y="1572114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07" name="Graph element 1600"/>
            <p:cNvSpPr/>
            <p:nvPr/>
          </p:nvSpPr>
          <p:spPr>
            <a:xfrm>
              <a:off x="886687" y="1568656"/>
              <a:ext cx="9608" cy="12646"/>
            </a:xfrm>
            <a:custGeom>
              <a:avLst/>
              <a:gdLst/>
              <a:ahLst/>
              <a:cxnLst/>
              <a:rect l="0" t="0" r="r" b="b"/>
              <a:pathLst>
                <a:path w="9608" h="12646" stroke="0" extrusionOk="0">
                  <a:moveTo>
                    <a:pt x="0" y="0"/>
                  </a:moveTo>
                  <a:lnTo>
                    <a:pt x="0" y="9423"/>
                  </a:lnTo>
                  <a:lnTo>
                    <a:pt x="3223" y="12646"/>
                  </a:lnTo>
                  <a:lnTo>
                    <a:pt x="5014" y="10856"/>
                  </a:lnTo>
                  <a:lnTo>
                    <a:pt x="6804" y="12646"/>
                  </a:lnTo>
                  <a:lnTo>
                    <a:pt x="9608" y="9843"/>
                  </a:lnTo>
                  <a:lnTo>
                    <a:pt x="7582" y="7817"/>
                  </a:lnTo>
                  <a:lnTo>
                    <a:pt x="6804" y="8595"/>
                  </a:lnTo>
                  <a:lnTo>
                    <a:pt x="6446" y="8237"/>
                  </a:lnTo>
                  <a:lnTo>
                    <a:pt x="6446" y="64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08" name="Graph element 1601"/>
            <p:cNvSpPr/>
            <p:nvPr/>
          </p:nvSpPr>
          <p:spPr>
            <a:xfrm>
              <a:off x="970843" y="1565310"/>
              <a:ext cx="4655" cy="4655"/>
            </a:xfrm>
            <a:custGeom>
              <a:avLst/>
              <a:gdLst/>
              <a:ahLst/>
              <a:cxnLst/>
              <a:rect l="0" t="0" r="r" b="b"/>
              <a:pathLst>
                <a:path w="4655" h="4655" stroke="0" extrusionOk="0">
                  <a:moveTo>
                    <a:pt x="0" y="0"/>
                  </a:moveTo>
                  <a:lnTo>
                    <a:pt x="0" y="4655"/>
                  </a:lnTo>
                  <a:lnTo>
                    <a:pt x="4655" y="4655"/>
                  </a:lnTo>
                  <a:lnTo>
                    <a:pt x="46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09" name="Graph element 1602"/>
            <p:cNvSpPr/>
            <p:nvPr/>
          </p:nvSpPr>
          <p:spPr>
            <a:xfrm>
              <a:off x="1058581" y="1563520"/>
              <a:ext cx="26142" cy="42257"/>
            </a:xfrm>
            <a:custGeom>
              <a:avLst/>
              <a:gdLst/>
              <a:ahLst/>
              <a:cxnLst/>
              <a:rect l="0" t="0" r="r" b="b"/>
              <a:pathLst>
                <a:path w="26142" h="42257" stroke="0" extrusionOk="0">
                  <a:moveTo>
                    <a:pt x="16115" y="0"/>
                  </a:moveTo>
                  <a:lnTo>
                    <a:pt x="16115" y="2630"/>
                  </a:lnTo>
                  <a:lnTo>
                    <a:pt x="13373" y="5372"/>
                  </a:lnTo>
                  <a:lnTo>
                    <a:pt x="10979" y="5372"/>
                  </a:lnTo>
                  <a:lnTo>
                    <a:pt x="9188" y="3581"/>
                  </a:lnTo>
                  <a:lnTo>
                    <a:pt x="6211" y="3581"/>
                  </a:lnTo>
                  <a:lnTo>
                    <a:pt x="4001" y="5791"/>
                  </a:lnTo>
                  <a:lnTo>
                    <a:pt x="6026" y="7817"/>
                  </a:lnTo>
                  <a:lnTo>
                    <a:pt x="7397" y="6446"/>
                  </a:lnTo>
                  <a:lnTo>
                    <a:pt x="8001" y="6446"/>
                  </a:lnTo>
                  <a:lnTo>
                    <a:pt x="11941" y="10385"/>
                  </a:lnTo>
                  <a:lnTo>
                    <a:pt x="9792" y="10743"/>
                  </a:lnTo>
                  <a:lnTo>
                    <a:pt x="8001" y="12534"/>
                  </a:lnTo>
                  <a:lnTo>
                    <a:pt x="6211" y="12534"/>
                  </a:lnTo>
                  <a:lnTo>
                    <a:pt x="3581" y="15164"/>
                  </a:lnTo>
                  <a:lnTo>
                    <a:pt x="3581" y="16954"/>
                  </a:lnTo>
                  <a:lnTo>
                    <a:pt x="1197" y="19338"/>
                  </a:lnTo>
                  <a:lnTo>
                    <a:pt x="5372" y="23513"/>
                  </a:lnTo>
                  <a:lnTo>
                    <a:pt x="4420" y="25068"/>
                  </a:lnTo>
                  <a:lnTo>
                    <a:pt x="3816" y="25068"/>
                  </a:lnTo>
                  <a:lnTo>
                    <a:pt x="0" y="21252"/>
                  </a:lnTo>
                  <a:lnTo>
                    <a:pt x="0" y="30675"/>
                  </a:lnTo>
                  <a:lnTo>
                    <a:pt x="3223" y="33898"/>
                  </a:lnTo>
                  <a:lnTo>
                    <a:pt x="5607" y="31514"/>
                  </a:lnTo>
                  <a:lnTo>
                    <a:pt x="7162" y="32465"/>
                  </a:lnTo>
                  <a:lnTo>
                    <a:pt x="7162" y="33069"/>
                  </a:lnTo>
                  <a:lnTo>
                    <a:pt x="5372" y="34860"/>
                  </a:lnTo>
                  <a:lnTo>
                    <a:pt x="5372" y="39628"/>
                  </a:lnTo>
                  <a:lnTo>
                    <a:pt x="8001" y="42257"/>
                  </a:lnTo>
                  <a:lnTo>
                    <a:pt x="13608" y="42257"/>
                  </a:lnTo>
                  <a:lnTo>
                    <a:pt x="13608" y="39628"/>
                  </a:lnTo>
                  <a:lnTo>
                    <a:pt x="15399" y="37837"/>
                  </a:lnTo>
                  <a:lnTo>
                    <a:pt x="15399" y="31279"/>
                  </a:lnTo>
                  <a:lnTo>
                    <a:pt x="13608" y="29488"/>
                  </a:lnTo>
                  <a:lnTo>
                    <a:pt x="13608" y="26858"/>
                  </a:lnTo>
                  <a:lnTo>
                    <a:pt x="9792" y="26858"/>
                  </a:lnTo>
                  <a:lnTo>
                    <a:pt x="8001" y="28649"/>
                  </a:lnTo>
                  <a:lnTo>
                    <a:pt x="6446" y="27698"/>
                  </a:lnTo>
                  <a:lnTo>
                    <a:pt x="7397" y="26142"/>
                  </a:lnTo>
                  <a:lnTo>
                    <a:pt x="13844" y="26142"/>
                  </a:lnTo>
                  <a:lnTo>
                    <a:pt x="7397" y="19696"/>
                  </a:lnTo>
                  <a:lnTo>
                    <a:pt x="5249" y="19338"/>
                  </a:lnTo>
                  <a:lnTo>
                    <a:pt x="5607" y="18980"/>
                  </a:lnTo>
                  <a:lnTo>
                    <a:pt x="9188" y="18980"/>
                  </a:lnTo>
                  <a:lnTo>
                    <a:pt x="14560" y="13608"/>
                  </a:lnTo>
                  <a:lnTo>
                    <a:pt x="15164" y="13608"/>
                  </a:lnTo>
                  <a:lnTo>
                    <a:pt x="18745" y="17189"/>
                  </a:lnTo>
                  <a:lnTo>
                    <a:pt x="23513" y="17189"/>
                  </a:lnTo>
                  <a:lnTo>
                    <a:pt x="26142" y="14560"/>
                  </a:lnTo>
                  <a:lnTo>
                    <a:pt x="26142" y="10743"/>
                  </a:lnTo>
                  <a:lnTo>
                    <a:pt x="21722" y="10743"/>
                  </a:lnTo>
                  <a:lnTo>
                    <a:pt x="19931" y="8953"/>
                  </a:lnTo>
                  <a:lnTo>
                    <a:pt x="16350" y="8953"/>
                  </a:lnTo>
                  <a:lnTo>
                    <a:pt x="15399" y="8001"/>
                  </a:lnTo>
                  <a:lnTo>
                    <a:pt x="15399" y="7397"/>
                  </a:lnTo>
                  <a:lnTo>
                    <a:pt x="18141" y="4655"/>
                  </a:lnTo>
                  <a:lnTo>
                    <a:pt x="19931" y="4655"/>
                  </a:lnTo>
                  <a:lnTo>
                    <a:pt x="21722" y="2865"/>
                  </a:lnTo>
                  <a:lnTo>
                    <a:pt x="22919" y="2865"/>
                  </a:lnTo>
                  <a:lnTo>
                    <a:pt x="22919" y="0"/>
                  </a:lnTo>
                  <a:lnTo>
                    <a:pt x="16115" y="0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10" name="Graph element 1603"/>
            <p:cNvSpPr/>
            <p:nvPr/>
          </p:nvSpPr>
          <p:spPr>
            <a:xfrm>
              <a:off x="845269" y="1559703"/>
              <a:ext cx="6681" cy="6681"/>
            </a:xfrm>
            <a:custGeom>
              <a:avLst/>
              <a:gdLst/>
              <a:ahLst/>
              <a:cxnLst/>
              <a:rect l="0" t="0" r="r" b="b"/>
              <a:pathLst>
                <a:path w="6681" h="6681" stroke="0" extrusionOk="0">
                  <a:moveTo>
                    <a:pt x="6681" y="0"/>
                  </a:moveTo>
                  <a:lnTo>
                    <a:pt x="0" y="6681"/>
                  </a:lnTo>
                  <a:lnTo>
                    <a:pt x="6681" y="6681"/>
                  </a:lnTo>
                  <a:lnTo>
                    <a:pt x="6681" y="0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11" name="Graph element 1604"/>
            <p:cNvSpPr/>
            <p:nvPr/>
          </p:nvSpPr>
          <p:spPr>
            <a:xfrm>
              <a:off x="986958" y="1559580"/>
              <a:ext cx="2865" cy="3581"/>
            </a:xfrm>
            <a:custGeom>
              <a:avLst/>
              <a:gdLst/>
              <a:ahLst/>
              <a:cxnLst/>
              <a:rect l="0" t="0" r="r" b="b"/>
              <a:pathLst>
                <a:path w="2865" h="3581" stroke="0" extrusionOk="0">
                  <a:moveTo>
                    <a:pt x="0" y="3581"/>
                  </a:moveTo>
                  <a:lnTo>
                    <a:pt x="2865" y="358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12" name="Graph element 1605"/>
            <p:cNvSpPr/>
            <p:nvPr/>
          </p:nvSpPr>
          <p:spPr>
            <a:xfrm>
              <a:off x="816855" y="1552541"/>
              <a:ext cx="10027" cy="15869"/>
            </a:xfrm>
            <a:custGeom>
              <a:avLst/>
              <a:gdLst/>
              <a:ahLst/>
              <a:cxnLst/>
              <a:rect l="0" t="0" r="r" b="b"/>
              <a:pathLst>
                <a:path w="10027" h="15869" stroke="0" extrusionOk="0">
                  <a:moveTo>
                    <a:pt x="0" y="0"/>
                  </a:moveTo>
                  <a:lnTo>
                    <a:pt x="0" y="5842"/>
                  </a:lnTo>
                  <a:lnTo>
                    <a:pt x="1791" y="7633"/>
                  </a:lnTo>
                  <a:lnTo>
                    <a:pt x="1791" y="9423"/>
                  </a:lnTo>
                  <a:lnTo>
                    <a:pt x="4420" y="12053"/>
                  </a:lnTo>
                  <a:lnTo>
                    <a:pt x="6211" y="12053"/>
                  </a:lnTo>
                  <a:lnTo>
                    <a:pt x="10027" y="15869"/>
                  </a:lnTo>
                  <a:lnTo>
                    <a:pt x="10027" y="7397"/>
                  </a:lnTo>
                  <a:lnTo>
                    <a:pt x="7397" y="73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13" name="Graph element 1606"/>
            <p:cNvSpPr/>
            <p:nvPr/>
          </p:nvSpPr>
          <p:spPr>
            <a:xfrm>
              <a:off x="974424" y="1554209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14" name="Graph element 1607"/>
            <p:cNvSpPr/>
            <p:nvPr/>
          </p:nvSpPr>
          <p:spPr>
            <a:xfrm>
              <a:off x="848492" y="1550628"/>
              <a:ext cx="8410" cy="9966"/>
            </a:xfrm>
            <a:custGeom>
              <a:avLst/>
              <a:gdLst/>
              <a:ahLst/>
              <a:cxnLst/>
              <a:rect l="0" t="0" r="r" b="b"/>
              <a:pathLst>
                <a:path w="8410" h="9966" stroke="0" extrusionOk="0">
                  <a:moveTo>
                    <a:pt x="2384" y="0"/>
                  </a:moveTo>
                  <a:lnTo>
                    <a:pt x="2384" y="1197"/>
                  </a:lnTo>
                  <a:lnTo>
                    <a:pt x="0" y="3581"/>
                  </a:lnTo>
                  <a:lnTo>
                    <a:pt x="6385" y="9966"/>
                  </a:lnTo>
                  <a:lnTo>
                    <a:pt x="8410" y="7940"/>
                  </a:lnTo>
                  <a:lnTo>
                    <a:pt x="5249" y="4778"/>
                  </a:lnTo>
                  <a:lnTo>
                    <a:pt x="2384" y="0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15" name="Graph element 1608"/>
            <p:cNvSpPr/>
            <p:nvPr/>
          </p:nvSpPr>
          <p:spPr>
            <a:xfrm>
              <a:off x="815064" y="1550628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16" name="Graph element 1609"/>
            <p:cNvSpPr/>
            <p:nvPr/>
          </p:nvSpPr>
          <p:spPr>
            <a:xfrm>
              <a:off x="1090576" y="1545379"/>
              <a:ext cx="13424" cy="12053"/>
            </a:xfrm>
            <a:custGeom>
              <a:avLst/>
              <a:gdLst/>
              <a:ahLst/>
              <a:cxnLst/>
              <a:rect l="0" t="0" r="r" b="b"/>
              <a:pathLst>
                <a:path w="13424" h="12053" stroke="0" extrusionOk="0">
                  <a:moveTo>
                    <a:pt x="10262" y="0"/>
                  </a:moveTo>
                  <a:lnTo>
                    <a:pt x="6446" y="3816"/>
                  </a:lnTo>
                  <a:lnTo>
                    <a:pt x="3816" y="3816"/>
                  </a:lnTo>
                  <a:lnTo>
                    <a:pt x="3816" y="8237"/>
                  </a:lnTo>
                  <a:lnTo>
                    <a:pt x="0" y="12053"/>
                  </a:lnTo>
                  <a:lnTo>
                    <a:pt x="9423" y="12053"/>
                  </a:lnTo>
                  <a:lnTo>
                    <a:pt x="12053" y="9423"/>
                  </a:lnTo>
                  <a:lnTo>
                    <a:pt x="12053" y="7633"/>
                  </a:lnTo>
                  <a:lnTo>
                    <a:pt x="13424" y="6262"/>
                  </a:lnTo>
                  <a:lnTo>
                    <a:pt x="11398" y="4236"/>
                  </a:lnTo>
                  <a:lnTo>
                    <a:pt x="10620" y="5014"/>
                  </a:lnTo>
                  <a:lnTo>
                    <a:pt x="10262" y="4655"/>
                  </a:lnTo>
                  <a:lnTo>
                    <a:pt x="10262" y="0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17" name="Graph element 1610"/>
            <p:cNvSpPr/>
            <p:nvPr/>
          </p:nvSpPr>
          <p:spPr>
            <a:xfrm>
              <a:off x="895404" y="1547405"/>
              <a:ext cx="10498" cy="4655"/>
            </a:xfrm>
            <a:custGeom>
              <a:avLst/>
              <a:gdLst/>
              <a:ahLst/>
              <a:cxnLst/>
              <a:rect l="0" t="0" r="r" b="b"/>
              <a:pathLst>
                <a:path w="10498" h="4655" stroke="0" extrusionOk="0">
                  <a:moveTo>
                    <a:pt x="4655" y="0"/>
                  </a:moveTo>
                  <a:lnTo>
                    <a:pt x="0" y="4655"/>
                  </a:lnTo>
                  <a:lnTo>
                    <a:pt x="5842" y="4655"/>
                  </a:lnTo>
                  <a:lnTo>
                    <a:pt x="10498" y="0"/>
                  </a:lnTo>
                  <a:lnTo>
                    <a:pt x="4655" y="0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18" name="Graph element 1611"/>
            <p:cNvSpPr/>
            <p:nvPr/>
          </p:nvSpPr>
          <p:spPr>
            <a:xfrm>
              <a:off x="968817" y="1543823"/>
              <a:ext cx="6681" cy="6804"/>
            </a:xfrm>
            <a:custGeom>
              <a:avLst/>
              <a:gdLst/>
              <a:ahLst/>
              <a:cxnLst/>
              <a:rect l="0" t="0" r="r" b="b"/>
              <a:pathLst>
                <a:path w="6681" h="6804" stroke="0" extrusionOk="0">
                  <a:moveTo>
                    <a:pt x="0" y="0"/>
                  </a:moveTo>
                  <a:lnTo>
                    <a:pt x="3816" y="3816"/>
                  </a:lnTo>
                  <a:lnTo>
                    <a:pt x="3816" y="6804"/>
                  </a:lnTo>
                  <a:lnTo>
                    <a:pt x="6681" y="6804"/>
                  </a:lnTo>
                  <a:lnTo>
                    <a:pt x="668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19" name="Graph element 1612"/>
            <p:cNvSpPr/>
            <p:nvPr/>
          </p:nvSpPr>
          <p:spPr>
            <a:xfrm>
              <a:off x="990304" y="1539649"/>
              <a:ext cx="10498" cy="5249"/>
            </a:xfrm>
            <a:custGeom>
              <a:avLst/>
              <a:gdLst/>
              <a:ahLst/>
              <a:cxnLst/>
              <a:rect l="0" t="0" r="r" b="b"/>
              <a:pathLst>
                <a:path w="10498" h="5249" stroke="0" extrusionOk="0">
                  <a:moveTo>
                    <a:pt x="5249" y="0"/>
                  </a:moveTo>
                  <a:lnTo>
                    <a:pt x="0" y="5249"/>
                  </a:lnTo>
                  <a:lnTo>
                    <a:pt x="10498" y="5249"/>
                  </a:lnTo>
                  <a:lnTo>
                    <a:pt x="5249" y="0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20" name="Graph element 1613"/>
            <p:cNvSpPr/>
            <p:nvPr/>
          </p:nvSpPr>
          <p:spPr>
            <a:xfrm>
              <a:off x="1106926" y="1532722"/>
              <a:ext cx="15399" cy="19338"/>
            </a:xfrm>
            <a:custGeom>
              <a:avLst/>
              <a:gdLst/>
              <a:ahLst/>
              <a:cxnLst/>
              <a:rect l="0" t="0" r="r" b="b"/>
              <a:pathLst>
                <a:path w="15399" h="19338" stroke="0" extrusionOk="0">
                  <a:moveTo>
                    <a:pt x="1791" y="0"/>
                  </a:moveTo>
                  <a:lnTo>
                    <a:pt x="1791" y="2988"/>
                  </a:lnTo>
                  <a:lnTo>
                    <a:pt x="0" y="4778"/>
                  </a:lnTo>
                  <a:lnTo>
                    <a:pt x="0" y="8595"/>
                  </a:lnTo>
                  <a:lnTo>
                    <a:pt x="4420" y="8595"/>
                  </a:lnTo>
                  <a:lnTo>
                    <a:pt x="4778" y="8953"/>
                  </a:lnTo>
                  <a:lnTo>
                    <a:pt x="3581" y="10150"/>
                  </a:lnTo>
                  <a:lnTo>
                    <a:pt x="3581" y="13731"/>
                  </a:lnTo>
                  <a:lnTo>
                    <a:pt x="1791" y="15522"/>
                  </a:lnTo>
                  <a:lnTo>
                    <a:pt x="1791" y="19338"/>
                  </a:lnTo>
                  <a:lnTo>
                    <a:pt x="9188" y="19338"/>
                  </a:lnTo>
                  <a:lnTo>
                    <a:pt x="12769" y="15757"/>
                  </a:lnTo>
                  <a:lnTo>
                    <a:pt x="15399" y="15757"/>
                  </a:lnTo>
                  <a:lnTo>
                    <a:pt x="15399" y="10150"/>
                  </a:lnTo>
                  <a:lnTo>
                    <a:pt x="12769" y="7520"/>
                  </a:lnTo>
                  <a:lnTo>
                    <a:pt x="7397" y="7520"/>
                  </a:lnTo>
                  <a:lnTo>
                    <a:pt x="4655" y="4778"/>
                  </a:lnTo>
                  <a:lnTo>
                    <a:pt x="1791" y="0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21" name="Graph element 1614"/>
            <p:cNvSpPr/>
            <p:nvPr/>
          </p:nvSpPr>
          <p:spPr>
            <a:xfrm>
              <a:off x="816855" y="1531289"/>
              <a:ext cx="30317" cy="28168"/>
            </a:xfrm>
            <a:custGeom>
              <a:avLst/>
              <a:gdLst/>
              <a:ahLst/>
              <a:cxnLst/>
              <a:rect l="0" t="0" r="r" b="b"/>
              <a:pathLst>
                <a:path w="30317" h="28168" stroke="0" extrusionOk="0">
                  <a:moveTo>
                    <a:pt x="11582" y="0"/>
                  </a:moveTo>
                  <a:lnTo>
                    <a:pt x="9792" y="1791"/>
                  </a:lnTo>
                  <a:lnTo>
                    <a:pt x="7162" y="1791"/>
                  </a:lnTo>
                  <a:lnTo>
                    <a:pt x="7162" y="4420"/>
                  </a:lnTo>
                  <a:lnTo>
                    <a:pt x="6211" y="5372"/>
                  </a:lnTo>
                  <a:lnTo>
                    <a:pt x="4420" y="5372"/>
                  </a:lnTo>
                  <a:lnTo>
                    <a:pt x="0" y="9792"/>
                  </a:lnTo>
                  <a:lnTo>
                    <a:pt x="0" y="17189"/>
                  </a:lnTo>
                  <a:lnTo>
                    <a:pt x="2630" y="17189"/>
                  </a:lnTo>
                  <a:lnTo>
                    <a:pt x="4420" y="18980"/>
                  </a:lnTo>
                  <a:lnTo>
                    <a:pt x="6211" y="18980"/>
                  </a:lnTo>
                  <a:lnTo>
                    <a:pt x="8001" y="20771"/>
                  </a:lnTo>
                  <a:lnTo>
                    <a:pt x="10979" y="20771"/>
                  </a:lnTo>
                  <a:lnTo>
                    <a:pt x="16350" y="15399"/>
                  </a:lnTo>
                  <a:lnTo>
                    <a:pt x="16954" y="15399"/>
                  </a:lnTo>
                  <a:lnTo>
                    <a:pt x="17906" y="16350"/>
                  </a:lnTo>
                  <a:lnTo>
                    <a:pt x="17906" y="19931"/>
                  </a:lnTo>
                  <a:lnTo>
                    <a:pt x="19696" y="21722"/>
                  </a:lnTo>
                  <a:lnTo>
                    <a:pt x="19696" y="28168"/>
                  </a:lnTo>
                  <a:lnTo>
                    <a:pt x="23513" y="24352"/>
                  </a:lnTo>
                  <a:lnTo>
                    <a:pt x="26142" y="24352"/>
                  </a:lnTo>
                  <a:lnTo>
                    <a:pt x="26142" y="14325"/>
                  </a:lnTo>
                  <a:lnTo>
                    <a:pt x="19931" y="14325"/>
                  </a:lnTo>
                  <a:lnTo>
                    <a:pt x="19573" y="13966"/>
                  </a:lnTo>
                  <a:lnTo>
                    <a:pt x="21722" y="11818"/>
                  </a:lnTo>
                  <a:lnTo>
                    <a:pt x="26142" y="11818"/>
                  </a:lnTo>
                  <a:lnTo>
                    <a:pt x="26142" y="9188"/>
                  </a:lnTo>
                  <a:lnTo>
                    <a:pt x="30317" y="5014"/>
                  </a:lnTo>
                  <a:lnTo>
                    <a:pt x="25303" y="0"/>
                  </a:lnTo>
                  <a:lnTo>
                    <a:pt x="11582" y="0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22" name="Graph element 1615"/>
            <p:cNvSpPr/>
            <p:nvPr/>
          </p:nvSpPr>
          <p:spPr>
            <a:xfrm>
              <a:off x="970843" y="1530931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23" name="Graph element 1616"/>
            <p:cNvSpPr/>
            <p:nvPr/>
          </p:nvSpPr>
          <p:spPr>
            <a:xfrm>
              <a:off x="886687" y="1529499"/>
              <a:ext cx="6026" cy="6681"/>
            </a:xfrm>
            <a:custGeom>
              <a:avLst/>
              <a:gdLst/>
              <a:ahLst/>
              <a:cxnLst/>
              <a:rect l="0" t="0" r="r" b="b"/>
              <a:pathLst>
                <a:path w="6026" h="6681" stroke="0" extrusionOk="0">
                  <a:moveTo>
                    <a:pt x="0" y="0"/>
                  </a:moveTo>
                  <a:lnTo>
                    <a:pt x="0" y="6681"/>
                  </a:lnTo>
                  <a:lnTo>
                    <a:pt x="3223" y="3458"/>
                  </a:lnTo>
                  <a:lnTo>
                    <a:pt x="4001" y="4236"/>
                  </a:lnTo>
                  <a:lnTo>
                    <a:pt x="6026" y="2210"/>
                  </a:lnTo>
                  <a:lnTo>
                    <a:pt x="381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24" name="Graph element 1617"/>
            <p:cNvSpPr/>
            <p:nvPr/>
          </p:nvSpPr>
          <p:spPr>
            <a:xfrm>
              <a:off x="1080068" y="1520311"/>
              <a:ext cx="18980" cy="29959"/>
            </a:xfrm>
            <a:custGeom>
              <a:avLst/>
              <a:gdLst/>
              <a:ahLst/>
              <a:cxnLst/>
              <a:rect l="0" t="0" r="r" b="b"/>
              <a:pathLst>
                <a:path w="18980" h="29959" stroke="0" extrusionOk="0">
                  <a:moveTo>
                    <a:pt x="8001" y="235"/>
                  </a:moveTo>
                  <a:lnTo>
                    <a:pt x="6211" y="2026"/>
                  </a:lnTo>
                  <a:lnTo>
                    <a:pt x="4420" y="2026"/>
                  </a:lnTo>
                  <a:lnTo>
                    <a:pt x="3223" y="3223"/>
                  </a:lnTo>
                  <a:lnTo>
                    <a:pt x="0" y="0"/>
                  </a:lnTo>
                  <a:lnTo>
                    <a:pt x="0" y="5842"/>
                  </a:lnTo>
                  <a:lnTo>
                    <a:pt x="1791" y="7633"/>
                  </a:lnTo>
                  <a:lnTo>
                    <a:pt x="1791" y="11214"/>
                  </a:lnTo>
                  <a:lnTo>
                    <a:pt x="8953" y="18376"/>
                  </a:lnTo>
                  <a:lnTo>
                    <a:pt x="8953" y="23748"/>
                  </a:lnTo>
                  <a:lnTo>
                    <a:pt x="10743" y="25538"/>
                  </a:lnTo>
                  <a:lnTo>
                    <a:pt x="10743" y="26142"/>
                  </a:lnTo>
                  <a:lnTo>
                    <a:pt x="6927" y="29959"/>
                  </a:lnTo>
                  <a:lnTo>
                    <a:pt x="12769" y="29959"/>
                  </a:lnTo>
                  <a:lnTo>
                    <a:pt x="14560" y="28168"/>
                  </a:lnTo>
                  <a:lnTo>
                    <a:pt x="16350" y="28168"/>
                  </a:lnTo>
                  <a:lnTo>
                    <a:pt x="18980" y="25538"/>
                  </a:lnTo>
                  <a:lnTo>
                    <a:pt x="18980" y="22561"/>
                  </a:lnTo>
                  <a:lnTo>
                    <a:pt x="15757" y="19338"/>
                  </a:lnTo>
                  <a:lnTo>
                    <a:pt x="12176" y="22919"/>
                  </a:lnTo>
                  <a:lnTo>
                    <a:pt x="11818" y="22561"/>
                  </a:lnTo>
                  <a:lnTo>
                    <a:pt x="11818" y="15399"/>
                  </a:lnTo>
                  <a:lnTo>
                    <a:pt x="10027" y="13608"/>
                  </a:lnTo>
                  <a:lnTo>
                    <a:pt x="10027" y="13004"/>
                  </a:lnTo>
                  <a:lnTo>
                    <a:pt x="11818" y="11214"/>
                  </a:lnTo>
                  <a:lnTo>
                    <a:pt x="11818" y="7633"/>
                  </a:lnTo>
                  <a:lnTo>
                    <a:pt x="13608" y="5842"/>
                  </a:lnTo>
                  <a:lnTo>
                    <a:pt x="13608" y="4052"/>
                  </a:lnTo>
                  <a:lnTo>
                    <a:pt x="17425" y="235"/>
                  </a:lnTo>
                  <a:lnTo>
                    <a:pt x="8001" y="235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25" name="Graph element 1618"/>
            <p:cNvSpPr/>
            <p:nvPr/>
          </p:nvSpPr>
          <p:spPr>
            <a:xfrm>
              <a:off x="1117669" y="1516730"/>
              <a:ext cx="8472" cy="8472"/>
            </a:xfrm>
            <a:custGeom>
              <a:avLst/>
              <a:gdLst/>
              <a:ahLst/>
              <a:cxnLst/>
              <a:rect l="0" t="0" r="r" b="b"/>
              <a:pathLst>
                <a:path w="8472" h="8472" stroke="0" extrusionOk="0">
                  <a:moveTo>
                    <a:pt x="4655" y="0"/>
                  </a:moveTo>
                  <a:lnTo>
                    <a:pt x="0" y="4655"/>
                  </a:lnTo>
                  <a:lnTo>
                    <a:pt x="0" y="8472"/>
                  </a:lnTo>
                  <a:lnTo>
                    <a:pt x="8472" y="8472"/>
                  </a:lnTo>
                  <a:lnTo>
                    <a:pt x="4655" y="4655"/>
                  </a:lnTo>
                  <a:lnTo>
                    <a:pt x="4655" y="0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26" name="Graph element 1619"/>
            <p:cNvSpPr/>
            <p:nvPr/>
          </p:nvSpPr>
          <p:spPr>
            <a:xfrm>
              <a:off x="1053209" y="1518756"/>
              <a:ext cx="8472" cy="4655"/>
            </a:xfrm>
            <a:custGeom>
              <a:avLst/>
              <a:gdLst/>
              <a:ahLst/>
              <a:cxnLst/>
              <a:rect l="0" t="0" r="r" b="b"/>
              <a:pathLst>
                <a:path w="8472" h="4655" stroke="0" extrusionOk="0">
                  <a:moveTo>
                    <a:pt x="0" y="0"/>
                  </a:moveTo>
                  <a:lnTo>
                    <a:pt x="0" y="4655"/>
                  </a:lnTo>
                  <a:lnTo>
                    <a:pt x="3816" y="4655"/>
                  </a:lnTo>
                  <a:lnTo>
                    <a:pt x="847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27" name="Graph element 1620"/>
            <p:cNvSpPr/>
            <p:nvPr/>
          </p:nvSpPr>
          <p:spPr>
            <a:xfrm>
              <a:off x="969053" y="1520188"/>
              <a:ext cx="4236" cy="6385"/>
            </a:xfrm>
            <a:custGeom>
              <a:avLst/>
              <a:gdLst/>
              <a:ahLst/>
              <a:cxnLst/>
              <a:rect l="0" t="0" r="r" b="b"/>
              <a:pathLst>
                <a:path w="4236" h="6385" stroke="0" extrusionOk="0">
                  <a:moveTo>
                    <a:pt x="0" y="4174"/>
                  </a:moveTo>
                  <a:lnTo>
                    <a:pt x="2210" y="6385"/>
                  </a:lnTo>
                  <a:lnTo>
                    <a:pt x="4236" y="4359"/>
                  </a:lnTo>
                  <a:lnTo>
                    <a:pt x="2865" y="2988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4174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28" name="Graph element 1621"/>
            <p:cNvSpPr/>
            <p:nvPr/>
          </p:nvSpPr>
          <p:spPr>
            <a:xfrm>
              <a:off x="1155271" y="1516965"/>
              <a:ext cx="33540" cy="36886"/>
            </a:xfrm>
            <a:custGeom>
              <a:avLst/>
              <a:gdLst/>
              <a:ahLst/>
              <a:cxnLst/>
              <a:rect l="0" t="0" r="r" b="b"/>
              <a:pathLst>
                <a:path w="33540" h="36886" stroke="0" extrusionOk="0">
                  <a:moveTo>
                    <a:pt x="13373" y="0"/>
                  </a:moveTo>
                  <a:lnTo>
                    <a:pt x="8953" y="4420"/>
                  </a:lnTo>
                  <a:lnTo>
                    <a:pt x="8953" y="14560"/>
                  </a:lnTo>
                  <a:lnTo>
                    <a:pt x="10743" y="16350"/>
                  </a:lnTo>
                  <a:lnTo>
                    <a:pt x="10743" y="19931"/>
                  </a:lnTo>
                  <a:lnTo>
                    <a:pt x="12534" y="21722"/>
                  </a:lnTo>
                  <a:lnTo>
                    <a:pt x="12534" y="22326"/>
                  </a:lnTo>
                  <a:lnTo>
                    <a:pt x="11582" y="23277"/>
                  </a:lnTo>
                  <a:lnTo>
                    <a:pt x="8001" y="23277"/>
                  </a:lnTo>
                  <a:lnTo>
                    <a:pt x="0" y="31279"/>
                  </a:lnTo>
                  <a:lnTo>
                    <a:pt x="0" y="35095"/>
                  </a:lnTo>
                  <a:lnTo>
                    <a:pt x="10385" y="35095"/>
                  </a:lnTo>
                  <a:lnTo>
                    <a:pt x="10385" y="32230"/>
                  </a:lnTo>
                  <a:lnTo>
                    <a:pt x="9188" y="32230"/>
                  </a:lnTo>
                  <a:lnTo>
                    <a:pt x="6446" y="29488"/>
                  </a:lnTo>
                  <a:lnTo>
                    <a:pt x="6446" y="28884"/>
                  </a:lnTo>
                  <a:lnTo>
                    <a:pt x="9188" y="26142"/>
                  </a:lnTo>
                  <a:lnTo>
                    <a:pt x="15399" y="26142"/>
                  </a:lnTo>
                  <a:lnTo>
                    <a:pt x="15757" y="23154"/>
                  </a:lnTo>
                  <a:lnTo>
                    <a:pt x="16954" y="24352"/>
                  </a:lnTo>
                  <a:lnTo>
                    <a:pt x="20535" y="24352"/>
                  </a:lnTo>
                  <a:lnTo>
                    <a:pt x="21487" y="25303"/>
                  </a:lnTo>
                  <a:lnTo>
                    <a:pt x="21487" y="27933"/>
                  </a:lnTo>
                  <a:lnTo>
                    <a:pt x="24475" y="28291"/>
                  </a:lnTo>
                  <a:lnTo>
                    <a:pt x="24116" y="28649"/>
                  </a:lnTo>
                  <a:lnTo>
                    <a:pt x="18745" y="28649"/>
                  </a:lnTo>
                  <a:lnTo>
                    <a:pt x="14325" y="33069"/>
                  </a:lnTo>
                  <a:lnTo>
                    <a:pt x="14325" y="36886"/>
                  </a:lnTo>
                  <a:lnTo>
                    <a:pt x="27094" y="36886"/>
                  </a:lnTo>
                  <a:lnTo>
                    <a:pt x="28884" y="35095"/>
                  </a:lnTo>
                  <a:lnTo>
                    <a:pt x="33540" y="35095"/>
                  </a:lnTo>
                  <a:lnTo>
                    <a:pt x="28526" y="30081"/>
                  </a:lnTo>
                  <a:lnTo>
                    <a:pt x="31749" y="26858"/>
                  </a:lnTo>
                  <a:lnTo>
                    <a:pt x="27094" y="26858"/>
                  </a:lnTo>
                  <a:lnTo>
                    <a:pt x="24352" y="24116"/>
                  </a:lnTo>
                  <a:lnTo>
                    <a:pt x="24352" y="8001"/>
                  </a:lnTo>
                  <a:lnTo>
                    <a:pt x="20771" y="4420"/>
                  </a:lnTo>
                  <a:lnTo>
                    <a:pt x="20771" y="1791"/>
                  </a:lnTo>
                  <a:lnTo>
                    <a:pt x="18141" y="1791"/>
                  </a:lnTo>
                  <a:lnTo>
                    <a:pt x="16350" y="0"/>
                  </a:lnTo>
                  <a:lnTo>
                    <a:pt x="13373" y="0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29" name="Graph element 1622"/>
            <p:cNvSpPr/>
            <p:nvPr/>
          </p:nvSpPr>
          <p:spPr>
            <a:xfrm>
              <a:off x="1094157" y="1516372"/>
              <a:ext cx="13844" cy="12646"/>
            </a:xfrm>
            <a:custGeom>
              <a:avLst/>
              <a:gdLst/>
              <a:ahLst/>
              <a:cxnLst/>
              <a:rect l="0" t="0" r="r" b="b"/>
              <a:pathLst>
                <a:path w="13844" h="12646" stroke="0" extrusionOk="0">
                  <a:moveTo>
                    <a:pt x="7039" y="0"/>
                  </a:moveTo>
                  <a:lnTo>
                    <a:pt x="4655" y="2384"/>
                  </a:lnTo>
                  <a:lnTo>
                    <a:pt x="0" y="2384"/>
                  </a:lnTo>
                  <a:lnTo>
                    <a:pt x="4655" y="7039"/>
                  </a:lnTo>
                  <a:lnTo>
                    <a:pt x="8237" y="7039"/>
                  </a:lnTo>
                  <a:lnTo>
                    <a:pt x="13844" y="12646"/>
                  </a:lnTo>
                  <a:lnTo>
                    <a:pt x="13844" y="5965"/>
                  </a:lnTo>
                  <a:lnTo>
                    <a:pt x="11214" y="5965"/>
                  </a:lnTo>
                  <a:lnTo>
                    <a:pt x="10262" y="5014"/>
                  </a:lnTo>
                  <a:lnTo>
                    <a:pt x="10262" y="3223"/>
                  </a:lnTo>
                  <a:lnTo>
                    <a:pt x="7039" y="0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30" name="Graph element 1623"/>
            <p:cNvSpPr/>
            <p:nvPr/>
          </p:nvSpPr>
          <p:spPr>
            <a:xfrm>
              <a:off x="852666" y="1516965"/>
              <a:ext cx="6681" cy="6804"/>
            </a:xfrm>
            <a:custGeom>
              <a:avLst/>
              <a:gdLst/>
              <a:ahLst/>
              <a:cxnLst/>
              <a:rect l="0" t="0" r="r" b="b"/>
              <a:pathLst>
                <a:path w="6681" h="6804" stroke="0" extrusionOk="0">
                  <a:moveTo>
                    <a:pt x="0" y="0"/>
                  </a:moveTo>
                  <a:lnTo>
                    <a:pt x="0" y="6804"/>
                  </a:lnTo>
                  <a:lnTo>
                    <a:pt x="2865" y="6804"/>
                  </a:lnTo>
                  <a:lnTo>
                    <a:pt x="2865" y="3816"/>
                  </a:lnTo>
                  <a:lnTo>
                    <a:pt x="668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31" name="Graph element 1624"/>
            <p:cNvSpPr/>
            <p:nvPr/>
          </p:nvSpPr>
          <p:spPr>
            <a:xfrm>
              <a:off x="847294" y="1513384"/>
              <a:ext cx="43628" cy="53001"/>
            </a:xfrm>
            <a:custGeom>
              <a:avLst/>
              <a:gdLst/>
              <a:ahLst/>
              <a:cxnLst/>
              <a:rect l="0" t="0" r="r" b="b"/>
              <a:pathLst>
                <a:path w="43628" h="53001" stroke="0" extrusionOk="0">
                  <a:moveTo>
                    <a:pt x="13373" y="0"/>
                  </a:moveTo>
                  <a:lnTo>
                    <a:pt x="10743" y="2630"/>
                  </a:lnTo>
                  <a:lnTo>
                    <a:pt x="10743" y="13373"/>
                  </a:lnTo>
                  <a:lnTo>
                    <a:pt x="10385" y="13731"/>
                  </a:lnTo>
                  <a:lnTo>
                    <a:pt x="7162" y="10508"/>
                  </a:lnTo>
                  <a:lnTo>
                    <a:pt x="7162" y="15164"/>
                  </a:lnTo>
                  <a:lnTo>
                    <a:pt x="3581" y="18745"/>
                  </a:lnTo>
                  <a:lnTo>
                    <a:pt x="3223" y="20893"/>
                  </a:lnTo>
                  <a:lnTo>
                    <a:pt x="0" y="17670"/>
                  </a:lnTo>
                  <a:lnTo>
                    <a:pt x="0" y="23513"/>
                  </a:lnTo>
                  <a:lnTo>
                    <a:pt x="1791" y="25303"/>
                  </a:lnTo>
                  <a:lnTo>
                    <a:pt x="1791" y="26500"/>
                  </a:lnTo>
                  <a:lnTo>
                    <a:pt x="4655" y="26500"/>
                  </a:lnTo>
                  <a:lnTo>
                    <a:pt x="5014" y="23154"/>
                  </a:lnTo>
                  <a:lnTo>
                    <a:pt x="6211" y="24352"/>
                  </a:lnTo>
                  <a:lnTo>
                    <a:pt x="10027" y="24352"/>
                  </a:lnTo>
                  <a:lnTo>
                    <a:pt x="10027" y="20535"/>
                  </a:lnTo>
                  <a:lnTo>
                    <a:pt x="8237" y="18745"/>
                  </a:lnTo>
                  <a:lnTo>
                    <a:pt x="8237" y="18141"/>
                  </a:lnTo>
                  <a:lnTo>
                    <a:pt x="9188" y="17189"/>
                  </a:lnTo>
                  <a:lnTo>
                    <a:pt x="10743" y="18141"/>
                  </a:lnTo>
                  <a:lnTo>
                    <a:pt x="10743" y="25303"/>
                  </a:lnTo>
                  <a:lnTo>
                    <a:pt x="12534" y="27094"/>
                  </a:lnTo>
                  <a:lnTo>
                    <a:pt x="12534" y="34860"/>
                  </a:lnTo>
                  <a:lnTo>
                    <a:pt x="10743" y="36650"/>
                  </a:lnTo>
                  <a:lnTo>
                    <a:pt x="10743" y="40825"/>
                  </a:lnTo>
                  <a:lnTo>
                    <a:pt x="13608" y="40825"/>
                  </a:lnTo>
                  <a:lnTo>
                    <a:pt x="13608" y="39628"/>
                  </a:lnTo>
                  <a:lnTo>
                    <a:pt x="13966" y="39270"/>
                  </a:lnTo>
                  <a:lnTo>
                    <a:pt x="14325" y="39628"/>
                  </a:lnTo>
                  <a:lnTo>
                    <a:pt x="14325" y="43813"/>
                  </a:lnTo>
                  <a:lnTo>
                    <a:pt x="12953" y="45184"/>
                  </a:lnTo>
                  <a:lnTo>
                    <a:pt x="14979" y="47209"/>
                  </a:lnTo>
                  <a:lnTo>
                    <a:pt x="15757" y="46432"/>
                  </a:lnTo>
                  <a:lnTo>
                    <a:pt x="16954" y="47629"/>
                  </a:lnTo>
                  <a:lnTo>
                    <a:pt x="22326" y="47629"/>
                  </a:lnTo>
                  <a:lnTo>
                    <a:pt x="24116" y="49420"/>
                  </a:lnTo>
                  <a:lnTo>
                    <a:pt x="25907" y="49420"/>
                  </a:lnTo>
                  <a:lnTo>
                    <a:pt x="27698" y="51210"/>
                  </a:lnTo>
                  <a:lnTo>
                    <a:pt x="29488" y="51210"/>
                  </a:lnTo>
                  <a:lnTo>
                    <a:pt x="31279" y="53001"/>
                  </a:lnTo>
                  <a:lnTo>
                    <a:pt x="36886" y="53001"/>
                  </a:lnTo>
                  <a:lnTo>
                    <a:pt x="36886" y="48580"/>
                  </a:lnTo>
                  <a:lnTo>
                    <a:pt x="37244" y="48222"/>
                  </a:lnTo>
                  <a:lnTo>
                    <a:pt x="41603" y="52581"/>
                  </a:lnTo>
                  <a:lnTo>
                    <a:pt x="43628" y="50555"/>
                  </a:lnTo>
                  <a:lnTo>
                    <a:pt x="37244" y="44171"/>
                  </a:lnTo>
                  <a:lnTo>
                    <a:pt x="35453" y="45961"/>
                  </a:lnTo>
                  <a:lnTo>
                    <a:pt x="34256" y="44764"/>
                  </a:lnTo>
                  <a:lnTo>
                    <a:pt x="28884" y="44764"/>
                  </a:lnTo>
                  <a:lnTo>
                    <a:pt x="28526" y="44406"/>
                  </a:lnTo>
                  <a:lnTo>
                    <a:pt x="29723" y="43209"/>
                  </a:lnTo>
                  <a:lnTo>
                    <a:pt x="29723" y="39628"/>
                  </a:lnTo>
                  <a:lnTo>
                    <a:pt x="31514" y="37837"/>
                  </a:lnTo>
                  <a:lnTo>
                    <a:pt x="31514" y="34256"/>
                  </a:lnTo>
                  <a:lnTo>
                    <a:pt x="31872" y="33898"/>
                  </a:lnTo>
                  <a:lnTo>
                    <a:pt x="35811" y="37837"/>
                  </a:lnTo>
                  <a:lnTo>
                    <a:pt x="35811" y="39034"/>
                  </a:lnTo>
                  <a:lnTo>
                    <a:pt x="38676" y="39034"/>
                  </a:lnTo>
                  <a:lnTo>
                    <a:pt x="38676" y="36650"/>
                  </a:lnTo>
                  <a:lnTo>
                    <a:pt x="35095" y="33069"/>
                  </a:lnTo>
                  <a:lnTo>
                    <a:pt x="35095" y="32465"/>
                  </a:lnTo>
                  <a:lnTo>
                    <a:pt x="38911" y="28649"/>
                  </a:lnTo>
                  <a:lnTo>
                    <a:pt x="33069" y="28649"/>
                  </a:lnTo>
                  <a:lnTo>
                    <a:pt x="31279" y="30440"/>
                  </a:lnTo>
                  <a:lnTo>
                    <a:pt x="29488" y="30440"/>
                  </a:lnTo>
                  <a:lnTo>
                    <a:pt x="27698" y="32230"/>
                  </a:lnTo>
                  <a:lnTo>
                    <a:pt x="16350" y="32230"/>
                  </a:lnTo>
                  <a:lnTo>
                    <a:pt x="15399" y="31279"/>
                  </a:lnTo>
                  <a:lnTo>
                    <a:pt x="15399" y="27094"/>
                  </a:lnTo>
                  <a:lnTo>
                    <a:pt x="17189" y="25303"/>
                  </a:lnTo>
                  <a:lnTo>
                    <a:pt x="17189" y="23513"/>
                  </a:lnTo>
                  <a:lnTo>
                    <a:pt x="18141" y="22561"/>
                  </a:lnTo>
                  <a:lnTo>
                    <a:pt x="19931" y="22561"/>
                  </a:lnTo>
                  <a:lnTo>
                    <a:pt x="22561" y="19931"/>
                  </a:lnTo>
                  <a:lnTo>
                    <a:pt x="22561" y="18141"/>
                  </a:lnTo>
                  <a:lnTo>
                    <a:pt x="23513" y="17189"/>
                  </a:lnTo>
                  <a:lnTo>
                    <a:pt x="24475" y="17548"/>
                  </a:lnTo>
                  <a:lnTo>
                    <a:pt x="23697" y="18325"/>
                  </a:lnTo>
                  <a:lnTo>
                    <a:pt x="25723" y="20351"/>
                  </a:lnTo>
                  <a:lnTo>
                    <a:pt x="27094" y="18980"/>
                  </a:lnTo>
                  <a:lnTo>
                    <a:pt x="28884" y="18980"/>
                  </a:lnTo>
                  <a:lnTo>
                    <a:pt x="30081" y="17783"/>
                  </a:lnTo>
                  <a:lnTo>
                    <a:pt x="30859" y="18560"/>
                  </a:lnTo>
                  <a:lnTo>
                    <a:pt x="32885" y="16535"/>
                  </a:lnTo>
                  <a:lnTo>
                    <a:pt x="30081" y="13731"/>
                  </a:lnTo>
                  <a:lnTo>
                    <a:pt x="27698" y="16115"/>
                  </a:lnTo>
                  <a:lnTo>
                    <a:pt x="26736" y="15757"/>
                  </a:lnTo>
                  <a:lnTo>
                    <a:pt x="27933" y="14560"/>
                  </a:lnTo>
                  <a:lnTo>
                    <a:pt x="27933" y="12769"/>
                  </a:lnTo>
                  <a:lnTo>
                    <a:pt x="29723" y="10979"/>
                  </a:lnTo>
                  <a:lnTo>
                    <a:pt x="29723" y="9188"/>
                  </a:lnTo>
                  <a:lnTo>
                    <a:pt x="33540" y="5372"/>
                  </a:lnTo>
                  <a:lnTo>
                    <a:pt x="23513" y="5372"/>
                  </a:lnTo>
                  <a:lnTo>
                    <a:pt x="21722" y="3581"/>
                  </a:lnTo>
                  <a:lnTo>
                    <a:pt x="19931" y="3581"/>
                  </a:lnTo>
                  <a:lnTo>
                    <a:pt x="16350" y="0"/>
                  </a:lnTo>
                  <a:lnTo>
                    <a:pt x="13373" y="0"/>
                  </a:lnTo>
                  <a:close/>
                  <a:moveTo>
                    <a:pt x="24945" y="46197"/>
                  </a:moveTo>
                  <a:lnTo>
                    <a:pt x="25303" y="45838"/>
                  </a:lnTo>
                  <a:lnTo>
                    <a:pt x="26265" y="46197"/>
                  </a:lnTo>
                  <a:lnTo>
                    <a:pt x="25907" y="46555"/>
                  </a:lnTo>
                  <a:lnTo>
                    <a:pt x="24945" y="46197"/>
                  </a:lnTo>
                  <a:close/>
                  <a:moveTo>
                    <a:pt x="17783" y="17548"/>
                  </a:moveTo>
                  <a:lnTo>
                    <a:pt x="18141" y="17189"/>
                  </a:lnTo>
                  <a:lnTo>
                    <a:pt x="19103" y="17548"/>
                  </a:lnTo>
                  <a:lnTo>
                    <a:pt x="18745" y="17906"/>
                  </a:lnTo>
                  <a:lnTo>
                    <a:pt x="17783" y="17548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32" name="Graph element 1625"/>
            <p:cNvSpPr/>
            <p:nvPr/>
          </p:nvSpPr>
          <p:spPr>
            <a:xfrm>
              <a:off x="1061569" y="1509803"/>
              <a:ext cx="19573" cy="21006"/>
            </a:xfrm>
            <a:custGeom>
              <a:avLst/>
              <a:gdLst/>
              <a:ahLst/>
              <a:cxnLst/>
              <a:rect l="0" t="0" r="r" b="b"/>
              <a:pathLst>
                <a:path w="19573" h="21006" stroke="0" extrusionOk="0">
                  <a:moveTo>
                    <a:pt x="13966" y="0"/>
                  </a:moveTo>
                  <a:lnTo>
                    <a:pt x="9546" y="4420"/>
                  </a:lnTo>
                  <a:lnTo>
                    <a:pt x="9546" y="6211"/>
                  </a:lnTo>
                  <a:lnTo>
                    <a:pt x="6804" y="8953"/>
                  </a:lnTo>
                  <a:lnTo>
                    <a:pt x="3223" y="8953"/>
                  </a:lnTo>
                  <a:lnTo>
                    <a:pt x="0" y="12176"/>
                  </a:lnTo>
                  <a:lnTo>
                    <a:pt x="2384" y="14560"/>
                  </a:lnTo>
                  <a:lnTo>
                    <a:pt x="2384" y="16350"/>
                  </a:lnTo>
                  <a:lnTo>
                    <a:pt x="7039" y="21006"/>
                  </a:lnTo>
                  <a:lnTo>
                    <a:pt x="7039" y="12769"/>
                  </a:lnTo>
                  <a:lnTo>
                    <a:pt x="7991" y="11818"/>
                  </a:lnTo>
                  <a:lnTo>
                    <a:pt x="12176" y="11818"/>
                  </a:lnTo>
                  <a:lnTo>
                    <a:pt x="14560" y="14202"/>
                  </a:lnTo>
                  <a:lnTo>
                    <a:pt x="19573" y="9188"/>
                  </a:lnTo>
                  <a:lnTo>
                    <a:pt x="19573" y="2630"/>
                  </a:lnTo>
                  <a:lnTo>
                    <a:pt x="16944" y="0"/>
                  </a:lnTo>
                  <a:lnTo>
                    <a:pt x="13966" y="0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33" name="Graph element 1626"/>
            <p:cNvSpPr/>
            <p:nvPr/>
          </p:nvSpPr>
          <p:spPr>
            <a:xfrm>
              <a:off x="995911" y="1511235"/>
              <a:ext cx="6446" cy="17906"/>
            </a:xfrm>
            <a:custGeom>
              <a:avLst/>
              <a:gdLst/>
              <a:ahLst/>
              <a:cxnLst/>
              <a:rect l="0" t="0" r="r" b="b"/>
              <a:pathLst>
                <a:path w="6446" h="17906" stroke="0" extrusionOk="0">
                  <a:moveTo>
                    <a:pt x="1791" y="0"/>
                  </a:moveTo>
                  <a:lnTo>
                    <a:pt x="1791" y="7756"/>
                  </a:lnTo>
                  <a:lnTo>
                    <a:pt x="3581" y="9546"/>
                  </a:lnTo>
                  <a:lnTo>
                    <a:pt x="3581" y="10150"/>
                  </a:lnTo>
                  <a:lnTo>
                    <a:pt x="0" y="13731"/>
                  </a:lnTo>
                  <a:lnTo>
                    <a:pt x="0" y="17906"/>
                  </a:lnTo>
                  <a:lnTo>
                    <a:pt x="2865" y="17906"/>
                  </a:lnTo>
                  <a:lnTo>
                    <a:pt x="2865" y="14918"/>
                  </a:lnTo>
                  <a:lnTo>
                    <a:pt x="6446" y="11337"/>
                  </a:lnTo>
                  <a:lnTo>
                    <a:pt x="6446" y="4778"/>
                  </a:lnTo>
                  <a:lnTo>
                    <a:pt x="1791" y="0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34" name="Graph element 1627"/>
            <p:cNvSpPr/>
            <p:nvPr/>
          </p:nvSpPr>
          <p:spPr>
            <a:xfrm>
              <a:off x="965472" y="1505986"/>
              <a:ext cx="6446" cy="12053"/>
            </a:xfrm>
            <a:custGeom>
              <a:avLst/>
              <a:gdLst/>
              <a:ahLst/>
              <a:cxnLst/>
              <a:rect l="0" t="0" r="r" b="b"/>
              <a:pathLst>
                <a:path w="6446" h="12053" stroke="0" extrusionOk="0">
                  <a:moveTo>
                    <a:pt x="0" y="0"/>
                  </a:moveTo>
                  <a:lnTo>
                    <a:pt x="0" y="9423"/>
                  </a:lnTo>
                  <a:lnTo>
                    <a:pt x="2630" y="12053"/>
                  </a:lnTo>
                  <a:lnTo>
                    <a:pt x="6446" y="12053"/>
                  </a:lnTo>
                  <a:lnTo>
                    <a:pt x="6446" y="64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35" name="Graph element 1628"/>
            <p:cNvSpPr/>
            <p:nvPr/>
          </p:nvSpPr>
          <p:spPr>
            <a:xfrm>
              <a:off x="877499" y="1505986"/>
              <a:ext cx="6681" cy="6681"/>
            </a:xfrm>
            <a:custGeom>
              <a:avLst/>
              <a:gdLst/>
              <a:ahLst/>
              <a:cxnLst/>
              <a:rect l="0" t="0" r="r" b="b"/>
              <a:pathLst>
                <a:path w="6681" h="6681" stroke="0" extrusionOk="0">
                  <a:moveTo>
                    <a:pt x="6681" y="0"/>
                  </a:moveTo>
                  <a:lnTo>
                    <a:pt x="0" y="6681"/>
                  </a:lnTo>
                  <a:lnTo>
                    <a:pt x="6681" y="6681"/>
                  </a:lnTo>
                  <a:lnTo>
                    <a:pt x="6681" y="0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36" name="Graph element 1629"/>
            <p:cNvSpPr/>
            <p:nvPr/>
          </p:nvSpPr>
          <p:spPr>
            <a:xfrm>
              <a:off x="1052851" y="1502640"/>
              <a:ext cx="17906" cy="11398"/>
            </a:xfrm>
            <a:custGeom>
              <a:avLst/>
              <a:gdLst/>
              <a:ahLst/>
              <a:cxnLst/>
              <a:rect l="0" t="0" r="r" b="b"/>
              <a:pathLst>
                <a:path w="17906" h="11398" stroke="0" extrusionOk="0">
                  <a:moveTo>
                    <a:pt x="6569" y="0"/>
                  </a:moveTo>
                  <a:lnTo>
                    <a:pt x="3581" y="2988"/>
                  </a:lnTo>
                  <a:lnTo>
                    <a:pt x="2384" y="1791"/>
                  </a:lnTo>
                  <a:lnTo>
                    <a:pt x="0" y="1791"/>
                  </a:lnTo>
                  <a:lnTo>
                    <a:pt x="0" y="4655"/>
                  </a:lnTo>
                  <a:lnTo>
                    <a:pt x="1197" y="4655"/>
                  </a:lnTo>
                  <a:lnTo>
                    <a:pt x="2149" y="5607"/>
                  </a:lnTo>
                  <a:lnTo>
                    <a:pt x="2149" y="7397"/>
                  </a:lnTo>
                  <a:lnTo>
                    <a:pt x="3346" y="8595"/>
                  </a:lnTo>
                  <a:lnTo>
                    <a:pt x="2568" y="9372"/>
                  </a:lnTo>
                  <a:lnTo>
                    <a:pt x="4594" y="11398"/>
                  </a:lnTo>
                  <a:lnTo>
                    <a:pt x="11337" y="4655"/>
                  </a:lnTo>
                  <a:lnTo>
                    <a:pt x="17906" y="4655"/>
                  </a:lnTo>
                  <a:lnTo>
                    <a:pt x="17906" y="1791"/>
                  </a:lnTo>
                  <a:lnTo>
                    <a:pt x="14918" y="1791"/>
                  </a:lnTo>
                  <a:lnTo>
                    <a:pt x="13127" y="0"/>
                  </a:lnTo>
                  <a:lnTo>
                    <a:pt x="6569" y="0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37" name="Graph element 1630"/>
            <p:cNvSpPr/>
            <p:nvPr/>
          </p:nvSpPr>
          <p:spPr>
            <a:xfrm>
              <a:off x="997702" y="1504073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38" name="Graph element 1631"/>
            <p:cNvSpPr/>
            <p:nvPr/>
          </p:nvSpPr>
          <p:spPr>
            <a:xfrm>
              <a:off x="958729" y="1503060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3581" y="5607"/>
                  </a:moveTo>
                  <a:lnTo>
                    <a:pt x="5607" y="358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3581" y="5607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39" name="Graph element 1632"/>
            <p:cNvSpPr/>
            <p:nvPr/>
          </p:nvSpPr>
          <p:spPr>
            <a:xfrm>
              <a:off x="933241" y="1502640"/>
              <a:ext cx="8472" cy="8472"/>
            </a:xfrm>
            <a:custGeom>
              <a:avLst/>
              <a:gdLst/>
              <a:ahLst/>
              <a:cxnLst/>
              <a:rect l="0" t="0" r="r" b="b"/>
              <a:pathLst>
                <a:path w="8472" h="8472" stroke="0" extrusionOk="0">
                  <a:moveTo>
                    <a:pt x="0" y="0"/>
                  </a:moveTo>
                  <a:lnTo>
                    <a:pt x="0" y="3816"/>
                  </a:lnTo>
                  <a:lnTo>
                    <a:pt x="4655" y="8472"/>
                  </a:lnTo>
                  <a:lnTo>
                    <a:pt x="4655" y="3816"/>
                  </a:lnTo>
                  <a:lnTo>
                    <a:pt x="847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40" name="Graph element 1633"/>
            <p:cNvSpPr/>
            <p:nvPr/>
          </p:nvSpPr>
          <p:spPr>
            <a:xfrm>
              <a:off x="918559" y="1500850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41" name="Graph element 1634"/>
            <p:cNvSpPr/>
            <p:nvPr/>
          </p:nvSpPr>
          <p:spPr>
            <a:xfrm>
              <a:off x="881315" y="1497034"/>
              <a:ext cx="13608" cy="18796"/>
            </a:xfrm>
            <a:custGeom>
              <a:avLst/>
              <a:gdLst/>
              <a:ahLst/>
              <a:cxnLst/>
              <a:rect l="0" t="0" r="r" b="b"/>
              <a:pathLst>
                <a:path w="13608" h="18796" stroke="0" extrusionOk="0">
                  <a:moveTo>
                    <a:pt x="0" y="0"/>
                  </a:moveTo>
                  <a:lnTo>
                    <a:pt x="0" y="5842"/>
                  </a:lnTo>
                  <a:lnTo>
                    <a:pt x="3581" y="9423"/>
                  </a:lnTo>
                  <a:lnTo>
                    <a:pt x="3581" y="13004"/>
                  </a:lnTo>
                  <a:lnTo>
                    <a:pt x="5372" y="14795"/>
                  </a:lnTo>
                  <a:lnTo>
                    <a:pt x="5372" y="16586"/>
                  </a:lnTo>
                  <a:lnTo>
                    <a:pt x="7582" y="18796"/>
                  </a:lnTo>
                  <a:lnTo>
                    <a:pt x="9608" y="16770"/>
                  </a:lnTo>
                  <a:lnTo>
                    <a:pt x="8830" y="15992"/>
                  </a:lnTo>
                  <a:lnTo>
                    <a:pt x="9188" y="15634"/>
                  </a:lnTo>
                  <a:lnTo>
                    <a:pt x="13608" y="15634"/>
                  </a:lnTo>
                  <a:lnTo>
                    <a:pt x="13608" y="8953"/>
                  </a:lnTo>
                  <a:lnTo>
                    <a:pt x="9792" y="12769"/>
                  </a:lnTo>
                  <a:lnTo>
                    <a:pt x="9188" y="12769"/>
                  </a:lnTo>
                  <a:lnTo>
                    <a:pt x="8237" y="11818"/>
                  </a:lnTo>
                  <a:lnTo>
                    <a:pt x="8237" y="8237"/>
                  </a:lnTo>
                  <a:lnTo>
                    <a:pt x="6446" y="6446"/>
                  </a:lnTo>
                  <a:lnTo>
                    <a:pt x="6446" y="3816"/>
                  </a:lnTo>
                  <a:lnTo>
                    <a:pt x="3816" y="38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42" name="Graph element 1635"/>
            <p:cNvSpPr/>
            <p:nvPr/>
          </p:nvSpPr>
          <p:spPr>
            <a:xfrm>
              <a:off x="905012" y="1497688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43" name="Graph element 1636"/>
            <p:cNvSpPr/>
            <p:nvPr/>
          </p:nvSpPr>
          <p:spPr>
            <a:xfrm>
              <a:off x="942194" y="1495898"/>
              <a:ext cx="10262" cy="7817"/>
            </a:xfrm>
            <a:custGeom>
              <a:avLst/>
              <a:gdLst/>
              <a:ahLst/>
              <a:cxnLst/>
              <a:rect l="0" t="0" r="r" b="b"/>
              <a:pathLst>
                <a:path w="10262" h="7817" stroke="0" extrusionOk="0">
                  <a:moveTo>
                    <a:pt x="5791" y="0"/>
                  </a:moveTo>
                  <a:lnTo>
                    <a:pt x="2630" y="3162"/>
                  </a:lnTo>
                  <a:lnTo>
                    <a:pt x="0" y="3162"/>
                  </a:lnTo>
                  <a:lnTo>
                    <a:pt x="0" y="7817"/>
                  </a:lnTo>
                  <a:lnTo>
                    <a:pt x="3816" y="7817"/>
                  </a:lnTo>
                  <a:lnTo>
                    <a:pt x="5607" y="6026"/>
                  </a:lnTo>
                  <a:lnTo>
                    <a:pt x="10262" y="6026"/>
                  </a:lnTo>
                  <a:lnTo>
                    <a:pt x="7039" y="2803"/>
                  </a:lnTo>
                  <a:lnTo>
                    <a:pt x="5791" y="0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44" name="Graph element 1637"/>
            <p:cNvSpPr/>
            <p:nvPr/>
          </p:nvSpPr>
          <p:spPr>
            <a:xfrm>
              <a:off x="858038" y="1493688"/>
              <a:ext cx="19215" cy="18560"/>
            </a:xfrm>
            <a:custGeom>
              <a:avLst/>
              <a:gdLst/>
              <a:ahLst/>
              <a:cxnLst/>
              <a:rect l="0" t="0" r="r" b="b"/>
              <a:pathLst>
                <a:path w="19215" h="18560" stroke="0" extrusionOk="0">
                  <a:moveTo>
                    <a:pt x="8001" y="0"/>
                  </a:moveTo>
                  <a:lnTo>
                    <a:pt x="6211" y="1791"/>
                  </a:lnTo>
                  <a:lnTo>
                    <a:pt x="2630" y="1791"/>
                  </a:lnTo>
                  <a:lnTo>
                    <a:pt x="0" y="4420"/>
                  </a:lnTo>
                  <a:lnTo>
                    <a:pt x="0" y="10979"/>
                  </a:lnTo>
                  <a:lnTo>
                    <a:pt x="4778" y="15757"/>
                  </a:lnTo>
                  <a:lnTo>
                    <a:pt x="4001" y="16535"/>
                  </a:lnTo>
                  <a:lnTo>
                    <a:pt x="6026" y="18560"/>
                  </a:lnTo>
                  <a:lnTo>
                    <a:pt x="7397" y="17189"/>
                  </a:lnTo>
                  <a:lnTo>
                    <a:pt x="13608" y="17189"/>
                  </a:lnTo>
                  <a:lnTo>
                    <a:pt x="13608" y="10979"/>
                  </a:lnTo>
                  <a:lnTo>
                    <a:pt x="15399" y="9188"/>
                  </a:lnTo>
                  <a:lnTo>
                    <a:pt x="15399" y="5607"/>
                  </a:lnTo>
                  <a:lnTo>
                    <a:pt x="19215" y="1791"/>
                  </a:lnTo>
                  <a:lnTo>
                    <a:pt x="14560" y="1791"/>
                  </a:lnTo>
                  <a:lnTo>
                    <a:pt x="12769" y="0"/>
                  </a:lnTo>
                  <a:lnTo>
                    <a:pt x="8001" y="0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45" name="Graph element 1638"/>
            <p:cNvSpPr/>
            <p:nvPr/>
          </p:nvSpPr>
          <p:spPr>
            <a:xfrm>
              <a:off x="793578" y="1490107"/>
              <a:ext cx="11818" cy="28168"/>
            </a:xfrm>
            <a:custGeom>
              <a:avLst/>
              <a:gdLst/>
              <a:ahLst/>
              <a:cxnLst/>
              <a:rect l="0" t="0" r="r" b="b"/>
              <a:pathLst>
                <a:path w="11818" h="28168" stroke="0" extrusionOk="0">
                  <a:moveTo>
                    <a:pt x="3581" y="0"/>
                  </a:moveTo>
                  <a:lnTo>
                    <a:pt x="3581" y="2630"/>
                  </a:lnTo>
                  <a:lnTo>
                    <a:pt x="1791" y="4420"/>
                  </a:lnTo>
                  <a:lnTo>
                    <a:pt x="1791" y="8001"/>
                  </a:lnTo>
                  <a:lnTo>
                    <a:pt x="0" y="9792"/>
                  </a:lnTo>
                  <a:lnTo>
                    <a:pt x="0" y="18141"/>
                  </a:lnTo>
                  <a:lnTo>
                    <a:pt x="1791" y="19931"/>
                  </a:lnTo>
                  <a:lnTo>
                    <a:pt x="1791" y="21722"/>
                  </a:lnTo>
                  <a:lnTo>
                    <a:pt x="3581" y="23513"/>
                  </a:lnTo>
                  <a:lnTo>
                    <a:pt x="3581" y="28168"/>
                  </a:lnTo>
                  <a:lnTo>
                    <a:pt x="8237" y="23513"/>
                  </a:lnTo>
                  <a:lnTo>
                    <a:pt x="8237" y="21722"/>
                  </a:lnTo>
                  <a:lnTo>
                    <a:pt x="10027" y="19931"/>
                  </a:lnTo>
                  <a:lnTo>
                    <a:pt x="10027" y="16350"/>
                  </a:lnTo>
                  <a:lnTo>
                    <a:pt x="11818" y="14560"/>
                  </a:lnTo>
                  <a:lnTo>
                    <a:pt x="11818" y="8001"/>
                  </a:lnTo>
                  <a:lnTo>
                    <a:pt x="10027" y="6211"/>
                  </a:lnTo>
                  <a:lnTo>
                    <a:pt x="10027" y="2630"/>
                  </a:lnTo>
                  <a:lnTo>
                    <a:pt x="7397" y="0"/>
                  </a:lnTo>
                  <a:lnTo>
                    <a:pt x="3581" y="0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46" name="Graph element 1639"/>
            <p:cNvSpPr/>
            <p:nvPr/>
          </p:nvSpPr>
          <p:spPr>
            <a:xfrm>
              <a:off x="999492" y="1482709"/>
              <a:ext cx="7039" cy="10620"/>
            </a:xfrm>
            <a:custGeom>
              <a:avLst/>
              <a:gdLst/>
              <a:ahLst/>
              <a:cxnLst/>
              <a:rect l="0" t="0" r="r" b="b"/>
              <a:pathLst>
                <a:path w="7039" h="10620" stroke="0" extrusionOk="0">
                  <a:moveTo>
                    <a:pt x="1791" y="0"/>
                  </a:moveTo>
                  <a:lnTo>
                    <a:pt x="1791" y="4655"/>
                  </a:lnTo>
                  <a:lnTo>
                    <a:pt x="0" y="6446"/>
                  </a:lnTo>
                  <a:lnTo>
                    <a:pt x="0" y="10620"/>
                  </a:lnTo>
                  <a:lnTo>
                    <a:pt x="2865" y="10620"/>
                  </a:lnTo>
                  <a:lnTo>
                    <a:pt x="2865" y="9423"/>
                  </a:lnTo>
                  <a:lnTo>
                    <a:pt x="7039" y="5249"/>
                  </a:lnTo>
                  <a:lnTo>
                    <a:pt x="1791" y="0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47" name="Graph element 1640"/>
            <p:cNvSpPr/>
            <p:nvPr/>
          </p:nvSpPr>
          <p:spPr>
            <a:xfrm>
              <a:off x="772091" y="1484735"/>
              <a:ext cx="20771" cy="24352"/>
            </a:xfrm>
            <a:custGeom>
              <a:avLst/>
              <a:gdLst/>
              <a:ahLst/>
              <a:cxnLst/>
              <a:rect l="0" t="0" r="r" b="b"/>
              <a:pathLst>
                <a:path w="20771" h="24352" stroke="0" extrusionOk="0">
                  <a:moveTo>
                    <a:pt x="15164" y="0"/>
                  </a:moveTo>
                  <a:lnTo>
                    <a:pt x="13373" y="1791"/>
                  </a:lnTo>
                  <a:lnTo>
                    <a:pt x="11582" y="1791"/>
                  </a:lnTo>
                  <a:lnTo>
                    <a:pt x="9792" y="3581"/>
                  </a:lnTo>
                  <a:lnTo>
                    <a:pt x="8001" y="3581"/>
                  </a:lnTo>
                  <a:lnTo>
                    <a:pt x="3581" y="8001"/>
                  </a:lnTo>
                  <a:lnTo>
                    <a:pt x="3581" y="9792"/>
                  </a:lnTo>
                  <a:lnTo>
                    <a:pt x="1791" y="11582"/>
                  </a:lnTo>
                  <a:lnTo>
                    <a:pt x="1791" y="13373"/>
                  </a:lnTo>
                  <a:lnTo>
                    <a:pt x="0" y="15164"/>
                  </a:lnTo>
                  <a:lnTo>
                    <a:pt x="0" y="24352"/>
                  </a:lnTo>
                  <a:lnTo>
                    <a:pt x="7397" y="24352"/>
                  </a:lnTo>
                  <a:lnTo>
                    <a:pt x="9188" y="22561"/>
                  </a:lnTo>
                  <a:lnTo>
                    <a:pt x="10979" y="22561"/>
                  </a:lnTo>
                  <a:lnTo>
                    <a:pt x="18980" y="14560"/>
                  </a:lnTo>
                  <a:lnTo>
                    <a:pt x="18980" y="10979"/>
                  </a:lnTo>
                  <a:lnTo>
                    <a:pt x="20771" y="9188"/>
                  </a:lnTo>
                  <a:lnTo>
                    <a:pt x="20771" y="0"/>
                  </a:lnTo>
                  <a:lnTo>
                    <a:pt x="15164" y="0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48" name="Graph element 1641"/>
            <p:cNvSpPr/>
            <p:nvPr/>
          </p:nvSpPr>
          <p:spPr>
            <a:xfrm>
              <a:off x="1093799" y="1482944"/>
              <a:ext cx="37479" cy="36886"/>
            </a:xfrm>
            <a:custGeom>
              <a:avLst/>
              <a:gdLst/>
              <a:ahLst/>
              <a:cxnLst/>
              <a:rect l="0" t="0" r="r" b="b"/>
              <a:pathLst>
                <a:path w="37479" h="36886" stroke="0" extrusionOk="0">
                  <a:moveTo>
                    <a:pt x="6804" y="0"/>
                  </a:moveTo>
                  <a:lnTo>
                    <a:pt x="4174" y="2630"/>
                  </a:lnTo>
                  <a:lnTo>
                    <a:pt x="4174" y="4420"/>
                  </a:lnTo>
                  <a:lnTo>
                    <a:pt x="593" y="8001"/>
                  </a:lnTo>
                  <a:lnTo>
                    <a:pt x="593" y="12769"/>
                  </a:lnTo>
                  <a:lnTo>
                    <a:pt x="2384" y="14560"/>
                  </a:lnTo>
                  <a:lnTo>
                    <a:pt x="2384" y="18745"/>
                  </a:lnTo>
                  <a:lnTo>
                    <a:pt x="0" y="21129"/>
                  </a:lnTo>
                  <a:lnTo>
                    <a:pt x="2384" y="23513"/>
                  </a:lnTo>
                  <a:lnTo>
                    <a:pt x="2384" y="27933"/>
                  </a:lnTo>
                  <a:lnTo>
                    <a:pt x="6200" y="27933"/>
                  </a:lnTo>
                  <a:lnTo>
                    <a:pt x="10979" y="23154"/>
                  </a:lnTo>
                  <a:lnTo>
                    <a:pt x="11337" y="23513"/>
                  </a:lnTo>
                  <a:lnTo>
                    <a:pt x="11337" y="28884"/>
                  </a:lnTo>
                  <a:lnTo>
                    <a:pt x="13127" y="30675"/>
                  </a:lnTo>
                  <a:lnTo>
                    <a:pt x="13127" y="33304"/>
                  </a:lnTo>
                  <a:lnTo>
                    <a:pt x="17548" y="33304"/>
                  </a:lnTo>
                  <a:lnTo>
                    <a:pt x="21129" y="36886"/>
                  </a:lnTo>
                  <a:lnTo>
                    <a:pt x="24106" y="36886"/>
                  </a:lnTo>
                  <a:lnTo>
                    <a:pt x="27687" y="33304"/>
                  </a:lnTo>
                  <a:lnTo>
                    <a:pt x="29478" y="33304"/>
                  </a:lnTo>
                  <a:lnTo>
                    <a:pt x="35688" y="27094"/>
                  </a:lnTo>
                  <a:lnTo>
                    <a:pt x="35688" y="25303"/>
                  </a:lnTo>
                  <a:lnTo>
                    <a:pt x="37479" y="23513"/>
                  </a:lnTo>
                  <a:lnTo>
                    <a:pt x="37479" y="11582"/>
                  </a:lnTo>
                  <a:lnTo>
                    <a:pt x="31268" y="5372"/>
                  </a:lnTo>
                  <a:lnTo>
                    <a:pt x="21129" y="5372"/>
                  </a:lnTo>
                  <a:lnTo>
                    <a:pt x="14560" y="11941"/>
                  </a:lnTo>
                  <a:lnTo>
                    <a:pt x="14202" y="11582"/>
                  </a:lnTo>
                  <a:lnTo>
                    <a:pt x="14202" y="5372"/>
                  </a:lnTo>
                  <a:lnTo>
                    <a:pt x="11214" y="5014"/>
                  </a:lnTo>
                  <a:lnTo>
                    <a:pt x="13004" y="3223"/>
                  </a:lnTo>
                  <a:lnTo>
                    <a:pt x="9781" y="0"/>
                  </a:lnTo>
                  <a:lnTo>
                    <a:pt x="6804" y="0"/>
                  </a:lnTo>
                  <a:close/>
                  <a:moveTo>
                    <a:pt x="12411" y="18141"/>
                  </a:moveTo>
                  <a:lnTo>
                    <a:pt x="12769" y="17783"/>
                  </a:lnTo>
                  <a:lnTo>
                    <a:pt x="13127" y="18141"/>
                  </a:lnTo>
                  <a:lnTo>
                    <a:pt x="12769" y="19103"/>
                  </a:lnTo>
                  <a:lnTo>
                    <a:pt x="12411" y="18141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49" name="Graph element 1642"/>
            <p:cNvSpPr/>
            <p:nvPr/>
          </p:nvSpPr>
          <p:spPr>
            <a:xfrm>
              <a:off x="872362" y="1482944"/>
              <a:ext cx="11818" cy="10027"/>
            </a:xfrm>
            <a:custGeom>
              <a:avLst/>
              <a:gdLst/>
              <a:ahLst/>
              <a:cxnLst/>
              <a:rect l="0" t="0" r="r" b="b"/>
              <a:pathLst>
                <a:path w="11818" h="10027" stroke="0" extrusionOk="0">
                  <a:moveTo>
                    <a:pt x="0" y="0"/>
                  </a:moveTo>
                  <a:lnTo>
                    <a:pt x="0" y="5607"/>
                  </a:lnTo>
                  <a:lnTo>
                    <a:pt x="1791" y="7397"/>
                  </a:lnTo>
                  <a:lnTo>
                    <a:pt x="1791" y="10027"/>
                  </a:lnTo>
                  <a:lnTo>
                    <a:pt x="7397" y="10027"/>
                  </a:lnTo>
                  <a:lnTo>
                    <a:pt x="11818" y="5607"/>
                  </a:lnTo>
                  <a:lnTo>
                    <a:pt x="1181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50" name="Graph element 1643"/>
            <p:cNvSpPr/>
            <p:nvPr/>
          </p:nvSpPr>
          <p:spPr>
            <a:xfrm>
              <a:off x="874153" y="1475782"/>
              <a:ext cx="10027" cy="6446"/>
            </a:xfrm>
            <a:custGeom>
              <a:avLst/>
              <a:gdLst/>
              <a:ahLst/>
              <a:cxnLst/>
              <a:rect l="0" t="0" r="r" b="b"/>
              <a:pathLst>
                <a:path w="10027" h="6446" stroke="0" extrusionOk="0">
                  <a:moveTo>
                    <a:pt x="0" y="0"/>
                  </a:moveTo>
                  <a:lnTo>
                    <a:pt x="0" y="4655"/>
                  </a:lnTo>
                  <a:lnTo>
                    <a:pt x="4420" y="4655"/>
                  </a:lnTo>
                  <a:lnTo>
                    <a:pt x="6211" y="6446"/>
                  </a:lnTo>
                  <a:lnTo>
                    <a:pt x="10027" y="6446"/>
                  </a:lnTo>
                  <a:lnTo>
                    <a:pt x="10027" y="1791"/>
                  </a:lnTo>
                  <a:lnTo>
                    <a:pt x="7397" y="1791"/>
                  </a:lnTo>
                  <a:lnTo>
                    <a:pt x="560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51" name="Graph element 1644"/>
            <p:cNvSpPr/>
            <p:nvPr/>
          </p:nvSpPr>
          <p:spPr>
            <a:xfrm>
              <a:off x="1004864" y="1475424"/>
              <a:ext cx="4655" cy="6804"/>
            </a:xfrm>
            <a:custGeom>
              <a:avLst/>
              <a:gdLst/>
              <a:ahLst/>
              <a:cxnLst/>
              <a:rect l="0" t="0" r="r" b="b"/>
              <a:pathLst>
                <a:path w="4655" h="6804" stroke="0" extrusionOk="0">
                  <a:moveTo>
                    <a:pt x="0" y="0"/>
                  </a:moveTo>
                  <a:lnTo>
                    <a:pt x="0" y="6804"/>
                  </a:lnTo>
                  <a:lnTo>
                    <a:pt x="4655" y="6804"/>
                  </a:lnTo>
                  <a:lnTo>
                    <a:pt x="4655" y="2988"/>
                  </a:lnTo>
                  <a:lnTo>
                    <a:pt x="2865" y="11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52" name="Graph element 1645"/>
            <p:cNvSpPr/>
            <p:nvPr/>
          </p:nvSpPr>
          <p:spPr>
            <a:xfrm>
              <a:off x="941959" y="1472201"/>
              <a:ext cx="10262" cy="20771"/>
            </a:xfrm>
            <a:custGeom>
              <a:avLst/>
              <a:gdLst/>
              <a:ahLst/>
              <a:cxnLst/>
              <a:rect l="0" t="0" r="r" b="b"/>
              <a:pathLst>
                <a:path w="10262" h="20771" stroke="0" extrusionOk="0">
                  <a:moveTo>
                    <a:pt x="0" y="0"/>
                  </a:moveTo>
                  <a:lnTo>
                    <a:pt x="5607" y="5607"/>
                  </a:lnTo>
                  <a:lnTo>
                    <a:pt x="5607" y="20771"/>
                  </a:lnTo>
                  <a:lnTo>
                    <a:pt x="10262" y="20771"/>
                  </a:lnTo>
                  <a:lnTo>
                    <a:pt x="10262" y="6211"/>
                  </a:lnTo>
                  <a:lnTo>
                    <a:pt x="6681" y="2630"/>
                  </a:lnTo>
                  <a:lnTo>
                    <a:pt x="668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53" name="Graph element 1646"/>
            <p:cNvSpPr/>
            <p:nvPr/>
          </p:nvSpPr>
          <p:spPr>
            <a:xfrm>
              <a:off x="922140" y="1470410"/>
              <a:ext cx="3581" cy="2865"/>
            </a:xfrm>
            <a:custGeom>
              <a:avLst/>
              <a:gdLst/>
              <a:ahLst/>
              <a:cxnLst/>
              <a:rect l="0" t="0" r="r" b="b"/>
              <a:pathLst>
                <a:path w="3581" h="2865" stroke="0" extrusionOk="0">
                  <a:moveTo>
                    <a:pt x="3581" y="2865"/>
                  </a:moveTo>
                  <a:lnTo>
                    <a:pt x="358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3581" y="2865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54" name="Graph element 1647"/>
            <p:cNvSpPr/>
            <p:nvPr/>
          </p:nvSpPr>
          <p:spPr>
            <a:xfrm>
              <a:off x="884896" y="1469039"/>
              <a:ext cx="30081" cy="25723"/>
            </a:xfrm>
            <a:custGeom>
              <a:avLst/>
              <a:gdLst/>
              <a:ahLst/>
              <a:cxnLst/>
              <a:rect l="0" t="0" r="r" b="b"/>
              <a:pathLst>
                <a:path w="30081" h="25723" stroke="0" extrusionOk="0">
                  <a:moveTo>
                    <a:pt x="12953" y="0"/>
                  </a:moveTo>
                  <a:lnTo>
                    <a:pt x="10743" y="2210"/>
                  </a:lnTo>
                  <a:lnTo>
                    <a:pt x="10743" y="5187"/>
                  </a:lnTo>
                  <a:lnTo>
                    <a:pt x="11941" y="6385"/>
                  </a:lnTo>
                  <a:lnTo>
                    <a:pt x="10385" y="7940"/>
                  </a:lnTo>
                  <a:lnTo>
                    <a:pt x="9188" y="6743"/>
                  </a:lnTo>
                  <a:lnTo>
                    <a:pt x="6211" y="6743"/>
                  </a:lnTo>
                  <a:lnTo>
                    <a:pt x="1555" y="11398"/>
                  </a:lnTo>
                  <a:lnTo>
                    <a:pt x="6211" y="11398"/>
                  </a:lnTo>
                  <a:lnTo>
                    <a:pt x="7162" y="12350"/>
                  </a:lnTo>
                  <a:lnTo>
                    <a:pt x="7162" y="15931"/>
                  </a:lnTo>
                  <a:lnTo>
                    <a:pt x="8359" y="17128"/>
                  </a:lnTo>
                  <a:lnTo>
                    <a:pt x="8001" y="17486"/>
                  </a:lnTo>
                  <a:lnTo>
                    <a:pt x="5607" y="17486"/>
                  </a:lnTo>
                  <a:lnTo>
                    <a:pt x="0" y="11879"/>
                  </a:lnTo>
                  <a:lnTo>
                    <a:pt x="0" y="18560"/>
                  </a:lnTo>
                  <a:lnTo>
                    <a:pt x="2630" y="18560"/>
                  </a:lnTo>
                  <a:lnTo>
                    <a:pt x="7162" y="23093"/>
                  </a:lnTo>
                  <a:lnTo>
                    <a:pt x="7162" y="25723"/>
                  </a:lnTo>
                  <a:lnTo>
                    <a:pt x="13844" y="25723"/>
                  </a:lnTo>
                  <a:lnTo>
                    <a:pt x="10027" y="21906"/>
                  </a:lnTo>
                  <a:lnTo>
                    <a:pt x="10979" y="20351"/>
                  </a:lnTo>
                  <a:lnTo>
                    <a:pt x="11582" y="20351"/>
                  </a:lnTo>
                  <a:lnTo>
                    <a:pt x="13373" y="22142"/>
                  </a:lnTo>
                  <a:lnTo>
                    <a:pt x="20771" y="22142"/>
                  </a:lnTo>
                  <a:lnTo>
                    <a:pt x="20771" y="19512"/>
                  </a:lnTo>
                  <a:lnTo>
                    <a:pt x="22561" y="17721"/>
                  </a:lnTo>
                  <a:lnTo>
                    <a:pt x="22561" y="14140"/>
                  </a:lnTo>
                  <a:lnTo>
                    <a:pt x="22919" y="13782"/>
                  </a:lnTo>
                  <a:lnTo>
                    <a:pt x="23277" y="14140"/>
                  </a:lnTo>
                  <a:lnTo>
                    <a:pt x="23277" y="19512"/>
                  </a:lnTo>
                  <a:lnTo>
                    <a:pt x="25487" y="21722"/>
                  </a:lnTo>
                  <a:lnTo>
                    <a:pt x="27513" y="19696"/>
                  </a:lnTo>
                  <a:lnTo>
                    <a:pt x="26142" y="18325"/>
                  </a:lnTo>
                  <a:lnTo>
                    <a:pt x="26142" y="15931"/>
                  </a:lnTo>
                  <a:lnTo>
                    <a:pt x="27933" y="14140"/>
                  </a:lnTo>
                  <a:lnTo>
                    <a:pt x="27933" y="10559"/>
                  </a:lnTo>
                  <a:lnTo>
                    <a:pt x="28884" y="9608"/>
                  </a:lnTo>
                  <a:lnTo>
                    <a:pt x="30081" y="9608"/>
                  </a:lnTo>
                  <a:lnTo>
                    <a:pt x="30081" y="6743"/>
                  </a:lnTo>
                  <a:lnTo>
                    <a:pt x="27698" y="6743"/>
                  </a:lnTo>
                  <a:lnTo>
                    <a:pt x="24116" y="10324"/>
                  </a:lnTo>
                  <a:lnTo>
                    <a:pt x="23513" y="10324"/>
                  </a:lnTo>
                  <a:lnTo>
                    <a:pt x="22561" y="9372"/>
                  </a:lnTo>
                  <a:lnTo>
                    <a:pt x="22561" y="5791"/>
                  </a:lnTo>
                  <a:lnTo>
                    <a:pt x="19931" y="3162"/>
                  </a:lnTo>
                  <a:lnTo>
                    <a:pt x="15164" y="3162"/>
                  </a:lnTo>
                  <a:lnTo>
                    <a:pt x="13966" y="4359"/>
                  </a:lnTo>
                  <a:lnTo>
                    <a:pt x="12953" y="0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55" name="Graph element 1648"/>
            <p:cNvSpPr/>
            <p:nvPr/>
          </p:nvSpPr>
          <p:spPr>
            <a:xfrm>
              <a:off x="1051183" y="1466829"/>
              <a:ext cx="35924" cy="35095"/>
            </a:xfrm>
            <a:custGeom>
              <a:avLst/>
              <a:gdLst/>
              <a:ahLst/>
              <a:cxnLst/>
              <a:rect l="0" t="0" r="r" b="b"/>
              <a:pathLst>
                <a:path w="35924" h="35095" stroke="0" extrusionOk="0">
                  <a:moveTo>
                    <a:pt x="19215" y="5136"/>
                  </a:moveTo>
                  <a:lnTo>
                    <a:pt x="19215" y="3581"/>
                  </a:lnTo>
                  <a:lnTo>
                    <a:pt x="15399" y="3581"/>
                  </a:lnTo>
                  <a:lnTo>
                    <a:pt x="13608" y="5372"/>
                  </a:lnTo>
                  <a:lnTo>
                    <a:pt x="10979" y="5372"/>
                  </a:lnTo>
                  <a:lnTo>
                    <a:pt x="10979" y="8001"/>
                  </a:lnTo>
                  <a:lnTo>
                    <a:pt x="7397" y="11582"/>
                  </a:lnTo>
                  <a:lnTo>
                    <a:pt x="7397" y="22326"/>
                  </a:lnTo>
                  <a:lnTo>
                    <a:pt x="5607" y="24116"/>
                  </a:lnTo>
                  <a:lnTo>
                    <a:pt x="5607" y="27698"/>
                  </a:lnTo>
                  <a:lnTo>
                    <a:pt x="3816" y="29488"/>
                  </a:lnTo>
                  <a:lnTo>
                    <a:pt x="3816" y="31279"/>
                  </a:lnTo>
                  <a:lnTo>
                    <a:pt x="0" y="35095"/>
                  </a:lnTo>
                  <a:lnTo>
                    <a:pt x="5842" y="35095"/>
                  </a:lnTo>
                  <a:lnTo>
                    <a:pt x="7633" y="33304"/>
                  </a:lnTo>
                  <a:lnTo>
                    <a:pt x="10262" y="33304"/>
                  </a:lnTo>
                  <a:lnTo>
                    <a:pt x="10262" y="30675"/>
                  </a:lnTo>
                  <a:lnTo>
                    <a:pt x="12053" y="28884"/>
                  </a:lnTo>
                  <a:lnTo>
                    <a:pt x="12053" y="25907"/>
                  </a:lnTo>
                  <a:lnTo>
                    <a:pt x="10856" y="24710"/>
                  </a:lnTo>
                  <a:lnTo>
                    <a:pt x="13844" y="21722"/>
                  </a:lnTo>
                  <a:lnTo>
                    <a:pt x="13844" y="16954"/>
                  </a:lnTo>
                  <a:lnTo>
                    <a:pt x="12053" y="15164"/>
                  </a:lnTo>
                  <a:lnTo>
                    <a:pt x="12053" y="12769"/>
                  </a:lnTo>
                  <a:lnTo>
                    <a:pt x="13004" y="11818"/>
                  </a:lnTo>
                  <a:lnTo>
                    <a:pt x="13608" y="11818"/>
                  </a:lnTo>
                  <a:lnTo>
                    <a:pt x="15399" y="13608"/>
                  </a:lnTo>
                  <a:lnTo>
                    <a:pt x="17189" y="13608"/>
                  </a:lnTo>
                  <a:lnTo>
                    <a:pt x="19931" y="16350"/>
                  </a:lnTo>
                  <a:lnTo>
                    <a:pt x="19931" y="18141"/>
                  </a:lnTo>
                  <a:lnTo>
                    <a:pt x="21722" y="19931"/>
                  </a:lnTo>
                  <a:lnTo>
                    <a:pt x="21722" y="23513"/>
                  </a:lnTo>
                  <a:lnTo>
                    <a:pt x="26142" y="27933"/>
                  </a:lnTo>
                  <a:lnTo>
                    <a:pt x="27933" y="27933"/>
                  </a:lnTo>
                  <a:lnTo>
                    <a:pt x="29723" y="29723"/>
                  </a:lnTo>
                  <a:lnTo>
                    <a:pt x="33540" y="29723"/>
                  </a:lnTo>
                  <a:lnTo>
                    <a:pt x="33540" y="25303"/>
                  </a:lnTo>
                  <a:lnTo>
                    <a:pt x="35924" y="22919"/>
                  </a:lnTo>
                  <a:lnTo>
                    <a:pt x="33540" y="20535"/>
                  </a:lnTo>
                  <a:lnTo>
                    <a:pt x="33540" y="15164"/>
                  </a:lnTo>
                  <a:lnTo>
                    <a:pt x="30910" y="12534"/>
                  </a:lnTo>
                  <a:lnTo>
                    <a:pt x="27933" y="12534"/>
                  </a:lnTo>
                  <a:lnTo>
                    <a:pt x="23154" y="17312"/>
                  </a:lnTo>
                  <a:lnTo>
                    <a:pt x="22796" y="16954"/>
                  </a:lnTo>
                  <a:lnTo>
                    <a:pt x="22796" y="16350"/>
                  </a:lnTo>
                  <a:lnTo>
                    <a:pt x="28168" y="10979"/>
                  </a:lnTo>
                  <a:lnTo>
                    <a:pt x="28168" y="8001"/>
                  </a:lnTo>
                  <a:lnTo>
                    <a:pt x="26377" y="6211"/>
                  </a:lnTo>
                  <a:lnTo>
                    <a:pt x="26377" y="0"/>
                  </a:lnTo>
                  <a:lnTo>
                    <a:pt x="21722" y="0"/>
                  </a:lnTo>
                  <a:lnTo>
                    <a:pt x="21722" y="2630"/>
                  </a:lnTo>
                  <a:lnTo>
                    <a:pt x="19215" y="5136"/>
                  </a:lnTo>
                  <a:close/>
                  <a:moveTo>
                    <a:pt x="19215" y="6446"/>
                  </a:moveTo>
                  <a:lnTo>
                    <a:pt x="22561" y="6446"/>
                  </a:lnTo>
                  <a:lnTo>
                    <a:pt x="25303" y="9188"/>
                  </a:lnTo>
                  <a:lnTo>
                    <a:pt x="25303" y="9792"/>
                  </a:lnTo>
                  <a:lnTo>
                    <a:pt x="22561" y="12534"/>
                  </a:lnTo>
                  <a:lnTo>
                    <a:pt x="20167" y="12534"/>
                  </a:lnTo>
                  <a:lnTo>
                    <a:pt x="19215" y="11582"/>
                  </a:lnTo>
                  <a:lnTo>
                    <a:pt x="19215" y="6446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56" name="Graph element 1649"/>
            <p:cNvSpPr/>
            <p:nvPr/>
          </p:nvSpPr>
          <p:spPr>
            <a:xfrm>
              <a:off x="1062162" y="1462890"/>
              <a:ext cx="2865" cy="3581"/>
            </a:xfrm>
            <a:custGeom>
              <a:avLst/>
              <a:gdLst/>
              <a:ahLst/>
              <a:cxnLst/>
              <a:rect l="0" t="0" r="r" b="b"/>
              <a:pathLst>
                <a:path w="2865" h="3581" stroke="0" extrusionOk="0">
                  <a:moveTo>
                    <a:pt x="0" y="3581"/>
                  </a:moveTo>
                  <a:lnTo>
                    <a:pt x="2865" y="358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57" name="Graph element 1650"/>
            <p:cNvSpPr/>
            <p:nvPr/>
          </p:nvSpPr>
          <p:spPr>
            <a:xfrm>
              <a:off x="1008865" y="1461099"/>
              <a:ext cx="4236" cy="8175"/>
            </a:xfrm>
            <a:custGeom>
              <a:avLst/>
              <a:gdLst/>
              <a:ahLst/>
              <a:cxnLst/>
              <a:rect l="0" t="0" r="r" b="b"/>
              <a:pathLst>
                <a:path w="4236" h="8175" stroke="0" extrusionOk="0">
                  <a:moveTo>
                    <a:pt x="0" y="6149"/>
                  </a:moveTo>
                  <a:lnTo>
                    <a:pt x="2026" y="8175"/>
                  </a:lnTo>
                  <a:lnTo>
                    <a:pt x="4236" y="5965"/>
                  </a:lnTo>
                  <a:lnTo>
                    <a:pt x="4236" y="0"/>
                  </a:lnTo>
                  <a:lnTo>
                    <a:pt x="1371" y="0"/>
                  </a:lnTo>
                  <a:lnTo>
                    <a:pt x="1371" y="4778"/>
                  </a:lnTo>
                  <a:lnTo>
                    <a:pt x="0" y="6149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58" name="Graph element 1651"/>
            <p:cNvSpPr/>
            <p:nvPr/>
          </p:nvSpPr>
          <p:spPr>
            <a:xfrm>
              <a:off x="1164224" y="1454295"/>
              <a:ext cx="11398" cy="6446"/>
            </a:xfrm>
            <a:custGeom>
              <a:avLst/>
              <a:gdLst/>
              <a:ahLst/>
              <a:cxnLst/>
              <a:rect l="0" t="0" r="r" b="b"/>
              <a:pathLst>
                <a:path w="11398" h="6446" stroke="0" extrusionOk="0">
                  <a:moveTo>
                    <a:pt x="0" y="0"/>
                  </a:moveTo>
                  <a:lnTo>
                    <a:pt x="0" y="3816"/>
                  </a:lnTo>
                  <a:lnTo>
                    <a:pt x="2630" y="6446"/>
                  </a:lnTo>
                  <a:lnTo>
                    <a:pt x="7397" y="6446"/>
                  </a:lnTo>
                  <a:lnTo>
                    <a:pt x="11398" y="2445"/>
                  </a:lnTo>
                  <a:lnTo>
                    <a:pt x="9372" y="420"/>
                  </a:lnTo>
                  <a:lnTo>
                    <a:pt x="8595" y="1197"/>
                  </a:lnTo>
                  <a:lnTo>
                    <a:pt x="739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59" name="Graph element 1652"/>
            <p:cNvSpPr/>
            <p:nvPr/>
          </p:nvSpPr>
          <p:spPr>
            <a:xfrm>
              <a:off x="669793" y="1450714"/>
              <a:ext cx="15634" cy="15634"/>
            </a:xfrm>
            <a:custGeom>
              <a:avLst/>
              <a:gdLst/>
              <a:ahLst/>
              <a:cxnLst/>
              <a:rect l="0" t="0" r="r" b="b"/>
              <a:pathLst>
                <a:path w="15634" h="15634" stroke="0" extrusionOk="0">
                  <a:moveTo>
                    <a:pt x="0" y="0"/>
                  </a:moveTo>
                  <a:lnTo>
                    <a:pt x="3816" y="3816"/>
                  </a:lnTo>
                  <a:lnTo>
                    <a:pt x="3816" y="5607"/>
                  </a:lnTo>
                  <a:lnTo>
                    <a:pt x="10027" y="11818"/>
                  </a:lnTo>
                  <a:lnTo>
                    <a:pt x="11818" y="11818"/>
                  </a:lnTo>
                  <a:lnTo>
                    <a:pt x="15634" y="15634"/>
                  </a:lnTo>
                  <a:lnTo>
                    <a:pt x="15634" y="1791"/>
                  </a:lnTo>
                  <a:lnTo>
                    <a:pt x="13004" y="1791"/>
                  </a:lnTo>
                  <a:lnTo>
                    <a:pt x="1121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60" name="Graph element 1653"/>
            <p:cNvSpPr/>
            <p:nvPr/>
          </p:nvSpPr>
          <p:spPr>
            <a:xfrm>
              <a:off x="1095825" y="1448924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61" name="Graph element 1654"/>
            <p:cNvSpPr/>
            <p:nvPr/>
          </p:nvSpPr>
          <p:spPr>
            <a:xfrm>
              <a:off x="1004864" y="1450356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62" name="Graph element 1655"/>
            <p:cNvSpPr/>
            <p:nvPr/>
          </p:nvSpPr>
          <p:spPr>
            <a:xfrm>
              <a:off x="1119102" y="1447133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63" name="Graph element 1656"/>
            <p:cNvSpPr/>
            <p:nvPr/>
          </p:nvSpPr>
          <p:spPr>
            <a:xfrm>
              <a:off x="1101196" y="1447133"/>
              <a:ext cx="13966" cy="4655"/>
            </a:xfrm>
            <a:custGeom>
              <a:avLst/>
              <a:gdLst/>
              <a:ahLst/>
              <a:cxnLst/>
              <a:rect l="0" t="0" r="r" b="b"/>
              <a:pathLst>
                <a:path w="13966" h="4655" stroke="0" extrusionOk="0">
                  <a:moveTo>
                    <a:pt x="8359" y="0"/>
                  </a:moveTo>
                  <a:lnTo>
                    <a:pt x="6569" y="1791"/>
                  </a:lnTo>
                  <a:lnTo>
                    <a:pt x="0" y="1791"/>
                  </a:lnTo>
                  <a:lnTo>
                    <a:pt x="0" y="4655"/>
                  </a:lnTo>
                  <a:lnTo>
                    <a:pt x="13966" y="4655"/>
                  </a:lnTo>
                  <a:lnTo>
                    <a:pt x="13966" y="0"/>
                  </a:lnTo>
                  <a:lnTo>
                    <a:pt x="8359" y="0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64" name="Graph element 1657"/>
            <p:cNvSpPr/>
            <p:nvPr/>
          </p:nvSpPr>
          <p:spPr>
            <a:xfrm>
              <a:off x="1174732" y="1441526"/>
              <a:ext cx="10262" cy="13844"/>
            </a:xfrm>
            <a:custGeom>
              <a:avLst/>
              <a:gdLst/>
              <a:ahLst/>
              <a:cxnLst/>
              <a:rect l="0" t="0" r="r" b="b"/>
              <a:pathLst>
                <a:path w="10262" h="13844" stroke="0" extrusionOk="0">
                  <a:moveTo>
                    <a:pt x="3816" y="0"/>
                  </a:moveTo>
                  <a:lnTo>
                    <a:pt x="3816" y="10027"/>
                  </a:lnTo>
                  <a:lnTo>
                    <a:pt x="0" y="13844"/>
                  </a:lnTo>
                  <a:lnTo>
                    <a:pt x="5842" y="13844"/>
                  </a:lnTo>
                  <a:lnTo>
                    <a:pt x="7633" y="12053"/>
                  </a:lnTo>
                  <a:lnTo>
                    <a:pt x="10262" y="12053"/>
                  </a:lnTo>
                  <a:lnTo>
                    <a:pt x="10262" y="6446"/>
                  </a:lnTo>
                  <a:lnTo>
                    <a:pt x="3816" y="0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65" name="Graph element 1658"/>
            <p:cNvSpPr/>
            <p:nvPr/>
          </p:nvSpPr>
          <p:spPr>
            <a:xfrm>
              <a:off x="1198245" y="1441403"/>
              <a:ext cx="7039" cy="14202"/>
            </a:xfrm>
            <a:custGeom>
              <a:avLst/>
              <a:gdLst/>
              <a:ahLst/>
              <a:cxnLst/>
              <a:rect l="0" t="0" r="r" b="b"/>
              <a:pathLst>
                <a:path w="7039" h="14202" stroke="0" extrusionOk="0">
                  <a:moveTo>
                    <a:pt x="1791" y="0"/>
                  </a:moveTo>
                  <a:lnTo>
                    <a:pt x="1791" y="1197"/>
                  </a:lnTo>
                  <a:lnTo>
                    <a:pt x="0" y="2988"/>
                  </a:lnTo>
                  <a:lnTo>
                    <a:pt x="0" y="9546"/>
                  </a:lnTo>
                  <a:lnTo>
                    <a:pt x="4655" y="14202"/>
                  </a:lnTo>
                  <a:lnTo>
                    <a:pt x="4655" y="9546"/>
                  </a:lnTo>
                  <a:lnTo>
                    <a:pt x="7039" y="7162"/>
                  </a:lnTo>
                  <a:lnTo>
                    <a:pt x="4655" y="4778"/>
                  </a:lnTo>
                  <a:lnTo>
                    <a:pt x="1791" y="0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66" name="Graph element 1659"/>
            <p:cNvSpPr/>
            <p:nvPr/>
          </p:nvSpPr>
          <p:spPr>
            <a:xfrm>
              <a:off x="1152110" y="1442416"/>
              <a:ext cx="11398" cy="9372"/>
            </a:xfrm>
            <a:custGeom>
              <a:avLst/>
              <a:gdLst/>
              <a:ahLst/>
              <a:cxnLst/>
              <a:rect l="0" t="0" r="r" b="b"/>
              <a:pathLst>
                <a:path w="11398" h="9372" stroke="0" extrusionOk="0">
                  <a:moveTo>
                    <a:pt x="0" y="0"/>
                  </a:moveTo>
                  <a:lnTo>
                    <a:pt x="4952" y="4952"/>
                  </a:lnTo>
                  <a:lnTo>
                    <a:pt x="4952" y="6743"/>
                  </a:lnTo>
                  <a:lnTo>
                    <a:pt x="7582" y="9372"/>
                  </a:lnTo>
                  <a:lnTo>
                    <a:pt x="11398" y="9372"/>
                  </a:lnTo>
                  <a:lnTo>
                    <a:pt x="11398" y="2926"/>
                  </a:lnTo>
                  <a:lnTo>
                    <a:pt x="8768" y="2926"/>
                  </a:lnTo>
                  <a:lnTo>
                    <a:pt x="6978" y="11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67" name="Graph element 1660"/>
            <p:cNvSpPr/>
            <p:nvPr/>
          </p:nvSpPr>
          <p:spPr>
            <a:xfrm>
              <a:off x="1176400" y="1438180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68" name="Graph element 1661"/>
            <p:cNvSpPr/>
            <p:nvPr/>
          </p:nvSpPr>
          <p:spPr>
            <a:xfrm>
              <a:off x="1063953" y="1438600"/>
              <a:ext cx="19215" cy="24167"/>
            </a:xfrm>
            <a:custGeom>
              <a:avLst/>
              <a:gdLst/>
              <a:ahLst/>
              <a:cxnLst/>
              <a:rect l="0" t="0" r="r" b="b"/>
              <a:pathLst>
                <a:path w="19215" h="24167" stroke="0" extrusionOk="0">
                  <a:moveTo>
                    <a:pt x="12953" y="0"/>
                  </a:moveTo>
                  <a:lnTo>
                    <a:pt x="9792" y="3162"/>
                  </a:lnTo>
                  <a:lnTo>
                    <a:pt x="5136" y="3162"/>
                  </a:lnTo>
                  <a:lnTo>
                    <a:pt x="8359" y="6385"/>
                  </a:lnTo>
                  <a:lnTo>
                    <a:pt x="5372" y="6743"/>
                  </a:lnTo>
                  <a:lnTo>
                    <a:pt x="5372" y="12953"/>
                  </a:lnTo>
                  <a:lnTo>
                    <a:pt x="3223" y="15102"/>
                  </a:lnTo>
                  <a:lnTo>
                    <a:pt x="0" y="11879"/>
                  </a:lnTo>
                  <a:lnTo>
                    <a:pt x="0" y="24167"/>
                  </a:lnTo>
                  <a:lnTo>
                    <a:pt x="4655" y="19512"/>
                  </a:lnTo>
                  <a:lnTo>
                    <a:pt x="4655" y="17721"/>
                  </a:lnTo>
                  <a:lnTo>
                    <a:pt x="7397" y="14979"/>
                  </a:lnTo>
                  <a:lnTo>
                    <a:pt x="10979" y="14979"/>
                  </a:lnTo>
                  <a:lnTo>
                    <a:pt x="19215" y="6743"/>
                  </a:lnTo>
                  <a:lnTo>
                    <a:pt x="12769" y="6743"/>
                  </a:lnTo>
                  <a:lnTo>
                    <a:pt x="11818" y="5791"/>
                  </a:lnTo>
                  <a:lnTo>
                    <a:pt x="12953" y="0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69" name="Graph element 1662"/>
            <p:cNvSpPr/>
            <p:nvPr/>
          </p:nvSpPr>
          <p:spPr>
            <a:xfrm>
              <a:off x="914978" y="1438180"/>
              <a:ext cx="5372" cy="2865"/>
            </a:xfrm>
            <a:custGeom>
              <a:avLst/>
              <a:gdLst/>
              <a:ahLst/>
              <a:cxnLst/>
              <a:rect l="0" t="0" r="r" b="b"/>
              <a:pathLst>
                <a:path w="5372" h="2865" stroke="0" extrusionOk="0">
                  <a:moveTo>
                    <a:pt x="5372" y="2865"/>
                  </a:moveTo>
                  <a:lnTo>
                    <a:pt x="5372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5372" y="2865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70" name="Graph element 1663"/>
            <p:cNvSpPr/>
            <p:nvPr/>
          </p:nvSpPr>
          <p:spPr>
            <a:xfrm>
              <a:off x="909606" y="1438180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71" name="Graph element 1664"/>
            <p:cNvSpPr/>
            <p:nvPr/>
          </p:nvSpPr>
          <p:spPr>
            <a:xfrm>
              <a:off x="1003073" y="1437822"/>
              <a:ext cx="2865" cy="5372"/>
            </a:xfrm>
            <a:custGeom>
              <a:avLst/>
              <a:gdLst/>
              <a:ahLst/>
              <a:cxnLst/>
              <a:rect l="0" t="0" r="r" b="b"/>
              <a:pathLst>
                <a:path w="2865" h="5372" stroke="0" extrusionOk="0">
                  <a:moveTo>
                    <a:pt x="0" y="5372"/>
                  </a:moveTo>
                  <a:lnTo>
                    <a:pt x="2865" y="5372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5372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72" name="Graph element 1665"/>
            <p:cNvSpPr/>
            <p:nvPr/>
          </p:nvSpPr>
          <p:spPr>
            <a:xfrm>
              <a:off x="1081500" y="1432808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73" name="Graph element 1666"/>
            <p:cNvSpPr/>
            <p:nvPr/>
          </p:nvSpPr>
          <p:spPr>
            <a:xfrm>
              <a:off x="1001702" y="1431437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74" name="Graph element 1667"/>
            <p:cNvSpPr/>
            <p:nvPr/>
          </p:nvSpPr>
          <p:spPr>
            <a:xfrm>
              <a:off x="1189292" y="1427202"/>
              <a:ext cx="4655" cy="13844"/>
            </a:xfrm>
            <a:custGeom>
              <a:avLst/>
              <a:gdLst/>
              <a:ahLst/>
              <a:cxnLst/>
              <a:rect l="0" t="0" r="r" b="b"/>
              <a:pathLst>
                <a:path w="4655" h="13844" stroke="0" extrusionOk="0">
                  <a:moveTo>
                    <a:pt x="0" y="0"/>
                  </a:moveTo>
                  <a:lnTo>
                    <a:pt x="0" y="13844"/>
                  </a:lnTo>
                  <a:lnTo>
                    <a:pt x="4655" y="13844"/>
                  </a:lnTo>
                  <a:lnTo>
                    <a:pt x="4655" y="46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75" name="Graph element 1668"/>
            <p:cNvSpPr/>
            <p:nvPr/>
          </p:nvSpPr>
          <p:spPr>
            <a:xfrm>
              <a:off x="940046" y="1429882"/>
              <a:ext cx="12176" cy="12953"/>
            </a:xfrm>
            <a:custGeom>
              <a:avLst/>
              <a:gdLst/>
              <a:ahLst/>
              <a:cxnLst/>
              <a:rect l="0" t="0" r="r" b="b"/>
              <a:pathLst>
                <a:path w="12176" h="12953" stroke="0" extrusionOk="0">
                  <a:moveTo>
                    <a:pt x="7940" y="0"/>
                  </a:moveTo>
                  <a:lnTo>
                    <a:pt x="8718" y="778"/>
                  </a:lnTo>
                  <a:lnTo>
                    <a:pt x="7520" y="1975"/>
                  </a:lnTo>
                  <a:lnTo>
                    <a:pt x="7520" y="3765"/>
                  </a:lnTo>
                  <a:lnTo>
                    <a:pt x="1197" y="10089"/>
                  </a:lnTo>
                  <a:lnTo>
                    <a:pt x="0" y="10089"/>
                  </a:lnTo>
                  <a:lnTo>
                    <a:pt x="0" y="12953"/>
                  </a:lnTo>
                  <a:lnTo>
                    <a:pt x="2384" y="12953"/>
                  </a:lnTo>
                  <a:lnTo>
                    <a:pt x="5965" y="9372"/>
                  </a:lnTo>
                  <a:lnTo>
                    <a:pt x="8595" y="9372"/>
                  </a:lnTo>
                  <a:lnTo>
                    <a:pt x="8595" y="6743"/>
                  </a:lnTo>
                  <a:lnTo>
                    <a:pt x="12176" y="3162"/>
                  </a:lnTo>
                  <a:lnTo>
                    <a:pt x="12176" y="184"/>
                  </a:lnTo>
                  <a:lnTo>
                    <a:pt x="7940" y="0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76" name="Graph element 1669"/>
            <p:cNvSpPr/>
            <p:nvPr/>
          </p:nvSpPr>
          <p:spPr>
            <a:xfrm>
              <a:off x="869201" y="1429882"/>
              <a:ext cx="6026" cy="9608"/>
            </a:xfrm>
            <a:custGeom>
              <a:avLst/>
              <a:gdLst/>
              <a:ahLst/>
              <a:cxnLst/>
              <a:rect l="0" t="0" r="r" b="b"/>
              <a:pathLst>
                <a:path w="6026" h="9608" stroke="0" extrusionOk="0">
                  <a:moveTo>
                    <a:pt x="0" y="0"/>
                  </a:moveTo>
                  <a:lnTo>
                    <a:pt x="1371" y="1371"/>
                  </a:lnTo>
                  <a:lnTo>
                    <a:pt x="1371" y="4952"/>
                  </a:lnTo>
                  <a:lnTo>
                    <a:pt x="6026" y="9608"/>
                  </a:lnTo>
                  <a:lnTo>
                    <a:pt x="6026" y="3765"/>
                  </a:lnTo>
                  <a:lnTo>
                    <a:pt x="4236" y="1975"/>
                  </a:lnTo>
                  <a:lnTo>
                    <a:pt x="4236" y="1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77" name="Graph element 1670"/>
            <p:cNvSpPr/>
            <p:nvPr/>
          </p:nvSpPr>
          <p:spPr>
            <a:xfrm>
              <a:off x="1153481" y="1423856"/>
              <a:ext cx="29959" cy="15399"/>
            </a:xfrm>
            <a:custGeom>
              <a:avLst/>
              <a:gdLst/>
              <a:ahLst/>
              <a:cxnLst/>
              <a:rect l="0" t="0" r="r" b="b"/>
              <a:pathLst>
                <a:path w="29959" h="15399" stroke="0" extrusionOk="0">
                  <a:moveTo>
                    <a:pt x="2630" y="0"/>
                  </a:moveTo>
                  <a:lnTo>
                    <a:pt x="0" y="2630"/>
                  </a:lnTo>
                  <a:lnTo>
                    <a:pt x="0" y="15399"/>
                  </a:lnTo>
                  <a:lnTo>
                    <a:pt x="3816" y="15399"/>
                  </a:lnTo>
                  <a:lnTo>
                    <a:pt x="5607" y="13608"/>
                  </a:lnTo>
                  <a:lnTo>
                    <a:pt x="14560" y="13608"/>
                  </a:lnTo>
                  <a:lnTo>
                    <a:pt x="19931" y="8237"/>
                  </a:lnTo>
                  <a:lnTo>
                    <a:pt x="20535" y="8237"/>
                  </a:lnTo>
                  <a:lnTo>
                    <a:pt x="26142" y="13844"/>
                  </a:lnTo>
                  <a:lnTo>
                    <a:pt x="26142" y="9188"/>
                  </a:lnTo>
                  <a:lnTo>
                    <a:pt x="29959" y="5372"/>
                  </a:lnTo>
                  <a:lnTo>
                    <a:pt x="19931" y="5372"/>
                  </a:lnTo>
                  <a:lnTo>
                    <a:pt x="16350" y="1791"/>
                  </a:lnTo>
                  <a:lnTo>
                    <a:pt x="12769" y="1791"/>
                  </a:lnTo>
                  <a:lnTo>
                    <a:pt x="10979" y="0"/>
                  </a:lnTo>
                  <a:lnTo>
                    <a:pt x="2630" y="0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78" name="Graph element 1671"/>
            <p:cNvSpPr/>
            <p:nvPr/>
          </p:nvSpPr>
          <p:spPr>
            <a:xfrm>
              <a:off x="949356" y="1419916"/>
              <a:ext cx="2865" cy="5372"/>
            </a:xfrm>
            <a:custGeom>
              <a:avLst/>
              <a:gdLst/>
              <a:ahLst/>
              <a:cxnLst/>
              <a:rect l="0" t="0" r="r" b="b"/>
              <a:pathLst>
                <a:path w="2865" h="5372" stroke="0" extrusionOk="0">
                  <a:moveTo>
                    <a:pt x="0" y="5372"/>
                  </a:moveTo>
                  <a:lnTo>
                    <a:pt x="2865" y="5372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5372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79" name="Graph element 1672"/>
            <p:cNvSpPr/>
            <p:nvPr/>
          </p:nvSpPr>
          <p:spPr>
            <a:xfrm>
              <a:off x="1131994" y="1414903"/>
              <a:ext cx="8237" cy="10027"/>
            </a:xfrm>
            <a:custGeom>
              <a:avLst/>
              <a:gdLst/>
              <a:ahLst/>
              <a:cxnLst/>
              <a:rect l="0" t="0" r="r" b="b"/>
              <a:pathLst>
                <a:path w="8237" h="10027" stroke="0" extrusionOk="0">
                  <a:moveTo>
                    <a:pt x="0" y="0"/>
                  </a:moveTo>
                  <a:lnTo>
                    <a:pt x="0" y="7397"/>
                  </a:lnTo>
                  <a:lnTo>
                    <a:pt x="2630" y="10027"/>
                  </a:lnTo>
                  <a:lnTo>
                    <a:pt x="8237" y="10027"/>
                  </a:lnTo>
                  <a:lnTo>
                    <a:pt x="8237" y="4420"/>
                  </a:lnTo>
                  <a:lnTo>
                    <a:pt x="381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80" name="Graph element 1673"/>
            <p:cNvSpPr/>
            <p:nvPr/>
          </p:nvSpPr>
          <p:spPr>
            <a:xfrm>
              <a:off x="1113730" y="1409531"/>
              <a:ext cx="19573" cy="24587"/>
            </a:xfrm>
            <a:custGeom>
              <a:avLst/>
              <a:gdLst/>
              <a:ahLst/>
              <a:cxnLst/>
              <a:rect l="0" t="0" r="r" b="b"/>
              <a:pathLst>
                <a:path w="19573" h="24587" stroke="0" extrusionOk="0">
                  <a:moveTo>
                    <a:pt x="3939" y="0"/>
                  </a:moveTo>
                  <a:lnTo>
                    <a:pt x="3939" y="2630"/>
                  </a:lnTo>
                  <a:lnTo>
                    <a:pt x="2988" y="3581"/>
                  </a:lnTo>
                  <a:lnTo>
                    <a:pt x="0" y="3581"/>
                  </a:lnTo>
                  <a:lnTo>
                    <a:pt x="0" y="6446"/>
                  </a:lnTo>
                  <a:lnTo>
                    <a:pt x="1197" y="6446"/>
                  </a:lnTo>
                  <a:lnTo>
                    <a:pt x="2988" y="8237"/>
                  </a:lnTo>
                  <a:lnTo>
                    <a:pt x="4778" y="8237"/>
                  </a:lnTo>
                  <a:lnTo>
                    <a:pt x="9311" y="12769"/>
                  </a:lnTo>
                  <a:lnTo>
                    <a:pt x="9311" y="14560"/>
                  </a:lnTo>
                  <a:lnTo>
                    <a:pt x="11101" y="16350"/>
                  </a:lnTo>
                  <a:lnTo>
                    <a:pt x="11101" y="24587"/>
                  </a:lnTo>
                  <a:lnTo>
                    <a:pt x="17548" y="18141"/>
                  </a:lnTo>
                  <a:lnTo>
                    <a:pt x="17548" y="12534"/>
                  </a:lnTo>
                  <a:lnTo>
                    <a:pt x="14918" y="12534"/>
                  </a:lnTo>
                  <a:lnTo>
                    <a:pt x="13127" y="10743"/>
                  </a:lnTo>
                  <a:lnTo>
                    <a:pt x="11337" y="10743"/>
                  </a:lnTo>
                  <a:lnTo>
                    <a:pt x="6804" y="6211"/>
                  </a:lnTo>
                  <a:lnTo>
                    <a:pt x="6804" y="5607"/>
                  </a:lnTo>
                  <a:lnTo>
                    <a:pt x="9546" y="2865"/>
                  </a:lnTo>
                  <a:lnTo>
                    <a:pt x="11941" y="2865"/>
                  </a:lnTo>
                  <a:lnTo>
                    <a:pt x="13731" y="4655"/>
                  </a:lnTo>
                  <a:lnTo>
                    <a:pt x="19573" y="4655"/>
                  </a:lnTo>
                  <a:lnTo>
                    <a:pt x="14918" y="0"/>
                  </a:lnTo>
                  <a:lnTo>
                    <a:pt x="3939" y="0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81" name="Graph element 1674"/>
            <p:cNvSpPr/>
            <p:nvPr/>
          </p:nvSpPr>
          <p:spPr>
            <a:xfrm>
              <a:off x="1004864" y="1410964"/>
              <a:ext cx="10027" cy="19573"/>
            </a:xfrm>
            <a:custGeom>
              <a:avLst/>
              <a:gdLst/>
              <a:ahLst/>
              <a:cxnLst/>
              <a:rect l="0" t="0" r="r" b="b"/>
              <a:pathLst>
                <a:path w="10027" h="19573" stroke="0" extrusionOk="0">
                  <a:moveTo>
                    <a:pt x="7162" y="0"/>
                  </a:moveTo>
                  <a:lnTo>
                    <a:pt x="7162" y="1197"/>
                  </a:lnTo>
                  <a:lnTo>
                    <a:pt x="1791" y="6569"/>
                  </a:lnTo>
                  <a:lnTo>
                    <a:pt x="1791" y="8359"/>
                  </a:lnTo>
                  <a:lnTo>
                    <a:pt x="0" y="10150"/>
                  </a:lnTo>
                  <a:lnTo>
                    <a:pt x="0" y="19573"/>
                  </a:lnTo>
                  <a:lnTo>
                    <a:pt x="3816" y="15757"/>
                  </a:lnTo>
                  <a:lnTo>
                    <a:pt x="5607" y="15757"/>
                  </a:lnTo>
                  <a:lnTo>
                    <a:pt x="8237" y="13127"/>
                  </a:lnTo>
                  <a:lnTo>
                    <a:pt x="8237" y="4174"/>
                  </a:lnTo>
                  <a:lnTo>
                    <a:pt x="10027" y="2384"/>
                  </a:lnTo>
                  <a:lnTo>
                    <a:pt x="7162" y="0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82" name="Graph element 1675"/>
            <p:cNvSpPr/>
            <p:nvPr/>
          </p:nvSpPr>
          <p:spPr>
            <a:xfrm>
              <a:off x="936823" y="1409531"/>
              <a:ext cx="13844" cy="13844"/>
            </a:xfrm>
            <a:custGeom>
              <a:avLst/>
              <a:gdLst/>
              <a:ahLst/>
              <a:cxnLst/>
              <a:rect l="0" t="0" r="r" b="b"/>
              <a:pathLst>
                <a:path w="13844" h="13844" stroke="0" extrusionOk="0">
                  <a:moveTo>
                    <a:pt x="0" y="0"/>
                  </a:moveTo>
                  <a:lnTo>
                    <a:pt x="0" y="3816"/>
                  </a:lnTo>
                  <a:lnTo>
                    <a:pt x="1791" y="5607"/>
                  </a:lnTo>
                  <a:lnTo>
                    <a:pt x="1791" y="7397"/>
                  </a:lnTo>
                  <a:lnTo>
                    <a:pt x="3581" y="9188"/>
                  </a:lnTo>
                  <a:lnTo>
                    <a:pt x="3581" y="13844"/>
                  </a:lnTo>
                  <a:lnTo>
                    <a:pt x="7397" y="10027"/>
                  </a:lnTo>
                  <a:lnTo>
                    <a:pt x="13844" y="10027"/>
                  </a:lnTo>
                  <a:lnTo>
                    <a:pt x="8237" y="4420"/>
                  </a:lnTo>
                  <a:lnTo>
                    <a:pt x="8237" y="1791"/>
                  </a:lnTo>
                  <a:lnTo>
                    <a:pt x="5607" y="1791"/>
                  </a:lnTo>
                  <a:lnTo>
                    <a:pt x="381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83" name="Graph element 1676"/>
            <p:cNvSpPr/>
            <p:nvPr/>
          </p:nvSpPr>
          <p:spPr>
            <a:xfrm>
              <a:off x="870572" y="1407741"/>
              <a:ext cx="15634" cy="13844"/>
            </a:xfrm>
            <a:custGeom>
              <a:avLst/>
              <a:gdLst/>
              <a:ahLst/>
              <a:cxnLst/>
              <a:rect l="0" t="0" r="r" b="b"/>
              <a:pathLst>
                <a:path w="15634" h="13844" stroke="0" extrusionOk="0">
                  <a:moveTo>
                    <a:pt x="8001" y="0"/>
                  </a:moveTo>
                  <a:lnTo>
                    <a:pt x="4778" y="3223"/>
                  </a:lnTo>
                  <a:lnTo>
                    <a:pt x="6569" y="5014"/>
                  </a:lnTo>
                  <a:lnTo>
                    <a:pt x="6211" y="5372"/>
                  </a:lnTo>
                  <a:lnTo>
                    <a:pt x="2630" y="5372"/>
                  </a:lnTo>
                  <a:lnTo>
                    <a:pt x="0" y="8001"/>
                  </a:lnTo>
                  <a:lnTo>
                    <a:pt x="0" y="13844"/>
                  </a:lnTo>
                  <a:lnTo>
                    <a:pt x="3816" y="10027"/>
                  </a:lnTo>
                  <a:lnTo>
                    <a:pt x="5607" y="10027"/>
                  </a:lnTo>
                  <a:lnTo>
                    <a:pt x="9188" y="6446"/>
                  </a:lnTo>
                  <a:lnTo>
                    <a:pt x="11818" y="6446"/>
                  </a:lnTo>
                  <a:lnTo>
                    <a:pt x="11818" y="3816"/>
                  </a:lnTo>
                  <a:lnTo>
                    <a:pt x="15634" y="0"/>
                  </a:lnTo>
                  <a:lnTo>
                    <a:pt x="8001" y="0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84" name="Graph element 1677"/>
            <p:cNvSpPr/>
            <p:nvPr/>
          </p:nvSpPr>
          <p:spPr>
            <a:xfrm>
              <a:off x="1144528" y="1405950"/>
              <a:ext cx="11818" cy="11818"/>
            </a:xfrm>
            <a:custGeom>
              <a:avLst/>
              <a:gdLst/>
              <a:ahLst/>
              <a:cxnLst/>
              <a:rect l="0" t="0" r="r" b="b"/>
              <a:pathLst>
                <a:path w="11818" h="11818" stroke="0" extrusionOk="0">
                  <a:moveTo>
                    <a:pt x="8001" y="0"/>
                  </a:moveTo>
                  <a:lnTo>
                    <a:pt x="6211" y="1791"/>
                  </a:lnTo>
                  <a:lnTo>
                    <a:pt x="4420" y="1791"/>
                  </a:lnTo>
                  <a:lnTo>
                    <a:pt x="0" y="6211"/>
                  </a:lnTo>
                  <a:lnTo>
                    <a:pt x="0" y="10027"/>
                  </a:lnTo>
                  <a:lnTo>
                    <a:pt x="2630" y="10027"/>
                  </a:lnTo>
                  <a:lnTo>
                    <a:pt x="4420" y="11818"/>
                  </a:lnTo>
                  <a:lnTo>
                    <a:pt x="7397" y="11818"/>
                  </a:lnTo>
                  <a:lnTo>
                    <a:pt x="10027" y="9188"/>
                  </a:lnTo>
                  <a:lnTo>
                    <a:pt x="10027" y="7397"/>
                  </a:lnTo>
                  <a:lnTo>
                    <a:pt x="11818" y="5607"/>
                  </a:lnTo>
                  <a:lnTo>
                    <a:pt x="11818" y="0"/>
                  </a:lnTo>
                  <a:lnTo>
                    <a:pt x="8001" y="0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85" name="Graph element 1678"/>
            <p:cNvSpPr/>
            <p:nvPr/>
          </p:nvSpPr>
          <p:spPr>
            <a:xfrm>
              <a:off x="884896" y="1405357"/>
              <a:ext cx="19338" cy="33898"/>
            </a:xfrm>
            <a:custGeom>
              <a:avLst/>
              <a:gdLst/>
              <a:ahLst/>
              <a:cxnLst/>
              <a:rect l="0" t="0" r="r" b="b"/>
              <a:pathLst>
                <a:path w="19338" h="33898" stroke="0" extrusionOk="0">
                  <a:moveTo>
                    <a:pt x="8595" y="0"/>
                  </a:moveTo>
                  <a:lnTo>
                    <a:pt x="1791" y="6804"/>
                  </a:lnTo>
                  <a:lnTo>
                    <a:pt x="1791" y="10620"/>
                  </a:lnTo>
                  <a:lnTo>
                    <a:pt x="4420" y="10620"/>
                  </a:lnTo>
                  <a:lnTo>
                    <a:pt x="5372" y="11572"/>
                  </a:lnTo>
                  <a:lnTo>
                    <a:pt x="5372" y="22919"/>
                  </a:lnTo>
                  <a:lnTo>
                    <a:pt x="5014" y="23277"/>
                  </a:lnTo>
                  <a:lnTo>
                    <a:pt x="4655" y="22919"/>
                  </a:lnTo>
                  <a:lnTo>
                    <a:pt x="4655" y="17548"/>
                  </a:lnTo>
                  <a:lnTo>
                    <a:pt x="0" y="12892"/>
                  </a:lnTo>
                  <a:lnTo>
                    <a:pt x="0" y="18734"/>
                  </a:lnTo>
                  <a:lnTo>
                    <a:pt x="1791" y="20525"/>
                  </a:lnTo>
                  <a:lnTo>
                    <a:pt x="1791" y="24106"/>
                  </a:lnTo>
                  <a:lnTo>
                    <a:pt x="5014" y="27329"/>
                  </a:lnTo>
                  <a:lnTo>
                    <a:pt x="6804" y="25538"/>
                  </a:lnTo>
                  <a:lnTo>
                    <a:pt x="7162" y="27687"/>
                  </a:lnTo>
                  <a:lnTo>
                    <a:pt x="11582" y="32107"/>
                  </a:lnTo>
                  <a:lnTo>
                    <a:pt x="13373" y="32107"/>
                  </a:lnTo>
                  <a:lnTo>
                    <a:pt x="15164" y="33898"/>
                  </a:lnTo>
                  <a:lnTo>
                    <a:pt x="19338" y="33898"/>
                  </a:lnTo>
                  <a:lnTo>
                    <a:pt x="19338" y="31033"/>
                  </a:lnTo>
                  <a:lnTo>
                    <a:pt x="16350" y="31033"/>
                  </a:lnTo>
                  <a:lnTo>
                    <a:pt x="13608" y="28291"/>
                  </a:lnTo>
                  <a:lnTo>
                    <a:pt x="13608" y="26500"/>
                  </a:lnTo>
                  <a:lnTo>
                    <a:pt x="11818" y="24710"/>
                  </a:lnTo>
                  <a:lnTo>
                    <a:pt x="11818" y="22919"/>
                  </a:lnTo>
                  <a:lnTo>
                    <a:pt x="10027" y="21129"/>
                  </a:lnTo>
                  <a:lnTo>
                    <a:pt x="10027" y="12176"/>
                  </a:lnTo>
                  <a:lnTo>
                    <a:pt x="8237" y="10385"/>
                  </a:lnTo>
                  <a:lnTo>
                    <a:pt x="8237" y="7991"/>
                  </a:lnTo>
                  <a:lnTo>
                    <a:pt x="12411" y="3816"/>
                  </a:lnTo>
                  <a:lnTo>
                    <a:pt x="8595" y="0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86" name="Graph element 1679"/>
            <p:cNvSpPr/>
            <p:nvPr/>
          </p:nvSpPr>
          <p:spPr>
            <a:xfrm>
              <a:off x="1010655" y="1404579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87" name="Graph element 1680"/>
            <p:cNvSpPr/>
            <p:nvPr/>
          </p:nvSpPr>
          <p:spPr>
            <a:xfrm>
              <a:off x="1079832" y="1403801"/>
              <a:ext cx="33775" cy="33663"/>
            </a:xfrm>
            <a:custGeom>
              <a:avLst/>
              <a:gdLst/>
              <a:ahLst/>
              <a:cxnLst/>
              <a:rect l="0" t="0" r="r" b="b"/>
              <a:pathLst>
                <a:path w="33775" h="33663" stroke="0" extrusionOk="0">
                  <a:moveTo>
                    <a:pt x="12769" y="0"/>
                  </a:moveTo>
                  <a:lnTo>
                    <a:pt x="12769" y="1197"/>
                  </a:lnTo>
                  <a:lnTo>
                    <a:pt x="10979" y="2988"/>
                  </a:lnTo>
                  <a:lnTo>
                    <a:pt x="10979" y="6569"/>
                  </a:lnTo>
                  <a:lnTo>
                    <a:pt x="4655" y="12892"/>
                  </a:lnTo>
                  <a:lnTo>
                    <a:pt x="2026" y="12892"/>
                  </a:lnTo>
                  <a:lnTo>
                    <a:pt x="2026" y="18499"/>
                  </a:lnTo>
                  <a:lnTo>
                    <a:pt x="3223" y="19696"/>
                  </a:lnTo>
                  <a:lnTo>
                    <a:pt x="0" y="22919"/>
                  </a:lnTo>
                  <a:lnTo>
                    <a:pt x="4655" y="22919"/>
                  </a:lnTo>
                  <a:lnTo>
                    <a:pt x="5014" y="23277"/>
                  </a:lnTo>
                  <a:lnTo>
                    <a:pt x="3816" y="24475"/>
                  </a:lnTo>
                  <a:lnTo>
                    <a:pt x="3816" y="28291"/>
                  </a:lnTo>
                  <a:lnTo>
                    <a:pt x="12288" y="28291"/>
                  </a:lnTo>
                  <a:lnTo>
                    <a:pt x="9065" y="25068"/>
                  </a:lnTo>
                  <a:lnTo>
                    <a:pt x="10027" y="24710"/>
                  </a:lnTo>
                  <a:lnTo>
                    <a:pt x="16350" y="31033"/>
                  </a:lnTo>
                  <a:lnTo>
                    <a:pt x="16350" y="33663"/>
                  </a:lnTo>
                  <a:lnTo>
                    <a:pt x="21006" y="33663"/>
                  </a:lnTo>
                  <a:lnTo>
                    <a:pt x="21006" y="29846"/>
                  </a:lnTo>
                  <a:lnTo>
                    <a:pt x="15634" y="24475"/>
                  </a:lnTo>
                  <a:lnTo>
                    <a:pt x="15634" y="22684"/>
                  </a:lnTo>
                  <a:lnTo>
                    <a:pt x="13844" y="20893"/>
                  </a:lnTo>
                  <a:lnTo>
                    <a:pt x="13844" y="20290"/>
                  </a:lnTo>
                  <a:lnTo>
                    <a:pt x="14795" y="19338"/>
                  </a:lnTo>
                  <a:lnTo>
                    <a:pt x="16586" y="19338"/>
                  </a:lnTo>
                  <a:lnTo>
                    <a:pt x="20167" y="15757"/>
                  </a:lnTo>
                  <a:lnTo>
                    <a:pt x="25538" y="15757"/>
                  </a:lnTo>
                  <a:lnTo>
                    <a:pt x="27329" y="13966"/>
                  </a:lnTo>
                  <a:lnTo>
                    <a:pt x="29119" y="13966"/>
                  </a:lnTo>
                  <a:lnTo>
                    <a:pt x="33775" y="9311"/>
                  </a:lnTo>
                  <a:lnTo>
                    <a:pt x="23748" y="9311"/>
                  </a:lnTo>
                  <a:lnTo>
                    <a:pt x="21957" y="7520"/>
                  </a:lnTo>
                  <a:lnTo>
                    <a:pt x="18376" y="7520"/>
                  </a:lnTo>
                  <a:lnTo>
                    <a:pt x="15992" y="5136"/>
                  </a:lnTo>
                  <a:lnTo>
                    <a:pt x="14202" y="6927"/>
                  </a:lnTo>
                  <a:lnTo>
                    <a:pt x="13844" y="5965"/>
                  </a:lnTo>
                  <a:lnTo>
                    <a:pt x="15634" y="4174"/>
                  </a:lnTo>
                  <a:lnTo>
                    <a:pt x="12769" y="0"/>
                  </a:lnTo>
                  <a:close/>
                  <a:moveTo>
                    <a:pt x="12053" y="11337"/>
                  </a:moveTo>
                  <a:lnTo>
                    <a:pt x="13608" y="10385"/>
                  </a:lnTo>
                  <a:lnTo>
                    <a:pt x="15757" y="12534"/>
                  </a:lnTo>
                  <a:lnTo>
                    <a:pt x="14560" y="13731"/>
                  </a:lnTo>
                  <a:lnTo>
                    <a:pt x="14202" y="15880"/>
                  </a:lnTo>
                  <a:lnTo>
                    <a:pt x="13844" y="13731"/>
                  </a:lnTo>
                  <a:lnTo>
                    <a:pt x="12053" y="11941"/>
                  </a:lnTo>
                  <a:lnTo>
                    <a:pt x="12053" y="11337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88" name="Graph element 1681"/>
            <p:cNvSpPr/>
            <p:nvPr/>
          </p:nvSpPr>
          <p:spPr>
            <a:xfrm>
              <a:off x="924289" y="1403801"/>
              <a:ext cx="6804" cy="5014"/>
            </a:xfrm>
            <a:custGeom>
              <a:avLst/>
              <a:gdLst/>
              <a:ahLst/>
              <a:cxnLst/>
              <a:rect l="0" t="0" r="r" b="b"/>
              <a:pathLst>
                <a:path w="6804" h="5014" stroke="0" extrusionOk="0">
                  <a:moveTo>
                    <a:pt x="0" y="2384"/>
                  </a:moveTo>
                  <a:lnTo>
                    <a:pt x="2630" y="5014"/>
                  </a:lnTo>
                  <a:lnTo>
                    <a:pt x="6804" y="5014"/>
                  </a:lnTo>
                  <a:lnTo>
                    <a:pt x="6804" y="2149"/>
                  </a:lnTo>
                  <a:lnTo>
                    <a:pt x="3816" y="2149"/>
                  </a:lnTo>
                  <a:lnTo>
                    <a:pt x="2865" y="1197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2384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89" name="Graph element 1682"/>
            <p:cNvSpPr/>
            <p:nvPr/>
          </p:nvSpPr>
          <p:spPr>
            <a:xfrm>
              <a:off x="1095947" y="1396762"/>
              <a:ext cx="13844" cy="10262"/>
            </a:xfrm>
            <a:custGeom>
              <a:avLst/>
              <a:gdLst/>
              <a:ahLst/>
              <a:cxnLst/>
              <a:rect l="0" t="0" r="r" b="b"/>
              <a:pathLst>
                <a:path w="13844" h="10262" stroke="0" extrusionOk="0">
                  <a:moveTo>
                    <a:pt x="13844" y="0"/>
                  </a:moveTo>
                  <a:lnTo>
                    <a:pt x="10027" y="3816"/>
                  </a:lnTo>
                  <a:lnTo>
                    <a:pt x="8237" y="3816"/>
                  </a:lnTo>
                  <a:lnTo>
                    <a:pt x="6446" y="5607"/>
                  </a:lnTo>
                  <a:lnTo>
                    <a:pt x="4655" y="5607"/>
                  </a:lnTo>
                  <a:lnTo>
                    <a:pt x="0" y="10262"/>
                  </a:lnTo>
                  <a:lnTo>
                    <a:pt x="7633" y="10262"/>
                  </a:lnTo>
                  <a:lnTo>
                    <a:pt x="11214" y="6681"/>
                  </a:lnTo>
                  <a:lnTo>
                    <a:pt x="13844" y="6681"/>
                  </a:lnTo>
                  <a:lnTo>
                    <a:pt x="13844" y="0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90" name="Graph element 1683"/>
            <p:cNvSpPr/>
            <p:nvPr/>
          </p:nvSpPr>
          <p:spPr>
            <a:xfrm>
              <a:off x="931451" y="1398788"/>
              <a:ext cx="4655" cy="4655"/>
            </a:xfrm>
            <a:custGeom>
              <a:avLst/>
              <a:gdLst/>
              <a:ahLst/>
              <a:cxnLst/>
              <a:rect l="0" t="0" r="r" b="b"/>
              <a:pathLst>
                <a:path w="4655" h="4655" stroke="0" extrusionOk="0">
                  <a:moveTo>
                    <a:pt x="0" y="0"/>
                  </a:moveTo>
                  <a:lnTo>
                    <a:pt x="0" y="4655"/>
                  </a:lnTo>
                  <a:lnTo>
                    <a:pt x="4655" y="4655"/>
                  </a:lnTo>
                  <a:lnTo>
                    <a:pt x="46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91" name="Graph element 1684"/>
            <p:cNvSpPr/>
            <p:nvPr/>
          </p:nvSpPr>
          <p:spPr>
            <a:xfrm>
              <a:off x="1010236" y="1393058"/>
              <a:ext cx="6681" cy="10385"/>
            </a:xfrm>
            <a:custGeom>
              <a:avLst/>
              <a:gdLst/>
              <a:ahLst/>
              <a:cxnLst/>
              <a:rect l="0" t="0" r="r" b="b"/>
              <a:pathLst>
                <a:path w="6681" h="10385" stroke="0" extrusionOk="0">
                  <a:moveTo>
                    <a:pt x="0" y="0"/>
                  </a:moveTo>
                  <a:lnTo>
                    <a:pt x="0" y="10385"/>
                  </a:lnTo>
                  <a:lnTo>
                    <a:pt x="6681" y="10385"/>
                  </a:lnTo>
                  <a:lnTo>
                    <a:pt x="2865" y="65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92" name="Graph element 1685"/>
            <p:cNvSpPr/>
            <p:nvPr/>
          </p:nvSpPr>
          <p:spPr>
            <a:xfrm>
              <a:off x="896059" y="1389600"/>
              <a:ext cx="31094" cy="17660"/>
            </a:xfrm>
            <a:custGeom>
              <a:avLst/>
              <a:gdLst/>
              <a:ahLst/>
              <a:cxnLst/>
              <a:rect l="0" t="0" r="r" b="b"/>
              <a:pathLst>
                <a:path w="31094" h="17660" stroke="0" extrusionOk="0">
                  <a:moveTo>
                    <a:pt x="31094" y="0"/>
                  </a:moveTo>
                  <a:lnTo>
                    <a:pt x="26439" y="4655"/>
                  </a:lnTo>
                  <a:lnTo>
                    <a:pt x="26439" y="6446"/>
                  </a:lnTo>
                  <a:lnTo>
                    <a:pt x="25487" y="7397"/>
                  </a:lnTo>
                  <a:lnTo>
                    <a:pt x="23697" y="7397"/>
                  </a:lnTo>
                  <a:lnTo>
                    <a:pt x="20709" y="10385"/>
                  </a:lnTo>
                  <a:lnTo>
                    <a:pt x="19512" y="9188"/>
                  </a:lnTo>
                  <a:lnTo>
                    <a:pt x="12953" y="9188"/>
                  </a:lnTo>
                  <a:lnTo>
                    <a:pt x="11163" y="10979"/>
                  </a:lnTo>
                  <a:lnTo>
                    <a:pt x="8768" y="10979"/>
                  </a:lnTo>
                  <a:lnTo>
                    <a:pt x="7817" y="10027"/>
                  </a:lnTo>
                  <a:lnTo>
                    <a:pt x="7817" y="7397"/>
                  </a:lnTo>
                  <a:lnTo>
                    <a:pt x="5187" y="7397"/>
                  </a:lnTo>
                  <a:lnTo>
                    <a:pt x="2026" y="4236"/>
                  </a:lnTo>
                  <a:lnTo>
                    <a:pt x="0" y="6262"/>
                  </a:lnTo>
                  <a:lnTo>
                    <a:pt x="4952" y="11214"/>
                  </a:lnTo>
                  <a:lnTo>
                    <a:pt x="4952" y="17660"/>
                  </a:lnTo>
                  <a:lnTo>
                    <a:pt x="8768" y="13844"/>
                  </a:lnTo>
                  <a:lnTo>
                    <a:pt x="12953" y="13844"/>
                  </a:lnTo>
                  <a:lnTo>
                    <a:pt x="14744" y="15634"/>
                  </a:lnTo>
                  <a:lnTo>
                    <a:pt x="16535" y="15634"/>
                  </a:lnTo>
                  <a:lnTo>
                    <a:pt x="18325" y="17425"/>
                  </a:lnTo>
                  <a:lnTo>
                    <a:pt x="26081" y="17425"/>
                  </a:lnTo>
                  <a:lnTo>
                    <a:pt x="26081" y="14560"/>
                  </a:lnTo>
                  <a:lnTo>
                    <a:pt x="23093" y="14560"/>
                  </a:lnTo>
                  <a:lnTo>
                    <a:pt x="22142" y="13004"/>
                  </a:lnTo>
                  <a:lnTo>
                    <a:pt x="22500" y="12646"/>
                  </a:lnTo>
                  <a:lnTo>
                    <a:pt x="24290" y="14437"/>
                  </a:lnTo>
                  <a:lnTo>
                    <a:pt x="29304" y="9423"/>
                  </a:lnTo>
                  <a:lnTo>
                    <a:pt x="29304" y="7633"/>
                  </a:lnTo>
                  <a:lnTo>
                    <a:pt x="31094" y="5842"/>
                  </a:lnTo>
                  <a:lnTo>
                    <a:pt x="31094" y="0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93" name="Graph element 1686"/>
            <p:cNvSpPr/>
            <p:nvPr/>
          </p:nvSpPr>
          <p:spPr>
            <a:xfrm>
              <a:off x="877734" y="1389600"/>
              <a:ext cx="6681" cy="6681"/>
            </a:xfrm>
            <a:custGeom>
              <a:avLst/>
              <a:gdLst/>
              <a:ahLst/>
              <a:cxnLst/>
              <a:rect l="0" t="0" r="r" b="b"/>
              <a:pathLst>
                <a:path w="6681" h="6681" stroke="0" extrusionOk="0">
                  <a:moveTo>
                    <a:pt x="0" y="0"/>
                  </a:moveTo>
                  <a:lnTo>
                    <a:pt x="0" y="6681"/>
                  </a:lnTo>
                  <a:lnTo>
                    <a:pt x="6681" y="66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94" name="Graph element 1687"/>
            <p:cNvSpPr/>
            <p:nvPr/>
          </p:nvSpPr>
          <p:spPr>
            <a:xfrm>
              <a:off x="1081623" y="1389835"/>
              <a:ext cx="11633" cy="9608"/>
            </a:xfrm>
            <a:custGeom>
              <a:avLst/>
              <a:gdLst/>
              <a:ahLst/>
              <a:cxnLst/>
              <a:rect l="0" t="0" r="r" b="b"/>
              <a:pathLst>
                <a:path w="11633" h="9608" stroke="0" extrusionOk="0">
                  <a:moveTo>
                    <a:pt x="4655" y="0"/>
                  </a:moveTo>
                  <a:lnTo>
                    <a:pt x="0" y="4655"/>
                  </a:lnTo>
                  <a:lnTo>
                    <a:pt x="4655" y="4655"/>
                  </a:lnTo>
                  <a:lnTo>
                    <a:pt x="9608" y="9608"/>
                  </a:lnTo>
                  <a:lnTo>
                    <a:pt x="11633" y="7582"/>
                  </a:lnTo>
                  <a:lnTo>
                    <a:pt x="10262" y="6211"/>
                  </a:lnTo>
                  <a:lnTo>
                    <a:pt x="10262" y="2630"/>
                  </a:lnTo>
                  <a:lnTo>
                    <a:pt x="7633" y="0"/>
                  </a:lnTo>
                  <a:lnTo>
                    <a:pt x="4655" y="0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95" name="Graph element 1688"/>
            <p:cNvSpPr/>
            <p:nvPr/>
          </p:nvSpPr>
          <p:spPr>
            <a:xfrm>
              <a:off x="847294" y="1389835"/>
              <a:ext cx="6446" cy="13608"/>
            </a:xfrm>
            <a:custGeom>
              <a:avLst/>
              <a:gdLst/>
              <a:ahLst/>
              <a:cxnLst/>
              <a:rect l="0" t="0" r="r" b="b"/>
              <a:pathLst>
                <a:path w="6446" h="13608" stroke="0" extrusionOk="0">
                  <a:moveTo>
                    <a:pt x="1791" y="0"/>
                  </a:moveTo>
                  <a:lnTo>
                    <a:pt x="1791" y="2630"/>
                  </a:lnTo>
                  <a:lnTo>
                    <a:pt x="0" y="4420"/>
                  </a:lnTo>
                  <a:lnTo>
                    <a:pt x="0" y="13608"/>
                  </a:lnTo>
                  <a:lnTo>
                    <a:pt x="4655" y="13608"/>
                  </a:lnTo>
                  <a:lnTo>
                    <a:pt x="4655" y="10979"/>
                  </a:lnTo>
                  <a:lnTo>
                    <a:pt x="6446" y="9188"/>
                  </a:lnTo>
                  <a:lnTo>
                    <a:pt x="6446" y="0"/>
                  </a:lnTo>
                  <a:lnTo>
                    <a:pt x="1791" y="0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96" name="Graph element 1689"/>
            <p:cNvSpPr/>
            <p:nvPr/>
          </p:nvSpPr>
          <p:spPr>
            <a:xfrm>
              <a:off x="1135575" y="1384463"/>
              <a:ext cx="8237" cy="10262"/>
            </a:xfrm>
            <a:custGeom>
              <a:avLst/>
              <a:gdLst/>
              <a:ahLst/>
              <a:cxnLst/>
              <a:rect l="0" t="0" r="r" b="b"/>
              <a:pathLst>
                <a:path w="8237" h="10262" stroke="0" extrusionOk="0">
                  <a:moveTo>
                    <a:pt x="2630" y="0"/>
                  </a:moveTo>
                  <a:lnTo>
                    <a:pt x="0" y="2630"/>
                  </a:lnTo>
                  <a:lnTo>
                    <a:pt x="0" y="10262"/>
                  </a:lnTo>
                  <a:lnTo>
                    <a:pt x="5607" y="4655"/>
                  </a:lnTo>
                  <a:lnTo>
                    <a:pt x="8237" y="4655"/>
                  </a:lnTo>
                  <a:lnTo>
                    <a:pt x="8237" y="0"/>
                  </a:lnTo>
                  <a:lnTo>
                    <a:pt x="2630" y="0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97" name="Graph element 1690"/>
            <p:cNvSpPr/>
            <p:nvPr/>
          </p:nvSpPr>
          <p:spPr>
            <a:xfrm>
              <a:off x="856247" y="1380647"/>
              <a:ext cx="20351" cy="21006"/>
            </a:xfrm>
            <a:custGeom>
              <a:avLst/>
              <a:gdLst/>
              <a:ahLst/>
              <a:cxnLst/>
              <a:rect l="0" t="0" r="r" b="b"/>
              <a:pathLst>
                <a:path w="20351" h="21006" stroke="0" extrusionOk="0">
                  <a:moveTo>
                    <a:pt x="0" y="0"/>
                  </a:moveTo>
                  <a:lnTo>
                    <a:pt x="0" y="5842"/>
                  </a:lnTo>
                  <a:lnTo>
                    <a:pt x="8001" y="13844"/>
                  </a:lnTo>
                  <a:lnTo>
                    <a:pt x="9792" y="13844"/>
                  </a:lnTo>
                  <a:lnTo>
                    <a:pt x="11582" y="15634"/>
                  </a:lnTo>
                  <a:lnTo>
                    <a:pt x="13373" y="15634"/>
                  </a:lnTo>
                  <a:lnTo>
                    <a:pt x="14325" y="16586"/>
                  </a:lnTo>
                  <a:lnTo>
                    <a:pt x="14325" y="21006"/>
                  </a:lnTo>
                  <a:lnTo>
                    <a:pt x="18980" y="21006"/>
                  </a:lnTo>
                  <a:lnTo>
                    <a:pt x="18980" y="18376"/>
                  </a:lnTo>
                  <a:lnTo>
                    <a:pt x="20351" y="17005"/>
                  </a:lnTo>
                  <a:lnTo>
                    <a:pt x="18325" y="14979"/>
                  </a:lnTo>
                  <a:lnTo>
                    <a:pt x="17548" y="15757"/>
                  </a:lnTo>
                  <a:lnTo>
                    <a:pt x="15399" y="13608"/>
                  </a:lnTo>
                  <a:lnTo>
                    <a:pt x="15399" y="11214"/>
                  </a:lnTo>
                  <a:lnTo>
                    <a:pt x="17189" y="9423"/>
                  </a:lnTo>
                  <a:lnTo>
                    <a:pt x="17189" y="6446"/>
                  </a:lnTo>
                  <a:lnTo>
                    <a:pt x="12769" y="2026"/>
                  </a:lnTo>
                  <a:lnTo>
                    <a:pt x="6211" y="2026"/>
                  </a:lnTo>
                  <a:lnTo>
                    <a:pt x="4420" y="3816"/>
                  </a:lnTo>
                  <a:lnTo>
                    <a:pt x="3816" y="38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98" name="Graph element 1691"/>
            <p:cNvSpPr/>
            <p:nvPr/>
          </p:nvSpPr>
          <p:spPr>
            <a:xfrm>
              <a:off x="1081858" y="1379092"/>
              <a:ext cx="8237" cy="8237"/>
            </a:xfrm>
            <a:custGeom>
              <a:avLst/>
              <a:gdLst/>
              <a:ahLst/>
              <a:cxnLst/>
              <a:rect l="0" t="0" r="r" b="b"/>
              <a:pathLst>
                <a:path w="8237" h="8237" stroke="0" extrusionOk="0">
                  <a:moveTo>
                    <a:pt x="4420" y="0"/>
                  </a:moveTo>
                  <a:lnTo>
                    <a:pt x="2630" y="1791"/>
                  </a:lnTo>
                  <a:lnTo>
                    <a:pt x="0" y="1791"/>
                  </a:lnTo>
                  <a:lnTo>
                    <a:pt x="0" y="5607"/>
                  </a:lnTo>
                  <a:lnTo>
                    <a:pt x="2630" y="8237"/>
                  </a:lnTo>
                  <a:lnTo>
                    <a:pt x="6446" y="8237"/>
                  </a:lnTo>
                  <a:lnTo>
                    <a:pt x="6446" y="5607"/>
                  </a:lnTo>
                  <a:lnTo>
                    <a:pt x="8237" y="3816"/>
                  </a:lnTo>
                  <a:lnTo>
                    <a:pt x="8237" y="0"/>
                  </a:lnTo>
                  <a:lnTo>
                    <a:pt x="4420" y="0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6999" name="Graph element 1692"/>
            <p:cNvSpPr/>
            <p:nvPr/>
          </p:nvSpPr>
          <p:spPr>
            <a:xfrm>
              <a:off x="1017817" y="1380524"/>
              <a:ext cx="4236" cy="4594"/>
            </a:xfrm>
            <a:custGeom>
              <a:avLst/>
              <a:gdLst/>
              <a:ahLst/>
              <a:cxnLst/>
              <a:rect l="0" t="0" r="r" b="b"/>
              <a:pathLst>
                <a:path w="4236" h="4594" stroke="0" extrusionOk="0">
                  <a:moveTo>
                    <a:pt x="0" y="2568"/>
                  </a:moveTo>
                  <a:lnTo>
                    <a:pt x="2026" y="4594"/>
                  </a:lnTo>
                  <a:lnTo>
                    <a:pt x="4236" y="2384"/>
                  </a:lnTo>
                  <a:lnTo>
                    <a:pt x="4236" y="0"/>
                  </a:lnTo>
                  <a:lnTo>
                    <a:pt x="1371" y="0"/>
                  </a:lnTo>
                  <a:lnTo>
                    <a:pt x="1371" y="1197"/>
                  </a:lnTo>
                  <a:lnTo>
                    <a:pt x="0" y="2568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7000" name="Graph element 1693"/>
            <p:cNvSpPr/>
            <p:nvPr/>
          </p:nvSpPr>
          <p:spPr>
            <a:xfrm>
              <a:off x="872004" y="1376943"/>
              <a:ext cx="23154" cy="19573"/>
            </a:xfrm>
            <a:custGeom>
              <a:avLst/>
              <a:gdLst/>
              <a:ahLst/>
              <a:cxnLst/>
              <a:rect l="0" t="0" r="r" b="b"/>
              <a:pathLst>
                <a:path w="23154" h="19573" stroke="0" extrusionOk="0">
                  <a:moveTo>
                    <a:pt x="2149" y="0"/>
                  </a:moveTo>
                  <a:lnTo>
                    <a:pt x="2149" y="1197"/>
                  </a:lnTo>
                  <a:lnTo>
                    <a:pt x="1197" y="2149"/>
                  </a:lnTo>
                  <a:lnTo>
                    <a:pt x="0" y="2149"/>
                  </a:lnTo>
                  <a:lnTo>
                    <a:pt x="0" y="5014"/>
                  </a:lnTo>
                  <a:lnTo>
                    <a:pt x="1197" y="5014"/>
                  </a:lnTo>
                  <a:lnTo>
                    <a:pt x="2988" y="6804"/>
                  </a:lnTo>
                  <a:lnTo>
                    <a:pt x="4778" y="6804"/>
                  </a:lnTo>
                  <a:lnTo>
                    <a:pt x="9311" y="11337"/>
                  </a:lnTo>
                  <a:lnTo>
                    <a:pt x="9311" y="13127"/>
                  </a:lnTo>
                  <a:lnTo>
                    <a:pt x="11101" y="14918"/>
                  </a:lnTo>
                  <a:lnTo>
                    <a:pt x="11101" y="19573"/>
                  </a:lnTo>
                  <a:lnTo>
                    <a:pt x="18499" y="12176"/>
                  </a:lnTo>
                  <a:lnTo>
                    <a:pt x="23154" y="12176"/>
                  </a:lnTo>
                  <a:lnTo>
                    <a:pt x="19338" y="8359"/>
                  </a:lnTo>
                  <a:lnTo>
                    <a:pt x="19338" y="4778"/>
                  </a:lnTo>
                  <a:lnTo>
                    <a:pt x="18141" y="3581"/>
                  </a:lnTo>
                  <a:lnTo>
                    <a:pt x="19338" y="2384"/>
                  </a:lnTo>
                  <a:lnTo>
                    <a:pt x="19338" y="0"/>
                  </a:lnTo>
                  <a:lnTo>
                    <a:pt x="16473" y="0"/>
                  </a:lnTo>
                  <a:lnTo>
                    <a:pt x="16473" y="1197"/>
                  </a:lnTo>
                  <a:lnTo>
                    <a:pt x="15522" y="2149"/>
                  </a:lnTo>
                  <a:lnTo>
                    <a:pt x="10150" y="2149"/>
                  </a:lnTo>
                  <a:lnTo>
                    <a:pt x="7162" y="5136"/>
                  </a:lnTo>
                  <a:lnTo>
                    <a:pt x="2149" y="0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7001" name="Graph element 1694"/>
            <p:cNvSpPr/>
            <p:nvPr/>
          </p:nvSpPr>
          <p:spPr>
            <a:xfrm>
              <a:off x="1022770" y="1371571"/>
              <a:ext cx="2865" cy="3581"/>
            </a:xfrm>
            <a:custGeom>
              <a:avLst/>
              <a:gdLst/>
              <a:ahLst/>
              <a:cxnLst/>
              <a:rect l="0" t="0" r="r" b="b"/>
              <a:pathLst>
                <a:path w="2865" h="3581" stroke="0" extrusionOk="0">
                  <a:moveTo>
                    <a:pt x="0" y="3581"/>
                  </a:moveTo>
                  <a:lnTo>
                    <a:pt x="2865" y="358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7002" name="Graph element 1695"/>
            <p:cNvSpPr/>
            <p:nvPr/>
          </p:nvSpPr>
          <p:spPr>
            <a:xfrm>
              <a:off x="902567" y="1364767"/>
              <a:ext cx="17660" cy="4655"/>
            </a:xfrm>
            <a:custGeom>
              <a:avLst/>
              <a:gdLst/>
              <a:ahLst/>
              <a:cxnLst/>
              <a:rect l="0" t="0" r="r" b="b"/>
              <a:pathLst>
                <a:path w="17660" h="4655" stroke="0" extrusionOk="0">
                  <a:moveTo>
                    <a:pt x="0" y="0"/>
                  </a:moveTo>
                  <a:lnTo>
                    <a:pt x="4655" y="4655"/>
                  </a:lnTo>
                  <a:lnTo>
                    <a:pt x="13004" y="4655"/>
                  </a:lnTo>
                  <a:lnTo>
                    <a:pt x="1766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7003" name="Graph element 1696"/>
            <p:cNvSpPr/>
            <p:nvPr/>
          </p:nvSpPr>
          <p:spPr>
            <a:xfrm>
              <a:off x="891700" y="1362977"/>
              <a:ext cx="14202" cy="10027"/>
            </a:xfrm>
            <a:custGeom>
              <a:avLst/>
              <a:gdLst/>
              <a:ahLst/>
              <a:cxnLst/>
              <a:rect l="0" t="0" r="r" b="b"/>
              <a:pathLst>
                <a:path w="14202" h="10027" stroke="0" extrusionOk="0">
                  <a:moveTo>
                    <a:pt x="8359" y="0"/>
                  </a:moveTo>
                  <a:lnTo>
                    <a:pt x="6569" y="1791"/>
                  </a:lnTo>
                  <a:lnTo>
                    <a:pt x="4778" y="1791"/>
                  </a:lnTo>
                  <a:lnTo>
                    <a:pt x="2149" y="4420"/>
                  </a:lnTo>
                  <a:lnTo>
                    <a:pt x="2149" y="6211"/>
                  </a:lnTo>
                  <a:lnTo>
                    <a:pt x="1197" y="7162"/>
                  </a:lnTo>
                  <a:lnTo>
                    <a:pt x="0" y="7162"/>
                  </a:lnTo>
                  <a:lnTo>
                    <a:pt x="0" y="10027"/>
                  </a:lnTo>
                  <a:lnTo>
                    <a:pt x="2384" y="10027"/>
                  </a:lnTo>
                  <a:lnTo>
                    <a:pt x="7756" y="4655"/>
                  </a:lnTo>
                  <a:lnTo>
                    <a:pt x="9546" y="4655"/>
                  </a:lnTo>
                  <a:lnTo>
                    <a:pt x="14202" y="0"/>
                  </a:lnTo>
                  <a:lnTo>
                    <a:pt x="8359" y="0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7004" name="Graph element 1697"/>
            <p:cNvSpPr/>
            <p:nvPr/>
          </p:nvSpPr>
          <p:spPr>
            <a:xfrm>
              <a:off x="1017398" y="1350084"/>
              <a:ext cx="2865" cy="8953"/>
            </a:xfrm>
            <a:custGeom>
              <a:avLst/>
              <a:gdLst/>
              <a:ahLst/>
              <a:cxnLst/>
              <a:rect l="0" t="0" r="r" b="b"/>
              <a:pathLst>
                <a:path w="2865" h="8953" stroke="0" extrusionOk="0">
                  <a:moveTo>
                    <a:pt x="0" y="8953"/>
                  </a:moveTo>
                  <a:lnTo>
                    <a:pt x="2865" y="8953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8953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7005" name="Graph element 1698"/>
            <p:cNvSpPr/>
            <p:nvPr/>
          </p:nvSpPr>
          <p:spPr>
            <a:xfrm>
              <a:off x="1018953" y="1332537"/>
              <a:ext cx="10856" cy="11818"/>
            </a:xfrm>
            <a:custGeom>
              <a:avLst/>
              <a:gdLst/>
              <a:ahLst/>
              <a:cxnLst/>
              <a:rect l="0" t="0" r="r" b="b"/>
              <a:pathLst>
                <a:path w="10856" h="11818" stroke="0" extrusionOk="0">
                  <a:moveTo>
                    <a:pt x="1668" y="2865"/>
                  </a:moveTo>
                  <a:lnTo>
                    <a:pt x="2865" y="2865"/>
                  </a:lnTo>
                  <a:lnTo>
                    <a:pt x="5607" y="5607"/>
                  </a:lnTo>
                  <a:lnTo>
                    <a:pt x="5607" y="6211"/>
                  </a:lnTo>
                  <a:lnTo>
                    <a:pt x="0" y="11818"/>
                  </a:lnTo>
                  <a:lnTo>
                    <a:pt x="5842" y="11818"/>
                  </a:lnTo>
                  <a:lnTo>
                    <a:pt x="8472" y="9188"/>
                  </a:lnTo>
                  <a:lnTo>
                    <a:pt x="8472" y="7397"/>
                  </a:lnTo>
                  <a:lnTo>
                    <a:pt x="10856" y="5014"/>
                  </a:lnTo>
                  <a:lnTo>
                    <a:pt x="8472" y="2630"/>
                  </a:lnTo>
                  <a:lnTo>
                    <a:pt x="8472" y="0"/>
                  </a:lnTo>
                  <a:lnTo>
                    <a:pt x="1668" y="2865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7006" name="Graph element 1699"/>
            <p:cNvSpPr/>
            <p:nvPr/>
          </p:nvSpPr>
          <p:spPr>
            <a:xfrm>
              <a:off x="1020979" y="1303888"/>
              <a:ext cx="13608" cy="21129"/>
            </a:xfrm>
            <a:custGeom>
              <a:avLst/>
              <a:gdLst/>
              <a:ahLst/>
              <a:cxnLst/>
              <a:rect l="0" t="0" r="r" b="b"/>
              <a:pathLst>
                <a:path w="13608" h="21129" stroke="0" extrusionOk="0">
                  <a:moveTo>
                    <a:pt x="8001" y="0"/>
                  </a:moveTo>
                  <a:lnTo>
                    <a:pt x="6211" y="1791"/>
                  </a:lnTo>
                  <a:lnTo>
                    <a:pt x="4420" y="1791"/>
                  </a:lnTo>
                  <a:lnTo>
                    <a:pt x="0" y="6211"/>
                  </a:lnTo>
                  <a:lnTo>
                    <a:pt x="0" y="21129"/>
                  </a:lnTo>
                  <a:lnTo>
                    <a:pt x="2865" y="21129"/>
                  </a:lnTo>
                  <a:lnTo>
                    <a:pt x="2865" y="18141"/>
                  </a:lnTo>
                  <a:lnTo>
                    <a:pt x="4655" y="16350"/>
                  </a:lnTo>
                  <a:lnTo>
                    <a:pt x="4655" y="12769"/>
                  </a:lnTo>
                  <a:lnTo>
                    <a:pt x="13608" y="3816"/>
                  </a:lnTo>
                  <a:lnTo>
                    <a:pt x="13608" y="0"/>
                  </a:lnTo>
                  <a:lnTo>
                    <a:pt x="8001" y="0"/>
                  </a:lnTo>
                  <a:close/>
                </a:path>
              </a:pathLst>
            </a:custGeom>
            <a:solidFill>
              <a:srgbClr val="B9B9BC"/>
            </a:solidFill>
            <a:ln>
              <a:noFill/>
            </a:ln>
          </p:spPr>
        </p:sp>
        <p:sp>
          <p:nvSpPr>
            <p:cNvPr id="17007" name="Graph element 1700"/>
            <p:cNvSpPr/>
            <p:nvPr/>
          </p:nvSpPr>
          <p:spPr>
            <a:xfrm>
              <a:off x="1060371" y="1593959"/>
              <a:ext cx="6446" cy="10262"/>
            </a:xfrm>
            <a:custGeom>
              <a:avLst/>
              <a:gdLst/>
              <a:ahLst/>
              <a:cxnLst/>
              <a:rect l="0" t="0" r="r" b="b"/>
              <a:pathLst>
                <a:path w="6446" h="10262" stroke="0" extrusionOk="0">
                  <a:moveTo>
                    <a:pt x="2630" y="0"/>
                  </a:moveTo>
                  <a:lnTo>
                    <a:pt x="0" y="2630"/>
                  </a:lnTo>
                  <a:lnTo>
                    <a:pt x="0" y="5607"/>
                  </a:lnTo>
                  <a:lnTo>
                    <a:pt x="4655" y="10262"/>
                  </a:lnTo>
                  <a:lnTo>
                    <a:pt x="4655" y="5607"/>
                  </a:lnTo>
                  <a:lnTo>
                    <a:pt x="6446" y="3816"/>
                  </a:lnTo>
                  <a:lnTo>
                    <a:pt x="6446" y="0"/>
                  </a:lnTo>
                  <a:lnTo>
                    <a:pt x="2630" y="0"/>
                  </a:lnTo>
                  <a:close/>
                </a:path>
              </a:pathLst>
            </a:custGeom>
            <a:solidFill>
              <a:srgbClr val="B9B8BC"/>
            </a:solidFill>
            <a:ln>
              <a:noFill/>
            </a:ln>
          </p:spPr>
        </p:sp>
        <p:sp>
          <p:nvSpPr>
            <p:cNvPr id="17008" name="Graph element 1701"/>
            <p:cNvSpPr/>
            <p:nvPr/>
          </p:nvSpPr>
          <p:spPr>
            <a:xfrm>
              <a:off x="1056432" y="1581425"/>
              <a:ext cx="8595" cy="8237"/>
            </a:xfrm>
            <a:custGeom>
              <a:avLst/>
              <a:gdLst/>
              <a:ahLst/>
              <a:cxnLst/>
              <a:rect l="0" t="0" r="r" b="b"/>
              <a:pathLst>
                <a:path w="8595" h="8237" stroke="0" extrusionOk="0">
                  <a:moveTo>
                    <a:pt x="0" y="2865"/>
                  </a:moveTo>
                  <a:lnTo>
                    <a:pt x="1197" y="2865"/>
                  </a:lnTo>
                  <a:lnTo>
                    <a:pt x="2149" y="3816"/>
                  </a:lnTo>
                  <a:lnTo>
                    <a:pt x="2149" y="5607"/>
                  </a:lnTo>
                  <a:lnTo>
                    <a:pt x="4778" y="8237"/>
                  </a:lnTo>
                  <a:lnTo>
                    <a:pt x="8595" y="8237"/>
                  </a:lnTo>
                  <a:lnTo>
                    <a:pt x="8595" y="4420"/>
                  </a:lnTo>
                  <a:lnTo>
                    <a:pt x="4174" y="0"/>
                  </a:lnTo>
                  <a:lnTo>
                    <a:pt x="0" y="2865"/>
                  </a:lnTo>
                  <a:close/>
                </a:path>
              </a:pathLst>
            </a:custGeom>
            <a:solidFill>
              <a:srgbClr val="B9B8BC"/>
            </a:solidFill>
            <a:ln>
              <a:noFill/>
            </a:ln>
          </p:spPr>
        </p:sp>
        <p:sp>
          <p:nvSpPr>
            <p:cNvPr id="17009" name="Graph element 1702"/>
            <p:cNvSpPr/>
            <p:nvPr/>
          </p:nvSpPr>
          <p:spPr>
            <a:xfrm>
              <a:off x="1160643" y="1536426"/>
              <a:ext cx="19338" cy="15634"/>
            </a:xfrm>
            <a:custGeom>
              <a:avLst/>
              <a:gdLst/>
              <a:ahLst/>
              <a:cxnLst/>
              <a:rect l="0" t="0" r="r" b="b"/>
              <a:pathLst>
                <a:path w="19338" h="15634" stroke="0" extrusionOk="0">
                  <a:moveTo>
                    <a:pt x="8953" y="0"/>
                  </a:moveTo>
                  <a:lnTo>
                    <a:pt x="8953" y="4655"/>
                  </a:lnTo>
                  <a:lnTo>
                    <a:pt x="8001" y="5607"/>
                  </a:lnTo>
                  <a:lnTo>
                    <a:pt x="2630" y="5607"/>
                  </a:lnTo>
                  <a:lnTo>
                    <a:pt x="0" y="8237"/>
                  </a:lnTo>
                  <a:lnTo>
                    <a:pt x="0" y="11214"/>
                  </a:lnTo>
                  <a:lnTo>
                    <a:pt x="2630" y="13844"/>
                  </a:lnTo>
                  <a:lnTo>
                    <a:pt x="4420" y="13844"/>
                  </a:lnTo>
                  <a:lnTo>
                    <a:pt x="6211" y="15634"/>
                  </a:lnTo>
                  <a:lnTo>
                    <a:pt x="9188" y="15634"/>
                  </a:lnTo>
                  <a:lnTo>
                    <a:pt x="14560" y="10262"/>
                  </a:lnTo>
                  <a:lnTo>
                    <a:pt x="19338" y="10262"/>
                  </a:lnTo>
                  <a:lnTo>
                    <a:pt x="19338" y="7397"/>
                  </a:lnTo>
                  <a:lnTo>
                    <a:pt x="18141" y="7397"/>
                  </a:lnTo>
                  <a:lnTo>
                    <a:pt x="17189" y="6446"/>
                  </a:lnTo>
                  <a:lnTo>
                    <a:pt x="17189" y="3816"/>
                  </a:lnTo>
                  <a:lnTo>
                    <a:pt x="12769" y="3816"/>
                  </a:lnTo>
                  <a:lnTo>
                    <a:pt x="8953" y="0"/>
                  </a:lnTo>
                  <a:close/>
                </a:path>
              </a:pathLst>
            </a:custGeom>
            <a:solidFill>
              <a:srgbClr val="B9B8BC"/>
            </a:solidFill>
            <a:ln>
              <a:noFill/>
            </a:ln>
          </p:spPr>
        </p:sp>
        <p:sp>
          <p:nvSpPr>
            <p:cNvPr id="17010" name="Graph element 1703"/>
            <p:cNvSpPr/>
            <p:nvPr/>
          </p:nvSpPr>
          <p:spPr>
            <a:xfrm>
              <a:off x="826227" y="1538871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B9B8BC"/>
            </a:solidFill>
            <a:ln>
              <a:noFill/>
            </a:ln>
          </p:spPr>
        </p:sp>
        <p:sp>
          <p:nvSpPr>
            <p:cNvPr id="17011" name="Graph element 1704"/>
            <p:cNvSpPr/>
            <p:nvPr/>
          </p:nvSpPr>
          <p:spPr>
            <a:xfrm>
              <a:off x="864842" y="1529499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B9B8BC"/>
            </a:solidFill>
            <a:ln>
              <a:noFill/>
            </a:ln>
          </p:spPr>
        </p:sp>
        <p:sp>
          <p:nvSpPr>
            <p:cNvPr id="17012" name="Graph element 1705"/>
            <p:cNvSpPr/>
            <p:nvPr/>
          </p:nvSpPr>
          <p:spPr>
            <a:xfrm>
              <a:off x="854457" y="1529499"/>
              <a:ext cx="4655" cy="8472"/>
            </a:xfrm>
            <a:custGeom>
              <a:avLst/>
              <a:gdLst/>
              <a:ahLst/>
              <a:cxnLst/>
              <a:rect l="0" t="0" r="r" b="b"/>
              <a:pathLst>
                <a:path w="4655" h="8472" stroke="0" extrusionOk="0">
                  <a:moveTo>
                    <a:pt x="0" y="0"/>
                  </a:moveTo>
                  <a:lnTo>
                    <a:pt x="0" y="3816"/>
                  </a:lnTo>
                  <a:lnTo>
                    <a:pt x="4655" y="8472"/>
                  </a:lnTo>
                  <a:lnTo>
                    <a:pt x="46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9B8BC"/>
            </a:solidFill>
            <a:ln>
              <a:noFill/>
            </a:ln>
          </p:spPr>
        </p:sp>
        <p:sp>
          <p:nvSpPr>
            <p:cNvPr id="17013" name="Graph element 1706"/>
            <p:cNvSpPr/>
            <p:nvPr/>
          </p:nvSpPr>
          <p:spPr>
            <a:xfrm>
              <a:off x="1089020" y="1520546"/>
              <a:ext cx="26377" cy="31749"/>
            </a:xfrm>
            <a:custGeom>
              <a:avLst/>
              <a:gdLst/>
              <a:ahLst/>
              <a:cxnLst/>
              <a:rect l="0" t="0" r="r" b="b"/>
              <a:pathLst>
                <a:path w="26377" h="31749" stroke="0" extrusionOk="0">
                  <a:moveTo>
                    <a:pt x="6211" y="0"/>
                  </a:moveTo>
                  <a:lnTo>
                    <a:pt x="3581" y="2630"/>
                  </a:lnTo>
                  <a:lnTo>
                    <a:pt x="3581" y="4420"/>
                  </a:lnTo>
                  <a:lnTo>
                    <a:pt x="1791" y="6211"/>
                  </a:lnTo>
                  <a:lnTo>
                    <a:pt x="1791" y="9792"/>
                  </a:lnTo>
                  <a:lnTo>
                    <a:pt x="0" y="11582"/>
                  </a:lnTo>
                  <a:lnTo>
                    <a:pt x="0" y="14560"/>
                  </a:lnTo>
                  <a:lnTo>
                    <a:pt x="1791" y="16350"/>
                  </a:lnTo>
                  <a:lnTo>
                    <a:pt x="1791" y="22561"/>
                  </a:lnTo>
                  <a:lnTo>
                    <a:pt x="5607" y="22561"/>
                  </a:lnTo>
                  <a:lnTo>
                    <a:pt x="6804" y="21364"/>
                  </a:lnTo>
                  <a:lnTo>
                    <a:pt x="8953" y="23513"/>
                  </a:lnTo>
                  <a:lnTo>
                    <a:pt x="8953" y="24116"/>
                  </a:lnTo>
                  <a:lnTo>
                    <a:pt x="7162" y="25907"/>
                  </a:lnTo>
                  <a:lnTo>
                    <a:pt x="7162" y="31749"/>
                  </a:lnTo>
                  <a:lnTo>
                    <a:pt x="10385" y="28526"/>
                  </a:lnTo>
                  <a:lnTo>
                    <a:pt x="11582" y="29723"/>
                  </a:lnTo>
                  <a:lnTo>
                    <a:pt x="13373" y="29723"/>
                  </a:lnTo>
                  <a:lnTo>
                    <a:pt x="15164" y="31514"/>
                  </a:lnTo>
                  <a:lnTo>
                    <a:pt x="20771" y="31514"/>
                  </a:lnTo>
                  <a:lnTo>
                    <a:pt x="20771" y="28884"/>
                  </a:lnTo>
                  <a:lnTo>
                    <a:pt x="22561" y="27094"/>
                  </a:lnTo>
                  <a:lnTo>
                    <a:pt x="22561" y="23513"/>
                  </a:lnTo>
                  <a:lnTo>
                    <a:pt x="26377" y="19696"/>
                  </a:lnTo>
                  <a:lnTo>
                    <a:pt x="19931" y="19696"/>
                  </a:lnTo>
                  <a:lnTo>
                    <a:pt x="18980" y="18745"/>
                  </a:lnTo>
                  <a:lnTo>
                    <a:pt x="18980" y="18141"/>
                  </a:lnTo>
                  <a:lnTo>
                    <a:pt x="20771" y="16350"/>
                  </a:lnTo>
                  <a:lnTo>
                    <a:pt x="20771" y="9792"/>
                  </a:lnTo>
                  <a:lnTo>
                    <a:pt x="18980" y="8001"/>
                  </a:lnTo>
                  <a:lnTo>
                    <a:pt x="18980" y="6211"/>
                  </a:lnTo>
                  <a:lnTo>
                    <a:pt x="14560" y="1791"/>
                  </a:lnTo>
                  <a:lnTo>
                    <a:pt x="10979" y="1791"/>
                  </a:lnTo>
                  <a:lnTo>
                    <a:pt x="9188" y="0"/>
                  </a:lnTo>
                  <a:lnTo>
                    <a:pt x="6211" y="0"/>
                  </a:lnTo>
                  <a:close/>
                </a:path>
              </a:pathLst>
            </a:custGeom>
            <a:solidFill>
              <a:srgbClr val="B9B8BC"/>
            </a:solidFill>
            <a:ln>
              <a:noFill/>
            </a:ln>
          </p:spPr>
        </p:sp>
        <p:sp>
          <p:nvSpPr>
            <p:cNvPr id="17014" name="Graph element 1707"/>
            <p:cNvSpPr/>
            <p:nvPr/>
          </p:nvSpPr>
          <p:spPr>
            <a:xfrm>
              <a:off x="854457" y="1518756"/>
              <a:ext cx="4655" cy="12053"/>
            </a:xfrm>
            <a:custGeom>
              <a:avLst/>
              <a:gdLst/>
              <a:ahLst/>
              <a:cxnLst/>
              <a:rect l="0" t="0" r="r" b="b"/>
              <a:pathLst>
                <a:path w="4655" h="12053" stroke="0" extrusionOk="0">
                  <a:moveTo>
                    <a:pt x="0" y="0"/>
                  </a:moveTo>
                  <a:lnTo>
                    <a:pt x="0" y="7397"/>
                  </a:lnTo>
                  <a:lnTo>
                    <a:pt x="4655" y="12053"/>
                  </a:lnTo>
                  <a:lnTo>
                    <a:pt x="46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9B8BC"/>
            </a:solidFill>
            <a:ln>
              <a:noFill/>
            </a:ln>
          </p:spPr>
        </p:sp>
        <p:sp>
          <p:nvSpPr>
            <p:cNvPr id="17015" name="Graph element 1708"/>
            <p:cNvSpPr/>
            <p:nvPr/>
          </p:nvSpPr>
          <p:spPr>
            <a:xfrm>
              <a:off x="1106691" y="1515174"/>
              <a:ext cx="15869" cy="8237"/>
            </a:xfrm>
            <a:custGeom>
              <a:avLst/>
              <a:gdLst/>
              <a:ahLst/>
              <a:cxnLst/>
              <a:rect l="0" t="0" r="r" b="b"/>
              <a:pathLst>
                <a:path w="15869" h="8237" stroke="0" extrusionOk="0">
                  <a:moveTo>
                    <a:pt x="0" y="0"/>
                  </a:moveTo>
                  <a:lnTo>
                    <a:pt x="3816" y="3816"/>
                  </a:lnTo>
                  <a:lnTo>
                    <a:pt x="3816" y="6446"/>
                  </a:lnTo>
                  <a:lnTo>
                    <a:pt x="6446" y="6446"/>
                  </a:lnTo>
                  <a:lnTo>
                    <a:pt x="8237" y="8237"/>
                  </a:lnTo>
                  <a:lnTo>
                    <a:pt x="11214" y="8237"/>
                  </a:lnTo>
                  <a:lnTo>
                    <a:pt x="15869" y="3581"/>
                  </a:lnTo>
                  <a:lnTo>
                    <a:pt x="9423" y="3581"/>
                  </a:lnTo>
                  <a:lnTo>
                    <a:pt x="584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9B8BC"/>
            </a:solidFill>
            <a:ln>
              <a:noFill/>
            </a:ln>
          </p:spPr>
        </p:sp>
        <p:sp>
          <p:nvSpPr>
            <p:cNvPr id="17016" name="Graph element 1709"/>
            <p:cNvSpPr/>
            <p:nvPr/>
          </p:nvSpPr>
          <p:spPr>
            <a:xfrm>
              <a:off x="1105135" y="1500492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9B8BC"/>
            </a:solidFill>
            <a:ln>
              <a:noFill/>
            </a:ln>
          </p:spPr>
        </p:sp>
        <p:sp>
          <p:nvSpPr>
            <p:cNvPr id="17017" name="Graph element 1710"/>
            <p:cNvSpPr/>
            <p:nvPr/>
          </p:nvSpPr>
          <p:spPr>
            <a:xfrm>
              <a:off x="893849" y="1473991"/>
              <a:ext cx="6681" cy="6681"/>
            </a:xfrm>
            <a:custGeom>
              <a:avLst/>
              <a:gdLst/>
              <a:ahLst/>
              <a:cxnLst/>
              <a:rect l="0" t="0" r="r" b="b"/>
              <a:pathLst>
                <a:path w="6681" h="6681" stroke="0" extrusionOk="0">
                  <a:moveTo>
                    <a:pt x="0" y="0"/>
                  </a:moveTo>
                  <a:lnTo>
                    <a:pt x="0" y="6681"/>
                  </a:lnTo>
                  <a:lnTo>
                    <a:pt x="668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9B8BC"/>
            </a:solidFill>
            <a:ln>
              <a:noFill/>
            </a:ln>
          </p:spPr>
        </p:sp>
        <p:sp>
          <p:nvSpPr>
            <p:cNvPr id="17018" name="Graph element 1711"/>
            <p:cNvSpPr/>
            <p:nvPr/>
          </p:nvSpPr>
          <p:spPr>
            <a:xfrm>
              <a:off x="1069324" y="1472201"/>
              <a:ext cx="8237" cy="8237"/>
            </a:xfrm>
            <a:custGeom>
              <a:avLst/>
              <a:gdLst/>
              <a:ahLst/>
              <a:cxnLst/>
              <a:rect l="0" t="0" r="r" b="b"/>
              <a:pathLst>
                <a:path w="8237" h="8237" stroke="0" extrusionOk="0">
                  <a:moveTo>
                    <a:pt x="0" y="0"/>
                  </a:moveTo>
                  <a:lnTo>
                    <a:pt x="0" y="8237"/>
                  </a:lnTo>
                  <a:lnTo>
                    <a:pt x="5607" y="8237"/>
                  </a:lnTo>
                  <a:lnTo>
                    <a:pt x="8237" y="5607"/>
                  </a:lnTo>
                  <a:lnTo>
                    <a:pt x="8237" y="2630"/>
                  </a:lnTo>
                  <a:lnTo>
                    <a:pt x="560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9B8BC"/>
            </a:solidFill>
            <a:ln>
              <a:noFill/>
            </a:ln>
          </p:spPr>
        </p:sp>
        <p:sp>
          <p:nvSpPr>
            <p:cNvPr id="17019" name="Graph element 1712"/>
            <p:cNvSpPr/>
            <p:nvPr/>
          </p:nvSpPr>
          <p:spPr>
            <a:xfrm>
              <a:off x="1153481" y="1431018"/>
              <a:ext cx="28526" cy="26736"/>
            </a:xfrm>
            <a:custGeom>
              <a:avLst/>
              <a:gdLst/>
              <a:ahLst/>
              <a:cxnLst/>
              <a:rect l="0" t="0" r="r" b="b"/>
              <a:pathLst>
                <a:path w="28526" h="26736" stroke="0" extrusionOk="0">
                  <a:moveTo>
                    <a:pt x="18745" y="0"/>
                  </a:moveTo>
                  <a:lnTo>
                    <a:pt x="13373" y="5372"/>
                  </a:lnTo>
                  <a:lnTo>
                    <a:pt x="4420" y="5372"/>
                  </a:lnTo>
                  <a:lnTo>
                    <a:pt x="2630" y="7162"/>
                  </a:lnTo>
                  <a:lnTo>
                    <a:pt x="0" y="7162"/>
                  </a:lnTo>
                  <a:lnTo>
                    <a:pt x="0" y="10979"/>
                  </a:lnTo>
                  <a:lnTo>
                    <a:pt x="2630" y="13608"/>
                  </a:lnTo>
                  <a:lnTo>
                    <a:pt x="4420" y="13608"/>
                  </a:lnTo>
                  <a:lnTo>
                    <a:pt x="6211" y="15399"/>
                  </a:lnTo>
                  <a:lnTo>
                    <a:pt x="8001" y="15399"/>
                  </a:lnTo>
                  <a:lnTo>
                    <a:pt x="8953" y="16350"/>
                  </a:lnTo>
                  <a:lnTo>
                    <a:pt x="8953" y="21722"/>
                  </a:lnTo>
                  <a:lnTo>
                    <a:pt x="11582" y="24352"/>
                  </a:lnTo>
                  <a:lnTo>
                    <a:pt x="16954" y="24352"/>
                  </a:lnTo>
                  <a:lnTo>
                    <a:pt x="19338" y="26736"/>
                  </a:lnTo>
                  <a:lnTo>
                    <a:pt x="21722" y="24352"/>
                  </a:lnTo>
                  <a:lnTo>
                    <a:pt x="23513" y="24352"/>
                  </a:lnTo>
                  <a:lnTo>
                    <a:pt x="26142" y="21722"/>
                  </a:lnTo>
                  <a:lnTo>
                    <a:pt x="26142" y="14560"/>
                  </a:lnTo>
                  <a:lnTo>
                    <a:pt x="28526" y="12176"/>
                  </a:lnTo>
                  <a:lnTo>
                    <a:pt x="25303" y="8953"/>
                  </a:lnTo>
                  <a:lnTo>
                    <a:pt x="23154" y="8595"/>
                  </a:lnTo>
                  <a:lnTo>
                    <a:pt x="24352" y="7397"/>
                  </a:lnTo>
                  <a:lnTo>
                    <a:pt x="24352" y="2630"/>
                  </a:lnTo>
                  <a:lnTo>
                    <a:pt x="21722" y="0"/>
                  </a:lnTo>
                  <a:lnTo>
                    <a:pt x="18745" y="0"/>
                  </a:lnTo>
                  <a:close/>
                </a:path>
              </a:pathLst>
            </a:custGeom>
            <a:solidFill>
              <a:srgbClr val="B9B8BC"/>
            </a:solidFill>
            <a:ln>
              <a:noFill/>
            </a:ln>
          </p:spPr>
        </p:sp>
        <p:sp>
          <p:nvSpPr>
            <p:cNvPr id="17020" name="Graph element 1713"/>
            <p:cNvSpPr/>
            <p:nvPr/>
          </p:nvSpPr>
          <p:spPr>
            <a:xfrm>
              <a:off x="1085204" y="1411322"/>
              <a:ext cx="47864" cy="38676"/>
            </a:xfrm>
            <a:custGeom>
              <a:avLst/>
              <a:gdLst/>
              <a:ahLst/>
              <a:cxnLst/>
              <a:rect l="0" t="0" r="r" b="b"/>
              <a:pathLst>
                <a:path w="47864" h="38676" stroke="0" extrusionOk="0">
                  <a:moveTo>
                    <a:pt x="36886" y="0"/>
                  </a:moveTo>
                  <a:lnTo>
                    <a:pt x="34256" y="2630"/>
                  </a:lnTo>
                  <a:lnTo>
                    <a:pt x="34256" y="4420"/>
                  </a:lnTo>
                  <a:lnTo>
                    <a:pt x="33304" y="5372"/>
                  </a:lnTo>
                  <a:lnTo>
                    <a:pt x="32701" y="5372"/>
                  </a:lnTo>
                  <a:lnTo>
                    <a:pt x="30910" y="3581"/>
                  </a:lnTo>
                  <a:lnTo>
                    <a:pt x="24352" y="3581"/>
                  </a:lnTo>
                  <a:lnTo>
                    <a:pt x="22561" y="5372"/>
                  </a:lnTo>
                  <a:lnTo>
                    <a:pt x="20771" y="5372"/>
                  </a:lnTo>
                  <a:lnTo>
                    <a:pt x="18980" y="7162"/>
                  </a:lnTo>
                  <a:lnTo>
                    <a:pt x="13608" y="7162"/>
                  </a:lnTo>
                  <a:lnTo>
                    <a:pt x="10027" y="10743"/>
                  </a:lnTo>
                  <a:lnTo>
                    <a:pt x="9065" y="10385"/>
                  </a:lnTo>
                  <a:lnTo>
                    <a:pt x="10262" y="9188"/>
                  </a:lnTo>
                  <a:lnTo>
                    <a:pt x="10262" y="1791"/>
                  </a:lnTo>
                  <a:lnTo>
                    <a:pt x="5607" y="1791"/>
                  </a:lnTo>
                  <a:lnTo>
                    <a:pt x="5607" y="5607"/>
                  </a:lnTo>
                  <a:lnTo>
                    <a:pt x="7397" y="7397"/>
                  </a:lnTo>
                  <a:lnTo>
                    <a:pt x="7397" y="8001"/>
                  </a:lnTo>
                  <a:lnTo>
                    <a:pt x="4236" y="11163"/>
                  </a:lnTo>
                  <a:lnTo>
                    <a:pt x="6262" y="13189"/>
                  </a:lnTo>
                  <a:lnTo>
                    <a:pt x="7039" y="12411"/>
                  </a:lnTo>
                  <a:lnTo>
                    <a:pt x="7397" y="12769"/>
                  </a:lnTo>
                  <a:lnTo>
                    <a:pt x="7397" y="14560"/>
                  </a:lnTo>
                  <a:lnTo>
                    <a:pt x="9188" y="16350"/>
                  </a:lnTo>
                  <a:lnTo>
                    <a:pt x="9188" y="18141"/>
                  </a:lnTo>
                  <a:lnTo>
                    <a:pt x="14560" y="23513"/>
                  </a:lnTo>
                  <a:lnTo>
                    <a:pt x="13608" y="25068"/>
                  </a:lnTo>
                  <a:lnTo>
                    <a:pt x="13004" y="25068"/>
                  </a:lnTo>
                  <a:lnTo>
                    <a:pt x="12053" y="24116"/>
                  </a:lnTo>
                  <a:lnTo>
                    <a:pt x="12053" y="22326"/>
                  </a:lnTo>
                  <a:lnTo>
                    <a:pt x="5842" y="16115"/>
                  </a:lnTo>
                  <a:lnTo>
                    <a:pt x="0" y="16115"/>
                  </a:lnTo>
                  <a:lnTo>
                    <a:pt x="3223" y="19338"/>
                  </a:lnTo>
                  <a:lnTo>
                    <a:pt x="2026" y="20535"/>
                  </a:lnTo>
                  <a:lnTo>
                    <a:pt x="2026" y="25303"/>
                  </a:lnTo>
                  <a:lnTo>
                    <a:pt x="3816" y="27094"/>
                  </a:lnTo>
                  <a:lnTo>
                    <a:pt x="3816" y="32465"/>
                  </a:lnTo>
                  <a:lnTo>
                    <a:pt x="5607" y="34256"/>
                  </a:lnTo>
                  <a:lnTo>
                    <a:pt x="5607" y="36046"/>
                  </a:lnTo>
                  <a:lnTo>
                    <a:pt x="8237" y="38676"/>
                  </a:lnTo>
                  <a:lnTo>
                    <a:pt x="23748" y="38676"/>
                  </a:lnTo>
                  <a:lnTo>
                    <a:pt x="25538" y="36886"/>
                  </a:lnTo>
                  <a:lnTo>
                    <a:pt x="27933" y="36886"/>
                  </a:lnTo>
                  <a:lnTo>
                    <a:pt x="29723" y="38676"/>
                  </a:lnTo>
                  <a:lnTo>
                    <a:pt x="32701" y="38676"/>
                  </a:lnTo>
                  <a:lnTo>
                    <a:pt x="34491" y="36886"/>
                  </a:lnTo>
                  <a:lnTo>
                    <a:pt x="38072" y="36886"/>
                  </a:lnTo>
                  <a:lnTo>
                    <a:pt x="41295" y="33663"/>
                  </a:lnTo>
                  <a:lnTo>
                    <a:pt x="39505" y="31872"/>
                  </a:lnTo>
                  <a:lnTo>
                    <a:pt x="40702" y="30675"/>
                  </a:lnTo>
                  <a:lnTo>
                    <a:pt x="40702" y="23513"/>
                  </a:lnTo>
                  <a:lnTo>
                    <a:pt x="43086" y="21129"/>
                  </a:lnTo>
                  <a:lnTo>
                    <a:pt x="40702" y="18745"/>
                  </a:lnTo>
                  <a:lnTo>
                    <a:pt x="40702" y="13373"/>
                  </a:lnTo>
                  <a:lnTo>
                    <a:pt x="38911" y="11582"/>
                  </a:lnTo>
                  <a:lnTo>
                    <a:pt x="38911" y="10979"/>
                  </a:lnTo>
                  <a:lnTo>
                    <a:pt x="40467" y="10027"/>
                  </a:lnTo>
                  <a:lnTo>
                    <a:pt x="42257" y="11818"/>
                  </a:lnTo>
                  <a:lnTo>
                    <a:pt x="47864" y="11818"/>
                  </a:lnTo>
                  <a:lnTo>
                    <a:pt x="47864" y="1791"/>
                  </a:lnTo>
                  <a:lnTo>
                    <a:pt x="43444" y="1791"/>
                  </a:lnTo>
                  <a:lnTo>
                    <a:pt x="41653" y="0"/>
                  </a:lnTo>
                  <a:lnTo>
                    <a:pt x="36886" y="0"/>
                  </a:lnTo>
                  <a:close/>
                </a:path>
              </a:pathLst>
            </a:custGeom>
            <a:solidFill>
              <a:srgbClr val="B9B8BC"/>
            </a:solidFill>
            <a:ln>
              <a:noFill/>
            </a:ln>
          </p:spPr>
        </p:sp>
        <p:sp>
          <p:nvSpPr>
            <p:cNvPr id="17021" name="Graph element 1714"/>
            <p:cNvSpPr/>
            <p:nvPr/>
          </p:nvSpPr>
          <p:spPr>
            <a:xfrm>
              <a:off x="892058" y="1402369"/>
              <a:ext cx="58966" cy="40467"/>
            </a:xfrm>
            <a:custGeom>
              <a:avLst/>
              <a:gdLst/>
              <a:ahLst/>
              <a:cxnLst/>
              <a:rect l="0" t="0" r="r" b="b"/>
              <a:pathLst>
                <a:path w="58966" h="40467" stroke="0" extrusionOk="0">
                  <a:moveTo>
                    <a:pt x="11582" y="0"/>
                  </a:moveTo>
                  <a:lnTo>
                    <a:pt x="6211" y="5372"/>
                  </a:lnTo>
                  <a:lnTo>
                    <a:pt x="4420" y="5372"/>
                  </a:lnTo>
                  <a:lnTo>
                    <a:pt x="0" y="9792"/>
                  </a:lnTo>
                  <a:lnTo>
                    <a:pt x="0" y="14560"/>
                  </a:lnTo>
                  <a:lnTo>
                    <a:pt x="1791" y="16350"/>
                  </a:lnTo>
                  <a:lnTo>
                    <a:pt x="1791" y="25303"/>
                  </a:lnTo>
                  <a:lnTo>
                    <a:pt x="3581" y="27094"/>
                  </a:lnTo>
                  <a:lnTo>
                    <a:pt x="3581" y="28884"/>
                  </a:lnTo>
                  <a:lnTo>
                    <a:pt x="5372" y="30675"/>
                  </a:lnTo>
                  <a:lnTo>
                    <a:pt x="5372" y="32465"/>
                  </a:lnTo>
                  <a:lnTo>
                    <a:pt x="8001" y="35095"/>
                  </a:lnTo>
                  <a:lnTo>
                    <a:pt x="11582" y="35095"/>
                  </a:lnTo>
                  <a:lnTo>
                    <a:pt x="13373" y="36886"/>
                  </a:lnTo>
                  <a:lnTo>
                    <a:pt x="18745" y="36886"/>
                  </a:lnTo>
                  <a:lnTo>
                    <a:pt x="21129" y="39270"/>
                  </a:lnTo>
                  <a:lnTo>
                    <a:pt x="23513" y="36886"/>
                  </a:lnTo>
                  <a:lnTo>
                    <a:pt x="27698" y="36886"/>
                  </a:lnTo>
                  <a:lnTo>
                    <a:pt x="29488" y="38676"/>
                  </a:lnTo>
                  <a:lnTo>
                    <a:pt x="33069" y="38676"/>
                  </a:lnTo>
                  <a:lnTo>
                    <a:pt x="34860" y="40467"/>
                  </a:lnTo>
                  <a:lnTo>
                    <a:pt x="46790" y="40467"/>
                  </a:lnTo>
                  <a:lnTo>
                    <a:pt x="48580" y="38676"/>
                  </a:lnTo>
                  <a:lnTo>
                    <a:pt x="50371" y="38676"/>
                  </a:lnTo>
                  <a:lnTo>
                    <a:pt x="56582" y="32465"/>
                  </a:lnTo>
                  <a:lnTo>
                    <a:pt x="56582" y="30675"/>
                  </a:lnTo>
                  <a:lnTo>
                    <a:pt x="58966" y="28291"/>
                  </a:lnTo>
                  <a:lnTo>
                    <a:pt x="57175" y="26500"/>
                  </a:lnTo>
                  <a:lnTo>
                    <a:pt x="58372" y="25303"/>
                  </a:lnTo>
                  <a:lnTo>
                    <a:pt x="58372" y="16115"/>
                  </a:lnTo>
                  <a:lnTo>
                    <a:pt x="50975" y="16115"/>
                  </a:lnTo>
                  <a:lnTo>
                    <a:pt x="49778" y="17312"/>
                  </a:lnTo>
                  <a:lnTo>
                    <a:pt x="49420" y="15164"/>
                  </a:lnTo>
                  <a:lnTo>
                    <a:pt x="47629" y="13373"/>
                  </a:lnTo>
                  <a:lnTo>
                    <a:pt x="47629" y="11582"/>
                  </a:lnTo>
                  <a:lnTo>
                    <a:pt x="45838" y="9792"/>
                  </a:lnTo>
                  <a:lnTo>
                    <a:pt x="45838" y="5372"/>
                  </a:lnTo>
                  <a:lnTo>
                    <a:pt x="36046" y="5372"/>
                  </a:lnTo>
                  <a:lnTo>
                    <a:pt x="31872" y="1197"/>
                  </a:lnTo>
                  <a:lnTo>
                    <a:pt x="29488" y="3581"/>
                  </a:lnTo>
                  <a:lnTo>
                    <a:pt x="23513" y="3581"/>
                  </a:lnTo>
                  <a:lnTo>
                    <a:pt x="21722" y="1791"/>
                  </a:lnTo>
                  <a:lnTo>
                    <a:pt x="19931" y="1791"/>
                  </a:lnTo>
                  <a:lnTo>
                    <a:pt x="18141" y="0"/>
                  </a:lnTo>
                  <a:lnTo>
                    <a:pt x="11582" y="0"/>
                  </a:lnTo>
                  <a:close/>
                  <a:moveTo>
                    <a:pt x="35095" y="14560"/>
                  </a:moveTo>
                  <a:lnTo>
                    <a:pt x="36046" y="13608"/>
                  </a:lnTo>
                  <a:lnTo>
                    <a:pt x="38441" y="13608"/>
                  </a:lnTo>
                  <a:lnTo>
                    <a:pt x="39392" y="14560"/>
                  </a:lnTo>
                  <a:lnTo>
                    <a:pt x="39392" y="16954"/>
                  </a:lnTo>
                  <a:lnTo>
                    <a:pt x="38441" y="17906"/>
                  </a:lnTo>
                  <a:lnTo>
                    <a:pt x="36046" y="17906"/>
                  </a:lnTo>
                  <a:lnTo>
                    <a:pt x="35095" y="16954"/>
                  </a:lnTo>
                  <a:lnTo>
                    <a:pt x="35095" y="14560"/>
                  </a:lnTo>
                  <a:close/>
                  <a:moveTo>
                    <a:pt x="35095" y="28884"/>
                  </a:moveTo>
                  <a:lnTo>
                    <a:pt x="36046" y="27933"/>
                  </a:lnTo>
                  <a:lnTo>
                    <a:pt x="38441" y="27933"/>
                  </a:lnTo>
                  <a:lnTo>
                    <a:pt x="39392" y="28884"/>
                  </a:lnTo>
                  <a:lnTo>
                    <a:pt x="39392" y="31279"/>
                  </a:lnTo>
                  <a:lnTo>
                    <a:pt x="38441" y="32230"/>
                  </a:lnTo>
                  <a:lnTo>
                    <a:pt x="36046" y="32230"/>
                  </a:lnTo>
                  <a:lnTo>
                    <a:pt x="35095" y="31279"/>
                  </a:lnTo>
                  <a:lnTo>
                    <a:pt x="35095" y="28884"/>
                  </a:lnTo>
                  <a:close/>
                </a:path>
              </a:pathLst>
            </a:custGeom>
            <a:solidFill>
              <a:srgbClr val="B9B8BC"/>
            </a:solidFill>
            <a:ln>
              <a:noFill/>
            </a:ln>
          </p:spPr>
        </p:sp>
        <p:sp>
          <p:nvSpPr>
            <p:cNvPr id="17022" name="Graph element 1715"/>
            <p:cNvSpPr/>
            <p:nvPr/>
          </p:nvSpPr>
          <p:spPr>
            <a:xfrm>
              <a:off x="887884" y="1364532"/>
              <a:ext cx="39863" cy="38492"/>
            </a:xfrm>
            <a:custGeom>
              <a:avLst/>
              <a:gdLst/>
              <a:ahLst/>
              <a:cxnLst/>
              <a:rect l="0" t="0" r="r" b="b"/>
              <a:pathLst>
                <a:path w="39863" h="38492" stroke="0" extrusionOk="0">
                  <a:moveTo>
                    <a:pt x="14560" y="3100"/>
                  </a:moveTo>
                  <a:lnTo>
                    <a:pt x="15757" y="3100"/>
                  </a:lnTo>
                  <a:lnTo>
                    <a:pt x="16708" y="4052"/>
                  </a:lnTo>
                  <a:lnTo>
                    <a:pt x="15757" y="5607"/>
                  </a:lnTo>
                  <a:lnTo>
                    <a:pt x="13363" y="5607"/>
                  </a:lnTo>
                  <a:lnTo>
                    <a:pt x="12411" y="4655"/>
                  </a:lnTo>
                  <a:lnTo>
                    <a:pt x="12411" y="0"/>
                  </a:lnTo>
                  <a:lnTo>
                    <a:pt x="5014" y="7397"/>
                  </a:lnTo>
                  <a:lnTo>
                    <a:pt x="2384" y="7397"/>
                  </a:lnTo>
                  <a:lnTo>
                    <a:pt x="2384" y="13608"/>
                  </a:lnTo>
                  <a:lnTo>
                    <a:pt x="0" y="15992"/>
                  </a:lnTo>
                  <a:lnTo>
                    <a:pt x="2384" y="18376"/>
                  </a:lnTo>
                  <a:lnTo>
                    <a:pt x="2384" y="21957"/>
                  </a:lnTo>
                  <a:lnTo>
                    <a:pt x="4174" y="23748"/>
                  </a:lnTo>
                  <a:lnTo>
                    <a:pt x="4174" y="27329"/>
                  </a:lnTo>
                  <a:lnTo>
                    <a:pt x="6804" y="29959"/>
                  </a:lnTo>
                  <a:lnTo>
                    <a:pt x="8595" y="29959"/>
                  </a:lnTo>
                  <a:lnTo>
                    <a:pt x="12176" y="33540"/>
                  </a:lnTo>
                  <a:lnTo>
                    <a:pt x="13966" y="33540"/>
                  </a:lnTo>
                  <a:lnTo>
                    <a:pt x="14918" y="34491"/>
                  </a:lnTo>
                  <a:lnTo>
                    <a:pt x="14918" y="37121"/>
                  </a:lnTo>
                  <a:lnTo>
                    <a:pt x="20525" y="37121"/>
                  </a:lnTo>
                  <a:lnTo>
                    <a:pt x="22315" y="35330"/>
                  </a:lnTo>
                  <a:lnTo>
                    <a:pt x="26500" y="35330"/>
                  </a:lnTo>
                  <a:lnTo>
                    <a:pt x="29662" y="38492"/>
                  </a:lnTo>
                  <a:lnTo>
                    <a:pt x="31688" y="36466"/>
                  </a:lnTo>
                  <a:lnTo>
                    <a:pt x="30910" y="35688"/>
                  </a:lnTo>
                  <a:lnTo>
                    <a:pt x="33059" y="33540"/>
                  </a:lnTo>
                  <a:lnTo>
                    <a:pt x="35688" y="33540"/>
                  </a:lnTo>
                  <a:lnTo>
                    <a:pt x="35688" y="30910"/>
                  </a:lnTo>
                  <a:lnTo>
                    <a:pt x="39863" y="26736"/>
                  </a:lnTo>
                  <a:lnTo>
                    <a:pt x="38072" y="24945"/>
                  </a:lnTo>
                  <a:lnTo>
                    <a:pt x="39270" y="23748"/>
                  </a:lnTo>
                  <a:lnTo>
                    <a:pt x="39270" y="11818"/>
                  </a:lnTo>
                  <a:lnTo>
                    <a:pt x="37479" y="10027"/>
                  </a:lnTo>
                  <a:lnTo>
                    <a:pt x="37479" y="5607"/>
                  </a:lnTo>
                  <a:lnTo>
                    <a:pt x="29478" y="5607"/>
                  </a:lnTo>
                  <a:lnTo>
                    <a:pt x="27687" y="3816"/>
                  </a:lnTo>
                  <a:lnTo>
                    <a:pt x="20525" y="3816"/>
                  </a:lnTo>
                  <a:lnTo>
                    <a:pt x="16944" y="235"/>
                  </a:lnTo>
                  <a:lnTo>
                    <a:pt x="14560" y="3100"/>
                  </a:lnTo>
                  <a:close/>
                </a:path>
              </a:pathLst>
            </a:custGeom>
            <a:solidFill>
              <a:srgbClr val="B9B8BC"/>
            </a:solidFill>
            <a:ln>
              <a:noFill/>
            </a:ln>
          </p:spPr>
        </p:sp>
        <p:sp>
          <p:nvSpPr>
            <p:cNvPr id="17023" name="Graph element 1716"/>
            <p:cNvSpPr/>
            <p:nvPr/>
          </p:nvSpPr>
          <p:spPr>
            <a:xfrm>
              <a:off x="888119" y="1361186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B9B8BC"/>
            </a:solidFill>
            <a:ln>
              <a:noFill/>
            </a:ln>
          </p:spPr>
        </p:sp>
        <p:sp>
          <p:nvSpPr>
            <p:cNvPr id="17024" name="Graph element 1717"/>
            <p:cNvSpPr/>
            <p:nvPr/>
          </p:nvSpPr>
          <p:spPr>
            <a:xfrm>
              <a:off x="856247" y="1359395"/>
              <a:ext cx="27933" cy="39270"/>
            </a:xfrm>
            <a:custGeom>
              <a:avLst/>
              <a:gdLst/>
              <a:ahLst/>
              <a:cxnLst/>
              <a:rect l="0" t="0" r="r" b="b"/>
              <a:pathLst>
                <a:path w="27933" h="39270" stroke="0" extrusionOk="0">
                  <a:moveTo>
                    <a:pt x="20535" y="0"/>
                  </a:moveTo>
                  <a:lnTo>
                    <a:pt x="18745" y="1791"/>
                  </a:lnTo>
                  <a:lnTo>
                    <a:pt x="16115" y="1791"/>
                  </a:lnTo>
                  <a:lnTo>
                    <a:pt x="16115" y="4420"/>
                  </a:lnTo>
                  <a:lnTo>
                    <a:pt x="12299" y="8237"/>
                  </a:lnTo>
                  <a:lnTo>
                    <a:pt x="18745" y="8237"/>
                  </a:lnTo>
                  <a:lnTo>
                    <a:pt x="19696" y="9188"/>
                  </a:lnTo>
                  <a:lnTo>
                    <a:pt x="18745" y="10743"/>
                  </a:lnTo>
                  <a:lnTo>
                    <a:pt x="16350" y="10743"/>
                  </a:lnTo>
                  <a:lnTo>
                    <a:pt x="13966" y="8359"/>
                  </a:lnTo>
                  <a:lnTo>
                    <a:pt x="11582" y="10743"/>
                  </a:lnTo>
                  <a:lnTo>
                    <a:pt x="9188" y="10743"/>
                  </a:lnTo>
                  <a:lnTo>
                    <a:pt x="6804" y="8359"/>
                  </a:lnTo>
                  <a:lnTo>
                    <a:pt x="4420" y="10743"/>
                  </a:lnTo>
                  <a:lnTo>
                    <a:pt x="0" y="10743"/>
                  </a:lnTo>
                  <a:lnTo>
                    <a:pt x="0" y="23513"/>
                  </a:lnTo>
                  <a:lnTo>
                    <a:pt x="2630" y="26142"/>
                  </a:lnTo>
                  <a:lnTo>
                    <a:pt x="5607" y="26142"/>
                  </a:lnTo>
                  <a:lnTo>
                    <a:pt x="7397" y="24352"/>
                  </a:lnTo>
                  <a:lnTo>
                    <a:pt x="11582" y="24352"/>
                  </a:lnTo>
                  <a:lnTo>
                    <a:pt x="16115" y="28884"/>
                  </a:lnTo>
                  <a:lnTo>
                    <a:pt x="16115" y="29488"/>
                  </a:lnTo>
                  <a:lnTo>
                    <a:pt x="14325" y="31279"/>
                  </a:lnTo>
                  <a:lnTo>
                    <a:pt x="14325" y="36046"/>
                  </a:lnTo>
                  <a:lnTo>
                    <a:pt x="17548" y="39270"/>
                  </a:lnTo>
                  <a:lnTo>
                    <a:pt x="19931" y="36886"/>
                  </a:lnTo>
                  <a:lnTo>
                    <a:pt x="22561" y="36886"/>
                  </a:lnTo>
                  <a:lnTo>
                    <a:pt x="22919" y="33898"/>
                  </a:lnTo>
                  <a:lnTo>
                    <a:pt x="24116" y="35095"/>
                  </a:lnTo>
                  <a:lnTo>
                    <a:pt x="27933" y="35095"/>
                  </a:lnTo>
                  <a:lnTo>
                    <a:pt x="27933" y="31279"/>
                  </a:lnTo>
                  <a:lnTo>
                    <a:pt x="26142" y="29488"/>
                  </a:lnTo>
                  <a:lnTo>
                    <a:pt x="26142" y="27698"/>
                  </a:lnTo>
                  <a:lnTo>
                    <a:pt x="21722" y="23277"/>
                  </a:lnTo>
                  <a:lnTo>
                    <a:pt x="19931" y="23277"/>
                  </a:lnTo>
                  <a:lnTo>
                    <a:pt x="18141" y="21487"/>
                  </a:lnTo>
                  <a:lnTo>
                    <a:pt x="15992" y="21129"/>
                  </a:lnTo>
                  <a:lnTo>
                    <a:pt x="18980" y="20771"/>
                  </a:lnTo>
                  <a:lnTo>
                    <a:pt x="18980" y="16350"/>
                  </a:lnTo>
                  <a:lnTo>
                    <a:pt x="19931" y="15399"/>
                  </a:lnTo>
                  <a:lnTo>
                    <a:pt x="22561" y="15399"/>
                  </a:lnTo>
                  <a:lnTo>
                    <a:pt x="22561" y="10979"/>
                  </a:lnTo>
                  <a:lnTo>
                    <a:pt x="24352" y="9188"/>
                  </a:lnTo>
                  <a:lnTo>
                    <a:pt x="24352" y="3816"/>
                  </a:lnTo>
                  <a:lnTo>
                    <a:pt x="25303" y="2865"/>
                  </a:lnTo>
                  <a:lnTo>
                    <a:pt x="26500" y="2865"/>
                  </a:lnTo>
                  <a:lnTo>
                    <a:pt x="26500" y="0"/>
                  </a:lnTo>
                  <a:lnTo>
                    <a:pt x="20535" y="0"/>
                  </a:lnTo>
                  <a:close/>
                  <a:moveTo>
                    <a:pt x="11818" y="19931"/>
                  </a:moveTo>
                  <a:lnTo>
                    <a:pt x="12176" y="19573"/>
                  </a:lnTo>
                  <a:lnTo>
                    <a:pt x="12534" y="19931"/>
                  </a:lnTo>
                  <a:lnTo>
                    <a:pt x="12176" y="20893"/>
                  </a:lnTo>
                  <a:lnTo>
                    <a:pt x="11818" y="19931"/>
                  </a:lnTo>
                  <a:close/>
                </a:path>
              </a:pathLst>
            </a:custGeom>
            <a:solidFill>
              <a:srgbClr val="B9B8BC"/>
            </a:solidFill>
            <a:ln>
              <a:noFill/>
            </a:ln>
          </p:spPr>
        </p:sp>
        <p:sp>
          <p:nvSpPr>
            <p:cNvPr id="17025" name="Graph element 1718"/>
            <p:cNvSpPr/>
            <p:nvPr/>
          </p:nvSpPr>
          <p:spPr>
            <a:xfrm>
              <a:off x="813038" y="1357012"/>
              <a:ext cx="280637" cy="295320"/>
            </a:xfrm>
            <a:custGeom>
              <a:avLst/>
              <a:gdLst/>
              <a:ahLst/>
              <a:cxnLst/>
              <a:rect l="0" t="0" r="r" b="b"/>
              <a:pathLst>
                <a:path w="280637" h="295320" stroke="0" extrusionOk="0">
                  <a:moveTo>
                    <a:pt x="232650" y="0"/>
                  </a:moveTo>
                  <a:lnTo>
                    <a:pt x="230266" y="2384"/>
                  </a:lnTo>
                  <a:lnTo>
                    <a:pt x="228476" y="2384"/>
                  </a:lnTo>
                  <a:lnTo>
                    <a:pt x="226685" y="4174"/>
                  </a:lnTo>
                  <a:lnTo>
                    <a:pt x="224895" y="4174"/>
                  </a:lnTo>
                  <a:lnTo>
                    <a:pt x="222265" y="6804"/>
                  </a:lnTo>
                  <a:lnTo>
                    <a:pt x="222265" y="9781"/>
                  </a:lnTo>
                  <a:lnTo>
                    <a:pt x="224056" y="11572"/>
                  </a:lnTo>
                  <a:lnTo>
                    <a:pt x="224056" y="14202"/>
                  </a:lnTo>
                  <a:lnTo>
                    <a:pt x="226685" y="14202"/>
                  </a:lnTo>
                  <a:lnTo>
                    <a:pt x="227637" y="15153"/>
                  </a:lnTo>
                  <a:lnTo>
                    <a:pt x="227637" y="17548"/>
                  </a:lnTo>
                  <a:lnTo>
                    <a:pt x="226685" y="18499"/>
                  </a:lnTo>
                  <a:lnTo>
                    <a:pt x="224291" y="18499"/>
                  </a:lnTo>
                  <a:lnTo>
                    <a:pt x="223339" y="17548"/>
                  </a:lnTo>
                  <a:lnTo>
                    <a:pt x="223339" y="13127"/>
                  </a:lnTo>
                  <a:lnTo>
                    <a:pt x="219523" y="13127"/>
                  </a:lnTo>
                  <a:lnTo>
                    <a:pt x="217732" y="14918"/>
                  </a:lnTo>
                  <a:lnTo>
                    <a:pt x="215942" y="14918"/>
                  </a:lnTo>
                  <a:lnTo>
                    <a:pt x="214151" y="16708"/>
                  </a:lnTo>
                  <a:lnTo>
                    <a:pt x="211522" y="16708"/>
                  </a:lnTo>
                  <a:lnTo>
                    <a:pt x="211522" y="19338"/>
                  </a:lnTo>
                  <a:lnTo>
                    <a:pt x="207941" y="22919"/>
                  </a:lnTo>
                  <a:lnTo>
                    <a:pt x="207941" y="24710"/>
                  </a:lnTo>
                  <a:lnTo>
                    <a:pt x="205199" y="27452"/>
                  </a:lnTo>
                  <a:lnTo>
                    <a:pt x="203408" y="27452"/>
                  </a:lnTo>
                  <a:lnTo>
                    <a:pt x="200778" y="30081"/>
                  </a:lnTo>
                  <a:lnTo>
                    <a:pt x="200778" y="31872"/>
                  </a:lnTo>
                  <a:lnTo>
                    <a:pt x="198988" y="33663"/>
                  </a:lnTo>
                  <a:lnTo>
                    <a:pt x="198988" y="43802"/>
                  </a:lnTo>
                  <a:lnTo>
                    <a:pt x="200185" y="44999"/>
                  </a:lnTo>
                  <a:lnTo>
                    <a:pt x="198988" y="46197"/>
                  </a:lnTo>
                  <a:lnTo>
                    <a:pt x="198988" y="49174"/>
                  </a:lnTo>
                  <a:lnTo>
                    <a:pt x="200778" y="50964"/>
                  </a:lnTo>
                  <a:lnTo>
                    <a:pt x="200778" y="55149"/>
                  </a:lnTo>
                  <a:lnTo>
                    <a:pt x="198988" y="56940"/>
                  </a:lnTo>
                  <a:lnTo>
                    <a:pt x="198988" y="65893"/>
                  </a:lnTo>
                  <a:lnTo>
                    <a:pt x="196246" y="68635"/>
                  </a:lnTo>
                  <a:lnTo>
                    <a:pt x="194455" y="68635"/>
                  </a:lnTo>
                  <a:lnTo>
                    <a:pt x="191825" y="71264"/>
                  </a:lnTo>
                  <a:lnTo>
                    <a:pt x="191825" y="74846"/>
                  </a:lnTo>
                  <a:lnTo>
                    <a:pt x="190035" y="76636"/>
                  </a:lnTo>
                  <a:lnTo>
                    <a:pt x="190035" y="79613"/>
                  </a:lnTo>
                  <a:lnTo>
                    <a:pt x="191825" y="81404"/>
                  </a:lnTo>
                  <a:lnTo>
                    <a:pt x="191825" y="92147"/>
                  </a:lnTo>
                  <a:lnTo>
                    <a:pt x="193616" y="93938"/>
                  </a:lnTo>
                  <a:lnTo>
                    <a:pt x="193616" y="97519"/>
                  </a:lnTo>
                  <a:lnTo>
                    <a:pt x="195407" y="99310"/>
                  </a:lnTo>
                  <a:lnTo>
                    <a:pt x="195407" y="101100"/>
                  </a:lnTo>
                  <a:lnTo>
                    <a:pt x="198988" y="104681"/>
                  </a:lnTo>
                  <a:lnTo>
                    <a:pt x="198988" y="108866"/>
                  </a:lnTo>
                  <a:lnTo>
                    <a:pt x="195407" y="112447"/>
                  </a:lnTo>
                  <a:lnTo>
                    <a:pt x="195407" y="114238"/>
                  </a:lnTo>
                  <a:lnTo>
                    <a:pt x="193616" y="116028"/>
                  </a:lnTo>
                  <a:lnTo>
                    <a:pt x="193616" y="120796"/>
                  </a:lnTo>
                  <a:lnTo>
                    <a:pt x="195407" y="122587"/>
                  </a:lnTo>
                  <a:lnTo>
                    <a:pt x="195407" y="123191"/>
                  </a:lnTo>
                  <a:lnTo>
                    <a:pt x="194455" y="124142"/>
                  </a:lnTo>
                  <a:lnTo>
                    <a:pt x="192665" y="124142"/>
                  </a:lnTo>
                  <a:lnTo>
                    <a:pt x="190035" y="126772"/>
                  </a:lnTo>
                  <a:lnTo>
                    <a:pt x="190035" y="129749"/>
                  </a:lnTo>
                  <a:lnTo>
                    <a:pt x="191232" y="130946"/>
                  </a:lnTo>
                  <a:lnTo>
                    <a:pt x="188244" y="133934"/>
                  </a:lnTo>
                  <a:lnTo>
                    <a:pt x="188244" y="135725"/>
                  </a:lnTo>
                  <a:lnTo>
                    <a:pt x="186454" y="137515"/>
                  </a:lnTo>
                  <a:lnTo>
                    <a:pt x="186454" y="158398"/>
                  </a:lnTo>
                  <a:lnTo>
                    <a:pt x="188244" y="160189"/>
                  </a:lnTo>
                  <a:lnTo>
                    <a:pt x="188244" y="164374"/>
                  </a:lnTo>
                  <a:lnTo>
                    <a:pt x="184663" y="167955"/>
                  </a:lnTo>
                  <a:lnTo>
                    <a:pt x="184663" y="171536"/>
                  </a:lnTo>
                  <a:lnTo>
                    <a:pt x="182873" y="173326"/>
                  </a:lnTo>
                  <a:lnTo>
                    <a:pt x="182873" y="185257"/>
                  </a:lnTo>
                  <a:lnTo>
                    <a:pt x="184070" y="186454"/>
                  </a:lnTo>
                  <a:lnTo>
                    <a:pt x="181921" y="186812"/>
                  </a:lnTo>
                  <a:lnTo>
                    <a:pt x="177501" y="191232"/>
                  </a:lnTo>
                  <a:lnTo>
                    <a:pt x="177501" y="194813"/>
                  </a:lnTo>
                  <a:lnTo>
                    <a:pt x="175710" y="196604"/>
                  </a:lnTo>
                  <a:lnTo>
                    <a:pt x="175710" y="198394"/>
                  </a:lnTo>
                  <a:lnTo>
                    <a:pt x="173326" y="200778"/>
                  </a:lnTo>
                  <a:lnTo>
                    <a:pt x="175710" y="203162"/>
                  </a:lnTo>
                  <a:lnTo>
                    <a:pt x="175710" y="205557"/>
                  </a:lnTo>
                  <a:lnTo>
                    <a:pt x="173326" y="207941"/>
                  </a:lnTo>
                  <a:lnTo>
                    <a:pt x="175710" y="210324"/>
                  </a:lnTo>
                  <a:lnTo>
                    <a:pt x="175710" y="218091"/>
                  </a:lnTo>
                  <a:lnTo>
                    <a:pt x="173920" y="219881"/>
                  </a:lnTo>
                  <a:lnTo>
                    <a:pt x="173920" y="221672"/>
                  </a:lnTo>
                  <a:lnTo>
                    <a:pt x="172129" y="223462"/>
                  </a:lnTo>
                  <a:lnTo>
                    <a:pt x="172129" y="228834"/>
                  </a:lnTo>
                  <a:lnTo>
                    <a:pt x="169981" y="230983"/>
                  </a:lnTo>
                  <a:lnTo>
                    <a:pt x="166041" y="227043"/>
                  </a:lnTo>
                  <a:lnTo>
                    <a:pt x="166041" y="225253"/>
                  </a:lnTo>
                  <a:lnTo>
                    <a:pt x="162460" y="221672"/>
                  </a:lnTo>
                  <a:lnTo>
                    <a:pt x="162460" y="219881"/>
                  </a:lnTo>
                  <a:lnTo>
                    <a:pt x="160670" y="218091"/>
                  </a:lnTo>
                  <a:lnTo>
                    <a:pt x="160670" y="212719"/>
                  </a:lnTo>
                  <a:lnTo>
                    <a:pt x="158879" y="210928"/>
                  </a:lnTo>
                  <a:lnTo>
                    <a:pt x="159831" y="209373"/>
                  </a:lnTo>
                  <a:lnTo>
                    <a:pt x="162460" y="209373"/>
                  </a:lnTo>
                  <a:lnTo>
                    <a:pt x="162460" y="203162"/>
                  </a:lnTo>
                  <a:lnTo>
                    <a:pt x="164844" y="200778"/>
                  </a:lnTo>
                  <a:lnTo>
                    <a:pt x="162460" y="198394"/>
                  </a:lnTo>
                  <a:lnTo>
                    <a:pt x="162460" y="194813"/>
                  </a:lnTo>
                  <a:lnTo>
                    <a:pt x="160670" y="193023"/>
                  </a:lnTo>
                  <a:lnTo>
                    <a:pt x="160670" y="189442"/>
                  </a:lnTo>
                  <a:lnTo>
                    <a:pt x="159472" y="188244"/>
                  </a:lnTo>
                  <a:lnTo>
                    <a:pt x="161263" y="186454"/>
                  </a:lnTo>
                  <a:lnTo>
                    <a:pt x="159472" y="184663"/>
                  </a:lnTo>
                  <a:lnTo>
                    <a:pt x="160670" y="183466"/>
                  </a:lnTo>
                  <a:lnTo>
                    <a:pt x="160670" y="176908"/>
                  </a:lnTo>
                  <a:lnTo>
                    <a:pt x="158879" y="175117"/>
                  </a:lnTo>
                  <a:lnTo>
                    <a:pt x="158879" y="167955"/>
                  </a:lnTo>
                  <a:lnTo>
                    <a:pt x="157089" y="166164"/>
                  </a:lnTo>
                  <a:lnTo>
                    <a:pt x="157089" y="160793"/>
                  </a:lnTo>
                  <a:lnTo>
                    <a:pt x="153507" y="157211"/>
                  </a:lnTo>
                  <a:lnTo>
                    <a:pt x="153507" y="151001"/>
                  </a:lnTo>
                  <a:lnTo>
                    <a:pt x="150878" y="151001"/>
                  </a:lnTo>
                  <a:lnTo>
                    <a:pt x="146345" y="146468"/>
                  </a:lnTo>
                  <a:lnTo>
                    <a:pt x="146345" y="143838"/>
                  </a:lnTo>
                  <a:lnTo>
                    <a:pt x="140134" y="143838"/>
                  </a:lnTo>
                  <a:lnTo>
                    <a:pt x="137750" y="141454"/>
                  </a:lnTo>
                  <a:lnTo>
                    <a:pt x="135367" y="143838"/>
                  </a:lnTo>
                  <a:lnTo>
                    <a:pt x="133576" y="143838"/>
                  </a:lnTo>
                  <a:lnTo>
                    <a:pt x="131785" y="145629"/>
                  </a:lnTo>
                  <a:lnTo>
                    <a:pt x="130230" y="144677"/>
                  </a:lnTo>
                  <a:lnTo>
                    <a:pt x="131182" y="143122"/>
                  </a:lnTo>
                  <a:lnTo>
                    <a:pt x="132972" y="143122"/>
                  </a:lnTo>
                  <a:lnTo>
                    <a:pt x="137392" y="138702"/>
                  </a:lnTo>
                  <a:lnTo>
                    <a:pt x="137392" y="135725"/>
                  </a:lnTo>
                  <a:lnTo>
                    <a:pt x="135602" y="133934"/>
                  </a:lnTo>
                  <a:lnTo>
                    <a:pt x="135602" y="119610"/>
                  </a:lnTo>
                  <a:lnTo>
                    <a:pt x="132021" y="116028"/>
                  </a:lnTo>
                  <a:lnTo>
                    <a:pt x="132021" y="113399"/>
                  </a:lnTo>
                  <a:lnTo>
                    <a:pt x="129391" y="113399"/>
                  </a:lnTo>
                  <a:lnTo>
                    <a:pt x="127600" y="111608"/>
                  </a:lnTo>
                  <a:lnTo>
                    <a:pt x="115670" y="111608"/>
                  </a:lnTo>
                  <a:lnTo>
                    <a:pt x="112089" y="115189"/>
                  </a:lnTo>
                  <a:lnTo>
                    <a:pt x="106718" y="115189"/>
                  </a:lnTo>
                  <a:lnTo>
                    <a:pt x="104927" y="116980"/>
                  </a:lnTo>
                  <a:lnTo>
                    <a:pt x="102297" y="116980"/>
                  </a:lnTo>
                  <a:lnTo>
                    <a:pt x="102297" y="119610"/>
                  </a:lnTo>
                  <a:lnTo>
                    <a:pt x="101346" y="120561"/>
                  </a:lnTo>
                  <a:lnTo>
                    <a:pt x="98716" y="120561"/>
                  </a:lnTo>
                  <a:lnTo>
                    <a:pt x="98716" y="124981"/>
                  </a:lnTo>
                  <a:lnTo>
                    <a:pt x="96926" y="126772"/>
                  </a:lnTo>
                  <a:lnTo>
                    <a:pt x="96926" y="130353"/>
                  </a:lnTo>
                  <a:lnTo>
                    <a:pt x="96568" y="130711"/>
                  </a:lnTo>
                  <a:lnTo>
                    <a:pt x="96209" y="130353"/>
                  </a:lnTo>
                  <a:lnTo>
                    <a:pt x="96209" y="125575"/>
                  </a:lnTo>
                  <a:lnTo>
                    <a:pt x="93345" y="125575"/>
                  </a:lnTo>
                  <a:lnTo>
                    <a:pt x="93345" y="128562"/>
                  </a:lnTo>
                  <a:lnTo>
                    <a:pt x="91554" y="130353"/>
                  </a:lnTo>
                  <a:lnTo>
                    <a:pt x="91554" y="132144"/>
                  </a:lnTo>
                  <a:lnTo>
                    <a:pt x="90602" y="133095"/>
                  </a:lnTo>
                  <a:lnTo>
                    <a:pt x="86417" y="133095"/>
                  </a:lnTo>
                  <a:lnTo>
                    <a:pt x="84627" y="131304"/>
                  </a:lnTo>
                  <a:lnTo>
                    <a:pt x="80811" y="131304"/>
                  </a:lnTo>
                  <a:lnTo>
                    <a:pt x="80811" y="135121"/>
                  </a:lnTo>
                  <a:lnTo>
                    <a:pt x="82008" y="136318"/>
                  </a:lnTo>
                  <a:lnTo>
                    <a:pt x="81650" y="136676"/>
                  </a:lnTo>
                  <a:lnTo>
                    <a:pt x="80094" y="135725"/>
                  </a:lnTo>
                  <a:lnTo>
                    <a:pt x="80094" y="133934"/>
                  </a:lnTo>
                  <a:lnTo>
                    <a:pt x="75674" y="129514"/>
                  </a:lnTo>
                  <a:lnTo>
                    <a:pt x="73884" y="129514"/>
                  </a:lnTo>
                  <a:lnTo>
                    <a:pt x="70067" y="125698"/>
                  </a:lnTo>
                  <a:lnTo>
                    <a:pt x="70067" y="130353"/>
                  </a:lnTo>
                  <a:lnTo>
                    <a:pt x="65535" y="134886"/>
                  </a:lnTo>
                  <a:lnTo>
                    <a:pt x="62905" y="134886"/>
                  </a:lnTo>
                  <a:lnTo>
                    <a:pt x="62905" y="137515"/>
                  </a:lnTo>
                  <a:lnTo>
                    <a:pt x="59324" y="141096"/>
                  </a:lnTo>
                  <a:lnTo>
                    <a:pt x="59324" y="144677"/>
                  </a:lnTo>
                  <a:lnTo>
                    <a:pt x="57533" y="146468"/>
                  </a:lnTo>
                  <a:lnTo>
                    <a:pt x="57533" y="151840"/>
                  </a:lnTo>
                  <a:lnTo>
                    <a:pt x="56582" y="152791"/>
                  </a:lnTo>
                  <a:lnTo>
                    <a:pt x="51210" y="152791"/>
                  </a:lnTo>
                  <a:lnTo>
                    <a:pt x="47987" y="156014"/>
                  </a:lnTo>
                  <a:lnTo>
                    <a:pt x="53001" y="161028"/>
                  </a:lnTo>
                  <a:lnTo>
                    <a:pt x="54791" y="161028"/>
                  </a:lnTo>
                  <a:lnTo>
                    <a:pt x="56582" y="162818"/>
                  </a:lnTo>
                  <a:lnTo>
                    <a:pt x="63744" y="162818"/>
                  </a:lnTo>
                  <a:lnTo>
                    <a:pt x="64102" y="163176"/>
                  </a:lnTo>
                  <a:lnTo>
                    <a:pt x="62905" y="164374"/>
                  </a:lnTo>
                  <a:lnTo>
                    <a:pt x="62905" y="166164"/>
                  </a:lnTo>
                  <a:lnTo>
                    <a:pt x="61114" y="167955"/>
                  </a:lnTo>
                  <a:lnTo>
                    <a:pt x="61114" y="169745"/>
                  </a:lnTo>
                  <a:lnTo>
                    <a:pt x="57298" y="173562"/>
                  </a:lnTo>
                  <a:lnTo>
                    <a:pt x="61953" y="173562"/>
                  </a:lnTo>
                  <a:lnTo>
                    <a:pt x="62312" y="173920"/>
                  </a:lnTo>
                  <a:lnTo>
                    <a:pt x="60163" y="174278"/>
                  </a:lnTo>
                  <a:lnTo>
                    <a:pt x="58966" y="175475"/>
                  </a:lnTo>
                  <a:lnTo>
                    <a:pt x="57175" y="173685"/>
                  </a:lnTo>
                  <a:lnTo>
                    <a:pt x="53001" y="177859"/>
                  </a:lnTo>
                  <a:lnTo>
                    <a:pt x="50371" y="177859"/>
                  </a:lnTo>
                  <a:lnTo>
                    <a:pt x="50371" y="180489"/>
                  </a:lnTo>
                  <a:lnTo>
                    <a:pt x="48580" y="182279"/>
                  </a:lnTo>
                  <a:lnTo>
                    <a:pt x="48580" y="189677"/>
                  </a:lnTo>
                  <a:lnTo>
                    <a:pt x="63140" y="189677"/>
                  </a:lnTo>
                  <a:lnTo>
                    <a:pt x="64931" y="187886"/>
                  </a:lnTo>
                  <a:lnTo>
                    <a:pt x="66721" y="187886"/>
                  </a:lnTo>
                  <a:lnTo>
                    <a:pt x="68512" y="186096"/>
                  </a:lnTo>
                  <a:lnTo>
                    <a:pt x="69116" y="186096"/>
                  </a:lnTo>
                  <a:lnTo>
                    <a:pt x="69474" y="186454"/>
                  </a:lnTo>
                  <a:lnTo>
                    <a:pt x="68277" y="187651"/>
                  </a:lnTo>
                  <a:lnTo>
                    <a:pt x="68277" y="190628"/>
                  </a:lnTo>
                  <a:lnTo>
                    <a:pt x="71858" y="194209"/>
                  </a:lnTo>
                  <a:lnTo>
                    <a:pt x="71858" y="194813"/>
                  </a:lnTo>
                  <a:lnTo>
                    <a:pt x="70067" y="196604"/>
                  </a:lnTo>
                  <a:lnTo>
                    <a:pt x="70067" y="201372"/>
                  </a:lnTo>
                  <a:lnTo>
                    <a:pt x="71264" y="202569"/>
                  </a:lnTo>
                  <a:lnTo>
                    <a:pt x="70067" y="203766"/>
                  </a:lnTo>
                  <a:lnTo>
                    <a:pt x="70067" y="208534"/>
                  </a:lnTo>
                  <a:lnTo>
                    <a:pt x="71858" y="210324"/>
                  </a:lnTo>
                  <a:lnTo>
                    <a:pt x="71500" y="211286"/>
                  </a:lnTo>
                  <a:lnTo>
                    <a:pt x="68512" y="208299"/>
                  </a:lnTo>
                  <a:lnTo>
                    <a:pt x="66721" y="208299"/>
                  </a:lnTo>
                  <a:lnTo>
                    <a:pt x="64931" y="206508"/>
                  </a:lnTo>
                  <a:lnTo>
                    <a:pt x="63140" y="206508"/>
                  </a:lnTo>
                  <a:lnTo>
                    <a:pt x="61350" y="204718"/>
                  </a:lnTo>
                  <a:lnTo>
                    <a:pt x="59559" y="204718"/>
                  </a:lnTo>
                  <a:lnTo>
                    <a:pt x="59201" y="204359"/>
                  </a:lnTo>
                  <a:lnTo>
                    <a:pt x="59559" y="204001"/>
                  </a:lnTo>
                  <a:lnTo>
                    <a:pt x="60756" y="204001"/>
                  </a:lnTo>
                  <a:lnTo>
                    <a:pt x="60756" y="201136"/>
                  </a:lnTo>
                  <a:lnTo>
                    <a:pt x="58372" y="201136"/>
                  </a:lnTo>
                  <a:lnTo>
                    <a:pt x="56582" y="202927"/>
                  </a:lnTo>
                  <a:lnTo>
                    <a:pt x="52397" y="202927"/>
                  </a:lnTo>
                  <a:lnTo>
                    <a:pt x="49655" y="200185"/>
                  </a:lnTo>
                  <a:lnTo>
                    <a:pt x="49655" y="195407"/>
                  </a:lnTo>
                  <a:lnTo>
                    <a:pt x="46790" y="195407"/>
                  </a:lnTo>
                  <a:lnTo>
                    <a:pt x="46790" y="201372"/>
                  </a:lnTo>
                  <a:lnTo>
                    <a:pt x="47987" y="202569"/>
                  </a:lnTo>
                  <a:lnTo>
                    <a:pt x="47629" y="202927"/>
                  </a:lnTo>
                  <a:lnTo>
                    <a:pt x="43444" y="202927"/>
                  </a:lnTo>
                  <a:lnTo>
                    <a:pt x="37714" y="197197"/>
                  </a:lnTo>
                  <a:lnTo>
                    <a:pt x="38911" y="196000"/>
                  </a:lnTo>
                  <a:lnTo>
                    <a:pt x="38911" y="194209"/>
                  </a:lnTo>
                  <a:lnTo>
                    <a:pt x="40702" y="192419"/>
                  </a:lnTo>
                  <a:lnTo>
                    <a:pt x="40702" y="187651"/>
                  </a:lnTo>
                  <a:lnTo>
                    <a:pt x="38911" y="185860"/>
                  </a:lnTo>
                  <a:lnTo>
                    <a:pt x="38911" y="184070"/>
                  </a:lnTo>
                  <a:lnTo>
                    <a:pt x="37121" y="182279"/>
                  </a:lnTo>
                  <a:lnTo>
                    <a:pt x="37121" y="180489"/>
                  </a:lnTo>
                  <a:lnTo>
                    <a:pt x="33898" y="177266"/>
                  </a:lnTo>
                  <a:lnTo>
                    <a:pt x="28884" y="182279"/>
                  </a:lnTo>
                  <a:lnTo>
                    <a:pt x="28884" y="184070"/>
                  </a:lnTo>
                  <a:lnTo>
                    <a:pt x="27933" y="185021"/>
                  </a:lnTo>
                  <a:lnTo>
                    <a:pt x="24352" y="185021"/>
                  </a:lnTo>
                  <a:lnTo>
                    <a:pt x="20771" y="188602"/>
                  </a:lnTo>
                  <a:lnTo>
                    <a:pt x="18980" y="188602"/>
                  </a:lnTo>
                  <a:lnTo>
                    <a:pt x="13608" y="193974"/>
                  </a:lnTo>
                  <a:lnTo>
                    <a:pt x="13004" y="193974"/>
                  </a:lnTo>
                  <a:lnTo>
                    <a:pt x="11214" y="192184"/>
                  </a:lnTo>
                  <a:lnTo>
                    <a:pt x="9423" y="192184"/>
                  </a:lnTo>
                  <a:lnTo>
                    <a:pt x="7633" y="190393"/>
                  </a:lnTo>
                  <a:lnTo>
                    <a:pt x="0" y="190393"/>
                  </a:lnTo>
                  <a:lnTo>
                    <a:pt x="3816" y="194209"/>
                  </a:lnTo>
                  <a:lnTo>
                    <a:pt x="3816" y="197790"/>
                  </a:lnTo>
                  <a:lnTo>
                    <a:pt x="10027" y="204001"/>
                  </a:lnTo>
                  <a:lnTo>
                    <a:pt x="11818" y="204001"/>
                  </a:lnTo>
                  <a:lnTo>
                    <a:pt x="12769" y="204953"/>
                  </a:lnTo>
                  <a:lnTo>
                    <a:pt x="12769" y="210324"/>
                  </a:lnTo>
                  <a:lnTo>
                    <a:pt x="14560" y="212115"/>
                  </a:lnTo>
                  <a:lnTo>
                    <a:pt x="14560" y="214509"/>
                  </a:lnTo>
                  <a:lnTo>
                    <a:pt x="12769" y="216300"/>
                  </a:lnTo>
                  <a:lnTo>
                    <a:pt x="12769" y="228230"/>
                  </a:lnTo>
                  <a:lnTo>
                    <a:pt x="14560" y="230021"/>
                  </a:lnTo>
                  <a:lnTo>
                    <a:pt x="14560" y="233602"/>
                  </a:lnTo>
                  <a:lnTo>
                    <a:pt x="16350" y="235392"/>
                  </a:lnTo>
                  <a:lnTo>
                    <a:pt x="16350" y="237183"/>
                  </a:lnTo>
                  <a:lnTo>
                    <a:pt x="18980" y="239813"/>
                  </a:lnTo>
                  <a:lnTo>
                    <a:pt x="20771" y="239813"/>
                  </a:lnTo>
                  <a:lnTo>
                    <a:pt x="22561" y="241603"/>
                  </a:lnTo>
                  <a:lnTo>
                    <a:pt x="26142" y="241603"/>
                  </a:lnTo>
                  <a:lnTo>
                    <a:pt x="27933" y="243394"/>
                  </a:lnTo>
                  <a:lnTo>
                    <a:pt x="36282" y="243394"/>
                  </a:lnTo>
                  <a:lnTo>
                    <a:pt x="37479" y="242196"/>
                  </a:lnTo>
                  <a:lnTo>
                    <a:pt x="39270" y="243987"/>
                  </a:lnTo>
                  <a:lnTo>
                    <a:pt x="41653" y="241603"/>
                  </a:lnTo>
                  <a:lnTo>
                    <a:pt x="43444" y="241603"/>
                  </a:lnTo>
                  <a:lnTo>
                    <a:pt x="45235" y="239813"/>
                  </a:lnTo>
                  <a:lnTo>
                    <a:pt x="45838" y="239813"/>
                  </a:lnTo>
                  <a:lnTo>
                    <a:pt x="46790" y="240764"/>
                  </a:lnTo>
                  <a:lnTo>
                    <a:pt x="46790" y="243394"/>
                  </a:lnTo>
                  <a:lnTo>
                    <a:pt x="54791" y="243394"/>
                  </a:lnTo>
                  <a:lnTo>
                    <a:pt x="55743" y="244345"/>
                  </a:lnTo>
                  <a:lnTo>
                    <a:pt x="55743" y="244949"/>
                  </a:lnTo>
                  <a:lnTo>
                    <a:pt x="53952" y="246740"/>
                  </a:lnTo>
                  <a:lnTo>
                    <a:pt x="53952" y="249717"/>
                  </a:lnTo>
                  <a:lnTo>
                    <a:pt x="55743" y="251507"/>
                  </a:lnTo>
                  <a:lnTo>
                    <a:pt x="55743" y="254137"/>
                  </a:lnTo>
                  <a:lnTo>
                    <a:pt x="63744" y="254137"/>
                  </a:lnTo>
                  <a:lnTo>
                    <a:pt x="67325" y="257718"/>
                  </a:lnTo>
                  <a:lnTo>
                    <a:pt x="75674" y="257718"/>
                  </a:lnTo>
                  <a:lnTo>
                    <a:pt x="76871" y="256521"/>
                  </a:lnTo>
                  <a:lnTo>
                    <a:pt x="83440" y="263090"/>
                  </a:lnTo>
                  <a:lnTo>
                    <a:pt x="87021" y="263090"/>
                  </a:lnTo>
                  <a:lnTo>
                    <a:pt x="88812" y="264880"/>
                  </a:lnTo>
                  <a:lnTo>
                    <a:pt x="90602" y="264880"/>
                  </a:lnTo>
                  <a:lnTo>
                    <a:pt x="101346" y="275624"/>
                  </a:lnTo>
                  <a:lnTo>
                    <a:pt x="103136" y="275624"/>
                  </a:lnTo>
                  <a:lnTo>
                    <a:pt x="104927" y="277414"/>
                  </a:lnTo>
                  <a:lnTo>
                    <a:pt x="117461" y="277414"/>
                  </a:lnTo>
                  <a:lnTo>
                    <a:pt x="119251" y="279205"/>
                  </a:lnTo>
                  <a:lnTo>
                    <a:pt x="124623" y="279205"/>
                  </a:lnTo>
                  <a:lnTo>
                    <a:pt x="126414" y="280996"/>
                  </a:lnTo>
                  <a:lnTo>
                    <a:pt x="135367" y="280996"/>
                  </a:lnTo>
                  <a:lnTo>
                    <a:pt x="139541" y="285170"/>
                  </a:lnTo>
                  <a:lnTo>
                    <a:pt x="141925" y="282786"/>
                  </a:lnTo>
                  <a:lnTo>
                    <a:pt x="144319" y="282786"/>
                  </a:lnTo>
                  <a:lnTo>
                    <a:pt x="146110" y="284577"/>
                  </a:lnTo>
                  <a:lnTo>
                    <a:pt x="147901" y="284577"/>
                  </a:lnTo>
                  <a:lnTo>
                    <a:pt x="149691" y="286367"/>
                  </a:lnTo>
                  <a:lnTo>
                    <a:pt x="153272" y="286367"/>
                  </a:lnTo>
                  <a:lnTo>
                    <a:pt x="160434" y="293529"/>
                  </a:lnTo>
                  <a:lnTo>
                    <a:pt x="162225" y="293529"/>
                  </a:lnTo>
                  <a:lnTo>
                    <a:pt x="164016" y="295320"/>
                  </a:lnTo>
                  <a:lnTo>
                    <a:pt x="174155" y="295320"/>
                  </a:lnTo>
                  <a:lnTo>
                    <a:pt x="175946" y="293529"/>
                  </a:lnTo>
                  <a:lnTo>
                    <a:pt x="181317" y="293529"/>
                  </a:lnTo>
                  <a:lnTo>
                    <a:pt x="183108" y="291739"/>
                  </a:lnTo>
                  <a:lnTo>
                    <a:pt x="186689" y="291739"/>
                  </a:lnTo>
                  <a:lnTo>
                    <a:pt x="188480" y="289948"/>
                  </a:lnTo>
                  <a:lnTo>
                    <a:pt x="190270" y="289948"/>
                  </a:lnTo>
                  <a:lnTo>
                    <a:pt x="192900" y="287319"/>
                  </a:lnTo>
                  <a:lnTo>
                    <a:pt x="192900" y="285528"/>
                  </a:lnTo>
                  <a:lnTo>
                    <a:pt x="193851" y="284577"/>
                  </a:lnTo>
                  <a:lnTo>
                    <a:pt x="195642" y="284577"/>
                  </a:lnTo>
                  <a:lnTo>
                    <a:pt x="199223" y="280996"/>
                  </a:lnTo>
                  <a:lnTo>
                    <a:pt x="202804" y="280996"/>
                  </a:lnTo>
                  <a:lnTo>
                    <a:pt x="204595" y="279205"/>
                  </a:lnTo>
                  <a:lnTo>
                    <a:pt x="206385" y="279205"/>
                  </a:lnTo>
                  <a:lnTo>
                    <a:pt x="207582" y="278008"/>
                  </a:lnTo>
                  <a:lnTo>
                    <a:pt x="209373" y="279798"/>
                  </a:lnTo>
                  <a:lnTo>
                    <a:pt x="215338" y="273833"/>
                  </a:lnTo>
                  <a:lnTo>
                    <a:pt x="218919" y="273833"/>
                  </a:lnTo>
                  <a:lnTo>
                    <a:pt x="223339" y="269413"/>
                  </a:lnTo>
                  <a:lnTo>
                    <a:pt x="223339" y="264041"/>
                  </a:lnTo>
                  <a:lnTo>
                    <a:pt x="224291" y="263090"/>
                  </a:lnTo>
                  <a:lnTo>
                    <a:pt x="226685" y="263090"/>
                  </a:lnTo>
                  <a:lnTo>
                    <a:pt x="227637" y="264041"/>
                  </a:lnTo>
                  <a:lnTo>
                    <a:pt x="227637" y="266436"/>
                  </a:lnTo>
                  <a:lnTo>
                    <a:pt x="226685" y="267387"/>
                  </a:lnTo>
                  <a:lnTo>
                    <a:pt x="225488" y="267387"/>
                  </a:lnTo>
                  <a:lnTo>
                    <a:pt x="225488" y="270252"/>
                  </a:lnTo>
                  <a:lnTo>
                    <a:pt x="226685" y="270252"/>
                  </a:lnTo>
                  <a:lnTo>
                    <a:pt x="228476" y="272043"/>
                  </a:lnTo>
                  <a:lnTo>
                    <a:pt x="234083" y="272043"/>
                  </a:lnTo>
                  <a:lnTo>
                    <a:pt x="234083" y="259274"/>
                  </a:lnTo>
                  <a:lnTo>
                    <a:pt x="232292" y="257483"/>
                  </a:lnTo>
                  <a:lnTo>
                    <a:pt x="232292" y="255692"/>
                  </a:lnTo>
                  <a:lnTo>
                    <a:pt x="229663" y="253063"/>
                  </a:lnTo>
                  <a:lnTo>
                    <a:pt x="224291" y="253063"/>
                  </a:lnTo>
                  <a:lnTo>
                    <a:pt x="223339" y="252111"/>
                  </a:lnTo>
                  <a:lnTo>
                    <a:pt x="223339" y="249717"/>
                  </a:lnTo>
                  <a:lnTo>
                    <a:pt x="224291" y="248765"/>
                  </a:lnTo>
                  <a:lnTo>
                    <a:pt x="226685" y="248765"/>
                  </a:lnTo>
                  <a:lnTo>
                    <a:pt x="228476" y="250556"/>
                  </a:lnTo>
                  <a:lnTo>
                    <a:pt x="232057" y="250556"/>
                  </a:lnTo>
                  <a:lnTo>
                    <a:pt x="235638" y="254137"/>
                  </a:lnTo>
                  <a:lnTo>
                    <a:pt x="238615" y="254137"/>
                  </a:lnTo>
                  <a:lnTo>
                    <a:pt x="240406" y="252346"/>
                  </a:lnTo>
                  <a:lnTo>
                    <a:pt x="242800" y="252346"/>
                  </a:lnTo>
                  <a:lnTo>
                    <a:pt x="245542" y="255089"/>
                  </a:lnTo>
                  <a:lnTo>
                    <a:pt x="245542" y="257718"/>
                  </a:lnTo>
                  <a:lnTo>
                    <a:pt x="249359" y="257718"/>
                  </a:lnTo>
                  <a:lnTo>
                    <a:pt x="251988" y="255089"/>
                  </a:lnTo>
                  <a:lnTo>
                    <a:pt x="251988" y="250321"/>
                  </a:lnTo>
                  <a:lnTo>
                    <a:pt x="250198" y="248530"/>
                  </a:lnTo>
                  <a:lnTo>
                    <a:pt x="250198" y="246740"/>
                  </a:lnTo>
                  <a:lnTo>
                    <a:pt x="247568" y="244110"/>
                  </a:lnTo>
                  <a:lnTo>
                    <a:pt x="243987" y="244110"/>
                  </a:lnTo>
                  <a:lnTo>
                    <a:pt x="242196" y="242319"/>
                  </a:lnTo>
                  <a:lnTo>
                    <a:pt x="240406" y="242319"/>
                  </a:lnTo>
                  <a:lnTo>
                    <a:pt x="238257" y="240171"/>
                  </a:lnTo>
                  <a:lnTo>
                    <a:pt x="239454" y="238973"/>
                  </a:lnTo>
                  <a:lnTo>
                    <a:pt x="239454" y="225253"/>
                  </a:lnTo>
                  <a:lnTo>
                    <a:pt x="237664" y="223462"/>
                  </a:lnTo>
                  <a:lnTo>
                    <a:pt x="237664" y="222858"/>
                  </a:lnTo>
                  <a:lnTo>
                    <a:pt x="239813" y="220710"/>
                  </a:lnTo>
                  <a:lnTo>
                    <a:pt x="241603" y="222500"/>
                  </a:lnTo>
                  <a:lnTo>
                    <a:pt x="243987" y="220116"/>
                  </a:lnTo>
                  <a:lnTo>
                    <a:pt x="245778" y="220116"/>
                  </a:lnTo>
                  <a:lnTo>
                    <a:pt x="250198" y="215696"/>
                  </a:lnTo>
                  <a:lnTo>
                    <a:pt x="250198" y="213906"/>
                  </a:lnTo>
                  <a:lnTo>
                    <a:pt x="252940" y="211164"/>
                  </a:lnTo>
                  <a:lnTo>
                    <a:pt x="253544" y="211164"/>
                  </a:lnTo>
                  <a:lnTo>
                    <a:pt x="255334" y="212954"/>
                  </a:lnTo>
                  <a:lnTo>
                    <a:pt x="260102" y="212954"/>
                  </a:lnTo>
                  <a:lnTo>
                    <a:pt x="262732" y="210324"/>
                  </a:lnTo>
                  <a:lnTo>
                    <a:pt x="262732" y="208534"/>
                  </a:lnTo>
                  <a:lnTo>
                    <a:pt x="263683" y="207582"/>
                  </a:lnTo>
                  <a:lnTo>
                    <a:pt x="268103" y="207582"/>
                  </a:lnTo>
                  <a:lnTo>
                    <a:pt x="268103" y="204953"/>
                  </a:lnTo>
                  <a:lnTo>
                    <a:pt x="269055" y="204001"/>
                  </a:lnTo>
                  <a:lnTo>
                    <a:pt x="270845" y="204001"/>
                  </a:lnTo>
                  <a:lnTo>
                    <a:pt x="275266" y="199581"/>
                  </a:lnTo>
                  <a:lnTo>
                    <a:pt x="275266" y="197790"/>
                  </a:lnTo>
                  <a:lnTo>
                    <a:pt x="277056" y="196000"/>
                  </a:lnTo>
                  <a:lnTo>
                    <a:pt x="277056" y="192419"/>
                  </a:lnTo>
                  <a:lnTo>
                    <a:pt x="278847" y="190628"/>
                  </a:lnTo>
                  <a:lnTo>
                    <a:pt x="278847" y="187651"/>
                  </a:lnTo>
                  <a:lnTo>
                    <a:pt x="277056" y="185860"/>
                  </a:lnTo>
                  <a:lnTo>
                    <a:pt x="277056" y="180489"/>
                  </a:lnTo>
                  <a:lnTo>
                    <a:pt x="269894" y="173326"/>
                  </a:lnTo>
                  <a:lnTo>
                    <a:pt x="269894" y="169745"/>
                  </a:lnTo>
                  <a:lnTo>
                    <a:pt x="268103" y="167955"/>
                  </a:lnTo>
                  <a:lnTo>
                    <a:pt x="268103" y="167351"/>
                  </a:lnTo>
                  <a:lnTo>
                    <a:pt x="269894" y="165560"/>
                  </a:lnTo>
                  <a:lnTo>
                    <a:pt x="269894" y="157928"/>
                  </a:lnTo>
                  <a:lnTo>
                    <a:pt x="263090" y="164732"/>
                  </a:lnTo>
                  <a:lnTo>
                    <a:pt x="261893" y="163535"/>
                  </a:lnTo>
                  <a:lnTo>
                    <a:pt x="254495" y="163535"/>
                  </a:lnTo>
                  <a:lnTo>
                    <a:pt x="254495" y="169745"/>
                  </a:lnTo>
                  <a:lnTo>
                    <a:pt x="254137" y="170103"/>
                  </a:lnTo>
                  <a:lnTo>
                    <a:pt x="251988" y="167955"/>
                  </a:lnTo>
                  <a:lnTo>
                    <a:pt x="251988" y="166164"/>
                  </a:lnTo>
                  <a:lnTo>
                    <a:pt x="249359" y="163535"/>
                  </a:lnTo>
                  <a:lnTo>
                    <a:pt x="244591" y="163535"/>
                  </a:lnTo>
                  <a:lnTo>
                    <a:pt x="242800" y="165325"/>
                  </a:lnTo>
                  <a:lnTo>
                    <a:pt x="241245" y="164374"/>
                  </a:lnTo>
                  <a:lnTo>
                    <a:pt x="241245" y="160189"/>
                  </a:lnTo>
                  <a:lnTo>
                    <a:pt x="243036" y="158398"/>
                  </a:lnTo>
                  <a:lnTo>
                    <a:pt x="243036" y="156608"/>
                  </a:lnTo>
                  <a:lnTo>
                    <a:pt x="245419" y="154224"/>
                  </a:lnTo>
                  <a:lnTo>
                    <a:pt x="243036" y="151840"/>
                  </a:lnTo>
                  <a:lnTo>
                    <a:pt x="243036" y="149210"/>
                  </a:lnTo>
                  <a:lnTo>
                    <a:pt x="240048" y="148852"/>
                  </a:lnTo>
                  <a:lnTo>
                    <a:pt x="241245" y="147655"/>
                  </a:lnTo>
                  <a:lnTo>
                    <a:pt x="241245" y="144074"/>
                  </a:lnTo>
                  <a:lnTo>
                    <a:pt x="243036" y="142283"/>
                  </a:lnTo>
                  <a:lnTo>
                    <a:pt x="243036" y="140492"/>
                  </a:lnTo>
                  <a:lnTo>
                    <a:pt x="244826" y="138702"/>
                  </a:lnTo>
                  <a:lnTo>
                    <a:pt x="244826" y="135121"/>
                  </a:lnTo>
                  <a:lnTo>
                    <a:pt x="246617" y="133330"/>
                  </a:lnTo>
                  <a:lnTo>
                    <a:pt x="246617" y="122587"/>
                  </a:lnTo>
                  <a:lnTo>
                    <a:pt x="250198" y="119006"/>
                  </a:lnTo>
                  <a:lnTo>
                    <a:pt x="250198" y="106472"/>
                  </a:lnTo>
                  <a:lnTo>
                    <a:pt x="251988" y="104681"/>
                  </a:lnTo>
                  <a:lnTo>
                    <a:pt x="251988" y="97519"/>
                  </a:lnTo>
                  <a:lnTo>
                    <a:pt x="252346" y="97161"/>
                  </a:lnTo>
                  <a:lnTo>
                    <a:pt x="254137" y="98951"/>
                  </a:lnTo>
                  <a:lnTo>
                    <a:pt x="257360" y="95728"/>
                  </a:lnTo>
                  <a:lnTo>
                    <a:pt x="257360" y="90357"/>
                  </a:lnTo>
                  <a:lnTo>
                    <a:pt x="258312" y="89405"/>
                  </a:lnTo>
                  <a:lnTo>
                    <a:pt x="262967" y="89405"/>
                  </a:lnTo>
                  <a:lnTo>
                    <a:pt x="259744" y="86182"/>
                  </a:lnTo>
                  <a:lnTo>
                    <a:pt x="261893" y="85824"/>
                  </a:lnTo>
                  <a:lnTo>
                    <a:pt x="268103" y="79613"/>
                  </a:lnTo>
                  <a:lnTo>
                    <a:pt x="268103" y="77823"/>
                  </a:lnTo>
                  <a:lnTo>
                    <a:pt x="269055" y="76871"/>
                  </a:lnTo>
                  <a:lnTo>
                    <a:pt x="271685" y="76871"/>
                  </a:lnTo>
                  <a:lnTo>
                    <a:pt x="271685" y="72451"/>
                  </a:lnTo>
                  <a:lnTo>
                    <a:pt x="275501" y="68635"/>
                  </a:lnTo>
                  <a:lnTo>
                    <a:pt x="270845" y="68635"/>
                  </a:lnTo>
                  <a:lnTo>
                    <a:pt x="270487" y="68277"/>
                  </a:lnTo>
                  <a:lnTo>
                    <a:pt x="272278" y="66486"/>
                  </a:lnTo>
                  <a:lnTo>
                    <a:pt x="269894" y="64102"/>
                  </a:lnTo>
                  <a:lnTo>
                    <a:pt x="269894" y="61708"/>
                  </a:lnTo>
                  <a:lnTo>
                    <a:pt x="270845" y="60756"/>
                  </a:lnTo>
                  <a:lnTo>
                    <a:pt x="272636" y="60756"/>
                  </a:lnTo>
                  <a:lnTo>
                    <a:pt x="278847" y="54545"/>
                  </a:lnTo>
                  <a:lnTo>
                    <a:pt x="278847" y="50964"/>
                  </a:lnTo>
                  <a:lnTo>
                    <a:pt x="280637" y="49174"/>
                  </a:lnTo>
                  <a:lnTo>
                    <a:pt x="280637" y="42615"/>
                  </a:lnTo>
                  <a:lnTo>
                    <a:pt x="274427" y="36405"/>
                  </a:lnTo>
                  <a:lnTo>
                    <a:pt x="272278" y="36046"/>
                  </a:lnTo>
                  <a:lnTo>
                    <a:pt x="275266" y="33059"/>
                  </a:lnTo>
                  <a:lnTo>
                    <a:pt x="275266" y="29242"/>
                  </a:lnTo>
                  <a:lnTo>
                    <a:pt x="272636" y="29242"/>
                  </a:lnTo>
                  <a:lnTo>
                    <a:pt x="269894" y="26500"/>
                  </a:lnTo>
                  <a:lnTo>
                    <a:pt x="269894" y="23871"/>
                  </a:lnTo>
                  <a:lnTo>
                    <a:pt x="263683" y="23871"/>
                  </a:lnTo>
                  <a:lnTo>
                    <a:pt x="262732" y="22919"/>
                  </a:lnTo>
                  <a:lnTo>
                    <a:pt x="262732" y="19338"/>
                  </a:lnTo>
                  <a:lnTo>
                    <a:pt x="260102" y="16708"/>
                  </a:lnTo>
                  <a:lnTo>
                    <a:pt x="258312" y="16708"/>
                  </a:lnTo>
                  <a:lnTo>
                    <a:pt x="256521" y="14918"/>
                  </a:lnTo>
                  <a:lnTo>
                    <a:pt x="254730" y="14918"/>
                  </a:lnTo>
                  <a:lnTo>
                    <a:pt x="252940" y="13127"/>
                  </a:lnTo>
                  <a:lnTo>
                    <a:pt x="249359" y="13127"/>
                  </a:lnTo>
                  <a:lnTo>
                    <a:pt x="248407" y="12176"/>
                  </a:lnTo>
                  <a:lnTo>
                    <a:pt x="248407" y="7756"/>
                  </a:lnTo>
                  <a:lnTo>
                    <a:pt x="245778" y="7756"/>
                  </a:lnTo>
                  <a:lnTo>
                    <a:pt x="243987" y="5965"/>
                  </a:lnTo>
                  <a:lnTo>
                    <a:pt x="242196" y="5965"/>
                  </a:lnTo>
                  <a:lnTo>
                    <a:pt x="240406" y="4174"/>
                  </a:lnTo>
                  <a:lnTo>
                    <a:pt x="238615" y="4174"/>
                  </a:lnTo>
                  <a:lnTo>
                    <a:pt x="236825" y="2384"/>
                  </a:lnTo>
                  <a:lnTo>
                    <a:pt x="235034" y="2384"/>
                  </a:lnTo>
                  <a:lnTo>
                    <a:pt x="232650" y="0"/>
                  </a:lnTo>
                  <a:close/>
                  <a:moveTo>
                    <a:pt x="234083" y="11572"/>
                  </a:moveTo>
                  <a:lnTo>
                    <a:pt x="235034" y="10620"/>
                  </a:lnTo>
                  <a:lnTo>
                    <a:pt x="237429" y="10620"/>
                  </a:lnTo>
                  <a:lnTo>
                    <a:pt x="238380" y="12176"/>
                  </a:lnTo>
                  <a:lnTo>
                    <a:pt x="237429" y="13127"/>
                  </a:lnTo>
                  <a:lnTo>
                    <a:pt x="235034" y="13127"/>
                  </a:lnTo>
                  <a:lnTo>
                    <a:pt x="234083" y="11572"/>
                  </a:lnTo>
                  <a:close/>
                  <a:moveTo>
                    <a:pt x="223339" y="133330"/>
                  </a:moveTo>
                  <a:lnTo>
                    <a:pt x="224291" y="132379"/>
                  </a:lnTo>
                  <a:lnTo>
                    <a:pt x="226685" y="132379"/>
                  </a:lnTo>
                  <a:lnTo>
                    <a:pt x="227637" y="133330"/>
                  </a:lnTo>
                  <a:lnTo>
                    <a:pt x="227637" y="135725"/>
                  </a:lnTo>
                  <a:lnTo>
                    <a:pt x="226685" y="136676"/>
                  </a:lnTo>
                  <a:lnTo>
                    <a:pt x="224291" y="136676"/>
                  </a:lnTo>
                  <a:lnTo>
                    <a:pt x="223339" y="135725"/>
                  </a:lnTo>
                  <a:lnTo>
                    <a:pt x="223339" y="133330"/>
                  </a:lnTo>
                  <a:close/>
                  <a:moveTo>
                    <a:pt x="223339" y="29478"/>
                  </a:moveTo>
                  <a:lnTo>
                    <a:pt x="224291" y="28526"/>
                  </a:lnTo>
                  <a:lnTo>
                    <a:pt x="226685" y="28526"/>
                  </a:lnTo>
                  <a:lnTo>
                    <a:pt x="227637" y="29478"/>
                  </a:lnTo>
                  <a:lnTo>
                    <a:pt x="227637" y="31872"/>
                  </a:lnTo>
                  <a:lnTo>
                    <a:pt x="226685" y="32823"/>
                  </a:lnTo>
                  <a:lnTo>
                    <a:pt x="224291" y="32823"/>
                  </a:lnTo>
                  <a:lnTo>
                    <a:pt x="223339" y="31872"/>
                  </a:lnTo>
                  <a:lnTo>
                    <a:pt x="223339" y="29478"/>
                  </a:lnTo>
                  <a:close/>
                  <a:moveTo>
                    <a:pt x="223339" y="43802"/>
                  </a:moveTo>
                  <a:lnTo>
                    <a:pt x="224291" y="42851"/>
                  </a:lnTo>
                  <a:lnTo>
                    <a:pt x="226685" y="42851"/>
                  </a:lnTo>
                  <a:lnTo>
                    <a:pt x="227637" y="43802"/>
                  </a:lnTo>
                  <a:lnTo>
                    <a:pt x="227637" y="47987"/>
                  </a:lnTo>
                  <a:lnTo>
                    <a:pt x="226685" y="48939"/>
                  </a:lnTo>
                  <a:lnTo>
                    <a:pt x="224291" y="48939"/>
                  </a:lnTo>
                  <a:lnTo>
                    <a:pt x="223339" y="47987"/>
                  </a:lnTo>
                  <a:lnTo>
                    <a:pt x="223339" y="43802"/>
                  </a:lnTo>
                  <a:close/>
                  <a:moveTo>
                    <a:pt x="223339" y="59917"/>
                  </a:moveTo>
                  <a:lnTo>
                    <a:pt x="224291" y="58966"/>
                  </a:lnTo>
                  <a:lnTo>
                    <a:pt x="226685" y="58966"/>
                  </a:lnTo>
                  <a:lnTo>
                    <a:pt x="227637" y="59917"/>
                  </a:lnTo>
                  <a:lnTo>
                    <a:pt x="227637" y="62312"/>
                  </a:lnTo>
                  <a:lnTo>
                    <a:pt x="226685" y="63263"/>
                  </a:lnTo>
                  <a:lnTo>
                    <a:pt x="224291" y="63263"/>
                  </a:lnTo>
                  <a:lnTo>
                    <a:pt x="223339" y="62312"/>
                  </a:lnTo>
                  <a:lnTo>
                    <a:pt x="223339" y="59917"/>
                  </a:lnTo>
                  <a:close/>
                  <a:moveTo>
                    <a:pt x="223339" y="74242"/>
                  </a:moveTo>
                  <a:lnTo>
                    <a:pt x="224291" y="73290"/>
                  </a:lnTo>
                  <a:lnTo>
                    <a:pt x="226685" y="73290"/>
                  </a:lnTo>
                  <a:lnTo>
                    <a:pt x="227637" y="74242"/>
                  </a:lnTo>
                  <a:lnTo>
                    <a:pt x="227637" y="76636"/>
                  </a:lnTo>
                  <a:lnTo>
                    <a:pt x="226685" y="77588"/>
                  </a:lnTo>
                  <a:lnTo>
                    <a:pt x="224291" y="77588"/>
                  </a:lnTo>
                  <a:lnTo>
                    <a:pt x="223339" y="76636"/>
                  </a:lnTo>
                  <a:lnTo>
                    <a:pt x="223339" y="74242"/>
                  </a:lnTo>
                  <a:close/>
                  <a:moveTo>
                    <a:pt x="223339" y="88566"/>
                  </a:moveTo>
                  <a:lnTo>
                    <a:pt x="224291" y="87615"/>
                  </a:lnTo>
                  <a:lnTo>
                    <a:pt x="226685" y="87615"/>
                  </a:lnTo>
                  <a:lnTo>
                    <a:pt x="227637" y="88566"/>
                  </a:lnTo>
                  <a:lnTo>
                    <a:pt x="227637" y="90961"/>
                  </a:lnTo>
                  <a:lnTo>
                    <a:pt x="226685" y="91912"/>
                  </a:lnTo>
                  <a:lnTo>
                    <a:pt x="224291" y="91912"/>
                  </a:lnTo>
                  <a:lnTo>
                    <a:pt x="223339" y="90961"/>
                  </a:lnTo>
                  <a:lnTo>
                    <a:pt x="223339" y="88566"/>
                  </a:lnTo>
                  <a:close/>
                  <a:moveTo>
                    <a:pt x="223339" y="102891"/>
                  </a:moveTo>
                  <a:lnTo>
                    <a:pt x="224291" y="101939"/>
                  </a:lnTo>
                  <a:lnTo>
                    <a:pt x="226685" y="101939"/>
                  </a:lnTo>
                  <a:lnTo>
                    <a:pt x="227637" y="102891"/>
                  </a:lnTo>
                  <a:lnTo>
                    <a:pt x="227637" y="105285"/>
                  </a:lnTo>
                  <a:lnTo>
                    <a:pt x="226685" y="106237"/>
                  </a:lnTo>
                  <a:lnTo>
                    <a:pt x="224291" y="106237"/>
                  </a:lnTo>
                  <a:lnTo>
                    <a:pt x="223339" y="105285"/>
                  </a:lnTo>
                  <a:lnTo>
                    <a:pt x="223339" y="102891"/>
                  </a:lnTo>
                  <a:close/>
                  <a:moveTo>
                    <a:pt x="223339" y="117215"/>
                  </a:moveTo>
                  <a:lnTo>
                    <a:pt x="224291" y="116264"/>
                  </a:lnTo>
                  <a:lnTo>
                    <a:pt x="226685" y="116264"/>
                  </a:lnTo>
                  <a:lnTo>
                    <a:pt x="227637" y="117215"/>
                  </a:lnTo>
                  <a:lnTo>
                    <a:pt x="227637" y="119610"/>
                  </a:lnTo>
                  <a:lnTo>
                    <a:pt x="226685" y="120561"/>
                  </a:lnTo>
                  <a:lnTo>
                    <a:pt x="224291" y="120561"/>
                  </a:lnTo>
                  <a:lnTo>
                    <a:pt x="223339" y="119610"/>
                  </a:lnTo>
                  <a:lnTo>
                    <a:pt x="223339" y="117215"/>
                  </a:lnTo>
                  <a:close/>
                  <a:moveTo>
                    <a:pt x="223339" y="147655"/>
                  </a:moveTo>
                  <a:lnTo>
                    <a:pt x="224291" y="146703"/>
                  </a:lnTo>
                  <a:lnTo>
                    <a:pt x="226685" y="146703"/>
                  </a:lnTo>
                  <a:lnTo>
                    <a:pt x="227637" y="147655"/>
                  </a:lnTo>
                  <a:lnTo>
                    <a:pt x="227637" y="150049"/>
                  </a:lnTo>
                  <a:lnTo>
                    <a:pt x="226685" y="151001"/>
                  </a:lnTo>
                  <a:lnTo>
                    <a:pt x="224291" y="151001"/>
                  </a:lnTo>
                  <a:lnTo>
                    <a:pt x="223339" y="150049"/>
                  </a:lnTo>
                  <a:lnTo>
                    <a:pt x="223339" y="147655"/>
                  </a:lnTo>
                  <a:close/>
                  <a:moveTo>
                    <a:pt x="223339" y="161979"/>
                  </a:moveTo>
                  <a:lnTo>
                    <a:pt x="224291" y="161028"/>
                  </a:lnTo>
                  <a:lnTo>
                    <a:pt x="226685" y="161028"/>
                  </a:lnTo>
                  <a:lnTo>
                    <a:pt x="227637" y="161979"/>
                  </a:lnTo>
                  <a:lnTo>
                    <a:pt x="227637" y="164374"/>
                  </a:lnTo>
                  <a:lnTo>
                    <a:pt x="226685" y="165325"/>
                  </a:lnTo>
                  <a:lnTo>
                    <a:pt x="224291" y="165325"/>
                  </a:lnTo>
                  <a:lnTo>
                    <a:pt x="223339" y="164374"/>
                  </a:lnTo>
                  <a:lnTo>
                    <a:pt x="223339" y="161979"/>
                  </a:lnTo>
                  <a:close/>
                  <a:moveTo>
                    <a:pt x="223339" y="176304"/>
                  </a:moveTo>
                  <a:lnTo>
                    <a:pt x="224291" y="175352"/>
                  </a:lnTo>
                  <a:lnTo>
                    <a:pt x="226685" y="175352"/>
                  </a:lnTo>
                  <a:lnTo>
                    <a:pt x="227637" y="176304"/>
                  </a:lnTo>
                  <a:lnTo>
                    <a:pt x="227637" y="178698"/>
                  </a:lnTo>
                  <a:lnTo>
                    <a:pt x="226685" y="179650"/>
                  </a:lnTo>
                  <a:lnTo>
                    <a:pt x="224291" y="179650"/>
                  </a:lnTo>
                  <a:lnTo>
                    <a:pt x="223339" y="178698"/>
                  </a:lnTo>
                  <a:lnTo>
                    <a:pt x="223339" y="176304"/>
                  </a:lnTo>
                  <a:close/>
                  <a:moveTo>
                    <a:pt x="223339" y="190628"/>
                  </a:moveTo>
                  <a:lnTo>
                    <a:pt x="224291" y="189677"/>
                  </a:lnTo>
                  <a:lnTo>
                    <a:pt x="226685" y="189677"/>
                  </a:lnTo>
                  <a:lnTo>
                    <a:pt x="227637" y="190628"/>
                  </a:lnTo>
                  <a:lnTo>
                    <a:pt x="227637" y="193023"/>
                  </a:lnTo>
                  <a:lnTo>
                    <a:pt x="226685" y="193974"/>
                  </a:lnTo>
                  <a:lnTo>
                    <a:pt x="224291" y="193974"/>
                  </a:lnTo>
                  <a:lnTo>
                    <a:pt x="223339" y="193023"/>
                  </a:lnTo>
                  <a:lnTo>
                    <a:pt x="223339" y="190628"/>
                  </a:lnTo>
                  <a:close/>
                  <a:moveTo>
                    <a:pt x="223339" y="204953"/>
                  </a:moveTo>
                  <a:lnTo>
                    <a:pt x="224291" y="204001"/>
                  </a:lnTo>
                  <a:lnTo>
                    <a:pt x="226685" y="204001"/>
                  </a:lnTo>
                  <a:lnTo>
                    <a:pt x="227637" y="204953"/>
                  </a:lnTo>
                  <a:lnTo>
                    <a:pt x="227637" y="207347"/>
                  </a:lnTo>
                  <a:lnTo>
                    <a:pt x="226685" y="208299"/>
                  </a:lnTo>
                  <a:lnTo>
                    <a:pt x="224291" y="208299"/>
                  </a:lnTo>
                  <a:lnTo>
                    <a:pt x="223339" y="207347"/>
                  </a:lnTo>
                  <a:lnTo>
                    <a:pt x="223339" y="204953"/>
                  </a:lnTo>
                  <a:close/>
                  <a:moveTo>
                    <a:pt x="223339" y="221068"/>
                  </a:moveTo>
                  <a:lnTo>
                    <a:pt x="224291" y="220116"/>
                  </a:lnTo>
                  <a:lnTo>
                    <a:pt x="226685" y="220116"/>
                  </a:lnTo>
                  <a:lnTo>
                    <a:pt x="227637" y="221068"/>
                  </a:lnTo>
                  <a:lnTo>
                    <a:pt x="227637" y="223462"/>
                  </a:lnTo>
                  <a:lnTo>
                    <a:pt x="226685" y="224414"/>
                  </a:lnTo>
                  <a:lnTo>
                    <a:pt x="224291" y="224414"/>
                  </a:lnTo>
                  <a:lnTo>
                    <a:pt x="223339" y="223462"/>
                  </a:lnTo>
                  <a:lnTo>
                    <a:pt x="223339" y="221068"/>
                  </a:lnTo>
                  <a:close/>
                  <a:moveTo>
                    <a:pt x="223339" y="235392"/>
                  </a:moveTo>
                  <a:lnTo>
                    <a:pt x="224291" y="234441"/>
                  </a:lnTo>
                  <a:lnTo>
                    <a:pt x="226685" y="234441"/>
                  </a:lnTo>
                  <a:lnTo>
                    <a:pt x="227637" y="235392"/>
                  </a:lnTo>
                  <a:lnTo>
                    <a:pt x="227637" y="237787"/>
                  </a:lnTo>
                  <a:lnTo>
                    <a:pt x="226685" y="238738"/>
                  </a:lnTo>
                  <a:lnTo>
                    <a:pt x="224291" y="238738"/>
                  </a:lnTo>
                  <a:lnTo>
                    <a:pt x="223339" y="237787"/>
                  </a:lnTo>
                  <a:lnTo>
                    <a:pt x="223339" y="235392"/>
                  </a:lnTo>
                  <a:close/>
                  <a:moveTo>
                    <a:pt x="121277" y="148259"/>
                  </a:moveTo>
                  <a:lnTo>
                    <a:pt x="122229" y="146703"/>
                  </a:lnTo>
                  <a:lnTo>
                    <a:pt x="124981" y="147061"/>
                  </a:lnTo>
                  <a:lnTo>
                    <a:pt x="123784" y="148259"/>
                  </a:lnTo>
                  <a:lnTo>
                    <a:pt x="123426" y="150407"/>
                  </a:lnTo>
                  <a:lnTo>
                    <a:pt x="121277" y="148259"/>
                  </a:lnTo>
                  <a:close/>
                  <a:moveTo>
                    <a:pt x="114115" y="249717"/>
                  </a:moveTo>
                  <a:lnTo>
                    <a:pt x="115066" y="248765"/>
                  </a:lnTo>
                  <a:lnTo>
                    <a:pt x="117461" y="248765"/>
                  </a:lnTo>
                  <a:lnTo>
                    <a:pt x="118412" y="249717"/>
                  </a:lnTo>
                  <a:lnTo>
                    <a:pt x="118412" y="252111"/>
                  </a:lnTo>
                  <a:lnTo>
                    <a:pt x="117461" y="253063"/>
                  </a:lnTo>
                  <a:lnTo>
                    <a:pt x="115066" y="253063"/>
                  </a:lnTo>
                  <a:lnTo>
                    <a:pt x="114115" y="252111"/>
                  </a:lnTo>
                  <a:lnTo>
                    <a:pt x="114115" y="249717"/>
                  </a:lnTo>
                  <a:close/>
                  <a:moveTo>
                    <a:pt x="114115" y="264041"/>
                  </a:moveTo>
                  <a:lnTo>
                    <a:pt x="115066" y="263090"/>
                  </a:lnTo>
                  <a:lnTo>
                    <a:pt x="117461" y="263090"/>
                  </a:lnTo>
                  <a:lnTo>
                    <a:pt x="118412" y="264041"/>
                  </a:lnTo>
                  <a:lnTo>
                    <a:pt x="118412" y="266436"/>
                  </a:lnTo>
                  <a:lnTo>
                    <a:pt x="117461" y="267387"/>
                  </a:lnTo>
                  <a:lnTo>
                    <a:pt x="115066" y="267387"/>
                  </a:lnTo>
                  <a:lnTo>
                    <a:pt x="114115" y="266436"/>
                  </a:lnTo>
                  <a:lnTo>
                    <a:pt x="114115" y="264041"/>
                  </a:lnTo>
                  <a:close/>
                  <a:moveTo>
                    <a:pt x="114115" y="235392"/>
                  </a:moveTo>
                  <a:lnTo>
                    <a:pt x="115066" y="234441"/>
                  </a:lnTo>
                  <a:lnTo>
                    <a:pt x="117461" y="234441"/>
                  </a:lnTo>
                  <a:lnTo>
                    <a:pt x="118412" y="235392"/>
                  </a:lnTo>
                  <a:lnTo>
                    <a:pt x="118412" y="237787"/>
                  </a:lnTo>
                  <a:lnTo>
                    <a:pt x="117461" y="238738"/>
                  </a:lnTo>
                  <a:lnTo>
                    <a:pt x="115066" y="238738"/>
                  </a:lnTo>
                  <a:lnTo>
                    <a:pt x="114115" y="237787"/>
                  </a:lnTo>
                  <a:lnTo>
                    <a:pt x="114115" y="235392"/>
                  </a:lnTo>
                  <a:close/>
                  <a:moveTo>
                    <a:pt x="112918" y="147061"/>
                  </a:moveTo>
                  <a:lnTo>
                    <a:pt x="113276" y="146703"/>
                  </a:lnTo>
                  <a:lnTo>
                    <a:pt x="117461" y="146703"/>
                  </a:lnTo>
                  <a:lnTo>
                    <a:pt x="118412" y="147655"/>
                  </a:lnTo>
                  <a:lnTo>
                    <a:pt x="118412" y="150049"/>
                  </a:lnTo>
                  <a:lnTo>
                    <a:pt x="117461" y="151001"/>
                  </a:lnTo>
                  <a:lnTo>
                    <a:pt x="115066" y="151001"/>
                  </a:lnTo>
                  <a:lnTo>
                    <a:pt x="114115" y="150049"/>
                  </a:lnTo>
                  <a:lnTo>
                    <a:pt x="114115" y="148259"/>
                  </a:lnTo>
                  <a:lnTo>
                    <a:pt x="112918" y="147061"/>
                  </a:lnTo>
                  <a:close/>
                  <a:moveTo>
                    <a:pt x="114115" y="117215"/>
                  </a:moveTo>
                  <a:lnTo>
                    <a:pt x="115066" y="116264"/>
                  </a:lnTo>
                  <a:lnTo>
                    <a:pt x="117461" y="116264"/>
                  </a:lnTo>
                  <a:lnTo>
                    <a:pt x="118412" y="117215"/>
                  </a:lnTo>
                  <a:lnTo>
                    <a:pt x="118412" y="119610"/>
                  </a:lnTo>
                  <a:lnTo>
                    <a:pt x="117461" y="120561"/>
                  </a:lnTo>
                  <a:lnTo>
                    <a:pt x="115066" y="120561"/>
                  </a:lnTo>
                  <a:lnTo>
                    <a:pt x="114115" y="119610"/>
                  </a:lnTo>
                  <a:lnTo>
                    <a:pt x="114115" y="117215"/>
                  </a:lnTo>
                  <a:close/>
                  <a:moveTo>
                    <a:pt x="114115" y="133330"/>
                  </a:moveTo>
                  <a:lnTo>
                    <a:pt x="115066" y="132379"/>
                  </a:lnTo>
                  <a:lnTo>
                    <a:pt x="117461" y="132379"/>
                  </a:lnTo>
                  <a:lnTo>
                    <a:pt x="118412" y="133330"/>
                  </a:lnTo>
                  <a:lnTo>
                    <a:pt x="118412" y="135725"/>
                  </a:lnTo>
                  <a:lnTo>
                    <a:pt x="117461" y="136676"/>
                  </a:lnTo>
                  <a:lnTo>
                    <a:pt x="115066" y="136676"/>
                  </a:lnTo>
                  <a:lnTo>
                    <a:pt x="114115" y="135725"/>
                  </a:lnTo>
                  <a:lnTo>
                    <a:pt x="114115" y="133330"/>
                  </a:lnTo>
                  <a:close/>
                  <a:moveTo>
                    <a:pt x="114115" y="161979"/>
                  </a:moveTo>
                  <a:lnTo>
                    <a:pt x="115066" y="161028"/>
                  </a:lnTo>
                  <a:lnTo>
                    <a:pt x="117461" y="161028"/>
                  </a:lnTo>
                  <a:lnTo>
                    <a:pt x="118412" y="161979"/>
                  </a:lnTo>
                  <a:lnTo>
                    <a:pt x="118412" y="164374"/>
                  </a:lnTo>
                  <a:lnTo>
                    <a:pt x="117461" y="165325"/>
                  </a:lnTo>
                  <a:lnTo>
                    <a:pt x="115066" y="165325"/>
                  </a:lnTo>
                  <a:lnTo>
                    <a:pt x="114115" y="164374"/>
                  </a:lnTo>
                  <a:lnTo>
                    <a:pt x="114115" y="161979"/>
                  </a:lnTo>
                  <a:close/>
                  <a:moveTo>
                    <a:pt x="114115" y="176304"/>
                  </a:moveTo>
                  <a:lnTo>
                    <a:pt x="115066" y="175352"/>
                  </a:lnTo>
                  <a:lnTo>
                    <a:pt x="117461" y="175352"/>
                  </a:lnTo>
                  <a:lnTo>
                    <a:pt x="118412" y="176304"/>
                  </a:lnTo>
                  <a:lnTo>
                    <a:pt x="118412" y="178698"/>
                  </a:lnTo>
                  <a:lnTo>
                    <a:pt x="117461" y="179650"/>
                  </a:lnTo>
                  <a:lnTo>
                    <a:pt x="115066" y="179650"/>
                  </a:lnTo>
                  <a:lnTo>
                    <a:pt x="114115" y="178698"/>
                  </a:lnTo>
                  <a:lnTo>
                    <a:pt x="114115" y="176304"/>
                  </a:lnTo>
                  <a:close/>
                  <a:moveTo>
                    <a:pt x="114115" y="190628"/>
                  </a:moveTo>
                  <a:lnTo>
                    <a:pt x="115066" y="189677"/>
                  </a:lnTo>
                  <a:lnTo>
                    <a:pt x="117461" y="189677"/>
                  </a:lnTo>
                  <a:lnTo>
                    <a:pt x="118412" y="190628"/>
                  </a:lnTo>
                  <a:lnTo>
                    <a:pt x="118412" y="193023"/>
                  </a:lnTo>
                  <a:lnTo>
                    <a:pt x="117461" y="193974"/>
                  </a:lnTo>
                  <a:lnTo>
                    <a:pt x="115066" y="193974"/>
                  </a:lnTo>
                  <a:lnTo>
                    <a:pt x="114115" y="193023"/>
                  </a:lnTo>
                  <a:lnTo>
                    <a:pt x="114115" y="190628"/>
                  </a:lnTo>
                  <a:close/>
                  <a:moveTo>
                    <a:pt x="114115" y="204953"/>
                  </a:moveTo>
                  <a:lnTo>
                    <a:pt x="115066" y="204001"/>
                  </a:lnTo>
                  <a:lnTo>
                    <a:pt x="117461" y="204001"/>
                  </a:lnTo>
                  <a:lnTo>
                    <a:pt x="118412" y="204953"/>
                  </a:lnTo>
                  <a:lnTo>
                    <a:pt x="118412" y="207347"/>
                  </a:lnTo>
                  <a:lnTo>
                    <a:pt x="117461" y="208299"/>
                  </a:lnTo>
                  <a:lnTo>
                    <a:pt x="115066" y="208299"/>
                  </a:lnTo>
                  <a:lnTo>
                    <a:pt x="114115" y="207347"/>
                  </a:lnTo>
                  <a:lnTo>
                    <a:pt x="114115" y="204953"/>
                  </a:lnTo>
                  <a:close/>
                  <a:moveTo>
                    <a:pt x="114115" y="221068"/>
                  </a:moveTo>
                  <a:lnTo>
                    <a:pt x="115066" y="220116"/>
                  </a:lnTo>
                  <a:lnTo>
                    <a:pt x="117461" y="220116"/>
                  </a:lnTo>
                  <a:lnTo>
                    <a:pt x="118412" y="221068"/>
                  </a:lnTo>
                  <a:lnTo>
                    <a:pt x="118412" y="223462"/>
                  </a:lnTo>
                  <a:lnTo>
                    <a:pt x="117461" y="224414"/>
                  </a:lnTo>
                  <a:lnTo>
                    <a:pt x="115066" y="224414"/>
                  </a:lnTo>
                  <a:lnTo>
                    <a:pt x="114115" y="223462"/>
                  </a:lnTo>
                  <a:lnTo>
                    <a:pt x="114115" y="221068"/>
                  </a:lnTo>
                  <a:close/>
                  <a:moveTo>
                    <a:pt x="105756" y="145271"/>
                  </a:moveTo>
                  <a:lnTo>
                    <a:pt x="106114" y="144913"/>
                  </a:lnTo>
                  <a:lnTo>
                    <a:pt x="107076" y="145271"/>
                  </a:lnTo>
                  <a:lnTo>
                    <a:pt x="106718" y="145629"/>
                  </a:lnTo>
                  <a:lnTo>
                    <a:pt x="105756" y="145271"/>
                  </a:lnTo>
                  <a:close/>
                  <a:moveTo>
                    <a:pt x="96803" y="227637"/>
                  </a:moveTo>
                  <a:lnTo>
                    <a:pt x="97765" y="227279"/>
                  </a:lnTo>
                  <a:lnTo>
                    <a:pt x="98716" y="228834"/>
                  </a:lnTo>
                  <a:lnTo>
                    <a:pt x="98358" y="229192"/>
                  </a:lnTo>
                  <a:lnTo>
                    <a:pt x="96803" y="227637"/>
                  </a:lnTo>
                  <a:close/>
                  <a:moveTo>
                    <a:pt x="94777" y="141925"/>
                  </a:moveTo>
                  <a:lnTo>
                    <a:pt x="96332" y="143480"/>
                  </a:lnTo>
                  <a:lnTo>
                    <a:pt x="95974" y="143838"/>
                  </a:lnTo>
                  <a:lnTo>
                    <a:pt x="93222" y="143480"/>
                  </a:lnTo>
                  <a:lnTo>
                    <a:pt x="94777" y="141925"/>
                  </a:lnTo>
                  <a:close/>
                  <a:moveTo>
                    <a:pt x="88208" y="191467"/>
                  </a:moveTo>
                  <a:lnTo>
                    <a:pt x="89170" y="191825"/>
                  </a:lnTo>
                  <a:lnTo>
                    <a:pt x="87021" y="193974"/>
                  </a:lnTo>
                  <a:lnTo>
                    <a:pt x="86417" y="193974"/>
                  </a:lnTo>
                  <a:lnTo>
                    <a:pt x="86059" y="193616"/>
                  </a:lnTo>
                  <a:lnTo>
                    <a:pt x="88208" y="191467"/>
                  </a:lnTo>
                  <a:close/>
                  <a:moveTo>
                    <a:pt x="74723" y="215696"/>
                  </a:moveTo>
                  <a:lnTo>
                    <a:pt x="75081" y="215338"/>
                  </a:lnTo>
                  <a:lnTo>
                    <a:pt x="78069" y="218326"/>
                  </a:lnTo>
                  <a:lnTo>
                    <a:pt x="79859" y="218326"/>
                  </a:lnTo>
                  <a:lnTo>
                    <a:pt x="82008" y="220474"/>
                  </a:lnTo>
                  <a:lnTo>
                    <a:pt x="80452" y="222030"/>
                  </a:lnTo>
                  <a:lnTo>
                    <a:pt x="78662" y="220239"/>
                  </a:lnTo>
                  <a:lnTo>
                    <a:pt x="76871" y="222030"/>
                  </a:lnTo>
                  <a:lnTo>
                    <a:pt x="74723" y="219881"/>
                  </a:lnTo>
                  <a:lnTo>
                    <a:pt x="74723" y="215696"/>
                  </a:lnTo>
                  <a:close/>
                  <a:moveTo>
                    <a:pt x="69351" y="144677"/>
                  </a:moveTo>
                  <a:lnTo>
                    <a:pt x="69709" y="143715"/>
                  </a:lnTo>
                  <a:lnTo>
                    <a:pt x="70906" y="144913"/>
                  </a:lnTo>
                  <a:lnTo>
                    <a:pt x="72697" y="144913"/>
                  </a:lnTo>
                  <a:lnTo>
                    <a:pt x="75439" y="147655"/>
                  </a:lnTo>
                  <a:lnTo>
                    <a:pt x="75439" y="153866"/>
                  </a:lnTo>
                  <a:lnTo>
                    <a:pt x="79255" y="153866"/>
                  </a:lnTo>
                  <a:lnTo>
                    <a:pt x="80452" y="152668"/>
                  </a:lnTo>
                  <a:lnTo>
                    <a:pt x="80811" y="153630"/>
                  </a:lnTo>
                  <a:lnTo>
                    <a:pt x="79859" y="154582"/>
                  </a:lnTo>
                  <a:lnTo>
                    <a:pt x="76278" y="154582"/>
                  </a:lnTo>
                  <a:lnTo>
                    <a:pt x="75081" y="155779"/>
                  </a:lnTo>
                  <a:lnTo>
                    <a:pt x="74723" y="153630"/>
                  </a:lnTo>
                  <a:lnTo>
                    <a:pt x="72932" y="151840"/>
                  </a:lnTo>
                  <a:lnTo>
                    <a:pt x="72932" y="148259"/>
                  </a:lnTo>
                  <a:lnTo>
                    <a:pt x="69351" y="144677"/>
                  </a:lnTo>
                  <a:close/>
                  <a:moveTo>
                    <a:pt x="74723" y="174513"/>
                  </a:moveTo>
                  <a:lnTo>
                    <a:pt x="76278" y="173562"/>
                  </a:lnTo>
                  <a:lnTo>
                    <a:pt x="78427" y="175710"/>
                  </a:lnTo>
                  <a:lnTo>
                    <a:pt x="76871" y="177266"/>
                  </a:lnTo>
                  <a:lnTo>
                    <a:pt x="74723" y="175117"/>
                  </a:lnTo>
                  <a:lnTo>
                    <a:pt x="74723" y="174513"/>
                  </a:lnTo>
                  <a:close/>
                  <a:moveTo>
                    <a:pt x="69709" y="152668"/>
                  </a:moveTo>
                  <a:lnTo>
                    <a:pt x="70067" y="153630"/>
                  </a:lnTo>
                  <a:lnTo>
                    <a:pt x="68512" y="154582"/>
                  </a:lnTo>
                  <a:lnTo>
                    <a:pt x="68154" y="154224"/>
                  </a:lnTo>
                  <a:lnTo>
                    <a:pt x="69709" y="152668"/>
                  </a:lnTo>
                  <a:close/>
                  <a:moveTo>
                    <a:pt x="37479" y="206385"/>
                  </a:moveTo>
                  <a:lnTo>
                    <a:pt x="37837" y="207347"/>
                  </a:lnTo>
                  <a:lnTo>
                    <a:pt x="36282" y="208299"/>
                  </a:lnTo>
                  <a:lnTo>
                    <a:pt x="35924" y="207941"/>
                  </a:lnTo>
                  <a:lnTo>
                    <a:pt x="37479" y="206385"/>
                  </a:lnTo>
                  <a:close/>
                  <a:moveTo>
                    <a:pt x="22796" y="190628"/>
                  </a:moveTo>
                  <a:lnTo>
                    <a:pt x="23748" y="189677"/>
                  </a:lnTo>
                  <a:lnTo>
                    <a:pt x="27933" y="189677"/>
                  </a:lnTo>
                  <a:lnTo>
                    <a:pt x="28884" y="190628"/>
                  </a:lnTo>
                  <a:lnTo>
                    <a:pt x="28884" y="196604"/>
                  </a:lnTo>
                  <a:lnTo>
                    <a:pt x="27933" y="197555"/>
                  </a:lnTo>
                  <a:lnTo>
                    <a:pt x="26142" y="197555"/>
                  </a:lnTo>
                  <a:lnTo>
                    <a:pt x="24945" y="198752"/>
                  </a:lnTo>
                  <a:lnTo>
                    <a:pt x="24587" y="198394"/>
                  </a:lnTo>
                  <a:lnTo>
                    <a:pt x="24587" y="194813"/>
                  </a:lnTo>
                  <a:lnTo>
                    <a:pt x="22796" y="193023"/>
                  </a:lnTo>
                  <a:lnTo>
                    <a:pt x="22796" y="190628"/>
                  </a:lnTo>
                  <a:close/>
                </a:path>
              </a:pathLst>
            </a:custGeom>
            <a:solidFill>
              <a:srgbClr val="B9B8BC"/>
            </a:solidFill>
            <a:ln>
              <a:noFill/>
            </a:ln>
          </p:spPr>
        </p:sp>
        <p:sp>
          <p:nvSpPr>
            <p:cNvPr id="17026" name="Graph element 1719"/>
            <p:cNvSpPr/>
            <p:nvPr/>
          </p:nvSpPr>
          <p:spPr>
            <a:xfrm>
              <a:off x="1017398" y="1336773"/>
              <a:ext cx="15757" cy="32885"/>
            </a:xfrm>
            <a:custGeom>
              <a:avLst/>
              <a:gdLst/>
              <a:ahLst/>
              <a:cxnLst/>
              <a:rect l="0" t="0" r="r" b="b"/>
              <a:pathLst>
                <a:path w="15757" h="32885" stroke="0" extrusionOk="0">
                  <a:moveTo>
                    <a:pt x="9372" y="0"/>
                  </a:moveTo>
                  <a:lnTo>
                    <a:pt x="10150" y="778"/>
                  </a:lnTo>
                  <a:lnTo>
                    <a:pt x="8953" y="1975"/>
                  </a:lnTo>
                  <a:lnTo>
                    <a:pt x="8953" y="3765"/>
                  </a:lnTo>
                  <a:lnTo>
                    <a:pt x="6211" y="6507"/>
                  </a:lnTo>
                  <a:lnTo>
                    <a:pt x="3581" y="6507"/>
                  </a:lnTo>
                  <a:lnTo>
                    <a:pt x="3581" y="9137"/>
                  </a:lnTo>
                  <a:lnTo>
                    <a:pt x="1791" y="10928"/>
                  </a:lnTo>
                  <a:lnTo>
                    <a:pt x="1791" y="21671"/>
                  </a:lnTo>
                  <a:lnTo>
                    <a:pt x="0" y="23462"/>
                  </a:lnTo>
                  <a:lnTo>
                    <a:pt x="0" y="26439"/>
                  </a:lnTo>
                  <a:lnTo>
                    <a:pt x="6446" y="32885"/>
                  </a:lnTo>
                  <a:lnTo>
                    <a:pt x="6446" y="19881"/>
                  </a:lnTo>
                  <a:lnTo>
                    <a:pt x="4655" y="18090"/>
                  </a:lnTo>
                  <a:lnTo>
                    <a:pt x="4655" y="17486"/>
                  </a:lnTo>
                  <a:lnTo>
                    <a:pt x="6446" y="15696"/>
                  </a:lnTo>
                  <a:lnTo>
                    <a:pt x="6446" y="12114"/>
                  </a:lnTo>
                  <a:lnTo>
                    <a:pt x="8237" y="10324"/>
                  </a:lnTo>
                  <a:lnTo>
                    <a:pt x="8237" y="8533"/>
                  </a:lnTo>
                  <a:lnTo>
                    <a:pt x="10979" y="5791"/>
                  </a:lnTo>
                  <a:lnTo>
                    <a:pt x="12769" y="5791"/>
                  </a:lnTo>
                  <a:lnTo>
                    <a:pt x="14560" y="4001"/>
                  </a:lnTo>
                  <a:lnTo>
                    <a:pt x="15757" y="4001"/>
                  </a:lnTo>
                  <a:lnTo>
                    <a:pt x="15757" y="1136"/>
                  </a:lnTo>
                  <a:lnTo>
                    <a:pt x="9372" y="0"/>
                  </a:lnTo>
                  <a:close/>
                </a:path>
              </a:pathLst>
            </a:custGeom>
            <a:solidFill>
              <a:srgbClr val="B9B8BC"/>
            </a:solidFill>
            <a:ln>
              <a:noFill/>
            </a:ln>
          </p:spPr>
        </p:sp>
        <p:sp>
          <p:nvSpPr>
            <p:cNvPr id="17027" name="Graph element 1720"/>
            <p:cNvSpPr/>
            <p:nvPr/>
          </p:nvSpPr>
          <p:spPr>
            <a:xfrm>
              <a:off x="1033513" y="130532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9B8BC"/>
            </a:solidFill>
            <a:ln>
              <a:noFill/>
            </a:ln>
          </p:spPr>
        </p:sp>
        <p:sp>
          <p:nvSpPr>
            <p:cNvPr id="17028" name="Graph element 1721"/>
            <p:cNvSpPr/>
            <p:nvPr/>
          </p:nvSpPr>
          <p:spPr>
            <a:xfrm>
              <a:off x="929660" y="1634784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9B8BB"/>
            </a:solidFill>
            <a:ln>
              <a:noFill/>
            </a:ln>
          </p:spPr>
        </p:sp>
        <p:sp>
          <p:nvSpPr>
            <p:cNvPr id="17029" name="Graph element 1722"/>
            <p:cNvSpPr/>
            <p:nvPr/>
          </p:nvSpPr>
          <p:spPr>
            <a:xfrm>
              <a:off x="866991" y="1378733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B9B8BB"/>
            </a:solidFill>
            <a:ln>
              <a:noFill/>
            </a:ln>
          </p:spPr>
        </p:sp>
        <p:sp>
          <p:nvSpPr>
            <p:cNvPr id="17030" name="Graph element 1723"/>
            <p:cNvSpPr/>
            <p:nvPr/>
          </p:nvSpPr>
          <p:spPr>
            <a:xfrm>
              <a:off x="854457" y="1371571"/>
              <a:ext cx="2865" cy="10743"/>
            </a:xfrm>
            <a:custGeom>
              <a:avLst/>
              <a:gdLst/>
              <a:ahLst/>
              <a:cxnLst/>
              <a:rect l="0" t="0" r="r" b="b"/>
              <a:pathLst>
                <a:path w="2865" h="10743" stroke="0" extrusionOk="0">
                  <a:moveTo>
                    <a:pt x="0" y="10743"/>
                  </a:moveTo>
                  <a:lnTo>
                    <a:pt x="2865" y="10743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0743"/>
                  </a:lnTo>
                  <a:close/>
                </a:path>
              </a:pathLst>
            </a:custGeom>
            <a:solidFill>
              <a:srgbClr val="B9B8BB"/>
            </a:solidFill>
            <a:ln>
              <a:noFill/>
            </a:ln>
          </p:spPr>
        </p:sp>
        <p:sp>
          <p:nvSpPr>
            <p:cNvPr id="17031" name="Graph element 1724"/>
            <p:cNvSpPr/>
            <p:nvPr/>
          </p:nvSpPr>
          <p:spPr>
            <a:xfrm>
              <a:off x="864842" y="1357605"/>
              <a:ext cx="20709" cy="13608"/>
            </a:xfrm>
            <a:custGeom>
              <a:avLst/>
              <a:gdLst/>
              <a:ahLst/>
              <a:cxnLst/>
              <a:rect l="0" t="0" r="r" b="b"/>
              <a:pathLst>
                <a:path w="20709" h="13608" stroke="0" extrusionOk="0">
                  <a:moveTo>
                    <a:pt x="10150" y="0"/>
                  </a:moveTo>
                  <a:lnTo>
                    <a:pt x="5730" y="4420"/>
                  </a:lnTo>
                  <a:lnTo>
                    <a:pt x="5730" y="6211"/>
                  </a:lnTo>
                  <a:lnTo>
                    <a:pt x="3939" y="8001"/>
                  </a:lnTo>
                  <a:lnTo>
                    <a:pt x="3939" y="9792"/>
                  </a:lnTo>
                  <a:lnTo>
                    <a:pt x="2988" y="10743"/>
                  </a:lnTo>
                  <a:lnTo>
                    <a:pt x="0" y="10743"/>
                  </a:lnTo>
                  <a:lnTo>
                    <a:pt x="0" y="13608"/>
                  </a:lnTo>
                  <a:lnTo>
                    <a:pt x="4174" y="13608"/>
                  </a:lnTo>
                  <a:lnTo>
                    <a:pt x="6804" y="10979"/>
                  </a:lnTo>
                  <a:lnTo>
                    <a:pt x="6804" y="9188"/>
                  </a:lnTo>
                  <a:lnTo>
                    <a:pt x="8595" y="7397"/>
                  </a:lnTo>
                  <a:lnTo>
                    <a:pt x="8595" y="5607"/>
                  </a:lnTo>
                  <a:lnTo>
                    <a:pt x="9546" y="4655"/>
                  </a:lnTo>
                  <a:lnTo>
                    <a:pt x="11337" y="4655"/>
                  </a:lnTo>
                  <a:lnTo>
                    <a:pt x="13127" y="2865"/>
                  </a:lnTo>
                  <a:lnTo>
                    <a:pt x="17312" y="2865"/>
                  </a:lnTo>
                  <a:lnTo>
                    <a:pt x="18683" y="4236"/>
                  </a:lnTo>
                  <a:lnTo>
                    <a:pt x="20709" y="2210"/>
                  </a:lnTo>
                  <a:lnTo>
                    <a:pt x="18499" y="0"/>
                  </a:lnTo>
                  <a:lnTo>
                    <a:pt x="10150" y="0"/>
                  </a:lnTo>
                  <a:close/>
                </a:path>
              </a:pathLst>
            </a:custGeom>
            <a:solidFill>
              <a:srgbClr val="B9B8BB"/>
            </a:solidFill>
            <a:ln>
              <a:noFill/>
            </a:ln>
          </p:spPr>
        </p:sp>
        <p:sp>
          <p:nvSpPr>
            <p:cNvPr id="17032" name="Graph element 1725"/>
            <p:cNvSpPr/>
            <p:nvPr/>
          </p:nvSpPr>
          <p:spPr>
            <a:xfrm>
              <a:off x="1110272" y="1354024"/>
              <a:ext cx="30194" cy="11818"/>
            </a:xfrm>
            <a:custGeom>
              <a:avLst/>
              <a:gdLst/>
              <a:ahLst/>
              <a:cxnLst/>
              <a:rect l="0" t="0" r="r" b="b"/>
              <a:pathLst>
                <a:path w="30194" h="11818" stroke="0" extrusionOk="0">
                  <a:moveTo>
                    <a:pt x="13608" y="0"/>
                  </a:moveTo>
                  <a:lnTo>
                    <a:pt x="11818" y="1791"/>
                  </a:lnTo>
                  <a:lnTo>
                    <a:pt x="10027" y="1791"/>
                  </a:lnTo>
                  <a:lnTo>
                    <a:pt x="8237" y="3581"/>
                  </a:lnTo>
                  <a:lnTo>
                    <a:pt x="6446" y="3581"/>
                  </a:lnTo>
                  <a:lnTo>
                    <a:pt x="0" y="10027"/>
                  </a:lnTo>
                  <a:lnTo>
                    <a:pt x="4655" y="10027"/>
                  </a:lnTo>
                  <a:lnTo>
                    <a:pt x="6446" y="11818"/>
                  </a:lnTo>
                  <a:lnTo>
                    <a:pt x="16586" y="11818"/>
                  </a:lnTo>
                  <a:lnTo>
                    <a:pt x="18376" y="10027"/>
                  </a:lnTo>
                  <a:lnTo>
                    <a:pt x="21957" y="10027"/>
                  </a:lnTo>
                  <a:lnTo>
                    <a:pt x="30194" y="1791"/>
                  </a:lnTo>
                  <a:lnTo>
                    <a:pt x="25538" y="1791"/>
                  </a:lnTo>
                  <a:lnTo>
                    <a:pt x="23748" y="0"/>
                  </a:lnTo>
                  <a:lnTo>
                    <a:pt x="13608" y="0"/>
                  </a:lnTo>
                  <a:close/>
                </a:path>
              </a:pathLst>
            </a:custGeom>
            <a:solidFill>
              <a:srgbClr val="B9B8BB"/>
            </a:solidFill>
            <a:ln>
              <a:noFill/>
            </a:ln>
          </p:spPr>
        </p:sp>
        <p:sp>
          <p:nvSpPr>
            <p:cNvPr id="17033" name="Graph element 1726"/>
            <p:cNvSpPr/>
            <p:nvPr/>
          </p:nvSpPr>
          <p:spPr>
            <a:xfrm>
              <a:off x="1040675" y="1339464"/>
              <a:ext cx="8472" cy="8472"/>
            </a:xfrm>
            <a:custGeom>
              <a:avLst/>
              <a:gdLst/>
              <a:ahLst/>
              <a:cxnLst/>
              <a:rect l="0" t="0" r="r" b="b"/>
              <a:pathLst>
                <a:path w="8472" h="8472" stroke="0" extrusionOk="0">
                  <a:moveTo>
                    <a:pt x="0" y="0"/>
                  </a:moveTo>
                  <a:lnTo>
                    <a:pt x="0" y="8472"/>
                  </a:lnTo>
                  <a:lnTo>
                    <a:pt x="8472" y="84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9B8BB"/>
            </a:solidFill>
            <a:ln>
              <a:noFill/>
            </a:ln>
          </p:spPr>
        </p:sp>
        <p:sp>
          <p:nvSpPr>
            <p:cNvPr id="17034" name="Graph element 1727"/>
            <p:cNvSpPr/>
            <p:nvPr/>
          </p:nvSpPr>
          <p:spPr>
            <a:xfrm>
              <a:off x="1020979" y="1316422"/>
              <a:ext cx="72932" cy="65535"/>
            </a:xfrm>
            <a:custGeom>
              <a:avLst/>
              <a:gdLst/>
              <a:ahLst/>
              <a:cxnLst/>
              <a:rect l="0" t="0" r="r" b="b"/>
              <a:pathLst>
                <a:path w="72932" h="65535" stroke="0" extrusionOk="0">
                  <a:moveTo>
                    <a:pt x="8001" y="0"/>
                  </a:moveTo>
                  <a:lnTo>
                    <a:pt x="6211" y="1791"/>
                  </a:lnTo>
                  <a:lnTo>
                    <a:pt x="3581" y="1791"/>
                  </a:lnTo>
                  <a:lnTo>
                    <a:pt x="3581" y="4420"/>
                  </a:lnTo>
                  <a:lnTo>
                    <a:pt x="1791" y="6211"/>
                  </a:lnTo>
                  <a:lnTo>
                    <a:pt x="1791" y="10979"/>
                  </a:lnTo>
                  <a:lnTo>
                    <a:pt x="3581" y="12769"/>
                  </a:lnTo>
                  <a:lnTo>
                    <a:pt x="3581" y="16350"/>
                  </a:lnTo>
                  <a:lnTo>
                    <a:pt x="9792" y="22561"/>
                  </a:lnTo>
                  <a:lnTo>
                    <a:pt x="11941" y="22919"/>
                  </a:lnTo>
                  <a:lnTo>
                    <a:pt x="9792" y="23277"/>
                  </a:lnTo>
                  <a:lnTo>
                    <a:pt x="8001" y="25068"/>
                  </a:lnTo>
                  <a:lnTo>
                    <a:pt x="6211" y="25068"/>
                  </a:lnTo>
                  <a:lnTo>
                    <a:pt x="3581" y="27698"/>
                  </a:lnTo>
                  <a:lnTo>
                    <a:pt x="3581" y="29488"/>
                  </a:lnTo>
                  <a:lnTo>
                    <a:pt x="1791" y="31279"/>
                  </a:lnTo>
                  <a:lnTo>
                    <a:pt x="1791" y="34860"/>
                  </a:lnTo>
                  <a:lnTo>
                    <a:pt x="0" y="36650"/>
                  </a:lnTo>
                  <a:lnTo>
                    <a:pt x="0" y="39628"/>
                  </a:lnTo>
                  <a:lnTo>
                    <a:pt x="1791" y="41418"/>
                  </a:lnTo>
                  <a:lnTo>
                    <a:pt x="1791" y="53952"/>
                  </a:lnTo>
                  <a:lnTo>
                    <a:pt x="3581" y="55743"/>
                  </a:lnTo>
                  <a:lnTo>
                    <a:pt x="3581" y="58372"/>
                  </a:lnTo>
                  <a:lnTo>
                    <a:pt x="7397" y="58372"/>
                  </a:lnTo>
                  <a:lnTo>
                    <a:pt x="9188" y="56582"/>
                  </a:lnTo>
                  <a:lnTo>
                    <a:pt x="11818" y="56582"/>
                  </a:lnTo>
                  <a:lnTo>
                    <a:pt x="11818" y="52162"/>
                  </a:lnTo>
                  <a:lnTo>
                    <a:pt x="12769" y="51210"/>
                  </a:lnTo>
                  <a:lnTo>
                    <a:pt x="15399" y="51210"/>
                  </a:lnTo>
                  <a:lnTo>
                    <a:pt x="15399" y="48580"/>
                  </a:lnTo>
                  <a:lnTo>
                    <a:pt x="17783" y="46197"/>
                  </a:lnTo>
                  <a:lnTo>
                    <a:pt x="15399" y="43813"/>
                  </a:lnTo>
                  <a:lnTo>
                    <a:pt x="15399" y="41418"/>
                  </a:lnTo>
                  <a:lnTo>
                    <a:pt x="16350" y="40467"/>
                  </a:lnTo>
                  <a:lnTo>
                    <a:pt x="18745" y="40467"/>
                  </a:lnTo>
                  <a:lnTo>
                    <a:pt x="19696" y="41418"/>
                  </a:lnTo>
                  <a:lnTo>
                    <a:pt x="19696" y="44048"/>
                  </a:lnTo>
                  <a:lnTo>
                    <a:pt x="23513" y="44048"/>
                  </a:lnTo>
                  <a:lnTo>
                    <a:pt x="24710" y="42851"/>
                  </a:lnTo>
                  <a:lnTo>
                    <a:pt x="25907" y="44048"/>
                  </a:lnTo>
                  <a:lnTo>
                    <a:pt x="27698" y="44048"/>
                  </a:lnTo>
                  <a:lnTo>
                    <a:pt x="29488" y="45838"/>
                  </a:lnTo>
                  <a:lnTo>
                    <a:pt x="31279" y="45838"/>
                  </a:lnTo>
                  <a:lnTo>
                    <a:pt x="33069" y="47629"/>
                  </a:lnTo>
                  <a:lnTo>
                    <a:pt x="34860" y="47629"/>
                  </a:lnTo>
                  <a:lnTo>
                    <a:pt x="36650" y="49420"/>
                  </a:lnTo>
                  <a:lnTo>
                    <a:pt x="38441" y="49420"/>
                  </a:lnTo>
                  <a:lnTo>
                    <a:pt x="40231" y="51210"/>
                  </a:lnTo>
                  <a:lnTo>
                    <a:pt x="43813" y="51210"/>
                  </a:lnTo>
                  <a:lnTo>
                    <a:pt x="44764" y="52162"/>
                  </a:lnTo>
                  <a:lnTo>
                    <a:pt x="44764" y="56582"/>
                  </a:lnTo>
                  <a:lnTo>
                    <a:pt x="47394" y="56582"/>
                  </a:lnTo>
                  <a:lnTo>
                    <a:pt x="49184" y="58372"/>
                  </a:lnTo>
                  <a:lnTo>
                    <a:pt x="50975" y="58372"/>
                  </a:lnTo>
                  <a:lnTo>
                    <a:pt x="53717" y="61114"/>
                  </a:lnTo>
                  <a:lnTo>
                    <a:pt x="53717" y="65535"/>
                  </a:lnTo>
                  <a:lnTo>
                    <a:pt x="62905" y="65535"/>
                  </a:lnTo>
                  <a:lnTo>
                    <a:pt x="67325" y="61114"/>
                  </a:lnTo>
                  <a:lnTo>
                    <a:pt x="67325" y="59324"/>
                  </a:lnTo>
                  <a:lnTo>
                    <a:pt x="72932" y="53717"/>
                  </a:lnTo>
                  <a:lnTo>
                    <a:pt x="66486" y="53717"/>
                  </a:lnTo>
                  <a:lnTo>
                    <a:pt x="61114" y="48345"/>
                  </a:lnTo>
                  <a:lnTo>
                    <a:pt x="59324" y="48345"/>
                  </a:lnTo>
                  <a:lnTo>
                    <a:pt x="46790" y="35811"/>
                  </a:lnTo>
                  <a:lnTo>
                    <a:pt x="43209" y="35811"/>
                  </a:lnTo>
                  <a:lnTo>
                    <a:pt x="41418" y="34021"/>
                  </a:lnTo>
                  <a:lnTo>
                    <a:pt x="34860" y="34021"/>
                  </a:lnTo>
                  <a:lnTo>
                    <a:pt x="33069" y="35811"/>
                  </a:lnTo>
                  <a:lnTo>
                    <a:pt x="29488" y="35811"/>
                  </a:lnTo>
                  <a:lnTo>
                    <a:pt x="25907" y="39392"/>
                  </a:lnTo>
                  <a:lnTo>
                    <a:pt x="21722" y="39392"/>
                  </a:lnTo>
                  <a:lnTo>
                    <a:pt x="19931" y="37602"/>
                  </a:lnTo>
                  <a:lnTo>
                    <a:pt x="16350" y="37602"/>
                  </a:lnTo>
                  <a:lnTo>
                    <a:pt x="14560" y="35811"/>
                  </a:lnTo>
                  <a:lnTo>
                    <a:pt x="12411" y="35453"/>
                  </a:lnTo>
                  <a:lnTo>
                    <a:pt x="14560" y="33304"/>
                  </a:lnTo>
                  <a:lnTo>
                    <a:pt x="19215" y="33304"/>
                  </a:lnTo>
                  <a:lnTo>
                    <a:pt x="15399" y="29488"/>
                  </a:lnTo>
                  <a:lnTo>
                    <a:pt x="15399" y="27094"/>
                  </a:lnTo>
                  <a:lnTo>
                    <a:pt x="17783" y="24710"/>
                  </a:lnTo>
                  <a:lnTo>
                    <a:pt x="15992" y="22919"/>
                  </a:lnTo>
                  <a:lnTo>
                    <a:pt x="16350" y="22561"/>
                  </a:lnTo>
                  <a:lnTo>
                    <a:pt x="21006" y="22561"/>
                  </a:lnTo>
                  <a:lnTo>
                    <a:pt x="17189" y="18745"/>
                  </a:lnTo>
                  <a:lnTo>
                    <a:pt x="17189" y="16954"/>
                  </a:lnTo>
                  <a:lnTo>
                    <a:pt x="15399" y="15164"/>
                  </a:lnTo>
                  <a:lnTo>
                    <a:pt x="15399" y="12769"/>
                  </a:lnTo>
                  <a:lnTo>
                    <a:pt x="16350" y="11818"/>
                  </a:lnTo>
                  <a:lnTo>
                    <a:pt x="18141" y="11818"/>
                  </a:lnTo>
                  <a:lnTo>
                    <a:pt x="24352" y="5607"/>
                  </a:lnTo>
                  <a:lnTo>
                    <a:pt x="24352" y="1791"/>
                  </a:lnTo>
                  <a:lnTo>
                    <a:pt x="21722" y="1791"/>
                  </a:lnTo>
                  <a:lnTo>
                    <a:pt x="19931" y="0"/>
                  </a:lnTo>
                  <a:lnTo>
                    <a:pt x="8001" y="0"/>
                  </a:lnTo>
                  <a:close/>
                  <a:moveTo>
                    <a:pt x="54791" y="52162"/>
                  </a:moveTo>
                  <a:lnTo>
                    <a:pt x="55743" y="51210"/>
                  </a:lnTo>
                  <a:lnTo>
                    <a:pt x="59928" y="51210"/>
                  </a:lnTo>
                  <a:lnTo>
                    <a:pt x="60879" y="52765"/>
                  </a:lnTo>
                  <a:lnTo>
                    <a:pt x="59928" y="53717"/>
                  </a:lnTo>
                  <a:lnTo>
                    <a:pt x="55743" y="53717"/>
                  </a:lnTo>
                  <a:lnTo>
                    <a:pt x="54791" y="52162"/>
                  </a:lnTo>
                  <a:close/>
                </a:path>
              </a:pathLst>
            </a:custGeom>
            <a:solidFill>
              <a:srgbClr val="B9B8BB"/>
            </a:solidFill>
            <a:ln>
              <a:noFill/>
            </a:ln>
          </p:spPr>
        </p:sp>
        <p:sp>
          <p:nvSpPr>
            <p:cNvPr id="17035" name="Graph element 1728"/>
            <p:cNvSpPr/>
            <p:nvPr/>
          </p:nvSpPr>
          <p:spPr>
            <a:xfrm>
              <a:off x="1033513" y="1294935"/>
              <a:ext cx="18980" cy="13608"/>
            </a:xfrm>
            <a:custGeom>
              <a:avLst/>
              <a:gdLst/>
              <a:ahLst/>
              <a:cxnLst/>
              <a:rect l="0" t="0" r="r" b="b"/>
              <a:pathLst>
                <a:path w="18980" h="13608" stroke="0" extrusionOk="0">
                  <a:moveTo>
                    <a:pt x="0" y="0"/>
                  </a:moveTo>
                  <a:lnTo>
                    <a:pt x="0" y="9188"/>
                  </a:lnTo>
                  <a:lnTo>
                    <a:pt x="1791" y="10979"/>
                  </a:lnTo>
                  <a:lnTo>
                    <a:pt x="1791" y="13608"/>
                  </a:lnTo>
                  <a:lnTo>
                    <a:pt x="5607" y="13608"/>
                  </a:lnTo>
                  <a:lnTo>
                    <a:pt x="7397" y="11818"/>
                  </a:lnTo>
                  <a:lnTo>
                    <a:pt x="9792" y="11818"/>
                  </a:lnTo>
                  <a:lnTo>
                    <a:pt x="11582" y="13608"/>
                  </a:lnTo>
                  <a:lnTo>
                    <a:pt x="18980" y="13608"/>
                  </a:lnTo>
                  <a:lnTo>
                    <a:pt x="18980" y="8001"/>
                  </a:lnTo>
                  <a:lnTo>
                    <a:pt x="12769" y="1791"/>
                  </a:lnTo>
                  <a:lnTo>
                    <a:pt x="9188" y="1791"/>
                  </a:lnTo>
                  <a:lnTo>
                    <a:pt x="7397" y="0"/>
                  </a:lnTo>
                  <a:lnTo>
                    <a:pt x="0" y="0"/>
                  </a:lnTo>
                  <a:close/>
                  <a:moveTo>
                    <a:pt x="2865" y="3816"/>
                  </a:moveTo>
                  <a:lnTo>
                    <a:pt x="3816" y="2865"/>
                  </a:lnTo>
                  <a:lnTo>
                    <a:pt x="6211" y="2865"/>
                  </a:lnTo>
                  <a:lnTo>
                    <a:pt x="7162" y="3816"/>
                  </a:lnTo>
                  <a:lnTo>
                    <a:pt x="7162" y="6211"/>
                  </a:lnTo>
                  <a:lnTo>
                    <a:pt x="6211" y="7162"/>
                  </a:lnTo>
                  <a:lnTo>
                    <a:pt x="3816" y="7162"/>
                  </a:lnTo>
                  <a:lnTo>
                    <a:pt x="2865" y="6211"/>
                  </a:lnTo>
                  <a:lnTo>
                    <a:pt x="2865" y="3816"/>
                  </a:lnTo>
                  <a:close/>
                </a:path>
              </a:pathLst>
            </a:custGeom>
            <a:solidFill>
              <a:srgbClr val="B9B8BB"/>
            </a:solidFill>
            <a:ln>
              <a:noFill/>
            </a:ln>
          </p:spPr>
        </p:sp>
        <p:sp>
          <p:nvSpPr>
            <p:cNvPr id="17036" name="Graph element 1729"/>
            <p:cNvSpPr/>
            <p:nvPr/>
          </p:nvSpPr>
          <p:spPr>
            <a:xfrm>
              <a:off x="1029338" y="1148109"/>
              <a:ext cx="19573" cy="18980"/>
            </a:xfrm>
            <a:custGeom>
              <a:avLst/>
              <a:gdLst/>
              <a:ahLst/>
              <a:cxnLst/>
              <a:rect l="0" t="0" r="r" b="b"/>
              <a:pathLst>
                <a:path w="19573" h="18980" stroke="0" extrusionOk="0">
                  <a:moveTo>
                    <a:pt x="3223" y="0"/>
                  </a:moveTo>
                  <a:lnTo>
                    <a:pt x="0" y="3223"/>
                  </a:lnTo>
                  <a:lnTo>
                    <a:pt x="2384" y="5607"/>
                  </a:lnTo>
                  <a:lnTo>
                    <a:pt x="2384" y="10979"/>
                  </a:lnTo>
                  <a:lnTo>
                    <a:pt x="5965" y="14560"/>
                  </a:lnTo>
                  <a:lnTo>
                    <a:pt x="5965" y="18980"/>
                  </a:lnTo>
                  <a:lnTo>
                    <a:pt x="9781" y="18980"/>
                  </a:lnTo>
                  <a:lnTo>
                    <a:pt x="12411" y="16350"/>
                  </a:lnTo>
                  <a:lnTo>
                    <a:pt x="12411" y="14560"/>
                  </a:lnTo>
                  <a:lnTo>
                    <a:pt x="19573" y="7397"/>
                  </a:lnTo>
                  <a:lnTo>
                    <a:pt x="19573" y="4420"/>
                  </a:lnTo>
                  <a:lnTo>
                    <a:pt x="16944" y="1791"/>
                  </a:lnTo>
                  <a:lnTo>
                    <a:pt x="13363" y="1791"/>
                  </a:lnTo>
                  <a:lnTo>
                    <a:pt x="11572" y="0"/>
                  </a:lnTo>
                  <a:lnTo>
                    <a:pt x="3223" y="0"/>
                  </a:lnTo>
                  <a:close/>
                  <a:moveTo>
                    <a:pt x="7039" y="3816"/>
                  </a:moveTo>
                  <a:lnTo>
                    <a:pt x="7991" y="2865"/>
                  </a:lnTo>
                  <a:lnTo>
                    <a:pt x="10385" y="2865"/>
                  </a:lnTo>
                  <a:lnTo>
                    <a:pt x="11337" y="3816"/>
                  </a:lnTo>
                  <a:lnTo>
                    <a:pt x="11337" y="8001"/>
                  </a:lnTo>
                  <a:lnTo>
                    <a:pt x="10385" y="8953"/>
                  </a:lnTo>
                  <a:lnTo>
                    <a:pt x="7991" y="8953"/>
                  </a:lnTo>
                  <a:lnTo>
                    <a:pt x="7039" y="8001"/>
                  </a:lnTo>
                  <a:lnTo>
                    <a:pt x="7039" y="3816"/>
                  </a:lnTo>
                  <a:close/>
                </a:path>
              </a:pathLst>
            </a:custGeom>
            <a:solidFill>
              <a:srgbClr val="B9B8BB"/>
            </a:solidFill>
            <a:ln>
              <a:noFill/>
            </a:ln>
          </p:spPr>
        </p:sp>
        <p:sp>
          <p:nvSpPr>
            <p:cNvPr id="17037" name="Graph element 1730"/>
            <p:cNvSpPr/>
            <p:nvPr/>
          </p:nvSpPr>
          <p:spPr>
            <a:xfrm>
              <a:off x="845504" y="1370139"/>
              <a:ext cx="10027" cy="11818"/>
            </a:xfrm>
            <a:custGeom>
              <a:avLst/>
              <a:gdLst/>
              <a:ahLst/>
              <a:cxnLst/>
              <a:rect l="0" t="0" r="r" b="b"/>
              <a:pathLst>
                <a:path w="10027" h="11818" stroke="0" extrusionOk="0">
                  <a:moveTo>
                    <a:pt x="6211" y="0"/>
                  </a:moveTo>
                  <a:lnTo>
                    <a:pt x="4420" y="1791"/>
                  </a:lnTo>
                  <a:lnTo>
                    <a:pt x="2630" y="1791"/>
                  </a:lnTo>
                  <a:lnTo>
                    <a:pt x="0" y="4420"/>
                  </a:lnTo>
                  <a:lnTo>
                    <a:pt x="0" y="8237"/>
                  </a:lnTo>
                  <a:lnTo>
                    <a:pt x="2630" y="8237"/>
                  </a:lnTo>
                  <a:lnTo>
                    <a:pt x="6211" y="11818"/>
                  </a:lnTo>
                  <a:lnTo>
                    <a:pt x="10027" y="11818"/>
                  </a:lnTo>
                  <a:lnTo>
                    <a:pt x="10027" y="0"/>
                  </a:lnTo>
                  <a:lnTo>
                    <a:pt x="6211" y="0"/>
                  </a:lnTo>
                  <a:close/>
                </a:path>
              </a:pathLst>
            </a:custGeom>
            <a:solidFill>
              <a:srgbClr val="A0B9D1"/>
            </a:solidFill>
            <a:ln>
              <a:noFill/>
            </a:ln>
          </p:spPr>
        </p:sp>
        <p:sp>
          <p:nvSpPr>
            <p:cNvPr id="17038" name="Graph element 1731"/>
            <p:cNvSpPr/>
            <p:nvPr/>
          </p:nvSpPr>
          <p:spPr>
            <a:xfrm>
              <a:off x="859828" y="1358024"/>
              <a:ext cx="12953" cy="11398"/>
            </a:xfrm>
            <a:custGeom>
              <a:avLst/>
              <a:gdLst/>
              <a:ahLst/>
              <a:cxnLst/>
              <a:rect l="0" t="0" r="r" b="b"/>
              <a:pathLst>
                <a:path w="12953" h="11398" stroke="0" extrusionOk="0">
                  <a:moveTo>
                    <a:pt x="12953" y="0"/>
                  </a:moveTo>
                  <a:lnTo>
                    <a:pt x="11582" y="1371"/>
                  </a:lnTo>
                  <a:lnTo>
                    <a:pt x="6211" y="1371"/>
                  </a:lnTo>
                  <a:lnTo>
                    <a:pt x="2630" y="4952"/>
                  </a:lnTo>
                  <a:lnTo>
                    <a:pt x="0" y="4952"/>
                  </a:lnTo>
                  <a:lnTo>
                    <a:pt x="0" y="8768"/>
                  </a:lnTo>
                  <a:lnTo>
                    <a:pt x="2630" y="11398"/>
                  </a:lnTo>
                  <a:lnTo>
                    <a:pt x="10027" y="11398"/>
                  </a:lnTo>
                  <a:lnTo>
                    <a:pt x="10027" y="8768"/>
                  </a:lnTo>
                  <a:lnTo>
                    <a:pt x="11818" y="6978"/>
                  </a:lnTo>
                  <a:lnTo>
                    <a:pt x="12953" y="0"/>
                  </a:lnTo>
                  <a:close/>
                </a:path>
              </a:pathLst>
            </a:custGeom>
            <a:solidFill>
              <a:srgbClr val="A0B9D1"/>
            </a:solidFill>
            <a:ln>
              <a:noFill/>
            </a:ln>
          </p:spPr>
        </p:sp>
        <p:sp>
          <p:nvSpPr>
            <p:cNvPr id="17039" name="Graph element 1732"/>
            <p:cNvSpPr/>
            <p:nvPr/>
          </p:nvSpPr>
          <p:spPr>
            <a:xfrm>
              <a:off x="883106" y="1355814"/>
              <a:ext cx="12176" cy="6446"/>
            </a:xfrm>
            <a:custGeom>
              <a:avLst/>
              <a:gdLst/>
              <a:ahLst/>
              <a:cxnLst/>
              <a:rect l="0" t="0" r="r" b="b"/>
              <a:pathLst>
                <a:path w="12176" h="6446" stroke="0" extrusionOk="0">
                  <a:moveTo>
                    <a:pt x="0" y="0"/>
                  </a:moveTo>
                  <a:lnTo>
                    <a:pt x="0" y="3816"/>
                  </a:lnTo>
                  <a:lnTo>
                    <a:pt x="2630" y="6446"/>
                  </a:lnTo>
                  <a:lnTo>
                    <a:pt x="12176" y="6446"/>
                  </a:lnTo>
                  <a:lnTo>
                    <a:pt x="12176" y="3581"/>
                  </a:lnTo>
                  <a:lnTo>
                    <a:pt x="9188" y="3581"/>
                  </a:lnTo>
                  <a:lnTo>
                    <a:pt x="7397" y="1791"/>
                  </a:lnTo>
                  <a:lnTo>
                    <a:pt x="5607" y="1791"/>
                  </a:lnTo>
                  <a:lnTo>
                    <a:pt x="381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0B9D1"/>
            </a:solidFill>
            <a:ln>
              <a:noFill/>
            </a:ln>
          </p:spPr>
        </p:sp>
        <p:sp>
          <p:nvSpPr>
            <p:cNvPr id="17040" name="Graph element 1733"/>
            <p:cNvSpPr/>
            <p:nvPr/>
          </p:nvSpPr>
          <p:spPr>
            <a:xfrm>
              <a:off x="423351" y="1347281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A0B9D1"/>
            </a:solidFill>
            <a:ln>
              <a:noFill/>
            </a:ln>
          </p:spPr>
        </p:sp>
        <p:sp>
          <p:nvSpPr>
            <p:cNvPr id="17041" name="Graph element 1734"/>
            <p:cNvSpPr/>
            <p:nvPr/>
          </p:nvSpPr>
          <p:spPr>
            <a:xfrm>
              <a:off x="857680" y="1320003"/>
              <a:ext cx="3581" cy="2865"/>
            </a:xfrm>
            <a:custGeom>
              <a:avLst/>
              <a:gdLst/>
              <a:ahLst/>
              <a:cxnLst/>
              <a:rect l="0" t="0" r="r" b="b"/>
              <a:pathLst>
                <a:path w="3581" h="2865" stroke="0" extrusionOk="0">
                  <a:moveTo>
                    <a:pt x="3581" y="2865"/>
                  </a:moveTo>
                  <a:lnTo>
                    <a:pt x="358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3581" y="2865"/>
                  </a:lnTo>
                  <a:close/>
                </a:path>
              </a:pathLst>
            </a:custGeom>
            <a:solidFill>
              <a:srgbClr val="A0B9D1"/>
            </a:solidFill>
            <a:ln>
              <a:noFill/>
            </a:ln>
          </p:spPr>
        </p:sp>
        <p:sp>
          <p:nvSpPr>
            <p:cNvPr id="17042" name="Graph element 1735"/>
            <p:cNvSpPr/>
            <p:nvPr/>
          </p:nvSpPr>
          <p:spPr>
            <a:xfrm>
              <a:off x="389330" y="1313260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A0B9D1"/>
            </a:solidFill>
            <a:ln>
              <a:noFill/>
            </a:ln>
          </p:spPr>
        </p:sp>
        <p:sp>
          <p:nvSpPr>
            <p:cNvPr id="17043" name="Graph element 1736"/>
            <p:cNvSpPr/>
            <p:nvPr/>
          </p:nvSpPr>
          <p:spPr>
            <a:xfrm>
              <a:off x="2061296" y="1285624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A0B9D1"/>
            </a:solidFill>
            <a:ln>
              <a:noFill/>
            </a:ln>
          </p:spPr>
        </p:sp>
        <p:sp>
          <p:nvSpPr>
            <p:cNvPr id="17044" name="Graph element 1737"/>
            <p:cNvSpPr/>
            <p:nvPr/>
          </p:nvSpPr>
          <p:spPr>
            <a:xfrm>
              <a:off x="906803" y="1273868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A0B9D1"/>
            </a:solidFill>
            <a:ln>
              <a:noFill/>
            </a:ln>
          </p:spPr>
        </p:sp>
        <p:sp>
          <p:nvSpPr>
            <p:cNvPr id="17045" name="Graph element 1738"/>
            <p:cNvSpPr/>
            <p:nvPr/>
          </p:nvSpPr>
          <p:spPr>
            <a:xfrm>
              <a:off x="720164" y="1217583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A0B9D1"/>
            </a:solidFill>
            <a:ln>
              <a:noFill/>
            </a:ln>
          </p:spPr>
        </p:sp>
        <p:sp>
          <p:nvSpPr>
            <p:cNvPr id="17046" name="Graph element 1739"/>
            <p:cNvSpPr/>
            <p:nvPr/>
          </p:nvSpPr>
          <p:spPr>
            <a:xfrm>
              <a:off x="700468" y="1210421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A0B9D1"/>
            </a:solidFill>
            <a:ln>
              <a:noFill/>
            </a:ln>
          </p:spPr>
        </p:sp>
        <p:sp>
          <p:nvSpPr>
            <p:cNvPr id="17047" name="Graph element 1740"/>
            <p:cNvSpPr/>
            <p:nvPr/>
          </p:nvSpPr>
          <p:spPr>
            <a:xfrm>
              <a:off x="593454" y="1143157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A0B9D1"/>
            </a:solidFill>
            <a:ln>
              <a:noFill/>
            </a:ln>
          </p:spPr>
        </p:sp>
        <p:sp>
          <p:nvSpPr>
            <p:cNvPr id="17048" name="Graph element 1741"/>
            <p:cNvSpPr/>
            <p:nvPr/>
          </p:nvSpPr>
          <p:spPr>
            <a:xfrm>
              <a:off x="736699" y="1100183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A0B9D1"/>
            </a:solidFill>
            <a:ln>
              <a:noFill/>
            </a:ln>
          </p:spPr>
        </p:sp>
        <p:sp>
          <p:nvSpPr>
            <p:cNvPr id="17049" name="Graph element 1742"/>
            <p:cNvSpPr/>
            <p:nvPr/>
          </p:nvSpPr>
          <p:spPr>
            <a:xfrm>
              <a:off x="638218" y="1071534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A0B9D1"/>
            </a:solidFill>
            <a:ln>
              <a:noFill/>
            </a:ln>
          </p:spPr>
        </p:sp>
        <p:sp>
          <p:nvSpPr>
            <p:cNvPr id="17050" name="Graph element 1743"/>
            <p:cNvSpPr/>
            <p:nvPr/>
          </p:nvSpPr>
          <p:spPr>
            <a:xfrm>
              <a:off x="801159" y="1044676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A0B9D1"/>
            </a:solidFill>
            <a:ln>
              <a:noFill/>
            </a:ln>
          </p:spPr>
        </p:sp>
        <p:sp>
          <p:nvSpPr>
            <p:cNvPr id="17051" name="Graph element 1744"/>
            <p:cNvSpPr/>
            <p:nvPr/>
          </p:nvSpPr>
          <p:spPr>
            <a:xfrm>
              <a:off x="743861" y="1024980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A0B9D1"/>
            </a:solidFill>
            <a:ln>
              <a:noFill/>
            </a:ln>
          </p:spPr>
        </p:sp>
        <p:sp>
          <p:nvSpPr>
            <p:cNvPr id="17052" name="Graph element 1745"/>
            <p:cNvSpPr/>
            <p:nvPr/>
          </p:nvSpPr>
          <p:spPr>
            <a:xfrm>
              <a:off x="793997" y="955148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A0B9D1"/>
            </a:solidFill>
            <a:ln>
              <a:noFill/>
            </a:ln>
          </p:spPr>
        </p:sp>
        <p:sp>
          <p:nvSpPr>
            <p:cNvPr id="17053" name="Graph element 1746"/>
            <p:cNvSpPr/>
            <p:nvPr/>
          </p:nvSpPr>
          <p:spPr>
            <a:xfrm>
              <a:off x="729537" y="822646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A0B9D1"/>
            </a:solidFill>
            <a:ln>
              <a:noFill/>
            </a:ln>
          </p:spPr>
        </p:sp>
        <p:sp>
          <p:nvSpPr>
            <p:cNvPr id="17054" name="Graph element 1747"/>
            <p:cNvSpPr/>
            <p:nvPr/>
          </p:nvSpPr>
          <p:spPr>
            <a:xfrm>
              <a:off x="836551" y="800382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A0B9D1"/>
            </a:solidFill>
            <a:ln>
              <a:noFill/>
            </a:ln>
          </p:spPr>
        </p:sp>
        <p:sp>
          <p:nvSpPr>
            <p:cNvPr id="17055" name="Graph element 1748"/>
            <p:cNvSpPr/>
            <p:nvPr/>
          </p:nvSpPr>
          <p:spPr>
            <a:xfrm>
              <a:off x="666089" y="763138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A0B9D1"/>
            </a:solidFill>
            <a:ln>
              <a:noFill/>
            </a:ln>
          </p:spPr>
        </p:sp>
        <p:sp>
          <p:nvSpPr>
            <p:cNvPr id="17056" name="Graph element 1749"/>
            <p:cNvSpPr/>
            <p:nvPr/>
          </p:nvSpPr>
          <p:spPr>
            <a:xfrm>
              <a:off x="1069744" y="1354443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3581" y="5607"/>
                  </a:moveTo>
                  <a:lnTo>
                    <a:pt x="5607" y="358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3581" y="5607"/>
                  </a:lnTo>
                  <a:close/>
                </a:path>
              </a:pathLst>
            </a:custGeom>
            <a:solidFill>
              <a:srgbClr val="F68E8E"/>
            </a:solidFill>
            <a:ln>
              <a:noFill/>
            </a:ln>
          </p:spPr>
        </p:sp>
        <p:sp>
          <p:nvSpPr>
            <p:cNvPr id="17057" name="Graph element 1750"/>
            <p:cNvSpPr/>
            <p:nvPr/>
          </p:nvSpPr>
          <p:spPr>
            <a:xfrm>
              <a:off x="1098393" y="1336538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68E8E"/>
            </a:solidFill>
            <a:ln>
              <a:noFill/>
            </a:ln>
          </p:spPr>
        </p:sp>
        <p:sp>
          <p:nvSpPr>
            <p:cNvPr id="17058" name="Graph element 1751"/>
            <p:cNvSpPr/>
            <p:nvPr/>
          </p:nvSpPr>
          <p:spPr>
            <a:xfrm>
              <a:off x="1036501" y="1336773"/>
              <a:ext cx="7397" cy="6385"/>
            </a:xfrm>
            <a:custGeom>
              <a:avLst/>
              <a:gdLst/>
              <a:ahLst/>
              <a:cxnLst/>
              <a:rect l="0" t="0" r="r" b="b"/>
              <a:pathLst>
                <a:path w="7397" h="6385" stroke="0" extrusionOk="0">
                  <a:moveTo>
                    <a:pt x="1013" y="0"/>
                  </a:moveTo>
                  <a:lnTo>
                    <a:pt x="1791" y="778"/>
                  </a:lnTo>
                  <a:lnTo>
                    <a:pt x="0" y="2568"/>
                  </a:lnTo>
                  <a:lnTo>
                    <a:pt x="3816" y="6385"/>
                  </a:lnTo>
                  <a:lnTo>
                    <a:pt x="6200" y="4001"/>
                  </a:lnTo>
                  <a:lnTo>
                    <a:pt x="7397" y="4001"/>
                  </a:lnTo>
                  <a:lnTo>
                    <a:pt x="7397" y="1136"/>
                  </a:lnTo>
                  <a:lnTo>
                    <a:pt x="1013" y="0"/>
                  </a:lnTo>
                  <a:close/>
                </a:path>
              </a:pathLst>
            </a:custGeom>
            <a:solidFill>
              <a:srgbClr val="F68E8E"/>
            </a:solidFill>
            <a:ln>
              <a:noFill/>
            </a:ln>
          </p:spPr>
        </p:sp>
        <p:sp>
          <p:nvSpPr>
            <p:cNvPr id="17059" name="Graph element 1752"/>
            <p:cNvSpPr/>
            <p:nvPr/>
          </p:nvSpPr>
          <p:spPr>
            <a:xfrm>
              <a:off x="1039304" y="1324004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68E8E"/>
            </a:solidFill>
            <a:ln>
              <a:noFill/>
            </a:ln>
          </p:spPr>
        </p:sp>
        <p:sp>
          <p:nvSpPr>
            <p:cNvPr id="17060" name="Graph element 1753"/>
            <p:cNvSpPr/>
            <p:nvPr/>
          </p:nvSpPr>
          <p:spPr>
            <a:xfrm>
              <a:off x="1025993" y="1316422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F68E8E"/>
            </a:solidFill>
            <a:ln>
              <a:noFill/>
            </a:ln>
          </p:spPr>
        </p:sp>
        <p:sp>
          <p:nvSpPr>
            <p:cNvPr id="17061" name="Graph element 1754"/>
            <p:cNvSpPr/>
            <p:nvPr/>
          </p:nvSpPr>
          <p:spPr>
            <a:xfrm>
              <a:off x="1042108" y="1305679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F68E8E"/>
            </a:solidFill>
            <a:ln>
              <a:noFill/>
            </a:ln>
          </p:spPr>
        </p:sp>
        <p:sp>
          <p:nvSpPr>
            <p:cNvPr id="17062" name="Graph element 1755"/>
            <p:cNvSpPr/>
            <p:nvPr/>
          </p:nvSpPr>
          <p:spPr>
            <a:xfrm>
              <a:off x="1048257" y="1298936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F68E8E"/>
            </a:solidFill>
            <a:ln>
              <a:noFill/>
            </a:ln>
          </p:spPr>
        </p:sp>
        <p:sp>
          <p:nvSpPr>
            <p:cNvPr id="17063" name="Graph element 1756"/>
            <p:cNvSpPr/>
            <p:nvPr/>
          </p:nvSpPr>
          <p:spPr>
            <a:xfrm>
              <a:off x="1042108" y="1294935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F68E8E"/>
            </a:solidFill>
            <a:ln>
              <a:noFill/>
            </a:ln>
          </p:spPr>
        </p:sp>
        <p:sp>
          <p:nvSpPr>
            <p:cNvPr id="17064" name="Graph element 1757"/>
            <p:cNvSpPr/>
            <p:nvPr/>
          </p:nvSpPr>
          <p:spPr>
            <a:xfrm>
              <a:off x="1132413" y="1264915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68E8E"/>
            </a:solidFill>
            <a:ln>
              <a:noFill/>
            </a:ln>
          </p:spPr>
        </p:sp>
        <p:sp>
          <p:nvSpPr>
            <p:cNvPr id="17065" name="Graph element 1758"/>
            <p:cNvSpPr/>
            <p:nvPr/>
          </p:nvSpPr>
          <p:spPr>
            <a:xfrm>
              <a:off x="1273090" y="1192873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F68E8E"/>
            </a:solidFill>
            <a:ln>
              <a:noFill/>
            </a:ln>
          </p:spPr>
        </p:sp>
        <p:sp>
          <p:nvSpPr>
            <p:cNvPr id="17066" name="Graph element 1759"/>
            <p:cNvSpPr/>
            <p:nvPr/>
          </p:nvSpPr>
          <p:spPr>
            <a:xfrm>
              <a:off x="1116298" y="1186130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F68E8E"/>
            </a:solidFill>
            <a:ln>
              <a:noFill/>
            </a:ln>
          </p:spPr>
        </p:sp>
        <p:sp>
          <p:nvSpPr>
            <p:cNvPr id="17067" name="Graph element 1760"/>
            <p:cNvSpPr/>
            <p:nvPr/>
          </p:nvSpPr>
          <p:spPr>
            <a:xfrm>
              <a:off x="1047837" y="1153123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68E8E"/>
            </a:solidFill>
            <a:ln>
              <a:noFill/>
            </a:ln>
          </p:spPr>
        </p:sp>
        <p:sp>
          <p:nvSpPr>
            <p:cNvPr id="17068" name="Graph element 1761"/>
            <p:cNvSpPr/>
            <p:nvPr/>
          </p:nvSpPr>
          <p:spPr>
            <a:xfrm>
              <a:off x="2067087" y="1143157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F68E8E"/>
            </a:solidFill>
            <a:ln>
              <a:noFill/>
            </a:ln>
          </p:spPr>
        </p:sp>
        <p:sp>
          <p:nvSpPr>
            <p:cNvPr id="17069" name="Graph element 1762"/>
            <p:cNvSpPr/>
            <p:nvPr/>
          </p:nvSpPr>
          <p:spPr>
            <a:xfrm>
              <a:off x="1095825" y="1038885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F68E8E"/>
            </a:solidFill>
            <a:ln>
              <a:noFill/>
            </a:ln>
          </p:spPr>
        </p:sp>
        <p:sp>
          <p:nvSpPr>
            <p:cNvPr id="17070" name="Graph element 1763"/>
            <p:cNvSpPr/>
            <p:nvPr/>
          </p:nvSpPr>
          <p:spPr>
            <a:xfrm>
              <a:off x="1341909" y="1010655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68E8E"/>
            </a:solidFill>
            <a:ln>
              <a:noFill/>
            </a:ln>
          </p:spPr>
        </p:sp>
        <p:sp>
          <p:nvSpPr>
            <p:cNvPr id="17071" name="Graph element 1764"/>
            <p:cNvSpPr/>
            <p:nvPr/>
          </p:nvSpPr>
          <p:spPr>
            <a:xfrm>
              <a:off x="1309679" y="1010655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F68E8E"/>
            </a:solidFill>
            <a:ln>
              <a:noFill/>
            </a:ln>
          </p:spPr>
        </p:sp>
        <p:sp>
          <p:nvSpPr>
            <p:cNvPr id="17072" name="Graph element 1765"/>
            <p:cNvSpPr/>
            <p:nvPr/>
          </p:nvSpPr>
          <p:spPr>
            <a:xfrm>
              <a:off x="1127042" y="985587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F68E8E"/>
            </a:solidFill>
            <a:ln>
              <a:noFill/>
            </a:ln>
          </p:spPr>
        </p:sp>
        <p:sp>
          <p:nvSpPr>
            <p:cNvPr id="17073" name="Graph element 1766"/>
            <p:cNvSpPr/>
            <p:nvPr/>
          </p:nvSpPr>
          <p:spPr>
            <a:xfrm>
              <a:off x="1094812" y="942614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F68E8E"/>
            </a:solidFill>
            <a:ln>
              <a:noFill/>
            </a:ln>
          </p:spPr>
        </p:sp>
        <p:sp>
          <p:nvSpPr>
            <p:cNvPr id="17074" name="Graph element 1767"/>
            <p:cNvSpPr/>
            <p:nvPr/>
          </p:nvSpPr>
          <p:spPr>
            <a:xfrm>
              <a:off x="1162853" y="931870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68E8E"/>
            </a:solidFill>
            <a:ln>
              <a:noFill/>
            </a:ln>
          </p:spPr>
        </p:sp>
        <p:sp>
          <p:nvSpPr>
            <p:cNvPr id="17075" name="Graph element 1768"/>
            <p:cNvSpPr/>
            <p:nvPr/>
          </p:nvSpPr>
          <p:spPr>
            <a:xfrm>
              <a:off x="1093021" y="931870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F68E8E"/>
            </a:solidFill>
            <a:ln>
              <a:noFill/>
            </a:ln>
          </p:spPr>
        </p:sp>
        <p:sp>
          <p:nvSpPr>
            <p:cNvPr id="17076" name="Graph element 1769"/>
            <p:cNvSpPr/>
            <p:nvPr/>
          </p:nvSpPr>
          <p:spPr>
            <a:xfrm>
              <a:off x="1257333" y="925721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68E8E"/>
            </a:solidFill>
            <a:ln>
              <a:noFill/>
            </a:ln>
          </p:spPr>
        </p:sp>
        <p:sp>
          <p:nvSpPr>
            <p:cNvPr id="17077" name="Graph element 1770"/>
            <p:cNvSpPr/>
            <p:nvPr/>
          </p:nvSpPr>
          <p:spPr>
            <a:xfrm>
              <a:off x="1067534" y="879944"/>
              <a:ext cx="4236" cy="4594"/>
            </a:xfrm>
            <a:custGeom>
              <a:avLst/>
              <a:gdLst/>
              <a:ahLst/>
              <a:cxnLst/>
              <a:rect l="0" t="0" r="r" b="b"/>
              <a:pathLst>
                <a:path w="4236" h="4594" stroke="0" extrusionOk="0">
                  <a:moveTo>
                    <a:pt x="0" y="2210"/>
                  </a:moveTo>
                  <a:lnTo>
                    <a:pt x="0" y="4594"/>
                  </a:lnTo>
                  <a:lnTo>
                    <a:pt x="2865" y="4594"/>
                  </a:lnTo>
                  <a:lnTo>
                    <a:pt x="2865" y="3397"/>
                  </a:lnTo>
                  <a:lnTo>
                    <a:pt x="4236" y="2026"/>
                  </a:lnTo>
                  <a:lnTo>
                    <a:pt x="2210" y="0"/>
                  </a:lnTo>
                  <a:lnTo>
                    <a:pt x="0" y="2210"/>
                  </a:lnTo>
                  <a:close/>
                </a:path>
              </a:pathLst>
            </a:custGeom>
            <a:solidFill>
              <a:srgbClr val="F68E8E"/>
            </a:solidFill>
            <a:ln>
              <a:noFill/>
            </a:ln>
          </p:spPr>
        </p:sp>
        <p:sp>
          <p:nvSpPr>
            <p:cNvPr id="17078" name="Graph element 1771"/>
            <p:cNvSpPr/>
            <p:nvPr/>
          </p:nvSpPr>
          <p:spPr>
            <a:xfrm>
              <a:off x="1078277" y="879166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68E8E"/>
            </a:solidFill>
            <a:ln>
              <a:noFill/>
            </a:ln>
          </p:spPr>
        </p:sp>
        <p:sp>
          <p:nvSpPr>
            <p:cNvPr id="17079" name="Graph element 1772"/>
            <p:cNvSpPr/>
            <p:nvPr/>
          </p:nvSpPr>
          <p:spPr>
            <a:xfrm>
              <a:off x="1085859" y="668658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68E8E"/>
            </a:solidFill>
            <a:ln>
              <a:noFill/>
            </a:ln>
          </p:spPr>
        </p:sp>
        <p:sp>
          <p:nvSpPr>
            <p:cNvPr id="17080" name="Graph element 1773"/>
            <p:cNvSpPr/>
            <p:nvPr/>
          </p:nvSpPr>
          <p:spPr>
            <a:xfrm>
              <a:off x="1144170" y="159718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F68E8E"/>
            </a:solidFill>
            <a:ln>
              <a:noFill/>
            </a:ln>
          </p:spPr>
        </p:sp>
        <p:sp>
          <p:nvSpPr>
            <p:cNvPr id="17081" name="Graph element 1774"/>
            <p:cNvSpPr/>
            <p:nvPr/>
          </p:nvSpPr>
          <p:spPr>
            <a:xfrm>
              <a:off x="1235488" y="1361186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FA8585"/>
            </a:solidFill>
            <a:ln>
              <a:noFill/>
            </a:ln>
          </p:spPr>
        </p:sp>
        <p:sp>
          <p:nvSpPr>
            <p:cNvPr id="17082" name="Graph element 1775"/>
            <p:cNvSpPr/>
            <p:nvPr/>
          </p:nvSpPr>
          <p:spPr>
            <a:xfrm>
              <a:off x="1136772" y="1352233"/>
              <a:ext cx="7039" cy="6446"/>
            </a:xfrm>
            <a:custGeom>
              <a:avLst/>
              <a:gdLst/>
              <a:ahLst/>
              <a:cxnLst/>
              <a:rect l="0" t="0" r="r" b="b"/>
              <a:pathLst>
                <a:path w="7039" h="6446" stroke="0" extrusionOk="0">
                  <a:moveTo>
                    <a:pt x="3223" y="0"/>
                  </a:moveTo>
                  <a:lnTo>
                    <a:pt x="0" y="3223"/>
                  </a:lnTo>
                  <a:lnTo>
                    <a:pt x="3223" y="6446"/>
                  </a:lnTo>
                  <a:lnTo>
                    <a:pt x="7039" y="6446"/>
                  </a:lnTo>
                  <a:lnTo>
                    <a:pt x="7039" y="0"/>
                  </a:lnTo>
                  <a:lnTo>
                    <a:pt x="3223" y="0"/>
                  </a:lnTo>
                  <a:close/>
                </a:path>
              </a:pathLst>
            </a:custGeom>
            <a:solidFill>
              <a:srgbClr val="FA8585"/>
            </a:solidFill>
            <a:ln>
              <a:noFill/>
            </a:ln>
          </p:spPr>
        </p:sp>
        <p:sp>
          <p:nvSpPr>
            <p:cNvPr id="17083" name="Graph element 1776"/>
            <p:cNvSpPr/>
            <p:nvPr/>
          </p:nvSpPr>
          <p:spPr>
            <a:xfrm>
              <a:off x="1089020" y="1332179"/>
              <a:ext cx="26377" cy="37244"/>
            </a:xfrm>
            <a:custGeom>
              <a:avLst/>
              <a:gdLst/>
              <a:ahLst/>
              <a:cxnLst/>
              <a:rect l="0" t="0" r="r" b="b"/>
              <a:pathLst>
                <a:path w="26377" h="37244" stroke="0" extrusionOk="0">
                  <a:moveTo>
                    <a:pt x="17906" y="0"/>
                  </a:moveTo>
                  <a:lnTo>
                    <a:pt x="17906" y="1197"/>
                  </a:lnTo>
                  <a:lnTo>
                    <a:pt x="14325" y="4778"/>
                  </a:lnTo>
                  <a:lnTo>
                    <a:pt x="14325" y="10150"/>
                  </a:lnTo>
                  <a:lnTo>
                    <a:pt x="13373" y="11101"/>
                  </a:lnTo>
                  <a:lnTo>
                    <a:pt x="12769" y="11101"/>
                  </a:lnTo>
                  <a:lnTo>
                    <a:pt x="10979" y="9311"/>
                  </a:lnTo>
                  <a:lnTo>
                    <a:pt x="6211" y="9311"/>
                  </a:lnTo>
                  <a:lnTo>
                    <a:pt x="4420" y="11101"/>
                  </a:lnTo>
                  <a:lnTo>
                    <a:pt x="1791" y="11101"/>
                  </a:lnTo>
                  <a:lnTo>
                    <a:pt x="1791" y="20893"/>
                  </a:lnTo>
                  <a:lnTo>
                    <a:pt x="0" y="22684"/>
                  </a:lnTo>
                  <a:lnTo>
                    <a:pt x="0" y="29242"/>
                  </a:lnTo>
                  <a:lnTo>
                    <a:pt x="1791" y="31033"/>
                  </a:lnTo>
                  <a:lnTo>
                    <a:pt x="1791" y="35453"/>
                  </a:lnTo>
                  <a:lnTo>
                    <a:pt x="6211" y="35453"/>
                  </a:lnTo>
                  <a:lnTo>
                    <a:pt x="8001" y="37244"/>
                  </a:lnTo>
                  <a:lnTo>
                    <a:pt x="10979" y="37244"/>
                  </a:lnTo>
                  <a:lnTo>
                    <a:pt x="13608" y="34614"/>
                  </a:lnTo>
                  <a:lnTo>
                    <a:pt x="13608" y="32823"/>
                  </a:lnTo>
                  <a:lnTo>
                    <a:pt x="15399" y="31033"/>
                  </a:lnTo>
                  <a:lnTo>
                    <a:pt x="15399" y="27452"/>
                  </a:lnTo>
                  <a:lnTo>
                    <a:pt x="15757" y="27094"/>
                  </a:lnTo>
                  <a:lnTo>
                    <a:pt x="16115" y="27452"/>
                  </a:lnTo>
                  <a:lnTo>
                    <a:pt x="16115" y="32823"/>
                  </a:lnTo>
                  <a:lnTo>
                    <a:pt x="19338" y="36046"/>
                  </a:lnTo>
                  <a:lnTo>
                    <a:pt x="26377" y="29007"/>
                  </a:lnTo>
                  <a:lnTo>
                    <a:pt x="21722" y="29007"/>
                  </a:lnTo>
                  <a:lnTo>
                    <a:pt x="17189" y="24475"/>
                  </a:lnTo>
                  <a:lnTo>
                    <a:pt x="17189" y="22684"/>
                  </a:lnTo>
                  <a:lnTo>
                    <a:pt x="15399" y="20893"/>
                  </a:lnTo>
                  <a:lnTo>
                    <a:pt x="15399" y="19103"/>
                  </a:lnTo>
                  <a:lnTo>
                    <a:pt x="13608" y="17312"/>
                  </a:lnTo>
                  <a:lnTo>
                    <a:pt x="13966" y="14560"/>
                  </a:lnTo>
                  <a:lnTo>
                    <a:pt x="14325" y="16708"/>
                  </a:lnTo>
                  <a:lnTo>
                    <a:pt x="17548" y="19931"/>
                  </a:lnTo>
                  <a:lnTo>
                    <a:pt x="20771" y="16708"/>
                  </a:lnTo>
                  <a:lnTo>
                    <a:pt x="20771" y="14918"/>
                  </a:lnTo>
                  <a:lnTo>
                    <a:pt x="23154" y="12534"/>
                  </a:lnTo>
                  <a:lnTo>
                    <a:pt x="20771" y="10150"/>
                  </a:lnTo>
                  <a:lnTo>
                    <a:pt x="17906" y="0"/>
                  </a:lnTo>
                  <a:close/>
                </a:path>
              </a:pathLst>
            </a:custGeom>
            <a:solidFill>
              <a:srgbClr val="FA8585"/>
            </a:solidFill>
            <a:ln>
              <a:noFill/>
            </a:ln>
          </p:spPr>
        </p:sp>
        <p:sp>
          <p:nvSpPr>
            <p:cNvPr id="17084" name="Graph element 1777"/>
            <p:cNvSpPr/>
            <p:nvPr/>
          </p:nvSpPr>
          <p:spPr>
            <a:xfrm>
              <a:off x="1083413" y="1323584"/>
              <a:ext cx="22796" cy="17783"/>
            </a:xfrm>
            <a:custGeom>
              <a:avLst/>
              <a:gdLst/>
              <a:ahLst/>
              <a:cxnLst/>
              <a:rect l="0" t="0" r="r" b="b"/>
              <a:pathLst>
                <a:path w="22796" h="17783" stroke="0" extrusionOk="0">
                  <a:moveTo>
                    <a:pt x="10979" y="0"/>
                  </a:moveTo>
                  <a:lnTo>
                    <a:pt x="10979" y="2630"/>
                  </a:lnTo>
                  <a:lnTo>
                    <a:pt x="10027" y="3581"/>
                  </a:lnTo>
                  <a:lnTo>
                    <a:pt x="8237" y="3581"/>
                  </a:lnTo>
                  <a:lnTo>
                    <a:pt x="4655" y="7162"/>
                  </a:lnTo>
                  <a:lnTo>
                    <a:pt x="0" y="7162"/>
                  </a:lnTo>
                  <a:lnTo>
                    <a:pt x="3816" y="10979"/>
                  </a:lnTo>
                  <a:lnTo>
                    <a:pt x="3816" y="13608"/>
                  </a:lnTo>
                  <a:lnTo>
                    <a:pt x="8237" y="13608"/>
                  </a:lnTo>
                  <a:lnTo>
                    <a:pt x="10027" y="15399"/>
                  </a:lnTo>
                  <a:lnTo>
                    <a:pt x="11818" y="15399"/>
                  </a:lnTo>
                  <a:lnTo>
                    <a:pt x="14202" y="17783"/>
                  </a:lnTo>
                  <a:lnTo>
                    <a:pt x="21006" y="10979"/>
                  </a:lnTo>
                  <a:lnTo>
                    <a:pt x="21006" y="9188"/>
                  </a:lnTo>
                  <a:lnTo>
                    <a:pt x="22796" y="7397"/>
                  </a:lnTo>
                  <a:lnTo>
                    <a:pt x="22796" y="3581"/>
                  </a:lnTo>
                  <a:lnTo>
                    <a:pt x="20167" y="3581"/>
                  </a:lnTo>
                  <a:lnTo>
                    <a:pt x="18376" y="1791"/>
                  </a:lnTo>
                  <a:lnTo>
                    <a:pt x="16586" y="1791"/>
                  </a:lnTo>
                  <a:lnTo>
                    <a:pt x="14795" y="0"/>
                  </a:lnTo>
                  <a:lnTo>
                    <a:pt x="10979" y="0"/>
                  </a:lnTo>
                  <a:close/>
                </a:path>
              </a:pathLst>
            </a:custGeom>
            <a:solidFill>
              <a:srgbClr val="FA8585"/>
            </a:solidFill>
            <a:ln>
              <a:noFill/>
            </a:ln>
          </p:spPr>
        </p:sp>
        <p:sp>
          <p:nvSpPr>
            <p:cNvPr id="17085" name="Graph element 1778"/>
            <p:cNvSpPr/>
            <p:nvPr/>
          </p:nvSpPr>
          <p:spPr>
            <a:xfrm>
              <a:off x="1210779" y="1321794"/>
              <a:ext cx="21006" cy="40467"/>
            </a:xfrm>
            <a:custGeom>
              <a:avLst/>
              <a:gdLst/>
              <a:ahLst/>
              <a:cxnLst/>
              <a:rect l="0" t="0" r="r" b="b"/>
              <a:pathLst>
                <a:path w="21006" h="40467" stroke="0" extrusionOk="0">
                  <a:moveTo>
                    <a:pt x="13373" y="0"/>
                  </a:moveTo>
                  <a:lnTo>
                    <a:pt x="9792" y="3581"/>
                  </a:lnTo>
                  <a:lnTo>
                    <a:pt x="8001" y="3581"/>
                  </a:lnTo>
                  <a:lnTo>
                    <a:pt x="5372" y="6211"/>
                  </a:lnTo>
                  <a:lnTo>
                    <a:pt x="5372" y="8001"/>
                  </a:lnTo>
                  <a:lnTo>
                    <a:pt x="1791" y="11582"/>
                  </a:lnTo>
                  <a:lnTo>
                    <a:pt x="1791" y="15164"/>
                  </a:lnTo>
                  <a:lnTo>
                    <a:pt x="0" y="16954"/>
                  </a:lnTo>
                  <a:lnTo>
                    <a:pt x="0" y="23513"/>
                  </a:lnTo>
                  <a:lnTo>
                    <a:pt x="1791" y="25303"/>
                  </a:lnTo>
                  <a:lnTo>
                    <a:pt x="1791" y="28884"/>
                  </a:lnTo>
                  <a:lnTo>
                    <a:pt x="5372" y="32465"/>
                  </a:lnTo>
                  <a:lnTo>
                    <a:pt x="5372" y="34256"/>
                  </a:lnTo>
                  <a:lnTo>
                    <a:pt x="8001" y="36886"/>
                  </a:lnTo>
                  <a:lnTo>
                    <a:pt x="9792" y="36886"/>
                  </a:lnTo>
                  <a:lnTo>
                    <a:pt x="13373" y="40467"/>
                  </a:lnTo>
                  <a:lnTo>
                    <a:pt x="21006" y="40467"/>
                  </a:lnTo>
                  <a:lnTo>
                    <a:pt x="16350" y="35811"/>
                  </a:lnTo>
                  <a:lnTo>
                    <a:pt x="14560" y="35811"/>
                  </a:lnTo>
                  <a:lnTo>
                    <a:pt x="11818" y="33069"/>
                  </a:lnTo>
                  <a:lnTo>
                    <a:pt x="11818" y="31279"/>
                  </a:lnTo>
                  <a:lnTo>
                    <a:pt x="8237" y="27698"/>
                  </a:lnTo>
                  <a:lnTo>
                    <a:pt x="8237" y="12769"/>
                  </a:lnTo>
                  <a:lnTo>
                    <a:pt x="10027" y="10979"/>
                  </a:lnTo>
                  <a:lnTo>
                    <a:pt x="10027" y="9188"/>
                  </a:lnTo>
                  <a:lnTo>
                    <a:pt x="19215" y="0"/>
                  </a:lnTo>
                  <a:lnTo>
                    <a:pt x="13373" y="0"/>
                  </a:lnTo>
                  <a:close/>
                </a:path>
              </a:pathLst>
            </a:custGeom>
            <a:solidFill>
              <a:srgbClr val="FA8585"/>
            </a:solidFill>
            <a:ln>
              <a:noFill/>
            </a:ln>
          </p:spPr>
        </p:sp>
        <p:sp>
          <p:nvSpPr>
            <p:cNvPr id="17086" name="Graph element 1779"/>
            <p:cNvSpPr/>
            <p:nvPr/>
          </p:nvSpPr>
          <p:spPr>
            <a:xfrm>
              <a:off x="1105135" y="1318212"/>
              <a:ext cx="10027" cy="10027"/>
            </a:xfrm>
            <a:custGeom>
              <a:avLst/>
              <a:gdLst/>
              <a:ahLst/>
              <a:cxnLst/>
              <a:rect l="0" t="0" r="r" b="b"/>
              <a:pathLst>
                <a:path w="10027" h="10027" stroke="0" extrusionOk="0">
                  <a:moveTo>
                    <a:pt x="0" y="0"/>
                  </a:moveTo>
                  <a:lnTo>
                    <a:pt x="0" y="5607"/>
                  </a:lnTo>
                  <a:lnTo>
                    <a:pt x="1791" y="7397"/>
                  </a:lnTo>
                  <a:lnTo>
                    <a:pt x="1791" y="10027"/>
                  </a:lnTo>
                  <a:lnTo>
                    <a:pt x="6446" y="10027"/>
                  </a:lnTo>
                  <a:lnTo>
                    <a:pt x="6446" y="7397"/>
                  </a:lnTo>
                  <a:lnTo>
                    <a:pt x="10027" y="3816"/>
                  </a:lnTo>
                  <a:lnTo>
                    <a:pt x="100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A8585"/>
            </a:solidFill>
            <a:ln>
              <a:noFill/>
            </a:ln>
          </p:spPr>
        </p:sp>
        <p:sp>
          <p:nvSpPr>
            <p:cNvPr id="17087" name="Graph element 1780"/>
            <p:cNvSpPr/>
            <p:nvPr/>
          </p:nvSpPr>
          <p:spPr>
            <a:xfrm>
              <a:off x="1124832" y="1312606"/>
              <a:ext cx="62189" cy="42493"/>
            </a:xfrm>
            <a:custGeom>
              <a:avLst/>
              <a:gdLst/>
              <a:ahLst/>
              <a:cxnLst/>
              <a:rect l="0" t="0" r="r" b="b"/>
              <a:pathLst>
                <a:path w="62189" h="42493" stroke="0" extrusionOk="0">
                  <a:moveTo>
                    <a:pt x="3581" y="0"/>
                  </a:moveTo>
                  <a:lnTo>
                    <a:pt x="3581" y="6446"/>
                  </a:lnTo>
                  <a:lnTo>
                    <a:pt x="0" y="10027"/>
                  </a:lnTo>
                  <a:lnTo>
                    <a:pt x="0" y="13844"/>
                  </a:lnTo>
                  <a:lnTo>
                    <a:pt x="4420" y="13844"/>
                  </a:lnTo>
                  <a:lnTo>
                    <a:pt x="8001" y="17425"/>
                  </a:lnTo>
                  <a:lnTo>
                    <a:pt x="9792" y="17425"/>
                  </a:lnTo>
                  <a:lnTo>
                    <a:pt x="12534" y="20167"/>
                  </a:lnTo>
                  <a:lnTo>
                    <a:pt x="12534" y="21957"/>
                  </a:lnTo>
                  <a:lnTo>
                    <a:pt x="14325" y="23748"/>
                  </a:lnTo>
                  <a:lnTo>
                    <a:pt x="14325" y="25538"/>
                  </a:lnTo>
                  <a:lnTo>
                    <a:pt x="16115" y="27329"/>
                  </a:lnTo>
                  <a:lnTo>
                    <a:pt x="16115" y="35688"/>
                  </a:lnTo>
                  <a:lnTo>
                    <a:pt x="18980" y="35688"/>
                  </a:lnTo>
                  <a:lnTo>
                    <a:pt x="18980" y="34491"/>
                  </a:lnTo>
                  <a:lnTo>
                    <a:pt x="22561" y="30910"/>
                  </a:lnTo>
                  <a:lnTo>
                    <a:pt x="22561" y="26142"/>
                  </a:lnTo>
                  <a:lnTo>
                    <a:pt x="20771" y="24352"/>
                  </a:lnTo>
                  <a:lnTo>
                    <a:pt x="20771" y="16586"/>
                  </a:lnTo>
                  <a:lnTo>
                    <a:pt x="21722" y="15634"/>
                  </a:lnTo>
                  <a:lnTo>
                    <a:pt x="23277" y="16586"/>
                  </a:lnTo>
                  <a:lnTo>
                    <a:pt x="23277" y="32701"/>
                  </a:lnTo>
                  <a:lnTo>
                    <a:pt x="29488" y="38911"/>
                  </a:lnTo>
                  <a:lnTo>
                    <a:pt x="31279" y="38911"/>
                  </a:lnTo>
                  <a:lnTo>
                    <a:pt x="33069" y="40702"/>
                  </a:lnTo>
                  <a:lnTo>
                    <a:pt x="36650" y="40702"/>
                  </a:lnTo>
                  <a:lnTo>
                    <a:pt x="38441" y="42493"/>
                  </a:lnTo>
                  <a:lnTo>
                    <a:pt x="44999" y="42493"/>
                  </a:lnTo>
                  <a:lnTo>
                    <a:pt x="46790" y="40702"/>
                  </a:lnTo>
                  <a:lnTo>
                    <a:pt x="50371" y="40702"/>
                  </a:lnTo>
                  <a:lnTo>
                    <a:pt x="53952" y="37121"/>
                  </a:lnTo>
                  <a:lnTo>
                    <a:pt x="56582" y="37121"/>
                  </a:lnTo>
                  <a:lnTo>
                    <a:pt x="56582" y="34491"/>
                  </a:lnTo>
                  <a:lnTo>
                    <a:pt x="62189" y="28884"/>
                  </a:lnTo>
                  <a:lnTo>
                    <a:pt x="55743" y="28884"/>
                  </a:lnTo>
                  <a:lnTo>
                    <a:pt x="53952" y="27094"/>
                  </a:lnTo>
                  <a:lnTo>
                    <a:pt x="52162" y="27094"/>
                  </a:lnTo>
                  <a:lnTo>
                    <a:pt x="45838" y="20771"/>
                  </a:lnTo>
                  <a:lnTo>
                    <a:pt x="45838" y="18980"/>
                  </a:lnTo>
                  <a:lnTo>
                    <a:pt x="44048" y="17189"/>
                  </a:lnTo>
                  <a:lnTo>
                    <a:pt x="44048" y="15399"/>
                  </a:lnTo>
                  <a:lnTo>
                    <a:pt x="42257" y="13608"/>
                  </a:lnTo>
                  <a:lnTo>
                    <a:pt x="42257" y="5842"/>
                  </a:lnTo>
                  <a:lnTo>
                    <a:pt x="46074" y="2026"/>
                  </a:lnTo>
                  <a:lnTo>
                    <a:pt x="33069" y="2026"/>
                  </a:lnTo>
                  <a:lnTo>
                    <a:pt x="29488" y="5607"/>
                  </a:lnTo>
                  <a:lnTo>
                    <a:pt x="27698" y="5607"/>
                  </a:lnTo>
                  <a:lnTo>
                    <a:pt x="25068" y="8237"/>
                  </a:lnTo>
                  <a:lnTo>
                    <a:pt x="25068" y="10027"/>
                  </a:lnTo>
                  <a:lnTo>
                    <a:pt x="22326" y="12769"/>
                  </a:lnTo>
                  <a:lnTo>
                    <a:pt x="21722" y="12769"/>
                  </a:lnTo>
                  <a:lnTo>
                    <a:pt x="14560" y="5607"/>
                  </a:lnTo>
                  <a:lnTo>
                    <a:pt x="12769" y="5607"/>
                  </a:lnTo>
                  <a:lnTo>
                    <a:pt x="10979" y="3816"/>
                  </a:lnTo>
                  <a:lnTo>
                    <a:pt x="7397" y="3816"/>
                  </a:lnTo>
                  <a:lnTo>
                    <a:pt x="3581" y="0"/>
                  </a:lnTo>
                  <a:close/>
                </a:path>
              </a:pathLst>
            </a:custGeom>
            <a:solidFill>
              <a:srgbClr val="FA8585"/>
            </a:solidFill>
            <a:ln>
              <a:noFill/>
            </a:ln>
          </p:spPr>
        </p:sp>
        <p:sp>
          <p:nvSpPr>
            <p:cNvPr id="17088" name="Graph element 1781"/>
            <p:cNvSpPr/>
            <p:nvPr/>
          </p:nvSpPr>
          <p:spPr>
            <a:xfrm>
              <a:off x="1240860" y="1302097"/>
              <a:ext cx="58730" cy="60163"/>
            </a:xfrm>
            <a:custGeom>
              <a:avLst/>
              <a:gdLst/>
              <a:ahLst/>
              <a:cxnLst/>
              <a:rect l="0" t="0" r="r" b="b"/>
              <a:pathLst>
                <a:path w="58730" h="60163" stroke="0" extrusionOk="0">
                  <a:moveTo>
                    <a:pt x="33427" y="0"/>
                  </a:moveTo>
                  <a:lnTo>
                    <a:pt x="31637" y="1791"/>
                  </a:lnTo>
                  <a:lnTo>
                    <a:pt x="28056" y="1791"/>
                  </a:lnTo>
                  <a:lnTo>
                    <a:pt x="24475" y="5372"/>
                  </a:lnTo>
                  <a:lnTo>
                    <a:pt x="22684" y="5372"/>
                  </a:lnTo>
                  <a:lnTo>
                    <a:pt x="20054" y="8001"/>
                  </a:lnTo>
                  <a:lnTo>
                    <a:pt x="20054" y="9792"/>
                  </a:lnTo>
                  <a:lnTo>
                    <a:pt x="18264" y="11582"/>
                  </a:lnTo>
                  <a:lnTo>
                    <a:pt x="18264" y="13373"/>
                  </a:lnTo>
                  <a:lnTo>
                    <a:pt x="16473" y="15164"/>
                  </a:lnTo>
                  <a:lnTo>
                    <a:pt x="16473" y="27698"/>
                  </a:lnTo>
                  <a:lnTo>
                    <a:pt x="16115" y="28056"/>
                  </a:lnTo>
                  <a:lnTo>
                    <a:pt x="15757" y="25907"/>
                  </a:lnTo>
                  <a:lnTo>
                    <a:pt x="13127" y="23277"/>
                  </a:lnTo>
                  <a:lnTo>
                    <a:pt x="11337" y="23277"/>
                  </a:lnTo>
                  <a:lnTo>
                    <a:pt x="7756" y="19696"/>
                  </a:lnTo>
                  <a:lnTo>
                    <a:pt x="4174" y="19696"/>
                  </a:lnTo>
                  <a:lnTo>
                    <a:pt x="2384" y="17906"/>
                  </a:lnTo>
                  <a:lnTo>
                    <a:pt x="0" y="17906"/>
                  </a:lnTo>
                  <a:lnTo>
                    <a:pt x="0" y="20771"/>
                  </a:lnTo>
                  <a:lnTo>
                    <a:pt x="1197" y="20771"/>
                  </a:lnTo>
                  <a:lnTo>
                    <a:pt x="4778" y="24352"/>
                  </a:lnTo>
                  <a:lnTo>
                    <a:pt x="6569" y="24352"/>
                  </a:lnTo>
                  <a:lnTo>
                    <a:pt x="7520" y="25303"/>
                  </a:lnTo>
                  <a:lnTo>
                    <a:pt x="7520" y="27094"/>
                  </a:lnTo>
                  <a:lnTo>
                    <a:pt x="11101" y="30675"/>
                  </a:lnTo>
                  <a:lnTo>
                    <a:pt x="11101" y="32465"/>
                  </a:lnTo>
                  <a:lnTo>
                    <a:pt x="12892" y="34256"/>
                  </a:lnTo>
                  <a:lnTo>
                    <a:pt x="12892" y="45603"/>
                  </a:lnTo>
                  <a:lnTo>
                    <a:pt x="11101" y="47394"/>
                  </a:lnTo>
                  <a:lnTo>
                    <a:pt x="11101" y="49184"/>
                  </a:lnTo>
                  <a:lnTo>
                    <a:pt x="7520" y="52765"/>
                  </a:lnTo>
                  <a:lnTo>
                    <a:pt x="7520" y="54556"/>
                  </a:lnTo>
                  <a:lnTo>
                    <a:pt x="6569" y="55507"/>
                  </a:lnTo>
                  <a:lnTo>
                    <a:pt x="4778" y="55507"/>
                  </a:lnTo>
                  <a:lnTo>
                    <a:pt x="123" y="60163"/>
                  </a:lnTo>
                  <a:lnTo>
                    <a:pt x="5965" y="60163"/>
                  </a:lnTo>
                  <a:lnTo>
                    <a:pt x="7756" y="58372"/>
                  </a:lnTo>
                  <a:lnTo>
                    <a:pt x="9546" y="58372"/>
                  </a:lnTo>
                  <a:lnTo>
                    <a:pt x="17548" y="50371"/>
                  </a:lnTo>
                  <a:lnTo>
                    <a:pt x="17548" y="48580"/>
                  </a:lnTo>
                  <a:lnTo>
                    <a:pt x="19338" y="46790"/>
                  </a:lnTo>
                  <a:lnTo>
                    <a:pt x="19338" y="34256"/>
                  </a:lnTo>
                  <a:lnTo>
                    <a:pt x="19696" y="33898"/>
                  </a:lnTo>
                  <a:lnTo>
                    <a:pt x="20054" y="36046"/>
                  </a:lnTo>
                  <a:lnTo>
                    <a:pt x="24475" y="40467"/>
                  </a:lnTo>
                  <a:lnTo>
                    <a:pt x="26265" y="40467"/>
                  </a:lnTo>
                  <a:lnTo>
                    <a:pt x="28056" y="42257"/>
                  </a:lnTo>
                  <a:lnTo>
                    <a:pt x="29846" y="42257"/>
                  </a:lnTo>
                  <a:lnTo>
                    <a:pt x="31637" y="44048"/>
                  </a:lnTo>
                  <a:lnTo>
                    <a:pt x="43567" y="44048"/>
                  </a:lnTo>
                  <a:lnTo>
                    <a:pt x="45357" y="42257"/>
                  </a:lnTo>
                  <a:lnTo>
                    <a:pt x="47148" y="42257"/>
                  </a:lnTo>
                  <a:lnTo>
                    <a:pt x="48939" y="40467"/>
                  </a:lnTo>
                  <a:lnTo>
                    <a:pt x="50729" y="40467"/>
                  </a:lnTo>
                  <a:lnTo>
                    <a:pt x="55149" y="36046"/>
                  </a:lnTo>
                  <a:lnTo>
                    <a:pt x="55149" y="34256"/>
                  </a:lnTo>
                  <a:lnTo>
                    <a:pt x="58730" y="30675"/>
                  </a:lnTo>
                  <a:lnTo>
                    <a:pt x="58730" y="15164"/>
                  </a:lnTo>
                  <a:lnTo>
                    <a:pt x="56940" y="13373"/>
                  </a:lnTo>
                  <a:lnTo>
                    <a:pt x="56940" y="11582"/>
                  </a:lnTo>
                  <a:lnTo>
                    <a:pt x="53359" y="8001"/>
                  </a:lnTo>
                  <a:lnTo>
                    <a:pt x="53359" y="5372"/>
                  </a:lnTo>
                  <a:lnTo>
                    <a:pt x="50729" y="5372"/>
                  </a:lnTo>
                  <a:lnTo>
                    <a:pt x="47148" y="1791"/>
                  </a:lnTo>
                  <a:lnTo>
                    <a:pt x="43567" y="1791"/>
                  </a:lnTo>
                  <a:lnTo>
                    <a:pt x="41776" y="0"/>
                  </a:lnTo>
                  <a:lnTo>
                    <a:pt x="33427" y="0"/>
                  </a:lnTo>
                  <a:close/>
                </a:path>
              </a:pathLst>
            </a:custGeom>
            <a:solidFill>
              <a:srgbClr val="FA8585"/>
            </a:solidFill>
            <a:ln>
              <a:noFill/>
            </a:ln>
          </p:spPr>
        </p:sp>
        <p:sp>
          <p:nvSpPr>
            <p:cNvPr id="17089" name="Graph element 1782"/>
            <p:cNvSpPr/>
            <p:nvPr/>
          </p:nvSpPr>
          <p:spPr>
            <a:xfrm>
              <a:off x="1169002" y="1300307"/>
              <a:ext cx="39270" cy="42257"/>
            </a:xfrm>
            <a:custGeom>
              <a:avLst/>
              <a:gdLst/>
              <a:ahLst/>
              <a:cxnLst/>
              <a:rect l="0" t="0" r="r" b="b"/>
              <a:pathLst>
                <a:path w="39270" h="42257" stroke="0" extrusionOk="0">
                  <a:moveTo>
                    <a:pt x="17548" y="0"/>
                  </a:moveTo>
                  <a:lnTo>
                    <a:pt x="15757" y="1791"/>
                  </a:lnTo>
                  <a:lnTo>
                    <a:pt x="10385" y="1791"/>
                  </a:lnTo>
                  <a:lnTo>
                    <a:pt x="6804" y="5372"/>
                  </a:lnTo>
                  <a:lnTo>
                    <a:pt x="5014" y="5372"/>
                  </a:lnTo>
                  <a:lnTo>
                    <a:pt x="2384" y="8001"/>
                  </a:lnTo>
                  <a:lnTo>
                    <a:pt x="2384" y="9792"/>
                  </a:lnTo>
                  <a:lnTo>
                    <a:pt x="0" y="12176"/>
                  </a:lnTo>
                  <a:lnTo>
                    <a:pt x="3223" y="15399"/>
                  </a:lnTo>
                  <a:lnTo>
                    <a:pt x="5014" y="15399"/>
                  </a:lnTo>
                  <a:lnTo>
                    <a:pt x="6804" y="17189"/>
                  </a:lnTo>
                  <a:lnTo>
                    <a:pt x="8595" y="17189"/>
                  </a:lnTo>
                  <a:lnTo>
                    <a:pt x="13127" y="21722"/>
                  </a:lnTo>
                  <a:lnTo>
                    <a:pt x="13127" y="23513"/>
                  </a:lnTo>
                  <a:lnTo>
                    <a:pt x="16708" y="27094"/>
                  </a:lnTo>
                  <a:lnTo>
                    <a:pt x="16708" y="42257"/>
                  </a:lnTo>
                  <a:lnTo>
                    <a:pt x="25896" y="42257"/>
                  </a:lnTo>
                  <a:lnTo>
                    <a:pt x="27687" y="40467"/>
                  </a:lnTo>
                  <a:lnTo>
                    <a:pt x="29478" y="40467"/>
                  </a:lnTo>
                  <a:lnTo>
                    <a:pt x="37479" y="32465"/>
                  </a:lnTo>
                  <a:lnTo>
                    <a:pt x="37479" y="30675"/>
                  </a:lnTo>
                  <a:lnTo>
                    <a:pt x="39270" y="28884"/>
                  </a:lnTo>
                  <a:lnTo>
                    <a:pt x="39270" y="13373"/>
                  </a:lnTo>
                  <a:lnTo>
                    <a:pt x="35688" y="9792"/>
                  </a:lnTo>
                  <a:lnTo>
                    <a:pt x="35688" y="8001"/>
                  </a:lnTo>
                  <a:lnTo>
                    <a:pt x="33059" y="5372"/>
                  </a:lnTo>
                  <a:lnTo>
                    <a:pt x="31268" y="5372"/>
                  </a:lnTo>
                  <a:lnTo>
                    <a:pt x="27687" y="1791"/>
                  </a:lnTo>
                  <a:lnTo>
                    <a:pt x="22315" y="1791"/>
                  </a:lnTo>
                  <a:lnTo>
                    <a:pt x="20525" y="0"/>
                  </a:lnTo>
                  <a:lnTo>
                    <a:pt x="17548" y="0"/>
                  </a:lnTo>
                  <a:close/>
                </a:path>
              </a:pathLst>
            </a:custGeom>
            <a:solidFill>
              <a:srgbClr val="FA8585"/>
            </a:solidFill>
            <a:ln>
              <a:noFill/>
            </a:ln>
          </p:spPr>
        </p:sp>
        <p:sp>
          <p:nvSpPr>
            <p:cNvPr id="17090" name="Graph element 1783"/>
            <p:cNvSpPr/>
            <p:nvPr/>
          </p:nvSpPr>
          <p:spPr>
            <a:xfrm>
              <a:off x="1103110" y="1278820"/>
              <a:ext cx="31749" cy="28291"/>
            </a:xfrm>
            <a:custGeom>
              <a:avLst/>
              <a:gdLst/>
              <a:ahLst/>
              <a:cxnLst/>
              <a:rect l="0" t="0" r="r" b="b"/>
              <a:pathLst>
                <a:path w="31749" h="28291" stroke="0" extrusionOk="0">
                  <a:moveTo>
                    <a:pt x="10027" y="0"/>
                  </a:moveTo>
                  <a:lnTo>
                    <a:pt x="8237" y="1791"/>
                  </a:lnTo>
                  <a:lnTo>
                    <a:pt x="0" y="1791"/>
                  </a:lnTo>
                  <a:lnTo>
                    <a:pt x="3816" y="5607"/>
                  </a:lnTo>
                  <a:lnTo>
                    <a:pt x="3816" y="7397"/>
                  </a:lnTo>
                  <a:lnTo>
                    <a:pt x="8237" y="11818"/>
                  </a:lnTo>
                  <a:lnTo>
                    <a:pt x="13608" y="11818"/>
                  </a:lnTo>
                  <a:lnTo>
                    <a:pt x="15399" y="13608"/>
                  </a:lnTo>
                  <a:lnTo>
                    <a:pt x="17189" y="13608"/>
                  </a:lnTo>
                  <a:lnTo>
                    <a:pt x="18980" y="15399"/>
                  </a:lnTo>
                  <a:lnTo>
                    <a:pt x="20771" y="15399"/>
                  </a:lnTo>
                  <a:lnTo>
                    <a:pt x="23513" y="18141"/>
                  </a:lnTo>
                  <a:lnTo>
                    <a:pt x="23513" y="19931"/>
                  </a:lnTo>
                  <a:lnTo>
                    <a:pt x="27094" y="23513"/>
                  </a:lnTo>
                  <a:lnTo>
                    <a:pt x="27094" y="28291"/>
                  </a:lnTo>
                  <a:lnTo>
                    <a:pt x="29959" y="28291"/>
                  </a:lnTo>
                  <a:lnTo>
                    <a:pt x="29959" y="25303"/>
                  </a:lnTo>
                  <a:lnTo>
                    <a:pt x="31749" y="23513"/>
                  </a:lnTo>
                  <a:lnTo>
                    <a:pt x="31749" y="18745"/>
                  </a:lnTo>
                  <a:lnTo>
                    <a:pt x="29959" y="16954"/>
                  </a:lnTo>
                  <a:lnTo>
                    <a:pt x="29959" y="11582"/>
                  </a:lnTo>
                  <a:lnTo>
                    <a:pt x="26377" y="8001"/>
                  </a:lnTo>
                  <a:lnTo>
                    <a:pt x="26377" y="5372"/>
                  </a:lnTo>
                  <a:lnTo>
                    <a:pt x="23748" y="5372"/>
                  </a:lnTo>
                  <a:lnTo>
                    <a:pt x="20167" y="1791"/>
                  </a:lnTo>
                  <a:lnTo>
                    <a:pt x="14795" y="1791"/>
                  </a:lnTo>
                  <a:lnTo>
                    <a:pt x="13004" y="0"/>
                  </a:lnTo>
                  <a:lnTo>
                    <a:pt x="10027" y="0"/>
                  </a:lnTo>
                  <a:close/>
                </a:path>
              </a:pathLst>
            </a:custGeom>
            <a:solidFill>
              <a:srgbClr val="FA8585"/>
            </a:solidFill>
            <a:ln>
              <a:noFill/>
            </a:ln>
          </p:spPr>
        </p:sp>
        <p:sp>
          <p:nvSpPr>
            <p:cNvPr id="17091" name="Graph element 1784"/>
            <p:cNvSpPr/>
            <p:nvPr/>
          </p:nvSpPr>
          <p:spPr>
            <a:xfrm>
              <a:off x="1087230" y="1276794"/>
              <a:ext cx="15399" cy="24822"/>
            </a:xfrm>
            <a:custGeom>
              <a:avLst/>
              <a:gdLst/>
              <a:ahLst/>
              <a:cxnLst/>
              <a:rect l="0" t="0" r="r" b="b"/>
              <a:pathLst>
                <a:path w="15399" h="24822" stroke="0" extrusionOk="0">
                  <a:moveTo>
                    <a:pt x="8953" y="0"/>
                  </a:moveTo>
                  <a:lnTo>
                    <a:pt x="8953" y="6446"/>
                  </a:lnTo>
                  <a:lnTo>
                    <a:pt x="5372" y="10027"/>
                  </a:lnTo>
                  <a:lnTo>
                    <a:pt x="5372" y="11818"/>
                  </a:lnTo>
                  <a:lnTo>
                    <a:pt x="4420" y="12769"/>
                  </a:lnTo>
                  <a:lnTo>
                    <a:pt x="2630" y="12769"/>
                  </a:lnTo>
                  <a:lnTo>
                    <a:pt x="0" y="15399"/>
                  </a:lnTo>
                  <a:lnTo>
                    <a:pt x="0" y="19215"/>
                  </a:lnTo>
                  <a:lnTo>
                    <a:pt x="2630" y="19215"/>
                  </a:lnTo>
                  <a:lnTo>
                    <a:pt x="8237" y="24822"/>
                  </a:lnTo>
                  <a:lnTo>
                    <a:pt x="8237" y="16586"/>
                  </a:lnTo>
                  <a:lnTo>
                    <a:pt x="10027" y="14795"/>
                  </a:lnTo>
                  <a:lnTo>
                    <a:pt x="10027" y="13004"/>
                  </a:lnTo>
                  <a:lnTo>
                    <a:pt x="15399" y="7633"/>
                  </a:lnTo>
                  <a:lnTo>
                    <a:pt x="15399" y="3816"/>
                  </a:lnTo>
                  <a:lnTo>
                    <a:pt x="12769" y="3816"/>
                  </a:lnTo>
                  <a:lnTo>
                    <a:pt x="8953" y="0"/>
                  </a:lnTo>
                  <a:close/>
                </a:path>
              </a:pathLst>
            </a:custGeom>
            <a:solidFill>
              <a:srgbClr val="FA8585"/>
            </a:solidFill>
            <a:ln>
              <a:noFill/>
            </a:ln>
          </p:spPr>
        </p:sp>
        <p:sp>
          <p:nvSpPr>
            <p:cNvPr id="17092" name="Graph element 1785"/>
            <p:cNvSpPr/>
            <p:nvPr/>
          </p:nvSpPr>
          <p:spPr>
            <a:xfrm>
              <a:off x="1024560" y="1260321"/>
              <a:ext cx="24587" cy="34133"/>
            </a:xfrm>
            <a:custGeom>
              <a:avLst/>
              <a:gdLst/>
              <a:ahLst/>
              <a:cxnLst/>
              <a:rect l="0" t="0" r="r" b="b"/>
              <a:pathLst>
                <a:path w="24587" h="34133" stroke="0" extrusionOk="0">
                  <a:moveTo>
                    <a:pt x="10385" y="0"/>
                  </a:moveTo>
                  <a:lnTo>
                    <a:pt x="8001" y="2384"/>
                  </a:lnTo>
                  <a:lnTo>
                    <a:pt x="6211" y="2384"/>
                  </a:lnTo>
                  <a:lnTo>
                    <a:pt x="3581" y="5014"/>
                  </a:lnTo>
                  <a:lnTo>
                    <a:pt x="3581" y="6804"/>
                  </a:lnTo>
                  <a:lnTo>
                    <a:pt x="1791" y="8595"/>
                  </a:lnTo>
                  <a:lnTo>
                    <a:pt x="1791" y="10385"/>
                  </a:lnTo>
                  <a:lnTo>
                    <a:pt x="0" y="12176"/>
                  </a:lnTo>
                  <a:lnTo>
                    <a:pt x="0" y="22315"/>
                  </a:lnTo>
                  <a:lnTo>
                    <a:pt x="1791" y="24106"/>
                  </a:lnTo>
                  <a:lnTo>
                    <a:pt x="1791" y="25896"/>
                  </a:lnTo>
                  <a:lnTo>
                    <a:pt x="10027" y="34133"/>
                  </a:lnTo>
                  <a:lnTo>
                    <a:pt x="10027" y="25896"/>
                  </a:lnTo>
                  <a:lnTo>
                    <a:pt x="11818" y="24106"/>
                  </a:lnTo>
                  <a:lnTo>
                    <a:pt x="11818" y="22315"/>
                  </a:lnTo>
                  <a:lnTo>
                    <a:pt x="18141" y="15992"/>
                  </a:lnTo>
                  <a:lnTo>
                    <a:pt x="19931" y="15992"/>
                  </a:lnTo>
                  <a:lnTo>
                    <a:pt x="24587" y="11337"/>
                  </a:lnTo>
                  <a:lnTo>
                    <a:pt x="19931" y="11337"/>
                  </a:lnTo>
                  <a:lnTo>
                    <a:pt x="13608" y="5014"/>
                  </a:lnTo>
                  <a:lnTo>
                    <a:pt x="13608" y="3223"/>
                  </a:lnTo>
                  <a:lnTo>
                    <a:pt x="10385" y="0"/>
                  </a:lnTo>
                  <a:close/>
                  <a:moveTo>
                    <a:pt x="16115" y="8830"/>
                  </a:moveTo>
                  <a:lnTo>
                    <a:pt x="16115" y="12176"/>
                  </a:lnTo>
                  <a:lnTo>
                    <a:pt x="15164" y="13127"/>
                  </a:lnTo>
                  <a:lnTo>
                    <a:pt x="12769" y="13127"/>
                  </a:lnTo>
                  <a:lnTo>
                    <a:pt x="11818" y="12176"/>
                  </a:lnTo>
                  <a:lnTo>
                    <a:pt x="11818" y="9781"/>
                  </a:lnTo>
                  <a:lnTo>
                    <a:pt x="12769" y="8830"/>
                  </a:lnTo>
                  <a:lnTo>
                    <a:pt x="16115" y="8830"/>
                  </a:lnTo>
                  <a:close/>
                </a:path>
              </a:pathLst>
            </a:custGeom>
            <a:solidFill>
              <a:srgbClr val="FA8585"/>
            </a:solidFill>
            <a:ln>
              <a:noFill/>
            </a:ln>
          </p:spPr>
        </p:sp>
        <p:sp>
          <p:nvSpPr>
            <p:cNvPr id="17093" name="Graph element 1786"/>
            <p:cNvSpPr/>
            <p:nvPr/>
          </p:nvSpPr>
          <p:spPr>
            <a:xfrm>
              <a:off x="1092008" y="1256740"/>
              <a:ext cx="14202" cy="12411"/>
            </a:xfrm>
            <a:custGeom>
              <a:avLst/>
              <a:gdLst/>
              <a:ahLst/>
              <a:cxnLst/>
              <a:rect l="0" t="0" r="r" b="b"/>
              <a:pathLst>
                <a:path w="14202" h="12411" stroke="0" extrusionOk="0">
                  <a:moveTo>
                    <a:pt x="7397" y="0"/>
                  </a:moveTo>
                  <a:lnTo>
                    <a:pt x="5014" y="2384"/>
                  </a:lnTo>
                  <a:lnTo>
                    <a:pt x="3223" y="2384"/>
                  </a:lnTo>
                  <a:lnTo>
                    <a:pt x="0" y="5607"/>
                  </a:lnTo>
                  <a:lnTo>
                    <a:pt x="5014" y="10620"/>
                  </a:lnTo>
                  <a:lnTo>
                    <a:pt x="8595" y="10620"/>
                  </a:lnTo>
                  <a:lnTo>
                    <a:pt x="10385" y="12411"/>
                  </a:lnTo>
                  <a:lnTo>
                    <a:pt x="14202" y="12411"/>
                  </a:lnTo>
                  <a:lnTo>
                    <a:pt x="14202" y="8595"/>
                  </a:lnTo>
                  <a:lnTo>
                    <a:pt x="10620" y="5014"/>
                  </a:lnTo>
                  <a:lnTo>
                    <a:pt x="10620" y="3223"/>
                  </a:lnTo>
                  <a:lnTo>
                    <a:pt x="7397" y="0"/>
                  </a:lnTo>
                  <a:close/>
                </a:path>
              </a:pathLst>
            </a:custGeom>
            <a:solidFill>
              <a:srgbClr val="FA8585"/>
            </a:solidFill>
            <a:ln>
              <a:noFill/>
            </a:ln>
          </p:spPr>
        </p:sp>
        <p:sp>
          <p:nvSpPr>
            <p:cNvPr id="17094" name="Graph element 1787"/>
            <p:cNvSpPr/>
            <p:nvPr/>
          </p:nvSpPr>
          <p:spPr>
            <a:xfrm>
              <a:off x="1111940" y="1248145"/>
              <a:ext cx="28291" cy="24587"/>
            </a:xfrm>
            <a:custGeom>
              <a:avLst/>
              <a:gdLst/>
              <a:ahLst/>
              <a:cxnLst/>
              <a:rect l="0" t="0" r="r" b="b"/>
              <a:pathLst>
                <a:path w="28291" h="24587" stroke="0" extrusionOk="0">
                  <a:moveTo>
                    <a:pt x="28291" y="0"/>
                  </a:moveTo>
                  <a:lnTo>
                    <a:pt x="20893" y="7397"/>
                  </a:lnTo>
                  <a:lnTo>
                    <a:pt x="19103" y="7397"/>
                  </a:lnTo>
                  <a:lnTo>
                    <a:pt x="17312" y="9188"/>
                  </a:lnTo>
                  <a:lnTo>
                    <a:pt x="13731" y="9188"/>
                  </a:lnTo>
                  <a:lnTo>
                    <a:pt x="11941" y="10979"/>
                  </a:lnTo>
                  <a:lnTo>
                    <a:pt x="9311" y="10979"/>
                  </a:lnTo>
                  <a:lnTo>
                    <a:pt x="9311" y="13608"/>
                  </a:lnTo>
                  <a:lnTo>
                    <a:pt x="6569" y="16350"/>
                  </a:lnTo>
                  <a:lnTo>
                    <a:pt x="4778" y="16350"/>
                  </a:lnTo>
                  <a:lnTo>
                    <a:pt x="1197" y="19931"/>
                  </a:lnTo>
                  <a:lnTo>
                    <a:pt x="0" y="19931"/>
                  </a:lnTo>
                  <a:lnTo>
                    <a:pt x="0" y="22796"/>
                  </a:lnTo>
                  <a:lnTo>
                    <a:pt x="1197" y="22796"/>
                  </a:lnTo>
                  <a:lnTo>
                    <a:pt x="2988" y="24587"/>
                  </a:lnTo>
                  <a:lnTo>
                    <a:pt x="14918" y="24587"/>
                  </a:lnTo>
                  <a:lnTo>
                    <a:pt x="16708" y="22796"/>
                  </a:lnTo>
                  <a:lnTo>
                    <a:pt x="18499" y="22796"/>
                  </a:lnTo>
                  <a:lnTo>
                    <a:pt x="26500" y="14795"/>
                  </a:lnTo>
                  <a:lnTo>
                    <a:pt x="26500" y="13004"/>
                  </a:lnTo>
                  <a:lnTo>
                    <a:pt x="28291" y="11214"/>
                  </a:lnTo>
                  <a:lnTo>
                    <a:pt x="28291" y="0"/>
                  </a:lnTo>
                  <a:close/>
                </a:path>
              </a:pathLst>
            </a:custGeom>
            <a:solidFill>
              <a:srgbClr val="FA8585"/>
            </a:solidFill>
            <a:ln>
              <a:noFill/>
            </a:ln>
          </p:spPr>
        </p:sp>
        <p:sp>
          <p:nvSpPr>
            <p:cNvPr id="17095" name="Graph element 1788"/>
            <p:cNvSpPr/>
            <p:nvPr/>
          </p:nvSpPr>
          <p:spPr>
            <a:xfrm>
              <a:off x="1038291" y="1248145"/>
              <a:ext cx="8410" cy="11633"/>
            </a:xfrm>
            <a:custGeom>
              <a:avLst/>
              <a:gdLst/>
              <a:ahLst/>
              <a:cxnLst/>
              <a:rect l="0" t="0" r="r" b="b"/>
              <a:pathLst>
                <a:path w="8410" h="11633" stroke="0" extrusionOk="0">
                  <a:moveTo>
                    <a:pt x="5249" y="0"/>
                  </a:moveTo>
                  <a:lnTo>
                    <a:pt x="0" y="5249"/>
                  </a:lnTo>
                  <a:lnTo>
                    <a:pt x="2384" y="7633"/>
                  </a:lnTo>
                  <a:lnTo>
                    <a:pt x="2384" y="10262"/>
                  </a:lnTo>
                  <a:lnTo>
                    <a:pt x="5014" y="10262"/>
                  </a:lnTo>
                  <a:lnTo>
                    <a:pt x="6385" y="11633"/>
                  </a:lnTo>
                  <a:lnTo>
                    <a:pt x="8410" y="9608"/>
                  </a:lnTo>
                  <a:lnTo>
                    <a:pt x="7039" y="8237"/>
                  </a:lnTo>
                  <a:lnTo>
                    <a:pt x="7039" y="6446"/>
                  </a:lnTo>
                  <a:lnTo>
                    <a:pt x="5249" y="4655"/>
                  </a:lnTo>
                  <a:lnTo>
                    <a:pt x="5249" y="0"/>
                  </a:lnTo>
                  <a:close/>
                </a:path>
              </a:pathLst>
            </a:custGeom>
            <a:solidFill>
              <a:srgbClr val="FA8585"/>
            </a:solidFill>
            <a:ln>
              <a:noFill/>
            </a:ln>
          </p:spPr>
        </p:sp>
        <p:sp>
          <p:nvSpPr>
            <p:cNvPr id="17096" name="Graph element 1789"/>
            <p:cNvSpPr/>
            <p:nvPr/>
          </p:nvSpPr>
          <p:spPr>
            <a:xfrm>
              <a:off x="1124238" y="1223313"/>
              <a:ext cx="17783" cy="21364"/>
            </a:xfrm>
            <a:custGeom>
              <a:avLst/>
              <a:gdLst/>
              <a:ahLst/>
              <a:cxnLst/>
              <a:rect l="0" t="0" r="r" b="b"/>
              <a:pathLst>
                <a:path w="17783" h="21364" stroke="0" extrusionOk="0">
                  <a:moveTo>
                    <a:pt x="8595" y="0"/>
                  </a:moveTo>
                  <a:lnTo>
                    <a:pt x="0" y="8595"/>
                  </a:lnTo>
                  <a:lnTo>
                    <a:pt x="3223" y="11818"/>
                  </a:lnTo>
                  <a:lnTo>
                    <a:pt x="5014" y="11818"/>
                  </a:lnTo>
                  <a:lnTo>
                    <a:pt x="8595" y="15399"/>
                  </a:lnTo>
                  <a:lnTo>
                    <a:pt x="10385" y="15399"/>
                  </a:lnTo>
                  <a:lnTo>
                    <a:pt x="11337" y="16350"/>
                  </a:lnTo>
                  <a:lnTo>
                    <a:pt x="11337" y="18141"/>
                  </a:lnTo>
                  <a:lnTo>
                    <a:pt x="14560" y="21364"/>
                  </a:lnTo>
                  <a:lnTo>
                    <a:pt x="17783" y="18141"/>
                  </a:lnTo>
                  <a:lnTo>
                    <a:pt x="17783" y="11582"/>
                  </a:lnTo>
                  <a:lnTo>
                    <a:pt x="15992" y="9792"/>
                  </a:lnTo>
                  <a:lnTo>
                    <a:pt x="15992" y="6211"/>
                  </a:lnTo>
                  <a:lnTo>
                    <a:pt x="12411" y="2630"/>
                  </a:lnTo>
                  <a:lnTo>
                    <a:pt x="12411" y="0"/>
                  </a:lnTo>
                  <a:lnTo>
                    <a:pt x="8595" y="0"/>
                  </a:lnTo>
                  <a:close/>
                </a:path>
              </a:pathLst>
            </a:custGeom>
            <a:solidFill>
              <a:srgbClr val="FA8585"/>
            </a:solidFill>
            <a:ln>
              <a:noFill/>
            </a:ln>
          </p:spPr>
        </p:sp>
        <p:sp>
          <p:nvSpPr>
            <p:cNvPr id="17097" name="Graph element 1790"/>
            <p:cNvSpPr/>
            <p:nvPr/>
          </p:nvSpPr>
          <p:spPr>
            <a:xfrm>
              <a:off x="1046047" y="1221287"/>
              <a:ext cx="8830" cy="14437"/>
            </a:xfrm>
            <a:custGeom>
              <a:avLst/>
              <a:gdLst/>
              <a:ahLst/>
              <a:cxnLst/>
              <a:rect l="0" t="0" r="r" b="b"/>
              <a:pathLst>
                <a:path w="8830" h="14437" stroke="0" extrusionOk="0">
                  <a:moveTo>
                    <a:pt x="0" y="0"/>
                  </a:moveTo>
                  <a:lnTo>
                    <a:pt x="0" y="11214"/>
                  </a:lnTo>
                  <a:lnTo>
                    <a:pt x="3223" y="14437"/>
                  </a:lnTo>
                  <a:lnTo>
                    <a:pt x="8830" y="88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A8585"/>
            </a:solidFill>
            <a:ln>
              <a:noFill/>
            </a:ln>
          </p:spPr>
        </p:sp>
        <p:sp>
          <p:nvSpPr>
            <p:cNvPr id="17098" name="Graph element 1791"/>
            <p:cNvSpPr/>
            <p:nvPr/>
          </p:nvSpPr>
          <p:spPr>
            <a:xfrm>
              <a:off x="1040675" y="1210779"/>
              <a:ext cx="6026" cy="7817"/>
            </a:xfrm>
            <a:custGeom>
              <a:avLst/>
              <a:gdLst/>
              <a:ahLst/>
              <a:cxnLst/>
              <a:rect l="0" t="0" r="r" b="b"/>
              <a:pathLst>
                <a:path w="6026" h="7817" stroke="0" extrusionOk="0">
                  <a:moveTo>
                    <a:pt x="0" y="0"/>
                  </a:moveTo>
                  <a:lnTo>
                    <a:pt x="0" y="3816"/>
                  </a:lnTo>
                  <a:lnTo>
                    <a:pt x="4001" y="7817"/>
                  </a:lnTo>
                  <a:lnTo>
                    <a:pt x="6026" y="5791"/>
                  </a:lnTo>
                  <a:lnTo>
                    <a:pt x="4655" y="4420"/>
                  </a:lnTo>
                  <a:lnTo>
                    <a:pt x="46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A8585"/>
            </a:solidFill>
            <a:ln>
              <a:noFill/>
            </a:ln>
          </p:spPr>
        </p:sp>
        <p:sp>
          <p:nvSpPr>
            <p:cNvPr id="17099" name="Graph element 1792"/>
            <p:cNvSpPr/>
            <p:nvPr/>
          </p:nvSpPr>
          <p:spPr>
            <a:xfrm>
              <a:off x="1117669" y="1189292"/>
              <a:ext cx="20771" cy="24587"/>
            </a:xfrm>
            <a:custGeom>
              <a:avLst/>
              <a:gdLst/>
              <a:ahLst/>
              <a:cxnLst/>
              <a:rect l="0" t="0" r="r" b="b"/>
              <a:pathLst>
                <a:path w="20771" h="24587" stroke="0" extrusionOk="0">
                  <a:moveTo>
                    <a:pt x="0" y="0"/>
                  </a:moveTo>
                  <a:lnTo>
                    <a:pt x="0" y="4655"/>
                  </a:lnTo>
                  <a:lnTo>
                    <a:pt x="2630" y="4655"/>
                  </a:lnTo>
                  <a:lnTo>
                    <a:pt x="4420" y="6446"/>
                  </a:lnTo>
                  <a:lnTo>
                    <a:pt x="6211" y="6446"/>
                  </a:lnTo>
                  <a:lnTo>
                    <a:pt x="8001" y="8237"/>
                  </a:lnTo>
                  <a:lnTo>
                    <a:pt x="9792" y="8237"/>
                  </a:lnTo>
                  <a:lnTo>
                    <a:pt x="14325" y="12769"/>
                  </a:lnTo>
                  <a:lnTo>
                    <a:pt x="14325" y="14560"/>
                  </a:lnTo>
                  <a:lnTo>
                    <a:pt x="16115" y="16350"/>
                  </a:lnTo>
                  <a:lnTo>
                    <a:pt x="16115" y="19931"/>
                  </a:lnTo>
                  <a:lnTo>
                    <a:pt x="20771" y="24587"/>
                  </a:lnTo>
                  <a:lnTo>
                    <a:pt x="20771" y="15164"/>
                  </a:lnTo>
                  <a:lnTo>
                    <a:pt x="18980" y="13373"/>
                  </a:lnTo>
                  <a:lnTo>
                    <a:pt x="18980" y="9792"/>
                  </a:lnTo>
                  <a:lnTo>
                    <a:pt x="15399" y="6211"/>
                  </a:lnTo>
                  <a:lnTo>
                    <a:pt x="15399" y="3581"/>
                  </a:lnTo>
                  <a:lnTo>
                    <a:pt x="12769" y="3581"/>
                  </a:lnTo>
                  <a:lnTo>
                    <a:pt x="918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A8585"/>
            </a:solidFill>
            <a:ln>
              <a:noFill/>
            </a:ln>
          </p:spPr>
        </p:sp>
        <p:sp>
          <p:nvSpPr>
            <p:cNvPr id="17100" name="Graph element 1793"/>
            <p:cNvSpPr/>
            <p:nvPr/>
          </p:nvSpPr>
          <p:spPr>
            <a:xfrm>
              <a:off x="1024560" y="1181536"/>
              <a:ext cx="20771" cy="28526"/>
            </a:xfrm>
            <a:custGeom>
              <a:avLst/>
              <a:gdLst/>
              <a:ahLst/>
              <a:cxnLst/>
              <a:rect l="0" t="0" r="r" b="b"/>
              <a:pathLst>
                <a:path w="20771" h="28526" stroke="0" extrusionOk="0">
                  <a:moveTo>
                    <a:pt x="5014" y="0"/>
                  </a:moveTo>
                  <a:lnTo>
                    <a:pt x="1791" y="3223"/>
                  </a:lnTo>
                  <a:lnTo>
                    <a:pt x="1791" y="6804"/>
                  </a:lnTo>
                  <a:lnTo>
                    <a:pt x="0" y="8595"/>
                  </a:lnTo>
                  <a:lnTo>
                    <a:pt x="0" y="15153"/>
                  </a:lnTo>
                  <a:lnTo>
                    <a:pt x="1791" y="16944"/>
                  </a:lnTo>
                  <a:lnTo>
                    <a:pt x="1791" y="20525"/>
                  </a:lnTo>
                  <a:lnTo>
                    <a:pt x="9792" y="28526"/>
                  </a:lnTo>
                  <a:lnTo>
                    <a:pt x="13608" y="28526"/>
                  </a:lnTo>
                  <a:lnTo>
                    <a:pt x="13608" y="22919"/>
                  </a:lnTo>
                  <a:lnTo>
                    <a:pt x="11818" y="21129"/>
                  </a:lnTo>
                  <a:lnTo>
                    <a:pt x="11818" y="15153"/>
                  </a:lnTo>
                  <a:lnTo>
                    <a:pt x="17189" y="9781"/>
                  </a:lnTo>
                  <a:lnTo>
                    <a:pt x="17189" y="7991"/>
                  </a:lnTo>
                  <a:lnTo>
                    <a:pt x="18141" y="7039"/>
                  </a:lnTo>
                  <a:lnTo>
                    <a:pt x="20771" y="7039"/>
                  </a:lnTo>
                  <a:lnTo>
                    <a:pt x="20771" y="2384"/>
                  </a:lnTo>
                  <a:lnTo>
                    <a:pt x="16954" y="2384"/>
                  </a:lnTo>
                  <a:lnTo>
                    <a:pt x="15164" y="4174"/>
                  </a:lnTo>
                  <a:lnTo>
                    <a:pt x="12769" y="4174"/>
                  </a:lnTo>
                  <a:lnTo>
                    <a:pt x="10979" y="2384"/>
                  </a:lnTo>
                  <a:lnTo>
                    <a:pt x="7397" y="2384"/>
                  </a:lnTo>
                  <a:lnTo>
                    <a:pt x="5014" y="0"/>
                  </a:lnTo>
                  <a:close/>
                </a:path>
              </a:pathLst>
            </a:custGeom>
            <a:solidFill>
              <a:srgbClr val="FA8585"/>
            </a:solidFill>
            <a:ln>
              <a:noFill/>
            </a:ln>
          </p:spPr>
        </p:sp>
        <p:sp>
          <p:nvSpPr>
            <p:cNvPr id="17101" name="Graph element 1794"/>
            <p:cNvSpPr/>
            <p:nvPr/>
          </p:nvSpPr>
          <p:spPr>
            <a:xfrm>
              <a:off x="1880449" y="1169596"/>
              <a:ext cx="53001" cy="53001"/>
            </a:xfrm>
            <a:custGeom>
              <a:avLst/>
              <a:gdLst/>
              <a:ahLst/>
              <a:cxnLst/>
              <a:rect l="0" t="0" r="r" b="b"/>
              <a:pathLst>
                <a:path w="53001" h="53001" stroke="0" extrusionOk="0">
                  <a:moveTo>
                    <a:pt x="16954" y="0"/>
                  </a:moveTo>
                  <a:lnTo>
                    <a:pt x="15164" y="1791"/>
                  </a:lnTo>
                  <a:lnTo>
                    <a:pt x="13373" y="1791"/>
                  </a:lnTo>
                  <a:lnTo>
                    <a:pt x="11582" y="3581"/>
                  </a:lnTo>
                  <a:lnTo>
                    <a:pt x="9792" y="3581"/>
                  </a:lnTo>
                  <a:lnTo>
                    <a:pt x="5372" y="8001"/>
                  </a:lnTo>
                  <a:lnTo>
                    <a:pt x="5372" y="9792"/>
                  </a:lnTo>
                  <a:lnTo>
                    <a:pt x="1791" y="13373"/>
                  </a:lnTo>
                  <a:lnTo>
                    <a:pt x="1791" y="15164"/>
                  </a:lnTo>
                  <a:lnTo>
                    <a:pt x="0" y="16954"/>
                  </a:lnTo>
                  <a:lnTo>
                    <a:pt x="0" y="34256"/>
                  </a:lnTo>
                  <a:lnTo>
                    <a:pt x="1791" y="36046"/>
                  </a:lnTo>
                  <a:lnTo>
                    <a:pt x="1791" y="37837"/>
                  </a:lnTo>
                  <a:lnTo>
                    <a:pt x="3581" y="39628"/>
                  </a:lnTo>
                  <a:lnTo>
                    <a:pt x="3581" y="41418"/>
                  </a:lnTo>
                  <a:lnTo>
                    <a:pt x="11582" y="49420"/>
                  </a:lnTo>
                  <a:lnTo>
                    <a:pt x="13373" y="49420"/>
                  </a:lnTo>
                  <a:lnTo>
                    <a:pt x="15164" y="51210"/>
                  </a:lnTo>
                  <a:lnTo>
                    <a:pt x="18745" y="51210"/>
                  </a:lnTo>
                  <a:lnTo>
                    <a:pt x="20535" y="53001"/>
                  </a:lnTo>
                  <a:lnTo>
                    <a:pt x="30675" y="53001"/>
                  </a:lnTo>
                  <a:lnTo>
                    <a:pt x="32465" y="51210"/>
                  </a:lnTo>
                  <a:lnTo>
                    <a:pt x="36046" y="51210"/>
                  </a:lnTo>
                  <a:lnTo>
                    <a:pt x="37837" y="49420"/>
                  </a:lnTo>
                  <a:lnTo>
                    <a:pt x="39628" y="49420"/>
                  </a:lnTo>
                  <a:lnTo>
                    <a:pt x="41418" y="47629"/>
                  </a:lnTo>
                  <a:lnTo>
                    <a:pt x="43209" y="47629"/>
                  </a:lnTo>
                  <a:lnTo>
                    <a:pt x="47629" y="43209"/>
                  </a:lnTo>
                  <a:lnTo>
                    <a:pt x="47629" y="41418"/>
                  </a:lnTo>
                  <a:lnTo>
                    <a:pt x="49420" y="39628"/>
                  </a:lnTo>
                  <a:lnTo>
                    <a:pt x="49420" y="37837"/>
                  </a:lnTo>
                  <a:lnTo>
                    <a:pt x="51210" y="36046"/>
                  </a:lnTo>
                  <a:lnTo>
                    <a:pt x="51210" y="34256"/>
                  </a:lnTo>
                  <a:lnTo>
                    <a:pt x="53001" y="32465"/>
                  </a:lnTo>
                  <a:lnTo>
                    <a:pt x="53001" y="20535"/>
                  </a:lnTo>
                  <a:lnTo>
                    <a:pt x="51210" y="18745"/>
                  </a:lnTo>
                  <a:lnTo>
                    <a:pt x="51210" y="15164"/>
                  </a:lnTo>
                  <a:lnTo>
                    <a:pt x="49420" y="13373"/>
                  </a:lnTo>
                  <a:lnTo>
                    <a:pt x="49420" y="11582"/>
                  </a:lnTo>
                  <a:lnTo>
                    <a:pt x="39628" y="1791"/>
                  </a:lnTo>
                  <a:lnTo>
                    <a:pt x="36046" y="1791"/>
                  </a:lnTo>
                  <a:lnTo>
                    <a:pt x="34256" y="0"/>
                  </a:lnTo>
                  <a:lnTo>
                    <a:pt x="16954" y="0"/>
                  </a:lnTo>
                  <a:close/>
                </a:path>
              </a:pathLst>
            </a:custGeom>
            <a:solidFill>
              <a:srgbClr val="FA8585"/>
            </a:solidFill>
            <a:ln>
              <a:noFill/>
            </a:ln>
          </p:spPr>
        </p:sp>
        <p:sp>
          <p:nvSpPr>
            <p:cNvPr id="17102" name="Graph element 1795"/>
            <p:cNvSpPr/>
            <p:nvPr/>
          </p:nvSpPr>
          <p:spPr>
            <a:xfrm>
              <a:off x="1185711" y="1169596"/>
              <a:ext cx="44048" cy="73290"/>
            </a:xfrm>
            <a:custGeom>
              <a:avLst/>
              <a:gdLst/>
              <a:ahLst/>
              <a:cxnLst/>
              <a:rect l="0" t="0" r="r" b="b"/>
              <a:pathLst>
                <a:path w="44048" h="73290" stroke="0" extrusionOk="0">
                  <a:moveTo>
                    <a:pt x="15880" y="0"/>
                  </a:moveTo>
                  <a:lnTo>
                    <a:pt x="19696" y="3816"/>
                  </a:lnTo>
                  <a:lnTo>
                    <a:pt x="19696" y="9188"/>
                  </a:lnTo>
                  <a:lnTo>
                    <a:pt x="20893" y="10385"/>
                  </a:lnTo>
                  <a:lnTo>
                    <a:pt x="19696" y="11582"/>
                  </a:lnTo>
                  <a:lnTo>
                    <a:pt x="19696" y="18745"/>
                  </a:lnTo>
                  <a:lnTo>
                    <a:pt x="14325" y="24116"/>
                  </a:lnTo>
                  <a:lnTo>
                    <a:pt x="14325" y="25907"/>
                  </a:lnTo>
                  <a:lnTo>
                    <a:pt x="13373" y="26858"/>
                  </a:lnTo>
                  <a:lnTo>
                    <a:pt x="11582" y="26858"/>
                  </a:lnTo>
                  <a:lnTo>
                    <a:pt x="8001" y="30440"/>
                  </a:lnTo>
                  <a:lnTo>
                    <a:pt x="4420" y="30440"/>
                  </a:lnTo>
                  <a:lnTo>
                    <a:pt x="2630" y="32230"/>
                  </a:lnTo>
                  <a:lnTo>
                    <a:pt x="0" y="32230"/>
                  </a:lnTo>
                  <a:lnTo>
                    <a:pt x="0" y="36046"/>
                  </a:lnTo>
                  <a:lnTo>
                    <a:pt x="3581" y="39628"/>
                  </a:lnTo>
                  <a:lnTo>
                    <a:pt x="3581" y="42022"/>
                  </a:lnTo>
                  <a:lnTo>
                    <a:pt x="1791" y="43813"/>
                  </a:lnTo>
                  <a:lnTo>
                    <a:pt x="1791" y="55743"/>
                  </a:lnTo>
                  <a:lnTo>
                    <a:pt x="3581" y="57533"/>
                  </a:lnTo>
                  <a:lnTo>
                    <a:pt x="3581" y="59324"/>
                  </a:lnTo>
                  <a:lnTo>
                    <a:pt x="5372" y="61114"/>
                  </a:lnTo>
                  <a:lnTo>
                    <a:pt x="5372" y="62905"/>
                  </a:lnTo>
                  <a:lnTo>
                    <a:pt x="11582" y="69116"/>
                  </a:lnTo>
                  <a:lnTo>
                    <a:pt x="13373" y="69116"/>
                  </a:lnTo>
                  <a:lnTo>
                    <a:pt x="15164" y="70906"/>
                  </a:lnTo>
                  <a:lnTo>
                    <a:pt x="20535" y="70906"/>
                  </a:lnTo>
                  <a:lnTo>
                    <a:pt x="22919" y="73290"/>
                  </a:lnTo>
                  <a:lnTo>
                    <a:pt x="25303" y="70906"/>
                  </a:lnTo>
                  <a:lnTo>
                    <a:pt x="32465" y="70906"/>
                  </a:lnTo>
                  <a:lnTo>
                    <a:pt x="36046" y="67325"/>
                  </a:lnTo>
                  <a:lnTo>
                    <a:pt x="38676" y="67325"/>
                  </a:lnTo>
                  <a:lnTo>
                    <a:pt x="38676" y="64695"/>
                  </a:lnTo>
                  <a:lnTo>
                    <a:pt x="42257" y="61114"/>
                  </a:lnTo>
                  <a:lnTo>
                    <a:pt x="42257" y="59324"/>
                  </a:lnTo>
                  <a:lnTo>
                    <a:pt x="44048" y="57533"/>
                  </a:lnTo>
                  <a:lnTo>
                    <a:pt x="44048" y="42022"/>
                  </a:lnTo>
                  <a:lnTo>
                    <a:pt x="40467" y="38441"/>
                  </a:lnTo>
                  <a:lnTo>
                    <a:pt x="40467" y="36650"/>
                  </a:lnTo>
                  <a:lnTo>
                    <a:pt x="37837" y="34021"/>
                  </a:lnTo>
                  <a:lnTo>
                    <a:pt x="36886" y="34021"/>
                  </a:lnTo>
                  <a:lnTo>
                    <a:pt x="36886" y="30675"/>
                  </a:lnTo>
                  <a:lnTo>
                    <a:pt x="38676" y="28884"/>
                  </a:lnTo>
                  <a:lnTo>
                    <a:pt x="38676" y="15164"/>
                  </a:lnTo>
                  <a:lnTo>
                    <a:pt x="36886" y="13373"/>
                  </a:lnTo>
                  <a:lnTo>
                    <a:pt x="36886" y="11582"/>
                  </a:lnTo>
                  <a:lnTo>
                    <a:pt x="33304" y="8001"/>
                  </a:lnTo>
                  <a:lnTo>
                    <a:pt x="33304" y="5372"/>
                  </a:lnTo>
                  <a:lnTo>
                    <a:pt x="30675" y="5372"/>
                  </a:lnTo>
                  <a:lnTo>
                    <a:pt x="27094" y="1791"/>
                  </a:lnTo>
                  <a:lnTo>
                    <a:pt x="23513" y="1791"/>
                  </a:lnTo>
                  <a:lnTo>
                    <a:pt x="21722" y="0"/>
                  </a:lnTo>
                  <a:lnTo>
                    <a:pt x="15880" y="0"/>
                  </a:lnTo>
                  <a:close/>
                  <a:moveTo>
                    <a:pt x="35576" y="34021"/>
                  </a:moveTo>
                  <a:lnTo>
                    <a:pt x="34860" y="34021"/>
                  </a:lnTo>
                  <a:lnTo>
                    <a:pt x="27698" y="41183"/>
                  </a:lnTo>
                  <a:lnTo>
                    <a:pt x="25907" y="41183"/>
                  </a:lnTo>
                  <a:lnTo>
                    <a:pt x="24116" y="42974"/>
                  </a:lnTo>
                  <a:lnTo>
                    <a:pt x="10979" y="42974"/>
                  </a:lnTo>
                  <a:lnTo>
                    <a:pt x="9188" y="41183"/>
                  </a:lnTo>
                  <a:lnTo>
                    <a:pt x="7397" y="41183"/>
                  </a:lnTo>
                  <a:lnTo>
                    <a:pt x="6446" y="40231"/>
                  </a:lnTo>
                  <a:lnTo>
                    <a:pt x="6446" y="37837"/>
                  </a:lnTo>
                  <a:lnTo>
                    <a:pt x="12769" y="31514"/>
                  </a:lnTo>
                  <a:lnTo>
                    <a:pt x="14560" y="31514"/>
                  </a:lnTo>
                  <a:lnTo>
                    <a:pt x="16350" y="29723"/>
                  </a:lnTo>
                  <a:lnTo>
                    <a:pt x="31279" y="29723"/>
                  </a:lnTo>
                  <a:lnTo>
                    <a:pt x="35576" y="34021"/>
                  </a:lnTo>
                  <a:close/>
                </a:path>
              </a:pathLst>
            </a:custGeom>
            <a:solidFill>
              <a:srgbClr val="FA8585"/>
            </a:solidFill>
            <a:ln>
              <a:noFill/>
            </a:ln>
          </p:spPr>
        </p:sp>
        <p:sp>
          <p:nvSpPr>
            <p:cNvPr id="17103" name="Graph element 1796"/>
            <p:cNvSpPr/>
            <p:nvPr/>
          </p:nvSpPr>
          <p:spPr>
            <a:xfrm>
              <a:off x="1123041" y="1169238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A8585"/>
            </a:solidFill>
            <a:ln>
              <a:noFill/>
            </a:ln>
          </p:spPr>
        </p:sp>
        <p:sp>
          <p:nvSpPr>
            <p:cNvPr id="17104" name="Graph element 1797"/>
            <p:cNvSpPr/>
            <p:nvPr/>
          </p:nvSpPr>
          <p:spPr>
            <a:xfrm>
              <a:off x="1164224" y="1158852"/>
              <a:ext cx="40702" cy="42257"/>
            </a:xfrm>
            <a:custGeom>
              <a:avLst/>
              <a:gdLst/>
              <a:ahLst/>
              <a:cxnLst/>
              <a:rect l="0" t="0" r="r" b="b"/>
              <a:pathLst>
                <a:path w="40702" h="42257" stroke="0" extrusionOk="0">
                  <a:moveTo>
                    <a:pt x="15164" y="0"/>
                  </a:moveTo>
                  <a:lnTo>
                    <a:pt x="13373" y="1791"/>
                  </a:lnTo>
                  <a:lnTo>
                    <a:pt x="11582" y="1791"/>
                  </a:lnTo>
                  <a:lnTo>
                    <a:pt x="9792" y="3581"/>
                  </a:lnTo>
                  <a:lnTo>
                    <a:pt x="8001" y="3581"/>
                  </a:lnTo>
                  <a:lnTo>
                    <a:pt x="3581" y="8001"/>
                  </a:lnTo>
                  <a:lnTo>
                    <a:pt x="3581" y="9792"/>
                  </a:lnTo>
                  <a:lnTo>
                    <a:pt x="0" y="13373"/>
                  </a:lnTo>
                  <a:lnTo>
                    <a:pt x="0" y="28884"/>
                  </a:lnTo>
                  <a:lnTo>
                    <a:pt x="3581" y="32465"/>
                  </a:lnTo>
                  <a:lnTo>
                    <a:pt x="3581" y="34256"/>
                  </a:lnTo>
                  <a:lnTo>
                    <a:pt x="8001" y="38676"/>
                  </a:lnTo>
                  <a:lnTo>
                    <a:pt x="9792" y="38676"/>
                  </a:lnTo>
                  <a:lnTo>
                    <a:pt x="11582" y="40467"/>
                  </a:lnTo>
                  <a:lnTo>
                    <a:pt x="13373" y="40467"/>
                  </a:lnTo>
                  <a:lnTo>
                    <a:pt x="15164" y="42257"/>
                  </a:lnTo>
                  <a:lnTo>
                    <a:pt x="18980" y="42257"/>
                  </a:lnTo>
                  <a:lnTo>
                    <a:pt x="18980" y="38441"/>
                  </a:lnTo>
                  <a:lnTo>
                    <a:pt x="17189" y="36650"/>
                  </a:lnTo>
                  <a:lnTo>
                    <a:pt x="17189" y="28884"/>
                  </a:lnTo>
                  <a:lnTo>
                    <a:pt x="18980" y="27094"/>
                  </a:lnTo>
                  <a:lnTo>
                    <a:pt x="18980" y="23513"/>
                  </a:lnTo>
                  <a:lnTo>
                    <a:pt x="22561" y="19931"/>
                  </a:lnTo>
                  <a:lnTo>
                    <a:pt x="22561" y="18141"/>
                  </a:lnTo>
                  <a:lnTo>
                    <a:pt x="23513" y="17189"/>
                  </a:lnTo>
                  <a:lnTo>
                    <a:pt x="25303" y="17189"/>
                  </a:lnTo>
                  <a:lnTo>
                    <a:pt x="28884" y="13608"/>
                  </a:lnTo>
                  <a:lnTo>
                    <a:pt x="30675" y="13608"/>
                  </a:lnTo>
                  <a:lnTo>
                    <a:pt x="32465" y="11818"/>
                  </a:lnTo>
                  <a:lnTo>
                    <a:pt x="40702" y="11818"/>
                  </a:lnTo>
                  <a:lnTo>
                    <a:pt x="36886" y="8001"/>
                  </a:lnTo>
                  <a:lnTo>
                    <a:pt x="36886" y="6211"/>
                  </a:lnTo>
                  <a:lnTo>
                    <a:pt x="34256" y="3581"/>
                  </a:lnTo>
                  <a:lnTo>
                    <a:pt x="32465" y="3581"/>
                  </a:lnTo>
                  <a:lnTo>
                    <a:pt x="30675" y="1791"/>
                  </a:lnTo>
                  <a:lnTo>
                    <a:pt x="28884" y="1791"/>
                  </a:lnTo>
                  <a:lnTo>
                    <a:pt x="27094" y="0"/>
                  </a:lnTo>
                  <a:lnTo>
                    <a:pt x="15164" y="0"/>
                  </a:lnTo>
                  <a:close/>
                </a:path>
              </a:pathLst>
            </a:custGeom>
            <a:solidFill>
              <a:srgbClr val="FA8585"/>
            </a:solidFill>
            <a:ln>
              <a:noFill/>
            </a:ln>
          </p:spPr>
        </p:sp>
        <p:sp>
          <p:nvSpPr>
            <p:cNvPr id="17105" name="Graph element 1798"/>
            <p:cNvSpPr/>
            <p:nvPr/>
          </p:nvSpPr>
          <p:spPr>
            <a:xfrm>
              <a:off x="1348652" y="1153481"/>
              <a:ext cx="46074" cy="48222"/>
            </a:xfrm>
            <a:custGeom>
              <a:avLst/>
              <a:gdLst/>
              <a:ahLst/>
              <a:cxnLst/>
              <a:rect l="0" t="0" r="r" b="b"/>
              <a:pathLst>
                <a:path w="46074" h="48222" stroke="0" extrusionOk="0">
                  <a:moveTo>
                    <a:pt x="18745" y="0"/>
                  </a:moveTo>
                  <a:lnTo>
                    <a:pt x="16954" y="1791"/>
                  </a:lnTo>
                  <a:lnTo>
                    <a:pt x="13373" y="1791"/>
                  </a:lnTo>
                  <a:lnTo>
                    <a:pt x="9792" y="5372"/>
                  </a:lnTo>
                  <a:lnTo>
                    <a:pt x="7162" y="5372"/>
                  </a:lnTo>
                  <a:lnTo>
                    <a:pt x="7162" y="8001"/>
                  </a:lnTo>
                  <a:lnTo>
                    <a:pt x="3581" y="11582"/>
                  </a:lnTo>
                  <a:lnTo>
                    <a:pt x="3581" y="13373"/>
                  </a:lnTo>
                  <a:lnTo>
                    <a:pt x="1791" y="15164"/>
                  </a:lnTo>
                  <a:lnTo>
                    <a:pt x="1791" y="20535"/>
                  </a:lnTo>
                  <a:lnTo>
                    <a:pt x="0" y="22326"/>
                  </a:lnTo>
                  <a:lnTo>
                    <a:pt x="0" y="25303"/>
                  </a:lnTo>
                  <a:lnTo>
                    <a:pt x="1791" y="27094"/>
                  </a:lnTo>
                  <a:lnTo>
                    <a:pt x="1791" y="32465"/>
                  </a:lnTo>
                  <a:lnTo>
                    <a:pt x="5372" y="36046"/>
                  </a:lnTo>
                  <a:lnTo>
                    <a:pt x="5372" y="37837"/>
                  </a:lnTo>
                  <a:lnTo>
                    <a:pt x="9792" y="42257"/>
                  </a:lnTo>
                  <a:lnTo>
                    <a:pt x="11582" y="42257"/>
                  </a:lnTo>
                  <a:lnTo>
                    <a:pt x="15164" y="45838"/>
                  </a:lnTo>
                  <a:lnTo>
                    <a:pt x="22326" y="45838"/>
                  </a:lnTo>
                  <a:lnTo>
                    <a:pt x="24710" y="48222"/>
                  </a:lnTo>
                  <a:lnTo>
                    <a:pt x="27094" y="45838"/>
                  </a:lnTo>
                  <a:lnTo>
                    <a:pt x="32465" y="45838"/>
                  </a:lnTo>
                  <a:lnTo>
                    <a:pt x="34256" y="44048"/>
                  </a:lnTo>
                  <a:lnTo>
                    <a:pt x="36046" y="44048"/>
                  </a:lnTo>
                  <a:lnTo>
                    <a:pt x="39628" y="40467"/>
                  </a:lnTo>
                  <a:lnTo>
                    <a:pt x="42257" y="40467"/>
                  </a:lnTo>
                  <a:lnTo>
                    <a:pt x="42257" y="37837"/>
                  </a:lnTo>
                  <a:lnTo>
                    <a:pt x="46074" y="34021"/>
                  </a:lnTo>
                  <a:lnTo>
                    <a:pt x="39628" y="34021"/>
                  </a:lnTo>
                  <a:lnTo>
                    <a:pt x="37837" y="32230"/>
                  </a:lnTo>
                  <a:lnTo>
                    <a:pt x="36046" y="32230"/>
                  </a:lnTo>
                  <a:lnTo>
                    <a:pt x="34256" y="30440"/>
                  </a:lnTo>
                  <a:lnTo>
                    <a:pt x="32465" y="30440"/>
                  </a:lnTo>
                  <a:lnTo>
                    <a:pt x="28884" y="26858"/>
                  </a:lnTo>
                  <a:lnTo>
                    <a:pt x="27094" y="26858"/>
                  </a:lnTo>
                  <a:lnTo>
                    <a:pt x="26142" y="25907"/>
                  </a:lnTo>
                  <a:lnTo>
                    <a:pt x="26142" y="24116"/>
                  </a:lnTo>
                  <a:lnTo>
                    <a:pt x="22561" y="20535"/>
                  </a:lnTo>
                  <a:lnTo>
                    <a:pt x="22561" y="18745"/>
                  </a:lnTo>
                  <a:lnTo>
                    <a:pt x="20771" y="16954"/>
                  </a:lnTo>
                  <a:lnTo>
                    <a:pt x="20771" y="3816"/>
                  </a:lnTo>
                  <a:lnTo>
                    <a:pt x="24587" y="0"/>
                  </a:lnTo>
                  <a:lnTo>
                    <a:pt x="18745" y="0"/>
                  </a:lnTo>
                  <a:close/>
                </a:path>
              </a:pathLst>
            </a:custGeom>
            <a:solidFill>
              <a:srgbClr val="FA8585"/>
            </a:solidFill>
            <a:ln>
              <a:noFill/>
            </a:ln>
          </p:spPr>
        </p:sp>
        <p:sp>
          <p:nvSpPr>
            <p:cNvPr id="17106" name="Graph element 1799"/>
            <p:cNvSpPr/>
            <p:nvPr/>
          </p:nvSpPr>
          <p:spPr>
            <a:xfrm>
              <a:off x="1243009" y="1149900"/>
              <a:ext cx="55026" cy="87021"/>
            </a:xfrm>
            <a:custGeom>
              <a:avLst/>
              <a:gdLst/>
              <a:ahLst/>
              <a:cxnLst/>
              <a:rect l="0" t="0" r="r" b="b"/>
              <a:pathLst>
                <a:path w="55026" h="87021" stroke="0" extrusionOk="0">
                  <a:moveTo>
                    <a:pt x="33069" y="0"/>
                  </a:moveTo>
                  <a:lnTo>
                    <a:pt x="31279" y="1791"/>
                  </a:lnTo>
                  <a:lnTo>
                    <a:pt x="29488" y="1791"/>
                  </a:lnTo>
                  <a:lnTo>
                    <a:pt x="27698" y="3581"/>
                  </a:lnTo>
                  <a:lnTo>
                    <a:pt x="25907" y="3581"/>
                  </a:lnTo>
                  <a:lnTo>
                    <a:pt x="17906" y="11582"/>
                  </a:lnTo>
                  <a:lnTo>
                    <a:pt x="17906" y="13373"/>
                  </a:lnTo>
                  <a:lnTo>
                    <a:pt x="16115" y="15164"/>
                  </a:lnTo>
                  <a:lnTo>
                    <a:pt x="16115" y="30675"/>
                  </a:lnTo>
                  <a:lnTo>
                    <a:pt x="17906" y="32465"/>
                  </a:lnTo>
                  <a:lnTo>
                    <a:pt x="17906" y="34256"/>
                  </a:lnTo>
                  <a:lnTo>
                    <a:pt x="21487" y="37837"/>
                  </a:lnTo>
                  <a:lnTo>
                    <a:pt x="21487" y="40467"/>
                  </a:lnTo>
                  <a:lnTo>
                    <a:pt x="24116" y="40467"/>
                  </a:lnTo>
                  <a:lnTo>
                    <a:pt x="26265" y="42615"/>
                  </a:lnTo>
                  <a:lnTo>
                    <a:pt x="25907" y="42974"/>
                  </a:lnTo>
                  <a:lnTo>
                    <a:pt x="13373" y="42974"/>
                  </a:lnTo>
                  <a:lnTo>
                    <a:pt x="9792" y="46555"/>
                  </a:lnTo>
                  <a:lnTo>
                    <a:pt x="8001" y="46555"/>
                  </a:lnTo>
                  <a:lnTo>
                    <a:pt x="3581" y="50975"/>
                  </a:lnTo>
                  <a:lnTo>
                    <a:pt x="3581" y="52765"/>
                  </a:lnTo>
                  <a:lnTo>
                    <a:pt x="0" y="56347"/>
                  </a:lnTo>
                  <a:lnTo>
                    <a:pt x="0" y="73648"/>
                  </a:lnTo>
                  <a:lnTo>
                    <a:pt x="3581" y="77229"/>
                  </a:lnTo>
                  <a:lnTo>
                    <a:pt x="3581" y="79020"/>
                  </a:lnTo>
                  <a:lnTo>
                    <a:pt x="6211" y="81650"/>
                  </a:lnTo>
                  <a:lnTo>
                    <a:pt x="8001" y="81650"/>
                  </a:lnTo>
                  <a:lnTo>
                    <a:pt x="11582" y="85231"/>
                  </a:lnTo>
                  <a:lnTo>
                    <a:pt x="13373" y="85231"/>
                  </a:lnTo>
                  <a:lnTo>
                    <a:pt x="15164" y="87021"/>
                  </a:lnTo>
                  <a:lnTo>
                    <a:pt x="27094" y="87021"/>
                  </a:lnTo>
                  <a:lnTo>
                    <a:pt x="28884" y="85231"/>
                  </a:lnTo>
                  <a:lnTo>
                    <a:pt x="30675" y="85231"/>
                  </a:lnTo>
                  <a:lnTo>
                    <a:pt x="32465" y="83440"/>
                  </a:lnTo>
                  <a:lnTo>
                    <a:pt x="34256" y="83440"/>
                  </a:lnTo>
                  <a:lnTo>
                    <a:pt x="40467" y="77229"/>
                  </a:lnTo>
                  <a:lnTo>
                    <a:pt x="40467" y="75439"/>
                  </a:lnTo>
                  <a:lnTo>
                    <a:pt x="42257" y="73648"/>
                  </a:lnTo>
                  <a:lnTo>
                    <a:pt x="42257" y="71858"/>
                  </a:lnTo>
                  <a:lnTo>
                    <a:pt x="44048" y="70067"/>
                  </a:lnTo>
                  <a:lnTo>
                    <a:pt x="44048" y="59928"/>
                  </a:lnTo>
                  <a:lnTo>
                    <a:pt x="42257" y="58137"/>
                  </a:lnTo>
                  <a:lnTo>
                    <a:pt x="42257" y="54556"/>
                  </a:lnTo>
                  <a:lnTo>
                    <a:pt x="38676" y="50975"/>
                  </a:lnTo>
                  <a:lnTo>
                    <a:pt x="38676" y="48345"/>
                  </a:lnTo>
                  <a:lnTo>
                    <a:pt x="36046" y="48345"/>
                  </a:lnTo>
                  <a:lnTo>
                    <a:pt x="33898" y="46197"/>
                  </a:lnTo>
                  <a:lnTo>
                    <a:pt x="34256" y="45838"/>
                  </a:lnTo>
                  <a:lnTo>
                    <a:pt x="43209" y="45838"/>
                  </a:lnTo>
                  <a:lnTo>
                    <a:pt x="44999" y="44048"/>
                  </a:lnTo>
                  <a:lnTo>
                    <a:pt x="46790" y="44048"/>
                  </a:lnTo>
                  <a:lnTo>
                    <a:pt x="48580" y="42257"/>
                  </a:lnTo>
                  <a:lnTo>
                    <a:pt x="50371" y="42257"/>
                  </a:lnTo>
                  <a:lnTo>
                    <a:pt x="55026" y="37602"/>
                  </a:lnTo>
                  <a:lnTo>
                    <a:pt x="48580" y="37602"/>
                  </a:lnTo>
                  <a:lnTo>
                    <a:pt x="44999" y="34021"/>
                  </a:lnTo>
                  <a:lnTo>
                    <a:pt x="43209" y="34021"/>
                  </a:lnTo>
                  <a:lnTo>
                    <a:pt x="36886" y="27698"/>
                  </a:lnTo>
                  <a:lnTo>
                    <a:pt x="36886" y="25907"/>
                  </a:lnTo>
                  <a:lnTo>
                    <a:pt x="35095" y="24116"/>
                  </a:lnTo>
                  <a:lnTo>
                    <a:pt x="35095" y="22326"/>
                  </a:lnTo>
                  <a:lnTo>
                    <a:pt x="33304" y="20535"/>
                  </a:lnTo>
                  <a:lnTo>
                    <a:pt x="33304" y="10979"/>
                  </a:lnTo>
                  <a:lnTo>
                    <a:pt x="35095" y="9188"/>
                  </a:lnTo>
                  <a:lnTo>
                    <a:pt x="35095" y="7397"/>
                  </a:lnTo>
                  <a:lnTo>
                    <a:pt x="36886" y="5607"/>
                  </a:lnTo>
                  <a:lnTo>
                    <a:pt x="36886" y="3816"/>
                  </a:lnTo>
                  <a:lnTo>
                    <a:pt x="40702" y="0"/>
                  </a:lnTo>
                  <a:lnTo>
                    <a:pt x="33069" y="0"/>
                  </a:lnTo>
                  <a:close/>
                  <a:moveTo>
                    <a:pt x="30317" y="44406"/>
                  </a:moveTo>
                  <a:lnTo>
                    <a:pt x="30675" y="44048"/>
                  </a:lnTo>
                  <a:lnTo>
                    <a:pt x="31637" y="44406"/>
                  </a:lnTo>
                  <a:lnTo>
                    <a:pt x="31279" y="44764"/>
                  </a:lnTo>
                  <a:lnTo>
                    <a:pt x="30317" y="44406"/>
                  </a:lnTo>
                  <a:close/>
                </a:path>
              </a:pathLst>
            </a:custGeom>
            <a:solidFill>
              <a:srgbClr val="FA8585"/>
            </a:solidFill>
            <a:ln>
              <a:noFill/>
            </a:ln>
          </p:spPr>
        </p:sp>
        <p:sp>
          <p:nvSpPr>
            <p:cNvPr id="17107" name="Graph element 1800"/>
            <p:cNvSpPr/>
            <p:nvPr/>
          </p:nvSpPr>
          <p:spPr>
            <a:xfrm>
              <a:off x="1283834" y="1142737"/>
              <a:ext cx="39628" cy="45838"/>
            </a:xfrm>
            <a:custGeom>
              <a:avLst/>
              <a:gdLst/>
              <a:ahLst/>
              <a:cxnLst/>
              <a:rect l="0" t="0" r="r" b="b"/>
              <a:pathLst>
                <a:path w="39628" h="45838" stroke="0" extrusionOk="0">
                  <a:moveTo>
                    <a:pt x="10150" y="0"/>
                  </a:moveTo>
                  <a:lnTo>
                    <a:pt x="8359" y="1791"/>
                  </a:lnTo>
                  <a:lnTo>
                    <a:pt x="4778" y="1791"/>
                  </a:lnTo>
                  <a:lnTo>
                    <a:pt x="1197" y="5372"/>
                  </a:lnTo>
                  <a:lnTo>
                    <a:pt x="0" y="5372"/>
                  </a:lnTo>
                  <a:lnTo>
                    <a:pt x="0" y="8237"/>
                  </a:lnTo>
                  <a:lnTo>
                    <a:pt x="4778" y="8237"/>
                  </a:lnTo>
                  <a:lnTo>
                    <a:pt x="8359" y="11818"/>
                  </a:lnTo>
                  <a:lnTo>
                    <a:pt x="10150" y="11818"/>
                  </a:lnTo>
                  <a:lnTo>
                    <a:pt x="16473" y="18141"/>
                  </a:lnTo>
                  <a:lnTo>
                    <a:pt x="16473" y="19931"/>
                  </a:lnTo>
                  <a:lnTo>
                    <a:pt x="18264" y="21722"/>
                  </a:lnTo>
                  <a:lnTo>
                    <a:pt x="18264" y="23513"/>
                  </a:lnTo>
                  <a:lnTo>
                    <a:pt x="20054" y="25303"/>
                  </a:lnTo>
                  <a:lnTo>
                    <a:pt x="20054" y="34860"/>
                  </a:lnTo>
                  <a:lnTo>
                    <a:pt x="18264" y="36650"/>
                  </a:lnTo>
                  <a:lnTo>
                    <a:pt x="18264" y="38441"/>
                  </a:lnTo>
                  <a:lnTo>
                    <a:pt x="16473" y="40231"/>
                  </a:lnTo>
                  <a:lnTo>
                    <a:pt x="16473" y="42022"/>
                  </a:lnTo>
                  <a:lnTo>
                    <a:pt x="12657" y="45838"/>
                  </a:lnTo>
                  <a:lnTo>
                    <a:pt x="20290" y="45838"/>
                  </a:lnTo>
                  <a:lnTo>
                    <a:pt x="22080" y="44048"/>
                  </a:lnTo>
                  <a:lnTo>
                    <a:pt x="25661" y="44048"/>
                  </a:lnTo>
                  <a:lnTo>
                    <a:pt x="29242" y="40467"/>
                  </a:lnTo>
                  <a:lnTo>
                    <a:pt x="31872" y="40467"/>
                  </a:lnTo>
                  <a:lnTo>
                    <a:pt x="31872" y="37837"/>
                  </a:lnTo>
                  <a:lnTo>
                    <a:pt x="35453" y="34256"/>
                  </a:lnTo>
                  <a:lnTo>
                    <a:pt x="35453" y="32465"/>
                  </a:lnTo>
                  <a:lnTo>
                    <a:pt x="37244" y="30675"/>
                  </a:lnTo>
                  <a:lnTo>
                    <a:pt x="37244" y="25303"/>
                  </a:lnTo>
                  <a:lnTo>
                    <a:pt x="39628" y="22919"/>
                  </a:lnTo>
                  <a:lnTo>
                    <a:pt x="37244" y="20535"/>
                  </a:lnTo>
                  <a:lnTo>
                    <a:pt x="37244" y="13373"/>
                  </a:lnTo>
                  <a:lnTo>
                    <a:pt x="33663" y="9792"/>
                  </a:lnTo>
                  <a:lnTo>
                    <a:pt x="33663" y="8001"/>
                  </a:lnTo>
                  <a:lnTo>
                    <a:pt x="31033" y="5372"/>
                  </a:lnTo>
                  <a:lnTo>
                    <a:pt x="29242" y="5372"/>
                  </a:lnTo>
                  <a:lnTo>
                    <a:pt x="25661" y="1791"/>
                  </a:lnTo>
                  <a:lnTo>
                    <a:pt x="23871" y="1791"/>
                  </a:lnTo>
                  <a:lnTo>
                    <a:pt x="22080" y="0"/>
                  </a:lnTo>
                  <a:lnTo>
                    <a:pt x="10150" y="0"/>
                  </a:lnTo>
                  <a:close/>
                </a:path>
              </a:pathLst>
            </a:custGeom>
            <a:solidFill>
              <a:srgbClr val="FA8585"/>
            </a:solidFill>
            <a:ln>
              <a:noFill/>
            </a:ln>
          </p:spPr>
        </p:sp>
        <p:sp>
          <p:nvSpPr>
            <p:cNvPr id="17108" name="Graph element 1801"/>
            <p:cNvSpPr/>
            <p:nvPr/>
          </p:nvSpPr>
          <p:spPr>
            <a:xfrm>
              <a:off x="1373720" y="1139156"/>
              <a:ext cx="42257" cy="47629"/>
            </a:xfrm>
            <a:custGeom>
              <a:avLst/>
              <a:gdLst/>
              <a:ahLst/>
              <a:cxnLst/>
              <a:rect l="0" t="0" r="r" b="b"/>
              <a:pathLst>
                <a:path w="42257" h="47629" stroke="0" extrusionOk="0">
                  <a:moveTo>
                    <a:pt x="16954" y="0"/>
                  </a:moveTo>
                  <a:lnTo>
                    <a:pt x="15164" y="1791"/>
                  </a:lnTo>
                  <a:lnTo>
                    <a:pt x="9792" y="1791"/>
                  </a:lnTo>
                  <a:lnTo>
                    <a:pt x="6211" y="5372"/>
                  </a:lnTo>
                  <a:lnTo>
                    <a:pt x="4420" y="5372"/>
                  </a:lnTo>
                  <a:lnTo>
                    <a:pt x="0" y="9792"/>
                  </a:lnTo>
                  <a:lnTo>
                    <a:pt x="0" y="12769"/>
                  </a:lnTo>
                  <a:lnTo>
                    <a:pt x="2630" y="15399"/>
                  </a:lnTo>
                  <a:lnTo>
                    <a:pt x="8001" y="15399"/>
                  </a:lnTo>
                  <a:lnTo>
                    <a:pt x="11582" y="18980"/>
                  </a:lnTo>
                  <a:lnTo>
                    <a:pt x="13373" y="18980"/>
                  </a:lnTo>
                  <a:lnTo>
                    <a:pt x="17906" y="23513"/>
                  </a:lnTo>
                  <a:lnTo>
                    <a:pt x="17906" y="25303"/>
                  </a:lnTo>
                  <a:lnTo>
                    <a:pt x="21487" y="28884"/>
                  </a:lnTo>
                  <a:lnTo>
                    <a:pt x="21487" y="36046"/>
                  </a:lnTo>
                  <a:lnTo>
                    <a:pt x="23277" y="37837"/>
                  </a:lnTo>
                  <a:lnTo>
                    <a:pt x="23277" y="38441"/>
                  </a:lnTo>
                  <a:lnTo>
                    <a:pt x="21487" y="40231"/>
                  </a:lnTo>
                  <a:lnTo>
                    <a:pt x="21487" y="47629"/>
                  </a:lnTo>
                  <a:lnTo>
                    <a:pt x="27094" y="47629"/>
                  </a:lnTo>
                  <a:lnTo>
                    <a:pt x="28884" y="45838"/>
                  </a:lnTo>
                  <a:lnTo>
                    <a:pt x="30675" y="45838"/>
                  </a:lnTo>
                  <a:lnTo>
                    <a:pt x="34256" y="42257"/>
                  </a:lnTo>
                  <a:lnTo>
                    <a:pt x="36886" y="42257"/>
                  </a:lnTo>
                  <a:lnTo>
                    <a:pt x="36886" y="39628"/>
                  </a:lnTo>
                  <a:lnTo>
                    <a:pt x="40467" y="36046"/>
                  </a:lnTo>
                  <a:lnTo>
                    <a:pt x="40467" y="34256"/>
                  </a:lnTo>
                  <a:lnTo>
                    <a:pt x="42257" y="32465"/>
                  </a:lnTo>
                  <a:lnTo>
                    <a:pt x="42257" y="16954"/>
                  </a:lnTo>
                  <a:lnTo>
                    <a:pt x="40467" y="15164"/>
                  </a:lnTo>
                  <a:lnTo>
                    <a:pt x="40467" y="13373"/>
                  </a:lnTo>
                  <a:lnTo>
                    <a:pt x="38676" y="11582"/>
                  </a:lnTo>
                  <a:lnTo>
                    <a:pt x="38676" y="9792"/>
                  </a:lnTo>
                  <a:lnTo>
                    <a:pt x="34256" y="5372"/>
                  </a:lnTo>
                  <a:lnTo>
                    <a:pt x="32465" y="5372"/>
                  </a:lnTo>
                  <a:lnTo>
                    <a:pt x="28884" y="1791"/>
                  </a:lnTo>
                  <a:lnTo>
                    <a:pt x="23513" y="1791"/>
                  </a:lnTo>
                  <a:lnTo>
                    <a:pt x="21722" y="0"/>
                  </a:lnTo>
                  <a:lnTo>
                    <a:pt x="16954" y="0"/>
                  </a:lnTo>
                  <a:close/>
                </a:path>
              </a:pathLst>
            </a:custGeom>
            <a:solidFill>
              <a:srgbClr val="FA8585"/>
            </a:solidFill>
            <a:ln>
              <a:noFill/>
            </a:ln>
          </p:spPr>
        </p:sp>
        <p:sp>
          <p:nvSpPr>
            <p:cNvPr id="17109" name="Graph element 1802"/>
            <p:cNvSpPr/>
            <p:nvPr/>
          </p:nvSpPr>
          <p:spPr>
            <a:xfrm>
              <a:off x="1090218" y="1130203"/>
              <a:ext cx="10620" cy="12053"/>
            </a:xfrm>
            <a:custGeom>
              <a:avLst/>
              <a:gdLst/>
              <a:ahLst/>
              <a:cxnLst/>
              <a:rect l="0" t="0" r="r" b="b"/>
              <a:pathLst>
                <a:path w="10620" h="12053" stroke="0" extrusionOk="0">
                  <a:moveTo>
                    <a:pt x="5014" y="0"/>
                  </a:moveTo>
                  <a:lnTo>
                    <a:pt x="0" y="5014"/>
                  </a:lnTo>
                  <a:lnTo>
                    <a:pt x="2384" y="7397"/>
                  </a:lnTo>
                  <a:lnTo>
                    <a:pt x="2384" y="12053"/>
                  </a:lnTo>
                  <a:lnTo>
                    <a:pt x="6200" y="8237"/>
                  </a:lnTo>
                  <a:lnTo>
                    <a:pt x="7991" y="8237"/>
                  </a:lnTo>
                  <a:lnTo>
                    <a:pt x="10620" y="5607"/>
                  </a:lnTo>
                  <a:lnTo>
                    <a:pt x="10620" y="2630"/>
                  </a:lnTo>
                  <a:lnTo>
                    <a:pt x="7991" y="0"/>
                  </a:lnTo>
                  <a:lnTo>
                    <a:pt x="5014" y="0"/>
                  </a:lnTo>
                  <a:close/>
                </a:path>
              </a:pathLst>
            </a:custGeom>
            <a:solidFill>
              <a:srgbClr val="FA8585"/>
            </a:solidFill>
            <a:ln>
              <a:noFill/>
            </a:ln>
          </p:spPr>
        </p:sp>
        <p:sp>
          <p:nvSpPr>
            <p:cNvPr id="17110" name="Graph element 1803"/>
            <p:cNvSpPr/>
            <p:nvPr/>
          </p:nvSpPr>
          <p:spPr>
            <a:xfrm>
              <a:off x="1031722" y="1126622"/>
              <a:ext cx="12411" cy="17425"/>
            </a:xfrm>
            <a:custGeom>
              <a:avLst/>
              <a:gdLst/>
              <a:ahLst/>
              <a:cxnLst/>
              <a:rect l="0" t="0" r="r" b="b"/>
              <a:pathLst>
                <a:path w="12411" h="17425" stroke="0" extrusionOk="0">
                  <a:moveTo>
                    <a:pt x="4420" y="0"/>
                  </a:moveTo>
                  <a:lnTo>
                    <a:pt x="1791" y="2630"/>
                  </a:lnTo>
                  <a:lnTo>
                    <a:pt x="1791" y="6211"/>
                  </a:lnTo>
                  <a:lnTo>
                    <a:pt x="0" y="8001"/>
                  </a:lnTo>
                  <a:lnTo>
                    <a:pt x="0" y="17425"/>
                  </a:lnTo>
                  <a:lnTo>
                    <a:pt x="4655" y="12769"/>
                  </a:lnTo>
                  <a:lnTo>
                    <a:pt x="4655" y="10979"/>
                  </a:lnTo>
                  <a:lnTo>
                    <a:pt x="5607" y="10027"/>
                  </a:lnTo>
                  <a:lnTo>
                    <a:pt x="7397" y="10027"/>
                  </a:lnTo>
                  <a:lnTo>
                    <a:pt x="12411" y="5014"/>
                  </a:lnTo>
                  <a:lnTo>
                    <a:pt x="10027" y="2630"/>
                  </a:lnTo>
                  <a:lnTo>
                    <a:pt x="10027" y="0"/>
                  </a:lnTo>
                  <a:lnTo>
                    <a:pt x="4420" y="0"/>
                  </a:lnTo>
                  <a:close/>
                </a:path>
              </a:pathLst>
            </a:custGeom>
            <a:solidFill>
              <a:srgbClr val="FA8585"/>
            </a:solidFill>
            <a:ln>
              <a:noFill/>
            </a:ln>
          </p:spPr>
        </p:sp>
        <p:sp>
          <p:nvSpPr>
            <p:cNvPr id="17111" name="Graph element 1804"/>
            <p:cNvSpPr/>
            <p:nvPr/>
          </p:nvSpPr>
          <p:spPr>
            <a:xfrm>
              <a:off x="1040675" y="1122683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A8585"/>
            </a:solidFill>
            <a:ln>
              <a:noFill/>
            </a:ln>
          </p:spPr>
        </p:sp>
        <p:sp>
          <p:nvSpPr>
            <p:cNvPr id="17112" name="Graph element 1805"/>
            <p:cNvSpPr/>
            <p:nvPr/>
          </p:nvSpPr>
          <p:spPr>
            <a:xfrm>
              <a:off x="1160643" y="1115879"/>
              <a:ext cx="33304" cy="42257"/>
            </a:xfrm>
            <a:custGeom>
              <a:avLst/>
              <a:gdLst/>
              <a:ahLst/>
              <a:cxnLst/>
              <a:rect l="0" t="0" r="r" b="b"/>
              <a:pathLst>
                <a:path w="33304" h="42257" stroke="0" extrusionOk="0">
                  <a:moveTo>
                    <a:pt x="15164" y="0"/>
                  </a:moveTo>
                  <a:lnTo>
                    <a:pt x="13373" y="1791"/>
                  </a:lnTo>
                  <a:lnTo>
                    <a:pt x="11582" y="1791"/>
                  </a:lnTo>
                  <a:lnTo>
                    <a:pt x="9792" y="3581"/>
                  </a:lnTo>
                  <a:lnTo>
                    <a:pt x="8001" y="3581"/>
                  </a:lnTo>
                  <a:lnTo>
                    <a:pt x="5372" y="6211"/>
                  </a:lnTo>
                  <a:lnTo>
                    <a:pt x="5372" y="8001"/>
                  </a:lnTo>
                  <a:lnTo>
                    <a:pt x="1791" y="11582"/>
                  </a:lnTo>
                  <a:lnTo>
                    <a:pt x="1791" y="13373"/>
                  </a:lnTo>
                  <a:lnTo>
                    <a:pt x="0" y="15164"/>
                  </a:lnTo>
                  <a:lnTo>
                    <a:pt x="0" y="25303"/>
                  </a:lnTo>
                  <a:lnTo>
                    <a:pt x="1791" y="27094"/>
                  </a:lnTo>
                  <a:lnTo>
                    <a:pt x="1791" y="30675"/>
                  </a:lnTo>
                  <a:lnTo>
                    <a:pt x="5372" y="34256"/>
                  </a:lnTo>
                  <a:lnTo>
                    <a:pt x="5372" y="36886"/>
                  </a:lnTo>
                  <a:lnTo>
                    <a:pt x="8001" y="36886"/>
                  </a:lnTo>
                  <a:lnTo>
                    <a:pt x="11582" y="40467"/>
                  </a:lnTo>
                  <a:lnTo>
                    <a:pt x="13373" y="40467"/>
                  </a:lnTo>
                  <a:lnTo>
                    <a:pt x="15164" y="42257"/>
                  </a:lnTo>
                  <a:lnTo>
                    <a:pt x="27094" y="42257"/>
                  </a:lnTo>
                  <a:lnTo>
                    <a:pt x="28884" y="40467"/>
                  </a:lnTo>
                  <a:lnTo>
                    <a:pt x="31514" y="40467"/>
                  </a:lnTo>
                  <a:lnTo>
                    <a:pt x="31514" y="36650"/>
                  </a:lnTo>
                  <a:lnTo>
                    <a:pt x="29723" y="34860"/>
                  </a:lnTo>
                  <a:lnTo>
                    <a:pt x="29723" y="33069"/>
                  </a:lnTo>
                  <a:lnTo>
                    <a:pt x="26142" y="29488"/>
                  </a:lnTo>
                  <a:lnTo>
                    <a:pt x="26142" y="14560"/>
                  </a:lnTo>
                  <a:lnTo>
                    <a:pt x="29723" y="10979"/>
                  </a:lnTo>
                  <a:lnTo>
                    <a:pt x="29723" y="9188"/>
                  </a:lnTo>
                  <a:lnTo>
                    <a:pt x="33304" y="5607"/>
                  </a:lnTo>
                  <a:lnTo>
                    <a:pt x="33304" y="1791"/>
                  </a:lnTo>
                  <a:lnTo>
                    <a:pt x="30675" y="1791"/>
                  </a:lnTo>
                  <a:lnTo>
                    <a:pt x="28884" y="0"/>
                  </a:lnTo>
                  <a:lnTo>
                    <a:pt x="15164" y="0"/>
                  </a:lnTo>
                  <a:close/>
                </a:path>
              </a:pathLst>
            </a:custGeom>
            <a:solidFill>
              <a:srgbClr val="FA8585"/>
            </a:solidFill>
            <a:ln>
              <a:noFill/>
            </a:ln>
          </p:spPr>
        </p:sp>
        <p:sp>
          <p:nvSpPr>
            <p:cNvPr id="17113" name="Graph element 1806"/>
            <p:cNvSpPr/>
            <p:nvPr/>
          </p:nvSpPr>
          <p:spPr>
            <a:xfrm>
              <a:off x="2063087" y="1110507"/>
              <a:ext cx="40467" cy="40467"/>
            </a:xfrm>
            <a:custGeom>
              <a:avLst/>
              <a:gdLst/>
              <a:ahLst/>
              <a:cxnLst/>
              <a:rect l="0" t="0" r="r" b="b"/>
              <a:pathLst>
                <a:path w="40467" h="40467" stroke="0" extrusionOk="0">
                  <a:moveTo>
                    <a:pt x="15164" y="0"/>
                  </a:moveTo>
                  <a:lnTo>
                    <a:pt x="13373" y="1791"/>
                  </a:lnTo>
                  <a:lnTo>
                    <a:pt x="9792" y="1791"/>
                  </a:lnTo>
                  <a:lnTo>
                    <a:pt x="1791" y="9792"/>
                  </a:lnTo>
                  <a:lnTo>
                    <a:pt x="1791" y="11582"/>
                  </a:lnTo>
                  <a:lnTo>
                    <a:pt x="0" y="13373"/>
                  </a:lnTo>
                  <a:lnTo>
                    <a:pt x="0" y="27094"/>
                  </a:lnTo>
                  <a:lnTo>
                    <a:pt x="1791" y="28884"/>
                  </a:lnTo>
                  <a:lnTo>
                    <a:pt x="1791" y="30675"/>
                  </a:lnTo>
                  <a:lnTo>
                    <a:pt x="9792" y="38676"/>
                  </a:lnTo>
                  <a:lnTo>
                    <a:pt x="11582" y="38676"/>
                  </a:lnTo>
                  <a:lnTo>
                    <a:pt x="13373" y="40467"/>
                  </a:lnTo>
                  <a:lnTo>
                    <a:pt x="27094" y="40467"/>
                  </a:lnTo>
                  <a:lnTo>
                    <a:pt x="28884" y="38676"/>
                  </a:lnTo>
                  <a:lnTo>
                    <a:pt x="30675" y="38676"/>
                  </a:lnTo>
                  <a:lnTo>
                    <a:pt x="38676" y="30675"/>
                  </a:lnTo>
                  <a:lnTo>
                    <a:pt x="38676" y="28884"/>
                  </a:lnTo>
                  <a:lnTo>
                    <a:pt x="40467" y="27094"/>
                  </a:lnTo>
                  <a:lnTo>
                    <a:pt x="40467" y="15164"/>
                  </a:lnTo>
                  <a:lnTo>
                    <a:pt x="38676" y="13373"/>
                  </a:lnTo>
                  <a:lnTo>
                    <a:pt x="38676" y="11582"/>
                  </a:lnTo>
                  <a:lnTo>
                    <a:pt x="36886" y="9792"/>
                  </a:lnTo>
                  <a:lnTo>
                    <a:pt x="36886" y="8001"/>
                  </a:lnTo>
                  <a:lnTo>
                    <a:pt x="32465" y="3581"/>
                  </a:lnTo>
                  <a:lnTo>
                    <a:pt x="30675" y="3581"/>
                  </a:lnTo>
                  <a:lnTo>
                    <a:pt x="28884" y="1791"/>
                  </a:lnTo>
                  <a:lnTo>
                    <a:pt x="27094" y="1791"/>
                  </a:lnTo>
                  <a:lnTo>
                    <a:pt x="25303" y="0"/>
                  </a:lnTo>
                  <a:lnTo>
                    <a:pt x="15164" y="0"/>
                  </a:lnTo>
                  <a:close/>
                </a:path>
              </a:pathLst>
            </a:custGeom>
            <a:solidFill>
              <a:srgbClr val="FA8585"/>
            </a:solidFill>
            <a:ln>
              <a:noFill/>
            </a:ln>
          </p:spPr>
        </p:sp>
        <p:sp>
          <p:nvSpPr>
            <p:cNvPr id="17114" name="Graph element 1807"/>
            <p:cNvSpPr/>
            <p:nvPr/>
          </p:nvSpPr>
          <p:spPr>
            <a:xfrm>
              <a:off x="1038291" y="1108717"/>
              <a:ext cx="8830" cy="10620"/>
            </a:xfrm>
            <a:custGeom>
              <a:avLst/>
              <a:gdLst/>
              <a:ahLst/>
              <a:cxnLst/>
              <a:rect l="0" t="0" r="r" b="b"/>
              <a:pathLst>
                <a:path w="8830" h="10620" stroke="0" extrusionOk="0">
                  <a:moveTo>
                    <a:pt x="2384" y="0"/>
                  </a:moveTo>
                  <a:lnTo>
                    <a:pt x="2384" y="2630"/>
                  </a:lnTo>
                  <a:lnTo>
                    <a:pt x="0" y="5014"/>
                  </a:lnTo>
                  <a:lnTo>
                    <a:pt x="5607" y="10620"/>
                  </a:lnTo>
                  <a:lnTo>
                    <a:pt x="8830" y="7397"/>
                  </a:lnTo>
                  <a:lnTo>
                    <a:pt x="8830" y="2630"/>
                  </a:lnTo>
                  <a:lnTo>
                    <a:pt x="6200" y="0"/>
                  </a:lnTo>
                  <a:lnTo>
                    <a:pt x="2384" y="0"/>
                  </a:lnTo>
                  <a:close/>
                </a:path>
              </a:pathLst>
            </a:custGeom>
            <a:solidFill>
              <a:srgbClr val="FA8585"/>
            </a:solidFill>
            <a:ln>
              <a:noFill/>
            </a:ln>
          </p:spPr>
        </p:sp>
        <p:sp>
          <p:nvSpPr>
            <p:cNvPr id="17115" name="Graph element 1808"/>
            <p:cNvSpPr/>
            <p:nvPr/>
          </p:nvSpPr>
          <p:spPr>
            <a:xfrm>
              <a:off x="1096183" y="1102752"/>
              <a:ext cx="45838" cy="59324"/>
            </a:xfrm>
            <a:custGeom>
              <a:avLst/>
              <a:gdLst/>
              <a:ahLst/>
              <a:cxnLst/>
              <a:rect l="0" t="0" r="r" b="b"/>
              <a:pathLst>
                <a:path w="45838" h="59324" stroke="0" extrusionOk="0">
                  <a:moveTo>
                    <a:pt x="35453" y="0"/>
                  </a:moveTo>
                  <a:lnTo>
                    <a:pt x="32230" y="3223"/>
                  </a:lnTo>
                  <a:lnTo>
                    <a:pt x="32230" y="5014"/>
                  </a:lnTo>
                  <a:lnTo>
                    <a:pt x="25907" y="11337"/>
                  </a:lnTo>
                  <a:lnTo>
                    <a:pt x="24116" y="11337"/>
                  </a:lnTo>
                  <a:lnTo>
                    <a:pt x="22326" y="13127"/>
                  </a:lnTo>
                  <a:lnTo>
                    <a:pt x="18745" y="13127"/>
                  </a:lnTo>
                  <a:lnTo>
                    <a:pt x="16954" y="14918"/>
                  </a:lnTo>
                  <a:lnTo>
                    <a:pt x="5372" y="14918"/>
                  </a:lnTo>
                  <a:lnTo>
                    <a:pt x="5014" y="17906"/>
                  </a:lnTo>
                  <a:lnTo>
                    <a:pt x="1791" y="14683"/>
                  </a:lnTo>
                  <a:lnTo>
                    <a:pt x="1791" y="19338"/>
                  </a:lnTo>
                  <a:lnTo>
                    <a:pt x="0" y="21129"/>
                  </a:lnTo>
                  <a:lnTo>
                    <a:pt x="0" y="26971"/>
                  </a:lnTo>
                  <a:lnTo>
                    <a:pt x="5014" y="21957"/>
                  </a:lnTo>
                  <a:lnTo>
                    <a:pt x="5372" y="22315"/>
                  </a:lnTo>
                  <a:lnTo>
                    <a:pt x="5372" y="25896"/>
                  </a:lnTo>
                  <a:lnTo>
                    <a:pt x="7162" y="27687"/>
                  </a:lnTo>
                  <a:lnTo>
                    <a:pt x="7162" y="29478"/>
                  </a:lnTo>
                  <a:lnTo>
                    <a:pt x="8359" y="30675"/>
                  </a:lnTo>
                  <a:lnTo>
                    <a:pt x="5372" y="33663"/>
                  </a:lnTo>
                  <a:lnTo>
                    <a:pt x="5372" y="37244"/>
                  </a:lnTo>
                  <a:lnTo>
                    <a:pt x="3581" y="39034"/>
                  </a:lnTo>
                  <a:lnTo>
                    <a:pt x="3581" y="46432"/>
                  </a:lnTo>
                  <a:lnTo>
                    <a:pt x="16954" y="46432"/>
                  </a:lnTo>
                  <a:lnTo>
                    <a:pt x="20535" y="50013"/>
                  </a:lnTo>
                  <a:lnTo>
                    <a:pt x="22326" y="50013"/>
                  </a:lnTo>
                  <a:lnTo>
                    <a:pt x="25068" y="52755"/>
                  </a:lnTo>
                  <a:lnTo>
                    <a:pt x="25068" y="54545"/>
                  </a:lnTo>
                  <a:lnTo>
                    <a:pt x="28649" y="58127"/>
                  </a:lnTo>
                  <a:lnTo>
                    <a:pt x="28649" y="59324"/>
                  </a:lnTo>
                  <a:lnTo>
                    <a:pt x="31514" y="59324"/>
                  </a:lnTo>
                  <a:lnTo>
                    <a:pt x="31514" y="56336"/>
                  </a:lnTo>
                  <a:lnTo>
                    <a:pt x="33304" y="54545"/>
                  </a:lnTo>
                  <a:lnTo>
                    <a:pt x="33304" y="47987"/>
                  </a:lnTo>
                  <a:lnTo>
                    <a:pt x="31514" y="46197"/>
                  </a:lnTo>
                  <a:lnTo>
                    <a:pt x="31514" y="42615"/>
                  </a:lnTo>
                  <a:lnTo>
                    <a:pt x="28884" y="39986"/>
                  </a:lnTo>
                  <a:lnTo>
                    <a:pt x="23513" y="39986"/>
                  </a:lnTo>
                  <a:lnTo>
                    <a:pt x="21722" y="38195"/>
                  </a:lnTo>
                  <a:lnTo>
                    <a:pt x="18141" y="38195"/>
                  </a:lnTo>
                  <a:lnTo>
                    <a:pt x="16350" y="36405"/>
                  </a:lnTo>
                  <a:lnTo>
                    <a:pt x="14560" y="36405"/>
                  </a:lnTo>
                  <a:lnTo>
                    <a:pt x="10620" y="32465"/>
                  </a:lnTo>
                  <a:lnTo>
                    <a:pt x="12769" y="30317"/>
                  </a:lnTo>
                  <a:lnTo>
                    <a:pt x="13373" y="30317"/>
                  </a:lnTo>
                  <a:lnTo>
                    <a:pt x="15164" y="32107"/>
                  </a:lnTo>
                  <a:lnTo>
                    <a:pt x="20535" y="32107"/>
                  </a:lnTo>
                  <a:lnTo>
                    <a:pt x="24116" y="35688"/>
                  </a:lnTo>
                  <a:lnTo>
                    <a:pt x="25907" y="35688"/>
                  </a:lnTo>
                  <a:lnTo>
                    <a:pt x="29488" y="39270"/>
                  </a:lnTo>
                  <a:lnTo>
                    <a:pt x="32465" y="39270"/>
                  </a:lnTo>
                  <a:lnTo>
                    <a:pt x="36046" y="35688"/>
                  </a:lnTo>
                  <a:lnTo>
                    <a:pt x="37837" y="35688"/>
                  </a:lnTo>
                  <a:lnTo>
                    <a:pt x="42257" y="31268"/>
                  </a:lnTo>
                  <a:lnTo>
                    <a:pt x="42257" y="29478"/>
                  </a:lnTo>
                  <a:lnTo>
                    <a:pt x="44048" y="27687"/>
                  </a:lnTo>
                  <a:lnTo>
                    <a:pt x="44048" y="25896"/>
                  </a:lnTo>
                  <a:lnTo>
                    <a:pt x="45838" y="24106"/>
                  </a:lnTo>
                  <a:lnTo>
                    <a:pt x="45838" y="13966"/>
                  </a:lnTo>
                  <a:lnTo>
                    <a:pt x="44048" y="12176"/>
                  </a:lnTo>
                  <a:lnTo>
                    <a:pt x="44048" y="10385"/>
                  </a:lnTo>
                  <a:lnTo>
                    <a:pt x="42257" y="8595"/>
                  </a:lnTo>
                  <a:lnTo>
                    <a:pt x="42257" y="6804"/>
                  </a:lnTo>
                  <a:lnTo>
                    <a:pt x="35453" y="0"/>
                  </a:lnTo>
                  <a:close/>
                </a:path>
              </a:pathLst>
            </a:custGeom>
            <a:solidFill>
              <a:srgbClr val="FA8585"/>
            </a:solidFill>
            <a:ln>
              <a:noFill/>
            </a:ln>
          </p:spPr>
        </p:sp>
        <p:sp>
          <p:nvSpPr>
            <p:cNvPr id="17116" name="Graph element 1809"/>
            <p:cNvSpPr/>
            <p:nvPr/>
          </p:nvSpPr>
          <p:spPr>
            <a:xfrm>
              <a:off x="1037094" y="1099406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A8585"/>
            </a:solidFill>
            <a:ln>
              <a:noFill/>
            </a:ln>
          </p:spPr>
        </p:sp>
        <p:sp>
          <p:nvSpPr>
            <p:cNvPr id="17117" name="Graph element 1810"/>
            <p:cNvSpPr/>
            <p:nvPr/>
          </p:nvSpPr>
          <p:spPr>
            <a:xfrm>
              <a:off x="1192638" y="1096183"/>
              <a:ext cx="71142" cy="63744"/>
            </a:xfrm>
            <a:custGeom>
              <a:avLst/>
              <a:gdLst/>
              <a:ahLst/>
              <a:cxnLst/>
              <a:rect l="0" t="0" r="r" b="b"/>
              <a:pathLst>
                <a:path w="71142" h="63744" stroke="0" extrusionOk="0">
                  <a:moveTo>
                    <a:pt x="47629" y="0"/>
                  </a:moveTo>
                  <a:lnTo>
                    <a:pt x="45838" y="1791"/>
                  </a:lnTo>
                  <a:lnTo>
                    <a:pt x="40467" y="1791"/>
                  </a:lnTo>
                  <a:lnTo>
                    <a:pt x="38676" y="3581"/>
                  </a:lnTo>
                  <a:lnTo>
                    <a:pt x="36886" y="3581"/>
                  </a:lnTo>
                  <a:lnTo>
                    <a:pt x="28884" y="11582"/>
                  </a:lnTo>
                  <a:lnTo>
                    <a:pt x="28884" y="13373"/>
                  </a:lnTo>
                  <a:lnTo>
                    <a:pt x="27094" y="15164"/>
                  </a:lnTo>
                  <a:lnTo>
                    <a:pt x="27094" y="20535"/>
                  </a:lnTo>
                  <a:lnTo>
                    <a:pt x="26142" y="21487"/>
                  </a:lnTo>
                  <a:lnTo>
                    <a:pt x="21957" y="21487"/>
                  </a:lnTo>
                  <a:lnTo>
                    <a:pt x="20167" y="19696"/>
                  </a:lnTo>
                  <a:lnTo>
                    <a:pt x="10027" y="19696"/>
                  </a:lnTo>
                  <a:lnTo>
                    <a:pt x="8237" y="21487"/>
                  </a:lnTo>
                  <a:lnTo>
                    <a:pt x="6446" y="21487"/>
                  </a:lnTo>
                  <a:lnTo>
                    <a:pt x="3223" y="24710"/>
                  </a:lnTo>
                  <a:lnTo>
                    <a:pt x="7397" y="28884"/>
                  </a:lnTo>
                  <a:lnTo>
                    <a:pt x="7397" y="30675"/>
                  </a:lnTo>
                  <a:lnTo>
                    <a:pt x="9188" y="32465"/>
                  </a:lnTo>
                  <a:lnTo>
                    <a:pt x="9188" y="34256"/>
                  </a:lnTo>
                  <a:lnTo>
                    <a:pt x="10979" y="36046"/>
                  </a:lnTo>
                  <a:lnTo>
                    <a:pt x="10979" y="45603"/>
                  </a:lnTo>
                  <a:lnTo>
                    <a:pt x="9188" y="47394"/>
                  </a:lnTo>
                  <a:lnTo>
                    <a:pt x="9188" y="49184"/>
                  </a:lnTo>
                  <a:lnTo>
                    <a:pt x="7397" y="50975"/>
                  </a:lnTo>
                  <a:lnTo>
                    <a:pt x="7397" y="52765"/>
                  </a:lnTo>
                  <a:lnTo>
                    <a:pt x="0" y="60163"/>
                  </a:lnTo>
                  <a:lnTo>
                    <a:pt x="4655" y="60163"/>
                  </a:lnTo>
                  <a:lnTo>
                    <a:pt x="6446" y="61953"/>
                  </a:lnTo>
                  <a:lnTo>
                    <a:pt x="8237" y="61953"/>
                  </a:lnTo>
                  <a:lnTo>
                    <a:pt x="10027" y="63744"/>
                  </a:lnTo>
                  <a:lnTo>
                    <a:pt x="20167" y="63744"/>
                  </a:lnTo>
                  <a:lnTo>
                    <a:pt x="21957" y="61953"/>
                  </a:lnTo>
                  <a:lnTo>
                    <a:pt x="25538" y="61953"/>
                  </a:lnTo>
                  <a:lnTo>
                    <a:pt x="29119" y="58372"/>
                  </a:lnTo>
                  <a:lnTo>
                    <a:pt x="31749" y="58372"/>
                  </a:lnTo>
                  <a:lnTo>
                    <a:pt x="31749" y="55743"/>
                  </a:lnTo>
                  <a:lnTo>
                    <a:pt x="35330" y="52162"/>
                  </a:lnTo>
                  <a:lnTo>
                    <a:pt x="35330" y="50371"/>
                  </a:lnTo>
                  <a:lnTo>
                    <a:pt x="37121" y="48580"/>
                  </a:lnTo>
                  <a:lnTo>
                    <a:pt x="37121" y="42022"/>
                  </a:lnTo>
                  <a:lnTo>
                    <a:pt x="29959" y="34860"/>
                  </a:lnTo>
                  <a:lnTo>
                    <a:pt x="29959" y="33069"/>
                  </a:lnTo>
                  <a:lnTo>
                    <a:pt x="28168" y="31279"/>
                  </a:lnTo>
                  <a:lnTo>
                    <a:pt x="28168" y="29488"/>
                  </a:lnTo>
                  <a:lnTo>
                    <a:pt x="26377" y="27698"/>
                  </a:lnTo>
                  <a:lnTo>
                    <a:pt x="26377" y="25303"/>
                  </a:lnTo>
                  <a:lnTo>
                    <a:pt x="27329" y="24352"/>
                  </a:lnTo>
                  <a:lnTo>
                    <a:pt x="27933" y="24352"/>
                  </a:lnTo>
                  <a:lnTo>
                    <a:pt x="34256" y="30675"/>
                  </a:lnTo>
                  <a:lnTo>
                    <a:pt x="34256" y="32465"/>
                  </a:lnTo>
                  <a:lnTo>
                    <a:pt x="36046" y="34256"/>
                  </a:lnTo>
                  <a:lnTo>
                    <a:pt x="36046" y="37837"/>
                  </a:lnTo>
                  <a:lnTo>
                    <a:pt x="37837" y="39628"/>
                  </a:lnTo>
                  <a:lnTo>
                    <a:pt x="37837" y="44048"/>
                  </a:lnTo>
                  <a:lnTo>
                    <a:pt x="42257" y="44048"/>
                  </a:lnTo>
                  <a:lnTo>
                    <a:pt x="44048" y="45838"/>
                  </a:lnTo>
                  <a:lnTo>
                    <a:pt x="54187" y="45838"/>
                  </a:lnTo>
                  <a:lnTo>
                    <a:pt x="55978" y="44048"/>
                  </a:lnTo>
                  <a:lnTo>
                    <a:pt x="57768" y="44048"/>
                  </a:lnTo>
                  <a:lnTo>
                    <a:pt x="59559" y="42257"/>
                  </a:lnTo>
                  <a:lnTo>
                    <a:pt x="61350" y="42257"/>
                  </a:lnTo>
                  <a:lnTo>
                    <a:pt x="67560" y="36046"/>
                  </a:lnTo>
                  <a:lnTo>
                    <a:pt x="67560" y="34256"/>
                  </a:lnTo>
                  <a:lnTo>
                    <a:pt x="69351" y="32465"/>
                  </a:lnTo>
                  <a:lnTo>
                    <a:pt x="69351" y="30675"/>
                  </a:lnTo>
                  <a:lnTo>
                    <a:pt x="71142" y="28884"/>
                  </a:lnTo>
                  <a:lnTo>
                    <a:pt x="71142" y="16954"/>
                  </a:lnTo>
                  <a:lnTo>
                    <a:pt x="69351" y="15164"/>
                  </a:lnTo>
                  <a:lnTo>
                    <a:pt x="69351" y="13373"/>
                  </a:lnTo>
                  <a:lnTo>
                    <a:pt x="65770" y="9792"/>
                  </a:lnTo>
                  <a:lnTo>
                    <a:pt x="65770" y="8001"/>
                  </a:lnTo>
                  <a:lnTo>
                    <a:pt x="63140" y="5372"/>
                  </a:lnTo>
                  <a:lnTo>
                    <a:pt x="61350" y="5372"/>
                  </a:lnTo>
                  <a:lnTo>
                    <a:pt x="57768" y="1791"/>
                  </a:lnTo>
                  <a:lnTo>
                    <a:pt x="52397" y="1791"/>
                  </a:lnTo>
                  <a:lnTo>
                    <a:pt x="50606" y="0"/>
                  </a:lnTo>
                  <a:lnTo>
                    <a:pt x="47629" y="0"/>
                  </a:lnTo>
                  <a:close/>
                </a:path>
              </a:pathLst>
            </a:custGeom>
            <a:solidFill>
              <a:srgbClr val="FA8585"/>
            </a:solidFill>
            <a:ln>
              <a:noFill/>
            </a:ln>
          </p:spPr>
        </p:sp>
        <p:sp>
          <p:nvSpPr>
            <p:cNvPr id="17118" name="Graph element 1811"/>
            <p:cNvSpPr/>
            <p:nvPr/>
          </p:nvSpPr>
          <p:spPr>
            <a:xfrm>
              <a:off x="1071115" y="1067298"/>
              <a:ext cx="13844" cy="15634"/>
            </a:xfrm>
            <a:custGeom>
              <a:avLst/>
              <a:gdLst/>
              <a:ahLst/>
              <a:cxnLst/>
              <a:rect l="0" t="0" r="r" b="b"/>
              <a:pathLst>
                <a:path w="13844" h="15634" stroke="0" extrusionOk="0">
                  <a:moveTo>
                    <a:pt x="0" y="0"/>
                  </a:moveTo>
                  <a:lnTo>
                    <a:pt x="0" y="9423"/>
                  </a:lnTo>
                  <a:lnTo>
                    <a:pt x="1791" y="11214"/>
                  </a:lnTo>
                  <a:lnTo>
                    <a:pt x="1791" y="15634"/>
                  </a:lnTo>
                  <a:lnTo>
                    <a:pt x="5607" y="15634"/>
                  </a:lnTo>
                  <a:lnTo>
                    <a:pt x="7397" y="13844"/>
                  </a:lnTo>
                  <a:lnTo>
                    <a:pt x="9188" y="13844"/>
                  </a:lnTo>
                  <a:lnTo>
                    <a:pt x="13844" y="9188"/>
                  </a:lnTo>
                  <a:lnTo>
                    <a:pt x="9188" y="91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A8585"/>
            </a:solidFill>
            <a:ln>
              <a:noFill/>
            </a:ln>
          </p:spPr>
        </p:sp>
        <p:sp>
          <p:nvSpPr>
            <p:cNvPr id="17119" name="Graph element 1812"/>
            <p:cNvSpPr/>
            <p:nvPr/>
          </p:nvSpPr>
          <p:spPr>
            <a:xfrm>
              <a:off x="1035304" y="1065508"/>
              <a:ext cx="37121" cy="30552"/>
            </a:xfrm>
            <a:custGeom>
              <a:avLst/>
              <a:gdLst/>
              <a:ahLst/>
              <a:cxnLst/>
              <a:rect l="0" t="0" r="r" b="b"/>
              <a:pathLst>
                <a:path w="37121" h="30552" stroke="0" extrusionOk="0">
                  <a:moveTo>
                    <a:pt x="25068" y="0"/>
                  </a:moveTo>
                  <a:lnTo>
                    <a:pt x="25068" y="4655"/>
                  </a:lnTo>
                  <a:lnTo>
                    <a:pt x="24116" y="5607"/>
                  </a:lnTo>
                  <a:lnTo>
                    <a:pt x="22326" y="5607"/>
                  </a:lnTo>
                  <a:lnTo>
                    <a:pt x="17670" y="10262"/>
                  </a:lnTo>
                  <a:lnTo>
                    <a:pt x="24116" y="10262"/>
                  </a:lnTo>
                  <a:lnTo>
                    <a:pt x="24475" y="10620"/>
                  </a:lnTo>
                  <a:lnTo>
                    <a:pt x="22326" y="10979"/>
                  </a:lnTo>
                  <a:lnTo>
                    <a:pt x="20535" y="12769"/>
                  </a:lnTo>
                  <a:lnTo>
                    <a:pt x="19931" y="12769"/>
                  </a:lnTo>
                  <a:lnTo>
                    <a:pt x="18141" y="10979"/>
                  </a:lnTo>
                  <a:lnTo>
                    <a:pt x="14560" y="10979"/>
                  </a:lnTo>
                  <a:lnTo>
                    <a:pt x="12176" y="8595"/>
                  </a:lnTo>
                  <a:lnTo>
                    <a:pt x="5372" y="15399"/>
                  </a:lnTo>
                  <a:lnTo>
                    <a:pt x="5372" y="17189"/>
                  </a:lnTo>
                  <a:lnTo>
                    <a:pt x="4420" y="18141"/>
                  </a:lnTo>
                  <a:lnTo>
                    <a:pt x="1791" y="18141"/>
                  </a:lnTo>
                  <a:lnTo>
                    <a:pt x="1791" y="22561"/>
                  </a:lnTo>
                  <a:lnTo>
                    <a:pt x="0" y="24352"/>
                  </a:lnTo>
                  <a:lnTo>
                    <a:pt x="0" y="28168"/>
                  </a:lnTo>
                  <a:lnTo>
                    <a:pt x="4420" y="28168"/>
                  </a:lnTo>
                  <a:lnTo>
                    <a:pt x="6804" y="30552"/>
                  </a:lnTo>
                  <a:lnTo>
                    <a:pt x="14560" y="22796"/>
                  </a:lnTo>
                  <a:lnTo>
                    <a:pt x="16350" y="22796"/>
                  </a:lnTo>
                  <a:lnTo>
                    <a:pt x="19931" y="19215"/>
                  </a:lnTo>
                  <a:lnTo>
                    <a:pt x="23513" y="19215"/>
                  </a:lnTo>
                  <a:lnTo>
                    <a:pt x="25303" y="17425"/>
                  </a:lnTo>
                  <a:lnTo>
                    <a:pt x="29488" y="17425"/>
                  </a:lnTo>
                  <a:lnTo>
                    <a:pt x="31279" y="19215"/>
                  </a:lnTo>
                  <a:lnTo>
                    <a:pt x="37121" y="19215"/>
                  </a:lnTo>
                  <a:lnTo>
                    <a:pt x="30675" y="12769"/>
                  </a:lnTo>
                  <a:lnTo>
                    <a:pt x="28884" y="12769"/>
                  </a:lnTo>
                  <a:lnTo>
                    <a:pt x="27933" y="11818"/>
                  </a:lnTo>
                  <a:lnTo>
                    <a:pt x="27933" y="11214"/>
                  </a:lnTo>
                  <a:lnTo>
                    <a:pt x="30675" y="8472"/>
                  </a:lnTo>
                  <a:lnTo>
                    <a:pt x="32465" y="8472"/>
                  </a:lnTo>
                  <a:lnTo>
                    <a:pt x="37121" y="3816"/>
                  </a:lnTo>
                  <a:lnTo>
                    <a:pt x="28884" y="3816"/>
                  </a:lnTo>
                  <a:lnTo>
                    <a:pt x="25068" y="0"/>
                  </a:lnTo>
                  <a:close/>
                </a:path>
              </a:pathLst>
            </a:custGeom>
            <a:solidFill>
              <a:srgbClr val="FA8585"/>
            </a:solidFill>
            <a:ln>
              <a:noFill/>
            </a:ln>
          </p:spPr>
        </p:sp>
        <p:sp>
          <p:nvSpPr>
            <p:cNvPr id="17120" name="Graph element 1813"/>
            <p:cNvSpPr/>
            <p:nvPr/>
          </p:nvSpPr>
          <p:spPr>
            <a:xfrm>
              <a:off x="1110507" y="1065743"/>
              <a:ext cx="26142" cy="28291"/>
            </a:xfrm>
            <a:custGeom>
              <a:avLst/>
              <a:gdLst/>
              <a:ahLst/>
              <a:cxnLst/>
              <a:rect l="0" t="0" r="r" b="b"/>
              <a:pathLst>
                <a:path w="26142" h="28291" stroke="0" extrusionOk="0">
                  <a:moveTo>
                    <a:pt x="0" y="0"/>
                  </a:moveTo>
                  <a:lnTo>
                    <a:pt x="0" y="10027"/>
                  </a:lnTo>
                  <a:lnTo>
                    <a:pt x="2630" y="10027"/>
                  </a:lnTo>
                  <a:lnTo>
                    <a:pt x="4420" y="11818"/>
                  </a:lnTo>
                  <a:lnTo>
                    <a:pt x="8001" y="11818"/>
                  </a:lnTo>
                  <a:lnTo>
                    <a:pt x="9792" y="13608"/>
                  </a:lnTo>
                  <a:lnTo>
                    <a:pt x="11582" y="13608"/>
                  </a:lnTo>
                  <a:lnTo>
                    <a:pt x="17906" y="19931"/>
                  </a:lnTo>
                  <a:lnTo>
                    <a:pt x="17906" y="21722"/>
                  </a:lnTo>
                  <a:lnTo>
                    <a:pt x="19696" y="23513"/>
                  </a:lnTo>
                  <a:lnTo>
                    <a:pt x="19696" y="25303"/>
                  </a:lnTo>
                  <a:lnTo>
                    <a:pt x="21487" y="27094"/>
                  </a:lnTo>
                  <a:lnTo>
                    <a:pt x="21487" y="28291"/>
                  </a:lnTo>
                  <a:lnTo>
                    <a:pt x="24352" y="28291"/>
                  </a:lnTo>
                  <a:lnTo>
                    <a:pt x="24352" y="27094"/>
                  </a:lnTo>
                  <a:lnTo>
                    <a:pt x="26142" y="25303"/>
                  </a:lnTo>
                  <a:lnTo>
                    <a:pt x="26142" y="15164"/>
                  </a:lnTo>
                  <a:lnTo>
                    <a:pt x="24352" y="13373"/>
                  </a:lnTo>
                  <a:lnTo>
                    <a:pt x="24352" y="11582"/>
                  </a:lnTo>
                  <a:lnTo>
                    <a:pt x="22561" y="9792"/>
                  </a:lnTo>
                  <a:lnTo>
                    <a:pt x="22561" y="8001"/>
                  </a:lnTo>
                  <a:lnTo>
                    <a:pt x="16350" y="1791"/>
                  </a:lnTo>
                  <a:lnTo>
                    <a:pt x="14560" y="1791"/>
                  </a:lnTo>
                  <a:lnTo>
                    <a:pt x="1276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A8585"/>
            </a:solidFill>
            <a:ln>
              <a:noFill/>
            </a:ln>
          </p:spPr>
        </p:sp>
        <p:sp>
          <p:nvSpPr>
            <p:cNvPr id="17121" name="Graph element 1814"/>
            <p:cNvSpPr/>
            <p:nvPr/>
          </p:nvSpPr>
          <p:spPr>
            <a:xfrm>
              <a:off x="1341490" y="1063953"/>
              <a:ext cx="47629" cy="47629"/>
            </a:xfrm>
            <a:custGeom>
              <a:avLst/>
              <a:gdLst/>
              <a:ahLst/>
              <a:cxnLst/>
              <a:rect l="0" t="0" r="r" b="b"/>
              <a:pathLst>
                <a:path w="47629" h="47629" stroke="0" extrusionOk="0">
                  <a:moveTo>
                    <a:pt x="16954" y="0"/>
                  </a:moveTo>
                  <a:lnTo>
                    <a:pt x="15164" y="1791"/>
                  </a:lnTo>
                  <a:lnTo>
                    <a:pt x="13373" y="1791"/>
                  </a:lnTo>
                  <a:lnTo>
                    <a:pt x="11582" y="3581"/>
                  </a:lnTo>
                  <a:lnTo>
                    <a:pt x="9792" y="3581"/>
                  </a:lnTo>
                  <a:lnTo>
                    <a:pt x="3581" y="9792"/>
                  </a:lnTo>
                  <a:lnTo>
                    <a:pt x="3581" y="11582"/>
                  </a:lnTo>
                  <a:lnTo>
                    <a:pt x="1791" y="13373"/>
                  </a:lnTo>
                  <a:lnTo>
                    <a:pt x="1791" y="16954"/>
                  </a:lnTo>
                  <a:lnTo>
                    <a:pt x="0" y="18745"/>
                  </a:lnTo>
                  <a:lnTo>
                    <a:pt x="0" y="28884"/>
                  </a:lnTo>
                  <a:lnTo>
                    <a:pt x="1791" y="30675"/>
                  </a:lnTo>
                  <a:lnTo>
                    <a:pt x="1791" y="32465"/>
                  </a:lnTo>
                  <a:lnTo>
                    <a:pt x="3581" y="34256"/>
                  </a:lnTo>
                  <a:lnTo>
                    <a:pt x="3581" y="36046"/>
                  </a:lnTo>
                  <a:lnTo>
                    <a:pt x="11582" y="44048"/>
                  </a:lnTo>
                  <a:lnTo>
                    <a:pt x="13373" y="44048"/>
                  </a:lnTo>
                  <a:lnTo>
                    <a:pt x="15164" y="45838"/>
                  </a:lnTo>
                  <a:lnTo>
                    <a:pt x="20535" y="45838"/>
                  </a:lnTo>
                  <a:lnTo>
                    <a:pt x="22326" y="47629"/>
                  </a:lnTo>
                  <a:lnTo>
                    <a:pt x="25303" y="47629"/>
                  </a:lnTo>
                  <a:lnTo>
                    <a:pt x="27094" y="45838"/>
                  </a:lnTo>
                  <a:lnTo>
                    <a:pt x="32465" y="45838"/>
                  </a:lnTo>
                  <a:lnTo>
                    <a:pt x="34256" y="44048"/>
                  </a:lnTo>
                  <a:lnTo>
                    <a:pt x="36046" y="44048"/>
                  </a:lnTo>
                  <a:lnTo>
                    <a:pt x="39628" y="40467"/>
                  </a:lnTo>
                  <a:lnTo>
                    <a:pt x="42257" y="40467"/>
                  </a:lnTo>
                  <a:lnTo>
                    <a:pt x="42257" y="37837"/>
                  </a:lnTo>
                  <a:lnTo>
                    <a:pt x="45838" y="34256"/>
                  </a:lnTo>
                  <a:lnTo>
                    <a:pt x="45838" y="30675"/>
                  </a:lnTo>
                  <a:lnTo>
                    <a:pt x="47629" y="28884"/>
                  </a:lnTo>
                  <a:lnTo>
                    <a:pt x="47629" y="16954"/>
                  </a:lnTo>
                  <a:lnTo>
                    <a:pt x="45838" y="15164"/>
                  </a:lnTo>
                  <a:lnTo>
                    <a:pt x="45838" y="13373"/>
                  </a:lnTo>
                  <a:lnTo>
                    <a:pt x="44048" y="11582"/>
                  </a:lnTo>
                  <a:lnTo>
                    <a:pt x="44048" y="9792"/>
                  </a:lnTo>
                  <a:lnTo>
                    <a:pt x="36046" y="1791"/>
                  </a:lnTo>
                  <a:lnTo>
                    <a:pt x="34256" y="1791"/>
                  </a:lnTo>
                  <a:lnTo>
                    <a:pt x="32465" y="0"/>
                  </a:lnTo>
                  <a:lnTo>
                    <a:pt x="16954" y="0"/>
                  </a:lnTo>
                  <a:close/>
                </a:path>
              </a:pathLst>
            </a:custGeom>
            <a:solidFill>
              <a:srgbClr val="FA8585"/>
            </a:solidFill>
            <a:ln>
              <a:noFill/>
            </a:ln>
          </p:spPr>
        </p:sp>
        <p:sp>
          <p:nvSpPr>
            <p:cNvPr id="17122" name="Graph element 1815"/>
            <p:cNvSpPr/>
            <p:nvPr/>
          </p:nvSpPr>
          <p:spPr>
            <a:xfrm>
              <a:off x="1275239" y="1038885"/>
              <a:ext cx="47629" cy="45838"/>
            </a:xfrm>
            <a:custGeom>
              <a:avLst/>
              <a:gdLst/>
              <a:ahLst/>
              <a:cxnLst/>
              <a:rect l="0" t="0" r="r" b="b"/>
              <a:pathLst>
                <a:path w="47629" h="45838" stroke="0" extrusionOk="0">
                  <a:moveTo>
                    <a:pt x="15164" y="0"/>
                  </a:moveTo>
                  <a:lnTo>
                    <a:pt x="11582" y="3581"/>
                  </a:lnTo>
                  <a:lnTo>
                    <a:pt x="9792" y="3581"/>
                  </a:lnTo>
                  <a:lnTo>
                    <a:pt x="5372" y="8001"/>
                  </a:lnTo>
                  <a:lnTo>
                    <a:pt x="5372" y="9792"/>
                  </a:lnTo>
                  <a:lnTo>
                    <a:pt x="1791" y="13373"/>
                  </a:lnTo>
                  <a:lnTo>
                    <a:pt x="1791" y="18745"/>
                  </a:lnTo>
                  <a:lnTo>
                    <a:pt x="0" y="20535"/>
                  </a:lnTo>
                  <a:lnTo>
                    <a:pt x="0" y="23513"/>
                  </a:lnTo>
                  <a:lnTo>
                    <a:pt x="1791" y="25303"/>
                  </a:lnTo>
                  <a:lnTo>
                    <a:pt x="1791" y="30675"/>
                  </a:lnTo>
                  <a:lnTo>
                    <a:pt x="3581" y="32465"/>
                  </a:lnTo>
                  <a:lnTo>
                    <a:pt x="3581" y="34256"/>
                  </a:lnTo>
                  <a:lnTo>
                    <a:pt x="7162" y="37837"/>
                  </a:lnTo>
                  <a:lnTo>
                    <a:pt x="7162" y="40467"/>
                  </a:lnTo>
                  <a:lnTo>
                    <a:pt x="9792" y="40467"/>
                  </a:lnTo>
                  <a:lnTo>
                    <a:pt x="13373" y="44048"/>
                  </a:lnTo>
                  <a:lnTo>
                    <a:pt x="16954" y="44048"/>
                  </a:lnTo>
                  <a:lnTo>
                    <a:pt x="18745" y="45838"/>
                  </a:lnTo>
                  <a:lnTo>
                    <a:pt x="30675" y="45838"/>
                  </a:lnTo>
                  <a:lnTo>
                    <a:pt x="32465" y="44048"/>
                  </a:lnTo>
                  <a:lnTo>
                    <a:pt x="34256" y="44048"/>
                  </a:lnTo>
                  <a:lnTo>
                    <a:pt x="37837" y="40467"/>
                  </a:lnTo>
                  <a:lnTo>
                    <a:pt x="39628" y="40467"/>
                  </a:lnTo>
                  <a:lnTo>
                    <a:pt x="42257" y="37837"/>
                  </a:lnTo>
                  <a:lnTo>
                    <a:pt x="42257" y="36046"/>
                  </a:lnTo>
                  <a:lnTo>
                    <a:pt x="45838" y="32465"/>
                  </a:lnTo>
                  <a:lnTo>
                    <a:pt x="45838" y="28884"/>
                  </a:lnTo>
                  <a:lnTo>
                    <a:pt x="47629" y="27094"/>
                  </a:lnTo>
                  <a:lnTo>
                    <a:pt x="47629" y="16954"/>
                  </a:lnTo>
                  <a:lnTo>
                    <a:pt x="45838" y="15164"/>
                  </a:lnTo>
                  <a:lnTo>
                    <a:pt x="45838" y="13373"/>
                  </a:lnTo>
                  <a:lnTo>
                    <a:pt x="44048" y="11582"/>
                  </a:lnTo>
                  <a:lnTo>
                    <a:pt x="44048" y="9792"/>
                  </a:lnTo>
                  <a:lnTo>
                    <a:pt x="36046" y="1791"/>
                  </a:lnTo>
                  <a:lnTo>
                    <a:pt x="34256" y="1791"/>
                  </a:lnTo>
                  <a:lnTo>
                    <a:pt x="32465" y="0"/>
                  </a:lnTo>
                  <a:lnTo>
                    <a:pt x="15164" y="0"/>
                  </a:lnTo>
                  <a:close/>
                </a:path>
              </a:pathLst>
            </a:custGeom>
            <a:solidFill>
              <a:srgbClr val="FA8585"/>
            </a:solidFill>
            <a:ln>
              <a:noFill/>
            </a:ln>
          </p:spPr>
        </p:sp>
        <p:sp>
          <p:nvSpPr>
            <p:cNvPr id="17123" name="Graph element 1816"/>
            <p:cNvSpPr/>
            <p:nvPr/>
          </p:nvSpPr>
          <p:spPr>
            <a:xfrm>
              <a:off x="1028141" y="1038885"/>
              <a:ext cx="19338" cy="36886"/>
            </a:xfrm>
            <a:custGeom>
              <a:avLst/>
              <a:gdLst/>
              <a:ahLst/>
              <a:cxnLst/>
              <a:rect l="0" t="0" r="r" b="b"/>
              <a:pathLst>
                <a:path w="19338" h="36886" stroke="0" extrusionOk="0">
                  <a:moveTo>
                    <a:pt x="13373" y="0"/>
                  </a:moveTo>
                  <a:lnTo>
                    <a:pt x="11582" y="1791"/>
                  </a:lnTo>
                  <a:lnTo>
                    <a:pt x="9792" y="1791"/>
                  </a:lnTo>
                  <a:lnTo>
                    <a:pt x="8001" y="3581"/>
                  </a:lnTo>
                  <a:lnTo>
                    <a:pt x="6211" y="3581"/>
                  </a:lnTo>
                  <a:lnTo>
                    <a:pt x="3581" y="6211"/>
                  </a:lnTo>
                  <a:lnTo>
                    <a:pt x="3581" y="8001"/>
                  </a:lnTo>
                  <a:lnTo>
                    <a:pt x="0" y="11582"/>
                  </a:lnTo>
                  <a:lnTo>
                    <a:pt x="0" y="25303"/>
                  </a:lnTo>
                  <a:lnTo>
                    <a:pt x="3581" y="28884"/>
                  </a:lnTo>
                  <a:lnTo>
                    <a:pt x="3581" y="30675"/>
                  </a:lnTo>
                  <a:lnTo>
                    <a:pt x="6211" y="33304"/>
                  </a:lnTo>
                  <a:lnTo>
                    <a:pt x="8001" y="33304"/>
                  </a:lnTo>
                  <a:lnTo>
                    <a:pt x="11582" y="36886"/>
                  </a:lnTo>
                  <a:lnTo>
                    <a:pt x="15757" y="36886"/>
                  </a:lnTo>
                  <a:lnTo>
                    <a:pt x="15757" y="34021"/>
                  </a:lnTo>
                  <a:lnTo>
                    <a:pt x="14560" y="34021"/>
                  </a:lnTo>
                  <a:lnTo>
                    <a:pt x="13608" y="33069"/>
                  </a:lnTo>
                  <a:lnTo>
                    <a:pt x="13608" y="31279"/>
                  </a:lnTo>
                  <a:lnTo>
                    <a:pt x="10979" y="28649"/>
                  </a:lnTo>
                  <a:lnTo>
                    <a:pt x="9188" y="28649"/>
                  </a:lnTo>
                  <a:lnTo>
                    <a:pt x="8237" y="27698"/>
                  </a:lnTo>
                  <a:lnTo>
                    <a:pt x="8237" y="18141"/>
                  </a:lnTo>
                  <a:lnTo>
                    <a:pt x="10620" y="15757"/>
                  </a:lnTo>
                  <a:lnTo>
                    <a:pt x="8237" y="13373"/>
                  </a:lnTo>
                  <a:lnTo>
                    <a:pt x="8237" y="10979"/>
                  </a:lnTo>
                  <a:lnTo>
                    <a:pt x="9188" y="10027"/>
                  </a:lnTo>
                  <a:lnTo>
                    <a:pt x="10979" y="10027"/>
                  </a:lnTo>
                  <a:lnTo>
                    <a:pt x="18141" y="2865"/>
                  </a:lnTo>
                  <a:lnTo>
                    <a:pt x="19338" y="2865"/>
                  </a:lnTo>
                  <a:lnTo>
                    <a:pt x="19338" y="0"/>
                  </a:lnTo>
                  <a:lnTo>
                    <a:pt x="13373" y="0"/>
                  </a:lnTo>
                  <a:close/>
                </a:path>
              </a:pathLst>
            </a:custGeom>
            <a:solidFill>
              <a:srgbClr val="FA8585"/>
            </a:solidFill>
            <a:ln>
              <a:noFill/>
            </a:ln>
          </p:spPr>
        </p:sp>
        <p:sp>
          <p:nvSpPr>
            <p:cNvPr id="17124" name="Graph element 1817"/>
            <p:cNvSpPr/>
            <p:nvPr/>
          </p:nvSpPr>
          <p:spPr>
            <a:xfrm>
              <a:off x="1117311" y="1033933"/>
              <a:ext cx="31872" cy="22142"/>
            </a:xfrm>
            <a:custGeom>
              <a:avLst/>
              <a:gdLst/>
              <a:ahLst/>
              <a:cxnLst/>
              <a:rect l="0" t="0" r="r" b="b"/>
              <a:pathLst>
                <a:path w="31872" h="22142" stroke="0" extrusionOk="0">
                  <a:moveTo>
                    <a:pt x="31217" y="0"/>
                  </a:moveTo>
                  <a:lnTo>
                    <a:pt x="26265" y="4952"/>
                  </a:lnTo>
                  <a:lnTo>
                    <a:pt x="15522" y="4952"/>
                  </a:lnTo>
                  <a:lnTo>
                    <a:pt x="12892" y="7582"/>
                  </a:lnTo>
                  <a:lnTo>
                    <a:pt x="12892" y="9372"/>
                  </a:lnTo>
                  <a:lnTo>
                    <a:pt x="11941" y="10324"/>
                  </a:lnTo>
                  <a:lnTo>
                    <a:pt x="10150" y="10324"/>
                  </a:lnTo>
                  <a:lnTo>
                    <a:pt x="6569" y="13905"/>
                  </a:lnTo>
                  <a:lnTo>
                    <a:pt x="4778" y="13905"/>
                  </a:lnTo>
                  <a:lnTo>
                    <a:pt x="2988" y="15696"/>
                  </a:lnTo>
                  <a:lnTo>
                    <a:pt x="0" y="15696"/>
                  </a:lnTo>
                  <a:lnTo>
                    <a:pt x="0" y="18560"/>
                  </a:lnTo>
                  <a:lnTo>
                    <a:pt x="1197" y="18560"/>
                  </a:lnTo>
                  <a:lnTo>
                    <a:pt x="2988" y="20351"/>
                  </a:lnTo>
                  <a:lnTo>
                    <a:pt x="4778" y="20351"/>
                  </a:lnTo>
                  <a:lnTo>
                    <a:pt x="6569" y="22142"/>
                  </a:lnTo>
                  <a:lnTo>
                    <a:pt x="16708" y="22142"/>
                  </a:lnTo>
                  <a:lnTo>
                    <a:pt x="18499" y="20351"/>
                  </a:lnTo>
                  <a:lnTo>
                    <a:pt x="20290" y="20351"/>
                  </a:lnTo>
                  <a:lnTo>
                    <a:pt x="22080" y="18560"/>
                  </a:lnTo>
                  <a:lnTo>
                    <a:pt x="23871" y="18560"/>
                  </a:lnTo>
                  <a:lnTo>
                    <a:pt x="28291" y="14140"/>
                  </a:lnTo>
                  <a:lnTo>
                    <a:pt x="28291" y="12350"/>
                  </a:lnTo>
                  <a:lnTo>
                    <a:pt x="31872" y="8768"/>
                  </a:lnTo>
                  <a:lnTo>
                    <a:pt x="31872" y="3397"/>
                  </a:lnTo>
                  <a:lnTo>
                    <a:pt x="31217" y="0"/>
                  </a:lnTo>
                  <a:close/>
                </a:path>
              </a:pathLst>
            </a:custGeom>
            <a:solidFill>
              <a:srgbClr val="FA8585"/>
            </a:solidFill>
            <a:ln>
              <a:noFill/>
            </a:ln>
          </p:spPr>
        </p:sp>
        <p:sp>
          <p:nvSpPr>
            <p:cNvPr id="17125" name="Graph element 1818"/>
            <p:cNvSpPr/>
            <p:nvPr/>
          </p:nvSpPr>
          <p:spPr>
            <a:xfrm>
              <a:off x="1085204" y="1033513"/>
              <a:ext cx="30194" cy="29959"/>
            </a:xfrm>
            <a:custGeom>
              <a:avLst/>
              <a:gdLst/>
              <a:ahLst/>
              <a:cxnLst/>
              <a:rect l="0" t="0" r="r" b="b"/>
              <a:pathLst>
                <a:path w="30194" h="29959" stroke="0" extrusionOk="0">
                  <a:moveTo>
                    <a:pt x="18980" y="0"/>
                  </a:moveTo>
                  <a:lnTo>
                    <a:pt x="17189" y="1791"/>
                  </a:lnTo>
                  <a:lnTo>
                    <a:pt x="10979" y="1791"/>
                  </a:lnTo>
                  <a:lnTo>
                    <a:pt x="10979" y="5607"/>
                  </a:lnTo>
                  <a:lnTo>
                    <a:pt x="12176" y="6804"/>
                  </a:lnTo>
                  <a:lnTo>
                    <a:pt x="11818" y="7162"/>
                  </a:lnTo>
                  <a:lnTo>
                    <a:pt x="11214" y="7162"/>
                  </a:lnTo>
                  <a:lnTo>
                    <a:pt x="9423" y="5372"/>
                  </a:lnTo>
                  <a:lnTo>
                    <a:pt x="0" y="5372"/>
                  </a:lnTo>
                  <a:lnTo>
                    <a:pt x="3816" y="9188"/>
                  </a:lnTo>
                  <a:lnTo>
                    <a:pt x="3816" y="12769"/>
                  </a:lnTo>
                  <a:lnTo>
                    <a:pt x="5607" y="14560"/>
                  </a:lnTo>
                  <a:lnTo>
                    <a:pt x="5607" y="18980"/>
                  </a:lnTo>
                  <a:lnTo>
                    <a:pt x="11818" y="18980"/>
                  </a:lnTo>
                  <a:lnTo>
                    <a:pt x="13608" y="20771"/>
                  </a:lnTo>
                  <a:lnTo>
                    <a:pt x="15399" y="20771"/>
                  </a:lnTo>
                  <a:lnTo>
                    <a:pt x="24587" y="29959"/>
                  </a:lnTo>
                  <a:lnTo>
                    <a:pt x="24587" y="16954"/>
                  </a:lnTo>
                  <a:lnTo>
                    <a:pt x="23390" y="15757"/>
                  </a:lnTo>
                  <a:lnTo>
                    <a:pt x="23748" y="15399"/>
                  </a:lnTo>
                  <a:lnTo>
                    <a:pt x="30194" y="15399"/>
                  </a:lnTo>
                  <a:lnTo>
                    <a:pt x="24587" y="9792"/>
                  </a:lnTo>
                  <a:lnTo>
                    <a:pt x="24587" y="8001"/>
                  </a:lnTo>
                  <a:lnTo>
                    <a:pt x="22796" y="6211"/>
                  </a:lnTo>
                  <a:lnTo>
                    <a:pt x="22796" y="0"/>
                  </a:lnTo>
                  <a:lnTo>
                    <a:pt x="18980" y="0"/>
                  </a:lnTo>
                  <a:close/>
                  <a:moveTo>
                    <a:pt x="14437" y="8595"/>
                  </a:moveTo>
                  <a:lnTo>
                    <a:pt x="15399" y="8237"/>
                  </a:lnTo>
                  <a:lnTo>
                    <a:pt x="19338" y="12176"/>
                  </a:lnTo>
                  <a:lnTo>
                    <a:pt x="18376" y="12534"/>
                  </a:lnTo>
                  <a:lnTo>
                    <a:pt x="14437" y="8595"/>
                  </a:lnTo>
                  <a:close/>
                </a:path>
              </a:pathLst>
            </a:custGeom>
            <a:solidFill>
              <a:srgbClr val="FA8585"/>
            </a:solidFill>
            <a:ln>
              <a:noFill/>
            </a:ln>
          </p:spPr>
        </p:sp>
        <p:sp>
          <p:nvSpPr>
            <p:cNvPr id="17126" name="Graph element 1819"/>
            <p:cNvSpPr/>
            <p:nvPr/>
          </p:nvSpPr>
          <p:spPr>
            <a:xfrm>
              <a:off x="1052974" y="1029338"/>
              <a:ext cx="35565" cy="20167"/>
            </a:xfrm>
            <a:custGeom>
              <a:avLst/>
              <a:gdLst/>
              <a:ahLst/>
              <a:cxnLst/>
              <a:rect l="0" t="0" r="r" b="b"/>
              <a:pathLst>
                <a:path w="35565" h="20167" stroke="0" extrusionOk="0">
                  <a:moveTo>
                    <a:pt x="17783" y="0"/>
                  </a:moveTo>
                  <a:lnTo>
                    <a:pt x="15399" y="2384"/>
                  </a:lnTo>
                  <a:lnTo>
                    <a:pt x="10027" y="2384"/>
                  </a:lnTo>
                  <a:lnTo>
                    <a:pt x="6446" y="5965"/>
                  </a:lnTo>
                  <a:lnTo>
                    <a:pt x="4655" y="5965"/>
                  </a:lnTo>
                  <a:lnTo>
                    <a:pt x="0" y="10620"/>
                  </a:lnTo>
                  <a:lnTo>
                    <a:pt x="8237" y="10620"/>
                  </a:lnTo>
                  <a:lnTo>
                    <a:pt x="10027" y="12411"/>
                  </a:lnTo>
                  <a:lnTo>
                    <a:pt x="11818" y="12411"/>
                  </a:lnTo>
                  <a:lnTo>
                    <a:pt x="19573" y="20167"/>
                  </a:lnTo>
                  <a:lnTo>
                    <a:pt x="27329" y="12411"/>
                  </a:lnTo>
                  <a:lnTo>
                    <a:pt x="29119" y="12411"/>
                  </a:lnTo>
                  <a:lnTo>
                    <a:pt x="30910" y="10620"/>
                  </a:lnTo>
                  <a:lnTo>
                    <a:pt x="35565" y="10620"/>
                  </a:lnTo>
                  <a:lnTo>
                    <a:pt x="29119" y="4174"/>
                  </a:lnTo>
                  <a:lnTo>
                    <a:pt x="27329" y="4174"/>
                  </a:lnTo>
                  <a:lnTo>
                    <a:pt x="25538" y="2384"/>
                  </a:lnTo>
                  <a:lnTo>
                    <a:pt x="20167" y="2384"/>
                  </a:lnTo>
                  <a:lnTo>
                    <a:pt x="17783" y="0"/>
                  </a:lnTo>
                  <a:close/>
                </a:path>
              </a:pathLst>
            </a:custGeom>
            <a:solidFill>
              <a:srgbClr val="FA8585"/>
            </a:solidFill>
            <a:ln>
              <a:noFill/>
            </a:ln>
          </p:spPr>
        </p:sp>
        <p:sp>
          <p:nvSpPr>
            <p:cNvPr id="17127" name="Graph element 1820"/>
            <p:cNvSpPr/>
            <p:nvPr/>
          </p:nvSpPr>
          <p:spPr>
            <a:xfrm>
              <a:off x="1074696" y="1006655"/>
              <a:ext cx="24352" cy="29723"/>
            </a:xfrm>
            <a:custGeom>
              <a:avLst/>
              <a:gdLst/>
              <a:ahLst/>
              <a:cxnLst/>
              <a:rect l="0" t="0" r="r" b="b"/>
              <a:pathLst>
                <a:path w="24352" h="29723" stroke="0" extrusionOk="0">
                  <a:moveTo>
                    <a:pt x="1791" y="0"/>
                  </a:moveTo>
                  <a:lnTo>
                    <a:pt x="1791" y="6211"/>
                  </a:lnTo>
                  <a:lnTo>
                    <a:pt x="0" y="8001"/>
                  </a:lnTo>
                  <a:lnTo>
                    <a:pt x="0" y="10979"/>
                  </a:lnTo>
                  <a:lnTo>
                    <a:pt x="1791" y="12769"/>
                  </a:lnTo>
                  <a:lnTo>
                    <a:pt x="1791" y="18141"/>
                  </a:lnTo>
                  <a:lnTo>
                    <a:pt x="5372" y="21722"/>
                  </a:lnTo>
                  <a:lnTo>
                    <a:pt x="5372" y="24352"/>
                  </a:lnTo>
                  <a:lnTo>
                    <a:pt x="8001" y="24352"/>
                  </a:lnTo>
                  <a:lnTo>
                    <a:pt x="11582" y="27933"/>
                  </a:lnTo>
                  <a:lnTo>
                    <a:pt x="15164" y="27933"/>
                  </a:lnTo>
                  <a:lnTo>
                    <a:pt x="16954" y="29723"/>
                  </a:lnTo>
                  <a:lnTo>
                    <a:pt x="20771" y="29723"/>
                  </a:lnTo>
                  <a:lnTo>
                    <a:pt x="20771" y="24116"/>
                  </a:lnTo>
                  <a:lnTo>
                    <a:pt x="18980" y="22326"/>
                  </a:lnTo>
                  <a:lnTo>
                    <a:pt x="18980" y="21722"/>
                  </a:lnTo>
                  <a:lnTo>
                    <a:pt x="20771" y="19931"/>
                  </a:lnTo>
                  <a:lnTo>
                    <a:pt x="20771" y="14560"/>
                  </a:lnTo>
                  <a:lnTo>
                    <a:pt x="24352" y="10979"/>
                  </a:lnTo>
                  <a:lnTo>
                    <a:pt x="24352" y="8001"/>
                  </a:lnTo>
                  <a:lnTo>
                    <a:pt x="22561" y="6211"/>
                  </a:lnTo>
                  <a:lnTo>
                    <a:pt x="22561" y="3581"/>
                  </a:lnTo>
                  <a:lnTo>
                    <a:pt x="12769" y="3581"/>
                  </a:lnTo>
                  <a:lnTo>
                    <a:pt x="10979" y="1791"/>
                  </a:lnTo>
                  <a:lnTo>
                    <a:pt x="9188" y="1791"/>
                  </a:lnTo>
                  <a:lnTo>
                    <a:pt x="7397" y="0"/>
                  </a:lnTo>
                  <a:lnTo>
                    <a:pt x="1791" y="0"/>
                  </a:lnTo>
                  <a:close/>
                </a:path>
              </a:pathLst>
            </a:custGeom>
            <a:solidFill>
              <a:srgbClr val="FA8585"/>
            </a:solidFill>
            <a:ln>
              <a:noFill/>
            </a:ln>
          </p:spPr>
        </p:sp>
        <p:sp>
          <p:nvSpPr>
            <p:cNvPr id="17128" name="Graph element 1821"/>
            <p:cNvSpPr/>
            <p:nvPr/>
          </p:nvSpPr>
          <p:spPr>
            <a:xfrm>
              <a:off x="1029338" y="999257"/>
              <a:ext cx="25180" cy="37121"/>
            </a:xfrm>
            <a:custGeom>
              <a:avLst/>
              <a:gdLst/>
              <a:ahLst/>
              <a:cxnLst/>
              <a:rect l="0" t="0" r="r" b="b"/>
              <a:pathLst>
                <a:path w="25180" h="37121" stroke="0" extrusionOk="0">
                  <a:moveTo>
                    <a:pt x="10620" y="0"/>
                  </a:moveTo>
                  <a:lnTo>
                    <a:pt x="4174" y="6446"/>
                  </a:lnTo>
                  <a:lnTo>
                    <a:pt x="4174" y="8237"/>
                  </a:lnTo>
                  <a:lnTo>
                    <a:pt x="2384" y="10027"/>
                  </a:lnTo>
                  <a:lnTo>
                    <a:pt x="2384" y="15399"/>
                  </a:lnTo>
                  <a:lnTo>
                    <a:pt x="0" y="17783"/>
                  </a:lnTo>
                  <a:lnTo>
                    <a:pt x="2384" y="20167"/>
                  </a:lnTo>
                  <a:lnTo>
                    <a:pt x="2384" y="25538"/>
                  </a:lnTo>
                  <a:lnTo>
                    <a:pt x="5965" y="29119"/>
                  </a:lnTo>
                  <a:lnTo>
                    <a:pt x="5965" y="31749"/>
                  </a:lnTo>
                  <a:lnTo>
                    <a:pt x="8595" y="31749"/>
                  </a:lnTo>
                  <a:lnTo>
                    <a:pt x="12176" y="35330"/>
                  </a:lnTo>
                  <a:lnTo>
                    <a:pt x="17548" y="35330"/>
                  </a:lnTo>
                  <a:lnTo>
                    <a:pt x="19338" y="37121"/>
                  </a:lnTo>
                  <a:lnTo>
                    <a:pt x="25180" y="37121"/>
                  </a:lnTo>
                  <a:lnTo>
                    <a:pt x="20525" y="32465"/>
                  </a:lnTo>
                  <a:lnTo>
                    <a:pt x="16944" y="32465"/>
                  </a:lnTo>
                  <a:lnTo>
                    <a:pt x="9781" y="25303"/>
                  </a:lnTo>
                  <a:lnTo>
                    <a:pt x="7991" y="25303"/>
                  </a:lnTo>
                  <a:lnTo>
                    <a:pt x="7039" y="24352"/>
                  </a:lnTo>
                  <a:lnTo>
                    <a:pt x="7039" y="7633"/>
                  </a:lnTo>
                  <a:lnTo>
                    <a:pt x="7991" y="6681"/>
                  </a:lnTo>
                  <a:lnTo>
                    <a:pt x="10620" y="6681"/>
                  </a:lnTo>
                  <a:lnTo>
                    <a:pt x="10620" y="0"/>
                  </a:lnTo>
                  <a:close/>
                </a:path>
              </a:pathLst>
            </a:custGeom>
            <a:solidFill>
              <a:srgbClr val="FA8585"/>
            </a:solidFill>
            <a:ln>
              <a:noFill/>
            </a:ln>
          </p:spPr>
        </p:sp>
        <p:sp>
          <p:nvSpPr>
            <p:cNvPr id="17129" name="Graph element 1822"/>
            <p:cNvSpPr/>
            <p:nvPr/>
          </p:nvSpPr>
          <p:spPr>
            <a:xfrm>
              <a:off x="1131994" y="997702"/>
              <a:ext cx="24352" cy="33663"/>
            </a:xfrm>
            <a:custGeom>
              <a:avLst/>
              <a:gdLst/>
              <a:ahLst/>
              <a:cxnLst/>
              <a:rect l="0" t="0" r="r" b="b"/>
              <a:pathLst>
                <a:path w="24352" h="33663" stroke="0" extrusionOk="0">
                  <a:moveTo>
                    <a:pt x="3581" y="0"/>
                  </a:moveTo>
                  <a:lnTo>
                    <a:pt x="3581" y="8001"/>
                  </a:lnTo>
                  <a:lnTo>
                    <a:pt x="1791" y="9792"/>
                  </a:lnTo>
                  <a:lnTo>
                    <a:pt x="1791" y="11582"/>
                  </a:lnTo>
                  <a:lnTo>
                    <a:pt x="0" y="13373"/>
                  </a:lnTo>
                  <a:lnTo>
                    <a:pt x="0" y="17189"/>
                  </a:lnTo>
                  <a:lnTo>
                    <a:pt x="4420" y="17189"/>
                  </a:lnTo>
                  <a:lnTo>
                    <a:pt x="8001" y="20771"/>
                  </a:lnTo>
                  <a:lnTo>
                    <a:pt x="9792" y="20771"/>
                  </a:lnTo>
                  <a:lnTo>
                    <a:pt x="14325" y="25303"/>
                  </a:lnTo>
                  <a:lnTo>
                    <a:pt x="14325" y="27094"/>
                  </a:lnTo>
                  <a:lnTo>
                    <a:pt x="16115" y="28884"/>
                  </a:lnTo>
                  <a:lnTo>
                    <a:pt x="16115" y="30675"/>
                  </a:lnTo>
                  <a:lnTo>
                    <a:pt x="17906" y="32465"/>
                  </a:lnTo>
                  <a:lnTo>
                    <a:pt x="17906" y="33663"/>
                  </a:lnTo>
                  <a:lnTo>
                    <a:pt x="20771" y="33663"/>
                  </a:lnTo>
                  <a:lnTo>
                    <a:pt x="20771" y="32465"/>
                  </a:lnTo>
                  <a:lnTo>
                    <a:pt x="24352" y="28884"/>
                  </a:lnTo>
                  <a:lnTo>
                    <a:pt x="24352" y="13373"/>
                  </a:lnTo>
                  <a:lnTo>
                    <a:pt x="22561" y="11582"/>
                  </a:lnTo>
                  <a:lnTo>
                    <a:pt x="22561" y="9792"/>
                  </a:lnTo>
                  <a:lnTo>
                    <a:pt x="16350" y="3581"/>
                  </a:lnTo>
                  <a:lnTo>
                    <a:pt x="14560" y="3581"/>
                  </a:lnTo>
                  <a:lnTo>
                    <a:pt x="12769" y="1791"/>
                  </a:lnTo>
                  <a:lnTo>
                    <a:pt x="10979" y="1791"/>
                  </a:lnTo>
                  <a:lnTo>
                    <a:pt x="9188" y="0"/>
                  </a:lnTo>
                  <a:lnTo>
                    <a:pt x="3581" y="0"/>
                  </a:lnTo>
                  <a:close/>
                </a:path>
              </a:pathLst>
            </a:custGeom>
            <a:solidFill>
              <a:srgbClr val="FA8585"/>
            </a:solidFill>
            <a:ln>
              <a:noFill/>
            </a:ln>
          </p:spPr>
        </p:sp>
        <p:sp>
          <p:nvSpPr>
            <p:cNvPr id="17130" name="Graph element 1823"/>
            <p:cNvSpPr/>
            <p:nvPr/>
          </p:nvSpPr>
          <p:spPr>
            <a:xfrm>
              <a:off x="1049270" y="995911"/>
              <a:ext cx="24710" cy="37121"/>
            </a:xfrm>
            <a:custGeom>
              <a:avLst/>
              <a:gdLst/>
              <a:ahLst/>
              <a:cxnLst/>
              <a:rect l="0" t="0" r="r" b="b"/>
              <a:pathLst>
                <a:path w="24710" h="37121" stroke="0" extrusionOk="0">
                  <a:moveTo>
                    <a:pt x="0" y="2865"/>
                  </a:moveTo>
                  <a:lnTo>
                    <a:pt x="6569" y="2865"/>
                  </a:lnTo>
                  <a:lnTo>
                    <a:pt x="8359" y="4655"/>
                  </a:lnTo>
                  <a:lnTo>
                    <a:pt x="10150" y="4655"/>
                  </a:lnTo>
                  <a:lnTo>
                    <a:pt x="16473" y="10979"/>
                  </a:lnTo>
                  <a:lnTo>
                    <a:pt x="16473" y="12769"/>
                  </a:lnTo>
                  <a:lnTo>
                    <a:pt x="18264" y="14560"/>
                  </a:lnTo>
                  <a:lnTo>
                    <a:pt x="18264" y="19931"/>
                  </a:lnTo>
                  <a:lnTo>
                    <a:pt x="19461" y="21129"/>
                  </a:lnTo>
                  <a:lnTo>
                    <a:pt x="18264" y="22326"/>
                  </a:lnTo>
                  <a:lnTo>
                    <a:pt x="18264" y="27698"/>
                  </a:lnTo>
                  <a:lnTo>
                    <a:pt x="14683" y="31279"/>
                  </a:lnTo>
                  <a:lnTo>
                    <a:pt x="14683" y="37121"/>
                  </a:lnTo>
                  <a:lnTo>
                    <a:pt x="22919" y="28884"/>
                  </a:lnTo>
                  <a:lnTo>
                    <a:pt x="22919" y="27094"/>
                  </a:lnTo>
                  <a:lnTo>
                    <a:pt x="24710" y="25303"/>
                  </a:lnTo>
                  <a:lnTo>
                    <a:pt x="24710" y="11582"/>
                  </a:lnTo>
                  <a:lnTo>
                    <a:pt x="22919" y="9792"/>
                  </a:lnTo>
                  <a:lnTo>
                    <a:pt x="22919" y="8001"/>
                  </a:lnTo>
                  <a:lnTo>
                    <a:pt x="16708" y="1791"/>
                  </a:lnTo>
                  <a:lnTo>
                    <a:pt x="14918" y="1791"/>
                  </a:lnTo>
                  <a:lnTo>
                    <a:pt x="13127" y="0"/>
                  </a:lnTo>
                  <a:lnTo>
                    <a:pt x="0" y="2865"/>
                  </a:lnTo>
                  <a:close/>
                </a:path>
              </a:pathLst>
            </a:custGeom>
            <a:solidFill>
              <a:srgbClr val="FA8585"/>
            </a:solidFill>
            <a:ln>
              <a:noFill/>
            </a:ln>
          </p:spPr>
        </p:sp>
        <p:sp>
          <p:nvSpPr>
            <p:cNvPr id="17131" name="Graph element 1824"/>
            <p:cNvSpPr/>
            <p:nvPr/>
          </p:nvSpPr>
          <p:spPr>
            <a:xfrm>
              <a:off x="1306098" y="986600"/>
              <a:ext cx="45419" cy="33663"/>
            </a:xfrm>
            <a:custGeom>
              <a:avLst/>
              <a:gdLst/>
              <a:ahLst/>
              <a:cxnLst/>
              <a:rect l="0" t="0" r="r" b="b"/>
              <a:pathLst>
                <a:path w="45419" h="33663" stroke="0" extrusionOk="0">
                  <a:moveTo>
                    <a:pt x="40763" y="0"/>
                  </a:moveTo>
                  <a:lnTo>
                    <a:pt x="40763" y="2988"/>
                  </a:lnTo>
                  <a:lnTo>
                    <a:pt x="38973" y="4778"/>
                  </a:lnTo>
                  <a:lnTo>
                    <a:pt x="38973" y="8359"/>
                  </a:lnTo>
                  <a:lnTo>
                    <a:pt x="35392" y="11941"/>
                  </a:lnTo>
                  <a:lnTo>
                    <a:pt x="35392" y="13731"/>
                  </a:lnTo>
                  <a:lnTo>
                    <a:pt x="30859" y="18264"/>
                  </a:lnTo>
                  <a:lnTo>
                    <a:pt x="29069" y="18264"/>
                  </a:lnTo>
                  <a:lnTo>
                    <a:pt x="25487" y="21845"/>
                  </a:lnTo>
                  <a:lnTo>
                    <a:pt x="18325" y="21845"/>
                  </a:lnTo>
                  <a:lnTo>
                    <a:pt x="17128" y="23042"/>
                  </a:lnTo>
                  <a:lnTo>
                    <a:pt x="15931" y="21845"/>
                  </a:lnTo>
                  <a:lnTo>
                    <a:pt x="8768" y="21845"/>
                  </a:lnTo>
                  <a:lnTo>
                    <a:pt x="6978" y="20054"/>
                  </a:lnTo>
                  <a:lnTo>
                    <a:pt x="5187" y="20054"/>
                  </a:lnTo>
                  <a:lnTo>
                    <a:pt x="2026" y="16893"/>
                  </a:lnTo>
                  <a:lnTo>
                    <a:pt x="0" y="18919"/>
                  </a:lnTo>
                  <a:lnTo>
                    <a:pt x="1371" y="20290"/>
                  </a:lnTo>
                  <a:lnTo>
                    <a:pt x="1371" y="22080"/>
                  </a:lnTo>
                  <a:lnTo>
                    <a:pt x="9372" y="30081"/>
                  </a:lnTo>
                  <a:lnTo>
                    <a:pt x="11163" y="30081"/>
                  </a:lnTo>
                  <a:lnTo>
                    <a:pt x="12953" y="31872"/>
                  </a:lnTo>
                  <a:lnTo>
                    <a:pt x="16535" y="31872"/>
                  </a:lnTo>
                  <a:lnTo>
                    <a:pt x="18325" y="33663"/>
                  </a:lnTo>
                  <a:lnTo>
                    <a:pt x="24884" y="33663"/>
                  </a:lnTo>
                  <a:lnTo>
                    <a:pt x="26674" y="31872"/>
                  </a:lnTo>
                  <a:lnTo>
                    <a:pt x="30255" y="31872"/>
                  </a:lnTo>
                  <a:lnTo>
                    <a:pt x="32046" y="30081"/>
                  </a:lnTo>
                  <a:lnTo>
                    <a:pt x="33836" y="30081"/>
                  </a:lnTo>
                  <a:lnTo>
                    <a:pt x="43628" y="20290"/>
                  </a:lnTo>
                  <a:lnTo>
                    <a:pt x="43628" y="16708"/>
                  </a:lnTo>
                  <a:lnTo>
                    <a:pt x="45419" y="14918"/>
                  </a:lnTo>
                  <a:lnTo>
                    <a:pt x="45419" y="2988"/>
                  </a:lnTo>
                  <a:lnTo>
                    <a:pt x="43628" y="1197"/>
                  </a:lnTo>
                  <a:lnTo>
                    <a:pt x="40763" y="0"/>
                  </a:lnTo>
                  <a:close/>
                </a:path>
              </a:pathLst>
            </a:custGeom>
            <a:solidFill>
              <a:srgbClr val="FA8585"/>
            </a:solidFill>
            <a:ln>
              <a:noFill/>
            </a:ln>
          </p:spPr>
        </p:sp>
        <p:sp>
          <p:nvSpPr>
            <p:cNvPr id="17132" name="Graph element 1825"/>
            <p:cNvSpPr/>
            <p:nvPr/>
          </p:nvSpPr>
          <p:spPr>
            <a:xfrm>
              <a:off x="1108123" y="981587"/>
              <a:ext cx="26736" cy="28526"/>
            </a:xfrm>
            <a:custGeom>
              <a:avLst/>
              <a:gdLst/>
              <a:ahLst/>
              <a:cxnLst/>
              <a:rect l="0" t="0" r="r" b="b"/>
              <a:pathLst>
                <a:path w="26736" h="28526" stroke="0" extrusionOk="0">
                  <a:moveTo>
                    <a:pt x="2384" y="0"/>
                  </a:moveTo>
                  <a:lnTo>
                    <a:pt x="2384" y="3816"/>
                  </a:lnTo>
                  <a:lnTo>
                    <a:pt x="4174" y="5607"/>
                  </a:lnTo>
                  <a:lnTo>
                    <a:pt x="4174" y="11582"/>
                  </a:lnTo>
                  <a:lnTo>
                    <a:pt x="2384" y="13373"/>
                  </a:lnTo>
                  <a:lnTo>
                    <a:pt x="2384" y="16954"/>
                  </a:lnTo>
                  <a:lnTo>
                    <a:pt x="0" y="19338"/>
                  </a:lnTo>
                  <a:lnTo>
                    <a:pt x="4174" y="23513"/>
                  </a:lnTo>
                  <a:lnTo>
                    <a:pt x="4174" y="25303"/>
                  </a:lnTo>
                  <a:lnTo>
                    <a:pt x="7397" y="28526"/>
                  </a:lnTo>
                  <a:lnTo>
                    <a:pt x="16944" y="18980"/>
                  </a:lnTo>
                  <a:lnTo>
                    <a:pt x="18734" y="18980"/>
                  </a:lnTo>
                  <a:lnTo>
                    <a:pt x="20525" y="17189"/>
                  </a:lnTo>
                  <a:lnTo>
                    <a:pt x="26736" y="17189"/>
                  </a:lnTo>
                  <a:lnTo>
                    <a:pt x="26736" y="13373"/>
                  </a:lnTo>
                  <a:lnTo>
                    <a:pt x="24945" y="11582"/>
                  </a:lnTo>
                  <a:lnTo>
                    <a:pt x="24945" y="9792"/>
                  </a:lnTo>
                  <a:lnTo>
                    <a:pt x="16944" y="1791"/>
                  </a:lnTo>
                  <a:lnTo>
                    <a:pt x="15153" y="1791"/>
                  </a:lnTo>
                  <a:lnTo>
                    <a:pt x="13363" y="0"/>
                  </a:lnTo>
                  <a:lnTo>
                    <a:pt x="2384" y="0"/>
                  </a:lnTo>
                  <a:close/>
                </a:path>
              </a:pathLst>
            </a:custGeom>
            <a:solidFill>
              <a:srgbClr val="FA8585"/>
            </a:solidFill>
            <a:ln>
              <a:noFill/>
            </a:ln>
          </p:spPr>
        </p:sp>
        <p:sp>
          <p:nvSpPr>
            <p:cNvPr id="17133" name="Graph element 1826"/>
            <p:cNvSpPr/>
            <p:nvPr/>
          </p:nvSpPr>
          <p:spPr>
            <a:xfrm>
              <a:off x="1298516" y="961890"/>
              <a:ext cx="47864" cy="35453"/>
            </a:xfrm>
            <a:custGeom>
              <a:avLst/>
              <a:gdLst/>
              <a:ahLst/>
              <a:cxnLst/>
              <a:rect l="0" t="0" r="r" b="b"/>
              <a:pathLst>
                <a:path w="47864" h="35453" stroke="0" extrusionOk="0">
                  <a:moveTo>
                    <a:pt x="18745" y="0"/>
                  </a:moveTo>
                  <a:lnTo>
                    <a:pt x="16954" y="1791"/>
                  </a:lnTo>
                  <a:lnTo>
                    <a:pt x="15164" y="1791"/>
                  </a:lnTo>
                  <a:lnTo>
                    <a:pt x="13373" y="3581"/>
                  </a:lnTo>
                  <a:lnTo>
                    <a:pt x="11582" y="3581"/>
                  </a:lnTo>
                  <a:lnTo>
                    <a:pt x="3581" y="11582"/>
                  </a:lnTo>
                  <a:lnTo>
                    <a:pt x="3581" y="13373"/>
                  </a:lnTo>
                  <a:lnTo>
                    <a:pt x="1791" y="15164"/>
                  </a:lnTo>
                  <a:lnTo>
                    <a:pt x="1791" y="20535"/>
                  </a:lnTo>
                  <a:lnTo>
                    <a:pt x="0" y="22326"/>
                  </a:lnTo>
                  <a:lnTo>
                    <a:pt x="0" y="25303"/>
                  </a:lnTo>
                  <a:lnTo>
                    <a:pt x="1791" y="27094"/>
                  </a:lnTo>
                  <a:lnTo>
                    <a:pt x="1791" y="32465"/>
                  </a:lnTo>
                  <a:lnTo>
                    <a:pt x="3581" y="34256"/>
                  </a:lnTo>
                  <a:lnTo>
                    <a:pt x="3581" y="35453"/>
                  </a:lnTo>
                  <a:lnTo>
                    <a:pt x="6446" y="35453"/>
                  </a:lnTo>
                  <a:lnTo>
                    <a:pt x="6446" y="27094"/>
                  </a:lnTo>
                  <a:lnTo>
                    <a:pt x="8237" y="25303"/>
                  </a:lnTo>
                  <a:lnTo>
                    <a:pt x="8237" y="23513"/>
                  </a:lnTo>
                  <a:lnTo>
                    <a:pt x="10027" y="21722"/>
                  </a:lnTo>
                  <a:lnTo>
                    <a:pt x="10027" y="19931"/>
                  </a:lnTo>
                  <a:lnTo>
                    <a:pt x="14560" y="15399"/>
                  </a:lnTo>
                  <a:lnTo>
                    <a:pt x="16350" y="15399"/>
                  </a:lnTo>
                  <a:lnTo>
                    <a:pt x="19931" y="11818"/>
                  </a:lnTo>
                  <a:lnTo>
                    <a:pt x="23513" y="11818"/>
                  </a:lnTo>
                  <a:lnTo>
                    <a:pt x="25303" y="10027"/>
                  </a:lnTo>
                  <a:lnTo>
                    <a:pt x="33069" y="10027"/>
                  </a:lnTo>
                  <a:lnTo>
                    <a:pt x="34860" y="11818"/>
                  </a:lnTo>
                  <a:lnTo>
                    <a:pt x="38441" y="11818"/>
                  </a:lnTo>
                  <a:lnTo>
                    <a:pt x="42022" y="15399"/>
                  </a:lnTo>
                  <a:lnTo>
                    <a:pt x="47864" y="15399"/>
                  </a:lnTo>
                  <a:lnTo>
                    <a:pt x="44048" y="11582"/>
                  </a:lnTo>
                  <a:lnTo>
                    <a:pt x="44048" y="9792"/>
                  </a:lnTo>
                  <a:lnTo>
                    <a:pt x="37837" y="3581"/>
                  </a:lnTo>
                  <a:lnTo>
                    <a:pt x="36046" y="3581"/>
                  </a:lnTo>
                  <a:lnTo>
                    <a:pt x="34256" y="1791"/>
                  </a:lnTo>
                  <a:lnTo>
                    <a:pt x="30675" y="1791"/>
                  </a:lnTo>
                  <a:lnTo>
                    <a:pt x="28884" y="0"/>
                  </a:lnTo>
                  <a:lnTo>
                    <a:pt x="18745" y="0"/>
                  </a:lnTo>
                  <a:close/>
                </a:path>
              </a:pathLst>
            </a:custGeom>
            <a:solidFill>
              <a:srgbClr val="FA8585"/>
            </a:solidFill>
            <a:ln>
              <a:noFill/>
            </a:ln>
          </p:spPr>
        </p:sp>
        <p:sp>
          <p:nvSpPr>
            <p:cNvPr id="17134" name="Graph element 1827"/>
            <p:cNvSpPr/>
            <p:nvPr/>
          </p:nvSpPr>
          <p:spPr>
            <a:xfrm>
              <a:off x="1210779" y="945775"/>
              <a:ext cx="45838" cy="42257"/>
            </a:xfrm>
            <a:custGeom>
              <a:avLst/>
              <a:gdLst/>
              <a:ahLst/>
              <a:cxnLst/>
              <a:rect l="0" t="0" r="r" b="b"/>
              <a:pathLst>
                <a:path w="45838" h="42257" stroke="0" extrusionOk="0">
                  <a:moveTo>
                    <a:pt x="11582" y="0"/>
                  </a:moveTo>
                  <a:lnTo>
                    <a:pt x="8001" y="3581"/>
                  </a:lnTo>
                  <a:lnTo>
                    <a:pt x="5372" y="3581"/>
                  </a:lnTo>
                  <a:lnTo>
                    <a:pt x="5372" y="6211"/>
                  </a:lnTo>
                  <a:lnTo>
                    <a:pt x="1791" y="9792"/>
                  </a:lnTo>
                  <a:lnTo>
                    <a:pt x="1791" y="11582"/>
                  </a:lnTo>
                  <a:lnTo>
                    <a:pt x="0" y="13373"/>
                  </a:lnTo>
                  <a:lnTo>
                    <a:pt x="0" y="27094"/>
                  </a:lnTo>
                  <a:lnTo>
                    <a:pt x="1791" y="28884"/>
                  </a:lnTo>
                  <a:lnTo>
                    <a:pt x="1791" y="30675"/>
                  </a:lnTo>
                  <a:lnTo>
                    <a:pt x="5372" y="34256"/>
                  </a:lnTo>
                  <a:lnTo>
                    <a:pt x="5372" y="36046"/>
                  </a:lnTo>
                  <a:lnTo>
                    <a:pt x="8001" y="38676"/>
                  </a:lnTo>
                  <a:lnTo>
                    <a:pt x="9792" y="38676"/>
                  </a:lnTo>
                  <a:lnTo>
                    <a:pt x="13373" y="42257"/>
                  </a:lnTo>
                  <a:lnTo>
                    <a:pt x="30675" y="42257"/>
                  </a:lnTo>
                  <a:lnTo>
                    <a:pt x="32465" y="40467"/>
                  </a:lnTo>
                  <a:lnTo>
                    <a:pt x="34256" y="40467"/>
                  </a:lnTo>
                  <a:lnTo>
                    <a:pt x="42257" y="32465"/>
                  </a:lnTo>
                  <a:lnTo>
                    <a:pt x="42257" y="30675"/>
                  </a:lnTo>
                  <a:lnTo>
                    <a:pt x="44048" y="28884"/>
                  </a:lnTo>
                  <a:lnTo>
                    <a:pt x="44048" y="25303"/>
                  </a:lnTo>
                  <a:lnTo>
                    <a:pt x="45838" y="23513"/>
                  </a:lnTo>
                  <a:lnTo>
                    <a:pt x="45838" y="16954"/>
                  </a:lnTo>
                  <a:lnTo>
                    <a:pt x="44048" y="15164"/>
                  </a:lnTo>
                  <a:lnTo>
                    <a:pt x="44048" y="11582"/>
                  </a:lnTo>
                  <a:lnTo>
                    <a:pt x="42257" y="9792"/>
                  </a:lnTo>
                  <a:lnTo>
                    <a:pt x="42257" y="8001"/>
                  </a:lnTo>
                  <a:lnTo>
                    <a:pt x="36046" y="1791"/>
                  </a:lnTo>
                  <a:lnTo>
                    <a:pt x="33069" y="1791"/>
                  </a:lnTo>
                  <a:lnTo>
                    <a:pt x="31279" y="3581"/>
                  </a:lnTo>
                  <a:lnTo>
                    <a:pt x="19931" y="3581"/>
                  </a:lnTo>
                  <a:lnTo>
                    <a:pt x="18141" y="1791"/>
                  </a:lnTo>
                  <a:lnTo>
                    <a:pt x="16350" y="1791"/>
                  </a:lnTo>
                  <a:lnTo>
                    <a:pt x="14560" y="0"/>
                  </a:lnTo>
                  <a:lnTo>
                    <a:pt x="11582" y="0"/>
                  </a:lnTo>
                  <a:close/>
                </a:path>
              </a:pathLst>
            </a:custGeom>
            <a:solidFill>
              <a:srgbClr val="FA8585"/>
            </a:solidFill>
            <a:ln>
              <a:noFill/>
            </a:ln>
          </p:spPr>
        </p:sp>
        <p:sp>
          <p:nvSpPr>
            <p:cNvPr id="17135" name="Graph element 1828"/>
            <p:cNvSpPr/>
            <p:nvPr/>
          </p:nvSpPr>
          <p:spPr>
            <a:xfrm>
              <a:off x="1029932" y="938613"/>
              <a:ext cx="81885" cy="65535"/>
            </a:xfrm>
            <a:custGeom>
              <a:avLst/>
              <a:gdLst/>
              <a:ahLst/>
              <a:cxnLst/>
              <a:rect l="0" t="0" r="r" b="b"/>
              <a:pathLst>
                <a:path w="81885" h="65535" stroke="0" extrusionOk="0">
                  <a:moveTo>
                    <a:pt x="1791" y="23513"/>
                  </a:moveTo>
                  <a:lnTo>
                    <a:pt x="9792" y="31514"/>
                  </a:lnTo>
                  <a:lnTo>
                    <a:pt x="13373" y="31514"/>
                  </a:lnTo>
                  <a:lnTo>
                    <a:pt x="15164" y="33304"/>
                  </a:lnTo>
                  <a:lnTo>
                    <a:pt x="21722" y="33304"/>
                  </a:lnTo>
                  <a:lnTo>
                    <a:pt x="23513" y="31514"/>
                  </a:lnTo>
                  <a:lnTo>
                    <a:pt x="27094" y="31514"/>
                  </a:lnTo>
                  <a:lnTo>
                    <a:pt x="28884" y="29723"/>
                  </a:lnTo>
                  <a:lnTo>
                    <a:pt x="30675" y="29723"/>
                  </a:lnTo>
                  <a:lnTo>
                    <a:pt x="33304" y="27094"/>
                  </a:lnTo>
                  <a:lnTo>
                    <a:pt x="33304" y="16350"/>
                  </a:lnTo>
                  <a:lnTo>
                    <a:pt x="35095" y="14560"/>
                  </a:lnTo>
                  <a:lnTo>
                    <a:pt x="35095" y="10979"/>
                  </a:lnTo>
                  <a:lnTo>
                    <a:pt x="36650" y="10027"/>
                  </a:lnTo>
                  <a:lnTo>
                    <a:pt x="37602" y="10979"/>
                  </a:lnTo>
                  <a:lnTo>
                    <a:pt x="37602" y="20535"/>
                  </a:lnTo>
                  <a:lnTo>
                    <a:pt x="34021" y="24116"/>
                  </a:lnTo>
                  <a:lnTo>
                    <a:pt x="34021" y="27094"/>
                  </a:lnTo>
                  <a:lnTo>
                    <a:pt x="35811" y="28884"/>
                  </a:lnTo>
                  <a:lnTo>
                    <a:pt x="35811" y="30675"/>
                  </a:lnTo>
                  <a:lnTo>
                    <a:pt x="42022" y="36886"/>
                  </a:lnTo>
                  <a:lnTo>
                    <a:pt x="43813" y="36886"/>
                  </a:lnTo>
                  <a:lnTo>
                    <a:pt x="46197" y="39270"/>
                  </a:lnTo>
                  <a:lnTo>
                    <a:pt x="50371" y="35095"/>
                  </a:lnTo>
                  <a:lnTo>
                    <a:pt x="52162" y="35095"/>
                  </a:lnTo>
                  <a:lnTo>
                    <a:pt x="53952" y="33304"/>
                  </a:lnTo>
                  <a:lnTo>
                    <a:pt x="55743" y="33304"/>
                  </a:lnTo>
                  <a:lnTo>
                    <a:pt x="57533" y="31514"/>
                  </a:lnTo>
                  <a:lnTo>
                    <a:pt x="65299" y="31514"/>
                  </a:lnTo>
                  <a:lnTo>
                    <a:pt x="67448" y="33663"/>
                  </a:lnTo>
                  <a:lnTo>
                    <a:pt x="65299" y="35811"/>
                  </a:lnTo>
                  <a:lnTo>
                    <a:pt x="63509" y="35811"/>
                  </a:lnTo>
                  <a:lnTo>
                    <a:pt x="59928" y="39392"/>
                  </a:lnTo>
                  <a:lnTo>
                    <a:pt x="44764" y="39392"/>
                  </a:lnTo>
                  <a:lnTo>
                    <a:pt x="44764" y="42022"/>
                  </a:lnTo>
                  <a:lnTo>
                    <a:pt x="42974" y="43813"/>
                  </a:lnTo>
                  <a:lnTo>
                    <a:pt x="42974" y="49184"/>
                  </a:lnTo>
                  <a:lnTo>
                    <a:pt x="40590" y="51568"/>
                  </a:lnTo>
                  <a:lnTo>
                    <a:pt x="42974" y="53952"/>
                  </a:lnTo>
                  <a:lnTo>
                    <a:pt x="42974" y="59324"/>
                  </a:lnTo>
                  <a:lnTo>
                    <a:pt x="44764" y="61114"/>
                  </a:lnTo>
                  <a:lnTo>
                    <a:pt x="44764" y="62905"/>
                  </a:lnTo>
                  <a:lnTo>
                    <a:pt x="47394" y="65535"/>
                  </a:lnTo>
                  <a:lnTo>
                    <a:pt x="51210" y="65535"/>
                  </a:lnTo>
                  <a:lnTo>
                    <a:pt x="51210" y="62905"/>
                  </a:lnTo>
                  <a:lnTo>
                    <a:pt x="52162" y="61953"/>
                  </a:lnTo>
                  <a:lnTo>
                    <a:pt x="53952" y="61953"/>
                  </a:lnTo>
                  <a:lnTo>
                    <a:pt x="57533" y="58372"/>
                  </a:lnTo>
                  <a:lnTo>
                    <a:pt x="62905" y="58372"/>
                  </a:lnTo>
                  <a:lnTo>
                    <a:pt x="67325" y="53952"/>
                  </a:lnTo>
                  <a:lnTo>
                    <a:pt x="67325" y="52162"/>
                  </a:lnTo>
                  <a:lnTo>
                    <a:pt x="73648" y="45838"/>
                  </a:lnTo>
                  <a:lnTo>
                    <a:pt x="75439" y="45838"/>
                  </a:lnTo>
                  <a:lnTo>
                    <a:pt x="77229" y="44048"/>
                  </a:lnTo>
                  <a:lnTo>
                    <a:pt x="81885" y="44048"/>
                  </a:lnTo>
                  <a:lnTo>
                    <a:pt x="78069" y="40231"/>
                  </a:lnTo>
                  <a:lnTo>
                    <a:pt x="78069" y="38441"/>
                  </a:lnTo>
                  <a:lnTo>
                    <a:pt x="75439" y="35811"/>
                  </a:lnTo>
                  <a:lnTo>
                    <a:pt x="73648" y="35811"/>
                  </a:lnTo>
                  <a:lnTo>
                    <a:pt x="69709" y="31872"/>
                  </a:lnTo>
                  <a:lnTo>
                    <a:pt x="70906" y="30675"/>
                  </a:lnTo>
                  <a:lnTo>
                    <a:pt x="70906" y="28884"/>
                  </a:lnTo>
                  <a:lnTo>
                    <a:pt x="72697" y="27094"/>
                  </a:lnTo>
                  <a:lnTo>
                    <a:pt x="72697" y="13373"/>
                  </a:lnTo>
                  <a:lnTo>
                    <a:pt x="70906" y="11582"/>
                  </a:lnTo>
                  <a:lnTo>
                    <a:pt x="70906" y="9792"/>
                  </a:lnTo>
                  <a:lnTo>
                    <a:pt x="62905" y="1791"/>
                  </a:lnTo>
                  <a:lnTo>
                    <a:pt x="61114" y="1791"/>
                  </a:lnTo>
                  <a:lnTo>
                    <a:pt x="59324" y="0"/>
                  </a:lnTo>
                  <a:lnTo>
                    <a:pt x="47394" y="0"/>
                  </a:lnTo>
                  <a:lnTo>
                    <a:pt x="45603" y="1791"/>
                  </a:lnTo>
                  <a:lnTo>
                    <a:pt x="43813" y="1791"/>
                  </a:lnTo>
                  <a:lnTo>
                    <a:pt x="40231" y="5372"/>
                  </a:lnTo>
                  <a:lnTo>
                    <a:pt x="38441" y="5372"/>
                  </a:lnTo>
                  <a:lnTo>
                    <a:pt x="37244" y="6569"/>
                  </a:lnTo>
                  <a:lnTo>
                    <a:pt x="33663" y="2988"/>
                  </a:lnTo>
                  <a:lnTo>
                    <a:pt x="30440" y="6211"/>
                  </a:lnTo>
                  <a:lnTo>
                    <a:pt x="30440" y="8001"/>
                  </a:lnTo>
                  <a:lnTo>
                    <a:pt x="27698" y="10743"/>
                  </a:lnTo>
                  <a:lnTo>
                    <a:pt x="25907" y="10743"/>
                  </a:lnTo>
                  <a:lnTo>
                    <a:pt x="24116" y="12534"/>
                  </a:lnTo>
                  <a:lnTo>
                    <a:pt x="22326" y="12534"/>
                  </a:lnTo>
                  <a:lnTo>
                    <a:pt x="20535" y="14325"/>
                  </a:lnTo>
                  <a:lnTo>
                    <a:pt x="10979" y="14325"/>
                  </a:lnTo>
                  <a:lnTo>
                    <a:pt x="9188" y="12534"/>
                  </a:lnTo>
                  <a:lnTo>
                    <a:pt x="7397" y="12534"/>
                  </a:lnTo>
                  <a:lnTo>
                    <a:pt x="0" y="5136"/>
                  </a:lnTo>
                  <a:lnTo>
                    <a:pt x="0" y="19931"/>
                  </a:lnTo>
                  <a:lnTo>
                    <a:pt x="1791" y="21722"/>
                  </a:lnTo>
                  <a:lnTo>
                    <a:pt x="1791" y="23513"/>
                  </a:lnTo>
                  <a:close/>
                  <a:moveTo>
                    <a:pt x="6446" y="26858"/>
                  </a:moveTo>
                  <a:lnTo>
                    <a:pt x="6446" y="23513"/>
                  </a:lnTo>
                  <a:lnTo>
                    <a:pt x="7397" y="22561"/>
                  </a:lnTo>
                  <a:lnTo>
                    <a:pt x="9792" y="22561"/>
                  </a:lnTo>
                  <a:lnTo>
                    <a:pt x="10743" y="23513"/>
                  </a:lnTo>
                  <a:lnTo>
                    <a:pt x="10743" y="25907"/>
                  </a:lnTo>
                  <a:lnTo>
                    <a:pt x="9792" y="26858"/>
                  </a:lnTo>
                  <a:lnTo>
                    <a:pt x="6446" y="26858"/>
                  </a:lnTo>
                  <a:close/>
                </a:path>
              </a:pathLst>
            </a:custGeom>
            <a:solidFill>
              <a:srgbClr val="FA8585"/>
            </a:solidFill>
            <a:ln>
              <a:noFill/>
            </a:ln>
          </p:spPr>
        </p:sp>
        <p:sp>
          <p:nvSpPr>
            <p:cNvPr id="17136" name="Graph element 1829"/>
            <p:cNvSpPr/>
            <p:nvPr/>
          </p:nvSpPr>
          <p:spPr>
            <a:xfrm>
              <a:off x="1126622" y="931451"/>
              <a:ext cx="42257" cy="38676"/>
            </a:xfrm>
            <a:custGeom>
              <a:avLst/>
              <a:gdLst/>
              <a:ahLst/>
              <a:cxnLst/>
              <a:rect l="0" t="0" r="r" b="b"/>
              <a:pathLst>
                <a:path w="42257" h="38676" stroke="0" extrusionOk="0">
                  <a:moveTo>
                    <a:pt x="9792" y="0"/>
                  </a:moveTo>
                  <a:lnTo>
                    <a:pt x="8001" y="1791"/>
                  </a:lnTo>
                  <a:lnTo>
                    <a:pt x="5372" y="1791"/>
                  </a:lnTo>
                  <a:lnTo>
                    <a:pt x="5372" y="4420"/>
                  </a:lnTo>
                  <a:lnTo>
                    <a:pt x="1791" y="8001"/>
                  </a:lnTo>
                  <a:lnTo>
                    <a:pt x="1791" y="11582"/>
                  </a:lnTo>
                  <a:lnTo>
                    <a:pt x="0" y="13373"/>
                  </a:lnTo>
                  <a:lnTo>
                    <a:pt x="0" y="23513"/>
                  </a:lnTo>
                  <a:lnTo>
                    <a:pt x="1791" y="25303"/>
                  </a:lnTo>
                  <a:lnTo>
                    <a:pt x="1791" y="27094"/>
                  </a:lnTo>
                  <a:lnTo>
                    <a:pt x="3581" y="28884"/>
                  </a:lnTo>
                  <a:lnTo>
                    <a:pt x="3581" y="30675"/>
                  </a:lnTo>
                  <a:lnTo>
                    <a:pt x="8001" y="35095"/>
                  </a:lnTo>
                  <a:lnTo>
                    <a:pt x="9792" y="35095"/>
                  </a:lnTo>
                  <a:lnTo>
                    <a:pt x="13373" y="38676"/>
                  </a:lnTo>
                  <a:lnTo>
                    <a:pt x="30675" y="38676"/>
                  </a:lnTo>
                  <a:lnTo>
                    <a:pt x="34256" y="35095"/>
                  </a:lnTo>
                  <a:lnTo>
                    <a:pt x="36886" y="35095"/>
                  </a:lnTo>
                  <a:lnTo>
                    <a:pt x="36886" y="32465"/>
                  </a:lnTo>
                  <a:lnTo>
                    <a:pt x="42257" y="27094"/>
                  </a:lnTo>
                  <a:lnTo>
                    <a:pt x="42257" y="9792"/>
                  </a:lnTo>
                  <a:lnTo>
                    <a:pt x="38676" y="6211"/>
                  </a:lnTo>
                  <a:lnTo>
                    <a:pt x="38676" y="3581"/>
                  </a:lnTo>
                  <a:lnTo>
                    <a:pt x="34860" y="3581"/>
                  </a:lnTo>
                  <a:lnTo>
                    <a:pt x="33069" y="5372"/>
                  </a:lnTo>
                  <a:lnTo>
                    <a:pt x="21722" y="5372"/>
                  </a:lnTo>
                  <a:lnTo>
                    <a:pt x="19931" y="3581"/>
                  </a:lnTo>
                  <a:lnTo>
                    <a:pt x="18141" y="3581"/>
                  </a:lnTo>
                  <a:lnTo>
                    <a:pt x="16350" y="1791"/>
                  </a:lnTo>
                  <a:lnTo>
                    <a:pt x="14560" y="1791"/>
                  </a:lnTo>
                  <a:lnTo>
                    <a:pt x="12769" y="0"/>
                  </a:lnTo>
                  <a:lnTo>
                    <a:pt x="9792" y="0"/>
                  </a:lnTo>
                  <a:close/>
                </a:path>
              </a:pathLst>
            </a:custGeom>
            <a:solidFill>
              <a:srgbClr val="FA8585"/>
            </a:solidFill>
            <a:ln>
              <a:noFill/>
            </a:ln>
          </p:spPr>
        </p:sp>
        <p:sp>
          <p:nvSpPr>
            <p:cNvPr id="17137" name="Graph element 1830"/>
            <p:cNvSpPr/>
            <p:nvPr/>
          </p:nvSpPr>
          <p:spPr>
            <a:xfrm>
              <a:off x="1026351" y="915336"/>
              <a:ext cx="38676" cy="31749"/>
            </a:xfrm>
            <a:custGeom>
              <a:avLst/>
              <a:gdLst/>
              <a:ahLst/>
              <a:cxnLst/>
              <a:rect l="0" t="0" r="r" b="b"/>
              <a:pathLst>
                <a:path w="38676" h="31749" stroke="0" extrusionOk="0">
                  <a:moveTo>
                    <a:pt x="10508" y="0"/>
                  </a:moveTo>
                  <a:lnTo>
                    <a:pt x="14325" y="3816"/>
                  </a:lnTo>
                  <a:lnTo>
                    <a:pt x="14325" y="6211"/>
                  </a:lnTo>
                  <a:lnTo>
                    <a:pt x="13373" y="7162"/>
                  </a:lnTo>
                  <a:lnTo>
                    <a:pt x="10979" y="7162"/>
                  </a:lnTo>
                  <a:lnTo>
                    <a:pt x="10027" y="6211"/>
                  </a:lnTo>
                  <a:lnTo>
                    <a:pt x="10027" y="1555"/>
                  </a:lnTo>
                  <a:lnTo>
                    <a:pt x="3581" y="8001"/>
                  </a:lnTo>
                  <a:lnTo>
                    <a:pt x="3581" y="9792"/>
                  </a:lnTo>
                  <a:lnTo>
                    <a:pt x="1791" y="11582"/>
                  </a:lnTo>
                  <a:lnTo>
                    <a:pt x="1791" y="15164"/>
                  </a:lnTo>
                  <a:lnTo>
                    <a:pt x="0" y="16954"/>
                  </a:lnTo>
                  <a:lnTo>
                    <a:pt x="0" y="19931"/>
                  </a:lnTo>
                  <a:lnTo>
                    <a:pt x="1791" y="21722"/>
                  </a:lnTo>
                  <a:lnTo>
                    <a:pt x="1791" y="27094"/>
                  </a:lnTo>
                  <a:lnTo>
                    <a:pt x="6446" y="31749"/>
                  </a:lnTo>
                  <a:lnTo>
                    <a:pt x="6446" y="27094"/>
                  </a:lnTo>
                  <a:lnTo>
                    <a:pt x="10027" y="23513"/>
                  </a:lnTo>
                  <a:lnTo>
                    <a:pt x="10027" y="18141"/>
                  </a:lnTo>
                  <a:lnTo>
                    <a:pt x="10979" y="17189"/>
                  </a:lnTo>
                  <a:lnTo>
                    <a:pt x="13373" y="17189"/>
                  </a:lnTo>
                  <a:lnTo>
                    <a:pt x="15164" y="18980"/>
                  </a:lnTo>
                  <a:lnTo>
                    <a:pt x="29488" y="18980"/>
                  </a:lnTo>
                  <a:lnTo>
                    <a:pt x="33069" y="22561"/>
                  </a:lnTo>
                  <a:lnTo>
                    <a:pt x="34860" y="22561"/>
                  </a:lnTo>
                  <a:lnTo>
                    <a:pt x="35811" y="23513"/>
                  </a:lnTo>
                  <a:lnTo>
                    <a:pt x="35811" y="24710"/>
                  </a:lnTo>
                  <a:lnTo>
                    <a:pt x="38676" y="24710"/>
                  </a:lnTo>
                  <a:lnTo>
                    <a:pt x="38676" y="13373"/>
                  </a:lnTo>
                  <a:lnTo>
                    <a:pt x="36886" y="11582"/>
                  </a:lnTo>
                  <a:lnTo>
                    <a:pt x="36886" y="9792"/>
                  </a:lnTo>
                  <a:lnTo>
                    <a:pt x="35095" y="8001"/>
                  </a:lnTo>
                  <a:lnTo>
                    <a:pt x="35095" y="6211"/>
                  </a:lnTo>
                  <a:lnTo>
                    <a:pt x="32465" y="3581"/>
                  </a:lnTo>
                  <a:lnTo>
                    <a:pt x="30675" y="3581"/>
                  </a:lnTo>
                  <a:lnTo>
                    <a:pt x="28884" y="1791"/>
                  </a:lnTo>
                  <a:lnTo>
                    <a:pt x="27094" y="1791"/>
                  </a:lnTo>
                  <a:lnTo>
                    <a:pt x="25303" y="0"/>
                  </a:lnTo>
                  <a:lnTo>
                    <a:pt x="10508" y="0"/>
                  </a:lnTo>
                  <a:close/>
                </a:path>
              </a:pathLst>
            </a:custGeom>
            <a:solidFill>
              <a:srgbClr val="FA8585"/>
            </a:solidFill>
            <a:ln>
              <a:noFill/>
            </a:ln>
          </p:spPr>
        </p:sp>
        <p:sp>
          <p:nvSpPr>
            <p:cNvPr id="17138" name="Graph element 1831"/>
            <p:cNvSpPr/>
            <p:nvPr/>
          </p:nvSpPr>
          <p:spPr>
            <a:xfrm>
              <a:off x="1214360" y="904592"/>
              <a:ext cx="44048" cy="42257"/>
            </a:xfrm>
            <a:custGeom>
              <a:avLst/>
              <a:gdLst/>
              <a:ahLst/>
              <a:cxnLst/>
              <a:rect l="0" t="0" r="r" b="b"/>
              <a:pathLst>
                <a:path w="44048" h="42257" stroke="0" extrusionOk="0">
                  <a:moveTo>
                    <a:pt x="13373" y="0"/>
                  </a:moveTo>
                  <a:lnTo>
                    <a:pt x="9792" y="3581"/>
                  </a:lnTo>
                  <a:lnTo>
                    <a:pt x="8001" y="3581"/>
                  </a:lnTo>
                  <a:lnTo>
                    <a:pt x="3581" y="8001"/>
                  </a:lnTo>
                  <a:lnTo>
                    <a:pt x="3581" y="9792"/>
                  </a:lnTo>
                  <a:lnTo>
                    <a:pt x="0" y="13373"/>
                  </a:lnTo>
                  <a:lnTo>
                    <a:pt x="0" y="30675"/>
                  </a:lnTo>
                  <a:lnTo>
                    <a:pt x="1791" y="32465"/>
                  </a:lnTo>
                  <a:lnTo>
                    <a:pt x="1791" y="34256"/>
                  </a:lnTo>
                  <a:lnTo>
                    <a:pt x="8001" y="40467"/>
                  </a:lnTo>
                  <a:lnTo>
                    <a:pt x="12769" y="40467"/>
                  </a:lnTo>
                  <a:lnTo>
                    <a:pt x="14560" y="38676"/>
                  </a:lnTo>
                  <a:lnTo>
                    <a:pt x="24116" y="38676"/>
                  </a:lnTo>
                  <a:lnTo>
                    <a:pt x="25907" y="40467"/>
                  </a:lnTo>
                  <a:lnTo>
                    <a:pt x="27698" y="40467"/>
                  </a:lnTo>
                  <a:lnTo>
                    <a:pt x="29488" y="42257"/>
                  </a:lnTo>
                  <a:lnTo>
                    <a:pt x="34256" y="42257"/>
                  </a:lnTo>
                  <a:lnTo>
                    <a:pt x="42257" y="34256"/>
                  </a:lnTo>
                  <a:lnTo>
                    <a:pt x="42257" y="32465"/>
                  </a:lnTo>
                  <a:lnTo>
                    <a:pt x="44048" y="30675"/>
                  </a:lnTo>
                  <a:lnTo>
                    <a:pt x="44048" y="13373"/>
                  </a:lnTo>
                  <a:lnTo>
                    <a:pt x="40467" y="9792"/>
                  </a:lnTo>
                  <a:lnTo>
                    <a:pt x="40467" y="8001"/>
                  </a:lnTo>
                  <a:lnTo>
                    <a:pt x="36046" y="3581"/>
                  </a:lnTo>
                  <a:lnTo>
                    <a:pt x="34256" y="3581"/>
                  </a:lnTo>
                  <a:lnTo>
                    <a:pt x="30675" y="0"/>
                  </a:lnTo>
                  <a:lnTo>
                    <a:pt x="13373" y="0"/>
                  </a:lnTo>
                  <a:close/>
                </a:path>
              </a:pathLst>
            </a:custGeom>
            <a:solidFill>
              <a:srgbClr val="FA8585"/>
            </a:solidFill>
            <a:ln>
              <a:noFill/>
            </a:ln>
          </p:spPr>
        </p:sp>
        <p:sp>
          <p:nvSpPr>
            <p:cNvPr id="17139" name="Graph element 1832"/>
            <p:cNvSpPr/>
            <p:nvPr/>
          </p:nvSpPr>
          <p:spPr>
            <a:xfrm>
              <a:off x="1089020" y="897195"/>
              <a:ext cx="40467" cy="42493"/>
            </a:xfrm>
            <a:custGeom>
              <a:avLst/>
              <a:gdLst/>
              <a:ahLst/>
              <a:cxnLst/>
              <a:rect l="0" t="0" r="r" b="b"/>
              <a:pathLst>
                <a:path w="40467" h="42493" stroke="0" extrusionOk="0">
                  <a:moveTo>
                    <a:pt x="25068" y="0"/>
                  </a:moveTo>
                  <a:lnTo>
                    <a:pt x="25068" y="4655"/>
                  </a:lnTo>
                  <a:lnTo>
                    <a:pt x="23277" y="6446"/>
                  </a:lnTo>
                  <a:lnTo>
                    <a:pt x="23277" y="8237"/>
                  </a:lnTo>
                  <a:lnTo>
                    <a:pt x="19696" y="11818"/>
                  </a:lnTo>
                  <a:lnTo>
                    <a:pt x="19696" y="13608"/>
                  </a:lnTo>
                  <a:lnTo>
                    <a:pt x="13373" y="19931"/>
                  </a:lnTo>
                  <a:lnTo>
                    <a:pt x="11582" y="19931"/>
                  </a:lnTo>
                  <a:lnTo>
                    <a:pt x="9792" y="21722"/>
                  </a:lnTo>
                  <a:lnTo>
                    <a:pt x="8001" y="21722"/>
                  </a:lnTo>
                  <a:lnTo>
                    <a:pt x="6211" y="23513"/>
                  </a:lnTo>
                  <a:lnTo>
                    <a:pt x="0" y="23513"/>
                  </a:lnTo>
                  <a:lnTo>
                    <a:pt x="0" y="29119"/>
                  </a:lnTo>
                  <a:lnTo>
                    <a:pt x="1791" y="30910"/>
                  </a:lnTo>
                  <a:lnTo>
                    <a:pt x="1791" y="32701"/>
                  </a:lnTo>
                  <a:lnTo>
                    <a:pt x="9792" y="40702"/>
                  </a:lnTo>
                  <a:lnTo>
                    <a:pt x="11582" y="40702"/>
                  </a:lnTo>
                  <a:lnTo>
                    <a:pt x="13373" y="42493"/>
                  </a:lnTo>
                  <a:lnTo>
                    <a:pt x="28884" y="42493"/>
                  </a:lnTo>
                  <a:lnTo>
                    <a:pt x="32465" y="38911"/>
                  </a:lnTo>
                  <a:lnTo>
                    <a:pt x="34256" y="38911"/>
                  </a:lnTo>
                  <a:lnTo>
                    <a:pt x="36886" y="36282"/>
                  </a:lnTo>
                  <a:lnTo>
                    <a:pt x="36886" y="34491"/>
                  </a:lnTo>
                  <a:lnTo>
                    <a:pt x="40467" y="30910"/>
                  </a:lnTo>
                  <a:lnTo>
                    <a:pt x="40467" y="13608"/>
                  </a:lnTo>
                  <a:lnTo>
                    <a:pt x="36886" y="10027"/>
                  </a:lnTo>
                  <a:lnTo>
                    <a:pt x="36886" y="8237"/>
                  </a:lnTo>
                  <a:lnTo>
                    <a:pt x="34256" y="5607"/>
                  </a:lnTo>
                  <a:lnTo>
                    <a:pt x="32465" y="5607"/>
                  </a:lnTo>
                  <a:lnTo>
                    <a:pt x="30675" y="3816"/>
                  </a:lnTo>
                  <a:lnTo>
                    <a:pt x="28884" y="3816"/>
                  </a:lnTo>
                  <a:lnTo>
                    <a:pt x="25068" y="0"/>
                  </a:lnTo>
                  <a:close/>
                </a:path>
              </a:pathLst>
            </a:custGeom>
            <a:solidFill>
              <a:srgbClr val="FA8585"/>
            </a:solidFill>
            <a:ln>
              <a:noFill/>
            </a:ln>
          </p:spPr>
        </p:sp>
        <p:sp>
          <p:nvSpPr>
            <p:cNvPr id="17140" name="Graph element 1833"/>
            <p:cNvSpPr/>
            <p:nvPr/>
          </p:nvSpPr>
          <p:spPr>
            <a:xfrm>
              <a:off x="1071115" y="891823"/>
              <a:ext cx="17189" cy="28168"/>
            </a:xfrm>
            <a:custGeom>
              <a:avLst/>
              <a:gdLst/>
              <a:ahLst/>
              <a:cxnLst/>
              <a:rect l="0" t="0" r="r" b="b"/>
              <a:pathLst>
                <a:path w="17189" h="28168" stroke="0" extrusionOk="0">
                  <a:moveTo>
                    <a:pt x="0" y="0"/>
                  </a:moveTo>
                  <a:lnTo>
                    <a:pt x="0" y="13004"/>
                  </a:lnTo>
                  <a:lnTo>
                    <a:pt x="1791" y="14795"/>
                  </a:lnTo>
                  <a:lnTo>
                    <a:pt x="1791" y="18376"/>
                  </a:lnTo>
                  <a:lnTo>
                    <a:pt x="9792" y="26377"/>
                  </a:lnTo>
                  <a:lnTo>
                    <a:pt x="11582" y="26377"/>
                  </a:lnTo>
                  <a:lnTo>
                    <a:pt x="13373" y="28168"/>
                  </a:lnTo>
                  <a:lnTo>
                    <a:pt x="17189" y="28168"/>
                  </a:lnTo>
                  <a:lnTo>
                    <a:pt x="17189" y="22561"/>
                  </a:lnTo>
                  <a:lnTo>
                    <a:pt x="12769" y="18141"/>
                  </a:lnTo>
                  <a:lnTo>
                    <a:pt x="10979" y="18141"/>
                  </a:lnTo>
                  <a:lnTo>
                    <a:pt x="8237" y="15399"/>
                  </a:lnTo>
                  <a:lnTo>
                    <a:pt x="8237" y="13608"/>
                  </a:lnTo>
                  <a:lnTo>
                    <a:pt x="4655" y="10027"/>
                  </a:lnTo>
                  <a:lnTo>
                    <a:pt x="4655" y="46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A8585"/>
            </a:solidFill>
            <a:ln>
              <a:noFill/>
            </a:ln>
          </p:spPr>
        </p:sp>
        <p:sp>
          <p:nvSpPr>
            <p:cNvPr id="17141" name="Graph element 1834"/>
            <p:cNvSpPr/>
            <p:nvPr/>
          </p:nvSpPr>
          <p:spPr>
            <a:xfrm>
              <a:off x="1108717" y="881080"/>
              <a:ext cx="6446" cy="15992"/>
            </a:xfrm>
            <a:custGeom>
              <a:avLst/>
              <a:gdLst/>
              <a:ahLst/>
              <a:cxnLst/>
              <a:rect l="0" t="0" r="r" b="b"/>
              <a:pathLst>
                <a:path w="6446" h="15992" stroke="0" extrusionOk="0">
                  <a:moveTo>
                    <a:pt x="4655" y="0"/>
                  </a:moveTo>
                  <a:lnTo>
                    <a:pt x="0" y="4655"/>
                  </a:lnTo>
                  <a:lnTo>
                    <a:pt x="0" y="9423"/>
                  </a:lnTo>
                  <a:lnTo>
                    <a:pt x="1791" y="11214"/>
                  </a:lnTo>
                  <a:lnTo>
                    <a:pt x="1791" y="13004"/>
                  </a:lnTo>
                  <a:lnTo>
                    <a:pt x="3581" y="14795"/>
                  </a:lnTo>
                  <a:lnTo>
                    <a:pt x="3581" y="15992"/>
                  </a:lnTo>
                  <a:lnTo>
                    <a:pt x="6446" y="15992"/>
                  </a:lnTo>
                  <a:lnTo>
                    <a:pt x="6446" y="6446"/>
                  </a:lnTo>
                  <a:lnTo>
                    <a:pt x="4655" y="4655"/>
                  </a:lnTo>
                  <a:lnTo>
                    <a:pt x="4655" y="0"/>
                  </a:lnTo>
                  <a:close/>
                </a:path>
              </a:pathLst>
            </a:custGeom>
            <a:solidFill>
              <a:srgbClr val="FA8585"/>
            </a:solidFill>
            <a:ln>
              <a:noFill/>
            </a:ln>
          </p:spPr>
        </p:sp>
        <p:sp>
          <p:nvSpPr>
            <p:cNvPr id="17142" name="Graph element 1835"/>
            <p:cNvSpPr/>
            <p:nvPr/>
          </p:nvSpPr>
          <p:spPr>
            <a:xfrm>
              <a:off x="1031722" y="868781"/>
              <a:ext cx="39270" cy="36886"/>
            </a:xfrm>
            <a:custGeom>
              <a:avLst/>
              <a:gdLst/>
              <a:ahLst/>
              <a:cxnLst/>
              <a:rect l="0" t="0" r="r" b="b"/>
              <a:pathLst>
                <a:path w="39270" h="36886" stroke="0" extrusionOk="0">
                  <a:moveTo>
                    <a:pt x="8001" y="0"/>
                  </a:moveTo>
                  <a:lnTo>
                    <a:pt x="3346" y="4655"/>
                  </a:lnTo>
                  <a:lnTo>
                    <a:pt x="8001" y="4655"/>
                  </a:lnTo>
                  <a:lnTo>
                    <a:pt x="8953" y="5607"/>
                  </a:lnTo>
                  <a:lnTo>
                    <a:pt x="8953" y="8001"/>
                  </a:lnTo>
                  <a:lnTo>
                    <a:pt x="8001" y="8953"/>
                  </a:lnTo>
                  <a:lnTo>
                    <a:pt x="5607" y="8953"/>
                  </a:lnTo>
                  <a:lnTo>
                    <a:pt x="4655" y="8001"/>
                  </a:lnTo>
                  <a:lnTo>
                    <a:pt x="4655" y="6804"/>
                  </a:lnTo>
                  <a:lnTo>
                    <a:pt x="1791" y="6804"/>
                  </a:lnTo>
                  <a:lnTo>
                    <a:pt x="1791" y="8001"/>
                  </a:lnTo>
                  <a:lnTo>
                    <a:pt x="0" y="9792"/>
                  </a:lnTo>
                  <a:lnTo>
                    <a:pt x="0" y="23513"/>
                  </a:lnTo>
                  <a:lnTo>
                    <a:pt x="1791" y="25303"/>
                  </a:lnTo>
                  <a:lnTo>
                    <a:pt x="1791" y="27094"/>
                  </a:lnTo>
                  <a:lnTo>
                    <a:pt x="9792" y="35095"/>
                  </a:lnTo>
                  <a:lnTo>
                    <a:pt x="15164" y="35095"/>
                  </a:lnTo>
                  <a:lnTo>
                    <a:pt x="16954" y="36886"/>
                  </a:lnTo>
                  <a:lnTo>
                    <a:pt x="19931" y="36886"/>
                  </a:lnTo>
                  <a:lnTo>
                    <a:pt x="21722" y="35095"/>
                  </a:lnTo>
                  <a:lnTo>
                    <a:pt x="27094" y="35095"/>
                  </a:lnTo>
                  <a:lnTo>
                    <a:pt x="30675" y="31514"/>
                  </a:lnTo>
                  <a:lnTo>
                    <a:pt x="33304" y="31514"/>
                  </a:lnTo>
                  <a:lnTo>
                    <a:pt x="33304" y="28884"/>
                  </a:lnTo>
                  <a:lnTo>
                    <a:pt x="36886" y="25303"/>
                  </a:lnTo>
                  <a:lnTo>
                    <a:pt x="36886" y="19931"/>
                  </a:lnTo>
                  <a:lnTo>
                    <a:pt x="39270" y="17548"/>
                  </a:lnTo>
                  <a:lnTo>
                    <a:pt x="36046" y="14325"/>
                  </a:lnTo>
                  <a:lnTo>
                    <a:pt x="25303" y="14325"/>
                  </a:lnTo>
                  <a:lnTo>
                    <a:pt x="23513" y="12534"/>
                  </a:lnTo>
                  <a:lnTo>
                    <a:pt x="21722" y="12534"/>
                  </a:lnTo>
                  <a:lnTo>
                    <a:pt x="19931" y="10743"/>
                  </a:lnTo>
                  <a:lnTo>
                    <a:pt x="18141" y="10743"/>
                  </a:lnTo>
                  <a:lnTo>
                    <a:pt x="15399" y="8001"/>
                  </a:lnTo>
                  <a:lnTo>
                    <a:pt x="15399" y="6211"/>
                  </a:lnTo>
                  <a:lnTo>
                    <a:pt x="11818" y="2630"/>
                  </a:lnTo>
                  <a:lnTo>
                    <a:pt x="11818" y="0"/>
                  </a:lnTo>
                  <a:lnTo>
                    <a:pt x="8001" y="0"/>
                  </a:lnTo>
                  <a:close/>
                  <a:moveTo>
                    <a:pt x="4655" y="19931"/>
                  </a:moveTo>
                  <a:lnTo>
                    <a:pt x="5607" y="18980"/>
                  </a:lnTo>
                  <a:lnTo>
                    <a:pt x="8001" y="18980"/>
                  </a:lnTo>
                  <a:lnTo>
                    <a:pt x="8953" y="19931"/>
                  </a:lnTo>
                  <a:lnTo>
                    <a:pt x="8953" y="22326"/>
                  </a:lnTo>
                  <a:lnTo>
                    <a:pt x="8001" y="23277"/>
                  </a:lnTo>
                  <a:lnTo>
                    <a:pt x="5607" y="23277"/>
                  </a:lnTo>
                  <a:lnTo>
                    <a:pt x="4655" y="22326"/>
                  </a:lnTo>
                  <a:lnTo>
                    <a:pt x="4655" y="19931"/>
                  </a:lnTo>
                  <a:close/>
                </a:path>
              </a:pathLst>
            </a:custGeom>
            <a:solidFill>
              <a:srgbClr val="FA8585"/>
            </a:solidFill>
            <a:ln>
              <a:noFill/>
            </a:ln>
          </p:spPr>
        </p:sp>
        <p:sp>
          <p:nvSpPr>
            <p:cNvPr id="17143" name="Graph element 1836"/>
            <p:cNvSpPr/>
            <p:nvPr/>
          </p:nvSpPr>
          <p:spPr>
            <a:xfrm>
              <a:off x="1042466" y="843713"/>
              <a:ext cx="36886" cy="36886"/>
            </a:xfrm>
            <a:custGeom>
              <a:avLst/>
              <a:gdLst/>
              <a:ahLst/>
              <a:cxnLst/>
              <a:rect l="0" t="0" r="r" b="b"/>
              <a:pathLst>
                <a:path w="36886" h="36886" stroke="0" extrusionOk="0">
                  <a:moveTo>
                    <a:pt x="16954" y="0"/>
                  </a:moveTo>
                  <a:lnTo>
                    <a:pt x="15164" y="1791"/>
                  </a:lnTo>
                  <a:lnTo>
                    <a:pt x="11582" y="1791"/>
                  </a:lnTo>
                  <a:lnTo>
                    <a:pt x="9792" y="3581"/>
                  </a:lnTo>
                  <a:lnTo>
                    <a:pt x="8001" y="3581"/>
                  </a:lnTo>
                  <a:lnTo>
                    <a:pt x="3581" y="8001"/>
                  </a:lnTo>
                  <a:lnTo>
                    <a:pt x="3581" y="9792"/>
                  </a:lnTo>
                  <a:lnTo>
                    <a:pt x="1791" y="11582"/>
                  </a:lnTo>
                  <a:lnTo>
                    <a:pt x="1791" y="13373"/>
                  </a:lnTo>
                  <a:lnTo>
                    <a:pt x="0" y="15164"/>
                  </a:lnTo>
                  <a:lnTo>
                    <a:pt x="0" y="24352"/>
                  </a:lnTo>
                  <a:lnTo>
                    <a:pt x="3816" y="24352"/>
                  </a:lnTo>
                  <a:lnTo>
                    <a:pt x="5607" y="22561"/>
                  </a:lnTo>
                  <a:lnTo>
                    <a:pt x="9792" y="22561"/>
                  </a:lnTo>
                  <a:lnTo>
                    <a:pt x="11582" y="24352"/>
                  </a:lnTo>
                  <a:lnTo>
                    <a:pt x="15164" y="24352"/>
                  </a:lnTo>
                  <a:lnTo>
                    <a:pt x="16954" y="26142"/>
                  </a:lnTo>
                  <a:lnTo>
                    <a:pt x="18745" y="26142"/>
                  </a:lnTo>
                  <a:lnTo>
                    <a:pt x="23277" y="30675"/>
                  </a:lnTo>
                  <a:lnTo>
                    <a:pt x="23277" y="32465"/>
                  </a:lnTo>
                  <a:lnTo>
                    <a:pt x="25068" y="34256"/>
                  </a:lnTo>
                  <a:lnTo>
                    <a:pt x="25068" y="36886"/>
                  </a:lnTo>
                  <a:lnTo>
                    <a:pt x="30675" y="36886"/>
                  </a:lnTo>
                  <a:lnTo>
                    <a:pt x="35095" y="32465"/>
                  </a:lnTo>
                  <a:lnTo>
                    <a:pt x="35095" y="27698"/>
                  </a:lnTo>
                  <a:lnTo>
                    <a:pt x="33304" y="25907"/>
                  </a:lnTo>
                  <a:lnTo>
                    <a:pt x="33304" y="25303"/>
                  </a:lnTo>
                  <a:lnTo>
                    <a:pt x="35095" y="23513"/>
                  </a:lnTo>
                  <a:lnTo>
                    <a:pt x="35095" y="18141"/>
                  </a:lnTo>
                  <a:lnTo>
                    <a:pt x="36886" y="16350"/>
                  </a:lnTo>
                  <a:lnTo>
                    <a:pt x="36886" y="9792"/>
                  </a:lnTo>
                  <a:lnTo>
                    <a:pt x="28884" y="1791"/>
                  </a:lnTo>
                  <a:lnTo>
                    <a:pt x="23513" y="1791"/>
                  </a:lnTo>
                  <a:lnTo>
                    <a:pt x="21722" y="0"/>
                  </a:lnTo>
                  <a:lnTo>
                    <a:pt x="16954" y="0"/>
                  </a:lnTo>
                  <a:close/>
                </a:path>
              </a:pathLst>
            </a:custGeom>
            <a:solidFill>
              <a:srgbClr val="FA8585"/>
            </a:solidFill>
            <a:ln>
              <a:noFill/>
            </a:ln>
          </p:spPr>
        </p:sp>
        <p:sp>
          <p:nvSpPr>
            <p:cNvPr id="17144" name="Graph element 1837"/>
            <p:cNvSpPr/>
            <p:nvPr/>
          </p:nvSpPr>
          <p:spPr>
            <a:xfrm>
              <a:off x="1097738" y="829389"/>
              <a:ext cx="78304" cy="105520"/>
            </a:xfrm>
            <a:custGeom>
              <a:avLst/>
              <a:gdLst/>
              <a:ahLst/>
              <a:cxnLst/>
              <a:rect l="0" t="0" r="r" b="b"/>
              <a:pathLst>
                <a:path w="78304" h="105520" stroke="0" extrusionOk="0">
                  <a:moveTo>
                    <a:pt x="18980" y="0"/>
                  </a:moveTo>
                  <a:lnTo>
                    <a:pt x="17189" y="1791"/>
                  </a:lnTo>
                  <a:lnTo>
                    <a:pt x="13608" y="1791"/>
                  </a:lnTo>
                  <a:lnTo>
                    <a:pt x="10027" y="5372"/>
                  </a:lnTo>
                  <a:lnTo>
                    <a:pt x="7397" y="5372"/>
                  </a:lnTo>
                  <a:lnTo>
                    <a:pt x="7397" y="8001"/>
                  </a:lnTo>
                  <a:lnTo>
                    <a:pt x="3816" y="11582"/>
                  </a:lnTo>
                  <a:lnTo>
                    <a:pt x="3816" y="15164"/>
                  </a:lnTo>
                  <a:lnTo>
                    <a:pt x="0" y="18980"/>
                  </a:lnTo>
                  <a:lnTo>
                    <a:pt x="6446" y="18980"/>
                  </a:lnTo>
                  <a:lnTo>
                    <a:pt x="8237" y="20771"/>
                  </a:lnTo>
                  <a:lnTo>
                    <a:pt x="10027" y="20771"/>
                  </a:lnTo>
                  <a:lnTo>
                    <a:pt x="18141" y="28884"/>
                  </a:lnTo>
                  <a:lnTo>
                    <a:pt x="18141" y="30675"/>
                  </a:lnTo>
                  <a:lnTo>
                    <a:pt x="19931" y="32465"/>
                  </a:lnTo>
                  <a:lnTo>
                    <a:pt x="19931" y="42257"/>
                  </a:lnTo>
                  <a:lnTo>
                    <a:pt x="30910" y="42257"/>
                  </a:lnTo>
                  <a:lnTo>
                    <a:pt x="32107" y="41060"/>
                  </a:lnTo>
                  <a:lnTo>
                    <a:pt x="32465" y="41418"/>
                  </a:lnTo>
                  <a:lnTo>
                    <a:pt x="32465" y="48580"/>
                  </a:lnTo>
                  <a:lnTo>
                    <a:pt x="34256" y="50371"/>
                  </a:lnTo>
                  <a:lnTo>
                    <a:pt x="34256" y="52162"/>
                  </a:lnTo>
                  <a:lnTo>
                    <a:pt x="36046" y="53952"/>
                  </a:lnTo>
                  <a:lnTo>
                    <a:pt x="36046" y="55743"/>
                  </a:lnTo>
                  <a:lnTo>
                    <a:pt x="42257" y="61953"/>
                  </a:lnTo>
                  <a:lnTo>
                    <a:pt x="44048" y="61953"/>
                  </a:lnTo>
                  <a:lnTo>
                    <a:pt x="45838" y="63744"/>
                  </a:lnTo>
                  <a:lnTo>
                    <a:pt x="49420" y="63744"/>
                  </a:lnTo>
                  <a:lnTo>
                    <a:pt x="49778" y="64102"/>
                  </a:lnTo>
                  <a:lnTo>
                    <a:pt x="47629" y="64460"/>
                  </a:lnTo>
                  <a:lnTo>
                    <a:pt x="44048" y="68041"/>
                  </a:lnTo>
                  <a:lnTo>
                    <a:pt x="42257" y="68041"/>
                  </a:lnTo>
                  <a:lnTo>
                    <a:pt x="37837" y="72462"/>
                  </a:lnTo>
                  <a:lnTo>
                    <a:pt x="37837" y="74252"/>
                  </a:lnTo>
                  <a:lnTo>
                    <a:pt x="36046" y="76043"/>
                  </a:lnTo>
                  <a:lnTo>
                    <a:pt x="36046" y="77833"/>
                  </a:lnTo>
                  <a:lnTo>
                    <a:pt x="34256" y="79624"/>
                  </a:lnTo>
                  <a:lnTo>
                    <a:pt x="34256" y="91554"/>
                  </a:lnTo>
                  <a:lnTo>
                    <a:pt x="36046" y="93345"/>
                  </a:lnTo>
                  <a:lnTo>
                    <a:pt x="36046" y="95135"/>
                  </a:lnTo>
                  <a:lnTo>
                    <a:pt x="37837" y="96926"/>
                  </a:lnTo>
                  <a:lnTo>
                    <a:pt x="37837" y="98716"/>
                  </a:lnTo>
                  <a:lnTo>
                    <a:pt x="41060" y="101939"/>
                  </a:lnTo>
                  <a:lnTo>
                    <a:pt x="43444" y="99555"/>
                  </a:lnTo>
                  <a:lnTo>
                    <a:pt x="58372" y="99555"/>
                  </a:lnTo>
                  <a:lnTo>
                    <a:pt x="61953" y="103136"/>
                  </a:lnTo>
                  <a:lnTo>
                    <a:pt x="63744" y="103136"/>
                  </a:lnTo>
                  <a:lnTo>
                    <a:pt x="66128" y="105520"/>
                  </a:lnTo>
                  <a:lnTo>
                    <a:pt x="68512" y="103136"/>
                  </a:lnTo>
                  <a:lnTo>
                    <a:pt x="70302" y="103136"/>
                  </a:lnTo>
                  <a:lnTo>
                    <a:pt x="74723" y="98716"/>
                  </a:lnTo>
                  <a:lnTo>
                    <a:pt x="74723" y="96926"/>
                  </a:lnTo>
                  <a:lnTo>
                    <a:pt x="76513" y="95135"/>
                  </a:lnTo>
                  <a:lnTo>
                    <a:pt x="76513" y="93345"/>
                  </a:lnTo>
                  <a:lnTo>
                    <a:pt x="78304" y="91554"/>
                  </a:lnTo>
                  <a:lnTo>
                    <a:pt x="78304" y="81414"/>
                  </a:lnTo>
                  <a:lnTo>
                    <a:pt x="76513" y="79624"/>
                  </a:lnTo>
                  <a:lnTo>
                    <a:pt x="76513" y="76043"/>
                  </a:lnTo>
                  <a:lnTo>
                    <a:pt x="72932" y="72462"/>
                  </a:lnTo>
                  <a:lnTo>
                    <a:pt x="72932" y="70671"/>
                  </a:lnTo>
                  <a:lnTo>
                    <a:pt x="70302" y="68041"/>
                  </a:lnTo>
                  <a:lnTo>
                    <a:pt x="68512" y="68041"/>
                  </a:lnTo>
                  <a:lnTo>
                    <a:pt x="66721" y="66251"/>
                  </a:lnTo>
                  <a:lnTo>
                    <a:pt x="64931" y="66251"/>
                  </a:lnTo>
                  <a:lnTo>
                    <a:pt x="63140" y="64460"/>
                  </a:lnTo>
                  <a:lnTo>
                    <a:pt x="54187" y="64460"/>
                  </a:lnTo>
                  <a:lnTo>
                    <a:pt x="53829" y="64102"/>
                  </a:lnTo>
                  <a:lnTo>
                    <a:pt x="54187" y="63744"/>
                  </a:lnTo>
                  <a:lnTo>
                    <a:pt x="63140" y="63744"/>
                  </a:lnTo>
                  <a:lnTo>
                    <a:pt x="66721" y="60163"/>
                  </a:lnTo>
                  <a:lnTo>
                    <a:pt x="68512" y="60163"/>
                  </a:lnTo>
                  <a:lnTo>
                    <a:pt x="71142" y="57533"/>
                  </a:lnTo>
                  <a:lnTo>
                    <a:pt x="71142" y="55743"/>
                  </a:lnTo>
                  <a:lnTo>
                    <a:pt x="74723" y="52162"/>
                  </a:lnTo>
                  <a:lnTo>
                    <a:pt x="74723" y="46790"/>
                  </a:lnTo>
                  <a:lnTo>
                    <a:pt x="76513" y="44999"/>
                  </a:lnTo>
                  <a:lnTo>
                    <a:pt x="76513" y="42022"/>
                  </a:lnTo>
                  <a:lnTo>
                    <a:pt x="74723" y="40231"/>
                  </a:lnTo>
                  <a:lnTo>
                    <a:pt x="74723" y="34860"/>
                  </a:lnTo>
                  <a:lnTo>
                    <a:pt x="72932" y="33069"/>
                  </a:lnTo>
                  <a:lnTo>
                    <a:pt x="72932" y="31279"/>
                  </a:lnTo>
                  <a:lnTo>
                    <a:pt x="64931" y="23277"/>
                  </a:lnTo>
                  <a:lnTo>
                    <a:pt x="63140" y="23277"/>
                  </a:lnTo>
                  <a:lnTo>
                    <a:pt x="61350" y="21487"/>
                  </a:lnTo>
                  <a:lnTo>
                    <a:pt x="47629" y="21487"/>
                  </a:lnTo>
                  <a:lnTo>
                    <a:pt x="45838" y="23277"/>
                  </a:lnTo>
                  <a:lnTo>
                    <a:pt x="45235" y="23277"/>
                  </a:lnTo>
                  <a:lnTo>
                    <a:pt x="44283" y="22326"/>
                  </a:lnTo>
                  <a:lnTo>
                    <a:pt x="44283" y="15164"/>
                  </a:lnTo>
                  <a:lnTo>
                    <a:pt x="42493" y="13373"/>
                  </a:lnTo>
                  <a:lnTo>
                    <a:pt x="42493" y="11582"/>
                  </a:lnTo>
                  <a:lnTo>
                    <a:pt x="38911" y="8001"/>
                  </a:lnTo>
                  <a:lnTo>
                    <a:pt x="38911" y="5372"/>
                  </a:lnTo>
                  <a:lnTo>
                    <a:pt x="36282" y="5372"/>
                  </a:lnTo>
                  <a:lnTo>
                    <a:pt x="32701" y="1791"/>
                  </a:lnTo>
                  <a:lnTo>
                    <a:pt x="29119" y="1791"/>
                  </a:lnTo>
                  <a:lnTo>
                    <a:pt x="27329" y="0"/>
                  </a:lnTo>
                  <a:lnTo>
                    <a:pt x="18980" y="0"/>
                  </a:lnTo>
                  <a:close/>
                  <a:moveTo>
                    <a:pt x="41653" y="26142"/>
                  </a:moveTo>
                  <a:lnTo>
                    <a:pt x="42851" y="24945"/>
                  </a:lnTo>
                  <a:lnTo>
                    <a:pt x="43209" y="25303"/>
                  </a:lnTo>
                  <a:lnTo>
                    <a:pt x="43209" y="29488"/>
                  </a:lnTo>
                  <a:lnTo>
                    <a:pt x="39628" y="33069"/>
                  </a:lnTo>
                  <a:lnTo>
                    <a:pt x="39628" y="34860"/>
                  </a:lnTo>
                  <a:lnTo>
                    <a:pt x="36886" y="37602"/>
                  </a:lnTo>
                  <a:lnTo>
                    <a:pt x="35095" y="37602"/>
                  </a:lnTo>
                  <a:lnTo>
                    <a:pt x="33898" y="38799"/>
                  </a:lnTo>
                  <a:lnTo>
                    <a:pt x="33540" y="38441"/>
                  </a:lnTo>
                  <a:lnTo>
                    <a:pt x="33540" y="34256"/>
                  </a:lnTo>
                  <a:lnTo>
                    <a:pt x="37121" y="30675"/>
                  </a:lnTo>
                  <a:lnTo>
                    <a:pt x="37121" y="28884"/>
                  </a:lnTo>
                  <a:lnTo>
                    <a:pt x="39863" y="26142"/>
                  </a:lnTo>
                  <a:lnTo>
                    <a:pt x="41653" y="26142"/>
                  </a:lnTo>
                  <a:close/>
                </a:path>
              </a:pathLst>
            </a:custGeom>
            <a:solidFill>
              <a:srgbClr val="FA8585"/>
            </a:solidFill>
            <a:ln>
              <a:noFill/>
            </a:ln>
          </p:spPr>
        </p:sp>
        <p:sp>
          <p:nvSpPr>
            <p:cNvPr id="17145" name="Graph element 1838"/>
            <p:cNvSpPr/>
            <p:nvPr/>
          </p:nvSpPr>
          <p:spPr>
            <a:xfrm>
              <a:off x="1164224" y="818645"/>
              <a:ext cx="45838" cy="44048"/>
            </a:xfrm>
            <a:custGeom>
              <a:avLst/>
              <a:gdLst/>
              <a:ahLst/>
              <a:cxnLst/>
              <a:rect l="0" t="0" r="r" b="b"/>
              <a:pathLst>
                <a:path w="45838" h="44048" stroke="0" extrusionOk="0">
                  <a:moveTo>
                    <a:pt x="16954" y="0"/>
                  </a:moveTo>
                  <a:lnTo>
                    <a:pt x="15164" y="1791"/>
                  </a:lnTo>
                  <a:lnTo>
                    <a:pt x="13373" y="1791"/>
                  </a:lnTo>
                  <a:lnTo>
                    <a:pt x="11582" y="3581"/>
                  </a:lnTo>
                  <a:lnTo>
                    <a:pt x="9792" y="3581"/>
                  </a:lnTo>
                  <a:lnTo>
                    <a:pt x="3581" y="9792"/>
                  </a:lnTo>
                  <a:lnTo>
                    <a:pt x="3581" y="11582"/>
                  </a:lnTo>
                  <a:lnTo>
                    <a:pt x="1791" y="13373"/>
                  </a:lnTo>
                  <a:lnTo>
                    <a:pt x="1791" y="15164"/>
                  </a:lnTo>
                  <a:lnTo>
                    <a:pt x="0" y="16954"/>
                  </a:lnTo>
                  <a:lnTo>
                    <a:pt x="0" y="27094"/>
                  </a:lnTo>
                  <a:lnTo>
                    <a:pt x="1791" y="28884"/>
                  </a:lnTo>
                  <a:lnTo>
                    <a:pt x="1791" y="30675"/>
                  </a:lnTo>
                  <a:lnTo>
                    <a:pt x="3581" y="32465"/>
                  </a:lnTo>
                  <a:lnTo>
                    <a:pt x="3581" y="34256"/>
                  </a:lnTo>
                  <a:lnTo>
                    <a:pt x="11582" y="42257"/>
                  </a:lnTo>
                  <a:lnTo>
                    <a:pt x="13373" y="42257"/>
                  </a:lnTo>
                  <a:lnTo>
                    <a:pt x="15164" y="44048"/>
                  </a:lnTo>
                  <a:lnTo>
                    <a:pt x="30675" y="44048"/>
                  </a:lnTo>
                  <a:lnTo>
                    <a:pt x="32465" y="42257"/>
                  </a:lnTo>
                  <a:lnTo>
                    <a:pt x="34256" y="42257"/>
                  </a:lnTo>
                  <a:lnTo>
                    <a:pt x="42257" y="34256"/>
                  </a:lnTo>
                  <a:lnTo>
                    <a:pt x="42257" y="32465"/>
                  </a:lnTo>
                  <a:lnTo>
                    <a:pt x="44048" y="30675"/>
                  </a:lnTo>
                  <a:lnTo>
                    <a:pt x="44048" y="27094"/>
                  </a:lnTo>
                  <a:lnTo>
                    <a:pt x="45838" y="25303"/>
                  </a:lnTo>
                  <a:lnTo>
                    <a:pt x="45838" y="20535"/>
                  </a:lnTo>
                  <a:lnTo>
                    <a:pt x="44048" y="18745"/>
                  </a:lnTo>
                  <a:lnTo>
                    <a:pt x="44048" y="13373"/>
                  </a:lnTo>
                  <a:lnTo>
                    <a:pt x="40467" y="9792"/>
                  </a:lnTo>
                  <a:lnTo>
                    <a:pt x="40467" y="8001"/>
                  </a:lnTo>
                  <a:lnTo>
                    <a:pt x="36046" y="3581"/>
                  </a:lnTo>
                  <a:lnTo>
                    <a:pt x="34256" y="3581"/>
                  </a:lnTo>
                  <a:lnTo>
                    <a:pt x="32465" y="1791"/>
                  </a:lnTo>
                  <a:lnTo>
                    <a:pt x="30675" y="1791"/>
                  </a:lnTo>
                  <a:lnTo>
                    <a:pt x="28884" y="0"/>
                  </a:lnTo>
                  <a:lnTo>
                    <a:pt x="16954" y="0"/>
                  </a:lnTo>
                  <a:close/>
                </a:path>
              </a:pathLst>
            </a:custGeom>
            <a:solidFill>
              <a:srgbClr val="FA8585"/>
            </a:solidFill>
            <a:ln>
              <a:noFill/>
            </a:ln>
          </p:spPr>
        </p:sp>
        <p:sp>
          <p:nvSpPr>
            <p:cNvPr id="17146" name="Graph element 1839"/>
            <p:cNvSpPr/>
            <p:nvPr/>
          </p:nvSpPr>
          <p:spPr>
            <a:xfrm>
              <a:off x="1076486" y="775672"/>
              <a:ext cx="42257" cy="40467"/>
            </a:xfrm>
            <a:custGeom>
              <a:avLst/>
              <a:gdLst/>
              <a:ahLst/>
              <a:cxnLst/>
              <a:rect l="0" t="0" r="r" b="b"/>
              <a:pathLst>
                <a:path w="42257" h="40467" stroke="0" extrusionOk="0">
                  <a:moveTo>
                    <a:pt x="15164" y="0"/>
                  </a:moveTo>
                  <a:lnTo>
                    <a:pt x="13373" y="1791"/>
                  </a:lnTo>
                  <a:lnTo>
                    <a:pt x="11582" y="1791"/>
                  </a:lnTo>
                  <a:lnTo>
                    <a:pt x="9792" y="3581"/>
                  </a:lnTo>
                  <a:lnTo>
                    <a:pt x="8001" y="3581"/>
                  </a:lnTo>
                  <a:lnTo>
                    <a:pt x="3581" y="8001"/>
                  </a:lnTo>
                  <a:lnTo>
                    <a:pt x="3581" y="9792"/>
                  </a:lnTo>
                  <a:lnTo>
                    <a:pt x="1791" y="11582"/>
                  </a:lnTo>
                  <a:lnTo>
                    <a:pt x="1791" y="13373"/>
                  </a:lnTo>
                  <a:lnTo>
                    <a:pt x="0" y="15164"/>
                  </a:lnTo>
                  <a:lnTo>
                    <a:pt x="0" y="25303"/>
                  </a:lnTo>
                  <a:lnTo>
                    <a:pt x="1791" y="27094"/>
                  </a:lnTo>
                  <a:lnTo>
                    <a:pt x="1791" y="30675"/>
                  </a:lnTo>
                  <a:lnTo>
                    <a:pt x="9792" y="38676"/>
                  </a:lnTo>
                  <a:lnTo>
                    <a:pt x="11582" y="38676"/>
                  </a:lnTo>
                  <a:lnTo>
                    <a:pt x="13373" y="40467"/>
                  </a:lnTo>
                  <a:lnTo>
                    <a:pt x="28884" y="40467"/>
                  </a:lnTo>
                  <a:lnTo>
                    <a:pt x="32465" y="36886"/>
                  </a:lnTo>
                  <a:lnTo>
                    <a:pt x="34256" y="36886"/>
                  </a:lnTo>
                  <a:lnTo>
                    <a:pt x="36886" y="34256"/>
                  </a:lnTo>
                  <a:lnTo>
                    <a:pt x="36886" y="32465"/>
                  </a:lnTo>
                  <a:lnTo>
                    <a:pt x="40467" y="28884"/>
                  </a:lnTo>
                  <a:lnTo>
                    <a:pt x="40467" y="25303"/>
                  </a:lnTo>
                  <a:lnTo>
                    <a:pt x="42257" y="23513"/>
                  </a:lnTo>
                  <a:lnTo>
                    <a:pt x="42257" y="18745"/>
                  </a:lnTo>
                  <a:lnTo>
                    <a:pt x="40467" y="16954"/>
                  </a:lnTo>
                  <a:lnTo>
                    <a:pt x="40467" y="11582"/>
                  </a:lnTo>
                  <a:lnTo>
                    <a:pt x="36886" y="8001"/>
                  </a:lnTo>
                  <a:lnTo>
                    <a:pt x="36886" y="5372"/>
                  </a:lnTo>
                  <a:lnTo>
                    <a:pt x="34256" y="5372"/>
                  </a:lnTo>
                  <a:lnTo>
                    <a:pt x="30675" y="1791"/>
                  </a:lnTo>
                  <a:lnTo>
                    <a:pt x="28884" y="1791"/>
                  </a:lnTo>
                  <a:lnTo>
                    <a:pt x="27094" y="0"/>
                  </a:lnTo>
                  <a:lnTo>
                    <a:pt x="15164" y="0"/>
                  </a:lnTo>
                  <a:close/>
                </a:path>
              </a:pathLst>
            </a:custGeom>
            <a:solidFill>
              <a:srgbClr val="FA8585"/>
            </a:solidFill>
            <a:ln>
              <a:noFill/>
            </a:ln>
          </p:spPr>
        </p:sp>
        <p:sp>
          <p:nvSpPr>
            <p:cNvPr id="17147" name="Graph element 1840"/>
            <p:cNvSpPr/>
            <p:nvPr/>
          </p:nvSpPr>
          <p:spPr>
            <a:xfrm>
              <a:off x="1108717" y="700468"/>
              <a:ext cx="67325" cy="79859"/>
            </a:xfrm>
            <a:custGeom>
              <a:avLst/>
              <a:gdLst/>
              <a:ahLst/>
              <a:cxnLst/>
              <a:rect l="0" t="0" r="r" b="b"/>
              <a:pathLst>
                <a:path w="67325" h="79859" stroke="0" extrusionOk="0">
                  <a:moveTo>
                    <a:pt x="31279" y="0"/>
                  </a:moveTo>
                  <a:lnTo>
                    <a:pt x="29488" y="1791"/>
                  </a:lnTo>
                  <a:lnTo>
                    <a:pt x="27698" y="1791"/>
                  </a:lnTo>
                  <a:lnTo>
                    <a:pt x="25907" y="3581"/>
                  </a:lnTo>
                  <a:lnTo>
                    <a:pt x="24116" y="3581"/>
                  </a:lnTo>
                  <a:lnTo>
                    <a:pt x="17906" y="9792"/>
                  </a:lnTo>
                  <a:lnTo>
                    <a:pt x="17906" y="11582"/>
                  </a:lnTo>
                  <a:lnTo>
                    <a:pt x="16115" y="13373"/>
                  </a:lnTo>
                  <a:lnTo>
                    <a:pt x="16115" y="15164"/>
                  </a:lnTo>
                  <a:lnTo>
                    <a:pt x="14325" y="16954"/>
                  </a:lnTo>
                  <a:lnTo>
                    <a:pt x="14325" y="27094"/>
                  </a:lnTo>
                  <a:lnTo>
                    <a:pt x="16115" y="28884"/>
                  </a:lnTo>
                  <a:lnTo>
                    <a:pt x="16115" y="31279"/>
                  </a:lnTo>
                  <a:lnTo>
                    <a:pt x="15164" y="32230"/>
                  </a:lnTo>
                  <a:lnTo>
                    <a:pt x="13373" y="32230"/>
                  </a:lnTo>
                  <a:lnTo>
                    <a:pt x="11582" y="34021"/>
                  </a:lnTo>
                  <a:lnTo>
                    <a:pt x="9792" y="34021"/>
                  </a:lnTo>
                  <a:lnTo>
                    <a:pt x="1791" y="42022"/>
                  </a:lnTo>
                  <a:lnTo>
                    <a:pt x="1791" y="43813"/>
                  </a:lnTo>
                  <a:lnTo>
                    <a:pt x="0" y="45603"/>
                  </a:lnTo>
                  <a:lnTo>
                    <a:pt x="0" y="61114"/>
                  </a:lnTo>
                  <a:lnTo>
                    <a:pt x="3581" y="64695"/>
                  </a:lnTo>
                  <a:lnTo>
                    <a:pt x="3581" y="66486"/>
                  </a:lnTo>
                  <a:lnTo>
                    <a:pt x="8001" y="70906"/>
                  </a:lnTo>
                  <a:lnTo>
                    <a:pt x="9792" y="70906"/>
                  </a:lnTo>
                  <a:lnTo>
                    <a:pt x="11582" y="72697"/>
                  </a:lnTo>
                  <a:lnTo>
                    <a:pt x="13373" y="72697"/>
                  </a:lnTo>
                  <a:lnTo>
                    <a:pt x="15164" y="74487"/>
                  </a:lnTo>
                  <a:lnTo>
                    <a:pt x="27933" y="74487"/>
                  </a:lnTo>
                  <a:lnTo>
                    <a:pt x="27933" y="70671"/>
                  </a:lnTo>
                  <a:lnTo>
                    <a:pt x="26142" y="68881"/>
                  </a:lnTo>
                  <a:lnTo>
                    <a:pt x="26142" y="67090"/>
                  </a:lnTo>
                  <a:lnTo>
                    <a:pt x="24352" y="65299"/>
                  </a:lnTo>
                  <a:lnTo>
                    <a:pt x="24352" y="52162"/>
                  </a:lnTo>
                  <a:lnTo>
                    <a:pt x="26142" y="50371"/>
                  </a:lnTo>
                  <a:lnTo>
                    <a:pt x="26142" y="48580"/>
                  </a:lnTo>
                  <a:lnTo>
                    <a:pt x="30317" y="44406"/>
                  </a:lnTo>
                  <a:lnTo>
                    <a:pt x="25303" y="39392"/>
                  </a:lnTo>
                  <a:lnTo>
                    <a:pt x="23513" y="39392"/>
                  </a:lnTo>
                  <a:lnTo>
                    <a:pt x="18980" y="34860"/>
                  </a:lnTo>
                  <a:lnTo>
                    <a:pt x="18980" y="32465"/>
                  </a:lnTo>
                  <a:lnTo>
                    <a:pt x="19931" y="31514"/>
                  </a:lnTo>
                  <a:lnTo>
                    <a:pt x="25907" y="31514"/>
                  </a:lnTo>
                  <a:lnTo>
                    <a:pt x="27698" y="33304"/>
                  </a:lnTo>
                  <a:lnTo>
                    <a:pt x="29488" y="33304"/>
                  </a:lnTo>
                  <a:lnTo>
                    <a:pt x="33069" y="36886"/>
                  </a:lnTo>
                  <a:lnTo>
                    <a:pt x="34860" y="36886"/>
                  </a:lnTo>
                  <a:lnTo>
                    <a:pt x="37244" y="39270"/>
                  </a:lnTo>
                  <a:lnTo>
                    <a:pt x="39628" y="36886"/>
                  </a:lnTo>
                  <a:lnTo>
                    <a:pt x="49184" y="36886"/>
                  </a:lnTo>
                  <a:lnTo>
                    <a:pt x="50136" y="37837"/>
                  </a:lnTo>
                  <a:lnTo>
                    <a:pt x="49184" y="39392"/>
                  </a:lnTo>
                  <a:lnTo>
                    <a:pt x="47394" y="39392"/>
                  </a:lnTo>
                  <a:lnTo>
                    <a:pt x="43813" y="42974"/>
                  </a:lnTo>
                  <a:lnTo>
                    <a:pt x="41183" y="42974"/>
                  </a:lnTo>
                  <a:lnTo>
                    <a:pt x="41183" y="50371"/>
                  </a:lnTo>
                  <a:lnTo>
                    <a:pt x="42974" y="52162"/>
                  </a:lnTo>
                  <a:lnTo>
                    <a:pt x="42974" y="54556"/>
                  </a:lnTo>
                  <a:lnTo>
                    <a:pt x="41183" y="56347"/>
                  </a:lnTo>
                  <a:lnTo>
                    <a:pt x="41183" y="61718"/>
                  </a:lnTo>
                  <a:lnTo>
                    <a:pt x="37602" y="65299"/>
                  </a:lnTo>
                  <a:lnTo>
                    <a:pt x="37602" y="67090"/>
                  </a:lnTo>
                  <a:lnTo>
                    <a:pt x="34860" y="69832"/>
                  </a:lnTo>
                  <a:lnTo>
                    <a:pt x="33069" y="69832"/>
                  </a:lnTo>
                  <a:lnTo>
                    <a:pt x="30440" y="72462"/>
                  </a:lnTo>
                  <a:lnTo>
                    <a:pt x="30440" y="76278"/>
                  </a:lnTo>
                  <a:lnTo>
                    <a:pt x="33069" y="76278"/>
                  </a:lnTo>
                  <a:lnTo>
                    <a:pt x="36650" y="79859"/>
                  </a:lnTo>
                  <a:lnTo>
                    <a:pt x="53952" y="79859"/>
                  </a:lnTo>
                  <a:lnTo>
                    <a:pt x="57533" y="76278"/>
                  </a:lnTo>
                  <a:lnTo>
                    <a:pt x="59324" y="76278"/>
                  </a:lnTo>
                  <a:lnTo>
                    <a:pt x="63744" y="71858"/>
                  </a:lnTo>
                  <a:lnTo>
                    <a:pt x="63744" y="70067"/>
                  </a:lnTo>
                  <a:lnTo>
                    <a:pt x="65535" y="68277"/>
                  </a:lnTo>
                  <a:lnTo>
                    <a:pt x="65535" y="66486"/>
                  </a:lnTo>
                  <a:lnTo>
                    <a:pt x="67325" y="64695"/>
                  </a:lnTo>
                  <a:lnTo>
                    <a:pt x="67325" y="52765"/>
                  </a:lnTo>
                  <a:lnTo>
                    <a:pt x="65535" y="50975"/>
                  </a:lnTo>
                  <a:lnTo>
                    <a:pt x="65535" y="49184"/>
                  </a:lnTo>
                  <a:lnTo>
                    <a:pt x="63744" y="47394"/>
                  </a:lnTo>
                  <a:lnTo>
                    <a:pt x="63744" y="45603"/>
                  </a:lnTo>
                  <a:lnTo>
                    <a:pt x="57533" y="39392"/>
                  </a:lnTo>
                  <a:lnTo>
                    <a:pt x="55743" y="39392"/>
                  </a:lnTo>
                  <a:lnTo>
                    <a:pt x="53001" y="36650"/>
                  </a:lnTo>
                  <a:lnTo>
                    <a:pt x="53001" y="36046"/>
                  </a:lnTo>
                  <a:lnTo>
                    <a:pt x="56582" y="32465"/>
                  </a:lnTo>
                  <a:lnTo>
                    <a:pt x="56582" y="28884"/>
                  </a:lnTo>
                  <a:lnTo>
                    <a:pt x="58372" y="27094"/>
                  </a:lnTo>
                  <a:lnTo>
                    <a:pt x="58372" y="15164"/>
                  </a:lnTo>
                  <a:lnTo>
                    <a:pt x="56582" y="13373"/>
                  </a:lnTo>
                  <a:lnTo>
                    <a:pt x="56582" y="11582"/>
                  </a:lnTo>
                  <a:lnTo>
                    <a:pt x="53001" y="8001"/>
                  </a:lnTo>
                  <a:lnTo>
                    <a:pt x="53001" y="5372"/>
                  </a:lnTo>
                  <a:lnTo>
                    <a:pt x="50371" y="5372"/>
                  </a:lnTo>
                  <a:lnTo>
                    <a:pt x="46790" y="1791"/>
                  </a:lnTo>
                  <a:lnTo>
                    <a:pt x="44999" y="1791"/>
                  </a:lnTo>
                  <a:lnTo>
                    <a:pt x="43209" y="0"/>
                  </a:lnTo>
                  <a:lnTo>
                    <a:pt x="31279" y="0"/>
                  </a:lnTo>
                  <a:close/>
                </a:path>
              </a:pathLst>
            </a:custGeom>
            <a:solidFill>
              <a:srgbClr val="FA8585"/>
            </a:solidFill>
            <a:ln>
              <a:noFill/>
            </a:ln>
          </p:spPr>
        </p:sp>
        <p:sp>
          <p:nvSpPr>
            <p:cNvPr id="17148" name="Graph element 1841"/>
            <p:cNvSpPr/>
            <p:nvPr/>
          </p:nvSpPr>
          <p:spPr>
            <a:xfrm>
              <a:off x="1169596" y="697307"/>
              <a:ext cx="35095" cy="45419"/>
            </a:xfrm>
            <a:custGeom>
              <a:avLst/>
              <a:gdLst/>
              <a:ahLst/>
              <a:cxnLst/>
              <a:rect l="0" t="0" r="r" b="b"/>
              <a:pathLst>
                <a:path w="35095" h="45419" stroke="0" extrusionOk="0">
                  <a:moveTo>
                    <a:pt x="20116" y="0"/>
                  </a:moveTo>
                  <a:lnTo>
                    <a:pt x="18745" y="1371"/>
                  </a:lnTo>
                  <a:lnTo>
                    <a:pt x="13373" y="1371"/>
                  </a:lnTo>
                  <a:lnTo>
                    <a:pt x="11582" y="3162"/>
                  </a:lnTo>
                  <a:lnTo>
                    <a:pt x="9792" y="3162"/>
                  </a:lnTo>
                  <a:lnTo>
                    <a:pt x="1791" y="11163"/>
                  </a:lnTo>
                  <a:lnTo>
                    <a:pt x="1791" y="12953"/>
                  </a:lnTo>
                  <a:lnTo>
                    <a:pt x="0" y="14744"/>
                  </a:lnTo>
                  <a:lnTo>
                    <a:pt x="0" y="32046"/>
                  </a:lnTo>
                  <a:lnTo>
                    <a:pt x="3581" y="35627"/>
                  </a:lnTo>
                  <a:lnTo>
                    <a:pt x="3581" y="37417"/>
                  </a:lnTo>
                  <a:lnTo>
                    <a:pt x="8001" y="41838"/>
                  </a:lnTo>
                  <a:lnTo>
                    <a:pt x="9792" y="41838"/>
                  </a:lnTo>
                  <a:lnTo>
                    <a:pt x="11582" y="43628"/>
                  </a:lnTo>
                  <a:lnTo>
                    <a:pt x="13373" y="43628"/>
                  </a:lnTo>
                  <a:lnTo>
                    <a:pt x="15164" y="45419"/>
                  </a:lnTo>
                  <a:lnTo>
                    <a:pt x="28884" y="45419"/>
                  </a:lnTo>
                  <a:lnTo>
                    <a:pt x="30675" y="43628"/>
                  </a:lnTo>
                  <a:lnTo>
                    <a:pt x="32465" y="43628"/>
                  </a:lnTo>
                  <a:lnTo>
                    <a:pt x="35095" y="40999"/>
                  </a:lnTo>
                  <a:lnTo>
                    <a:pt x="35095" y="37182"/>
                  </a:lnTo>
                  <a:lnTo>
                    <a:pt x="30675" y="37182"/>
                  </a:lnTo>
                  <a:lnTo>
                    <a:pt x="27094" y="33601"/>
                  </a:lnTo>
                  <a:lnTo>
                    <a:pt x="25303" y="33601"/>
                  </a:lnTo>
                  <a:lnTo>
                    <a:pt x="20771" y="29069"/>
                  </a:lnTo>
                  <a:lnTo>
                    <a:pt x="20771" y="27278"/>
                  </a:lnTo>
                  <a:lnTo>
                    <a:pt x="17189" y="23697"/>
                  </a:lnTo>
                  <a:lnTo>
                    <a:pt x="17189" y="8768"/>
                  </a:lnTo>
                  <a:lnTo>
                    <a:pt x="18980" y="6978"/>
                  </a:lnTo>
                  <a:lnTo>
                    <a:pt x="20116" y="0"/>
                  </a:lnTo>
                  <a:close/>
                </a:path>
              </a:pathLst>
            </a:custGeom>
            <a:solidFill>
              <a:srgbClr val="FA8585"/>
            </a:solidFill>
            <a:ln>
              <a:noFill/>
            </a:ln>
          </p:spPr>
        </p:sp>
        <p:sp>
          <p:nvSpPr>
            <p:cNvPr id="17149" name="Graph element 1842"/>
            <p:cNvSpPr/>
            <p:nvPr/>
          </p:nvSpPr>
          <p:spPr>
            <a:xfrm>
              <a:off x="1194306" y="689725"/>
              <a:ext cx="37244" cy="45838"/>
            </a:xfrm>
            <a:custGeom>
              <a:avLst/>
              <a:gdLst/>
              <a:ahLst/>
              <a:cxnLst/>
              <a:rect l="0" t="0" r="r" b="b"/>
              <a:pathLst>
                <a:path w="37244" h="45838" stroke="0" extrusionOk="0">
                  <a:moveTo>
                    <a:pt x="10150" y="0"/>
                  </a:moveTo>
                  <a:lnTo>
                    <a:pt x="8359" y="1791"/>
                  </a:lnTo>
                  <a:lnTo>
                    <a:pt x="4778" y="1791"/>
                  </a:lnTo>
                  <a:lnTo>
                    <a:pt x="1197" y="5372"/>
                  </a:lnTo>
                  <a:lnTo>
                    <a:pt x="0" y="5372"/>
                  </a:lnTo>
                  <a:lnTo>
                    <a:pt x="0" y="8237"/>
                  </a:lnTo>
                  <a:lnTo>
                    <a:pt x="2988" y="8237"/>
                  </a:lnTo>
                  <a:lnTo>
                    <a:pt x="4778" y="10027"/>
                  </a:lnTo>
                  <a:lnTo>
                    <a:pt x="6569" y="10027"/>
                  </a:lnTo>
                  <a:lnTo>
                    <a:pt x="10150" y="13608"/>
                  </a:lnTo>
                  <a:lnTo>
                    <a:pt x="11941" y="13608"/>
                  </a:lnTo>
                  <a:lnTo>
                    <a:pt x="14683" y="16350"/>
                  </a:lnTo>
                  <a:lnTo>
                    <a:pt x="14683" y="18141"/>
                  </a:lnTo>
                  <a:lnTo>
                    <a:pt x="18264" y="21722"/>
                  </a:lnTo>
                  <a:lnTo>
                    <a:pt x="18264" y="25303"/>
                  </a:lnTo>
                  <a:lnTo>
                    <a:pt x="20054" y="27094"/>
                  </a:lnTo>
                  <a:lnTo>
                    <a:pt x="20054" y="34860"/>
                  </a:lnTo>
                  <a:lnTo>
                    <a:pt x="18264" y="36650"/>
                  </a:lnTo>
                  <a:lnTo>
                    <a:pt x="18264" y="38441"/>
                  </a:lnTo>
                  <a:lnTo>
                    <a:pt x="16473" y="40231"/>
                  </a:lnTo>
                  <a:lnTo>
                    <a:pt x="16473" y="42022"/>
                  </a:lnTo>
                  <a:lnTo>
                    <a:pt x="12657" y="45838"/>
                  </a:lnTo>
                  <a:lnTo>
                    <a:pt x="20290" y="45838"/>
                  </a:lnTo>
                  <a:lnTo>
                    <a:pt x="22080" y="44048"/>
                  </a:lnTo>
                  <a:lnTo>
                    <a:pt x="25661" y="44048"/>
                  </a:lnTo>
                  <a:lnTo>
                    <a:pt x="33663" y="36046"/>
                  </a:lnTo>
                  <a:lnTo>
                    <a:pt x="33663" y="34256"/>
                  </a:lnTo>
                  <a:lnTo>
                    <a:pt x="35453" y="32465"/>
                  </a:lnTo>
                  <a:lnTo>
                    <a:pt x="35453" y="30675"/>
                  </a:lnTo>
                  <a:lnTo>
                    <a:pt x="37244" y="28884"/>
                  </a:lnTo>
                  <a:lnTo>
                    <a:pt x="37244" y="16954"/>
                  </a:lnTo>
                  <a:lnTo>
                    <a:pt x="35453" y="15164"/>
                  </a:lnTo>
                  <a:lnTo>
                    <a:pt x="35453" y="13373"/>
                  </a:lnTo>
                  <a:lnTo>
                    <a:pt x="33663" y="11582"/>
                  </a:lnTo>
                  <a:lnTo>
                    <a:pt x="33663" y="9792"/>
                  </a:lnTo>
                  <a:lnTo>
                    <a:pt x="27452" y="3581"/>
                  </a:lnTo>
                  <a:lnTo>
                    <a:pt x="25661" y="3581"/>
                  </a:lnTo>
                  <a:lnTo>
                    <a:pt x="23871" y="1791"/>
                  </a:lnTo>
                  <a:lnTo>
                    <a:pt x="20290" y="1791"/>
                  </a:lnTo>
                  <a:lnTo>
                    <a:pt x="18499" y="0"/>
                  </a:lnTo>
                  <a:lnTo>
                    <a:pt x="10150" y="0"/>
                  </a:lnTo>
                  <a:close/>
                </a:path>
              </a:pathLst>
            </a:custGeom>
            <a:solidFill>
              <a:srgbClr val="FA8585"/>
            </a:solidFill>
            <a:ln>
              <a:noFill/>
            </a:ln>
          </p:spPr>
        </p:sp>
        <p:sp>
          <p:nvSpPr>
            <p:cNvPr id="17150" name="Graph element 1843"/>
            <p:cNvSpPr/>
            <p:nvPr/>
          </p:nvSpPr>
          <p:spPr>
            <a:xfrm>
              <a:off x="1087649" y="685786"/>
              <a:ext cx="38257" cy="24710"/>
            </a:xfrm>
            <a:custGeom>
              <a:avLst/>
              <a:gdLst/>
              <a:ahLst/>
              <a:cxnLst/>
              <a:rect l="0" t="0" r="r" b="b"/>
              <a:pathLst>
                <a:path w="38257" h="24710" stroke="0" extrusionOk="0">
                  <a:moveTo>
                    <a:pt x="35392" y="0"/>
                  </a:moveTo>
                  <a:lnTo>
                    <a:pt x="35392" y="4778"/>
                  </a:lnTo>
                  <a:lnTo>
                    <a:pt x="33601" y="6569"/>
                  </a:lnTo>
                  <a:lnTo>
                    <a:pt x="33601" y="8359"/>
                  </a:lnTo>
                  <a:lnTo>
                    <a:pt x="30020" y="11941"/>
                  </a:lnTo>
                  <a:lnTo>
                    <a:pt x="30020" y="13731"/>
                  </a:lnTo>
                  <a:lnTo>
                    <a:pt x="29069" y="14683"/>
                  </a:lnTo>
                  <a:lnTo>
                    <a:pt x="27278" y="14683"/>
                  </a:lnTo>
                  <a:lnTo>
                    <a:pt x="23697" y="18264"/>
                  </a:lnTo>
                  <a:lnTo>
                    <a:pt x="21906" y="18264"/>
                  </a:lnTo>
                  <a:lnTo>
                    <a:pt x="20116" y="20054"/>
                  </a:lnTo>
                  <a:lnTo>
                    <a:pt x="8768" y="20054"/>
                  </a:lnTo>
                  <a:lnTo>
                    <a:pt x="6978" y="18264"/>
                  </a:lnTo>
                  <a:lnTo>
                    <a:pt x="5187" y="18264"/>
                  </a:lnTo>
                  <a:lnTo>
                    <a:pt x="2026" y="15102"/>
                  </a:lnTo>
                  <a:lnTo>
                    <a:pt x="0" y="17128"/>
                  </a:lnTo>
                  <a:lnTo>
                    <a:pt x="5791" y="22919"/>
                  </a:lnTo>
                  <a:lnTo>
                    <a:pt x="7582" y="22919"/>
                  </a:lnTo>
                  <a:lnTo>
                    <a:pt x="9372" y="24710"/>
                  </a:lnTo>
                  <a:lnTo>
                    <a:pt x="24884" y="24710"/>
                  </a:lnTo>
                  <a:lnTo>
                    <a:pt x="28465" y="21129"/>
                  </a:lnTo>
                  <a:lnTo>
                    <a:pt x="30255" y="21129"/>
                  </a:lnTo>
                  <a:lnTo>
                    <a:pt x="32885" y="18499"/>
                  </a:lnTo>
                  <a:lnTo>
                    <a:pt x="32885" y="16708"/>
                  </a:lnTo>
                  <a:lnTo>
                    <a:pt x="36466" y="13127"/>
                  </a:lnTo>
                  <a:lnTo>
                    <a:pt x="36466" y="11337"/>
                  </a:lnTo>
                  <a:lnTo>
                    <a:pt x="38257" y="9546"/>
                  </a:lnTo>
                  <a:lnTo>
                    <a:pt x="35392" y="0"/>
                  </a:lnTo>
                  <a:close/>
                </a:path>
              </a:pathLst>
            </a:custGeom>
            <a:solidFill>
              <a:srgbClr val="FA8585"/>
            </a:solidFill>
            <a:ln>
              <a:noFill/>
            </a:ln>
          </p:spPr>
        </p:sp>
        <p:sp>
          <p:nvSpPr>
            <p:cNvPr id="17151" name="Graph element 1844"/>
            <p:cNvSpPr/>
            <p:nvPr/>
          </p:nvSpPr>
          <p:spPr>
            <a:xfrm>
              <a:off x="1081858" y="664657"/>
              <a:ext cx="38911" cy="19338"/>
            </a:xfrm>
            <a:custGeom>
              <a:avLst/>
              <a:gdLst/>
              <a:ahLst/>
              <a:cxnLst/>
              <a:rect l="0" t="0" r="r" b="b"/>
              <a:pathLst>
                <a:path w="38911" h="19338" stroke="0" extrusionOk="0">
                  <a:moveTo>
                    <a:pt x="13373" y="0"/>
                  </a:moveTo>
                  <a:lnTo>
                    <a:pt x="11582" y="1791"/>
                  </a:lnTo>
                  <a:lnTo>
                    <a:pt x="9792" y="1791"/>
                  </a:lnTo>
                  <a:lnTo>
                    <a:pt x="1791" y="9792"/>
                  </a:lnTo>
                  <a:lnTo>
                    <a:pt x="1791" y="11582"/>
                  </a:lnTo>
                  <a:lnTo>
                    <a:pt x="0" y="13373"/>
                  </a:lnTo>
                  <a:lnTo>
                    <a:pt x="0" y="19338"/>
                  </a:lnTo>
                  <a:lnTo>
                    <a:pt x="2865" y="19338"/>
                  </a:lnTo>
                  <a:lnTo>
                    <a:pt x="2865" y="18141"/>
                  </a:lnTo>
                  <a:lnTo>
                    <a:pt x="4655" y="16350"/>
                  </a:lnTo>
                  <a:lnTo>
                    <a:pt x="4655" y="14560"/>
                  </a:lnTo>
                  <a:lnTo>
                    <a:pt x="12769" y="6446"/>
                  </a:lnTo>
                  <a:lnTo>
                    <a:pt x="14560" y="6446"/>
                  </a:lnTo>
                  <a:lnTo>
                    <a:pt x="16350" y="4655"/>
                  </a:lnTo>
                  <a:lnTo>
                    <a:pt x="29488" y="4655"/>
                  </a:lnTo>
                  <a:lnTo>
                    <a:pt x="33069" y="8237"/>
                  </a:lnTo>
                  <a:lnTo>
                    <a:pt x="38911" y="8237"/>
                  </a:lnTo>
                  <a:lnTo>
                    <a:pt x="34256" y="3581"/>
                  </a:lnTo>
                  <a:lnTo>
                    <a:pt x="32465" y="3581"/>
                  </a:lnTo>
                  <a:lnTo>
                    <a:pt x="30675" y="1791"/>
                  </a:lnTo>
                  <a:lnTo>
                    <a:pt x="28884" y="1791"/>
                  </a:lnTo>
                  <a:lnTo>
                    <a:pt x="27094" y="0"/>
                  </a:lnTo>
                  <a:lnTo>
                    <a:pt x="13373" y="0"/>
                  </a:lnTo>
                  <a:close/>
                </a:path>
              </a:pathLst>
            </a:custGeom>
            <a:solidFill>
              <a:srgbClr val="FA8585"/>
            </a:solidFill>
            <a:ln>
              <a:noFill/>
            </a:ln>
          </p:spPr>
        </p:sp>
        <p:sp>
          <p:nvSpPr>
            <p:cNvPr id="17152" name="Graph element 1845"/>
            <p:cNvSpPr/>
            <p:nvPr/>
          </p:nvSpPr>
          <p:spPr>
            <a:xfrm>
              <a:off x="1139156" y="594825"/>
              <a:ext cx="46432" cy="44048"/>
            </a:xfrm>
            <a:custGeom>
              <a:avLst/>
              <a:gdLst/>
              <a:ahLst/>
              <a:cxnLst/>
              <a:rect l="0" t="0" r="r" b="b"/>
              <a:pathLst>
                <a:path w="46432" h="44048" stroke="0" extrusionOk="0">
                  <a:moveTo>
                    <a:pt x="15164" y="0"/>
                  </a:moveTo>
                  <a:lnTo>
                    <a:pt x="13373" y="1791"/>
                  </a:lnTo>
                  <a:lnTo>
                    <a:pt x="11582" y="1791"/>
                  </a:lnTo>
                  <a:lnTo>
                    <a:pt x="8001" y="5372"/>
                  </a:lnTo>
                  <a:lnTo>
                    <a:pt x="5372" y="5372"/>
                  </a:lnTo>
                  <a:lnTo>
                    <a:pt x="5372" y="8001"/>
                  </a:lnTo>
                  <a:lnTo>
                    <a:pt x="1791" y="11582"/>
                  </a:lnTo>
                  <a:lnTo>
                    <a:pt x="1791" y="15164"/>
                  </a:lnTo>
                  <a:lnTo>
                    <a:pt x="0" y="16954"/>
                  </a:lnTo>
                  <a:lnTo>
                    <a:pt x="0" y="27094"/>
                  </a:lnTo>
                  <a:lnTo>
                    <a:pt x="1791" y="28884"/>
                  </a:lnTo>
                  <a:lnTo>
                    <a:pt x="1791" y="30675"/>
                  </a:lnTo>
                  <a:lnTo>
                    <a:pt x="3581" y="32465"/>
                  </a:lnTo>
                  <a:lnTo>
                    <a:pt x="3581" y="34256"/>
                  </a:lnTo>
                  <a:lnTo>
                    <a:pt x="9792" y="40467"/>
                  </a:lnTo>
                  <a:lnTo>
                    <a:pt x="11582" y="40467"/>
                  </a:lnTo>
                  <a:lnTo>
                    <a:pt x="13373" y="42257"/>
                  </a:lnTo>
                  <a:lnTo>
                    <a:pt x="15164" y="42257"/>
                  </a:lnTo>
                  <a:lnTo>
                    <a:pt x="16954" y="44048"/>
                  </a:lnTo>
                  <a:lnTo>
                    <a:pt x="28884" y="44048"/>
                  </a:lnTo>
                  <a:lnTo>
                    <a:pt x="30675" y="42257"/>
                  </a:lnTo>
                  <a:lnTo>
                    <a:pt x="32465" y="42257"/>
                  </a:lnTo>
                  <a:lnTo>
                    <a:pt x="36046" y="38676"/>
                  </a:lnTo>
                  <a:lnTo>
                    <a:pt x="37837" y="38676"/>
                  </a:lnTo>
                  <a:lnTo>
                    <a:pt x="40467" y="36046"/>
                  </a:lnTo>
                  <a:lnTo>
                    <a:pt x="40467" y="34256"/>
                  </a:lnTo>
                  <a:lnTo>
                    <a:pt x="44048" y="30675"/>
                  </a:lnTo>
                  <a:lnTo>
                    <a:pt x="44048" y="23513"/>
                  </a:lnTo>
                  <a:lnTo>
                    <a:pt x="46432" y="21129"/>
                  </a:lnTo>
                  <a:lnTo>
                    <a:pt x="44048" y="18745"/>
                  </a:lnTo>
                  <a:lnTo>
                    <a:pt x="44048" y="13373"/>
                  </a:lnTo>
                  <a:lnTo>
                    <a:pt x="42257" y="11582"/>
                  </a:lnTo>
                  <a:lnTo>
                    <a:pt x="42257" y="9792"/>
                  </a:lnTo>
                  <a:lnTo>
                    <a:pt x="34256" y="1791"/>
                  </a:lnTo>
                  <a:lnTo>
                    <a:pt x="32465" y="1791"/>
                  </a:lnTo>
                  <a:lnTo>
                    <a:pt x="30675" y="0"/>
                  </a:lnTo>
                  <a:lnTo>
                    <a:pt x="15164" y="0"/>
                  </a:lnTo>
                  <a:close/>
                </a:path>
              </a:pathLst>
            </a:custGeom>
            <a:solidFill>
              <a:srgbClr val="FA8585"/>
            </a:solidFill>
            <a:ln>
              <a:noFill/>
            </a:ln>
          </p:spPr>
        </p:sp>
        <p:sp>
          <p:nvSpPr>
            <p:cNvPr id="17153" name="Graph element 1846"/>
            <p:cNvSpPr/>
            <p:nvPr/>
          </p:nvSpPr>
          <p:spPr>
            <a:xfrm>
              <a:off x="1076486" y="492763"/>
              <a:ext cx="42257" cy="42257"/>
            </a:xfrm>
            <a:custGeom>
              <a:avLst/>
              <a:gdLst/>
              <a:ahLst/>
              <a:cxnLst/>
              <a:rect l="0" t="0" r="r" b="b"/>
              <a:pathLst>
                <a:path w="42257" h="42257" stroke="0" extrusionOk="0">
                  <a:moveTo>
                    <a:pt x="15164" y="0"/>
                  </a:moveTo>
                  <a:lnTo>
                    <a:pt x="13373" y="1791"/>
                  </a:lnTo>
                  <a:lnTo>
                    <a:pt x="11582" y="1791"/>
                  </a:lnTo>
                  <a:lnTo>
                    <a:pt x="9792" y="3581"/>
                  </a:lnTo>
                  <a:lnTo>
                    <a:pt x="8001" y="3581"/>
                  </a:lnTo>
                  <a:lnTo>
                    <a:pt x="3581" y="8001"/>
                  </a:lnTo>
                  <a:lnTo>
                    <a:pt x="3581" y="9792"/>
                  </a:lnTo>
                  <a:lnTo>
                    <a:pt x="1791" y="11582"/>
                  </a:lnTo>
                  <a:lnTo>
                    <a:pt x="1791" y="13373"/>
                  </a:lnTo>
                  <a:lnTo>
                    <a:pt x="0" y="15164"/>
                  </a:lnTo>
                  <a:lnTo>
                    <a:pt x="0" y="27094"/>
                  </a:lnTo>
                  <a:lnTo>
                    <a:pt x="1791" y="28884"/>
                  </a:lnTo>
                  <a:lnTo>
                    <a:pt x="1791" y="30675"/>
                  </a:lnTo>
                  <a:lnTo>
                    <a:pt x="5372" y="34256"/>
                  </a:lnTo>
                  <a:lnTo>
                    <a:pt x="5372" y="36886"/>
                  </a:lnTo>
                  <a:lnTo>
                    <a:pt x="8001" y="36886"/>
                  </a:lnTo>
                  <a:lnTo>
                    <a:pt x="11582" y="40467"/>
                  </a:lnTo>
                  <a:lnTo>
                    <a:pt x="15164" y="40467"/>
                  </a:lnTo>
                  <a:lnTo>
                    <a:pt x="16954" y="42257"/>
                  </a:lnTo>
                  <a:lnTo>
                    <a:pt x="27094" y="42257"/>
                  </a:lnTo>
                  <a:lnTo>
                    <a:pt x="28884" y="40467"/>
                  </a:lnTo>
                  <a:lnTo>
                    <a:pt x="30675" y="40467"/>
                  </a:lnTo>
                  <a:lnTo>
                    <a:pt x="34256" y="36886"/>
                  </a:lnTo>
                  <a:lnTo>
                    <a:pt x="36886" y="36886"/>
                  </a:lnTo>
                  <a:lnTo>
                    <a:pt x="36886" y="34256"/>
                  </a:lnTo>
                  <a:lnTo>
                    <a:pt x="40467" y="30675"/>
                  </a:lnTo>
                  <a:lnTo>
                    <a:pt x="40467" y="28884"/>
                  </a:lnTo>
                  <a:lnTo>
                    <a:pt x="42257" y="27094"/>
                  </a:lnTo>
                  <a:lnTo>
                    <a:pt x="42257" y="15164"/>
                  </a:lnTo>
                  <a:lnTo>
                    <a:pt x="40467" y="13373"/>
                  </a:lnTo>
                  <a:lnTo>
                    <a:pt x="40467" y="11582"/>
                  </a:lnTo>
                  <a:lnTo>
                    <a:pt x="38676" y="9792"/>
                  </a:lnTo>
                  <a:lnTo>
                    <a:pt x="38676" y="8001"/>
                  </a:lnTo>
                  <a:lnTo>
                    <a:pt x="34256" y="3581"/>
                  </a:lnTo>
                  <a:lnTo>
                    <a:pt x="32465" y="3581"/>
                  </a:lnTo>
                  <a:lnTo>
                    <a:pt x="28884" y="0"/>
                  </a:lnTo>
                  <a:lnTo>
                    <a:pt x="15164" y="0"/>
                  </a:lnTo>
                  <a:close/>
                </a:path>
              </a:pathLst>
            </a:custGeom>
            <a:solidFill>
              <a:srgbClr val="FA8585"/>
            </a:solidFill>
            <a:ln>
              <a:noFill/>
            </a:ln>
          </p:spPr>
        </p:sp>
        <p:sp>
          <p:nvSpPr>
            <p:cNvPr id="17154" name="Graph element 1847"/>
            <p:cNvSpPr/>
            <p:nvPr/>
          </p:nvSpPr>
          <p:spPr>
            <a:xfrm>
              <a:off x="1123041" y="116745"/>
              <a:ext cx="44048" cy="44048"/>
            </a:xfrm>
            <a:custGeom>
              <a:avLst/>
              <a:gdLst/>
              <a:ahLst/>
              <a:cxnLst/>
              <a:rect l="0" t="0" r="r" b="b"/>
              <a:pathLst>
                <a:path w="44048" h="44048" stroke="0" extrusionOk="0">
                  <a:moveTo>
                    <a:pt x="15164" y="0"/>
                  </a:moveTo>
                  <a:lnTo>
                    <a:pt x="13373" y="1791"/>
                  </a:lnTo>
                  <a:lnTo>
                    <a:pt x="11582" y="1791"/>
                  </a:lnTo>
                  <a:lnTo>
                    <a:pt x="8001" y="5372"/>
                  </a:lnTo>
                  <a:lnTo>
                    <a:pt x="5372" y="5372"/>
                  </a:lnTo>
                  <a:lnTo>
                    <a:pt x="5372" y="8001"/>
                  </a:lnTo>
                  <a:lnTo>
                    <a:pt x="1791" y="11582"/>
                  </a:lnTo>
                  <a:lnTo>
                    <a:pt x="1791" y="13373"/>
                  </a:lnTo>
                  <a:lnTo>
                    <a:pt x="0" y="15164"/>
                  </a:lnTo>
                  <a:lnTo>
                    <a:pt x="0" y="28884"/>
                  </a:lnTo>
                  <a:lnTo>
                    <a:pt x="1791" y="30675"/>
                  </a:lnTo>
                  <a:lnTo>
                    <a:pt x="1791" y="32465"/>
                  </a:lnTo>
                  <a:lnTo>
                    <a:pt x="3581" y="34256"/>
                  </a:lnTo>
                  <a:lnTo>
                    <a:pt x="3581" y="36046"/>
                  </a:lnTo>
                  <a:lnTo>
                    <a:pt x="8001" y="40467"/>
                  </a:lnTo>
                  <a:lnTo>
                    <a:pt x="9792" y="40467"/>
                  </a:lnTo>
                  <a:lnTo>
                    <a:pt x="13373" y="44048"/>
                  </a:lnTo>
                  <a:lnTo>
                    <a:pt x="30675" y="44048"/>
                  </a:lnTo>
                  <a:lnTo>
                    <a:pt x="32465" y="42257"/>
                  </a:lnTo>
                  <a:lnTo>
                    <a:pt x="34256" y="42257"/>
                  </a:lnTo>
                  <a:lnTo>
                    <a:pt x="42257" y="34256"/>
                  </a:lnTo>
                  <a:lnTo>
                    <a:pt x="42257" y="32465"/>
                  </a:lnTo>
                  <a:lnTo>
                    <a:pt x="44048" y="30675"/>
                  </a:lnTo>
                  <a:lnTo>
                    <a:pt x="44048" y="13373"/>
                  </a:lnTo>
                  <a:lnTo>
                    <a:pt x="40467" y="9792"/>
                  </a:lnTo>
                  <a:lnTo>
                    <a:pt x="40467" y="8001"/>
                  </a:lnTo>
                  <a:lnTo>
                    <a:pt x="36046" y="3581"/>
                  </a:lnTo>
                  <a:lnTo>
                    <a:pt x="34256" y="3581"/>
                  </a:lnTo>
                  <a:lnTo>
                    <a:pt x="32465" y="1791"/>
                  </a:lnTo>
                  <a:lnTo>
                    <a:pt x="30675" y="1791"/>
                  </a:lnTo>
                  <a:lnTo>
                    <a:pt x="28884" y="0"/>
                  </a:lnTo>
                  <a:lnTo>
                    <a:pt x="15164" y="0"/>
                  </a:lnTo>
                  <a:close/>
                </a:path>
              </a:pathLst>
            </a:custGeom>
            <a:solidFill>
              <a:srgbClr val="FA8585"/>
            </a:solidFill>
            <a:ln>
              <a:noFill/>
            </a:ln>
          </p:spPr>
        </p:sp>
        <p:sp>
          <p:nvSpPr>
            <p:cNvPr id="17155" name="Graph element 1848"/>
            <p:cNvSpPr/>
            <p:nvPr/>
          </p:nvSpPr>
          <p:spPr>
            <a:xfrm>
              <a:off x="1089020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156" name="Graph element 1849"/>
            <p:cNvSpPr/>
            <p:nvPr/>
          </p:nvSpPr>
          <p:spPr>
            <a:xfrm>
              <a:off x="1089020" y="1362618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157" name="Graph element 1850"/>
            <p:cNvSpPr/>
            <p:nvPr/>
          </p:nvSpPr>
          <p:spPr>
            <a:xfrm>
              <a:off x="1112717" y="1358024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158" name="Graph element 1851"/>
            <p:cNvSpPr/>
            <p:nvPr/>
          </p:nvSpPr>
          <p:spPr>
            <a:xfrm>
              <a:off x="1105555" y="1356234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3581" y="5607"/>
                  </a:moveTo>
                  <a:lnTo>
                    <a:pt x="5607" y="358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3581" y="5607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159" name="Graph element 1852"/>
            <p:cNvSpPr/>
            <p:nvPr/>
          </p:nvSpPr>
          <p:spPr>
            <a:xfrm>
              <a:off x="1221942" y="1354443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160" name="Graph element 1853"/>
            <p:cNvSpPr/>
            <p:nvPr/>
          </p:nvSpPr>
          <p:spPr>
            <a:xfrm>
              <a:off x="1128055" y="1352233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161" name="Graph element 1854"/>
            <p:cNvSpPr/>
            <p:nvPr/>
          </p:nvSpPr>
          <p:spPr>
            <a:xfrm>
              <a:off x="1217941" y="1348294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162" name="Graph element 1855"/>
            <p:cNvSpPr/>
            <p:nvPr/>
          </p:nvSpPr>
          <p:spPr>
            <a:xfrm>
              <a:off x="1251962" y="1346503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163" name="Graph element 1856"/>
            <p:cNvSpPr/>
            <p:nvPr/>
          </p:nvSpPr>
          <p:spPr>
            <a:xfrm>
              <a:off x="1101554" y="1346503"/>
              <a:ext cx="7039" cy="10620"/>
            </a:xfrm>
            <a:custGeom>
              <a:avLst/>
              <a:gdLst/>
              <a:ahLst/>
              <a:cxnLst/>
              <a:rect l="0" t="0" r="r" b="b"/>
              <a:pathLst>
                <a:path w="7039" h="10620" stroke="0" extrusionOk="0">
                  <a:moveTo>
                    <a:pt x="0" y="0"/>
                  </a:moveTo>
                  <a:lnTo>
                    <a:pt x="0" y="4174"/>
                  </a:lnTo>
                  <a:lnTo>
                    <a:pt x="1791" y="5965"/>
                  </a:lnTo>
                  <a:lnTo>
                    <a:pt x="1791" y="10620"/>
                  </a:lnTo>
                  <a:lnTo>
                    <a:pt x="7039" y="5372"/>
                  </a:lnTo>
                  <a:lnTo>
                    <a:pt x="2865" y="11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164" name="Graph element 1857"/>
            <p:cNvSpPr/>
            <p:nvPr/>
          </p:nvSpPr>
          <p:spPr>
            <a:xfrm>
              <a:off x="1036736" y="1339699"/>
              <a:ext cx="17783" cy="11818"/>
            </a:xfrm>
            <a:custGeom>
              <a:avLst/>
              <a:gdLst/>
              <a:ahLst/>
              <a:cxnLst/>
              <a:rect l="0" t="0" r="r" b="b"/>
              <a:pathLst>
                <a:path w="17783" h="11818" stroke="0" extrusionOk="0">
                  <a:moveTo>
                    <a:pt x="5372" y="2865"/>
                  </a:moveTo>
                  <a:lnTo>
                    <a:pt x="6569" y="2865"/>
                  </a:lnTo>
                  <a:lnTo>
                    <a:pt x="10508" y="6804"/>
                  </a:lnTo>
                  <a:lnTo>
                    <a:pt x="10150" y="7162"/>
                  </a:lnTo>
                  <a:lnTo>
                    <a:pt x="2988" y="7162"/>
                  </a:lnTo>
                  <a:lnTo>
                    <a:pt x="1197" y="8953"/>
                  </a:lnTo>
                  <a:lnTo>
                    <a:pt x="0" y="8953"/>
                  </a:lnTo>
                  <a:lnTo>
                    <a:pt x="0" y="11818"/>
                  </a:lnTo>
                  <a:lnTo>
                    <a:pt x="2384" y="11818"/>
                  </a:lnTo>
                  <a:lnTo>
                    <a:pt x="4174" y="10027"/>
                  </a:lnTo>
                  <a:lnTo>
                    <a:pt x="11337" y="10027"/>
                  </a:lnTo>
                  <a:lnTo>
                    <a:pt x="13127" y="8237"/>
                  </a:lnTo>
                  <a:lnTo>
                    <a:pt x="17783" y="8237"/>
                  </a:lnTo>
                  <a:lnTo>
                    <a:pt x="12176" y="2630"/>
                  </a:lnTo>
                  <a:lnTo>
                    <a:pt x="12176" y="0"/>
                  </a:lnTo>
                  <a:lnTo>
                    <a:pt x="5372" y="2865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165" name="Graph element 1858"/>
            <p:cNvSpPr/>
            <p:nvPr/>
          </p:nvSpPr>
          <p:spPr>
            <a:xfrm>
              <a:off x="1139156" y="1339341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166" name="Graph element 1859"/>
            <p:cNvSpPr/>
            <p:nvPr/>
          </p:nvSpPr>
          <p:spPr>
            <a:xfrm>
              <a:off x="1094812" y="1338328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167" name="Graph element 1860"/>
            <p:cNvSpPr/>
            <p:nvPr/>
          </p:nvSpPr>
          <p:spPr>
            <a:xfrm>
              <a:off x="1090453" y="1336118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168" name="Graph element 1861"/>
            <p:cNvSpPr/>
            <p:nvPr/>
          </p:nvSpPr>
          <p:spPr>
            <a:xfrm>
              <a:off x="1251962" y="133576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169" name="Graph element 1862"/>
            <p:cNvSpPr/>
            <p:nvPr/>
          </p:nvSpPr>
          <p:spPr>
            <a:xfrm>
              <a:off x="1144528" y="1335760"/>
              <a:ext cx="4655" cy="5372"/>
            </a:xfrm>
            <a:custGeom>
              <a:avLst/>
              <a:gdLst/>
              <a:ahLst/>
              <a:cxnLst/>
              <a:rect l="0" t="0" r="r" b="b"/>
              <a:pathLst>
                <a:path w="4655" h="5372" stroke="0" extrusionOk="0">
                  <a:moveTo>
                    <a:pt x="0" y="2384"/>
                  </a:moveTo>
                  <a:lnTo>
                    <a:pt x="1791" y="4174"/>
                  </a:lnTo>
                  <a:lnTo>
                    <a:pt x="1791" y="5372"/>
                  </a:lnTo>
                  <a:lnTo>
                    <a:pt x="4655" y="5372"/>
                  </a:lnTo>
                  <a:lnTo>
                    <a:pt x="4655" y="2988"/>
                  </a:lnTo>
                  <a:lnTo>
                    <a:pt x="2865" y="1197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2384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170" name="Graph element 1863"/>
            <p:cNvSpPr/>
            <p:nvPr/>
          </p:nvSpPr>
          <p:spPr>
            <a:xfrm>
              <a:off x="1170015" y="1332957"/>
              <a:ext cx="7397" cy="7397"/>
            </a:xfrm>
            <a:custGeom>
              <a:avLst/>
              <a:gdLst/>
              <a:ahLst/>
              <a:cxnLst/>
              <a:rect l="0" t="0" r="r" b="b"/>
              <a:pathLst>
                <a:path w="7397" h="7397" stroke="0" extrusionOk="0">
                  <a:moveTo>
                    <a:pt x="5372" y="7397"/>
                  </a:moveTo>
                  <a:lnTo>
                    <a:pt x="7397" y="5372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5372" y="7397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171" name="Graph element 1864"/>
            <p:cNvSpPr/>
            <p:nvPr/>
          </p:nvSpPr>
          <p:spPr>
            <a:xfrm>
              <a:off x="1084068" y="1331166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172" name="Graph element 1865"/>
            <p:cNvSpPr/>
            <p:nvPr/>
          </p:nvSpPr>
          <p:spPr>
            <a:xfrm>
              <a:off x="1134204" y="1329375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173" name="Graph element 1866"/>
            <p:cNvSpPr/>
            <p:nvPr/>
          </p:nvSpPr>
          <p:spPr>
            <a:xfrm>
              <a:off x="1144528" y="1327165"/>
              <a:ext cx="4655" cy="4655"/>
            </a:xfrm>
            <a:custGeom>
              <a:avLst/>
              <a:gdLst/>
              <a:ahLst/>
              <a:cxnLst/>
              <a:rect l="0" t="0" r="r" b="b"/>
              <a:pathLst>
                <a:path w="4655" h="4655" stroke="0" extrusionOk="0">
                  <a:moveTo>
                    <a:pt x="0" y="0"/>
                  </a:moveTo>
                  <a:lnTo>
                    <a:pt x="0" y="4655"/>
                  </a:lnTo>
                  <a:lnTo>
                    <a:pt x="4655" y="4655"/>
                  </a:lnTo>
                  <a:lnTo>
                    <a:pt x="46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174" name="Graph element 1867"/>
            <p:cNvSpPr/>
            <p:nvPr/>
          </p:nvSpPr>
          <p:spPr>
            <a:xfrm>
              <a:off x="1183920" y="1326807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175" name="Graph element 1868"/>
            <p:cNvSpPr/>
            <p:nvPr/>
          </p:nvSpPr>
          <p:spPr>
            <a:xfrm>
              <a:off x="1128055" y="1325375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176" name="Graph element 1869"/>
            <p:cNvSpPr/>
            <p:nvPr/>
          </p:nvSpPr>
          <p:spPr>
            <a:xfrm>
              <a:off x="1105135" y="1325017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177" name="Graph element 1870"/>
            <p:cNvSpPr/>
            <p:nvPr/>
          </p:nvSpPr>
          <p:spPr>
            <a:xfrm>
              <a:off x="1225523" y="1322213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178" name="Graph element 1871"/>
            <p:cNvSpPr/>
            <p:nvPr/>
          </p:nvSpPr>
          <p:spPr>
            <a:xfrm>
              <a:off x="1237279" y="1320003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179" name="Graph element 1872"/>
            <p:cNvSpPr/>
            <p:nvPr/>
          </p:nvSpPr>
          <p:spPr>
            <a:xfrm>
              <a:off x="1041095" y="1319410"/>
              <a:ext cx="8410" cy="8410"/>
            </a:xfrm>
            <a:custGeom>
              <a:avLst/>
              <a:gdLst/>
              <a:ahLst/>
              <a:cxnLst/>
              <a:rect l="0" t="0" r="r" b="b"/>
              <a:pathLst>
                <a:path w="8410" h="8410" stroke="0" extrusionOk="0">
                  <a:moveTo>
                    <a:pt x="4594" y="0"/>
                  </a:moveTo>
                  <a:lnTo>
                    <a:pt x="1371" y="3223"/>
                  </a:lnTo>
                  <a:lnTo>
                    <a:pt x="1371" y="5014"/>
                  </a:lnTo>
                  <a:lnTo>
                    <a:pt x="0" y="6385"/>
                  </a:lnTo>
                  <a:lnTo>
                    <a:pt x="2026" y="8410"/>
                  </a:lnTo>
                  <a:lnTo>
                    <a:pt x="3397" y="7039"/>
                  </a:lnTo>
                  <a:lnTo>
                    <a:pt x="5187" y="7039"/>
                  </a:lnTo>
                  <a:lnTo>
                    <a:pt x="8410" y="3816"/>
                  </a:lnTo>
                  <a:lnTo>
                    <a:pt x="4594" y="0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180" name="Graph element 1873"/>
            <p:cNvSpPr/>
            <p:nvPr/>
          </p:nvSpPr>
          <p:spPr>
            <a:xfrm>
              <a:off x="1166015" y="1317854"/>
              <a:ext cx="2865" cy="8953"/>
            </a:xfrm>
            <a:custGeom>
              <a:avLst/>
              <a:gdLst/>
              <a:ahLst/>
              <a:cxnLst/>
              <a:rect l="0" t="0" r="r" b="b"/>
              <a:pathLst>
                <a:path w="2865" h="8953" stroke="0" extrusionOk="0">
                  <a:moveTo>
                    <a:pt x="0" y="8953"/>
                  </a:moveTo>
                  <a:lnTo>
                    <a:pt x="2865" y="8953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8953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181" name="Graph element 1874"/>
            <p:cNvSpPr/>
            <p:nvPr/>
          </p:nvSpPr>
          <p:spPr>
            <a:xfrm>
              <a:off x="1104777" y="1316422"/>
              <a:ext cx="3581" cy="2865"/>
            </a:xfrm>
            <a:custGeom>
              <a:avLst/>
              <a:gdLst/>
              <a:ahLst/>
              <a:cxnLst/>
              <a:rect l="0" t="0" r="r" b="b"/>
              <a:pathLst>
                <a:path w="3581" h="2865" stroke="0" extrusionOk="0">
                  <a:moveTo>
                    <a:pt x="3581" y="2865"/>
                  </a:moveTo>
                  <a:lnTo>
                    <a:pt x="358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3581" y="2865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182" name="Graph element 1875"/>
            <p:cNvSpPr/>
            <p:nvPr/>
          </p:nvSpPr>
          <p:spPr>
            <a:xfrm>
              <a:off x="1169238" y="1312841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183" name="Graph element 1876"/>
            <p:cNvSpPr/>
            <p:nvPr/>
          </p:nvSpPr>
          <p:spPr>
            <a:xfrm>
              <a:off x="1127042" y="1311470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184" name="Graph element 1877"/>
            <p:cNvSpPr/>
            <p:nvPr/>
          </p:nvSpPr>
          <p:spPr>
            <a:xfrm>
              <a:off x="1051060" y="1307469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185" name="Graph element 1878"/>
            <p:cNvSpPr/>
            <p:nvPr/>
          </p:nvSpPr>
          <p:spPr>
            <a:xfrm>
              <a:off x="1024325" y="1307469"/>
              <a:ext cx="17783" cy="10027"/>
            </a:xfrm>
            <a:custGeom>
              <a:avLst/>
              <a:gdLst/>
              <a:ahLst/>
              <a:cxnLst/>
              <a:rect l="0" t="0" r="r" b="b"/>
              <a:pathLst>
                <a:path w="17783" h="10027" stroke="0" extrusionOk="0">
                  <a:moveTo>
                    <a:pt x="11818" y="0"/>
                  </a:moveTo>
                  <a:lnTo>
                    <a:pt x="10027" y="1791"/>
                  </a:lnTo>
                  <a:lnTo>
                    <a:pt x="8237" y="1791"/>
                  </a:lnTo>
                  <a:lnTo>
                    <a:pt x="0" y="10027"/>
                  </a:lnTo>
                  <a:lnTo>
                    <a:pt x="7633" y="10027"/>
                  </a:lnTo>
                  <a:lnTo>
                    <a:pt x="13004" y="4655"/>
                  </a:lnTo>
                  <a:lnTo>
                    <a:pt x="14795" y="4655"/>
                  </a:lnTo>
                  <a:lnTo>
                    <a:pt x="16586" y="2865"/>
                  </a:lnTo>
                  <a:lnTo>
                    <a:pt x="17783" y="2865"/>
                  </a:lnTo>
                  <a:lnTo>
                    <a:pt x="17783" y="0"/>
                  </a:lnTo>
                  <a:lnTo>
                    <a:pt x="11818" y="0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186" name="Graph element 1879"/>
            <p:cNvSpPr/>
            <p:nvPr/>
          </p:nvSpPr>
          <p:spPr>
            <a:xfrm>
              <a:off x="1127042" y="1298936"/>
              <a:ext cx="4236" cy="4594"/>
            </a:xfrm>
            <a:custGeom>
              <a:avLst/>
              <a:gdLst/>
              <a:ahLst/>
              <a:cxnLst/>
              <a:rect l="0" t="0" r="r" b="b"/>
              <a:pathLst>
                <a:path w="4236" h="4594" stroke="0" extrusionOk="0">
                  <a:moveTo>
                    <a:pt x="1371" y="3397"/>
                  </a:moveTo>
                  <a:lnTo>
                    <a:pt x="1371" y="4594"/>
                  </a:lnTo>
                  <a:lnTo>
                    <a:pt x="4236" y="4594"/>
                  </a:lnTo>
                  <a:lnTo>
                    <a:pt x="4236" y="2210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371" y="3397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187" name="Graph element 1880"/>
            <p:cNvSpPr/>
            <p:nvPr/>
          </p:nvSpPr>
          <p:spPr>
            <a:xfrm>
              <a:off x="1123461" y="1293564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188" name="Graph element 1881"/>
            <p:cNvSpPr/>
            <p:nvPr/>
          </p:nvSpPr>
          <p:spPr>
            <a:xfrm>
              <a:off x="1094392" y="1292786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189" name="Graph element 1882"/>
            <p:cNvSpPr/>
            <p:nvPr/>
          </p:nvSpPr>
          <p:spPr>
            <a:xfrm>
              <a:off x="1081623" y="1289328"/>
              <a:ext cx="6681" cy="6681"/>
            </a:xfrm>
            <a:custGeom>
              <a:avLst/>
              <a:gdLst/>
              <a:ahLst/>
              <a:cxnLst/>
              <a:rect l="0" t="0" r="r" b="b"/>
              <a:pathLst>
                <a:path w="6681" h="6681" stroke="0" extrusionOk="0">
                  <a:moveTo>
                    <a:pt x="6681" y="0"/>
                  </a:moveTo>
                  <a:lnTo>
                    <a:pt x="0" y="6681"/>
                  </a:lnTo>
                  <a:lnTo>
                    <a:pt x="6681" y="6681"/>
                  </a:lnTo>
                  <a:lnTo>
                    <a:pt x="6681" y="0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190" name="Graph element 1883"/>
            <p:cNvSpPr/>
            <p:nvPr/>
          </p:nvSpPr>
          <p:spPr>
            <a:xfrm>
              <a:off x="1041095" y="1268496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191" name="Graph element 1884"/>
            <p:cNvSpPr/>
            <p:nvPr/>
          </p:nvSpPr>
          <p:spPr>
            <a:xfrm>
              <a:off x="1111940" y="1266286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192" name="Graph element 1885"/>
            <p:cNvSpPr/>
            <p:nvPr/>
          </p:nvSpPr>
          <p:spPr>
            <a:xfrm>
              <a:off x="1118089" y="1261334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193" name="Graph element 1886"/>
            <p:cNvSpPr/>
            <p:nvPr/>
          </p:nvSpPr>
          <p:spPr>
            <a:xfrm>
              <a:off x="1035304" y="1260556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194" name="Graph element 1887"/>
            <p:cNvSpPr/>
            <p:nvPr/>
          </p:nvSpPr>
          <p:spPr>
            <a:xfrm>
              <a:off x="1096602" y="1254949"/>
              <a:ext cx="5607" cy="4829"/>
            </a:xfrm>
            <a:custGeom>
              <a:avLst/>
              <a:gdLst/>
              <a:ahLst/>
              <a:cxnLst/>
              <a:rect l="0" t="0" r="r" b="b"/>
              <a:pathLst>
                <a:path w="5607" h="4829" stroke="0" extrusionOk="0">
                  <a:moveTo>
                    <a:pt x="0" y="2803"/>
                  </a:moveTo>
                  <a:lnTo>
                    <a:pt x="2026" y="4829"/>
                  </a:lnTo>
                  <a:lnTo>
                    <a:pt x="2803" y="4052"/>
                  </a:lnTo>
                  <a:lnTo>
                    <a:pt x="3581" y="4829"/>
                  </a:lnTo>
                  <a:lnTo>
                    <a:pt x="5607" y="2803"/>
                  </a:lnTo>
                  <a:lnTo>
                    <a:pt x="2803" y="0"/>
                  </a:lnTo>
                  <a:lnTo>
                    <a:pt x="0" y="2803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195" name="Graph element 1888"/>
            <p:cNvSpPr/>
            <p:nvPr/>
          </p:nvSpPr>
          <p:spPr>
            <a:xfrm>
              <a:off x="1042108" y="1255962"/>
              <a:ext cx="4594" cy="4236"/>
            </a:xfrm>
            <a:custGeom>
              <a:avLst/>
              <a:gdLst/>
              <a:ahLst/>
              <a:cxnLst/>
              <a:rect l="0" t="0" r="r" b="b"/>
              <a:pathLst>
                <a:path w="4594" h="4236" stroke="0" extrusionOk="0">
                  <a:moveTo>
                    <a:pt x="0" y="1371"/>
                  </a:moveTo>
                  <a:lnTo>
                    <a:pt x="0" y="4236"/>
                  </a:lnTo>
                  <a:lnTo>
                    <a:pt x="2384" y="4236"/>
                  </a:lnTo>
                  <a:lnTo>
                    <a:pt x="4594" y="2026"/>
                  </a:lnTo>
                  <a:lnTo>
                    <a:pt x="2568" y="0"/>
                  </a:lnTo>
                  <a:lnTo>
                    <a:pt x="1197" y="1371"/>
                  </a:lnTo>
                  <a:lnTo>
                    <a:pt x="0" y="1371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196" name="Graph element 1889"/>
            <p:cNvSpPr/>
            <p:nvPr/>
          </p:nvSpPr>
          <p:spPr>
            <a:xfrm>
              <a:off x="1135995" y="1248800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197" name="Graph element 1890"/>
            <p:cNvSpPr/>
            <p:nvPr/>
          </p:nvSpPr>
          <p:spPr>
            <a:xfrm>
              <a:off x="1035304" y="1238057"/>
              <a:ext cx="10027" cy="16770"/>
            </a:xfrm>
            <a:custGeom>
              <a:avLst/>
              <a:gdLst/>
              <a:ahLst/>
              <a:cxnLst/>
              <a:rect l="0" t="0" r="r" b="b"/>
              <a:pathLst>
                <a:path w="10027" h="16770" stroke="0" extrusionOk="0">
                  <a:moveTo>
                    <a:pt x="9372" y="0"/>
                  </a:moveTo>
                  <a:lnTo>
                    <a:pt x="5372" y="4001"/>
                  </a:lnTo>
                  <a:lnTo>
                    <a:pt x="5372" y="5791"/>
                  </a:lnTo>
                  <a:lnTo>
                    <a:pt x="4420" y="6743"/>
                  </a:lnTo>
                  <a:lnTo>
                    <a:pt x="1791" y="6743"/>
                  </a:lnTo>
                  <a:lnTo>
                    <a:pt x="1791" y="11163"/>
                  </a:lnTo>
                  <a:lnTo>
                    <a:pt x="0" y="12953"/>
                  </a:lnTo>
                  <a:lnTo>
                    <a:pt x="0" y="16770"/>
                  </a:lnTo>
                  <a:lnTo>
                    <a:pt x="3816" y="16770"/>
                  </a:lnTo>
                  <a:lnTo>
                    <a:pt x="6804" y="13782"/>
                  </a:lnTo>
                  <a:lnTo>
                    <a:pt x="7162" y="15337"/>
                  </a:lnTo>
                  <a:lnTo>
                    <a:pt x="10027" y="15337"/>
                  </a:lnTo>
                  <a:lnTo>
                    <a:pt x="10027" y="12953"/>
                  </a:lnTo>
                  <a:lnTo>
                    <a:pt x="8237" y="11163"/>
                  </a:lnTo>
                  <a:lnTo>
                    <a:pt x="8237" y="6978"/>
                  </a:lnTo>
                  <a:lnTo>
                    <a:pt x="10027" y="5187"/>
                  </a:lnTo>
                  <a:lnTo>
                    <a:pt x="9372" y="0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198" name="Graph element 1891"/>
            <p:cNvSpPr/>
            <p:nvPr/>
          </p:nvSpPr>
          <p:spPr>
            <a:xfrm>
              <a:off x="1047837" y="1235488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199" name="Graph element 1892"/>
            <p:cNvSpPr/>
            <p:nvPr/>
          </p:nvSpPr>
          <p:spPr>
            <a:xfrm>
              <a:off x="1123041" y="1229104"/>
              <a:ext cx="6681" cy="6026"/>
            </a:xfrm>
            <a:custGeom>
              <a:avLst/>
              <a:gdLst/>
              <a:ahLst/>
              <a:cxnLst/>
              <a:rect l="0" t="0" r="r" b="b"/>
              <a:pathLst>
                <a:path w="6681" h="6026" stroke="0" extrusionOk="0">
                  <a:moveTo>
                    <a:pt x="2210" y="0"/>
                  </a:moveTo>
                  <a:lnTo>
                    <a:pt x="0" y="2210"/>
                  </a:lnTo>
                  <a:lnTo>
                    <a:pt x="0" y="6026"/>
                  </a:lnTo>
                  <a:lnTo>
                    <a:pt x="6681" y="6026"/>
                  </a:lnTo>
                  <a:lnTo>
                    <a:pt x="3458" y="2803"/>
                  </a:lnTo>
                  <a:lnTo>
                    <a:pt x="2210" y="0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00" name="Graph element 1893"/>
            <p:cNvSpPr/>
            <p:nvPr/>
          </p:nvSpPr>
          <p:spPr>
            <a:xfrm>
              <a:off x="1051838" y="1227313"/>
              <a:ext cx="4829" cy="5607"/>
            </a:xfrm>
            <a:custGeom>
              <a:avLst/>
              <a:gdLst/>
              <a:ahLst/>
              <a:cxnLst/>
              <a:rect l="0" t="0" r="r" b="b"/>
              <a:pathLst>
                <a:path w="4829" h="5607" stroke="0" extrusionOk="0">
                  <a:moveTo>
                    <a:pt x="0" y="3581"/>
                  </a:moveTo>
                  <a:lnTo>
                    <a:pt x="2026" y="5607"/>
                  </a:lnTo>
                  <a:lnTo>
                    <a:pt x="4829" y="2803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778" y="2803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01" name="Graph element 1894"/>
            <p:cNvSpPr/>
            <p:nvPr/>
          </p:nvSpPr>
          <p:spPr>
            <a:xfrm>
              <a:off x="1046466" y="1221942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02" name="Graph element 1895"/>
            <p:cNvSpPr/>
            <p:nvPr/>
          </p:nvSpPr>
          <p:spPr>
            <a:xfrm>
              <a:off x="1133784" y="1210421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03" name="Graph element 1896"/>
            <p:cNvSpPr/>
            <p:nvPr/>
          </p:nvSpPr>
          <p:spPr>
            <a:xfrm>
              <a:off x="1185353" y="1200035"/>
              <a:ext cx="3581" cy="2865"/>
            </a:xfrm>
            <a:custGeom>
              <a:avLst/>
              <a:gdLst/>
              <a:ahLst/>
              <a:cxnLst/>
              <a:rect l="0" t="0" r="r" b="b"/>
              <a:pathLst>
                <a:path w="3581" h="2865" stroke="0" extrusionOk="0">
                  <a:moveTo>
                    <a:pt x="3581" y="2865"/>
                  </a:moveTo>
                  <a:lnTo>
                    <a:pt x="358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3581" y="2865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04" name="Graph element 1897"/>
            <p:cNvSpPr/>
            <p:nvPr/>
          </p:nvSpPr>
          <p:spPr>
            <a:xfrm>
              <a:off x="1035304" y="1201468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05" name="Graph element 1898"/>
            <p:cNvSpPr/>
            <p:nvPr/>
          </p:nvSpPr>
          <p:spPr>
            <a:xfrm>
              <a:off x="1215792" y="1198245"/>
              <a:ext cx="6385" cy="6026"/>
            </a:xfrm>
            <a:custGeom>
              <a:avLst/>
              <a:gdLst/>
              <a:ahLst/>
              <a:cxnLst/>
              <a:rect l="0" t="0" r="r" b="b"/>
              <a:pathLst>
                <a:path w="6385" h="6026" stroke="0" extrusionOk="0">
                  <a:moveTo>
                    <a:pt x="1197" y="2865"/>
                  </a:moveTo>
                  <a:lnTo>
                    <a:pt x="4359" y="6026"/>
                  </a:lnTo>
                  <a:lnTo>
                    <a:pt x="6385" y="4001"/>
                  </a:lnTo>
                  <a:lnTo>
                    <a:pt x="2384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197" y="2865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06" name="Graph element 1899"/>
            <p:cNvSpPr/>
            <p:nvPr/>
          </p:nvSpPr>
          <p:spPr>
            <a:xfrm>
              <a:off x="1193293" y="1196874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07" name="Graph element 1900"/>
            <p:cNvSpPr/>
            <p:nvPr/>
          </p:nvSpPr>
          <p:spPr>
            <a:xfrm>
              <a:off x="1127042" y="1196874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3581" y="5607"/>
                  </a:moveTo>
                  <a:lnTo>
                    <a:pt x="5607" y="358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3581" y="5607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08" name="Graph element 1901"/>
            <p:cNvSpPr/>
            <p:nvPr/>
          </p:nvSpPr>
          <p:spPr>
            <a:xfrm>
              <a:off x="1180339" y="1194306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09" name="Graph element 1902"/>
            <p:cNvSpPr/>
            <p:nvPr/>
          </p:nvSpPr>
          <p:spPr>
            <a:xfrm>
              <a:off x="1290996" y="1185711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10" name="Graph element 1903"/>
            <p:cNvSpPr/>
            <p:nvPr/>
          </p:nvSpPr>
          <p:spPr>
            <a:xfrm>
              <a:off x="1202245" y="1187143"/>
              <a:ext cx="4236" cy="4594"/>
            </a:xfrm>
            <a:custGeom>
              <a:avLst/>
              <a:gdLst/>
              <a:ahLst/>
              <a:cxnLst/>
              <a:rect l="0" t="0" r="r" b="b"/>
              <a:pathLst>
                <a:path w="4236" h="4594" stroke="0" extrusionOk="0">
                  <a:moveTo>
                    <a:pt x="0" y="2568"/>
                  </a:moveTo>
                  <a:lnTo>
                    <a:pt x="2026" y="4594"/>
                  </a:lnTo>
                  <a:lnTo>
                    <a:pt x="4236" y="2384"/>
                  </a:lnTo>
                  <a:lnTo>
                    <a:pt x="4236" y="0"/>
                  </a:lnTo>
                  <a:lnTo>
                    <a:pt x="1371" y="0"/>
                  </a:lnTo>
                  <a:lnTo>
                    <a:pt x="1371" y="1197"/>
                  </a:lnTo>
                  <a:lnTo>
                    <a:pt x="0" y="2568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11" name="Graph element 1904"/>
            <p:cNvSpPr/>
            <p:nvPr/>
          </p:nvSpPr>
          <p:spPr>
            <a:xfrm>
              <a:off x="1180339" y="1187143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12" name="Graph element 1905"/>
            <p:cNvSpPr/>
            <p:nvPr/>
          </p:nvSpPr>
          <p:spPr>
            <a:xfrm>
              <a:off x="1387686" y="1184340"/>
              <a:ext cx="8175" cy="4236"/>
            </a:xfrm>
            <a:custGeom>
              <a:avLst/>
              <a:gdLst/>
              <a:ahLst/>
              <a:cxnLst/>
              <a:rect l="0" t="0" r="r" b="b"/>
              <a:pathLst>
                <a:path w="8175" h="4236" stroke="0" extrusionOk="0">
                  <a:moveTo>
                    <a:pt x="0" y="1371"/>
                  </a:moveTo>
                  <a:lnTo>
                    <a:pt x="0" y="4236"/>
                  </a:lnTo>
                  <a:lnTo>
                    <a:pt x="5965" y="4236"/>
                  </a:lnTo>
                  <a:lnTo>
                    <a:pt x="8175" y="2026"/>
                  </a:lnTo>
                  <a:lnTo>
                    <a:pt x="6149" y="0"/>
                  </a:lnTo>
                  <a:lnTo>
                    <a:pt x="4778" y="1371"/>
                  </a:lnTo>
                  <a:lnTo>
                    <a:pt x="0" y="1371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13" name="Graph element 1906"/>
            <p:cNvSpPr/>
            <p:nvPr/>
          </p:nvSpPr>
          <p:spPr>
            <a:xfrm>
              <a:off x="1182549" y="1178968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14" name="Graph element 1907"/>
            <p:cNvSpPr/>
            <p:nvPr/>
          </p:nvSpPr>
          <p:spPr>
            <a:xfrm>
              <a:off x="1279240" y="1177178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15" name="Graph element 1908"/>
            <p:cNvSpPr/>
            <p:nvPr/>
          </p:nvSpPr>
          <p:spPr>
            <a:xfrm>
              <a:off x="1395207" y="117640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16" name="Graph element 1909"/>
            <p:cNvSpPr/>
            <p:nvPr/>
          </p:nvSpPr>
          <p:spPr>
            <a:xfrm>
              <a:off x="1027548" y="1174967"/>
              <a:ext cx="19154" cy="11398"/>
            </a:xfrm>
            <a:custGeom>
              <a:avLst/>
              <a:gdLst/>
              <a:ahLst/>
              <a:cxnLst/>
              <a:rect l="0" t="0" r="r" b="b"/>
              <a:pathLst>
                <a:path w="19154" h="11398" stroke="0" extrusionOk="0">
                  <a:moveTo>
                    <a:pt x="8595" y="0"/>
                  </a:moveTo>
                  <a:lnTo>
                    <a:pt x="5014" y="3581"/>
                  </a:lnTo>
                  <a:lnTo>
                    <a:pt x="3223" y="3581"/>
                  </a:lnTo>
                  <a:lnTo>
                    <a:pt x="0" y="6804"/>
                  </a:lnTo>
                  <a:lnTo>
                    <a:pt x="3223" y="10027"/>
                  </a:lnTo>
                  <a:lnTo>
                    <a:pt x="8830" y="10027"/>
                  </a:lnTo>
                  <a:lnTo>
                    <a:pt x="8830" y="7397"/>
                  </a:lnTo>
                  <a:lnTo>
                    <a:pt x="9781" y="6446"/>
                  </a:lnTo>
                  <a:lnTo>
                    <a:pt x="12176" y="6446"/>
                  </a:lnTo>
                  <a:lnTo>
                    <a:pt x="13127" y="7397"/>
                  </a:lnTo>
                  <a:lnTo>
                    <a:pt x="13127" y="10027"/>
                  </a:lnTo>
                  <a:lnTo>
                    <a:pt x="15757" y="10027"/>
                  </a:lnTo>
                  <a:lnTo>
                    <a:pt x="17128" y="11398"/>
                  </a:lnTo>
                  <a:lnTo>
                    <a:pt x="19154" y="9372"/>
                  </a:lnTo>
                  <a:lnTo>
                    <a:pt x="14202" y="4420"/>
                  </a:lnTo>
                  <a:lnTo>
                    <a:pt x="14202" y="2630"/>
                  </a:lnTo>
                  <a:lnTo>
                    <a:pt x="11572" y="0"/>
                  </a:lnTo>
                  <a:lnTo>
                    <a:pt x="8595" y="0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17" name="Graph element 1910"/>
            <p:cNvSpPr/>
            <p:nvPr/>
          </p:nvSpPr>
          <p:spPr>
            <a:xfrm>
              <a:off x="1370558" y="1173596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18" name="Graph element 1911"/>
            <p:cNvSpPr/>
            <p:nvPr/>
          </p:nvSpPr>
          <p:spPr>
            <a:xfrm>
              <a:off x="1368348" y="1169238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19" name="Graph element 1912"/>
            <p:cNvSpPr/>
            <p:nvPr/>
          </p:nvSpPr>
          <p:spPr>
            <a:xfrm>
              <a:off x="1393416" y="1167447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20" name="Graph element 1913"/>
            <p:cNvSpPr/>
            <p:nvPr/>
          </p:nvSpPr>
          <p:spPr>
            <a:xfrm>
              <a:off x="1302097" y="1167447"/>
              <a:ext cx="2865" cy="10743"/>
            </a:xfrm>
            <a:custGeom>
              <a:avLst/>
              <a:gdLst/>
              <a:ahLst/>
              <a:cxnLst/>
              <a:rect l="0" t="0" r="r" b="b"/>
              <a:pathLst>
                <a:path w="2865" h="10743" stroke="0" extrusionOk="0">
                  <a:moveTo>
                    <a:pt x="0" y="10743"/>
                  </a:moveTo>
                  <a:lnTo>
                    <a:pt x="2865" y="10743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0743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21" name="Graph element 1914"/>
            <p:cNvSpPr/>
            <p:nvPr/>
          </p:nvSpPr>
          <p:spPr>
            <a:xfrm>
              <a:off x="1275239" y="1167447"/>
              <a:ext cx="2865" cy="3581"/>
            </a:xfrm>
            <a:custGeom>
              <a:avLst/>
              <a:gdLst/>
              <a:ahLst/>
              <a:cxnLst/>
              <a:rect l="0" t="0" r="r" b="b"/>
              <a:pathLst>
                <a:path w="2865" h="3581" stroke="0" extrusionOk="0">
                  <a:moveTo>
                    <a:pt x="0" y="3581"/>
                  </a:moveTo>
                  <a:lnTo>
                    <a:pt x="2865" y="358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22" name="Graph element 1915"/>
            <p:cNvSpPr/>
            <p:nvPr/>
          </p:nvSpPr>
          <p:spPr>
            <a:xfrm>
              <a:off x="1275239" y="1160285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23" name="Graph element 1916"/>
            <p:cNvSpPr/>
            <p:nvPr/>
          </p:nvSpPr>
          <p:spPr>
            <a:xfrm>
              <a:off x="1386673" y="1157481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3581" y="5607"/>
                  </a:moveTo>
                  <a:lnTo>
                    <a:pt x="5607" y="358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3581" y="5607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24" name="Graph element 1917"/>
            <p:cNvSpPr/>
            <p:nvPr/>
          </p:nvSpPr>
          <p:spPr>
            <a:xfrm>
              <a:off x="1297145" y="1157481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25" name="Graph element 1918"/>
            <p:cNvSpPr/>
            <p:nvPr/>
          </p:nvSpPr>
          <p:spPr>
            <a:xfrm>
              <a:off x="1368348" y="1156704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26" name="Graph element 1919"/>
            <p:cNvSpPr/>
            <p:nvPr/>
          </p:nvSpPr>
          <p:spPr>
            <a:xfrm>
              <a:off x="1040675" y="1155271"/>
              <a:ext cx="12053" cy="18980"/>
            </a:xfrm>
            <a:custGeom>
              <a:avLst/>
              <a:gdLst/>
              <a:ahLst/>
              <a:cxnLst/>
              <a:rect l="0" t="0" r="r" b="b"/>
              <a:pathLst>
                <a:path w="12053" h="18980" stroke="0" extrusionOk="0">
                  <a:moveTo>
                    <a:pt x="6211" y="0"/>
                  </a:moveTo>
                  <a:lnTo>
                    <a:pt x="3581" y="2630"/>
                  </a:lnTo>
                  <a:lnTo>
                    <a:pt x="3581" y="4420"/>
                  </a:lnTo>
                  <a:lnTo>
                    <a:pt x="0" y="8001"/>
                  </a:lnTo>
                  <a:lnTo>
                    <a:pt x="0" y="18980"/>
                  </a:lnTo>
                  <a:lnTo>
                    <a:pt x="6446" y="18980"/>
                  </a:lnTo>
                  <a:lnTo>
                    <a:pt x="6446" y="7397"/>
                  </a:lnTo>
                  <a:lnTo>
                    <a:pt x="8237" y="5607"/>
                  </a:lnTo>
                  <a:lnTo>
                    <a:pt x="8237" y="3816"/>
                  </a:lnTo>
                  <a:lnTo>
                    <a:pt x="12053" y="0"/>
                  </a:lnTo>
                  <a:lnTo>
                    <a:pt x="6211" y="0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27" name="Graph element 1920"/>
            <p:cNvSpPr/>
            <p:nvPr/>
          </p:nvSpPr>
          <p:spPr>
            <a:xfrm>
              <a:off x="1380524" y="1153481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28" name="Graph element 1921"/>
            <p:cNvSpPr/>
            <p:nvPr/>
          </p:nvSpPr>
          <p:spPr>
            <a:xfrm>
              <a:off x="1373362" y="1151690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29" name="Graph element 1922"/>
            <p:cNvSpPr/>
            <p:nvPr/>
          </p:nvSpPr>
          <p:spPr>
            <a:xfrm>
              <a:off x="1118089" y="1152110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30" name="Graph element 1923"/>
            <p:cNvSpPr/>
            <p:nvPr/>
          </p:nvSpPr>
          <p:spPr>
            <a:xfrm>
              <a:off x="1287415" y="1149900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31" name="Graph element 1924"/>
            <p:cNvSpPr/>
            <p:nvPr/>
          </p:nvSpPr>
          <p:spPr>
            <a:xfrm>
              <a:off x="1189711" y="1150319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32" name="Graph element 1925"/>
            <p:cNvSpPr/>
            <p:nvPr/>
          </p:nvSpPr>
          <p:spPr>
            <a:xfrm>
              <a:off x="1111940" y="1148109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33" name="Graph element 1926"/>
            <p:cNvSpPr/>
            <p:nvPr/>
          </p:nvSpPr>
          <p:spPr>
            <a:xfrm>
              <a:off x="1097973" y="1147751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34" name="Graph element 1927"/>
            <p:cNvSpPr/>
            <p:nvPr/>
          </p:nvSpPr>
          <p:spPr>
            <a:xfrm>
              <a:off x="1036736" y="1146318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35" name="Graph element 1928"/>
            <p:cNvSpPr/>
            <p:nvPr/>
          </p:nvSpPr>
          <p:spPr>
            <a:xfrm>
              <a:off x="1185711" y="114417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36" name="Graph element 1929"/>
            <p:cNvSpPr/>
            <p:nvPr/>
          </p:nvSpPr>
          <p:spPr>
            <a:xfrm>
              <a:off x="1119102" y="1139811"/>
              <a:ext cx="6804" cy="4001"/>
            </a:xfrm>
            <a:custGeom>
              <a:avLst/>
              <a:gdLst/>
              <a:ahLst/>
              <a:cxnLst/>
              <a:rect l="0" t="0" r="r" b="b"/>
              <a:pathLst>
                <a:path w="6804" h="4001" stroke="0" extrusionOk="0">
                  <a:moveTo>
                    <a:pt x="2568" y="0"/>
                  </a:moveTo>
                  <a:lnTo>
                    <a:pt x="3346" y="778"/>
                  </a:lnTo>
                  <a:lnTo>
                    <a:pt x="2988" y="1136"/>
                  </a:lnTo>
                  <a:lnTo>
                    <a:pt x="0" y="1136"/>
                  </a:lnTo>
                  <a:lnTo>
                    <a:pt x="0" y="4001"/>
                  </a:lnTo>
                  <a:lnTo>
                    <a:pt x="6804" y="4001"/>
                  </a:lnTo>
                  <a:lnTo>
                    <a:pt x="6804" y="184"/>
                  </a:lnTo>
                  <a:lnTo>
                    <a:pt x="2568" y="0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37" name="Graph element 1930"/>
            <p:cNvSpPr/>
            <p:nvPr/>
          </p:nvSpPr>
          <p:spPr>
            <a:xfrm>
              <a:off x="1099764" y="1137007"/>
              <a:ext cx="2865" cy="3581"/>
            </a:xfrm>
            <a:custGeom>
              <a:avLst/>
              <a:gdLst/>
              <a:ahLst/>
              <a:cxnLst/>
              <a:rect l="0" t="0" r="r" b="b"/>
              <a:pathLst>
                <a:path w="2865" h="3581" stroke="0" extrusionOk="0">
                  <a:moveTo>
                    <a:pt x="0" y="3581"/>
                  </a:moveTo>
                  <a:lnTo>
                    <a:pt x="2865" y="358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38" name="Graph element 1931"/>
            <p:cNvSpPr/>
            <p:nvPr/>
          </p:nvSpPr>
          <p:spPr>
            <a:xfrm>
              <a:off x="1224868" y="1131759"/>
              <a:ext cx="6681" cy="6681"/>
            </a:xfrm>
            <a:custGeom>
              <a:avLst/>
              <a:gdLst/>
              <a:ahLst/>
              <a:cxnLst/>
              <a:rect l="0" t="0" r="r" b="b"/>
              <a:pathLst>
                <a:path w="6681" h="6681" stroke="0" extrusionOk="0">
                  <a:moveTo>
                    <a:pt x="6681" y="0"/>
                  </a:moveTo>
                  <a:lnTo>
                    <a:pt x="0" y="6681"/>
                  </a:lnTo>
                  <a:lnTo>
                    <a:pt x="6681" y="6681"/>
                  </a:lnTo>
                  <a:lnTo>
                    <a:pt x="6681" y="0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39" name="Graph element 1932"/>
            <p:cNvSpPr/>
            <p:nvPr/>
          </p:nvSpPr>
          <p:spPr>
            <a:xfrm>
              <a:off x="1108358" y="1131994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40" name="Graph element 1933"/>
            <p:cNvSpPr/>
            <p:nvPr/>
          </p:nvSpPr>
          <p:spPr>
            <a:xfrm>
              <a:off x="1088427" y="1132413"/>
              <a:ext cx="4829" cy="5607"/>
            </a:xfrm>
            <a:custGeom>
              <a:avLst/>
              <a:gdLst/>
              <a:ahLst/>
              <a:cxnLst/>
              <a:rect l="0" t="0" r="r" b="b"/>
              <a:pathLst>
                <a:path w="4829" h="5607" stroke="0" extrusionOk="0">
                  <a:moveTo>
                    <a:pt x="0" y="2803"/>
                  </a:moveTo>
                  <a:lnTo>
                    <a:pt x="2803" y="5607"/>
                  </a:lnTo>
                  <a:lnTo>
                    <a:pt x="4829" y="3581"/>
                  </a:lnTo>
                  <a:lnTo>
                    <a:pt x="4052" y="2803"/>
                  </a:lnTo>
                  <a:lnTo>
                    <a:pt x="4829" y="2026"/>
                  </a:lnTo>
                  <a:lnTo>
                    <a:pt x="2803" y="0"/>
                  </a:lnTo>
                  <a:lnTo>
                    <a:pt x="0" y="2803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41" name="Graph element 1934"/>
            <p:cNvSpPr/>
            <p:nvPr/>
          </p:nvSpPr>
          <p:spPr>
            <a:xfrm>
              <a:off x="1185711" y="1129845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42" name="Graph element 1935"/>
            <p:cNvSpPr/>
            <p:nvPr/>
          </p:nvSpPr>
          <p:spPr>
            <a:xfrm>
              <a:off x="1096183" y="1128055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43" name="Graph element 1936"/>
            <p:cNvSpPr/>
            <p:nvPr/>
          </p:nvSpPr>
          <p:spPr>
            <a:xfrm>
              <a:off x="1040675" y="1126264"/>
              <a:ext cx="2865" cy="3581"/>
            </a:xfrm>
            <a:custGeom>
              <a:avLst/>
              <a:gdLst/>
              <a:ahLst/>
              <a:cxnLst/>
              <a:rect l="0" t="0" r="r" b="b"/>
              <a:pathLst>
                <a:path w="2865" h="3581" stroke="0" extrusionOk="0">
                  <a:moveTo>
                    <a:pt x="0" y="3581"/>
                  </a:moveTo>
                  <a:lnTo>
                    <a:pt x="2865" y="358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44" name="Graph element 1937"/>
            <p:cNvSpPr/>
            <p:nvPr/>
          </p:nvSpPr>
          <p:spPr>
            <a:xfrm>
              <a:off x="1217941" y="1122683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45" name="Graph element 1938"/>
            <p:cNvSpPr/>
            <p:nvPr/>
          </p:nvSpPr>
          <p:spPr>
            <a:xfrm>
              <a:off x="1095947" y="1117669"/>
              <a:ext cx="6681" cy="6681"/>
            </a:xfrm>
            <a:custGeom>
              <a:avLst/>
              <a:gdLst/>
              <a:ahLst/>
              <a:cxnLst/>
              <a:rect l="0" t="0" r="r" b="b"/>
              <a:pathLst>
                <a:path w="6681" h="6681" stroke="0" extrusionOk="0">
                  <a:moveTo>
                    <a:pt x="0" y="0"/>
                  </a:moveTo>
                  <a:lnTo>
                    <a:pt x="6681" y="6681"/>
                  </a:lnTo>
                  <a:lnTo>
                    <a:pt x="668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46" name="Graph element 1939"/>
            <p:cNvSpPr/>
            <p:nvPr/>
          </p:nvSpPr>
          <p:spPr>
            <a:xfrm>
              <a:off x="1104777" y="1115879"/>
              <a:ext cx="8953" cy="2865"/>
            </a:xfrm>
            <a:custGeom>
              <a:avLst/>
              <a:gdLst/>
              <a:ahLst/>
              <a:cxnLst/>
              <a:rect l="0" t="0" r="r" b="b"/>
              <a:pathLst>
                <a:path w="8953" h="2865" stroke="0" extrusionOk="0">
                  <a:moveTo>
                    <a:pt x="8953" y="2865"/>
                  </a:moveTo>
                  <a:lnTo>
                    <a:pt x="8953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8953" y="2865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47" name="Graph element 1940"/>
            <p:cNvSpPr/>
            <p:nvPr/>
          </p:nvSpPr>
          <p:spPr>
            <a:xfrm>
              <a:off x="1039304" y="1105555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48" name="Graph element 1941"/>
            <p:cNvSpPr/>
            <p:nvPr/>
          </p:nvSpPr>
          <p:spPr>
            <a:xfrm>
              <a:off x="1130203" y="1092243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49" name="Graph element 1942"/>
            <p:cNvSpPr/>
            <p:nvPr/>
          </p:nvSpPr>
          <p:spPr>
            <a:xfrm>
              <a:off x="1046466" y="1087649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50" name="Graph element 1943"/>
            <p:cNvSpPr/>
            <p:nvPr/>
          </p:nvSpPr>
          <p:spPr>
            <a:xfrm>
              <a:off x="1060013" y="1081858"/>
              <a:ext cx="5372" cy="2865"/>
            </a:xfrm>
            <a:custGeom>
              <a:avLst/>
              <a:gdLst/>
              <a:ahLst/>
              <a:cxnLst/>
              <a:rect l="0" t="0" r="r" b="b"/>
              <a:pathLst>
                <a:path w="5372" h="2865" stroke="0" extrusionOk="0">
                  <a:moveTo>
                    <a:pt x="5372" y="2865"/>
                  </a:moveTo>
                  <a:lnTo>
                    <a:pt x="5372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5372" y="2865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51" name="Graph element 1944"/>
            <p:cNvSpPr/>
            <p:nvPr/>
          </p:nvSpPr>
          <p:spPr>
            <a:xfrm>
              <a:off x="1069744" y="1080487"/>
              <a:ext cx="9188" cy="7817"/>
            </a:xfrm>
            <a:custGeom>
              <a:avLst/>
              <a:gdLst/>
              <a:ahLst/>
              <a:cxnLst/>
              <a:rect l="0" t="0" r="r" b="b"/>
              <a:pathLst>
                <a:path w="9188" h="7817" stroke="0" extrusionOk="0">
                  <a:moveTo>
                    <a:pt x="0" y="5607"/>
                  </a:moveTo>
                  <a:lnTo>
                    <a:pt x="2210" y="7817"/>
                  </a:lnTo>
                  <a:lnTo>
                    <a:pt x="5187" y="7817"/>
                  </a:lnTo>
                  <a:lnTo>
                    <a:pt x="7817" y="5187"/>
                  </a:lnTo>
                  <a:lnTo>
                    <a:pt x="7817" y="3397"/>
                  </a:lnTo>
                  <a:lnTo>
                    <a:pt x="9188" y="2026"/>
                  </a:lnTo>
                  <a:lnTo>
                    <a:pt x="7162" y="0"/>
                  </a:lnTo>
                  <a:lnTo>
                    <a:pt x="4952" y="2210"/>
                  </a:lnTo>
                  <a:lnTo>
                    <a:pt x="4952" y="4001"/>
                  </a:lnTo>
                  <a:lnTo>
                    <a:pt x="4001" y="4952"/>
                  </a:lnTo>
                  <a:lnTo>
                    <a:pt x="3397" y="4952"/>
                  </a:lnTo>
                  <a:lnTo>
                    <a:pt x="2026" y="3581"/>
                  </a:lnTo>
                  <a:lnTo>
                    <a:pt x="0" y="5607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52" name="Graph element 1945"/>
            <p:cNvSpPr/>
            <p:nvPr/>
          </p:nvSpPr>
          <p:spPr>
            <a:xfrm>
              <a:off x="1080487" y="1076906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53" name="Graph element 1946"/>
            <p:cNvSpPr/>
            <p:nvPr/>
          </p:nvSpPr>
          <p:spPr>
            <a:xfrm>
              <a:off x="1054642" y="1076486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54" name="Graph element 1947"/>
            <p:cNvSpPr/>
            <p:nvPr/>
          </p:nvSpPr>
          <p:spPr>
            <a:xfrm>
              <a:off x="1111940" y="1074696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55" name="Graph element 1948"/>
            <p:cNvSpPr/>
            <p:nvPr/>
          </p:nvSpPr>
          <p:spPr>
            <a:xfrm>
              <a:off x="1076906" y="1073325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56" name="Graph element 1949"/>
            <p:cNvSpPr/>
            <p:nvPr/>
          </p:nvSpPr>
          <p:spPr>
            <a:xfrm>
              <a:off x="1063594" y="1067534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57" name="Graph element 1950"/>
            <p:cNvSpPr/>
            <p:nvPr/>
          </p:nvSpPr>
          <p:spPr>
            <a:xfrm>
              <a:off x="1105555" y="1059000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58" name="Graph element 1951"/>
            <p:cNvSpPr/>
            <p:nvPr/>
          </p:nvSpPr>
          <p:spPr>
            <a:xfrm>
              <a:off x="1035304" y="1056432"/>
              <a:ext cx="2865" cy="5372"/>
            </a:xfrm>
            <a:custGeom>
              <a:avLst/>
              <a:gdLst/>
              <a:ahLst/>
              <a:cxnLst/>
              <a:rect l="0" t="0" r="r" b="b"/>
              <a:pathLst>
                <a:path w="2865" h="5372" stroke="0" extrusionOk="0">
                  <a:moveTo>
                    <a:pt x="0" y="5372"/>
                  </a:moveTo>
                  <a:lnTo>
                    <a:pt x="2865" y="5372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5372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59" name="Graph element 1952"/>
            <p:cNvSpPr/>
            <p:nvPr/>
          </p:nvSpPr>
          <p:spPr>
            <a:xfrm>
              <a:off x="1095825" y="1051419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60" name="Graph element 1953"/>
            <p:cNvSpPr/>
            <p:nvPr/>
          </p:nvSpPr>
          <p:spPr>
            <a:xfrm>
              <a:off x="1089020" y="1047479"/>
              <a:ext cx="2865" cy="3581"/>
            </a:xfrm>
            <a:custGeom>
              <a:avLst/>
              <a:gdLst/>
              <a:ahLst/>
              <a:cxnLst/>
              <a:rect l="0" t="0" r="r" b="b"/>
              <a:pathLst>
                <a:path w="2865" h="3581" stroke="0" extrusionOk="0">
                  <a:moveTo>
                    <a:pt x="0" y="3581"/>
                  </a:moveTo>
                  <a:lnTo>
                    <a:pt x="2865" y="358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61" name="Graph element 1954"/>
            <p:cNvSpPr/>
            <p:nvPr/>
          </p:nvSpPr>
          <p:spPr>
            <a:xfrm>
              <a:off x="1069744" y="1046466"/>
              <a:ext cx="5607" cy="4829"/>
            </a:xfrm>
            <a:custGeom>
              <a:avLst/>
              <a:gdLst/>
              <a:ahLst/>
              <a:cxnLst/>
              <a:rect l="0" t="0" r="r" b="b"/>
              <a:pathLst>
                <a:path w="5607" h="4829" stroke="0" extrusionOk="0">
                  <a:moveTo>
                    <a:pt x="2803" y="778"/>
                  </a:moveTo>
                  <a:lnTo>
                    <a:pt x="2026" y="0"/>
                  </a:lnTo>
                  <a:lnTo>
                    <a:pt x="0" y="2026"/>
                  </a:lnTo>
                  <a:lnTo>
                    <a:pt x="2803" y="4829"/>
                  </a:lnTo>
                  <a:lnTo>
                    <a:pt x="5607" y="2026"/>
                  </a:lnTo>
                  <a:lnTo>
                    <a:pt x="3581" y="0"/>
                  </a:lnTo>
                  <a:lnTo>
                    <a:pt x="2803" y="778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62" name="Graph element 1955"/>
            <p:cNvSpPr/>
            <p:nvPr/>
          </p:nvSpPr>
          <p:spPr>
            <a:xfrm>
              <a:off x="1099406" y="1040675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63" name="Graph element 1956"/>
            <p:cNvSpPr/>
            <p:nvPr/>
          </p:nvSpPr>
          <p:spPr>
            <a:xfrm>
              <a:off x="1042885" y="1041095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64" name="Graph element 1957"/>
            <p:cNvSpPr/>
            <p:nvPr/>
          </p:nvSpPr>
          <p:spPr>
            <a:xfrm>
              <a:off x="1060013" y="1038885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65" name="Graph element 1958"/>
            <p:cNvSpPr/>
            <p:nvPr/>
          </p:nvSpPr>
          <p:spPr>
            <a:xfrm>
              <a:off x="1049270" y="1038885"/>
              <a:ext cx="3581" cy="2865"/>
            </a:xfrm>
            <a:custGeom>
              <a:avLst/>
              <a:gdLst/>
              <a:ahLst/>
              <a:cxnLst/>
              <a:rect l="0" t="0" r="r" b="b"/>
              <a:pathLst>
                <a:path w="3581" h="2865" stroke="0" extrusionOk="0">
                  <a:moveTo>
                    <a:pt x="3581" y="2865"/>
                  </a:moveTo>
                  <a:lnTo>
                    <a:pt x="358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3581" y="2865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66" name="Graph element 1959"/>
            <p:cNvSpPr/>
            <p:nvPr/>
          </p:nvSpPr>
          <p:spPr>
            <a:xfrm>
              <a:off x="1106926" y="1038527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67" name="Graph element 1960"/>
            <p:cNvSpPr/>
            <p:nvPr/>
          </p:nvSpPr>
          <p:spPr>
            <a:xfrm>
              <a:off x="1051060" y="1031722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68" name="Graph element 1961"/>
            <p:cNvSpPr/>
            <p:nvPr/>
          </p:nvSpPr>
          <p:spPr>
            <a:xfrm>
              <a:off x="1148109" y="1029574"/>
              <a:ext cx="2865" cy="3581"/>
            </a:xfrm>
            <a:custGeom>
              <a:avLst/>
              <a:gdLst/>
              <a:ahLst/>
              <a:cxnLst/>
              <a:rect l="0" t="0" r="r" b="b"/>
              <a:pathLst>
                <a:path w="2865" h="3581" stroke="0" extrusionOk="0">
                  <a:moveTo>
                    <a:pt x="0" y="3581"/>
                  </a:moveTo>
                  <a:lnTo>
                    <a:pt x="2865" y="358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69" name="Graph element 1962"/>
            <p:cNvSpPr/>
            <p:nvPr/>
          </p:nvSpPr>
          <p:spPr>
            <a:xfrm>
              <a:off x="1060791" y="1028561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70" name="Graph element 1963"/>
            <p:cNvSpPr/>
            <p:nvPr/>
          </p:nvSpPr>
          <p:spPr>
            <a:xfrm>
              <a:off x="1042885" y="1028561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71" name="Graph element 1964"/>
            <p:cNvSpPr/>
            <p:nvPr/>
          </p:nvSpPr>
          <p:spPr>
            <a:xfrm>
              <a:off x="1092602" y="1027783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72" name="Graph element 1965"/>
            <p:cNvSpPr/>
            <p:nvPr/>
          </p:nvSpPr>
          <p:spPr>
            <a:xfrm>
              <a:off x="1141366" y="1017817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3581" y="5607"/>
                  </a:moveTo>
                  <a:lnTo>
                    <a:pt x="5607" y="358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3581" y="5607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73" name="Graph element 1966"/>
            <p:cNvSpPr/>
            <p:nvPr/>
          </p:nvSpPr>
          <p:spPr>
            <a:xfrm>
              <a:off x="1094812" y="1017817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74" name="Graph element 1967"/>
            <p:cNvSpPr/>
            <p:nvPr/>
          </p:nvSpPr>
          <p:spPr>
            <a:xfrm>
              <a:off x="1035304" y="101704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75" name="Graph element 1968"/>
            <p:cNvSpPr/>
            <p:nvPr/>
          </p:nvSpPr>
          <p:spPr>
            <a:xfrm>
              <a:off x="1086872" y="1008445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76" name="Graph element 1969"/>
            <p:cNvSpPr/>
            <p:nvPr/>
          </p:nvSpPr>
          <p:spPr>
            <a:xfrm>
              <a:off x="1330388" y="1006655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77" name="Graph element 1970"/>
            <p:cNvSpPr/>
            <p:nvPr/>
          </p:nvSpPr>
          <p:spPr>
            <a:xfrm>
              <a:off x="1116298" y="1005283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78" name="Graph element 1971"/>
            <p:cNvSpPr/>
            <p:nvPr/>
          </p:nvSpPr>
          <p:spPr>
            <a:xfrm>
              <a:off x="1307889" y="1003493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79" name="Graph element 1972"/>
            <p:cNvSpPr/>
            <p:nvPr/>
          </p:nvSpPr>
          <p:spPr>
            <a:xfrm>
              <a:off x="1121670" y="999912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80" name="Graph element 1973"/>
            <p:cNvSpPr/>
            <p:nvPr/>
          </p:nvSpPr>
          <p:spPr>
            <a:xfrm>
              <a:off x="1133784" y="999134"/>
              <a:ext cx="2865" cy="7162"/>
            </a:xfrm>
            <a:custGeom>
              <a:avLst/>
              <a:gdLst/>
              <a:ahLst/>
              <a:cxnLst/>
              <a:rect l="0" t="0" r="r" b="b"/>
              <a:pathLst>
                <a:path w="2865" h="7162" stroke="0" extrusionOk="0">
                  <a:moveTo>
                    <a:pt x="0" y="7162"/>
                  </a:moveTo>
                  <a:lnTo>
                    <a:pt x="2865" y="7162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7162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81" name="Graph element 1974"/>
            <p:cNvSpPr/>
            <p:nvPr/>
          </p:nvSpPr>
          <p:spPr>
            <a:xfrm>
              <a:off x="1084068" y="995911"/>
              <a:ext cx="4594" cy="4236"/>
            </a:xfrm>
            <a:custGeom>
              <a:avLst/>
              <a:gdLst/>
              <a:ahLst/>
              <a:cxnLst/>
              <a:rect l="0" t="0" r="r" b="b"/>
              <a:pathLst>
                <a:path w="4594" h="4236" stroke="0" extrusionOk="0">
                  <a:moveTo>
                    <a:pt x="0" y="2210"/>
                  </a:moveTo>
                  <a:lnTo>
                    <a:pt x="2026" y="4236"/>
                  </a:lnTo>
                  <a:lnTo>
                    <a:pt x="3397" y="2865"/>
                  </a:lnTo>
                  <a:lnTo>
                    <a:pt x="4594" y="2865"/>
                  </a:lnTo>
                  <a:lnTo>
                    <a:pt x="4594" y="0"/>
                  </a:lnTo>
                  <a:lnTo>
                    <a:pt x="2210" y="0"/>
                  </a:lnTo>
                  <a:lnTo>
                    <a:pt x="0" y="2210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82" name="Graph element 1975"/>
            <p:cNvSpPr/>
            <p:nvPr/>
          </p:nvSpPr>
          <p:spPr>
            <a:xfrm>
              <a:off x="1110507" y="991972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83" name="Graph element 1976"/>
            <p:cNvSpPr/>
            <p:nvPr/>
          </p:nvSpPr>
          <p:spPr>
            <a:xfrm>
              <a:off x="1110507" y="98660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84" name="Graph element 1977"/>
            <p:cNvSpPr/>
            <p:nvPr/>
          </p:nvSpPr>
          <p:spPr>
            <a:xfrm>
              <a:off x="1345071" y="983019"/>
              <a:ext cx="2865" cy="7162"/>
            </a:xfrm>
            <a:custGeom>
              <a:avLst/>
              <a:gdLst/>
              <a:ahLst/>
              <a:cxnLst/>
              <a:rect l="0" t="0" r="r" b="b"/>
              <a:pathLst>
                <a:path w="2865" h="7162" stroke="0" extrusionOk="0">
                  <a:moveTo>
                    <a:pt x="0" y="7162"/>
                  </a:moveTo>
                  <a:lnTo>
                    <a:pt x="2865" y="7162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7162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85" name="Graph element 1978"/>
            <p:cNvSpPr/>
            <p:nvPr/>
          </p:nvSpPr>
          <p:spPr>
            <a:xfrm>
              <a:off x="1341909" y="976634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86" name="Graph element 1979"/>
            <p:cNvSpPr/>
            <p:nvPr/>
          </p:nvSpPr>
          <p:spPr>
            <a:xfrm>
              <a:off x="1307889" y="976634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0" y="3581"/>
                  </a:moveTo>
                  <a:lnTo>
                    <a:pt x="2026" y="5607"/>
                  </a:lnTo>
                  <a:lnTo>
                    <a:pt x="5607" y="2026"/>
                  </a:lnTo>
                  <a:lnTo>
                    <a:pt x="3581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87" name="Graph element 1980"/>
            <p:cNvSpPr/>
            <p:nvPr/>
          </p:nvSpPr>
          <p:spPr>
            <a:xfrm>
              <a:off x="1088662" y="976215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88" name="Graph element 1981"/>
            <p:cNvSpPr/>
            <p:nvPr/>
          </p:nvSpPr>
          <p:spPr>
            <a:xfrm>
              <a:off x="1076486" y="973053"/>
              <a:ext cx="4236" cy="4594"/>
            </a:xfrm>
            <a:custGeom>
              <a:avLst/>
              <a:gdLst/>
              <a:ahLst/>
              <a:cxnLst/>
              <a:rect l="0" t="0" r="r" b="b"/>
              <a:pathLst>
                <a:path w="4236" h="4594" stroke="0" extrusionOk="0">
                  <a:moveTo>
                    <a:pt x="0" y="2210"/>
                  </a:moveTo>
                  <a:lnTo>
                    <a:pt x="0" y="4594"/>
                  </a:lnTo>
                  <a:lnTo>
                    <a:pt x="2865" y="4594"/>
                  </a:lnTo>
                  <a:lnTo>
                    <a:pt x="2865" y="3397"/>
                  </a:lnTo>
                  <a:lnTo>
                    <a:pt x="4236" y="2026"/>
                  </a:lnTo>
                  <a:lnTo>
                    <a:pt x="2210" y="0"/>
                  </a:lnTo>
                  <a:lnTo>
                    <a:pt x="0" y="2210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89" name="Graph element 1982"/>
            <p:cNvSpPr/>
            <p:nvPr/>
          </p:nvSpPr>
          <p:spPr>
            <a:xfrm>
              <a:off x="1323226" y="970843"/>
              <a:ext cx="8953" cy="2865"/>
            </a:xfrm>
            <a:custGeom>
              <a:avLst/>
              <a:gdLst/>
              <a:ahLst/>
              <a:cxnLst/>
              <a:rect l="0" t="0" r="r" b="b"/>
              <a:pathLst>
                <a:path w="8953" h="2865" stroke="0" extrusionOk="0">
                  <a:moveTo>
                    <a:pt x="8953" y="2865"/>
                  </a:moveTo>
                  <a:lnTo>
                    <a:pt x="8953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8953" y="2865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90" name="Graph element 1983"/>
            <p:cNvSpPr/>
            <p:nvPr/>
          </p:nvSpPr>
          <p:spPr>
            <a:xfrm>
              <a:off x="1094034" y="969053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91" name="Graph element 1984"/>
            <p:cNvSpPr/>
            <p:nvPr/>
          </p:nvSpPr>
          <p:spPr>
            <a:xfrm>
              <a:off x="1086872" y="969053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92" name="Graph element 1985"/>
            <p:cNvSpPr/>
            <p:nvPr/>
          </p:nvSpPr>
          <p:spPr>
            <a:xfrm>
              <a:off x="1062162" y="961532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93" name="Graph element 1986"/>
            <p:cNvSpPr/>
            <p:nvPr/>
          </p:nvSpPr>
          <p:spPr>
            <a:xfrm>
              <a:off x="1065743" y="957951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94" name="Graph element 1987"/>
            <p:cNvSpPr/>
            <p:nvPr/>
          </p:nvSpPr>
          <p:spPr>
            <a:xfrm>
              <a:off x="1062162" y="95437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95" name="Graph element 1988"/>
            <p:cNvSpPr/>
            <p:nvPr/>
          </p:nvSpPr>
          <p:spPr>
            <a:xfrm>
              <a:off x="1049270" y="951147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96" name="Graph element 1989"/>
            <p:cNvSpPr/>
            <p:nvPr/>
          </p:nvSpPr>
          <p:spPr>
            <a:xfrm>
              <a:off x="1040317" y="951147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97" name="Graph element 1990"/>
            <p:cNvSpPr/>
            <p:nvPr/>
          </p:nvSpPr>
          <p:spPr>
            <a:xfrm>
              <a:off x="1065385" y="947566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98" name="Graph element 1991"/>
            <p:cNvSpPr/>
            <p:nvPr/>
          </p:nvSpPr>
          <p:spPr>
            <a:xfrm>
              <a:off x="1057210" y="946195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299" name="Graph element 1992"/>
            <p:cNvSpPr/>
            <p:nvPr/>
          </p:nvSpPr>
          <p:spPr>
            <a:xfrm>
              <a:off x="1235488" y="942194"/>
              <a:ext cx="3581" cy="2865"/>
            </a:xfrm>
            <a:custGeom>
              <a:avLst/>
              <a:gdLst/>
              <a:ahLst/>
              <a:cxnLst/>
              <a:rect l="0" t="0" r="r" b="b"/>
              <a:pathLst>
                <a:path w="3581" h="2865" stroke="0" extrusionOk="0">
                  <a:moveTo>
                    <a:pt x="3581" y="2865"/>
                  </a:moveTo>
                  <a:lnTo>
                    <a:pt x="358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3581" y="2865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300" name="Graph element 1993"/>
            <p:cNvSpPr/>
            <p:nvPr/>
          </p:nvSpPr>
          <p:spPr>
            <a:xfrm>
              <a:off x="1228326" y="942194"/>
              <a:ext cx="3581" cy="2865"/>
            </a:xfrm>
            <a:custGeom>
              <a:avLst/>
              <a:gdLst/>
              <a:ahLst/>
              <a:cxnLst/>
              <a:rect l="0" t="0" r="r" b="b"/>
              <a:pathLst>
                <a:path w="3581" h="2865" stroke="0" extrusionOk="0">
                  <a:moveTo>
                    <a:pt x="3581" y="2865"/>
                  </a:moveTo>
                  <a:lnTo>
                    <a:pt x="358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3581" y="2865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301" name="Graph element 1994"/>
            <p:cNvSpPr/>
            <p:nvPr/>
          </p:nvSpPr>
          <p:spPr>
            <a:xfrm>
              <a:off x="1054642" y="933241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302" name="Graph element 1995"/>
            <p:cNvSpPr/>
            <p:nvPr/>
          </p:nvSpPr>
          <p:spPr>
            <a:xfrm>
              <a:off x="1154913" y="927870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303" name="Graph element 1996"/>
            <p:cNvSpPr/>
            <p:nvPr/>
          </p:nvSpPr>
          <p:spPr>
            <a:xfrm>
              <a:off x="1136772" y="928289"/>
              <a:ext cx="4829" cy="5607"/>
            </a:xfrm>
            <a:custGeom>
              <a:avLst/>
              <a:gdLst/>
              <a:ahLst/>
              <a:cxnLst/>
              <a:rect l="0" t="0" r="r" b="b"/>
              <a:pathLst>
                <a:path w="4829" h="5607" stroke="0" extrusionOk="0">
                  <a:moveTo>
                    <a:pt x="0" y="2803"/>
                  </a:moveTo>
                  <a:lnTo>
                    <a:pt x="2803" y="5607"/>
                  </a:lnTo>
                  <a:lnTo>
                    <a:pt x="4829" y="3581"/>
                  </a:lnTo>
                  <a:lnTo>
                    <a:pt x="4052" y="2803"/>
                  </a:lnTo>
                  <a:lnTo>
                    <a:pt x="4829" y="2026"/>
                  </a:lnTo>
                  <a:lnTo>
                    <a:pt x="2803" y="0"/>
                  </a:lnTo>
                  <a:lnTo>
                    <a:pt x="0" y="2803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304" name="Graph element 1997"/>
            <p:cNvSpPr/>
            <p:nvPr/>
          </p:nvSpPr>
          <p:spPr>
            <a:xfrm>
              <a:off x="1085859" y="912174"/>
              <a:ext cx="9966" cy="9608"/>
            </a:xfrm>
            <a:custGeom>
              <a:avLst/>
              <a:gdLst/>
              <a:ahLst/>
              <a:cxnLst/>
              <a:rect l="0" t="0" r="r" b="b"/>
              <a:pathLst>
                <a:path w="9966" h="9608" stroke="0" extrusionOk="0">
                  <a:moveTo>
                    <a:pt x="1371" y="3397"/>
                  </a:moveTo>
                  <a:lnTo>
                    <a:pt x="1371" y="6978"/>
                  </a:lnTo>
                  <a:lnTo>
                    <a:pt x="4001" y="9608"/>
                  </a:lnTo>
                  <a:lnTo>
                    <a:pt x="9966" y="9608"/>
                  </a:lnTo>
                  <a:lnTo>
                    <a:pt x="9966" y="6743"/>
                  </a:lnTo>
                  <a:lnTo>
                    <a:pt x="5187" y="6743"/>
                  </a:lnTo>
                  <a:lnTo>
                    <a:pt x="4236" y="5791"/>
                  </a:lnTo>
                  <a:lnTo>
                    <a:pt x="4236" y="2210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371" y="3397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305" name="Graph element 1998"/>
            <p:cNvSpPr/>
            <p:nvPr/>
          </p:nvSpPr>
          <p:spPr>
            <a:xfrm>
              <a:off x="1078697" y="906803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306" name="Graph element 1999"/>
            <p:cNvSpPr/>
            <p:nvPr/>
          </p:nvSpPr>
          <p:spPr>
            <a:xfrm>
              <a:off x="1110507" y="895281"/>
              <a:ext cx="4236" cy="4594"/>
            </a:xfrm>
            <a:custGeom>
              <a:avLst/>
              <a:gdLst/>
              <a:ahLst/>
              <a:cxnLst/>
              <a:rect l="0" t="0" r="r" b="b"/>
              <a:pathLst>
                <a:path w="4236" h="4594" stroke="0" extrusionOk="0">
                  <a:moveTo>
                    <a:pt x="0" y="2384"/>
                  </a:moveTo>
                  <a:lnTo>
                    <a:pt x="2210" y="4594"/>
                  </a:lnTo>
                  <a:lnTo>
                    <a:pt x="4236" y="2568"/>
                  </a:lnTo>
                  <a:lnTo>
                    <a:pt x="2865" y="1197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2384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307" name="Graph element 2000"/>
            <p:cNvSpPr/>
            <p:nvPr/>
          </p:nvSpPr>
          <p:spPr>
            <a:xfrm>
              <a:off x="1151332" y="892058"/>
              <a:ext cx="3581" cy="2865"/>
            </a:xfrm>
            <a:custGeom>
              <a:avLst/>
              <a:gdLst/>
              <a:ahLst/>
              <a:cxnLst/>
              <a:rect l="0" t="0" r="r" b="b"/>
              <a:pathLst>
                <a:path w="3581" h="2865" stroke="0" extrusionOk="0">
                  <a:moveTo>
                    <a:pt x="3581" y="2865"/>
                  </a:moveTo>
                  <a:lnTo>
                    <a:pt x="358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3581" y="2865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308" name="Graph element 2001"/>
            <p:cNvSpPr/>
            <p:nvPr/>
          </p:nvSpPr>
          <p:spPr>
            <a:xfrm>
              <a:off x="1072905" y="891700"/>
              <a:ext cx="2865" cy="3581"/>
            </a:xfrm>
            <a:custGeom>
              <a:avLst/>
              <a:gdLst/>
              <a:ahLst/>
              <a:cxnLst/>
              <a:rect l="0" t="0" r="r" b="b"/>
              <a:pathLst>
                <a:path w="2865" h="3581" stroke="0" extrusionOk="0">
                  <a:moveTo>
                    <a:pt x="0" y="3581"/>
                  </a:moveTo>
                  <a:lnTo>
                    <a:pt x="2865" y="358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309" name="Graph element 2002"/>
            <p:cNvSpPr/>
            <p:nvPr/>
          </p:nvSpPr>
          <p:spPr>
            <a:xfrm>
              <a:off x="1106926" y="886329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310" name="Graph element 2003"/>
            <p:cNvSpPr/>
            <p:nvPr/>
          </p:nvSpPr>
          <p:spPr>
            <a:xfrm>
              <a:off x="1056432" y="881315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311" name="Graph element 2004"/>
            <p:cNvSpPr/>
            <p:nvPr/>
          </p:nvSpPr>
          <p:spPr>
            <a:xfrm>
              <a:off x="1066163" y="879944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312" name="Graph element 2005"/>
            <p:cNvSpPr/>
            <p:nvPr/>
          </p:nvSpPr>
          <p:spPr>
            <a:xfrm>
              <a:off x="1046466" y="876363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313" name="Graph element 2006"/>
            <p:cNvSpPr/>
            <p:nvPr/>
          </p:nvSpPr>
          <p:spPr>
            <a:xfrm>
              <a:off x="1074696" y="868423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314" name="Graph element 2007"/>
            <p:cNvSpPr/>
            <p:nvPr/>
          </p:nvSpPr>
          <p:spPr>
            <a:xfrm>
              <a:off x="1047479" y="865200"/>
              <a:ext cx="5372" cy="2865"/>
            </a:xfrm>
            <a:custGeom>
              <a:avLst/>
              <a:gdLst/>
              <a:ahLst/>
              <a:cxnLst/>
              <a:rect l="0" t="0" r="r" b="b"/>
              <a:pathLst>
                <a:path w="5372" h="2865" stroke="0" extrusionOk="0">
                  <a:moveTo>
                    <a:pt x="5372" y="2865"/>
                  </a:moveTo>
                  <a:lnTo>
                    <a:pt x="5372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5372" y="2865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315" name="Graph element 2008"/>
            <p:cNvSpPr/>
            <p:nvPr/>
          </p:nvSpPr>
          <p:spPr>
            <a:xfrm>
              <a:off x="1134204" y="863829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316" name="Graph element 2009"/>
            <p:cNvSpPr/>
            <p:nvPr/>
          </p:nvSpPr>
          <p:spPr>
            <a:xfrm>
              <a:off x="1130623" y="860248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317" name="Graph element 2010"/>
            <p:cNvSpPr/>
            <p:nvPr/>
          </p:nvSpPr>
          <p:spPr>
            <a:xfrm>
              <a:off x="1134204" y="854876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318" name="Graph element 2011"/>
            <p:cNvSpPr/>
            <p:nvPr/>
          </p:nvSpPr>
          <p:spPr>
            <a:xfrm>
              <a:off x="1078697" y="854876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319" name="Graph element 2012"/>
            <p:cNvSpPr/>
            <p:nvPr/>
          </p:nvSpPr>
          <p:spPr>
            <a:xfrm>
              <a:off x="1137785" y="770720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320" name="Graph element 2013"/>
            <p:cNvSpPr/>
            <p:nvPr/>
          </p:nvSpPr>
          <p:spPr>
            <a:xfrm>
              <a:off x="1143157" y="767139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321" name="Graph element 2014"/>
            <p:cNvSpPr/>
            <p:nvPr/>
          </p:nvSpPr>
          <p:spPr>
            <a:xfrm>
              <a:off x="1146738" y="761767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322" name="Graph element 2015"/>
            <p:cNvSpPr/>
            <p:nvPr/>
          </p:nvSpPr>
          <p:spPr>
            <a:xfrm>
              <a:off x="1149900" y="752036"/>
              <a:ext cx="2865" cy="3581"/>
            </a:xfrm>
            <a:custGeom>
              <a:avLst/>
              <a:gdLst/>
              <a:ahLst/>
              <a:cxnLst/>
              <a:rect l="0" t="0" r="r" b="b"/>
              <a:pathLst>
                <a:path w="2865" h="3581" stroke="0" extrusionOk="0">
                  <a:moveTo>
                    <a:pt x="0" y="3581"/>
                  </a:moveTo>
                  <a:lnTo>
                    <a:pt x="2865" y="358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323" name="Graph element 2016"/>
            <p:cNvSpPr/>
            <p:nvPr/>
          </p:nvSpPr>
          <p:spPr>
            <a:xfrm>
              <a:off x="1148529" y="741651"/>
              <a:ext cx="4594" cy="4236"/>
            </a:xfrm>
            <a:custGeom>
              <a:avLst/>
              <a:gdLst/>
              <a:ahLst/>
              <a:cxnLst/>
              <a:rect l="0" t="0" r="r" b="b"/>
              <a:pathLst>
                <a:path w="4594" h="4236" stroke="0" extrusionOk="0">
                  <a:moveTo>
                    <a:pt x="0" y="2210"/>
                  </a:moveTo>
                  <a:lnTo>
                    <a:pt x="2026" y="4236"/>
                  </a:lnTo>
                  <a:lnTo>
                    <a:pt x="3397" y="2865"/>
                  </a:lnTo>
                  <a:lnTo>
                    <a:pt x="4594" y="2865"/>
                  </a:lnTo>
                  <a:lnTo>
                    <a:pt x="4594" y="0"/>
                  </a:lnTo>
                  <a:lnTo>
                    <a:pt x="2210" y="0"/>
                  </a:lnTo>
                  <a:lnTo>
                    <a:pt x="0" y="2210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324" name="Graph element 2017"/>
            <p:cNvSpPr/>
            <p:nvPr/>
          </p:nvSpPr>
          <p:spPr>
            <a:xfrm>
              <a:off x="1147751" y="736279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325" name="Graph element 2018"/>
            <p:cNvSpPr/>
            <p:nvPr/>
          </p:nvSpPr>
          <p:spPr>
            <a:xfrm>
              <a:off x="1205049" y="734489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326" name="Graph element 2019"/>
            <p:cNvSpPr/>
            <p:nvPr/>
          </p:nvSpPr>
          <p:spPr>
            <a:xfrm>
              <a:off x="1127042" y="734908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3581" y="5607"/>
                  </a:moveTo>
                  <a:lnTo>
                    <a:pt x="5607" y="358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3581" y="5607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327" name="Graph element 2020"/>
            <p:cNvSpPr/>
            <p:nvPr/>
          </p:nvSpPr>
          <p:spPr>
            <a:xfrm>
              <a:off x="1128055" y="730908"/>
              <a:ext cx="7162" cy="2865"/>
            </a:xfrm>
            <a:custGeom>
              <a:avLst/>
              <a:gdLst/>
              <a:ahLst/>
              <a:cxnLst/>
              <a:rect l="0" t="0" r="r" b="b"/>
              <a:pathLst>
                <a:path w="7162" h="2865" stroke="0" extrusionOk="0">
                  <a:moveTo>
                    <a:pt x="7162" y="2865"/>
                  </a:moveTo>
                  <a:lnTo>
                    <a:pt x="7162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7162" y="2865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328" name="Graph element 2021"/>
            <p:cNvSpPr/>
            <p:nvPr/>
          </p:nvSpPr>
          <p:spPr>
            <a:xfrm>
              <a:off x="1185711" y="719806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329" name="Graph element 2022"/>
            <p:cNvSpPr/>
            <p:nvPr/>
          </p:nvSpPr>
          <p:spPr>
            <a:xfrm>
              <a:off x="1212569" y="716225"/>
              <a:ext cx="2865" cy="8953"/>
            </a:xfrm>
            <a:custGeom>
              <a:avLst/>
              <a:gdLst/>
              <a:ahLst/>
              <a:cxnLst/>
              <a:rect l="0" t="0" r="r" b="b"/>
              <a:pathLst>
                <a:path w="2865" h="8953" stroke="0" extrusionOk="0">
                  <a:moveTo>
                    <a:pt x="0" y="8953"/>
                  </a:moveTo>
                  <a:lnTo>
                    <a:pt x="2865" y="8953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8953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330" name="Graph element 2023"/>
            <p:cNvSpPr/>
            <p:nvPr/>
          </p:nvSpPr>
          <p:spPr>
            <a:xfrm>
              <a:off x="1205827" y="702678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331" name="Graph element 2024"/>
            <p:cNvSpPr/>
            <p:nvPr/>
          </p:nvSpPr>
          <p:spPr>
            <a:xfrm>
              <a:off x="1196096" y="696887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332" name="Graph element 2025"/>
            <p:cNvSpPr/>
            <p:nvPr/>
          </p:nvSpPr>
          <p:spPr>
            <a:xfrm>
              <a:off x="1081858" y="685786"/>
              <a:ext cx="2865" cy="7162"/>
            </a:xfrm>
            <a:custGeom>
              <a:avLst/>
              <a:gdLst/>
              <a:ahLst/>
              <a:cxnLst/>
              <a:rect l="0" t="0" r="r" b="b"/>
              <a:pathLst>
                <a:path w="2865" h="7162" stroke="0" extrusionOk="0">
                  <a:moveTo>
                    <a:pt x="0" y="7162"/>
                  </a:moveTo>
                  <a:lnTo>
                    <a:pt x="2865" y="7162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7162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333" name="Graph element 2026"/>
            <p:cNvSpPr/>
            <p:nvPr/>
          </p:nvSpPr>
          <p:spPr>
            <a:xfrm>
              <a:off x="1110149" y="668238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334" name="Graph element 2027"/>
            <p:cNvSpPr/>
            <p:nvPr/>
          </p:nvSpPr>
          <p:spPr>
            <a:xfrm>
              <a:off x="1097615" y="668238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F87878"/>
            </a:solidFill>
            <a:ln>
              <a:noFill/>
            </a:ln>
          </p:spPr>
        </p:sp>
        <p:sp>
          <p:nvSpPr>
            <p:cNvPr id="17335" name="Graph element 2028"/>
            <p:cNvSpPr/>
            <p:nvPr/>
          </p:nvSpPr>
          <p:spPr>
            <a:xfrm>
              <a:off x="932883" y="1708555"/>
              <a:ext cx="102062" cy="2865"/>
            </a:xfrm>
            <a:custGeom>
              <a:avLst/>
              <a:gdLst/>
              <a:ahLst/>
              <a:cxnLst/>
              <a:rect l="0" t="0" r="r" b="b"/>
              <a:pathLst>
                <a:path w="102062" h="2865" stroke="0" extrusionOk="0">
                  <a:moveTo>
                    <a:pt x="102062" y="2865"/>
                  </a:moveTo>
                  <a:lnTo>
                    <a:pt x="102062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02062" y="2865"/>
                  </a:lnTo>
                  <a:close/>
                </a:path>
              </a:pathLst>
            </a:custGeom>
            <a:solidFill>
              <a:srgbClr val="A4A0A0"/>
            </a:solidFill>
            <a:ln>
              <a:noFill/>
            </a:ln>
          </p:spPr>
        </p:sp>
        <p:sp>
          <p:nvSpPr>
            <p:cNvPr id="17336" name="Graph element 2029"/>
            <p:cNvSpPr/>
            <p:nvPr/>
          </p:nvSpPr>
          <p:spPr>
            <a:xfrm>
              <a:off x="927512" y="1384463"/>
              <a:ext cx="5014" cy="5014"/>
            </a:xfrm>
            <a:custGeom>
              <a:avLst/>
              <a:gdLst/>
              <a:ahLst/>
              <a:cxnLst/>
              <a:rect l="0" t="0" r="r" b="b"/>
              <a:pathLst>
                <a:path w="5014" h="5014" stroke="0" extrusionOk="0">
                  <a:moveTo>
                    <a:pt x="1197" y="2865"/>
                  </a:moveTo>
                  <a:lnTo>
                    <a:pt x="2149" y="3816"/>
                  </a:lnTo>
                  <a:lnTo>
                    <a:pt x="2149" y="5014"/>
                  </a:lnTo>
                  <a:lnTo>
                    <a:pt x="5014" y="5014"/>
                  </a:lnTo>
                  <a:lnTo>
                    <a:pt x="5014" y="2630"/>
                  </a:lnTo>
                  <a:lnTo>
                    <a:pt x="2384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197" y="2865"/>
                  </a:lnTo>
                  <a:close/>
                </a:path>
              </a:pathLst>
            </a:custGeom>
            <a:solidFill>
              <a:srgbClr val="A4A0A0"/>
            </a:solidFill>
            <a:ln>
              <a:noFill/>
            </a:ln>
          </p:spPr>
        </p:sp>
        <p:sp>
          <p:nvSpPr>
            <p:cNvPr id="17337" name="Graph element 2030"/>
            <p:cNvSpPr/>
            <p:nvPr/>
          </p:nvSpPr>
          <p:spPr>
            <a:xfrm>
              <a:off x="929660" y="1373362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A4A0A0"/>
            </a:solidFill>
            <a:ln>
              <a:noFill/>
            </a:ln>
          </p:spPr>
        </p:sp>
        <p:sp>
          <p:nvSpPr>
            <p:cNvPr id="17338" name="Graph element 2031"/>
            <p:cNvSpPr/>
            <p:nvPr/>
          </p:nvSpPr>
          <p:spPr>
            <a:xfrm>
              <a:off x="1039304" y="1371571"/>
              <a:ext cx="947863" cy="339849"/>
            </a:xfrm>
            <a:custGeom>
              <a:avLst/>
              <a:gdLst/>
              <a:ahLst/>
              <a:cxnLst/>
              <a:rect l="0" t="0" r="r" b="b"/>
              <a:pathLst>
                <a:path w="947863" h="339849" stroke="0" extrusionOk="0">
                  <a:moveTo>
                    <a:pt x="0" y="337639"/>
                  </a:moveTo>
                  <a:lnTo>
                    <a:pt x="2210" y="339849"/>
                  </a:lnTo>
                  <a:lnTo>
                    <a:pt x="945233" y="339849"/>
                  </a:lnTo>
                  <a:lnTo>
                    <a:pt x="947863" y="337219"/>
                  </a:lnTo>
                  <a:lnTo>
                    <a:pt x="947863" y="0"/>
                  </a:lnTo>
                  <a:lnTo>
                    <a:pt x="944998" y="0"/>
                  </a:lnTo>
                  <a:lnTo>
                    <a:pt x="944998" y="336032"/>
                  </a:lnTo>
                  <a:lnTo>
                    <a:pt x="944046" y="336984"/>
                  </a:lnTo>
                  <a:lnTo>
                    <a:pt x="3397" y="336984"/>
                  </a:lnTo>
                  <a:lnTo>
                    <a:pt x="2026" y="335613"/>
                  </a:lnTo>
                  <a:lnTo>
                    <a:pt x="0" y="337639"/>
                  </a:lnTo>
                  <a:close/>
                </a:path>
              </a:pathLst>
            </a:custGeom>
            <a:solidFill>
              <a:srgbClr val="A4A0A0"/>
            </a:solidFill>
            <a:ln>
              <a:noFill/>
            </a:ln>
          </p:spPr>
        </p:sp>
        <p:sp>
          <p:nvSpPr>
            <p:cNvPr id="17339" name="Graph element 2032"/>
            <p:cNvSpPr/>
            <p:nvPr/>
          </p:nvSpPr>
          <p:spPr>
            <a:xfrm>
              <a:off x="199111" y="1371571"/>
              <a:ext cx="729414" cy="339849"/>
            </a:xfrm>
            <a:custGeom>
              <a:avLst/>
              <a:gdLst/>
              <a:ahLst/>
              <a:cxnLst/>
              <a:rect l="0" t="0" r="r" b="b"/>
              <a:pathLst>
                <a:path w="729414" h="339849" stroke="0" extrusionOk="0">
                  <a:moveTo>
                    <a:pt x="0" y="337219"/>
                  </a:moveTo>
                  <a:lnTo>
                    <a:pt x="2630" y="339849"/>
                  </a:lnTo>
                  <a:lnTo>
                    <a:pt x="727204" y="339849"/>
                  </a:lnTo>
                  <a:lnTo>
                    <a:pt x="729414" y="337639"/>
                  </a:lnTo>
                  <a:lnTo>
                    <a:pt x="727388" y="335613"/>
                  </a:lnTo>
                  <a:lnTo>
                    <a:pt x="726017" y="336984"/>
                  </a:lnTo>
                  <a:lnTo>
                    <a:pt x="3816" y="336984"/>
                  </a:lnTo>
                  <a:lnTo>
                    <a:pt x="2865" y="336032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337219"/>
                  </a:lnTo>
                  <a:close/>
                </a:path>
              </a:pathLst>
            </a:custGeom>
            <a:solidFill>
              <a:srgbClr val="A4A0A0"/>
            </a:solidFill>
            <a:ln>
              <a:noFill/>
            </a:ln>
          </p:spPr>
        </p:sp>
        <p:sp>
          <p:nvSpPr>
            <p:cNvPr id="17340" name="Graph element 2033"/>
            <p:cNvSpPr/>
            <p:nvPr/>
          </p:nvSpPr>
          <p:spPr>
            <a:xfrm>
              <a:off x="1343280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A4A0A0"/>
            </a:solidFill>
            <a:ln>
              <a:noFill/>
            </a:ln>
          </p:spPr>
        </p:sp>
        <p:sp>
          <p:nvSpPr>
            <p:cNvPr id="17341" name="Graph element 2034"/>
            <p:cNvSpPr/>
            <p:nvPr/>
          </p:nvSpPr>
          <p:spPr>
            <a:xfrm>
              <a:off x="1328956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A4A0A0"/>
            </a:solidFill>
            <a:ln>
              <a:noFill/>
            </a:ln>
          </p:spPr>
        </p:sp>
        <p:sp>
          <p:nvSpPr>
            <p:cNvPr id="17342" name="Graph element 2035"/>
            <p:cNvSpPr/>
            <p:nvPr/>
          </p:nvSpPr>
          <p:spPr>
            <a:xfrm>
              <a:off x="1309260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A4A0A0"/>
            </a:solidFill>
            <a:ln>
              <a:noFill/>
            </a:ln>
          </p:spPr>
        </p:sp>
        <p:sp>
          <p:nvSpPr>
            <p:cNvPr id="17343" name="Graph element 2036"/>
            <p:cNvSpPr/>
            <p:nvPr/>
          </p:nvSpPr>
          <p:spPr>
            <a:xfrm>
              <a:off x="886452" y="1355814"/>
              <a:ext cx="8830" cy="4655"/>
            </a:xfrm>
            <a:custGeom>
              <a:avLst/>
              <a:gdLst/>
              <a:ahLst/>
              <a:cxnLst/>
              <a:rect l="0" t="0" r="r" b="b"/>
              <a:pathLst>
                <a:path w="8830" h="4655" stroke="0" extrusionOk="0">
                  <a:moveTo>
                    <a:pt x="0" y="0"/>
                  </a:moveTo>
                  <a:lnTo>
                    <a:pt x="4655" y="4655"/>
                  </a:lnTo>
                  <a:lnTo>
                    <a:pt x="8830" y="4655"/>
                  </a:lnTo>
                  <a:lnTo>
                    <a:pt x="8830" y="1791"/>
                  </a:lnTo>
                  <a:lnTo>
                    <a:pt x="7633" y="1791"/>
                  </a:lnTo>
                  <a:lnTo>
                    <a:pt x="584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4A0A0"/>
            </a:solidFill>
            <a:ln>
              <a:noFill/>
            </a:ln>
          </p:spPr>
        </p:sp>
        <p:sp>
          <p:nvSpPr>
            <p:cNvPr id="17344" name="Graph element 2037"/>
            <p:cNvSpPr/>
            <p:nvPr/>
          </p:nvSpPr>
          <p:spPr>
            <a:xfrm>
              <a:off x="1035723" y="1338328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A4A0A0"/>
            </a:solidFill>
            <a:ln>
              <a:noFill/>
            </a:ln>
          </p:spPr>
        </p:sp>
        <p:sp>
          <p:nvSpPr>
            <p:cNvPr id="17345" name="Graph element 2038"/>
            <p:cNvSpPr/>
            <p:nvPr/>
          </p:nvSpPr>
          <p:spPr>
            <a:xfrm>
              <a:off x="193381" y="1225103"/>
              <a:ext cx="3581" cy="2865"/>
            </a:xfrm>
            <a:custGeom>
              <a:avLst/>
              <a:gdLst/>
              <a:ahLst/>
              <a:cxnLst/>
              <a:rect l="0" t="0" r="r" b="b"/>
              <a:pathLst>
                <a:path w="3581" h="2865" stroke="0" extrusionOk="0">
                  <a:moveTo>
                    <a:pt x="3581" y="2865"/>
                  </a:moveTo>
                  <a:lnTo>
                    <a:pt x="358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3581" y="2865"/>
                  </a:lnTo>
                  <a:close/>
                </a:path>
              </a:pathLst>
            </a:custGeom>
            <a:solidFill>
              <a:srgbClr val="A4A0A0"/>
            </a:solidFill>
            <a:ln>
              <a:noFill/>
            </a:ln>
          </p:spPr>
        </p:sp>
        <p:sp>
          <p:nvSpPr>
            <p:cNvPr id="17346" name="Graph element 2039"/>
            <p:cNvSpPr/>
            <p:nvPr/>
          </p:nvSpPr>
          <p:spPr>
            <a:xfrm>
              <a:off x="193381" y="1221522"/>
              <a:ext cx="3581" cy="2865"/>
            </a:xfrm>
            <a:custGeom>
              <a:avLst/>
              <a:gdLst/>
              <a:ahLst/>
              <a:cxnLst/>
              <a:rect l="0" t="0" r="r" b="b"/>
              <a:pathLst>
                <a:path w="3581" h="2865" stroke="0" extrusionOk="0">
                  <a:moveTo>
                    <a:pt x="3581" y="2865"/>
                  </a:moveTo>
                  <a:lnTo>
                    <a:pt x="358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3581" y="2865"/>
                  </a:lnTo>
                  <a:close/>
                </a:path>
              </a:pathLst>
            </a:custGeom>
            <a:solidFill>
              <a:srgbClr val="A4A0A0"/>
            </a:solidFill>
            <a:ln>
              <a:noFill/>
            </a:ln>
          </p:spPr>
        </p:sp>
        <p:sp>
          <p:nvSpPr>
            <p:cNvPr id="17347" name="Graph element 2040"/>
            <p:cNvSpPr/>
            <p:nvPr/>
          </p:nvSpPr>
          <p:spPr>
            <a:xfrm>
              <a:off x="1039304" y="1148529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A4A0A0"/>
            </a:solidFill>
            <a:ln>
              <a:noFill/>
            </a:ln>
          </p:spPr>
        </p:sp>
        <p:sp>
          <p:nvSpPr>
            <p:cNvPr id="17348" name="Graph element 2041"/>
            <p:cNvSpPr/>
            <p:nvPr/>
          </p:nvSpPr>
          <p:spPr>
            <a:xfrm>
              <a:off x="2107851" y="884538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A4A0A0"/>
            </a:solidFill>
            <a:ln>
              <a:noFill/>
            </a:ln>
          </p:spPr>
        </p:sp>
        <p:sp>
          <p:nvSpPr>
            <p:cNvPr id="17349" name="Graph element 2042"/>
            <p:cNvSpPr/>
            <p:nvPr/>
          </p:nvSpPr>
          <p:spPr>
            <a:xfrm>
              <a:off x="2080634" y="861619"/>
              <a:ext cx="3581" cy="2865"/>
            </a:xfrm>
            <a:custGeom>
              <a:avLst/>
              <a:gdLst/>
              <a:ahLst/>
              <a:cxnLst/>
              <a:rect l="0" t="0" r="r" b="b"/>
              <a:pathLst>
                <a:path w="3581" h="2865" stroke="0" extrusionOk="0">
                  <a:moveTo>
                    <a:pt x="3581" y="2865"/>
                  </a:moveTo>
                  <a:lnTo>
                    <a:pt x="358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3581" y="2865"/>
                  </a:lnTo>
                  <a:close/>
                </a:path>
              </a:pathLst>
            </a:custGeom>
            <a:solidFill>
              <a:srgbClr val="A4A0A0"/>
            </a:solidFill>
            <a:ln>
              <a:noFill/>
            </a:ln>
          </p:spPr>
        </p:sp>
        <p:sp>
          <p:nvSpPr>
            <p:cNvPr id="17350" name="Graph element 2043"/>
            <p:cNvSpPr/>
            <p:nvPr/>
          </p:nvSpPr>
          <p:spPr>
            <a:xfrm>
              <a:off x="2080634" y="834760"/>
              <a:ext cx="5372" cy="2865"/>
            </a:xfrm>
            <a:custGeom>
              <a:avLst/>
              <a:gdLst/>
              <a:ahLst/>
              <a:cxnLst/>
              <a:rect l="0" t="0" r="r" b="b"/>
              <a:pathLst>
                <a:path w="5372" h="2865" stroke="0" extrusionOk="0">
                  <a:moveTo>
                    <a:pt x="5372" y="2865"/>
                  </a:moveTo>
                  <a:lnTo>
                    <a:pt x="5372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5372" y="2865"/>
                  </a:lnTo>
                  <a:close/>
                </a:path>
              </a:pathLst>
            </a:custGeom>
            <a:solidFill>
              <a:srgbClr val="A4A0A0"/>
            </a:solidFill>
            <a:ln>
              <a:noFill/>
            </a:ln>
          </p:spPr>
        </p:sp>
        <p:sp>
          <p:nvSpPr>
            <p:cNvPr id="17351" name="Graph element 2044"/>
            <p:cNvSpPr/>
            <p:nvPr/>
          </p:nvSpPr>
          <p:spPr>
            <a:xfrm>
              <a:off x="2106060" y="814706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A4A0A0"/>
            </a:solidFill>
            <a:ln>
              <a:noFill/>
            </a:ln>
          </p:spPr>
        </p:sp>
        <p:sp>
          <p:nvSpPr>
            <p:cNvPr id="17352" name="Graph element 2045"/>
            <p:cNvSpPr/>
            <p:nvPr/>
          </p:nvSpPr>
          <p:spPr>
            <a:xfrm>
              <a:off x="2104270" y="730550"/>
              <a:ext cx="2865" cy="7162"/>
            </a:xfrm>
            <a:custGeom>
              <a:avLst/>
              <a:gdLst/>
              <a:ahLst/>
              <a:cxnLst/>
              <a:rect l="0" t="0" r="r" b="b"/>
              <a:pathLst>
                <a:path w="2865" h="7162" stroke="0" extrusionOk="0">
                  <a:moveTo>
                    <a:pt x="0" y="7162"/>
                  </a:moveTo>
                  <a:lnTo>
                    <a:pt x="2865" y="7162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7162"/>
                  </a:lnTo>
                  <a:close/>
                </a:path>
              </a:pathLst>
            </a:custGeom>
            <a:solidFill>
              <a:srgbClr val="A4A0A0"/>
            </a:solidFill>
            <a:ln>
              <a:noFill/>
            </a:ln>
          </p:spPr>
        </p:sp>
        <p:sp>
          <p:nvSpPr>
            <p:cNvPr id="17353" name="Graph element 2046"/>
            <p:cNvSpPr/>
            <p:nvPr/>
          </p:nvSpPr>
          <p:spPr>
            <a:xfrm>
              <a:off x="2067087" y="668658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A4A0A0"/>
            </a:solidFill>
            <a:ln>
              <a:noFill/>
            </a:ln>
          </p:spPr>
        </p:sp>
        <p:sp>
          <p:nvSpPr>
            <p:cNvPr id="17354" name="Graph element 2047"/>
            <p:cNvSpPr/>
            <p:nvPr/>
          </p:nvSpPr>
          <p:spPr>
            <a:xfrm>
              <a:off x="2067087" y="640009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A4A0A0"/>
            </a:solidFill>
            <a:ln>
              <a:noFill/>
            </a:ln>
          </p:spPr>
        </p:sp>
        <p:sp>
          <p:nvSpPr>
            <p:cNvPr id="17355" name="Graph element 2048"/>
            <p:cNvSpPr/>
            <p:nvPr/>
          </p:nvSpPr>
          <p:spPr>
            <a:xfrm>
              <a:off x="2068878" y="564805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A4A0A0"/>
            </a:solidFill>
            <a:ln>
              <a:noFill/>
            </a:ln>
          </p:spPr>
        </p:sp>
        <p:sp>
          <p:nvSpPr>
            <p:cNvPr id="17356" name="Graph element 2049"/>
            <p:cNvSpPr/>
            <p:nvPr/>
          </p:nvSpPr>
          <p:spPr>
            <a:xfrm>
              <a:off x="199111" y="64818"/>
              <a:ext cx="1788056" cy="1301381"/>
            </a:xfrm>
            <a:custGeom>
              <a:avLst/>
              <a:gdLst/>
              <a:ahLst/>
              <a:cxnLst/>
              <a:rect l="0" t="0" r="r" b="b"/>
              <a:pathLst>
                <a:path w="1788056" h="1301381" stroke="0" extrusionOk="0">
                  <a:moveTo>
                    <a:pt x="0" y="2630"/>
                  </a:moveTo>
                  <a:lnTo>
                    <a:pt x="0" y="1301381"/>
                  </a:lnTo>
                  <a:lnTo>
                    <a:pt x="2865" y="1301381"/>
                  </a:lnTo>
                  <a:lnTo>
                    <a:pt x="2865" y="3816"/>
                  </a:lnTo>
                  <a:lnTo>
                    <a:pt x="3816" y="2865"/>
                  </a:lnTo>
                  <a:lnTo>
                    <a:pt x="1784240" y="2865"/>
                  </a:lnTo>
                  <a:lnTo>
                    <a:pt x="1785191" y="3816"/>
                  </a:lnTo>
                  <a:lnTo>
                    <a:pt x="1785191" y="1301381"/>
                  </a:lnTo>
                  <a:lnTo>
                    <a:pt x="1788056" y="1301381"/>
                  </a:lnTo>
                  <a:lnTo>
                    <a:pt x="1788056" y="2630"/>
                  </a:lnTo>
                  <a:lnTo>
                    <a:pt x="1785427" y="0"/>
                  </a:lnTo>
                  <a:lnTo>
                    <a:pt x="2630" y="0"/>
                  </a:lnTo>
                  <a:lnTo>
                    <a:pt x="0" y="2630"/>
                  </a:lnTo>
                  <a:close/>
                </a:path>
              </a:pathLst>
            </a:custGeom>
            <a:solidFill>
              <a:srgbClr val="A4A0A0"/>
            </a:solidFill>
            <a:ln>
              <a:noFill/>
            </a:ln>
          </p:spPr>
        </p:sp>
        <p:sp>
          <p:nvSpPr>
            <p:cNvPr id="17357" name="Graph element 2050"/>
            <p:cNvSpPr/>
            <p:nvPr/>
          </p:nvSpPr>
          <p:spPr>
            <a:xfrm>
              <a:off x="1083649" y="1355579"/>
              <a:ext cx="8830" cy="15634"/>
            </a:xfrm>
            <a:custGeom>
              <a:avLst/>
              <a:gdLst/>
              <a:ahLst/>
              <a:cxnLst/>
              <a:rect l="0" t="0" r="r" b="b"/>
              <a:pathLst>
                <a:path w="8830" h="15634" stroke="0" extrusionOk="0">
                  <a:moveTo>
                    <a:pt x="6446" y="0"/>
                  </a:moveTo>
                  <a:lnTo>
                    <a:pt x="0" y="6446"/>
                  </a:lnTo>
                  <a:lnTo>
                    <a:pt x="0" y="11214"/>
                  </a:lnTo>
                  <a:lnTo>
                    <a:pt x="1791" y="13004"/>
                  </a:lnTo>
                  <a:lnTo>
                    <a:pt x="1791" y="15634"/>
                  </a:lnTo>
                  <a:lnTo>
                    <a:pt x="6446" y="15634"/>
                  </a:lnTo>
                  <a:lnTo>
                    <a:pt x="6446" y="13004"/>
                  </a:lnTo>
                  <a:lnTo>
                    <a:pt x="8830" y="10620"/>
                  </a:lnTo>
                  <a:lnTo>
                    <a:pt x="6446" y="8237"/>
                  </a:lnTo>
                  <a:lnTo>
                    <a:pt x="6446" y="0"/>
                  </a:lnTo>
                  <a:close/>
                </a:path>
              </a:pathLst>
            </a:custGeom>
            <a:solidFill>
              <a:srgbClr val="F76C6C"/>
            </a:solidFill>
            <a:ln>
              <a:noFill/>
            </a:ln>
          </p:spPr>
        </p:sp>
        <p:sp>
          <p:nvSpPr>
            <p:cNvPr id="17358" name="Graph element 2051"/>
            <p:cNvSpPr/>
            <p:nvPr/>
          </p:nvSpPr>
          <p:spPr>
            <a:xfrm>
              <a:off x="1049270" y="1346861"/>
              <a:ext cx="3581" cy="2865"/>
            </a:xfrm>
            <a:custGeom>
              <a:avLst/>
              <a:gdLst/>
              <a:ahLst/>
              <a:cxnLst/>
              <a:rect l="0" t="0" r="r" b="b"/>
              <a:pathLst>
                <a:path w="3581" h="2865" stroke="0" extrusionOk="0">
                  <a:moveTo>
                    <a:pt x="3581" y="2865"/>
                  </a:moveTo>
                  <a:lnTo>
                    <a:pt x="358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3581" y="2865"/>
                  </a:lnTo>
                  <a:close/>
                </a:path>
              </a:pathLst>
            </a:custGeom>
            <a:solidFill>
              <a:srgbClr val="F76C6C"/>
            </a:solidFill>
            <a:ln>
              <a:noFill/>
            </a:ln>
          </p:spPr>
        </p:sp>
        <p:sp>
          <p:nvSpPr>
            <p:cNvPr id="17359" name="Graph element 2052"/>
            <p:cNvSpPr/>
            <p:nvPr/>
          </p:nvSpPr>
          <p:spPr>
            <a:xfrm>
              <a:off x="1048257" y="1341909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F76C6C"/>
            </a:solidFill>
            <a:ln>
              <a:noFill/>
            </a:ln>
          </p:spPr>
        </p:sp>
        <p:sp>
          <p:nvSpPr>
            <p:cNvPr id="17360" name="Graph element 2053"/>
            <p:cNvSpPr/>
            <p:nvPr/>
          </p:nvSpPr>
          <p:spPr>
            <a:xfrm>
              <a:off x="1085439" y="1337909"/>
              <a:ext cx="12411" cy="17548"/>
            </a:xfrm>
            <a:custGeom>
              <a:avLst/>
              <a:gdLst/>
              <a:ahLst/>
              <a:cxnLst/>
              <a:rect l="0" t="0" r="r" b="b"/>
              <a:pathLst>
                <a:path w="12411" h="17548" stroke="0" extrusionOk="0">
                  <a:moveTo>
                    <a:pt x="5372" y="0"/>
                  </a:moveTo>
                  <a:lnTo>
                    <a:pt x="5372" y="4420"/>
                  </a:lnTo>
                  <a:lnTo>
                    <a:pt x="4420" y="5372"/>
                  </a:lnTo>
                  <a:lnTo>
                    <a:pt x="2630" y="5372"/>
                  </a:lnTo>
                  <a:lnTo>
                    <a:pt x="0" y="8001"/>
                  </a:lnTo>
                  <a:lnTo>
                    <a:pt x="0" y="10979"/>
                  </a:lnTo>
                  <a:lnTo>
                    <a:pt x="1791" y="12769"/>
                  </a:lnTo>
                  <a:lnTo>
                    <a:pt x="1791" y="17548"/>
                  </a:lnTo>
                  <a:lnTo>
                    <a:pt x="4655" y="17548"/>
                  </a:lnTo>
                  <a:lnTo>
                    <a:pt x="4655" y="16350"/>
                  </a:lnTo>
                  <a:lnTo>
                    <a:pt x="6446" y="14560"/>
                  </a:lnTo>
                  <a:lnTo>
                    <a:pt x="6446" y="7397"/>
                  </a:lnTo>
                  <a:lnTo>
                    <a:pt x="7397" y="6446"/>
                  </a:lnTo>
                  <a:lnTo>
                    <a:pt x="9188" y="6446"/>
                  </a:lnTo>
                  <a:lnTo>
                    <a:pt x="12411" y="3223"/>
                  </a:lnTo>
                  <a:lnTo>
                    <a:pt x="9188" y="0"/>
                  </a:lnTo>
                  <a:lnTo>
                    <a:pt x="5372" y="0"/>
                  </a:lnTo>
                  <a:close/>
                </a:path>
              </a:pathLst>
            </a:custGeom>
            <a:solidFill>
              <a:srgbClr val="F76C6C"/>
            </a:solidFill>
            <a:ln>
              <a:noFill/>
            </a:ln>
          </p:spPr>
        </p:sp>
        <p:sp>
          <p:nvSpPr>
            <p:cNvPr id="17361" name="Graph element 2054"/>
            <p:cNvSpPr/>
            <p:nvPr/>
          </p:nvSpPr>
          <p:spPr>
            <a:xfrm>
              <a:off x="1078042" y="1332537"/>
              <a:ext cx="12288" cy="4655"/>
            </a:xfrm>
            <a:custGeom>
              <a:avLst/>
              <a:gdLst/>
              <a:ahLst/>
              <a:cxnLst/>
              <a:rect l="0" t="0" r="r" b="b"/>
              <a:pathLst>
                <a:path w="12288" h="4655" stroke="0" extrusionOk="0">
                  <a:moveTo>
                    <a:pt x="4655" y="0"/>
                  </a:moveTo>
                  <a:lnTo>
                    <a:pt x="0" y="4655"/>
                  </a:lnTo>
                  <a:lnTo>
                    <a:pt x="12288" y="4655"/>
                  </a:lnTo>
                  <a:lnTo>
                    <a:pt x="7633" y="0"/>
                  </a:lnTo>
                  <a:lnTo>
                    <a:pt x="4655" y="0"/>
                  </a:lnTo>
                  <a:close/>
                </a:path>
              </a:pathLst>
            </a:custGeom>
            <a:solidFill>
              <a:srgbClr val="F76C6C"/>
            </a:solidFill>
            <a:ln>
              <a:noFill/>
            </a:ln>
          </p:spPr>
        </p:sp>
        <p:sp>
          <p:nvSpPr>
            <p:cNvPr id="17362" name="Graph element 2055"/>
            <p:cNvSpPr/>
            <p:nvPr/>
          </p:nvSpPr>
          <p:spPr>
            <a:xfrm>
              <a:off x="1144528" y="1330746"/>
              <a:ext cx="4655" cy="6804"/>
            </a:xfrm>
            <a:custGeom>
              <a:avLst/>
              <a:gdLst/>
              <a:ahLst/>
              <a:cxnLst/>
              <a:rect l="0" t="0" r="r" b="b"/>
              <a:pathLst>
                <a:path w="4655" h="6804" stroke="0" extrusionOk="0">
                  <a:moveTo>
                    <a:pt x="0" y="0"/>
                  </a:moveTo>
                  <a:lnTo>
                    <a:pt x="0" y="3816"/>
                  </a:lnTo>
                  <a:lnTo>
                    <a:pt x="1791" y="5607"/>
                  </a:lnTo>
                  <a:lnTo>
                    <a:pt x="1791" y="6804"/>
                  </a:lnTo>
                  <a:lnTo>
                    <a:pt x="4655" y="6804"/>
                  </a:lnTo>
                  <a:lnTo>
                    <a:pt x="46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6C6C"/>
            </a:solidFill>
            <a:ln>
              <a:noFill/>
            </a:ln>
          </p:spPr>
        </p:sp>
        <p:sp>
          <p:nvSpPr>
            <p:cNvPr id="17363" name="Graph element 2056"/>
            <p:cNvSpPr/>
            <p:nvPr/>
          </p:nvSpPr>
          <p:spPr>
            <a:xfrm>
              <a:off x="1041095" y="1325794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76C6C"/>
            </a:solidFill>
            <a:ln>
              <a:noFill/>
            </a:ln>
          </p:spPr>
        </p:sp>
        <p:sp>
          <p:nvSpPr>
            <p:cNvPr id="17364" name="Graph element 2057"/>
            <p:cNvSpPr/>
            <p:nvPr/>
          </p:nvSpPr>
          <p:spPr>
            <a:xfrm>
              <a:off x="1217941" y="1320003"/>
              <a:ext cx="36886" cy="42257"/>
            </a:xfrm>
            <a:custGeom>
              <a:avLst/>
              <a:gdLst/>
              <a:ahLst/>
              <a:cxnLst/>
              <a:rect l="0" t="0" r="r" b="b"/>
              <a:pathLst>
                <a:path w="36886" h="42257" stroke="0" extrusionOk="0">
                  <a:moveTo>
                    <a:pt x="15164" y="0"/>
                  </a:moveTo>
                  <a:lnTo>
                    <a:pt x="13373" y="1791"/>
                  </a:lnTo>
                  <a:lnTo>
                    <a:pt x="11582" y="1791"/>
                  </a:lnTo>
                  <a:lnTo>
                    <a:pt x="8001" y="5372"/>
                  </a:lnTo>
                  <a:lnTo>
                    <a:pt x="6211" y="5372"/>
                  </a:lnTo>
                  <a:lnTo>
                    <a:pt x="3581" y="8001"/>
                  </a:lnTo>
                  <a:lnTo>
                    <a:pt x="3581" y="9792"/>
                  </a:lnTo>
                  <a:lnTo>
                    <a:pt x="1791" y="11582"/>
                  </a:lnTo>
                  <a:lnTo>
                    <a:pt x="1791" y="13373"/>
                  </a:lnTo>
                  <a:lnTo>
                    <a:pt x="0" y="15164"/>
                  </a:lnTo>
                  <a:lnTo>
                    <a:pt x="0" y="27094"/>
                  </a:lnTo>
                  <a:lnTo>
                    <a:pt x="1791" y="28884"/>
                  </a:lnTo>
                  <a:lnTo>
                    <a:pt x="1791" y="32465"/>
                  </a:lnTo>
                  <a:lnTo>
                    <a:pt x="9792" y="40467"/>
                  </a:lnTo>
                  <a:lnTo>
                    <a:pt x="11582" y="40467"/>
                  </a:lnTo>
                  <a:lnTo>
                    <a:pt x="13373" y="42257"/>
                  </a:lnTo>
                  <a:lnTo>
                    <a:pt x="23513" y="42257"/>
                  </a:lnTo>
                  <a:lnTo>
                    <a:pt x="25303" y="40467"/>
                  </a:lnTo>
                  <a:lnTo>
                    <a:pt x="27094" y="40467"/>
                  </a:lnTo>
                  <a:lnTo>
                    <a:pt x="33304" y="34256"/>
                  </a:lnTo>
                  <a:lnTo>
                    <a:pt x="33304" y="32465"/>
                  </a:lnTo>
                  <a:lnTo>
                    <a:pt x="35095" y="30675"/>
                  </a:lnTo>
                  <a:lnTo>
                    <a:pt x="35095" y="27094"/>
                  </a:lnTo>
                  <a:lnTo>
                    <a:pt x="36886" y="25303"/>
                  </a:lnTo>
                  <a:lnTo>
                    <a:pt x="36886" y="18745"/>
                  </a:lnTo>
                  <a:lnTo>
                    <a:pt x="35095" y="16954"/>
                  </a:lnTo>
                  <a:lnTo>
                    <a:pt x="35095" y="13373"/>
                  </a:lnTo>
                  <a:lnTo>
                    <a:pt x="33304" y="11582"/>
                  </a:lnTo>
                  <a:lnTo>
                    <a:pt x="33304" y="9792"/>
                  </a:lnTo>
                  <a:lnTo>
                    <a:pt x="27094" y="3581"/>
                  </a:lnTo>
                  <a:lnTo>
                    <a:pt x="25303" y="3581"/>
                  </a:lnTo>
                  <a:lnTo>
                    <a:pt x="23513" y="1791"/>
                  </a:lnTo>
                  <a:lnTo>
                    <a:pt x="19931" y="1791"/>
                  </a:lnTo>
                  <a:lnTo>
                    <a:pt x="18141" y="0"/>
                  </a:lnTo>
                  <a:lnTo>
                    <a:pt x="15164" y="0"/>
                  </a:lnTo>
                  <a:close/>
                </a:path>
              </a:pathLst>
            </a:custGeom>
            <a:solidFill>
              <a:srgbClr val="F76C6C"/>
            </a:solidFill>
            <a:ln>
              <a:noFill/>
            </a:ln>
          </p:spPr>
        </p:sp>
        <p:sp>
          <p:nvSpPr>
            <p:cNvPr id="17365" name="Graph element 2058"/>
            <p:cNvSpPr/>
            <p:nvPr/>
          </p:nvSpPr>
          <p:spPr>
            <a:xfrm>
              <a:off x="1044021" y="1322448"/>
              <a:ext cx="6681" cy="4001"/>
            </a:xfrm>
            <a:custGeom>
              <a:avLst/>
              <a:gdLst/>
              <a:ahLst/>
              <a:cxnLst/>
              <a:rect l="0" t="0" r="r" b="b"/>
              <a:pathLst>
                <a:path w="6681" h="4001" stroke="0" extrusionOk="0">
                  <a:moveTo>
                    <a:pt x="2445" y="0"/>
                  </a:moveTo>
                  <a:lnTo>
                    <a:pt x="3223" y="778"/>
                  </a:lnTo>
                  <a:lnTo>
                    <a:pt x="0" y="4001"/>
                  </a:lnTo>
                  <a:lnTo>
                    <a:pt x="6681" y="4001"/>
                  </a:lnTo>
                  <a:lnTo>
                    <a:pt x="6681" y="184"/>
                  </a:lnTo>
                  <a:lnTo>
                    <a:pt x="2445" y="0"/>
                  </a:lnTo>
                  <a:close/>
                </a:path>
              </a:pathLst>
            </a:custGeom>
            <a:solidFill>
              <a:srgbClr val="F76C6C"/>
            </a:solidFill>
            <a:ln>
              <a:noFill/>
            </a:ln>
          </p:spPr>
        </p:sp>
        <p:sp>
          <p:nvSpPr>
            <p:cNvPr id="17366" name="Graph element 2059"/>
            <p:cNvSpPr/>
            <p:nvPr/>
          </p:nvSpPr>
          <p:spPr>
            <a:xfrm>
              <a:off x="1167805" y="1314631"/>
              <a:ext cx="18980" cy="27933"/>
            </a:xfrm>
            <a:custGeom>
              <a:avLst/>
              <a:gdLst/>
              <a:ahLst/>
              <a:cxnLst/>
              <a:rect l="0" t="0" r="r" b="b"/>
              <a:pathLst>
                <a:path w="18980" h="27933" stroke="0" extrusionOk="0">
                  <a:moveTo>
                    <a:pt x="0" y="0"/>
                  </a:moveTo>
                  <a:lnTo>
                    <a:pt x="0" y="14560"/>
                  </a:lnTo>
                  <a:lnTo>
                    <a:pt x="1791" y="16350"/>
                  </a:lnTo>
                  <a:lnTo>
                    <a:pt x="1791" y="18141"/>
                  </a:lnTo>
                  <a:lnTo>
                    <a:pt x="9792" y="26142"/>
                  </a:lnTo>
                  <a:lnTo>
                    <a:pt x="11582" y="26142"/>
                  </a:lnTo>
                  <a:lnTo>
                    <a:pt x="13373" y="27933"/>
                  </a:lnTo>
                  <a:lnTo>
                    <a:pt x="16350" y="27933"/>
                  </a:lnTo>
                  <a:lnTo>
                    <a:pt x="18980" y="25303"/>
                  </a:lnTo>
                  <a:lnTo>
                    <a:pt x="18980" y="15164"/>
                  </a:lnTo>
                  <a:lnTo>
                    <a:pt x="17189" y="13373"/>
                  </a:lnTo>
                  <a:lnTo>
                    <a:pt x="17189" y="9792"/>
                  </a:lnTo>
                  <a:lnTo>
                    <a:pt x="13608" y="6211"/>
                  </a:lnTo>
                  <a:lnTo>
                    <a:pt x="13608" y="3581"/>
                  </a:lnTo>
                  <a:lnTo>
                    <a:pt x="10979" y="3581"/>
                  </a:lnTo>
                  <a:lnTo>
                    <a:pt x="739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6C6C"/>
            </a:solidFill>
            <a:ln>
              <a:noFill/>
            </a:ln>
          </p:spPr>
        </p:sp>
        <p:sp>
          <p:nvSpPr>
            <p:cNvPr id="17367" name="Graph element 2060"/>
            <p:cNvSpPr/>
            <p:nvPr/>
          </p:nvSpPr>
          <p:spPr>
            <a:xfrm>
              <a:off x="1043898" y="1307469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F76C6C"/>
            </a:solidFill>
            <a:ln>
              <a:noFill/>
            </a:ln>
          </p:spPr>
        </p:sp>
        <p:sp>
          <p:nvSpPr>
            <p:cNvPr id="17368" name="Graph element 2061"/>
            <p:cNvSpPr/>
            <p:nvPr/>
          </p:nvSpPr>
          <p:spPr>
            <a:xfrm>
              <a:off x="1070757" y="1293145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F76C6C"/>
            </a:solidFill>
            <a:ln>
              <a:noFill/>
            </a:ln>
          </p:spPr>
        </p:sp>
        <p:sp>
          <p:nvSpPr>
            <p:cNvPr id="17369" name="Graph element 2062"/>
            <p:cNvSpPr/>
            <p:nvPr/>
          </p:nvSpPr>
          <p:spPr>
            <a:xfrm>
              <a:off x="1034945" y="1293145"/>
              <a:ext cx="3581" cy="2865"/>
            </a:xfrm>
            <a:custGeom>
              <a:avLst/>
              <a:gdLst/>
              <a:ahLst/>
              <a:cxnLst/>
              <a:rect l="0" t="0" r="r" b="b"/>
              <a:pathLst>
                <a:path w="3581" h="2865" stroke="0" extrusionOk="0">
                  <a:moveTo>
                    <a:pt x="3581" y="2865"/>
                  </a:moveTo>
                  <a:lnTo>
                    <a:pt x="358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3581" y="2865"/>
                  </a:lnTo>
                  <a:close/>
                </a:path>
              </a:pathLst>
            </a:custGeom>
            <a:solidFill>
              <a:srgbClr val="F76C6C"/>
            </a:solidFill>
            <a:ln>
              <a:noFill/>
            </a:ln>
          </p:spPr>
        </p:sp>
        <p:sp>
          <p:nvSpPr>
            <p:cNvPr id="17370" name="Graph element 2063"/>
            <p:cNvSpPr/>
            <p:nvPr/>
          </p:nvSpPr>
          <p:spPr>
            <a:xfrm>
              <a:off x="1074461" y="1291774"/>
              <a:ext cx="21599" cy="15573"/>
            </a:xfrm>
            <a:custGeom>
              <a:avLst/>
              <a:gdLst/>
              <a:ahLst/>
              <a:cxnLst/>
              <a:rect l="0" t="0" r="r" b="b"/>
              <a:pathLst>
                <a:path w="21599" h="15573" stroke="0" extrusionOk="0">
                  <a:moveTo>
                    <a:pt x="9608" y="0"/>
                  </a:moveTo>
                  <a:lnTo>
                    <a:pt x="8237" y="1371"/>
                  </a:lnTo>
                  <a:lnTo>
                    <a:pt x="0" y="1371"/>
                  </a:lnTo>
                  <a:lnTo>
                    <a:pt x="3816" y="5187"/>
                  </a:lnTo>
                  <a:lnTo>
                    <a:pt x="3816" y="7817"/>
                  </a:lnTo>
                  <a:lnTo>
                    <a:pt x="6446" y="7817"/>
                  </a:lnTo>
                  <a:lnTo>
                    <a:pt x="8237" y="9608"/>
                  </a:lnTo>
                  <a:lnTo>
                    <a:pt x="10027" y="9608"/>
                  </a:lnTo>
                  <a:lnTo>
                    <a:pt x="15992" y="15573"/>
                  </a:lnTo>
                  <a:lnTo>
                    <a:pt x="19215" y="12350"/>
                  </a:lnTo>
                  <a:lnTo>
                    <a:pt x="19215" y="10559"/>
                  </a:lnTo>
                  <a:lnTo>
                    <a:pt x="21599" y="8175"/>
                  </a:lnTo>
                  <a:lnTo>
                    <a:pt x="18376" y="4952"/>
                  </a:lnTo>
                  <a:lnTo>
                    <a:pt x="16586" y="4952"/>
                  </a:lnTo>
                  <a:lnTo>
                    <a:pt x="14795" y="3162"/>
                  </a:lnTo>
                  <a:lnTo>
                    <a:pt x="11214" y="3162"/>
                  </a:lnTo>
                  <a:lnTo>
                    <a:pt x="9608" y="0"/>
                  </a:lnTo>
                  <a:close/>
                </a:path>
              </a:pathLst>
            </a:custGeom>
            <a:solidFill>
              <a:srgbClr val="F76C6C"/>
            </a:solidFill>
            <a:ln>
              <a:noFill/>
            </a:ln>
          </p:spPr>
        </p:sp>
        <p:sp>
          <p:nvSpPr>
            <p:cNvPr id="17371" name="Graph element 2064"/>
            <p:cNvSpPr/>
            <p:nvPr/>
          </p:nvSpPr>
          <p:spPr>
            <a:xfrm>
              <a:off x="1085859" y="1289563"/>
              <a:ext cx="56162" cy="73290"/>
            </a:xfrm>
            <a:custGeom>
              <a:avLst/>
              <a:gdLst/>
              <a:ahLst/>
              <a:cxnLst/>
              <a:rect l="0" t="0" r="r" b="b"/>
              <a:pathLst>
                <a:path w="56162" h="73290" stroke="0" extrusionOk="0">
                  <a:moveTo>
                    <a:pt x="24648" y="0"/>
                  </a:moveTo>
                  <a:lnTo>
                    <a:pt x="24648" y="3816"/>
                  </a:lnTo>
                  <a:lnTo>
                    <a:pt x="26439" y="5607"/>
                  </a:lnTo>
                  <a:lnTo>
                    <a:pt x="26439" y="11582"/>
                  </a:lnTo>
                  <a:lnTo>
                    <a:pt x="24648" y="13373"/>
                  </a:lnTo>
                  <a:lnTo>
                    <a:pt x="24648" y="15164"/>
                  </a:lnTo>
                  <a:lnTo>
                    <a:pt x="22858" y="16954"/>
                  </a:lnTo>
                  <a:lnTo>
                    <a:pt x="22858" y="18745"/>
                  </a:lnTo>
                  <a:lnTo>
                    <a:pt x="16535" y="25068"/>
                  </a:lnTo>
                  <a:lnTo>
                    <a:pt x="14744" y="25068"/>
                  </a:lnTo>
                  <a:lnTo>
                    <a:pt x="12114" y="27698"/>
                  </a:lnTo>
                  <a:lnTo>
                    <a:pt x="12114" y="31279"/>
                  </a:lnTo>
                  <a:lnTo>
                    <a:pt x="11163" y="32230"/>
                  </a:lnTo>
                  <a:lnTo>
                    <a:pt x="9608" y="31279"/>
                  </a:lnTo>
                  <a:lnTo>
                    <a:pt x="9608" y="26623"/>
                  </a:lnTo>
                  <a:lnTo>
                    <a:pt x="4952" y="31279"/>
                  </a:lnTo>
                  <a:lnTo>
                    <a:pt x="4952" y="34860"/>
                  </a:lnTo>
                  <a:lnTo>
                    <a:pt x="0" y="39812"/>
                  </a:lnTo>
                  <a:lnTo>
                    <a:pt x="2026" y="41838"/>
                  </a:lnTo>
                  <a:lnTo>
                    <a:pt x="3397" y="40467"/>
                  </a:lnTo>
                  <a:lnTo>
                    <a:pt x="5187" y="40467"/>
                  </a:lnTo>
                  <a:lnTo>
                    <a:pt x="10559" y="35095"/>
                  </a:lnTo>
                  <a:lnTo>
                    <a:pt x="12953" y="35095"/>
                  </a:lnTo>
                  <a:lnTo>
                    <a:pt x="16535" y="38676"/>
                  </a:lnTo>
                  <a:lnTo>
                    <a:pt x="20351" y="38676"/>
                  </a:lnTo>
                  <a:lnTo>
                    <a:pt x="20351" y="29488"/>
                  </a:lnTo>
                  <a:lnTo>
                    <a:pt x="19154" y="28291"/>
                  </a:lnTo>
                  <a:lnTo>
                    <a:pt x="19512" y="27933"/>
                  </a:lnTo>
                  <a:lnTo>
                    <a:pt x="21906" y="27933"/>
                  </a:lnTo>
                  <a:lnTo>
                    <a:pt x="23697" y="29723"/>
                  </a:lnTo>
                  <a:lnTo>
                    <a:pt x="29069" y="29723"/>
                  </a:lnTo>
                  <a:lnTo>
                    <a:pt x="29427" y="30081"/>
                  </a:lnTo>
                  <a:lnTo>
                    <a:pt x="26439" y="33069"/>
                  </a:lnTo>
                  <a:lnTo>
                    <a:pt x="26439" y="34860"/>
                  </a:lnTo>
                  <a:lnTo>
                    <a:pt x="25068" y="36231"/>
                  </a:lnTo>
                  <a:lnTo>
                    <a:pt x="27094" y="38257"/>
                  </a:lnTo>
                  <a:lnTo>
                    <a:pt x="28465" y="36886"/>
                  </a:lnTo>
                  <a:lnTo>
                    <a:pt x="33836" y="36886"/>
                  </a:lnTo>
                  <a:lnTo>
                    <a:pt x="35034" y="35688"/>
                  </a:lnTo>
                  <a:lnTo>
                    <a:pt x="35392" y="36046"/>
                  </a:lnTo>
                  <a:lnTo>
                    <a:pt x="34440" y="37602"/>
                  </a:lnTo>
                  <a:lnTo>
                    <a:pt x="30859" y="37602"/>
                  </a:lnTo>
                  <a:lnTo>
                    <a:pt x="29069" y="39392"/>
                  </a:lnTo>
                  <a:lnTo>
                    <a:pt x="22858" y="39392"/>
                  </a:lnTo>
                  <a:lnTo>
                    <a:pt x="22858" y="52162"/>
                  </a:lnTo>
                  <a:lnTo>
                    <a:pt x="24648" y="53952"/>
                  </a:lnTo>
                  <a:lnTo>
                    <a:pt x="24648" y="56347"/>
                  </a:lnTo>
                  <a:lnTo>
                    <a:pt x="21067" y="59928"/>
                  </a:lnTo>
                  <a:lnTo>
                    <a:pt x="21067" y="61718"/>
                  </a:lnTo>
                  <a:lnTo>
                    <a:pt x="19277" y="63509"/>
                  </a:lnTo>
                  <a:lnTo>
                    <a:pt x="19277" y="66486"/>
                  </a:lnTo>
                  <a:lnTo>
                    <a:pt x="26081" y="73290"/>
                  </a:lnTo>
                  <a:lnTo>
                    <a:pt x="30255" y="69116"/>
                  </a:lnTo>
                  <a:lnTo>
                    <a:pt x="32046" y="69116"/>
                  </a:lnTo>
                  <a:lnTo>
                    <a:pt x="34675" y="66486"/>
                  </a:lnTo>
                  <a:lnTo>
                    <a:pt x="34675" y="63509"/>
                  </a:lnTo>
                  <a:lnTo>
                    <a:pt x="32046" y="60879"/>
                  </a:lnTo>
                  <a:lnTo>
                    <a:pt x="30255" y="60879"/>
                  </a:lnTo>
                  <a:lnTo>
                    <a:pt x="27513" y="58137"/>
                  </a:lnTo>
                  <a:lnTo>
                    <a:pt x="27513" y="55743"/>
                  </a:lnTo>
                  <a:lnTo>
                    <a:pt x="32046" y="51210"/>
                  </a:lnTo>
                  <a:lnTo>
                    <a:pt x="45184" y="51210"/>
                  </a:lnTo>
                  <a:lnTo>
                    <a:pt x="48765" y="54791"/>
                  </a:lnTo>
                  <a:lnTo>
                    <a:pt x="50555" y="54791"/>
                  </a:lnTo>
                  <a:lnTo>
                    <a:pt x="53297" y="57533"/>
                  </a:lnTo>
                  <a:lnTo>
                    <a:pt x="53297" y="58730"/>
                  </a:lnTo>
                  <a:lnTo>
                    <a:pt x="56162" y="58730"/>
                  </a:lnTo>
                  <a:lnTo>
                    <a:pt x="56162" y="52765"/>
                  </a:lnTo>
                  <a:lnTo>
                    <a:pt x="54372" y="50975"/>
                  </a:lnTo>
                  <a:lnTo>
                    <a:pt x="54372" y="47394"/>
                  </a:lnTo>
                  <a:lnTo>
                    <a:pt x="52581" y="45603"/>
                  </a:lnTo>
                  <a:lnTo>
                    <a:pt x="52581" y="43813"/>
                  </a:lnTo>
                  <a:lnTo>
                    <a:pt x="46370" y="37602"/>
                  </a:lnTo>
                  <a:lnTo>
                    <a:pt x="42789" y="37602"/>
                  </a:lnTo>
                  <a:lnTo>
                    <a:pt x="40999" y="35811"/>
                  </a:lnTo>
                  <a:lnTo>
                    <a:pt x="38850" y="35453"/>
                  </a:lnTo>
                  <a:lnTo>
                    <a:pt x="41838" y="32465"/>
                  </a:lnTo>
                  <a:lnTo>
                    <a:pt x="41838" y="30675"/>
                  </a:lnTo>
                  <a:lnTo>
                    <a:pt x="43628" y="28884"/>
                  </a:lnTo>
                  <a:lnTo>
                    <a:pt x="43628" y="25907"/>
                  </a:lnTo>
                  <a:lnTo>
                    <a:pt x="42431" y="24710"/>
                  </a:lnTo>
                  <a:lnTo>
                    <a:pt x="45419" y="21722"/>
                  </a:lnTo>
                  <a:lnTo>
                    <a:pt x="45419" y="15164"/>
                  </a:lnTo>
                  <a:lnTo>
                    <a:pt x="43628" y="13373"/>
                  </a:lnTo>
                  <a:lnTo>
                    <a:pt x="43628" y="11582"/>
                  </a:lnTo>
                  <a:lnTo>
                    <a:pt x="41838" y="9792"/>
                  </a:lnTo>
                  <a:lnTo>
                    <a:pt x="41838" y="8001"/>
                  </a:lnTo>
                  <a:lnTo>
                    <a:pt x="37417" y="3581"/>
                  </a:lnTo>
                  <a:lnTo>
                    <a:pt x="35627" y="3581"/>
                  </a:lnTo>
                  <a:lnTo>
                    <a:pt x="33836" y="1791"/>
                  </a:lnTo>
                  <a:lnTo>
                    <a:pt x="32046" y="1791"/>
                  </a:lnTo>
                  <a:lnTo>
                    <a:pt x="30255" y="0"/>
                  </a:lnTo>
                  <a:lnTo>
                    <a:pt x="24648" y="0"/>
                  </a:lnTo>
                  <a:close/>
                  <a:moveTo>
                    <a:pt x="36824" y="26736"/>
                  </a:moveTo>
                  <a:lnTo>
                    <a:pt x="37182" y="27698"/>
                  </a:lnTo>
                  <a:lnTo>
                    <a:pt x="35627" y="28649"/>
                  </a:lnTo>
                  <a:lnTo>
                    <a:pt x="35269" y="28291"/>
                  </a:lnTo>
                  <a:lnTo>
                    <a:pt x="36824" y="26736"/>
                  </a:lnTo>
                  <a:close/>
                </a:path>
              </a:pathLst>
            </a:custGeom>
            <a:solidFill>
              <a:srgbClr val="F76C6C"/>
            </a:solidFill>
            <a:ln>
              <a:noFill/>
            </a:ln>
          </p:spPr>
        </p:sp>
        <p:sp>
          <p:nvSpPr>
            <p:cNvPr id="17372" name="Graph element 2065"/>
            <p:cNvSpPr/>
            <p:nvPr/>
          </p:nvSpPr>
          <p:spPr>
            <a:xfrm>
              <a:off x="1033513" y="1287415"/>
              <a:ext cx="2865" cy="3581"/>
            </a:xfrm>
            <a:custGeom>
              <a:avLst/>
              <a:gdLst/>
              <a:ahLst/>
              <a:cxnLst/>
              <a:rect l="0" t="0" r="r" b="b"/>
              <a:pathLst>
                <a:path w="2865" h="3581" stroke="0" extrusionOk="0">
                  <a:moveTo>
                    <a:pt x="0" y="3581"/>
                  </a:moveTo>
                  <a:lnTo>
                    <a:pt x="2865" y="358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F76C6C"/>
            </a:solidFill>
            <a:ln>
              <a:noFill/>
            </a:ln>
          </p:spPr>
        </p:sp>
        <p:sp>
          <p:nvSpPr>
            <p:cNvPr id="17373" name="Graph element 2066"/>
            <p:cNvSpPr/>
            <p:nvPr/>
          </p:nvSpPr>
          <p:spPr>
            <a:xfrm>
              <a:off x="1094812" y="1282401"/>
              <a:ext cx="14979" cy="14979"/>
            </a:xfrm>
            <a:custGeom>
              <a:avLst/>
              <a:gdLst/>
              <a:ahLst/>
              <a:cxnLst/>
              <a:rect l="0" t="0" r="r" b="b"/>
              <a:pathLst>
                <a:path w="14979" h="14979" stroke="0" extrusionOk="0">
                  <a:moveTo>
                    <a:pt x="7582" y="0"/>
                  </a:moveTo>
                  <a:lnTo>
                    <a:pt x="3162" y="4420"/>
                  </a:lnTo>
                  <a:lnTo>
                    <a:pt x="3162" y="6211"/>
                  </a:lnTo>
                  <a:lnTo>
                    <a:pt x="1371" y="8001"/>
                  </a:lnTo>
                  <a:lnTo>
                    <a:pt x="1371" y="11582"/>
                  </a:lnTo>
                  <a:lnTo>
                    <a:pt x="0" y="12953"/>
                  </a:lnTo>
                  <a:lnTo>
                    <a:pt x="2026" y="14979"/>
                  </a:lnTo>
                  <a:lnTo>
                    <a:pt x="6978" y="10027"/>
                  </a:lnTo>
                  <a:lnTo>
                    <a:pt x="8768" y="10027"/>
                  </a:lnTo>
                  <a:lnTo>
                    <a:pt x="10559" y="8237"/>
                  </a:lnTo>
                  <a:lnTo>
                    <a:pt x="14979" y="8237"/>
                  </a:lnTo>
                  <a:lnTo>
                    <a:pt x="14979" y="4420"/>
                  </a:lnTo>
                  <a:lnTo>
                    <a:pt x="10559" y="0"/>
                  </a:lnTo>
                  <a:lnTo>
                    <a:pt x="7582" y="0"/>
                  </a:lnTo>
                  <a:close/>
                </a:path>
              </a:pathLst>
            </a:custGeom>
            <a:solidFill>
              <a:srgbClr val="F76C6C"/>
            </a:solidFill>
            <a:ln>
              <a:noFill/>
            </a:ln>
          </p:spPr>
        </p:sp>
        <p:sp>
          <p:nvSpPr>
            <p:cNvPr id="17374" name="Graph element 2067"/>
            <p:cNvSpPr/>
            <p:nvPr/>
          </p:nvSpPr>
          <p:spPr>
            <a:xfrm>
              <a:off x="1070880" y="1281030"/>
              <a:ext cx="7817" cy="9843"/>
            </a:xfrm>
            <a:custGeom>
              <a:avLst/>
              <a:gdLst/>
              <a:ahLst/>
              <a:cxnLst/>
              <a:rect l="0" t="0" r="r" b="b"/>
              <a:pathLst>
                <a:path w="7817" h="9843" stroke="0" extrusionOk="0">
                  <a:moveTo>
                    <a:pt x="7817" y="0"/>
                  </a:moveTo>
                  <a:lnTo>
                    <a:pt x="4655" y="3162"/>
                  </a:lnTo>
                  <a:lnTo>
                    <a:pt x="0" y="3162"/>
                  </a:lnTo>
                  <a:lnTo>
                    <a:pt x="6681" y="9843"/>
                  </a:lnTo>
                  <a:lnTo>
                    <a:pt x="6681" y="5187"/>
                  </a:lnTo>
                  <a:lnTo>
                    <a:pt x="7817" y="0"/>
                  </a:lnTo>
                  <a:close/>
                </a:path>
              </a:pathLst>
            </a:custGeom>
            <a:solidFill>
              <a:srgbClr val="F76C6C"/>
            </a:solidFill>
            <a:ln>
              <a:noFill/>
            </a:ln>
          </p:spPr>
        </p:sp>
        <p:sp>
          <p:nvSpPr>
            <p:cNvPr id="17375" name="Graph element 2068"/>
            <p:cNvSpPr/>
            <p:nvPr/>
          </p:nvSpPr>
          <p:spPr>
            <a:xfrm>
              <a:off x="1081858" y="1262705"/>
              <a:ext cx="15399" cy="21006"/>
            </a:xfrm>
            <a:custGeom>
              <a:avLst/>
              <a:gdLst/>
              <a:ahLst/>
              <a:cxnLst/>
              <a:rect l="0" t="0" r="r" b="b"/>
              <a:pathLst>
                <a:path w="15399" h="21006" stroke="0" extrusionOk="0">
                  <a:moveTo>
                    <a:pt x="8001" y="0"/>
                  </a:moveTo>
                  <a:lnTo>
                    <a:pt x="5372" y="2630"/>
                  </a:lnTo>
                  <a:lnTo>
                    <a:pt x="5372" y="6211"/>
                  </a:lnTo>
                  <a:lnTo>
                    <a:pt x="3581" y="8001"/>
                  </a:lnTo>
                  <a:lnTo>
                    <a:pt x="3581" y="11582"/>
                  </a:lnTo>
                  <a:lnTo>
                    <a:pt x="0" y="15164"/>
                  </a:lnTo>
                  <a:lnTo>
                    <a:pt x="0" y="21006"/>
                  </a:lnTo>
                  <a:lnTo>
                    <a:pt x="3816" y="17189"/>
                  </a:lnTo>
                  <a:lnTo>
                    <a:pt x="7397" y="17189"/>
                  </a:lnTo>
                  <a:lnTo>
                    <a:pt x="9188" y="15399"/>
                  </a:lnTo>
                  <a:lnTo>
                    <a:pt x="15399" y="15399"/>
                  </a:lnTo>
                  <a:lnTo>
                    <a:pt x="15399" y="6211"/>
                  </a:lnTo>
                  <a:lnTo>
                    <a:pt x="13608" y="4420"/>
                  </a:lnTo>
                  <a:lnTo>
                    <a:pt x="13608" y="0"/>
                  </a:lnTo>
                  <a:lnTo>
                    <a:pt x="8001" y="0"/>
                  </a:lnTo>
                  <a:close/>
                </a:path>
              </a:pathLst>
            </a:custGeom>
            <a:solidFill>
              <a:srgbClr val="F76C6C"/>
            </a:solidFill>
            <a:ln>
              <a:noFill/>
            </a:ln>
          </p:spPr>
        </p:sp>
        <p:sp>
          <p:nvSpPr>
            <p:cNvPr id="17376" name="Graph element 2069"/>
            <p:cNvSpPr/>
            <p:nvPr/>
          </p:nvSpPr>
          <p:spPr>
            <a:xfrm>
              <a:off x="1100183" y="1255543"/>
              <a:ext cx="24167" cy="13608"/>
            </a:xfrm>
            <a:custGeom>
              <a:avLst/>
              <a:gdLst/>
              <a:ahLst/>
              <a:cxnLst/>
              <a:rect l="0" t="0" r="r" b="b"/>
              <a:pathLst>
                <a:path w="24167" h="13608" stroke="0" extrusionOk="0">
                  <a:moveTo>
                    <a:pt x="0" y="2445"/>
                  </a:moveTo>
                  <a:lnTo>
                    <a:pt x="1371" y="3816"/>
                  </a:lnTo>
                  <a:lnTo>
                    <a:pt x="1371" y="5607"/>
                  </a:lnTo>
                  <a:lnTo>
                    <a:pt x="3162" y="7397"/>
                  </a:lnTo>
                  <a:lnTo>
                    <a:pt x="3162" y="9188"/>
                  </a:lnTo>
                  <a:lnTo>
                    <a:pt x="7582" y="13608"/>
                  </a:lnTo>
                  <a:lnTo>
                    <a:pt x="10559" y="13608"/>
                  </a:lnTo>
                  <a:lnTo>
                    <a:pt x="12350" y="11818"/>
                  </a:lnTo>
                  <a:lnTo>
                    <a:pt x="15931" y="11818"/>
                  </a:lnTo>
                  <a:lnTo>
                    <a:pt x="24167" y="3581"/>
                  </a:lnTo>
                  <a:lnTo>
                    <a:pt x="19512" y="3581"/>
                  </a:lnTo>
                  <a:lnTo>
                    <a:pt x="17721" y="1791"/>
                  </a:lnTo>
                  <a:lnTo>
                    <a:pt x="14140" y="1791"/>
                  </a:lnTo>
                  <a:lnTo>
                    <a:pt x="12350" y="0"/>
                  </a:lnTo>
                  <a:lnTo>
                    <a:pt x="9372" y="0"/>
                  </a:lnTo>
                  <a:lnTo>
                    <a:pt x="7582" y="1791"/>
                  </a:lnTo>
                  <a:lnTo>
                    <a:pt x="3397" y="1791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rgbClr val="F76C6C"/>
            </a:solidFill>
            <a:ln>
              <a:noFill/>
            </a:ln>
          </p:spPr>
        </p:sp>
        <p:sp>
          <p:nvSpPr>
            <p:cNvPr id="17377" name="Graph element 2070"/>
            <p:cNvSpPr/>
            <p:nvPr/>
          </p:nvSpPr>
          <p:spPr>
            <a:xfrm>
              <a:off x="1089020" y="1251962"/>
              <a:ext cx="12053" cy="10620"/>
            </a:xfrm>
            <a:custGeom>
              <a:avLst/>
              <a:gdLst/>
              <a:ahLst/>
              <a:cxnLst/>
              <a:rect l="0" t="0" r="r" b="b"/>
              <a:pathLst>
                <a:path w="12053" h="10620" stroke="0" extrusionOk="0">
                  <a:moveTo>
                    <a:pt x="0" y="0"/>
                  </a:moveTo>
                  <a:lnTo>
                    <a:pt x="0" y="8237"/>
                  </a:lnTo>
                  <a:lnTo>
                    <a:pt x="2630" y="8237"/>
                  </a:lnTo>
                  <a:lnTo>
                    <a:pt x="5014" y="10620"/>
                  </a:lnTo>
                  <a:lnTo>
                    <a:pt x="12053" y="3581"/>
                  </a:lnTo>
                  <a:lnTo>
                    <a:pt x="7397" y="3581"/>
                  </a:lnTo>
                  <a:lnTo>
                    <a:pt x="381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6C6C"/>
            </a:solidFill>
            <a:ln>
              <a:noFill/>
            </a:ln>
          </p:spPr>
        </p:sp>
        <p:sp>
          <p:nvSpPr>
            <p:cNvPr id="17378" name="Graph element 2071"/>
            <p:cNvSpPr/>
            <p:nvPr/>
          </p:nvSpPr>
          <p:spPr>
            <a:xfrm>
              <a:off x="1080068" y="1235611"/>
              <a:ext cx="6446" cy="12411"/>
            </a:xfrm>
            <a:custGeom>
              <a:avLst/>
              <a:gdLst/>
              <a:ahLst/>
              <a:cxnLst/>
              <a:rect l="0" t="0" r="r" b="b"/>
              <a:pathLst>
                <a:path w="6446" h="12411" stroke="0" extrusionOk="0">
                  <a:moveTo>
                    <a:pt x="4655" y="0"/>
                  </a:moveTo>
                  <a:lnTo>
                    <a:pt x="0" y="4655"/>
                  </a:lnTo>
                  <a:lnTo>
                    <a:pt x="0" y="10262"/>
                  </a:lnTo>
                  <a:lnTo>
                    <a:pt x="2630" y="10262"/>
                  </a:lnTo>
                  <a:lnTo>
                    <a:pt x="3581" y="11214"/>
                  </a:lnTo>
                  <a:lnTo>
                    <a:pt x="3581" y="12411"/>
                  </a:lnTo>
                  <a:lnTo>
                    <a:pt x="6446" y="12411"/>
                  </a:lnTo>
                  <a:lnTo>
                    <a:pt x="6446" y="6446"/>
                  </a:lnTo>
                  <a:lnTo>
                    <a:pt x="4655" y="4655"/>
                  </a:lnTo>
                  <a:lnTo>
                    <a:pt x="4655" y="0"/>
                  </a:lnTo>
                  <a:close/>
                </a:path>
              </a:pathLst>
            </a:custGeom>
            <a:solidFill>
              <a:srgbClr val="F76C6C"/>
            </a:solidFill>
            <a:ln>
              <a:noFill/>
            </a:ln>
          </p:spPr>
        </p:sp>
        <p:sp>
          <p:nvSpPr>
            <p:cNvPr id="17379" name="Graph element 2072"/>
            <p:cNvSpPr/>
            <p:nvPr/>
          </p:nvSpPr>
          <p:spPr>
            <a:xfrm>
              <a:off x="1085859" y="1236266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76C6C"/>
            </a:solidFill>
            <a:ln>
              <a:noFill/>
            </a:ln>
          </p:spPr>
        </p:sp>
        <p:sp>
          <p:nvSpPr>
            <p:cNvPr id="17380" name="Graph element 2073"/>
            <p:cNvSpPr/>
            <p:nvPr/>
          </p:nvSpPr>
          <p:spPr>
            <a:xfrm>
              <a:off x="1124832" y="1234056"/>
              <a:ext cx="15399" cy="24352"/>
            </a:xfrm>
            <a:custGeom>
              <a:avLst/>
              <a:gdLst/>
              <a:ahLst/>
              <a:cxnLst/>
              <a:rect l="0" t="0" r="r" b="b"/>
              <a:pathLst>
                <a:path w="15399" h="24352" stroke="0" extrusionOk="0">
                  <a:moveTo>
                    <a:pt x="0" y="0"/>
                  </a:moveTo>
                  <a:lnTo>
                    <a:pt x="0" y="12769"/>
                  </a:lnTo>
                  <a:lnTo>
                    <a:pt x="1791" y="14560"/>
                  </a:lnTo>
                  <a:lnTo>
                    <a:pt x="1791" y="15164"/>
                  </a:lnTo>
                  <a:lnTo>
                    <a:pt x="0" y="16954"/>
                  </a:lnTo>
                  <a:lnTo>
                    <a:pt x="0" y="24352"/>
                  </a:lnTo>
                  <a:lnTo>
                    <a:pt x="5607" y="24352"/>
                  </a:lnTo>
                  <a:lnTo>
                    <a:pt x="9188" y="20771"/>
                  </a:lnTo>
                  <a:lnTo>
                    <a:pt x="11818" y="20771"/>
                  </a:lnTo>
                  <a:lnTo>
                    <a:pt x="11818" y="18141"/>
                  </a:lnTo>
                  <a:lnTo>
                    <a:pt x="15399" y="14560"/>
                  </a:lnTo>
                  <a:lnTo>
                    <a:pt x="15399" y="11582"/>
                  </a:lnTo>
                  <a:lnTo>
                    <a:pt x="13608" y="9792"/>
                  </a:lnTo>
                  <a:lnTo>
                    <a:pt x="13608" y="8001"/>
                  </a:lnTo>
                  <a:lnTo>
                    <a:pt x="7397" y="1791"/>
                  </a:lnTo>
                  <a:lnTo>
                    <a:pt x="5607" y="1791"/>
                  </a:lnTo>
                  <a:lnTo>
                    <a:pt x="381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6C6C"/>
            </a:solidFill>
            <a:ln>
              <a:noFill/>
            </a:ln>
          </p:spPr>
        </p:sp>
        <p:sp>
          <p:nvSpPr>
            <p:cNvPr id="17381" name="Graph element 2074"/>
            <p:cNvSpPr/>
            <p:nvPr/>
          </p:nvSpPr>
          <p:spPr>
            <a:xfrm>
              <a:off x="1037094" y="1230475"/>
              <a:ext cx="22561" cy="53001"/>
            </a:xfrm>
            <a:custGeom>
              <a:avLst/>
              <a:gdLst/>
              <a:ahLst/>
              <a:cxnLst/>
              <a:rect l="0" t="0" r="r" b="b"/>
              <a:pathLst>
                <a:path w="22561" h="53001" stroke="0" extrusionOk="0">
                  <a:moveTo>
                    <a:pt x="16954" y="0"/>
                  </a:moveTo>
                  <a:lnTo>
                    <a:pt x="15164" y="1791"/>
                  </a:lnTo>
                  <a:lnTo>
                    <a:pt x="12534" y="1791"/>
                  </a:lnTo>
                  <a:lnTo>
                    <a:pt x="12534" y="6211"/>
                  </a:lnTo>
                  <a:lnTo>
                    <a:pt x="11582" y="7162"/>
                  </a:lnTo>
                  <a:lnTo>
                    <a:pt x="8953" y="7162"/>
                  </a:lnTo>
                  <a:lnTo>
                    <a:pt x="8953" y="11582"/>
                  </a:lnTo>
                  <a:lnTo>
                    <a:pt x="8001" y="12534"/>
                  </a:lnTo>
                  <a:lnTo>
                    <a:pt x="5372" y="12534"/>
                  </a:lnTo>
                  <a:lnTo>
                    <a:pt x="5372" y="19931"/>
                  </a:lnTo>
                  <a:lnTo>
                    <a:pt x="7162" y="21722"/>
                  </a:lnTo>
                  <a:lnTo>
                    <a:pt x="7162" y="25303"/>
                  </a:lnTo>
                  <a:lnTo>
                    <a:pt x="8953" y="27094"/>
                  </a:lnTo>
                  <a:lnTo>
                    <a:pt x="8953" y="27698"/>
                  </a:lnTo>
                  <a:lnTo>
                    <a:pt x="8001" y="28649"/>
                  </a:lnTo>
                  <a:lnTo>
                    <a:pt x="0" y="28649"/>
                  </a:lnTo>
                  <a:lnTo>
                    <a:pt x="0" y="34256"/>
                  </a:lnTo>
                  <a:lnTo>
                    <a:pt x="1791" y="36046"/>
                  </a:lnTo>
                  <a:lnTo>
                    <a:pt x="1791" y="38676"/>
                  </a:lnTo>
                  <a:lnTo>
                    <a:pt x="4420" y="38676"/>
                  </a:lnTo>
                  <a:lnTo>
                    <a:pt x="8001" y="42257"/>
                  </a:lnTo>
                  <a:lnTo>
                    <a:pt x="10150" y="42615"/>
                  </a:lnTo>
                  <a:lnTo>
                    <a:pt x="8001" y="42974"/>
                  </a:lnTo>
                  <a:lnTo>
                    <a:pt x="4420" y="46555"/>
                  </a:lnTo>
                  <a:lnTo>
                    <a:pt x="2630" y="46555"/>
                  </a:lnTo>
                  <a:lnTo>
                    <a:pt x="0" y="49184"/>
                  </a:lnTo>
                  <a:lnTo>
                    <a:pt x="0" y="53001"/>
                  </a:lnTo>
                  <a:lnTo>
                    <a:pt x="7397" y="53001"/>
                  </a:lnTo>
                  <a:lnTo>
                    <a:pt x="9188" y="51210"/>
                  </a:lnTo>
                  <a:lnTo>
                    <a:pt x="17189" y="51210"/>
                  </a:lnTo>
                  <a:lnTo>
                    <a:pt x="17189" y="47394"/>
                  </a:lnTo>
                  <a:lnTo>
                    <a:pt x="13608" y="43813"/>
                  </a:lnTo>
                  <a:lnTo>
                    <a:pt x="13608" y="38441"/>
                  </a:lnTo>
                  <a:lnTo>
                    <a:pt x="11818" y="36650"/>
                  </a:lnTo>
                  <a:lnTo>
                    <a:pt x="11818" y="30675"/>
                  </a:lnTo>
                  <a:lnTo>
                    <a:pt x="13608" y="28884"/>
                  </a:lnTo>
                  <a:lnTo>
                    <a:pt x="13608" y="27094"/>
                  </a:lnTo>
                  <a:lnTo>
                    <a:pt x="15399" y="25303"/>
                  </a:lnTo>
                  <a:lnTo>
                    <a:pt x="15399" y="20535"/>
                  </a:lnTo>
                  <a:lnTo>
                    <a:pt x="13608" y="18745"/>
                  </a:lnTo>
                  <a:lnTo>
                    <a:pt x="13608" y="18141"/>
                  </a:lnTo>
                  <a:lnTo>
                    <a:pt x="15399" y="16350"/>
                  </a:lnTo>
                  <a:lnTo>
                    <a:pt x="15399" y="7397"/>
                  </a:lnTo>
                  <a:lnTo>
                    <a:pt x="16350" y="6446"/>
                  </a:lnTo>
                  <a:lnTo>
                    <a:pt x="18141" y="6446"/>
                  </a:lnTo>
                  <a:lnTo>
                    <a:pt x="19931" y="4655"/>
                  </a:lnTo>
                  <a:lnTo>
                    <a:pt x="22561" y="4655"/>
                  </a:lnTo>
                  <a:lnTo>
                    <a:pt x="22561" y="0"/>
                  </a:lnTo>
                  <a:lnTo>
                    <a:pt x="16954" y="0"/>
                  </a:lnTo>
                  <a:close/>
                </a:path>
              </a:pathLst>
            </a:custGeom>
            <a:solidFill>
              <a:srgbClr val="F76C6C"/>
            </a:solidFill>
            <a:ln>
              <a:noFill/>
            </a:ln>
          </p:spPr>
        </p:sp>
        <p:sp>
          <p:nvSpPr>
            <p:cNvPr id="17382" name="Graph element 2075"/>
            <p:cNvSpPr/>
            <p:nvPr/>
          </p:nvSpPr>
          <p:spPr>
            <a:xfrm>
              <a:off x="1123041" y="1225103"/>
              <a:ext cx="10262" cy="8472"/>
            </a:xfrm>
            <a:custGeom>
              <a:avLst/>
              <a:gdLst/>
              <a:ahLst/>
              <a:cxnLst/>
              <a:rect l="0" t="0" r="r" b="b"/>
              <a:pathLst>
                <a:path w="10262" h="8472" stroke="0" extrusionOk="0">
                  <a:moveTo>
                    <a:pt x="4420" y="0"/>
                  </a:moveTo>
                  <a:lnTo>
                    <a:pt x="2630" y="1791"/>
                  </a:lnTo>
                  <a:lnTo>
                    <a:pt x="0" y="1791"/>
                  </a:lnTo>
                  <a:lnTo>
                    <a:pt x="0" y="8472"/>
                  </a:lnTo>
                  <a:lnTo>
                    <a:pt x="3816" y="4655"/>
                  </a:lnTo>
                  <a:lnTo>
                    <a:pt x="5607" y="4655"/>
                  </a:lnTo>
                  <a:lnTo>
                    <a:pt x="10262" y="0"/>
                  </a:lnTo>
                  <a:lnTo>
                    <a:pt x="4420" y="0"/>
                  </a:lnTo>
                  <a:close/>
                </a:path>
              </a:pathLst>
            </a:custGeom>
            <a:solidFill>
              <a:srgbClr val="F76C6C"/>
            </a:solidFill>
            <a:ln>
              <a:noFill/>
            </a:ln>
          </p:spPr>
        </p:sp>
        <p:sp>
          <p:nvSpPr>
            <p:cNvPr id="17383" name="Graph element 2076"/>
            <p:cNvSpPr/>
            <p:nvPr/>
          </p:nvSpPr>
          <p:spPr>
            <a:xfrm>
              <a:off x="1094157" y="1221287"/>
              <a:ext cx="12053" cy="17660"/>
            </a:xfrm>
            <a:custGeom>
              <a:avLst/>
              <a:gdLst/>
              <a:ahLst/>
              <a:cxnLst/>
              <a:rect l="0" t="0" r="r" b="b"/>
              <a:pathLst>
                <a:path w="12053" h="17660" stroke="0" extrusionOk="0">
                  <a:moveTo>
                    <a:pt x="12053" y="0"/>
                  </a:moveTo>
                  <a:lnTo>
                    <a:pt x="7397" y="4655"/>
                  </a:lnTo>
                  <a:lnTo>
                    <a:pt x="7039" y="6804"/>
                  </a:lnTo>
                  <a:lnTo>
                    <a:pt x="5842" y="5607"/>
                  </a:lnTo>
                  <a:lnTo>
                    <a:pt x="0" y="5607"/>
                  </a:lnTo>
                  <a:lnTo>
                    <a:pt x="3816" y="9423"/>
                  </a:lnTo>
                  <a:lnTo>
                    <a:pt x="3816" y="13004"/>
                  </a:lnTo>
                  <a:lnTo>
                    <a:pt x="8472" y="17660"/>
                  </a:lnTo>
                  <a:lnTo>
                    <a:pt x="8472" y="11214"/>
                  </a:lnTo>
                  <a:lnTo>
                    <a:pt x="10262" y="9423"/>
                  </a:lnTo>
                  <a:lnTo>
                    <a:pt x="10262" y="7633"/>
                  </a:lnTo>
                  <a:lnTo>
                    <a:pt x="12053" y="5842"/>
                  </a:lnTo>
                  <a:lnTo>
                    <a:pt x="12053" y="0"/>
                  </a:lnTo>
                  <a:close/>
                </a:path>
              </a:pathLst>
            </a:custGeom>
            <a:solidFill>
              <a:srgbClr val="F76C6C"/>
            </a:solidFill>
            <a:ln>
              <a:noFill/>
            </a:ln>
          </p:spPr>
        </p:sp>
        <p:sp>
          <p:nvSpPr>
            <p:cNvPr id="17384" name="Graph element 2077"/>
            <p:cNvSpPr/>
            <p:nvPr/>
          </p:nvSpPr>
          <p:spPr>
            <a:xfrm>
              <a:off x="1046047" y="1215915"/>
              <a:ext cx="15634" cy="13844"/>
            </a:xfrm>
            <a:custGeom>
              <a:avLst/>
              <a:gdLst/>
              <a:ahLst/>
              <a:cxnLst/>
              <a:rect l="0" t="0" r="r" b="b"/>
              <a:pathLst>
                <a:path w="15634" h="13844" stroke="0" extrusionOk="0">
                  <a:moveTo>
                    <a:pt x="0" y="0"/>
                  </a:moveTo>
                  <a:lnTo>
                    <a:pt x="0" y="5842"/>
                  </a:lnTo>
                  <a:lnTo>
                    <a:pt x="3581" y="9423"/>
                  </a:lnTo>
                  <a:lnTo>
                    <a:pt x="3581" y="12053"/>
                  </a:lnTo>
                  <a:lnTo>
                    <a:pt x="6211" y="12053"/>
                  </a:lnTo>
                  <a:lnTo>
                    <a:pt x="8001" y="13844"/>
                  </a:lnTo>
                  <a:lnTo>
                    <a:pt x="15634" y="13844"/>
                  </a:lnTo>
                  <a:lnTo>
                    <a:pt x="11818" y="10027"/>
                  </a:lnTo>
                  <a:lnTo>
                    <a:pt x="11818" y="5607"/>
                  </a:lnTo>
                  <a:lnTo>
                    <a:pt x="9188" y="5607"/>
                  </a:lnTo>
                  <a:lnTo>
                    <a:pt x="7397" y="3816"/>
                  </a:lnTo>
                  <a:lnTo>
                    <a:pt x="3816" y="38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6C6C"/>
            </a:solidFill>
            <a:ln>
              <a:noFill/>
            </a:ln>
          </p:spPr>
        </p:sp>
        <p:sp>
          <p:nvSpPr>
            <p:cNvPr id="17385" name="Graph element 2078"/>
            <p:cNvSpPr/>
            <p:nvPr/>
          </p:nvSpPr>
          <p:spPr>
            <a:xfrm>
              <a:off x="1191082" y="1198245"/>
              <a:ext cx="29723" cy="15399"/>
            </a:xfrm>
            <a:custGeom>
              <a:avLst/>
              <a:gdLst/>
              <a:ahLst/>
              <a:cxnLst/>
              <a:rect l="0" t="0" r="r" b="b"/>
              <a:pathLst>
                <a:path w="29723" h="15399" stroke="0" extrusionOk="0">
                  <a:moveTo>
                    <a:pt x="11582" y="0"/>
                  </a:moveTo>
                  <a:lnTo>
                    <a:pt x="9792" y="1791"/>
                  </a:lnTo>
                  <a:lnTo>
                    <a:pt x="8001" y="1791"/>
                  </a:lnTo>
                  <a:lnTo>
                    <a:pt x="6211" y="3581"/>
                  </a:lnTo>
                  <a:lnTo>
                    <a:pt x="4420" y="3581"/>
                  </a:lnTo>
                  <a:lnTo>
                    <a:pt x="0" y="8001"/>
                  </a:lnTo>
                  <a:lnTo>
                    <a:pt x="0" y="10979"/>
                  </a:lnTo>
                  <a:lnTo>
                    <a:pt x="2630" y="13608"/>
                  </a:lnTo>
                  <a:lnTo>
                    <a:pt x="4420" y="13608"/>
                  </a:lnTo>
                  <a:lnTo>
                    <a:pt x="6211" y="15399"/>
                  </a:lnTo>
                  <a:lnTo>
                    <a:pt x="18141" y="15399"/>
                  </a:lnTo>
                  <a:lnTo>
                    <a:pt x="19931" y="13608"/>
                  </a:lnTo>
                  <a:lnTo>
                    <a:pt x="21722" y="13608"/>
                  </a:lnTo>
                  <a:lnTo>
                    <a:pt x="23513" y="11818"/>
                  </a:lnTo>
                  <a:lnTo>
                    <a:pt x="25303" y="11818"/>
                  </a:lnTo>
                  <a:lnTo>
                    <a:pt x="29723" y="7397"/>
                  </a:lnTo>
                  <a:lnTo>
                    <a:pt x="29723" y="4420"/>
                  </a:lnTo>
                  <a:lnTo>
                    <a:pt x="27094" y="1791"/>
                  </a:lnTo>
                  <a:lnTo>
                    <a:pt x="25303" y="1791"/>
                  </a:lnTo>
                  <a:lnTo>
                    <a:pt x="23513" y="0"/>
                  </a:lnTo>
                  <a:lnTo>
                    <a:pt x="11582" y="0"/>
                  </a:lnTo>
                  <a:close/>
                </a:path>
              </a:pathLst>
            </a:custGeom>
            <a:solidFill>
              <a:srgbClr val="F76C6C"/>
            </a:solidFill>
            <a:ln>
              <a:noFill/>
            </a:ln>
          </p:spPr>
        </p:sp>
        <p:sp>
          <p:nvSpPr>
            <p:cNvPr id="17386" name="Graph element 2079"/>
            <p:cNvSpPr/>
            <p:nvPr/>
          </p:nvSpPr>
          <p:spPr>
            <a:xfrm>
              <a:off x="1110149" y="1194664"/>
              <a:ext cx="27094" cy="26736"/>
            </a:xfrm>
            <a:custGeom>
              <a:avLst/>
              <a:gdLst/>
              <a:ahLst/>
              <a:cxnLst/>
              <a:rect l="0" t="0" r="r" b="b"/>
              <a:pathLst>
                <a:path w="27094" h="26736" stroke="0" extrusionOk="0">
                  <a:moveTo>
                    <a:pt x="7940" y="655"/>
                  </a:moveTo>
                  <a:lnTo>
                    <a:pt x="9311" y="2026"/>
                  </a:lnTo>
                  <a:lnTo>
                    <a:pt x="9311" y="11582"/>
                  </a:lnTo>
                  <a:lnTo>
                    <a:pt x="5730" y="15164"/>
                  </a:lnTo>
                  <a:lnTo>
                    <a:pt x="5730" y="16954"/>
                  </a:lnTo>
                  <a:lnTo>
                    <a:pt x="1197" y="21487"/>
                  </a:lnTo>
                  <a:lnTo>
                    <a:pt x="0" y="21487"/>
                  </a:lnTo>
                  <a:lnTo>
                    <a:pt x="0" y="24352"/>
                  </a:lnTo>
                  <a:lnTo>
                    <a:pt x="1197" y="24352"/>
                  </a:lnTo>
                  <a:lnTo>
                    <a:pt x="3581" y="26736"/>
                  </a:lnTo>
                  <a:lnTo>
                    <a:pt x="5965" y="24352"/>
                  </a:lnTo>
                  <a:lnTo>
                    <a:pt x="17312" y="24352"/>
                  </a:lnTo>
                  <a:lnTo>
                    <a:pt x="19103" y="26142"/>
                  </a:lnTo>
                  <a:lnTo>
                    <a:pt x="24710" y="26142"/>
                  </a:lnTo>
                  <a:lnTo>
                    <a:pt x="24710" y="21722"/>
                  </a:lnTo>
                  <a:lnTo>
                    <a:pt x="27094" y="19338"/>
                  </a:lnTo>
                  <a:lnTo>
                    <a:pt x="24710" y="16954"/>
                  </a:lnTo>
                  <a:lnTo>
                    <a:pt x="24710" y="11582"/>
                  </a:lnTo>
                  <a:lnTo>
                    <a:pt x="22919" y="9792"/>
                  </a:lnTo>
                  <a:lnTo>
                    <a:pt x="22919" y="8001"/>
                  </a:lnTo>
                  <a:lnTo>
                    <a:pt x="14918" y="0"/>
                  </a:lnTo>
                  <a:lnTo>
                    <a:pt x="11337" y="0"/>
                  </a:lnTo>
                  <a:lnTo>
                    <a:pt x="7940" y="655"/>
                  </a:lnTo>
                  <a:close/>
                </a:path>
              </a:pathLst>
            </a:custGeom>
            <a:solidFill>
              <a:srgbClr val="F76C6C"/>
            </a:solidFill>
            <a:ln>
              <a:noFill/>
            </a:ln>
          </p:spPr>
        </p:sp>
        <p:sp>
          <p:nvSpPr>
            <p:cNvPr id="17387" name="Graph element 2080"/>
            <p:cNvSpPr/>
            <p:nvPr/>
          </p:nvSpPr>
          <p:spPr>
            <a:xfrm>
              <a:off x="1037094" y="1183685"/>
              <a:ext cx="11818" cy="35565"/>
            </a:xfrm>
            <a:custGeom>
              <a:avLst/>
              <a:gdLst/>
              <a:ahLst/>
              <a:cxnLst/>
              <a:rect l="0" t="0" r="r" b="b"/>
              <a:pathLst>
                <a:path w="11818" h="35565" stroke="0" extrusionOk="0">
                  <a:moveTo>
                    <a:pt x="10027" y="0"/>
                  </a:moveTo>
                  <a:lnTo>
                    <a:pt x="1791" y="8237"/>
                  </a:lnTo>
                  <a:lnTo>
                    <a:pt x="1791" y="11214"/>
                  </a:lnTo>
                  <a:lnTo>
                    <a:pt x="3581" y="13004"/>
                  </a:lnTo>
                  <a:lnTo>
                    <a:pt x="3581" y="15399"/>
                  </a:lnTo>
                  <a:lnTo>
                    <a:pt x="2630" y="16350"/>
                  </a:lnTo>
                  <a:lnTo>
                    <a:pt x="0" y="16350"/>
                  </a:lnTo>
                  <a:lnTo>
                    <a:pt x="0" y="26377"/>
                  </a:lnTo>
                  <a:lnTo>
                    <a:pt x="2630" y="26377"/>
                  </a:lnTo>
                  <a:lnTo>
                    <a:pt x="4420" y="28168"/>
                  </a:lnTo>
                  <a:lnTo>
                    <a:pt x="6211" y="28168"/>
                  </a:lnTo>
                  <a:lnTo>
                    <a:pt x="7162" y="29119"/>
                  </a:lnTo>
                  <a:lnTo>
                    <a:pt x="7162" y="35565"/>
                  </a:lnTo>
                  <a:lnTo>
                    <a:pt x="11818" y="30910"/>
                  </a:lnTo>
                  <a:lnTo>
                    <a:pt x="11818" y="27094"/>
                  </a:lnTo>
                  <a:lnTo>
                    <a:pt x="9188" y="27094"/>
                  </a:lnTo>
                  <a:lnTo>
                    <a:pt x="8237" y="26142"/>
                  </a:lnTo>
                  <a:lnTo>
                    <a:pt x="8237" y="23748"/>
                  </a:lnTo>
                  <a:lnTo>
                    <a:pt x="11818" y="20167"/>
                  </a:lnTo>
                  <a:lnTo>
                    <a:pt x="11818" y="15399"/>
                  </a:lnTo>
                  <a:lnTo>
                    <a:pt x="10027" y="13608"/>
                  </a:lnTo>
                  <a:lnTo>
                    <a:pt x="10027" y="0"/>
                  </a:lnTo>
                  <a:close/>
                </a:path>
              </a:pathLst>
            </a:custGeom>
            <a:solidFill>
              <a:srgbClr val="F76C6C"/>
            </a:solidFill>
            <a:ln>
              <a:noFill/>
            </a:ln>
          </p:spPr>
        </p:sp>
        <p:sp>
          <p:nvSpPr>
            <p:cNvPr id="17388" name="Graph element 2081"/>
            <p:cNvSpPr/>
            <p:nvPr/>
          </p:nvSpPr>
          <p:spPr>
            <a:xfrm>
              <a:off x="1041095" y="1178968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F76C6C"/>
            </a:solidFill>
            <a:ln>
              <a:noFill/>
            </a:ln>
          </p:spPr>
        </p:sp>
        <p:sp>
          <p:nvSpPr>
            <p:cNvPr id="17389" name="Graph element 2082"/>
            <p:cNvSpPr/>
            <p:nvPr/>
          </p:nvSpPr>
          <p:spPr>
            <a:xfrm>
              <a:off x="1180339" y="1169596"/>
              <a:ext cx="26142" cy="31514"/>
            </a:xfrm>
            <a:custGeom>
              <a:avLst/>
              <a:gdLst/>
              <a:ahLst/>
              <a:cxnLst/>
              <a:rect l="0" t="0" r="r" b="b"/>
              <a:pathLst>
                <a:path w="26142" h="31514" stroke="0" extrusionOk="0">
                  <a:moveTo>
                    <a:pt x="16954" y="0"/>
                  </a:moveTo>
                  <a:lnTo>
                    <a:pt x="15164" y="1791"/>
                  </a:lnTo>
                  <a:lnTo>
                    <a:pt x="13373" y="1791"/>
                  </a:lnTo>
                  <a:lnTo>
                    <a:pt x="11582" y="3581"/>
                  </a:lnTo>
                  <a:lnTo>
                    <a:pt x="9792" y="3581"/>
                  </a:lnTo>
                  <a:lnTo>
                    <a:pt x="5372" y="8001"/>
                  </a:lnTo>
                  <a:lnTo>
                    <a:pt x="5372" y="9792"/>
                  </a:lnTo>
                  <a:lnTo>
                    <a:pt x="1791" y="13373"/>
                  </a:lnTo>
                  <a:lnTo>
                    <a:pt x="1791" y="18745"/>
                  </a:lnTo>
                  <a:lnTo>
                    <a:pt x="0" y="20535"/>
                  </a:lnTo>
                  <a:lnTo>
                    <a:pt x="0" y="23513"/>
                  </a:lnTo>
                  <a:lnTo>
                    <a:pt x="1791" y="25303"/>
                  </a:lnTo>
                  <a:lnTo>
                    <a:pt x="1791" y="31514"/>
                  </a:lnTo>
                  <a:lnTo>
                    <a:pt x="12769" y="31514"/>
                  </a:lnTo>
                  <a:lnTo>
                    <a:pt x="16350" y="27933"/>
                  </a:lnTo>
                  <a:lnTo>
                    <a:pt x="18141" y="27933"/>
                  </a:lnTo>
                  <a:lnTo>
                    <a:pt x="22561" y="23513"/>
                  </a:lnTo>
                  <a:lnTo>
                    <a:pt x="22561" y="21722"/>
                  </a:lnTo>
                  <a:lnTo>
                    <a:pt x="24352" y="19931"/>
                  </a:lnTo>
                  <a:lnTo>
                    <a:pt x="24352" y="18141"/>
                  </a:lnTo>
                  <a:lnTo>
                    <a:pt x="26142" y="16350"/>
                  </a:lnTo>
                  <a:lnTo>
                    <a:pt x="26142" y="4420"/>
                  </a:lnTo>
                  <a:lnTo>
                    <a:pt x="24352" y="2630"/>
                  </a:lnTo>
                  <a:lnTo>
                    <a:pt x="24352" y="0"/>
                  </a:lnTo>
                  <a:lnTo>
                    <a:pt x="16954" y="0"/>
                  </a:lnTo>
                  <a:close/>
                </a:path>
              </a:pathLst>
            </a:custGeom>
            <a:solidFill>
              <a:srgbClr val="F76C6C"/>
            </a:solidFill>
            <a:ln>
              <a:noFill/>
            </a:ln>
          </p:spPr>
        </p:sp>
        <p:sp>
          <p:nvSpPr>
            <p:cNvPr id="17390" name="Graph element 2083"/>
            <p:cNvSpPr/>
            <p:nvPr/>
          </p:nvSpPr>
          <p:spPr>
            <a:xfrm>
              <a:off x="1039304" y="1171028"/>
              <a:ext cx="9608" cy="6385"/>
            </a:xfrm>
            <a:custGeom>
              <a:avLst/>
              <a:gdLst/>
              <a:ahLst/>
              <a:cxnLst/>
              <a:rect l="0" t="0" r="r" b="b"/>
              <a:pathLst>
                <a:path w="9608" h="6385" stroke="0" extrusionOk="0">
                  <a:moveTo>
                    <a:pt x="6743" y="0"/>
                  </a:moveTo>
                  <a:lnTo>
                    <a:pt x="6743" y="1197"/>
                  </a:lnTo>
                  <a:lnTo>
                    <a:pt x="5791" y="2149"/>
                  </a:lnTo>
                  <a:lnTo>
                    <a:pt x="2210" y="2149"/>
                  </a:lnTo>
                  <a:lnTo>
                    <a:pt x="0" y="4359"/>
                  </a:lnTo>
                  <a:lnTo>
                    <a:pt x="2026" y="6385"/>
                  </a:lnTo>
                  <a:lnTo>
                    <a:pt x="3397" y="5014"/>
                  </a:lnTo>
                  <a:lnTo>
                    <a:pt x="9608" y="5014"/>
                  </a:lnTo>
                  <a:lnTo>
                    <a:pt x="6743" y="0"/>
                  </a:lnTo>
                  <a:close/>
                </a:path>
              </a:pathLst>
            </a:custGeom>
            <a:solidFill>
              <a:srgbClr val="F76C6C"/>
            </a:solidFill>
            <a:ln>
              <a:noFill/>
            </a:ln>
          </p:spPr>
        </p:sp>
        <p:sp>
          <p:nvSpPr>
            <p:cNvPr id="17391" name="Graph element 2084"/>
            <p:cNvSpPr/>
            <p:nvPr/>
          </p:nvSpPr>
          <p:spPr>
            <a:xfrm>
              <a:off x="1112298" y="1165779"/>
              <a:ext cx="11818" cy="21241"/>
            </a:xfrm>
            <a:custGeom>
              <a:avLst/>
              <a:gdLst/>
              <a:ahLst/>
              <a:cxnLst/>
              <a:rect l="0" t="0" r="r" b="b"/>
              <a:pathLst>
                <a:path w="11818" h="21241" stroke="0" extrusionOk="0">
                  <a:moveTo>
                    <a:pt x="11818" y="0"/>
                  </a:moveTo>
                  <a:lnTo>
                    <a:pt x="4420" y="7397"/>
                  </a:lnTo>
                  <a:lnTo>
                    <a:pt x="0" y="7397"/>
                  </a:lnTo>
                  <a:lnTo>
                    <a:pt x="0" y="11214"/>
                  </a:lnTo>
                  <a:lnTo>
                    <a:pt x="3581" y="14795"/>
                  </a:lnTo>
                  <a:lnTo>
                    <a:pt x="3581" y="21241"/>
                  </a:lnTo>
                  <a:lnTo>
                    <a:pt x="10027" y="14795"/>
                  </a:lnTo>
                  <a:lnTo>
                    <a:pt x="10027" y="11214"/>
                  </a:lnTo>
                  <a:lnTo>
                    <a:pt x="11818" y="9423"/>
                  </a:lnTo>
                  <a:lnTo>
                    <a:pt x="11818" y="0"/>
                  </a:lnTo>
                  <a:close/>
                </a:path>
              </a:pathLst>
            </a:custGeom>
            <a:solidFill>
              <a:srgbClr val="F76C6C"/>
            </a:solidFill>
            <a:ln>
              <a:noFill/>
            </a:ln>
          </p:spPr>
        </p:sp>
        <p:sp>
          <p:nvSpPr>
            <p:cNvPr id="17392" name="Graph element 2085"/>
            <p:cNvSpPr/>
            <p:nvPr/>
          </p:nvSpPr>
          <p:spPr>
            <a:xfrm>
              <a:off x="1087230" y="1164224"/>
              <a:ext cx="10262" cy="6446"/>
            </a:xfrm>
            <a:custGeom>
              <a:avLst/>
              <a:gdLst/>
              <a:ahLst/>
              <a:cxnLst/>
              <a:rect l="0" t="0" r="r" b="b"/>
              <a:pathLst>
                <a:path w="10262" h="6446" stroke="0" extrusionOk="0">
                  <a:moveTo>
                    <a:pt x="2630" y="0"/>
                  </a:moveTo>
                  <a:lnTo>
                    <a:pt x="0" y="2630"/>
                  </a:lnTo>
                  <a:lnTo>
                    <a:pt x="0" y="6446"/>
                  </a:lnTo>
                  <a:lnTo>
                    <a:pt x="10262" y="6446"/>
                  </a:lnTo>
                  <a:lnTo>
                    <a:pt x="6446" y="2630"/>
                  </a:lnTo>
                  <a:lnTo>
                    <a:pt x="6446" y="0"/>
                  </a:lnTo>
                  <a:lnTo>
                    <a:pt x="2630" y="0"/>
                  </a:lnTo>
                  <a:close/>
                </a:path>
              </a:pathLst>
            </a:custGeom>
            <a:solidFill>
              <a:srgbClr val="F76C6C"/>
            </a:solidFill>
            <a:ln>
              <a:noFill/>
            </a:ln>
          </p:spPr>
        </p:sp>
        <p:sp>
          <p:nvSpPr>
            <p:cNvPr id="17393" name="Graph element 2086"/>
            <p:cNvSpPr/>
            <p:nvPr/>
          </p:nvSpPr>
          <p:spPr>
            <a:xfrm>
              <a:off x="1046047" y="1162075"/>
              <a:ext cx="2865" cy="3581"/>
            </a:xfrm>
            <a:custGeom>
              <a:avLst/>
              <a:gdLst/>
              <a:ahLst/>
              <a:cxnLst/>
              <a:rect l="0" t="0" r="r" b="b"/>
              <a:pathLst>
                <a:path w="2865" h="3581" stroke="0" extrusionOk="0">
                  <a:moveTo>
                    <a:pt x="0" y="3581"/>
                  </a:moveTo>
                  <a:lnTo>
                    <a:pt x="2865" y="358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F76C6C"/>
            </a:solidFill>
            <a:ln>
              <a:noFill/>
            </a:ln>
          </p:spPr>
        </p:sp>
        <p:sp>
          <p:nvSpPr>
            <p:cNvPr id="17394" name="Graph element 2087"/>
            <p:cNvSpPr/>
            <p:nvPr/>
          </p:nvSpPr>
          <p:spPr>
            <a:xfrm>
              <a:off x="1083649" y="1157062"/>
              <a:ext cx="6681" cy="6681"/>
            </a:xfrm>
            <a:custGeom>
              <a:avLst/>
              <a:gdLst/>
              <a:ahLst/>
              <a:cxnLst/>
              <a:rect l="0" t="0" r="r" b="b"/>
              <a:pathLst>
                <a:path w="6681" h="6681" stroke="0" extrusionOk="0">
                  <a:moveTo>
                    <a:pt x="0" y="0"/>
                  </a:moveTo>
                  <a:lnTo>
                    <a:pt x="0" y="6681"/>
                  </a:lnTo>
                  <a:lnTo>
                    <a:pt x="668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6C6C"/>
            </a:solidFill>
            <a:ln>
              <a:noFill/>
            </a:ln>
          </p:spPr>
        </p:sp>
        <p:sp>
          <p:nvSpPr>
            <p:cNvPr id="17395" name="Graph element 2088"/>
            <p:cNvSpPr/>
            <p:nvPr/>
          </p:nvSpPr>
          <p:spPr>
            <a:xfrm>
              <a:off x="1368348" y="1153481"/>
              <a:ext cx="27933" cy="33304"/>
            </a:xfrm>
            <a:custGeom>
              <a:avLst/>
              <a:gdLst/>
              <a:ahLst/>
              <a:cxnLst/>
              <a:rect l="0" t="0" r="r" b="b"/>
              <a:pathLst>
                <a:path w="27933" h="33304" stroke="0" extrusionOk="0">
                  <a:moveTo>
                    <a:pt x="1791" y="0"/>
                  </a:moveTo>
                  <a:lnTo>
                    <a:pt x="1791" y="4420"/>
                  </a:lnTo>
                  <a:lnTo>
                    <a:pt x="0" y="6211"/>
                  </a:lnTo>
                  <a:lnTo>
                    <a:pt x="0" y="14560"/>
                  </a:lnTo>
                  <a:lnTo>
                    <a:pt x="1791" y="16350"/>
                  </a:lnTo>
                  <a:lnTo>
                    <a:pt x="1791" y="19931"/>
                  </a:lnTo>
                  <a:lnTo>
                    <a:pt x="5372" y="23513"/>
                  </a:lnTo>
                  <a:lnTo>
                    <a:pt x="5372" y="25303"/>
                  </a:lnTo>
                  <a:lnTo>
                    <a:pt x="9792" y="29723"/>
                  </a:lnTo>
                  <a:lnTo>
                    <a:pt x="11582" y="29723"/>
                  </a:lnTo>
                  <a:lnTo>
                    <a:pt x="15164" y="33304"/>
                  </a:lnTo>
                  <a:lnTo>
                    <a:pt x="25303" y="33304"/>
                  </a:lnTo>
                  <a:lnTo>
                    <a:pt x="27933" y="30675"/>
                  </a:lnTo>
                  <a:lnTo>
                    <a:pt x="27933" y="16954"/>
                  </a:lnTo>
                  <a:lnTo>
                    <a:pt x="26142" y="15164"/>
                  </a:lnTo>
                  <a:lnTo>
                    <a:pt x="26142" y="11582"/>
                  </a:lnTo>
                  <a:lnTo>
                    <a:pt x="16350" y="1791"/>
                  </a:lnTo>
                  <a:lnTo>
                    <a:pt x="12769" y="1791"/>
                  </a:lnTo>
                  <a:lnTo>
                    <a:pt x="10979" y="0"/>
                  </a:lnTo>
                  <a:lnTo>
                    <a:pt x="1791" y="0"/>
                  </a:lnTo>
                  <a:close/>
                </a:path>
              </a:pathLst>
            </a:custGeom>
            <a:solidFill>
              <a:srgbClr val="F76C6C"/>
            </a:solidFill>
            <a:ln>
              <a:noFill/>
            </a:ln>
          </p:spPr>
        </p:sp>
        <p:sp>
          <p:nvSpPr>
            <p:cNvPr id="17396" name="Graph element 2089"/>
            <p:cNvSpPr/>
            <p:nvPr/>
          </p:nvSpPr>
          <p:spPr>
            <a:xfrm>
              <a:off x="1048257" y="1154913"/>
              <a:ext cx="4236" cy="4594"/>
            </a:xfrm>
            <a:custGeom>
              <a:avLst/>
              <a:gdLst/>
              <a:ahLst/>
              <a:cxnLst/>
              <a:rect l="0" t="0" r="r" b="b"/>
              <a:pathLst>
                <a:path w="4236" h="4594" stroke="0" extrusionOk="0">
                  <a:moveTo>
                    <a:pt x="0" y="2568"/>
                  </a:moveTo>
                  <a:lnTo>
                    <a:pt x="2026" y="4594"/>
                  </a:lnTo>
                  <a:lnTo>
                    <a:pt x="4236" y="2384"/>
                  </a:lnTo>
                  <a:lnTo>
                    <a:pt x="4236" y="0"/>
                  </a:lnTo>
                  <a:lnTo>
                    <a:pt x="1371" y="0"/>
                  </a:lnTo>
                  <a:lnTo>
                    <a:pt x="1371" y="1197"/>
                  </a:lnTo>
                  <a:lnTo>
                    <a:pt x="0" y="2568"/>
                  </a:lnTo>
                  <a:close/>
                </a:path>
              </a:pathLst>
            </a:custGeom>
            <a:solidFill>
              <a:srgbClr val="F76C6C"/>
            </a:solidFill>
            <a:ln>
              <a:noFill/>
            </a:ln>
          </p:spPr>
        </p:sp>
        <p:sp>
          <p:nvSpPr>
            <p:cNvPr id="17397" name="Graph element 2090"/>
            <p:cNvSpPr/>
            <p:nvPr/>
          </p:nvSpPr>
          <p:spPr>
            <a:xfrm>
              <a:off x="1275239" y="1149900"/>
              <a:ext cx="27933" cy="38676"/>
            </a:xfrm>
            <a:custGeom>
              <a:avLst/>
              <a:gdLst/>
              <a:ahLst/>
              <a:cxnLst/>
              <a:rect l="0" t="0" r="r" b="b"/>
              <a:pathLst>
                <a:path w="27933" h="38676" stroke="0" extrusionOk="0">
                  <a:moveTo>
                    <a:pt x="5372" y="0"/>
                  </a:moveTo>
                  <a:lnTo>
                    <a:pt x="5372" y="2630"/>
                  </a:lnTo>
                  <a:lnTo>
                    <a:pt x="1791" y="6211"/>
                  </a:lnTo>
                  <a:lnTo>
                    <a:pt x="1791" y="11582"/>
                  </a:lnTo>
                  <a:lnTo>
                    <a:pt x="0" y="13373"/>
                  </a:lnTo>
                  <a:lnTo>
                    <a:pt x="0" y="16350"/>
                  </a:lnTo>
                  <a:lnTo>
                    <a:pt x="1791" y="18141"/>
                  </a:lnTo>
                  <a:lnTo>
                    <a:pt x="1791" y="23513"/>
                  </a:lnTo>
                  <a:lnTo>
                    <a:pt x="3581" y="25303"/>
                  </a:lnTo>
                  <a:lnTo>
                    <a:pt x="3581" y="27094"/>
                  </a:lnTo>
                  <a:lnTo>
                    <a:pt x="7162" y="30675"/>
                  </a:lnTo>
                  <a:lnTo>
                    <a:pt x="7162" y="33304"/>
                  </a:lnTo>
                  <a:lnTo>
                    <a:pt x="9792" y="33304"/>
                  </a:lnTo>
                  <a:lnTo>
                    <a:pt x="13373" y="36886"/>
                  </a:lnTo>
                  <a:lnTo>
                    <a:pt x="16954" y="36886"/>
                  </a:lnTo>
                  <a:lnTo>
                    <a:pt x="18745" y="38676"/>
                  </a:lnTo>
                  <a:lnTo>
                    <a:pt x="24352" y="38676"/>
                  </a:lnTo>
                  <a:lnTo>
                    <a:pt x="24352" y="36046"/>
                  </a:lnTo>
                  <a:lnTo>
                    <a:pt x="26142" y="34256"/>
                  </a:lnTo>
                  <a:lnTo>
                    <a:pt x="26142" y="32465"/>
                  </a:lnTo>
                  <a:lnTo>
                    <a:pt x="27933" y="30675"/>
                  </a:lnTo>
                  <a:lnTo>
                    <a:pt x="27933" y="15164"/>
                  </a:lnTo>
                  <a:lnTo>
                    <a:pt x="26142" y="13373"/>
                  </a:lnTo>
                  <a:lnTo>
                    <a:pt x="26142" y="11582"/>
                  </a:lnTo>
                  <a:lnTo>
                    <a:pt x="22561" y="8001"/>
                  </a:lnTo>
                  <a:lnTo>
                    <a:pt x="22561" y="5372"/>
                  </a:lnTo>
                  <a:lnTo>
                    <a:pt x="19931" y="5372"/>
                  </a:lnTo>
                  <a:lnTo>
                    <a:pt x="16350" y="1791"/>
                  </a:lnTo>
                  <a:lnTo>
                    <a:pt x="12769" y="1791"/>
                  </a:lnTo>
                  <a:lnTo>
                    <a:pt x="10979" y="0"/>
                  </a:lnTo>
                  <a:lnTo>
                    <a:pt x="5372" y="0"/>
                  </a:lnTo>
                  <a:close/>
                </a:path>
              </a:pathLst>
            </a:custGeom>
            <a:solidFill>
              <a:srgbClr val="F76C6C"/>
            </a:solidFill>
            <a:ln>
              <a:noFill/>
            </a:ln>
          </p:spPr>
        </p:sp>
        <p:sp>
          <p:nvSpPr>
            <p:cNvPr id="17398" name="Graph element 2091"/>
            <p:cNvSpPr/>
            <p:nvPr/>
          </p:nvSpPr>
          <p:spPr>
            <a:xfrm>
              <a:off x="1031722" y="1142502"/>
              <a:ext cx="6681" cy="6681"/>
            </a:xfrm>
            <a:custGeom>
              <a:avLst/>
              <a:gdLst/>
              <a:ahLst/>
              <a:cxnLst/>
              <a:rect l="0" t="0" r="r" b="b"/>
              <a:pathLst>
                <a:path w="6681" h="6681" stroke="0" extrusionOk="0">
                  <a:moveTo>
                    <a:pt x="0" y="0"/>
                  </a:moveTo>
                  <a:lnTo>
                    <a:pt x="0" y="6681"/>
                  </a:lnTo>
                  <a:lnTo>
                    <a:pt x="6681" y="66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6C6C"/>
            </a:solidFill>
            <a:ln>
              <a:noFill/>
            </a:ln>
          </p:spPr>
        </p:sp>
        <p:sp>
          <p:nvSpPr>
            <p:cNvPr id="17399" name="Graph element 2092"/>
            <p:cNvSpPr/>
            <p:nvPr/>
          </p:nvSpPr>
          <p:spPr>
            <a:xfrm>
              <a:off x="1033513" y="1140589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76C6C"/>
            </a:solidFill>
            <a:ln>
              <a:noFill/>
            </a:ln>
          </p:spPr>
        </p:sp>
        <p:sp>
          <p:nvSpPr>
            <p:cNvPr id="17400" name="Graph element 2093"/>
            <p:cNvSpPr/>
            <p:nvPr/>
          </p:nvSpPr>
          <p:spPr>
            <a:xfrm>
              <a:off x="1090576" y="1133549"/>
              <a:ext cx="35330" cy="35565"/>
            </a:xfrm>
            <a:custGeom>
              <a:avLst/>
              <a:gdLst/>
              <a:ahLst/>
              <a:cxnLst/>
              <a:rect l="0" t="0" r="r" b="b"/>
              <a:pathLst>
                <a:path w="35330" h="35565" stroke="0" extrusionOk="0">
                  <a:moveTo>
                    <a:pt x="10262" y="0"/>
                  </a:moveTo>
                  <a:lnTo>
                    <a:pt x="4655" y="5607"/>
                  </a:lnTo>
                  <a:lnTo>
                    <a:pt x="0" y="5607"/>
                  </a:lnTo>
                  <a:lnTo>
                    <a:pt x="5607" y="11214"/>
                  </a:lnTo>
                  <a:lnTo>
                    <a:pt x="5607" y="19215"/>
                  </a:lnTo>
                  <a:lnTo>
                    <a:pt x="17189" y="19215"/>
                  </a:lnTo>
                  <a:lnTo>
                    <a:pt x="18980" y="21006"/>
                  </a:lnTo>
                  <a:lnTo>
                    <a:pt x="20771" y="21006"/>
                  </a:lnTo>
                  <a:lnTo>
                    <a:pt x="22561" y="22796"/>
                  </a:lnTo>
                  <a:lnTo>
                    <a:pt x="24352" y="22796"/>
                  </a:lnTo>
                  <a:lnTo>
                    <a:pt x="28884" y="27329"/>
                  </a:lnTo>
                  <a:lnTo>
                    <a:pt x="28884" y="29119"/>
                  </a:lnTo>
                  <a:lnTo>
                    <a:pt x="35330" y="35565"/>
                  </a:lnTo>
                  <a:lnTo>
                    <a:pt x="35330" y="27933"/>
                  </a:lnTo>
                  <a:lnTo>
                    <a:pt x="33540" y="26142"/>
                  </a:lnTo>
                  <a:lnTo>
                    <a:pt x="33540" y="24352"/>
                  </a:lnTo>
                  <a:lnTo>
                    <a:pt x="25538" y="16350"/>
                  </a:lnTo>
                  <a:lnTo>
                    <a:pt x="21957" y="16350"/>
                  </a:lnTo>
                  <a:lnTo>
                    <a:pt x="20167" y="14560"/>
                  </a:lnTo>
                  <a:lnTo>
                    <a:pt x="10027" y="14560"/>
                  </a:lnTo>
                  <a:lnTo>
                    <a:pt x="8830" y="15757"/>
                  </a:lnTo>
                  <a:lnTo>
                    <a:pt x="8472" y="15399"/>
                  </a:lnTo>
                  <a:lnTo>
                    <a:pt x="8472" y="14795"/>
                  </a:lnTo>
                  <a:lnTo>
                    <a:pt x="10262" y="13004"/>
                  </a:lnTo>
                  <a:lnTo>
                    <a:pt x="10262" y="0"/>
                  </a:lnTo>
                  <a:close/>
                </a:path>
              </a:pathLst>
            </a:custGeom>
            <a:solidFill>
              <a:srgbClr val="F76C6C"/>
            </a:solidFill>
            <a:ln>
              <a:noFill/>
            </a:ln>
          </p:spPr>
        </p:sp>
        <p:sp>
          <p:nvSpPr>
            <p:cNvPr id="17401" name="Graph element 2094"/>
            <p:cNvSpPr/>
            <p:nvPr/>
          </p:nvSpPr>
          <p:spPr>
            <a:xfrm>
              <a:off x="1103110" y="1133784"/>
              <a:ext cx="23032" cy="8237"/>
            </a:xfrm>
            <a:custGeom>
              <a:avLst/>
              <a:gdLst/>
              <a:ahLst/>
              <a:cxnLst/>
              <a:rect l="0" t="0" r="r" b="b"/>
              <a:pathLst>
                <a:path w="23032" h="8237" stroke="0" extrusionOk="0">
                  <a:moveTo>
                    <a:pt x="0" y="0"/>
                  </a:moveTo>
                  <a:lnTo>
                    <a:pt x="4655" y="4655"/>
                  </a:lnTo>
                  <a:lnTo>
                    <a:pt x="6446" y="4655"/>
                  </a:lnTo>
                  <a:lnTo>
                    <a:pt x="8237" y="6446"/>
                  </a:lnTo>
                  <a:lnTo>
                    <a:pt x="10027" y="6446"/>
                  </a:lnTo>
                  <a:lnTo>
                    <a:pt x="11818" y="8237"/>
                  </a:lnTo>
                  <a:lnTo>
                    <a:pt x="23032" y="8237"/>
                  </a:lnTo>
                  <a:lnTo>
                    <a:pt x="16586" y="1791"/>
                  </a:lnTo>
                  <a:lnTo>
                    <a:pt x="14795" y="1791"/>
                  </a:lnTo>
                  <a:lnTo>
                    <a:pt x="130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6C6C"/>
            </a:solidFill>
            <a:ln>
              <a:noFill/>
            </a:ln>
          </p:spPr>
        </p:sp>
        <p:sp>
          <p:nvSpPr>
            <p:cNvPr id="17402" name="Graph element 2095"/>
            <p:cNvSpPr/>
            <p:nvPr/>
          </p:nvSpPr>
          <p:spPr>
            <a:xfrm>
              <a:off x="1036859" y="1133784"/>
              <a:ext cx="9065" cy="6804"/>
            </a:xfrm>
            <a:custGeom>
              <a:avLst/>
              <a:gdLst/>
              <a:ahLst/>
              <a:cxnLst/>
              <a:rect l="0" t="0" r="r" b="b"/>
              <a:pathLst>
                <a:path w="9065" h="6804" stroke="0" extrusionOk="0">
                  <a:moveTo>
                    <a:pt x="0" y="0"/>
                  </a:moveTo>
                  <a:lnTo>
                    <a:pt x="3816" y="3816"/>
                  </a:lnTo>
                  <a:lnTo>
                    <a:pt x="3816" y="6804"/>
                  </a:lnTo>
                  <a:lnTo>
                    <a:pt x="6681" y="6804"/>
                  </a:lnTo>
                  <a:lnTo>
                    <a:pt x="6681" y="5607"/>
                  </a:lnTo>
                  <a:lnTo>
                    <a:pt x="9065" y="3223"/>
                  </a:lnTo>
                  <a:lnTo>
                    <a:pt x="584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6C6C"/>
            </a:solidFill>
            <a:ln>
              <a:noFill/>
            </a:ln>
          </p:spPr>
        </p:sp>
        <p:sp>
          <p:nvSpPr>
            <p:cNvPr id="17403" name="Graph element 2096"/>
            <p:cNvSpPr/>
            <p:nvPr/>
          </p:nvSpPr>
          <p:spPr>
            <a:xfrm>
              <a:off x="1215915" y="1119460"/>
              <a:ext cx="13844" cy="17189"/>
            </a:xfrm>
            <a:custGeom>
              <a:avLst/>
              <a:gdLst/>
              <a:ahLst/>
              <a:cxnLst/>
              <a:rect l="0" t="0" r="r" b="b"/>
              <a:pathLst>
                <a:path w="13844" h="17189" stroke="0" extrusionOk="0">
                  <a:moveTo>
                    <a:pt x="0" y="0"/>
                  </a:moveTo>
                  <a:lnTo>
                    <a:pt x="3816" y="3816"/>
                  </a:lnTo>
                  <a:lnTo>
                    <a:pt x="3816" y="9188"/>
                  </a:lnTo>
                  <a:lnTo>
                    <a:pt x="7397" y="12769"/>
                  </a:lnTo>
                  <a:lnTo>
                    <a:pt x="7397" y="14560"/>
                  </a:lnTo>
                  <a:lnTo>
                    <a:pt x="10027" y="17189"/>
                  </a:lnTo>
                  <a:lnTo>
                    <a:pt x="13844" y="17189"/>
                  </a:lnTo>
                  <a:lnTo>
                    <a:pt x="13844" y="11582"/>
                  </a:lnTo>
                  <a:lnTo>
                    <a:pt x="12053" y="9792"/>
                  </a:lnTo>
                  <a:lnTo>
                    <a:pt x="12053" y="8001"/>
                  </a:lnTo>
                  <a:lnTo>
                    <a:pt x="10262" y="6211"/>
                  </a:lnTo>
                  <a:lnTo>
                    <a:pt x="10262" y="4420"/>
                  </a:lnTo>
                  <a:lnTo>
                    <a:pt x="584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6C6C"/>
            </a:solidFill>
            <a:ln>
              <a:noFill/>
            </a:ln>
          </p:spPr>
        </p:sp>
        <p:sp>
          <p:nvSpPr>
            <p:cNvPr id="17404" name="Graph element 2097"/>
            <p:cNvSpPr/>
            <p:nvPr/>
          </p:nvSpPr>
          <p:spPr>
            <a:xfrm>
              <a:off x="1185711" y="1118867"/>
              <a:ext cx="18980" cy="36282"/>
            </a:xfrm>
            <a:custGeom>
              <a:avLst/>
              <a:gdLst/>
              <a:ahLst/>
              <a:cxnLst/>
              <a:rect l="0" t="0" r="r" b="b"/>
              <a:pathLst>
                <a:path w="18980" h="36282" stroke="0" extrusionOk="0">
                  <a:moveTo>
                    <a:pt x="10385" y="0"/>
                  </a:moveTo>
                  <a:lnTo>
                    <a:pt x="8001" y="2384"/>
                  </a:lnTo>
                  <a:lnTo>
                    <a:pt x="5372" y="2384"/>
                  </a:lnTo>
                  <a:lnTo>
                    <a:pt x="5372" y="5014"/>
                  </a:lnTo>
                  <a:lnTo>
                    <a:pt x="1791" y="8595"/>
                  </a:lnTo>
                  <a:lnTo>
                    <a:pt x="1791" y="12176"/>
                  </a:lnTo>
                  <a:lnTo>
                    <a:pt x="0" y="13966"/>
                  </a:lnTo>
                  <a:lnTo>
                    <a:pt x="0" y="24106"/>
                  </a:lnTo>
                  <a:lnTo>
                    <a:pt x="1791" y="25896"/>
                  </a:lnTo>
                  <a:lnTo>
                    <a:pt x="1791" y="29478"/>
                  </a:lnTo>
                  <a:lnTo>
                    <a:pt x="8595" y="36282"/>
                  </a:lnTo>
                  <a:lnTo>
                    <a:pt x="10979" y="33898"/>
                  </a:lnTo>
                  <a:lnTo>
                    <a:pt x="13608" y="33898"/>
                  </a:lnTo>
                  <a:lnTo>
                    <a:pt x="13608" y="31268"/>
                  </a:lnTo>
                  <a:lnTo>
                    <a:pt x="17189" y="27687"/>
                  </a:lnTo>
                  <a:lnTo>
                    <a:pt x="17189" y="24106"/>
                  </a:lnTo>
                  <a:lnTo>
                    <a:pt x="18980" y="22315"/>
                  </a:lnTo>
                  <a:lnTo>
                    <a:pt x="18980" y="13966"/>
                  </a:lnTo>
                  <a:lnTo>
                    <a:pt x="17189" y="12176"/>
                  </a:lnTo>
                  <a:lnTo>
                    <a:pt x="17189" y="8595"/>
                  </a:lnTo>
                  <a:lnTo>
                    <a:pt x="13608" y="5014"/>
                  </a:lnTo>
                  <a:lnTo>
                    <a:pt x="13608" y="3223"/>
                  </a:lnTo>
                  <a:lnTo>
                    <a:pt x="10385" y="0"/>
                  </a:lnTo>
                  <a:close/>
                </a:path>
              </a:pathLst>
            </a:custGeom>
            <a:solidFill>
              <a:srgbClr val="F76C6C"/>
            </a:solidFill>
            <a:ln>
              <a:noFill/>
            </a:ln>
          </p:spPr>
        </p:sp>
        <p:sp>
          <p:nvSpPr>
            <p:cNvPr id="17405" name="Graph element 2098"/>
            <p:cNvSpPr/>
            <p:nvPr/>
          </p:nvSpPr>
          <p:spPr>
            <a:xfrm>
              <a:off x="1088785" y="1119460"/>
              <a:ext cx="12288" cy="17425"/>
            </a:xfrm>
            <a:custGeom>
              <a:avLst/>
              <a:gdLst/>
              <a:ahLst/>
              <a:cxnLst/>
              <a:rect l="0" t="0" r="r" b="b"/>
              <a:pathLst>
                <a:path w="12288" h="17425" stroke="0" extrusionOk="0">
                  <a:moveTo>
                    <a:pt x="0" y="0"/>
                  </a:moveTo>
                  <a:lnTo>
                    <a:pt x="5607" y="5607"/>
                  </a:lnTo>
                  <a:lnTo>
                    <a:pt x="5607" y="8001"/>
                  </a:lnTo>
                  <a:lnTo>
                    <a:pt x="4655" y="8953"/>
                  </a:lnTo>
                  <a:lnTo>
                    <a:pt x="2865" y="8953"/>
                  </a:lnTo>
                  <a:lnTo>
                    <a:pt x="235" y="11582"/>
                  </a:lnTo>
                  <a:lnTo>
                    <a:pt x="235" y="17425"/>
                  </a:lnTo>
                  <a:lnTo>
                    <a:pt x="4052" y="13608"/>
                  </a:lnTo>
                  <a:lnTo>
                    <a:pt x="5842" y="13608"/>
                  </a:lnTo>
                  <a:lnTo>
                    <a:pt x="8472" y="10979"/>
                  </a:lnTo>
                  <a:lnTo>
                    <a:pt x="8472" y="3816"/>
                  </a:lnTo>
                  <a:lnTo>
                    <a:pt x="1228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6C6C"/>
            </a:solidFill>
            <a:ln>
              <a:noFill/>
            </a:ln>
          </p:spPr>
        </p:sp>
        <p:sp>
          <p:nvSpPr>
            <p:cNvPr id="17406" name="Graph element 2099"/>
            <p:cNvSpPr/>
            <p:nvPr/>
          </p:nvSpPr>
          <p:spPr>
            <a:xfrm>
              <a:off x="1042466" y="1117434"/>
              <a:ext cx="12176" cy="17660"/>
            </a:xfrm>
            <a:custGeom>
              <a:avLst/>
              <a:gdLst/>
              <a:ahLst/>
              <a:cxnLst/>
              <a:rect l="0" t="0" r="r" b="b"/>
              <a:pathLst>
                <a:path w="12176" h="17660" stroke="0" extrusionOk="0">
                  <a:moveTo>
                    <a:pt x="0" y="0"/>
                  </a:moveTo>
                  <a:lnTo>
                    <a:pt x="0" y="17660"/>
                  </a:lnTo>
                  <a:lnTo>
                    <a:pt x="3816" y="13844"/>
                  </a:lnTo>
                  <a:lnTo>
                    <a:pt x="7397" y="13844"/>
                  </a:lnTo>
                  <a:lnTo>
                    <a:pt x="10979" y="10262"/>
                  </a:lnTo>
                  <a:lnTo>
                    <a:pt x="12176" y="10262"/>
                  </a:lnTo>
                  <a:lnTo>
                    <a:pt x="12176" y="7397"/>
                  </a:lnTo>
                  <a:lnTo>
                    <a:pt x="9188" y="7397"/>
                  </a:lnTo>
                  <a:lnTo>
                    <a:pt x="7397" y="5607"/>
                  </a:lnTo>
                  <a:lnTo>
                    <a:pt x="5607" y="56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6C6C"/>
            </a:solidFill>
            <a:ln>
              <a:noFill/>
            </a:ln>
          </p:spPr>
        </p:sp>
        <p:sp>
          <p:nvSpPr>
            <p:cNvPr id="17407" name="Graph element 2100"/>
            <p:cNvSpPr/>
            <p:nvPr/>
          </p:nvSpPr>
          <p:spPr>
            <a:xfrm>
              <a:off x="1042231" y="1112062"/>
              <a:ext cx="6681" cy="6681"/>
            </a:xfrm>
            <a:custGeom>
              <a:avLst/>
              <a:gdLst/>
              <a:ahLst/>
              <a:cxnLst/>
              <a:rect l="0" t="0" r="r" b="b"/>
              <a:pathLst>
                <a:path w="6681" h="6681" stroke="0" extrusionOk="0">
                  <a:moveTo>
                    <a:pt x="6681" y="0"/>
                  </a:moveTo>
                  <a:lnTo>
                    <a:pt x="0" y="6681"/>
                  </a:lnTo>
                  <a:lnTo>
                    <a:pt x="6681" y="6681"/>
                  </a:lnTo>
                  <a:lnTo>
                    <a:pt x="6681" y="0"/>
                  </a:lnTo>
                  <a:close/>
                </a:path>
              </a:pathLst>
            </a:custGeom>
            <a:solidFill>
              <a:srgbClr val="F76C6C"/>
            </a:solidFill>
            <a:ln>
              <a:noFill/>
            </a:ln>
          </p:spPr>
        </p:sp>
        <p:sp>
          <p:nvSpPr>
            <p:cNvPr id="17408" name="Graph element 2101"/>
            <p:cNvSpPr/>
            <p:nvPr/>
          </p:nvSpPr>
          <p:spPr>
            <a:xfrm>
              <a:off x="1038885" y="1091231"/>
              <a:ext cx="6446" cy="20586"/>
            </a:xfrm>
            <a:custGeom>
              <a:avLst/>
              <a:gdLst/>
              <a:ahLst/>
              <a:cxnLst/>
              <a:rect l="0" t="0" r="r" b="b"/>
              <a:pathLst>
                <a:path w="6446" h="20586" stroke="0" extrusionOk="0">
                  <a:moveTo>
                    <a:pt x="5791" y="0"/>
                  </a:moveTo>
                  <a:lnTo>
                    <a:pt x="1791" y="4001"/>
                  </a:lnTo>
                  <a:lnTo>
                    <a:pt x="1791" y="5791"/>
                  </a:lnTo>
                  <a:lnTo>
                    <a:pt x="0" y="7582"/>
                  </a:lnTo>
                  <a:lnTo>
                    <a:pt x="0" y="14140"/>
                  </a:lnTo>
                  <a:lnTo>
                    <a:pt x="6446" y="20586"/>
                  </a:lnTo>
                  <a:lnTo>
                    <a:pt x="6446" y="12953"/>
                  </a:lnTo>
                  <a:lnTo>
                    <a:pt x="4655" y="11163"/>
                  </a:lnTo>
                  <a:lnTo>
                    <a:pt x="4655" y="10559"/>
                  </a:lnTo>
                  <a:lnTo>
                    <a:pt x="6446" y="8768"/>
                  </a:lnTo>
                  <a:lnTo>
                    <a:pt x="6446" y="3397"/>
                  </a:lnTo>
                  <a:lnTo>
                    <a:pt x="5791" y="0"/>
                  </a:lnTo>
                  <a:close/>
                </a:path>
              </a:pathLst>
            </a:custGeom>
            <a:solidFill>
              <a:srgbClr val="F76C6C"/>
            </a:solidFill>
            <a:ln>
              <a:noFill/>
            </a:ln>
          </p:spPr>
        </p:sp>
        <p:sp>
          <p:nvSpPr>
            <p:cNvPr id="17409" name="Graph element 2102"/>
            <p:cNvSpPr/>
            <p:nvPr/>
          </p:nvSpPr>
          <p:spPr>
            <a:xfrm>
              <a:off x="1075115" y="1087230"/>
              <a:ext cx="6026" cy="6681"/>
            </a:xfrm>
            <a:custGeom>
              <a:avLst/>
              <a:gdLst/>
              <a:ahLst/>
              <a:cxnLst/>
              <a:rect l="0" t="0" r="r" b="b"/>
              <a:pathLst>
                <a:path w="6026" h="6681" stroke="0" extrusionOk="0">
                  <a:moveTo>
                    <a:pt x="0" y="655"/>
                  </a:moveTo>
                  <a:lnTo>
                    <a:pt x="6026" y="6681"/>
                  </a:lnTo>
                  <a:lnTo>
                    <a:pt x="6026" y="0"/>
                  </a:lnTo>
                  <a:lnTo>
                    <a:pt x="0" y="655"/>
                  </a:lnTo>
                  <a:close/>
                </a:path>
              </a:pathLst>
            </a:custGeom>
            <a:solidFill>
              <a:srgbClr val="F76C6C"/>
            </a:solidFill>
            <a:ln>
              <a:noFill/>
            </a:ln>
          </p:spPr>
        </p:sp>
        <p:sp>
          <p:nvSpPr>
            <p:cNvPr id="17410" name="Graph element 2103"/>
            <p:cNvSpPr/>
            <p:nvPr/>
          </p:nvSpPr>
          <p:spPr>
            <a:xfrm>
              <a:off x="1052851" y="1083649"/>
              <a:ext cx="19338" cy="8830"/>
            </a:xfrm>
            <a:custGeom>
              <a:avLst/>
              <a:gdLst/>
              <a:ahLst/>
              <a:cxnLst/>
              <a:rect l="0" t="0" r="r" b="b"/>
              <a:pathLst>
                <a:path w="19338" h="8830" stroke="0" extrusionOk="0">
                  <a:moveTo>
                    <a:pt x="2988" y="0"/>
                  </a:moveTo>
                  <a:lnTo>
                    <a:pt x="1197" y="1791"/>
                  </a:lnTo>
                  <a:lnTo>
                    <a:pt x="0" y="1791"/>
                  </a:lnTo>
                  <a:lnTo>
                    <a:pt x="0" y="4655"/>
                  </a:lnTo>
                  <a:lnTo>
                    <a:pt x="10150" y="4655"/>
                  </a:lnTo>
                  <a:lnTo>
                    <a:pt x="11941" y="6446"/>
                  </a:lnTo>
                  <a:lnTo>
                    <a:pt x="13731" y="6446"/>
                  </a:lnTo>
                  <a:lnTo>
                    <a:pt x="16115" y="8830"/>
                  </a:lnTo>
                  <a:lnTo>
                    <a:pt x="19338" y="5607"/>
                  </a:lnTo>
                  <a:lnTo>
                    <a:pt x="19338" y="2630"/>
                  </a:lnTo>
                  <a:lnTo>
                    <a:pt x="16708" y="0"/>
                  </a:lnTo>
                  <a:lnTo>
                    <a:pt x="2988" y="0"/>
                  </a:lnTo>
                  <a:close/>
                </a:path>
              </a:pathLst>
            </a:custGeom>
            <a:solidFill>
              <a:srgbClr val="F76C6C"/>
            </a:solidFill>
            <a:ln>
              <a:noFill/>
            </a:ln>
          </p:spPr>
        </p:sp>
        <p:sp>
          <p:nvSpPr>
            <p:cNvPr id="17411" name="Graph element 2104"/>
            <p:cNvSpPr/>
            <p:nvPr/>
          </p:nvSpPr>
          <p:spPr>
            <a:xfrm>
              <a:off x="1101196" y="1067534"/>
              <a:ext cx="32465" cy="49420"/>
            </a:xfrm>
            <a:custGeom>
              <a:avLst/>
              <a:gdLst/>
              <a:ahLst/>
              <a:cxnLst/>
              <a:rect l="0" t="0" r="r" b="b"/>
              <a:pathLst>
                <a:path w="32465" h="49420" stroke="0" extrusionOk="0">
                  <a:moveTo>
                    <a:pt x="5730" y="0"/>
                  </a:moveTo>
                  <a:lnTo>
                    <a:pt x="5730" y="2630"/>
                  </a:lnTo>
                  <a:lnTo>
                    <a:pt x="1197" y="7162"/>
                  </a:lnTo>
                  <a:lnTo>
                    <a:pt x="0" y="7162"/>
                  </a:lnTo>
                  <a:lnTo>
                    <a:pt x="0" y="10027"/>
                  </a:lnTo>
                  <a:lnTo>
                    <a:pt x="5965" y="10027"/>
                  </a:lnTo>
                  <a:lnTo>
                    <a:pt x="7162" y="8830"/>
                  </a:lnTo>
                  <a:lnTo>
                    <a:pt x="8718" y="10385"/>
                  </a:lnTo>
                  <a:lnTo>
                    <a:pt x="6927" y="12176"/>
                  </a:lnTo>
                  <a:lnTo>
                    <a:pt x="14683" y="19931"/>
                  </a:lnTo>
                  <a:lnTo>
                    <a:pt x="14683" y="21722"/>
                  </a:lnTo>
                  <a:lnTo>
                    <a:pt x="16473" y="23513"/>
                  </a:lnTo>
                  <a:lnTo>
                    <a:pt x="16473" y="27094"/>
                  </a:lnTo>
                  <a:lnTo>
                    <a:pt x="18264" y="28884"/>
                  </a:lnTo>
                  <a:lnTo>
                    <a:pt x="18264" y="33304"/>
                  </a:lnTo>
                  <a:lnTo>
                    <a:pt x="24475" y="33304"/>
                  </a:lnTo>
                  <a:lnTo>
                    <a:pt x="25426" y="34256"/>
                  </a:lnTo>
                  <a:lnTo>
                    <a:pt x="24475" y="35811"/>
                  </a:lnTo>
                  <a:lnTo>
                    <a:pt x="22684" y="35811"/>
                  </a:lnTo>
                  <a:lnTo>
                    <a:pt x="20893" y="37602"/>
                  </a:lnTo>
                  <a:lnTo>
                    <a:pt x="17312" y="37602"/>
                  </a:lnTo>
                  <a:lnTo>
                    <a:pt x="12892" y="42022"/>
                  </a:lnTo>
                  <a:lnTo>
                    <a:pt x="12892" y="43813"/>
                  </a:lnTo>
                  <a:lnTo>
                    <a:pt x="11941" y="44764"/>
                  </a:lnTo>
                  <a:lnTo>
                    <a:pt x="10150" y="44764"/>
                  </a:lnTo>
                  <a:lnTo>
                    <a:pt x="5495" y="49420"/>
                  </a:lnTo>
                  <a:lnTo>
                    <a:pt x="16708" y="49420"/>
                  </a:lnTo>
                  <a:lnTo>
                    <a:pt x="18499" y="47629"/>
                  </a:lnTo>
                  <a:lnTo>
                    <a:pt x="20290" y="47629"/>
                  </a:lnTo>
                  <a:lnTo>
                    <a:pt x="22080" y="45838"/>
                  </a:lnTo>
                  <a:lnTo>
                    <a:pt x="23871" y="45838"/>
                  </a:lnTo>
                  <a:lnTo>
                    <a:pt x="26500" y="43209"/>
                  </a:lnTo>
                  <a:lnTo>
                    <a:pt x="26500" y="41418"/>
                  </a:lnTo>
                  <a:lnTo>
                    <a:pt x="30675" y="37244"/>
                  </a:lnTo>
                  <a:lnTo>
                    <a:pt x="28291" y="34860"/>
                  </a:lnTo>
                  <a:lnTo>
                    <a:pt x="28291" y="34256"/>
                  </a:lnTo>
                  <a:lnTo>
                    <a:pt x="30081" y="32465"/>
                  </a:lnTo>
                  <a:lnTo>
                    <a:pt x="30081" y="30675"/>
                  </a:lnTo>
                  <a:lnTo>
                    <a:pt x="32465" y="28291"/>
                  </a:lnTo>
                  <a:lnTo>
                    <a:pt x="30081" y="25907"/>
                  </a:lnTo>
                  <a:lnTo>
                    <a:pt x="30081" y="20535"/>
                  </a:lnTo>
                  <a:lnTo>
                    <a:pt x="26500" y="16954"/>
                  </a:lnTo>
                  <a:lnTo>
                    <a:pt x="26500" y="15164"/>
                  </a:lnTo>
                  <a:lnTo>
                    <a:pt x="23871" y="12534"/>
                  </a:lnTo>
                  <a:lnTo>
                    <a:pt x="22080" y="12534"/>
                  </a:lnTo>
                  <a:lnTo>
                    <a:pt x="20290" y="10743"/>
                  </a:lnTo>
                  <a:lnTo>
                    <a:pt x="18499" y="10743"/>
                  </a:lnTo>
                  <a:lnTo>
                    <a:pt x="16708" y="8953"/>
                  </a:lnTo>
                  <a:lnTo>
                    <a:pt x="11337" y="8953"/>
                  </a:lnTo>
                  <a:lnTo>
                    <a:pt x="10385" y="8001"/>
                  </a:lnTo>
                  <a:lnTo>
                    <a:pt x="10385" y="0"/>
                  </a:lnTo>
                  <a:lnTo>
                    <a:pt x="5730" y="0"/>
                  </a:lnTo>
                  <a:close/>
                </a:path>
              </a:pathLst>
            </a:custGeom>
            <a:solidFill>
              <a:srgbClr val="F76C6C"/>
            </a:solidFill>
            <a:ln>
              <a:noFill/>
            </a:ln>
          </p:spPr>
        </p:sp>
        <p:sp>
          <p:nvSpPr>
            <p:cNvPr id="17412" name="Graph element 2105"/>
            <p:cNvSpPr/>
            <p:nvPr/>
          </p:nvSpPr>
          <p:spPr>
            <a:xfrm>
              <a:off x="1074461" y="1051419"/>
              <a:ext cx="35330" cy="33304"/>
            </a:xfrm>
            <a:custGeom>
              <a:avLst/>
              <a:gdLst/>
              <a:ahLst/>
              <a:cxnLst/>
              <a:rect l="0" t="0" r="r" b="b"/>
              <a:pathLst>
                <a:path w="35330" h="33304" stroke="0" extrusionOk="0">
                  <a:moveTo>
                    <a:pt x="17189" y="0"/>
                  </a:moveTo>
                  <a:lnTo>
                    <a:pt x="14560" y="2630"/>
                  </a:lnTo>
                  <a:lnTo>
                    <a:pt x="14560" y="6211"/>
                  </a:lnTo>
                  <a:lnTo>
                    <a:pt x="12769" y="8001"/>
                  </a:lnTo>
                  <a:lnTo>
                    <a:pt x="12769" y="9792"/>
                  </a:lnTo>
                  <a:lnTo>
                    <a:pt x="8237" y="14325"/>
                  </a:lnTo>
                  <a:lnTo>
                    <a:pt x="6446" y="14325"/>
                  </a:lnTo>
                  <a:lnTo>
                    <a:pt x="2865" y="17906"/>
                  </a:lnTo>
                  <a:lnTo>
                    <a:pt x="235" y="17906"/>
                  </a:lnTo>
                  <a:lnTo>
                    <a:pt x="235" y="22561"/>
                  </a:lnTo>
                  <a:lnTo>
                    <a:pt x="2865" y="22561"/>
                  </a:lnTo>
                  <a:lnTo>
                    <a:pt x="6446" y="26142"/>
                  </a:lnTo>
                  <a:lnTo>
                    <a:pt x="8595" y="26500"/>
                  </a:lnTo>
                  <a:lnTo>
                    <a:pt x="6446" y="28649"/>
                  </a:lnTo>
                  <a:lnTo>
                    <a:pt x="4655" y="28649"/>
                  </a:lnTo>
                  <a:lnTo>
                    <a:pt x="0" y="33304"/>
                  </a:lnTo>
                  <a:lnTo>
                    <a:pt x="5842" y="33304"/>
                  </a:lnTo>
                  <a:lnTo>
                    <a:pt x="7633" y="31514"/>
                  </a:lnTo>
                  <a:lnTo>
                    <a:pt x="9423" y="31514"/>
                  </a:lnTo>
                  <a:lnTo>
                    <a:pt x="11214" y="29723"/>
                  </a:lnTo>
                  <a:lnTo>
                    <a:pt x="17660" y="29723"/>
                  </a:lnTo>
                  <a:lnTo>
                    <a:pt x="14437" y="26500"/>
                  </a:lnTo>
                  <a:lnTo>
                    <a:pt x="14795" y="26142"/>
                  </a:lnTo>
                  <a:lnTo>
                    <a:pt x="17189" y="26142"/>
                  </a:lnTo>
                  <a:lnTo>
                    <a:pt x="18980" y="27933"/>
                  </a:lnTo>
                  <a:lnTo>
                    <a:pt x="22796" y="27933"/>
                  </a:lnTo>
                  <a:lnTo>
                    <a:pt x="22796" y="25303"/>
                  </a:lnTo>
                  <a:lnTo>
                    <a:pt x="26377" y="21722"/>
                  </a:lnTo>
                  <a:lnTo>
                    <a:pt x="26377" y="19931"/>
                  </a:lnTo>
                  <a:lnTo>
                    <a:pt x="27329" y="18980"/>
                  </a:lnTo>
                  <a:lnTo>
                    <a:pt x="29119" y="18980"/>
                  </a:lnTo>
                  <a:lnTo>
                    <a:pt x="32701" y="15399"/>
                  </a:lnTo>
                  <a:lnTo>
                    <a:pt x="35330" y="15399"/>
                  </a:lnTo>
                  <a:lnTo>
                    <a:pt x="35330" y="11582"/>
                  </a:lnTo>
                  <a:lnTo>
                    <a:pt x="31749" y="8001"/>
                  </a:lnTo>
                  <a:lnTo>
                    <a:pt x="31749" y="6211"/>
                  </a:lnTo>
                  <a:lnTo>
                    <a:pt x="29119" y="3581"/>
                  </a:lnTo>
                  <a:lnTo>
                    <a:pt x="27329" y="3581"/>
                  </a:lnTo>
                  <a:lnTo>
                    <a:pt x="25538" y="1791"/>
                  </a:lnTo>
                  <a:lnTo>
                    <a:pt x="21957" y="1791"/>
                  </a:lnTo>
                  <a:lnTo>
                    <a:pt x="20167" y="0"/>
                  </a:lnTo>
                  <a:lnTo>
                    <a:pt x="17189" y="0"/>
                  </a:lnTo>
                  <a:close/>
                </a:path>
              </a:pathLst>
            </a:custGeom>
            <a:solidFill>
              <a:srgbClr val="F76C6C"/>
            </a:solidFill>
            <a:ln>
              <a:noFill/>
            </a:ln>
          </p:spPr>
        </p:sp>
        <p:sp>
          <p:nvSpPr>
            <p:cNvPr id="17413" name="Graph element 2106"/>
            <p:cNvSpPr/>
            <p:nvPr/>
          </p:nvSpPr>
          <p:spPr>
            <a:xfrm>
              <a:off x="1101196" y="1042466"/>
              <a:ext cx="4594" cy="4236"/>
            </a:xfrm>
            <a:custGeom>
              <a:avLst/>
              <a:gdLst/>
              <a:ahLst/>
              <a:cxnLst/>
              <a:rect l="0" t="0" r="r" b="b"/>
              <a:pathLst>
                <a:path w="4594" h="4236" stroke="0" extrusionOk="0">
                  <a:moveTo>
                    <a:pt x="1197" y="2865"/>
                  </a:moveTo>
                  <a:lnTo>
                    <a:pt x="2568" y="4236"/>
                  </a:lnTo>
                  <a:lnTo>
                    <a:pt x="4594" y="2210"/>
                  </a:lnTo>
                  <a:lnTo>
                    <a:pt x="2384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197" y="2865"/>
                  </a:lnTo>
                  <a:close/>
                </a:path>
              </a:pathLst>
            </a:custGeom>
            <a:solidFill>
              <a:srgbClr val="F76C6C"/>
            </a:solidFill>
            <a:ln>
              <a:noFill/>
            </a:ln>
          </p:spPr>
        </p:sp>
        <p:sp>
          <p:nvSpPr>
            <p:cNvPr id="17414" name="Graph element 2107"/>
            <p:cNvSpPr/>
            <p:nvPr/>
          </p:nvSpPr>
          <p:spPr>
            <a:xfrm>
              <a:off x="1072905" y="1038885"/>
              <a:ext cx="17189" cy="21006"/>
            </a:xfrm>
            <a:custGeom>
              <a:avLst/>
              <a:gdLst/>
              <a:ahLst/>
              <a:cxnLst/>
              <a:rect l="0" t="0" r="r" b="b"/>
              <a:pathLst>
                <a:path w="17189" h="21006" stroke="0" extrusionOk="0">
                  <a:moveTo>
                    <a:pt x="11582" y="0"/>
                  </a:moveTo>
                  <a:lnTo>
                    <a:pt x="9792" y="1791"/>
                  </a:lnTo>
                  <a:lnTo>
                    <a:pt x="8001" y="1791"/>
                  </a:lnTo>
                  <a:lnTo>
                    <a:pt x="6211" y="3581"/>
                  </a:lnTo>
                  <a:lnTo>
                    <a:pt x="4420" y="3581"/>
                  </a:lnTo>
                  <a:lnTo>
                    <a:pt x="1791" y="6211"/>
                  </a:lnTo>
                  <a:lnTo>
                    <a:pt x="1791" y="8001"/>
                  </a:lnTo>
                  <a:lnTo>
                    <a:pt x="0" y="9792"/>
                  </a:lnTo>
                  <a:lnTo>
                    <a:pt x="0" y="14560"/>
                  </a:lnTo>
                  <a:lnTo>
                    <a:pt x="1791" y="16350"/>
                  </a:lnTo>
                  <a:lnTo>
                    <a:pt x="1791" y="21006"/>
                  </a:lnTo>
                  <a:lnTo>
                    <a:pt x="5607" y="17189"/>
                  </a:lnTo>
                  <a:lnTo>
                    <a:pt x="7397" y="17189"/>
                  </a:lnTo>
                  <a:lnTo>
                    <a:pt x="9188" y="15399"/>
                  </a:lnTo>
                  <a:lnTo>
                    <a:pt x="10979" y="15399"/>
                  </a:lnTo>
                  <a:lnTo>
                    <a:pt x="12769" y="13608"/>
                  </a:lnTo>
                  <a:lnTo>
                    <a:pt x="17189" y="13608"/>
                  </a:lnTo>
                  <a:lnTo>
                    <a:pt x="17189" y="4420"/>
                  </a:lnTo>
                  <a:lnTo>
                    <a:pt x="15399" y="2630"/>
                  </a:lnTo>
                  <a:lnTo>
                    <a:pt x="15399" y="0"/>
                  </a:lnTo>
                  <a:lnTo>
                    <a:pt x="11582" y="0"/>
                  </a:lnTo>
                  <a:close/>
                </a:path>
              </a:pathLst>
            </a:custGeom>
            <a:solidFill>
              <a:srgbClr val="F76C6C"/>
            </a:solidFill>
            <a:ln>
              <a:noFill/>
            </a:ln>
          </p:spPr>
        </p:sp>
        <p:sp>
          <p:nvSpPr>
            <p:cNvPr id="17415" name="Graph element 2108"/>
            <p:cNvSpPr/>
            <p:nvPr/>
          </p:nvSpPr>
          <p:spPr>
            <a:xfrm>
              <a:off x="1035723" y="1038885"/>
              <a:ext cx="40282" cy="38676"/>
            </a:xfrm>
            <a:custGeom>
              <a:avLst/>
              <a:gdLst/>
              <a:ahLst/>
              <a:cxnLst/>
              <a:rect l="0" t="0" r="r" b="b"/>
              <a:pathLst>
                <a:path w="40282" h="38676" stroke="0" extrusionOk="0">
                  <a:moveTo>
                    <a:pt x="18325" y="0"/>
                  </a:moveTo>
                  <a:lnTo>
                    <a:pt x="16535" y="1791"/>
                  </a:lnTo>
                  <a:lnTo>
                    <a:pt x="11163" y="1791"/>
                  </a:lnTo>
                  <a:lnTo>
                    <a:pt x="7582" y="5372"/>
                  </a:lnTo>
                  <a:lnTo>
                    <a:pt x="4952" y="5372"/>
                  </a:lnTo>
                  <a:lnTo>
                    <a:pt x="4952" y="13373"/>
                  </a:lnTo>
                  <a:lnTo>
                    <a:pt x="4001" y="14325"/>
                  </a:lnTo>
                  <a:lnTo>
                    <a:pt x="1371" y="14325"/>
                  </a:lnTo>
                  <a:lnTo>
                    <a:pt x="1371" y="22326"/>
                  </a:lnTo>
                  <a:lnTo>
                    <a:pt x="0" y="23697"/>
                  </a:lnTo>
                  <a:lnTo>
                    <a:pt x="2026" y="25723"/>
                  </a:lnTo>
                  <a:lnTo>
                    <a:pt x="3397" y="24352"/>
                  </a:lnTo>
                  <a:lnTo>
                    <a:pt x="4952" y="25303"/>
                  </a:lnTo>
                  <a:lnTo>
                    <a:pt x="4952" y="27698"/>
                  </a:lnTo>
                  <a:lnTo>
                    <a:pt x="2568" y="30081"/>
                  </a:lnTo>
                  <a:lnTo>
                    <a:pt x="9372" y="36886"/>
                  </a:lnTo>
                  <a:lnTo>
                    <a:pt x="12953" y="36886"/>
                  </a:lnTo>
                  <a:lnTo>
                    <a:pt x="14744" y="38676"/>
                  </a:lnTo>
                  <a:lnTo>
                    <a:pt x="22500" y="38676"/>
                  </a:lnTo>
                  <a:lnTo>
                    <a:pt x="22500" y="35811"/>
                  </a:lnTo>
                  <a:lnTo>
                    <a:pt x="19154" y="35453"/>
                  </a:lnTo>
                  <a:lnTo>
                    <a:pt x="21302" y="35095"/>
                  </a:lnTo>
                  <a:lnTo>
                    <a:pt x="25723" y="30675"/>
                  </a:lnTo>
                  <a:lnTo>
                    <a:pt x="25723" y="29723"/>
                  </a:lnTo>
                  <a:lnTo>
                    <a:pt x="29069" y="29723"/>
                  </a:lnTo>
                  <a:lnTo>
                    <a:pt x="30859" y="31514"/>
                  </a:lnTo>
                  <a:lnTo>
                    <a:pt x="40282" y="31514"/>
                  </a:lnTo>
                  <a:lnTo>
                    <a:pt x="36466" y="27698"/>
                  </a:lnTo>
                  <a:lnTo>
                    <a:pt x="36466" y="25907"/>
                  </a:lnTo>
                  <a:lnTo>
                    <a:pt x="34675" y="24116"/>
                  </a:lnTo>
                  <a:lnTo>
                    <a:pt x="34675" y="16350"/>
                  </a:lnTo>
                  <a:lnTo>
                    <a:pt x="36466" y="14560"/>
                  </a:lnTo>
                  <a:lnTo>
                    <a:pt x="36466" y="9792"/>
                  </a:lnTo>
                  <a:lnTo>
                    <a:pt x="34675" y="8001"/>
                  </a:lnTo>
                  <a:lnTo>
                    <a:pt x="34675" y="6211"/>
                  </a:lnTo>
                  <a:lnTo>
                    <a:pt x="32046" y="3581"/>
                  </a:lnTo>
                  <a:lnTo>
                    <a:pt x="30255" y="3581"/>
                  </a:lnTo>
                  <a:lnTo>
                    <a:pt x="28465" y="1791"/>
                  </a:lnTo>
                  <a:lnTo>
                    <a:pt x="24884" y="1791"/>
                  </a:lnTo>
                  <a:lnTo>
                    <a:pt x="23093" y="0"/>
                  </a:lnTo>
                  <a:lnTo>
                    <a:pt x="18325" y="0"/>
                  </a:lnTo>
                  <a:close/>
                  <a:moveTo>
                    <a:pt x="25723" y="28414"/>
                  </a:moveTo>
                  <a:lnTo>
                    <a:pt x="25723" y="26858"/>
                  </a:lnTo>
                  <a:lnTo>
                    <a:pt x="23093" y="26858"/>
                  </a:lnTo>
                  <a:lnTo>
                    <a:pt x="20351" y="24116"/>
                  </a:lnTo>
                  <a:lnTo>
                    <a:pt x="20351" y="22326"/>
                  </a:lnTo>
                  <a:lnTo>
                    <a:pt x="16770" y="18745"/>
                  </a:lnTo>
                  <a:lnTo>
                    <a:pt x="16770" y="5607"/>
                  </a:lnTo>
                  <a:lnTo>
                    <a:pt x="19512" y="2865"/>
                  </a:lnTo>
                  <a:lnTo>
                    <a:pt x="20116" y="2865"/>
                  </a:lnTo>
                  <a:lnTo>
                    <a:pt x="21906" y="4655"/>
                  </a:lnTo>
                  <a:lnTo>
                    <a:pt x="23697" y="4655"/>
                  </a:lnTo>
                  <a:lnTo>
                    <a:pt x="24648" y="5607"/>
                  </a:lnTo>
                  <a:lnTo>
                    <a:pt x="24648" y="7397"/>
                  </a:lnTo>
                  <a:lnTo>
                    <a:pt x="28229" y="10979"/>
                  </a:lnTo>
                  <a:lnTo>
                    <a:pt x="28229" y="16350"/>
                  </a:lnTo>
                  <a:lnTo>
                    <a:pt x="30020" y="18141"/>
                  </a:lnTo>
                  <a:lnTo>
                    <a:pt x="30020" y="18745"/>
                  </a:lnTo>
                  <a:lnTo>
                    <a:pt x="28229" y="20535"/>
                  </a:lnTo>
                  <a:lnTo>
                    <a:pt x="28229" y="25907"/>
                  </a:lnTo>
                  <a:lnTo>
                    <a:pt x="25723" y="28414"/>
                  </a:lnTo>
                  <a:close/>
                </a:path>
              </a:pathLst>
            </a:custGeom>
            <a:solidFill>
              <a:srgbClr val="F76C6C"/>
            </a:solidFill>
            <a:ln>
              <a:noFill/>
            </a:ln>
          </p:spPr>
        </p:sp>
        <p:sp>
          <p:nvSpPr>
            <p:cNvPr id="17416" name="Graph element 2109"/>
            <p:cNvSpPr/>
            <p:nvPr/>
          </p:nvSpPr>
          <p:spPr>
            <a:xfrm>
              <a:off x="1128178" y="1013817"/>
              <a:ext cx="21006" cy="26142"/>
            </a:xfrm>
            <a:custGeom>
              <a:avLst/>
              <a:gdLst/>
              <a:ahLst/>
              <a:cxnLst/>
              <a:rect l="0" t="0" r="r" b="b"/>
              <a:pathLst>
                <a:path w="21006" h="26142" stroke="0" extrusionOk="0">
                  <a:moveTo>
                    <a:pt x="0" y="0"/>
                  </a:moveTo>
                  <a:lnTo>
                    <a:pt x="3816" y="3816"/>
                  </a:lnTo>
                  <a:lnTo>
                    <a:pt x="3816" y="5607"/>
                  </a:lnTo>
                  <a:lnTo>
                    <a:pt x="5607" y="7397"/>
                  </a:lnTo>
                  <a:lnTo>
                    <a:pt x="5607" y="9188"/>
                  </a:lnTo>
                  <a:lnTo>
                    <a:pt x="7397" y="10979"/>
                  </a:lnTo>
                  <a:lnTo>
                    <a:pt x="7397" y="20535"/>
                  </a:lnTo>
                  <a:lnTo>
                    <a:pt x="5607" y="22326"/>
                  </a:lnTo>
                  <a:lnTo>
                    <a:pt x="5607" y="26142"/>
                  </a:lnTo>
                  <a:lnTo>
                    <a:pt x="14795" y="26142"/>
                  </a:lnTo>
                  <a:lnTo>
                    <a:pt x="16586" y="24352"/>
                  </a:lnTo>
                  <a:lnTo>
                    <a:pt x="18376" y="24352"/>
                  </a:lnTo>
                  <a:lnTo>
                    <a:pt x="21006" y="21722"/>
                  </a:lnTo>
                  <a:lnTo>
                    <a:pt x="21006" y="13373"/>
                  </a:lnTo>
                  <a:lnTo>
                    <a:pt x="19215" y="11582"/>
                  </a:lnTo>
                  <a:lnTo>
                    <a:pt x="19215" y="9792"/>
                  </a:lnTo>
                  <a:lnTo>
                    <a:pt x="11214" y="1791"/>
                  </a:lnTo>
                  <a:lnTo>
                    <a:pt x="9423" y="1791"/>
                  </a:lnTo>
                  <a:lnTo>
                    <a:pt x="7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6C6C"/>
            </a:solidFill>
            <a:ln>
              <a:noFill/>
            </a:ln>
          </p:spPr>
        </p:sp>
        <p:sp>
          <p:nvSpPr>
            <p:cNvPr id="17417" name="Graph element 2110"/>
            <p:cNvSpPr/>
            <p:nvPr/>
          </p:nvSpPr>
          <p:spPr>
            <a:xfrm>
              <a:off x="1115644" y="997702"/>
              <a:ext cx="19215" cy="15399"/>
            </a:xfrm>
            <a:custGeom>
              <a:avLst/>
              <a:gdLst/>
              <a:ahLst/>
              <a:cxnLst/>
              <a:rect l="0" t="0" r="r" b="b"/>
              <a:pathLst>
                <a:path w="19215" h="15399" stroke="0" extrusionOk="0">
                  <a:moveTo>
                    <a:pt x="13608" y="0"/>
                  </a:moveTo>
                  <a:lnTo>
                    <a:pt x="11818" y="1791"/>
                  </a:lnTo>
                  <a:lnTo>
                    <a:pt x="10027" y="1791"/>
                  </a:lnTo>
                  <a:lnTo>
                    <a:pt x="6446" y="5372"/>
                  </a:lnTo>
                  <a:lnTo>
                    <a:pt x="3816" y="5372"/>
                  </a:lnTo>
                  <a:lnTo>
                    <a:pt x="3816" y="8001"/>
                  </a:lnTo>
                  <a:lnTo>
                    <a:pt x="0" y="11818"/>
                  </a:lnTo>
                  <a:lnTo>
                    <a:pt x="6446" y="11818"/>
                  </a:lnTo>
                  <a:lnTo>
                    <a:pt x="8237" y="13608"/>
                  </a:lnTo>
                  <a:lnTo>
                    <a:pt x="10027" y="13608"/>
                  </a:lnTo>
                  <a:lnTo>
                    <a:pt x="11818" y="15399"/>
                  </a:lnTo>
                  <a:lnTo>
                    <a:pt x="17425" y="15399"/>
                  </a:lnTo>
                  <a:lnTo>
                    <a:pt x="17425" y="12769"/>
                  </a:lnTo>
                  <a:lnTo>
                    <a:pt x="19215" y="10979"/>
                  </a:lnTo>
                  <a:lnTo>
                    <a:pt x="19215" y="0"/>
                  </a:lnTo>
                  <a:lnTo>
                    <a:pt x="13608" y="0"/>
                  </a:lnTo>
                  <a:close/>
                </a:path>
              </a:pathLst>
            </a:custGeom>
            <a:solidFill>
              <a:srgbClr val="F76C6C"/>
            </a:solidFill>
            <a:ln>
              <a:noFill/>
            </a:ln>
          </p:spPr>
        </p:sp>
        <p:sp>
          <p:nvSpPr>
            <p:cNvPr id="17418" name="Graph element 2111"/>
            <p:cNvSpPr/>
            <p:nvPr/>
          </p:nvSpPr>
          <p:spPr>
            <a:xfrm>
              <a:off x="1035304" y="997702"/>
              <a:ext cx="33304" cy="36886"/>
            </a:xfrm>
            <a:custGeom>
              <a:avLst/>
              <a:gdLst/>
              <a:ahLst/>
              <a:cxnLst/>
              <a:rect l="0" t="0" r="r" b="b"/>
              <a:pathLst>
                <a:path w="33304" h="36886" stroke="0" extrusionOk="0">
                  <a:moveTo>
                    <a:pt x="9792" y="0"/>
                  </a:moveTo>
                  <a:lnTo>
                    <a:pt x="8001" y="1791"/>
                  </a:lnTo>
                  <a:lnTo>
                    <a:pt x="5372" y="1791"/>
                  </a:lnTo>
                  <a:lnTo>
                    <a:pt x="5372" y="4420"/>
                  </a:lnTo>
                  <a:lnTo>
                    <a:pt x="2988" y="6804"/>
                  </a:lnTo>
                  <a:lnTo>
                    <a:pt x="5372" y="9188"/>
                  </a:lnTo>
                  <a:lnTo>
                    <a:pt x="5372" y="11582"/>
                  </a:lnTo>
                  <a:lnTo>
                    <a:pt x="4420" y="12534"/>
                  </a:lnTo>
                  <a:lnTo>
                    <a:pt x="2630" y="12534"/>
                  </a:lnTo>
                  <a:lnTo>
                    <a:pt x="0" y="15164"/>
                  </a:lnTo>
                  <a:lnTo>
                    <a:pt x="0" y="18141"/>
                  </a:lnTo>
                  <a:lnTo>
                    <a:pt x="1791" y="19931"/>
                  </a:lnTo>
                  <a:lnTo>
                    <a:pt x="1791" y="22561"/>
                  </a:lnTo>
                  <a:lnTo>
                    <a:pt x="4420" y="22561"/>
                  </a:lnTo>
                  <a:lnTo>
                    <a:pt x="5372" y="23513"/>
                  </a:lnTo>
                  <a:lnTo>
                    <a:pt x="5372" y="31514"/>
                  </a:lnTo>
                  <a:lnTo>
                    <a:pt x="8001" y="31514"/>
                  </a:lnTo>
                  <a:lnTo>
                    <a:pt x="11582" y="35095"/>
                  </a:lnTo>
                  <a:lnTo>
                    <a:pt x="16954" y="35095"/>
                  </a:lnTo>
                  <a:lnTo>
                    <a:pt x="18745" y="36886"/>
                  </a:lnTo>
                  <a:lnTo>
                    <a:pt x="21722" y="36886"/>
                  </a:lnTo>
                  <a:lnTo>
                    <a:pt x="23513" y="35095"/>
                  </a:lnTo>
                  <a:lnTo>
                    <a:pt x="25303" y="35095"/>
                  </a:lnTo>
                  <a:lnTo>
                    <a:pt x="31514" y="28884"/>
                  </a:lnTo>
                  <a:lnTo>
                    <a:pt x="31514" y="27094"/>
                  </a:lnTo>
                  <a:lnTo>
                    <a:pt x="33304" y="25303"/>
                  </a:lnTo>
                  <a:lnTo>
                    <a:pt x="33304" y="13373"/>
                  </a:lnTo>
                  <a:lnTo>
                    <a:pt x="31514" y="11582"/>
                  </a:lnTo>
                  <a:lnTo>
                    <a:pt x="31514" y="9792"/>
                  </a:lnTo>
                  <a:lnTo>
                    <a:pt x="29723" y="8001"/>
                  </a:lnTo>
                  <a:lnTo>
                    <a:pt x="29723" y="6211"/>
                  </a:lnTo>
                  <a:lnTo>
                    <a:pt x="27094" y="3581"/>
                  </a:lnTo>
                  <a:lnTo>
                    <a:pt x="25303" y="3581"/>
                  </a:lnTo>
                  <a:lnTo>
                    <a:pt x="23513" y="1791"/>
                  </a:lnTo>
                  <a:lnTo>
                    <a:pt x="21722" y="1791"/>
                  </a:lnTo>
                  <a:lnTo>
                    <a:pt x="19931" y="0"/>
                  </a:lnTo>
                  <a:lnTo>
                    <a:pt x="9792" y="0"/>
                  </a:lnTo>
                  <a:close/>
                </a:path>
              </a:pathLst>
            </a:custGeom>
            <a:solidFill>
              <a:srgbClr val="F76C6C"/>
            </a:solidFill>
            <a:ln>
              <a:noFill/>
            </a:ln>
          </p:spPr>
        </p:sp>
        <p:sp>
          <p:nvSpPr>
            <p:cNvPr id="17419" name="Graph element 2112"/>
            <p:cNvSpPr/>
            <p:nvPr/>
          </p:nvSpPr>
          <p:spPr>
            <a:xfrm>
              <a:off x="1077684" y="995911"/>
              <a:ext cx="57410" cy="54791"/>
            </a:xfrm>
            <a:custGeom>
              <a:avLst/>
              <a:gdLst/>
              <a:ahLst/>
              <a:cxnLst/>
              <a:rect l="0" t="0" r="r" b="b"/>
              <a:pathLst>
                <a:path w="57410" h="54791" stroke="0" extrusionOk="0">
                  <a:moveTo>
                    <a:pt x="12176" y="0"/>
                  </a:moveTo>
                  <a:lnTo>
                    <a:pt x="10385" y="1791"/>
                  </a:lnTo>
                  <a:lnTo>
                    <a:pt x="8595" y="1791"/>
                  </a:lnTo>
                  <a:lnTo>
                    <a:pt x="6804" y="3581"/>
                  </a:lnTo>
                  <a:lnTo>
                    <a:pt x="5014" y="3581"/>
                  </a:lnTo>
                  <a:lnTo>
                    <a:pt x="0" y="8595"/>
                  </a:lnTo>
                  <a:lnTo>
                    <a:pt x="5014" y="13608"/>
                  </a:lnTo>
                  <a:lnTo>
                    <a:pt x="10385" y="13608"/>
                  </a:lnTo>
                  <a:lnTo>
                    <a:pt x="12176" y="15399"/>
                  </a:lnTo>
                  <a:lnTo>
                    <a:pt x="17548" y="15399"/>
                  </a:lnTo>
                  <a:lnTo>
                    <a:pt x="20290" y="18141"/>
                  </a:lnTo>
                  <a:lnTo>
                    <a:pt x="20290" y="22326"/>
                  </a:lnTo>
                  <a:lnTo>
                    <a:pt x="16708" y="25907"/>
                  </a:lnTo>
                  <a:lnTo>
                    <a:pt x="16708" y="40467"/>
                  </a:lnTo>
                  <a:lnTo>
                    <a:pt x="24106" y="40467"/>
                  </a:lnTo>
                  <a:lnTo>
                    <a:pt x="25896" y="38676"/>
                  </a:lnTo>
                  <a:lnTo>
                    <a:pt x="27687" y="38676"/>
                  </a:lnTo>
                  <a:lnTo>
                    <a:pt x="28884" y="37479"/>
                  </a:lnTo>
                  <a:lnTo>
                    <a:pt x="29242" y="37837"/>
                  </a:lnTo>
                  <a:lnTo>
                    <a:pt x="29242" y="41418"/>
                  </a:lnTo>
                  <a:lnTo>
                    <a:pt x="31033" y="43209"/>
                  </a:lnTo>
                  <a:lnTo>
                    <a:pt x="31033" y="46790"/>
                  </a:lnTo>
                  <a:lnTo>
                    <a:pt x="32823" y="48580"/>
                  </a:lnTo>
                  <a:lnTo>
                    <a:pt x="32823" y="50371"/>
                  </a:lnTo>
                  <a:lnTo>
                    <a:pt x="37244" y="54791"/>
                  </a:lnTo>
                  <a:lnTo>
                    <a:pt x="42012" y="54791"/>
                  </a:lnTo>
                  <a:lnTo>
                    <a:pt x="43802" y="53001"/>
                  </a:lnTo>
                  <a:lnTo>
                    <a:pt x="45593" y="53001"/>
                  </a:lnTo>
                  <a:lnTo>
                    <a:pt x="47383" y="51210"/>
                  </a:lnTo>
                  <a:lnTo>
                    <a:pt x="49174" y="51210"/>
                  </a:lnTo>
                  <a:lnTo>
                    <a:pt x="57410" y="42974"/>
                  </a:lnTo>
                  <a:lnTo>
                    <a:pt x="50964" y="42974"/>
                  </a:lnTo>
                  <a:lnTo>
                    <a:pt x="47383" y="39392"/>
                  </a:lnTo>
                  <a:lnTo>
                    <a:pt x="45593" y="39392"/>
                  </a:lnTo>
                  <a:lnTo>
                    <a:pt x="41060" y="34860"/>
                  </a:lnTo>
                  <a:lnTo>
                    <a:pt x="41060" y="33069"/>
                  </a:lnTo>
                  <a:lnTo>
                    <a:pt x="39270" y="31279"/>
                  </a:lnTo>
                  <a:lnTo>
                    <a:pt x="39270" y="28649"/>
                  </a:lnTo>
                  <a:lnTo>
                    <a:pt x="34614" y="28649"/>
                  </a:lnTo>
                  <a:lnTo>
                    <a:pt x="34614" y="31279"/>
                  </a:lnTo>
                  <a:lnTo>
                    <a:pt x="31872" y="34021"/>
                  </a:lnTo>
                  <a:lnTo>
                    <a:pt x="31268" y="34021"/>
                  </a:lnTo>
                  <a:lnTo>
                    <a:pt x="30910" y="33663"/>
                  </a:lnTo>
                  <a:lnTo>
                    <a:pt x="32107" y="32465"/>
                  </a:lnTo>
                  <a:lnTo>
                    <a:pt x="32107" y="30675"/>
                  </a:lnTo>
                  <a:lnTo>
                    <a:pt x="34491" y="28291"/>
                  </a:lnTo>
                  <a:lnTo>
                    <a:pt x="31268" y="25068"/>
                  </a:lnTo>
                  <a:lnTo>
                    <a:pt x="29478" y="25068"/>
                  </a:lnTo>
                  <a:lnTo>
                    <a:pt x="27687" y="23277"/>
                  </a:lnTo>
                  <a:lnTo>
                    <a:pt x="25896" y="23277"/>
                  </a:lnTo>
                  <a:lnTo>
                    <a:pt x="23154" y="20535"/>
                  </a:lnTo>
                  <a:lnTo>
                    <a:pt x="23154" y="18141"/>
                  </a:lnTo>
                  <a:lnTo>
                    <a:pt x="24106" y="17189"/>
                  </a:lnTo>
                  <a:lnTo>
                    <a:pt x="25896" y="17189"/>
                  </a:lnTo>
                  <a:lnTo>
                    <a:pt x="29478" y="13608"/>
                  </a:lnTo>
                  <a:lnTo>
                    <a:pt x="35453" y="13608"/>
                  </a:lnTo>
                  <a:lnTo>
                    <a:pt x="36824" y="14979"/>
                  </a:lnTo>
                  <a:lnTo>
                    <a:pt x="38850" y="12953"/>
                  </a:lnTo>
                  <a:lnTo>
                    <a:pt x="33898" y="8001"/>
                  </a:lnTo>
                  <a:lnTo>
                    <a:pt x="33898" y="5372"/>
                  </a:lnTo>
                  <a:lnTo>
                    <a:pt x="29242" y="5372"/>
                  </a:lnTo>
                  <a:lnTo>
                    <a:pt x="29242" y="8001"/>
                  </a:lnTo>
                  <a:lnTo>
                    <a:pt x="28291" y="8953"/>
                  </a:lnTo>
                  <a:lnTo>
                    <a:pt x="26500" y="8953"/>
                  </a:lnTo>
                  <a:lnTo>
                    <a:pt x="22919" y="12534"/>
                  </a:lnTo>
                  <a:lnTo>
                    <a:pt x="18734" y="12534"/>
                  </a:lnTo>
                  <a:lnTo>
                    <a:pt x="15992" y="9792"/>
                  </a:lnTo>
                  <a:lnTo>
                    <a:pt x="15992" y="0"/>
                  </a:lnTo>
                  <a:lnTo>
                    <a:pt x="12176" y="0"/>
                  </a:lnTo>
                  <a:close/>
                </a:path>
              </a:pathLst>
            </a:custGeom>
            <a:solidFill>
              <a:srgbClr val="F76C6C"/>
            </a:solidFill>
            <a:ln>
              <a:noFill/>
            </a:ln>
          </p:spPr>
        </p:sp>
        <p:sp>
          <p:nvSpPr>
            <p:cNvPr id="17420" name="Graph element 2113"/>
            <p:cNvSpPr/>
            <p:nvPr/>
          </p:nvSpPr>
          <p:spPr>
            <a:xfrm>
              <a:off x="1092366" y="981587"/>
              <a:ext cx="21599" cy="19573"/>
            </a:xfrm>
            <a:custGeom>
              <a:avLst/>
              <a:gdLst/>
              <a:ahLst/>
              <a:cxnLst/>
              <a:rect l="0" t="0" r="r" b="b"/>
              <a:pathLst>
                <a:path w="21599" h="19573" stroke="0" extrusionOk="0">
                  <a:moveTo>
                    <a:pt x="13608" y="0"/>
                  </a:moveTo>
                  <a:lnTo>
                    <a:pt x="10027" y="3581"/>
                  </a:lnTo>
                  <a:lnTo>
                    <a:pt x="8237" y="3581"/>
                  </a:lnTo>
                  <a:lnTo>
                    <a:pt x="5607" y="6211"/>
                  </a:lnTo>
                  <a:lnTo>
                    <a:pt x="5607" y="8001"/>
                  </a:lnTo>
                  <a:lnTo>
                    <a:pt x="0" y="13608"/>
                  </a:lnTo>
                  <a:lnTo>
                    <a:pt x="4655" y="13608"/>
                  </a:lnTo>
                  <a:lnTo>
                    <a:pt x="6446" y="15399"/>
                  </a:lnTo>
                  <a:lnTo>
                    <a:pt x="10027" y="15399"/>
                  </a:lnTo>
                  <a:lnTo>
                    <a:pt x="11818" y="17189"/>
                  </a:lnTo>
                  <a:lnTo>
                    <a:pt x="13608" y="17189"/>
                  </a:lnTo>
                  <a:lnTo>
                    <a:pt x="15992" y="19573"/>
                  </a:lnTo>
                  <a:lnTo>
                    <a:pt x="19215" y="16350"/>
                  </a:lnTo>
                  <a:lnTo>
                    <a:pt x="19215" y="10979"/>
                  </a:lnTo>
                  <a:lnTo>
                    <a:pt x="21599" y="8595"/>
                  </a:lnTo>
                  <a:lnTo>
                    <a:pt x="19215" y="6211"/>
                  </a:lnTo>
                  <a:lnTo>
                    <a:pt x="19215" y="0"/>
                  </a:lnTo>
                  <a:lnTo>
                    <a:pt x="13608" y="0"/>
                  </a:lnTo>
                  <a:close/>
                </a:path>
              </a:pathLst>
            </a:custGeom>
            <a:solidFill>
              <a:srgbClr val="F76C6C"/>
            </a:solidFill>
            <a:ln>
              <a:noFill/>
            </a:ln>
          </p:spPr>
        </p:sp>
        <p:sp>
          <p:nvSpPr>
            <p:cNvPr id="17421" name="Graph element 2114"/>
            <p:cNvSpPr/>
            <p:nvPr/>
          </p:nvSpPr>
          <p:spPr>
            <a:xfrm>
              <a:off x="1303888" y="972634"/>
              <a:ext cx="42257" cy="36886"/>
            </a:xfrm>
            <a:custGeom>
              <a:avLst/>
              <a:gdLst/>
              <a:ahLst/>
              <a:cxnLst/>
              <a:rect l="0" t="0" r="r" b="b"/>
              <a:pathLst>
                <a:path w="42257" h="36886" stroke="0" extrusionOk="0">
                  <a:moveTo>
                    <a:pt x="15164" y="0"/>
                  </a:moveTo>
                  <a:lnTo>
                    <a:pt x="13373" y="1791"/>
                  </a:lnTo>
                  <a:lnTo>
                    <a:pt x="11582" y="1791"/>
                  </a:lnTo>
                  <a:lnTo>
                    <a:pt x="3581" y="9792"/>
                  </a:lnTo>
                  <a:lnTo>
                    <a:pt x="3581" y="11582"/>
                  </a:lnTo>
                  <a:lnTo>
                    <a:pt x="1791" y="13373"/>
                  </a:lnTo>
                  <a:lnTo>
                    <a:pt x="1791" y="15164"/>
                  </a:lnTo>
                  <a:lnTo>
                    <a:pt x="0" y="16954"/>
                  </a:lnTo>
                  <a:lnTo>
                    <a:pt x="0" y="28884"/>
                  </a:lnTo>
                  <a:lnTo>
                    <a:pt x="2630" y="31514"/>
                  </a:lnTo>
                  <a:lnTo>
                    <a:pt x="4420" y="31514"/>
                  </a:lnTo>
                  <a:lnTo>
                    <a:pt x="8001" y="35095"/>
                  </a:lnTo>
                  <a:lnTo>
                    <a:pt x="9792" y="35095"/>
                  </a:lnTo>
                  <a:lnTo>
                    <a:pt x="11582" y="36886"/>
                  </a:lnTo>
                  <a:lnTo>
                    <a:pt x="25303" y="36886"/>
                  </a:lnTo>
                  <a:lnTo>
                    <a:pt x="27094" y="35095"/>
                  </a:lnTo>
                  <a:lnTo>
                    <a:pt x="30675" y="35095"/>
                  </a:lnTo>
                  <a:lnTo>
                    <a:pt x="34256" y="31514"/>
                  </a:lnTo>
                  <a:lnTo>
                    <a:pt x="36886" y="31514"/>
                  </a:lnTo>
                  <a:lnTo>
                    <a:pt x="36886" y="28884"/>
                  </a:lnTo>
                  <a:lnTo>
                    <a:pt x="40467" y="25303"/>
                  </a:lnTo>
                  <a:lnTo>
                    <a:pt x="40467" y="23513"/>
                  </a:lnTo>
                  <a:lnTo>
                    <a:pt x="42257" y="21722"/>
                  </a:lnTo>
                  <a:lnTo>
                    <a:pt x="42257" y="8001"/>
                  </a:lnTo>
                  <a:lnTo>
                    <a:pt x="36046" y="1791"/>
                  </a:lnTo>
                  <a:lnTo>
                    <a:pt x="34256" y="1791"/>
                  </a:lnTo>
                  <a:lnTo>
                    <a:pt x="32465" y="0"/>
                  </a:lnTo>
                  <a:lnTo>
                    <a:pt x="15164" y="0"/>
                  </a:lnTo>
                  <a:close/>
                </a:path>
              </a:pathLst>
            </a:custGeom>
            <a:solidFill>
              <a:srgbClr val="F76C6C"/>
            </a:solidFill>
            <a:ln>
              <a:noFill/>
            </a:ln>
          </p:spPr>
        </p:sp>
        <p:sp>
          <p:nvSpPr>
            <p:cNvPr id="17422" name="Graph element 2115"/>
            <p:cNvSpPr/>
            <p:nvPr/>
          </p:nvSpPr>
          <p:spPr>
            <a:xfrm>
              <a:off x="1078277" y="969053"/>
              <a:ext cx="19338" cy="10027"/>
            </a:xfrm>
            <a:custGeom>
              <a:avLst/>
              <a:gdLst/>
              <a:ahLst/>
              <a:cxnLst/>
              <a:rect l="0" t="0" r="r" b="b"/>
              <a:pathLst>
                <a:path w="19338" h="10027" stroke="0" extrusionOk="0">
                  <a:moveTo>
                    <a:pt x="11582" y="0"/>
                  </a:moveTo>
                  <a:lnTo>
                    <a:pt x="9792" y="1791"/>
                  </a:lnTo>
                  <a:lnTo>
                    <a:pt x="6211" y="1791"/>
                  </a:lnTo>
                  <a:lnTo>
                    <a:pt x="4420" y="3581"/>
                  </a:lnTo>
                  <a:lnTo>
                    <a:pt x="2630" y="3581"/>
                  </a:lnTo>
                  <a:lnTo>
                    <a:pt x="0" y="6211"/>
                  </a:lnTo>
                  <a:lnTo>
                    <a:pt x="0" y="10027"/>
                  </a:lnTo>
                  <a:lnTo>
                    <a:pt x="9188" y="10027"/>
                  </a:lnTo>
                  <a:lnTo>
                    <a:pt x="10979" y="8237"/>
                  </a:lnTo>
                  <a:lnTo>
                    <a:pt x="14560" y="8237"/>
                  </a:lnTo>
                  <a:lnTo>
                    <a:pt x="18141" y="4655"/>
                  </a:lnTo>
                  <a:lnTo>
                    <a:pt x="19338" y="4655"/>
                  </a:lnTo>
                  <a:lnTo>
                    <a:pt x="19338" y="1791"/>
                  </a:lnTo>
                  <a:lnTo>
                    <a:pt x="16350" y="1791"/>
                  </a:lnTo>
                  <a:lnTo>
                    <a:pt x="14560" y="0"/>
                  </a:lnTo>
                  <a:lnTo>
                    <a:pt x="11582" y="0"/>
                  </a:lnTo>
                  <a:close/>
                </a:path>
              </a:pathLst>
            </a:custGeom>
            <a:solidFill>
              <a:srgbClr val="F76C6C"/>
            </a:solidFill>
            <a:ln>
              <a:noFill/>
            </a:ln>
          </p:spPr>
        </p:sp>
        <p:sp>
          <p:nvSpPr>
            <p:cNvPr id="17423" name="Graph element 2116"/>
            <p:cNvSpPr/>
            <p:nvPr/>
          </p:nvSpPr>
          <p:spPr>
            <a:xfrm>
              <a:off x="1062162" y="949356"/>
              <a:ext cx="6446" cy="15634"/>
            </a:xfrm>
            <a:custGeom>
              <a:avLst/>
              <a:gdLst/>
              <a:ahLst/>
              <a:cxnLst/>
              <a:rect l="0" t="0" r="r" b="b"/>
              <a:pathLst>
                <a:path w="6446" h="15634" stroke="0" extrusionOk="0">
                  <a:moveTo>
                    <a:pt x="1791" y="0"/>
                  </a:moveTo>
                  <a:lnTo>
                    <a:pt x="1791" y="6211"/>
                  </a:lnTo>
                  <a:lnTo>
                    <a:pt x="0" y="8001"/>
                  </a:lnTo>
                  <a:lnTo>
                    <a:pt x="0" y="10979"/>
                  </a:lnTo>
                  <a:lnTo>
                    <a:pt x="4655" y="15634"/>
                  </a:lnTo>
                  <a:lnTo>
                    <a:pt x="4655" y="9188"/>
                  </a:lnTo>
                  <a:lnTo>
                    <a:pt x="6446" y="7397"/>
                  </a:lnTo>
                  <a:lnTo>
                    <a:pt x="6446" y="0"/>
                  </a:lnTo>
                  <a:lnTo>
                    <a:pt x="1791" y="0"/>
                  </a:lnTo>
                  <a:close/>
                </a:path>
              </a:pathLst>
            </a:custGeom>
            <a:solidFill>
              <a:srgbClr val="F76C6C"/>
            </a:solidFill>
            <a:ln>
              <a:noFill/>
            </a:ln>
          </p:spPr>
        </p:sp>
        <p:sp>
          <p:nvSpPr>
            <p:cNvPr id="17424" name="Graph element 2117"/>
            <p:cNvSpPr/>
            <p:nvPr/>
          </p:nvSpPr>
          <p:spPr>
            <a:xfrm>
              <a:off x="1224745" y="941601"/>
              <a:ext cx="19696" cy="8830"/>
            </a:xfrm>
            <a:custGeom>
              <a:avLst/>
              <a:gdLst/>
              <a:ahLst/>
              <a:cxnLst/>
              <a:rect l="0" t="0" r="r" b="b"/>
              <a:pathLst>
                <a:path w="19696" h="8830" stroke="0" extrusionOk="0">
                  <a:moveTo>
                    <a:pt x="8953" y="0"/>
                  </a:moveTo>
                  <a:lnTo>
                    <a:pt x="6569" y="2384"/>
                  </a:lnTo>
                  <a:lnTo>
                    <a:pt x="0" y="2384"/>
                  </a:lnTo>
                  <a:lnTo>
                    <a:pt x="0" y="5249"/>
                  </a:lnTo>
                  <a:lnTo>
                    <a:pt x="1197" y="5249"/>
                  </a:lnTo>
                  <a:lnTo>
                    <a:pt x="2988" y="7039"/>
                  </a:lnTo>
                  <a:lnTo>
                    <a:pt x="4778" y="7039"/>
                  </a:lnTo>
                  <a:lnTo>
                    <a:pt x="6569" y="8830"/>
                  </a:lnTo>
                  <a:lnTo>
                    <a:pt x="16708" y="8830"/>
                  </a:lnTo>
                  <a:lnTo>
                    <a:pt x="18499" y="7039"/>
                  </a:lnTo>
                  <a:lnTo>
                    <a:pt x="19696" y="7039"/>
                  </a:lnTo>
                  <a:lnTo>
                    <a:pt x="19696" y="4174"/>
                  </a:lnTo>
                  <a:lnTo>
                    <a:pt x="18499" y="4174"/>
                  </a:lnTo>
                  <a:lnTo>
                    <a:pt x="16708" y="2384"/>
                  </a:lnTo>
                  <a:lnTo>
                    <a:pt x="11337" y="2384"/>
                  </a:lnTo>
                  <a:lnTo>
                    <a:pt x="8953" y="0"/>
                  </a:lnTo>
                  <a:close/>
                </a:path>
              </a:pathLst>
            </a:custGeom>
            <a:solidFill>
              <a:srgbClr val="F76C6C"/>
            </a:solidFill>
            <a:ln>
              <a:noFill/>
            </a:ln>
          </p:spPr>
        </p:sp>
        <p:sp>
          <p:nvSpPr>
            <p:cNvPr id="17425" name="Graph element 2118"/>
            <p:cNvSpPr/>
            <p:nvPr/>
          </p:nvSpPr>
          <p:spPr>
            <a:xfrm>
              <a:off x="1031722" y="933241"/>
              <a:ext cx="31514" cy="20771"/>
            </a:xfrm>
            <a:custGeom>
              <a:avLst/>
              <a:gdLst/>
              <a:ahLst/>
              <a:cxnLst/>
              <a:rect l="0" t="0" r="r" b="b"/>
              <a:pathLst>
                <a:path w="31514" h="20771" stroke="0" extrusionOk="0">
                  <a:moveTo>
                    <a:pt x="11582" y="0"/>
                  </a:moveTo>
                  <a:lnTo>
                    <a:pt x="8001" y="3581"/>
                  </a:lnTo>
                  <a:lnTo>
                    <a:pt x="6211" y="3581"/>
                  </a:lnTo>
                  <a:lnTo>
                    <a:pt x="4420" y="5372"/>
                  </a:lnTo>
                  <a:lnTo>
                    <a:pt x="1791" y="5372"/>
                  </a:lnTo>
                  <a:lnTo>
                    <a:pt x="1791" y="8001"/>
                  </a:lnTo>
                  <a:lnTo>
                    <a:pt x="0" y="9792"/>
                  </a:lnTo>
                  <a:lnTo>
                    <a:pt x="0" y="14560"/>
                  </a:lnTo>
                  <a:lnTo>
                    <a:pt x="4655" y="19215"/>
                  </a:lnTo>
                  <a:lnTo>
                    <a:pt x="4655" y="14560"/>
                  </a:lnTo>
                  <a:lnTo>
                    <a:pt x="5607" y="13608"/>
                  </a:lnTo>
                  <a:lnTo>
                    <a:pt x="8001" y="13608"/>
                  </a:lnTo>
                  <a:lnTo>
                    <a:pt x="8953" y="14560"/>
                  </a:lnTo>
                  <a:lnTo>
                    <a:pt x="8953" y="18141"/>
                  </a:lnTo>
                  <a:lnTo>
                    <a:pt x="11582" y="20771"/>
                  </a:lnTo>
                  <a:lnTo>
                    <a:pt x="16350" y="20771"/>
                  </a:lnTo>
                  <a:lnTo>
                    <a:pt x="18141" y="18980"/>
                  </a:lnTo>
                  <a:lnTo>
                    <a:pt x="23513" y="18980"/>
                  </a:lnTo>
                  <a:lnTo>
                    <a:pt x="31514" y="10979"/>
                  </a:lnTo>
                  <a:lnTo>
                    <a:pt x="31514" y="6211"/>
                  </a:lnTo>
                  <a:lnTo>
                    <a:pt x="27094" y="1791"/>
                  </a:lnTo>
                  <a:lnTo>
                    <a:pt x="23513" y="1791"/>
                  </a:lnTo>
                  <a:lnTo>
                    <a:pt x="21722" y="0"/>
                  </a:lnTo>
                  <a:lnTo>
                    <a:pt x="11582" y="0"/>
                  </a:lnTo>
                  <a:close/>
                </a:path>
              </a:pathLst>
            </a:custGeom>
            <a:solidFill>
              <a:srgbClr val="F76C6C"/>
            </a:solidFill>
            <a:ln>
              <a:noFill/>
            </a:ln>
          </p:spPr>
        </p:sp>
        <p:sp>
          <p:nvSpPr>
            <p:cNvPr id="17426" name="Graph element 2119"/>
            <p:cNvSpPr/>
            <p:nvPr/>
          </p:nvSpPr>
          <p:spPr>
            <a:xfrm>
              <a:off x="1138563" y="927870"/>
              <a:ext cx="26971" cy="10027"/>
            </a:xfrm>
            <a:custGeom>
              <a:avLst/>
              <a:gdLst/>
              <a:ahLst/>
              <a:cxnLst/>
              <a:rect l="0" t="0" r="r" b="b"/>
              <a:pathLst>
                <a:path w="26971" h="10027" stroke="0" extrusionOk="0">
                  <a:moveTo>
                    <a:pt x="3223" y="0"/>
                  </a:moveTo>
                  <a:lnTo>
                    <a:pt x="0" y="3223"/>
                  </a:lnTo>
                  <a:lnTo>
                    <a:pt x="5014" y="8237"/>
                  </a:lnTo>
                  <a:lnTo>
                    <a:pt x="8595" y="8237"/>
                  </a:lnTo>
                  <a:lnTo>
                    <a:pt x="10385" y="10027"/>
                  </a:lnTo>
                  <a:lnTo>
                    <a:pt x="20525" y="10027"/>
                  </a:lnTo>
                  <a:lnTo>
                    <a:pt x="22315" y="8237"/>
                  </a:lnTo>
                  <a:lnTo>
                    <a:pt x="26971" y="8237"/>
                  </a:lnTo>
                  <a:lnTo>
                    <a:pt x="20525" y="1791"/>
                  </a:lnTo>
                  <a:lnTo>
                    <a:pt x="16944" y="1791"/>
                  </a:lnTo>
                  <a:lnTo>
                    <a:pt x="15153" y="0"/>
                  </a:lnTo>
                  <a:lnTo>
                    <a:pt x="3223" y="0"/>
                  </a:lnTo>
                  <a:close/>
                </a:path>
              </a:pathLst>
            </a:custGeom>
            <a:solidFill>
              <a:srgbClr val="F76C6C"/>
            </a:solidFill>
            <a:ln>
              <a:noFill/>
            </a:ln>
          </p:spPr>
        </p:sp>
        <p:sp>
          <p:nvSpPr>
            <p:cNvPr id="17427" name="Graph element 2120"/>
            <p:cNvSpPr/>
            <p:nvPr/>
          </p:nvSpPr>
          <p:spPr>
            <a:xfrm>
              <a:off x="1074696" y="879289"/>
              <a:ext cx="40047" cy="40702"/>
            </a:xfrm>
            <a:custGeom>
              <a:avLst/>
              <a:gdLst/>
              <a:ahLst/>
              <a:cxnLst/>
              <a:rect l="0" t="0" r="r" b="b"/>
              <a:pathLst>
                <a:path w="40047" h="40702" stroke="0" extrusionOk="0">
                  <a:moveTo>
                    <a:pt x="8237" y="0"/>
                  </a:moveTo>
                  <a:lnTo>
                    <a:pt x="0" y="8237"/>
                  </a:lnTo>
                  <a:lnTo>
                    <a:pt x="0" y="21957"/>
                  </a:lnTo>
                  <a:lnTo>
                    <a:pt x="1791" y="23748"/>
                  </a:lnTo>
                  <a:lnTo>
                    <a:pt x="1791" y="25538"/>
                  </a:lnTo>
                  <a:lnTo>
                    <a:pt x="9792" y="33540"/>
                  </a:lnTo>
                  <a:lnTo>
                    <a:pt x="11582" y="33540"/>
                  </a:lnTo>
                  <a:lnTo>
                    <a:pt x="14325" y="36282"/>
                  </a:lnTo>
                  <a:lnTo>
                    <a:pt x="14325" y="40702"/>
                  </a:lnTo>
                  <a:lnTo>
                    <a:pt x="25303" y="40702"/>
                  </a:lnTo>
                  <a:lnTo>
                    <a:pt x="28884" y="37121"/>
                  </a:lnTo>
                  <a:lnTo>
                    <a:pt x="30675" y="37121"/>
                  </a:lnTo>
                  <a:lnTo>
                    <a:pt x="33304" y="34491"/>
                  </a:lnTo>
                  <a:lnTo>
                    <a:pt x="33304" y="28649"/>
                  </a:lnTo>
                  <a:lnTo>
                    <a:pt x="27698" y="34256"/>
                  </a:lnTo>
                  <a:lnTo>
                    <a:pt x="16350" y="34256"/>
                  </a:lnTo>
                  <a:lnTo>
                    <a:pt x="15399" y="32701"/>
                  </a:lnTo>
                  <a:lnTo>
                    <a:pt x="17189" y="30910"/>
                  </a:lnTo>
                  <a:lnTo>
                    <a:pt x="17189" y="29119"/>
                  </a:lnTo>
                  <a:lnTo>
                    <a:pt x="23513" y="22796"/>
                  </a:lnTo>
                  <a:lnTo>
                    <a:pt x="25303" y="22796"/>
                  </a:lnTo>
                  <a:lnTo>
                    <a:pt x="27094" y="21006"/>
                  </a:lnTo>
                  <a:lnTo>
                    <a:pt x="28884" y="21006"/>
                  </a:lnTo>
                  <a:lnTo>
                    <a:pt x="30675" y="19215"/>
                  </a:lnTo>
                  <a:lnTo>
                    <a:pt x="34860" y="19215"/>
                  </a:lnTo>
                  <a:lnTo>
                    <a:pt x="38021" y="22377"/>
                  </a:lnTo>
                  <a:lnTo>
                    <a:pt x="40047" y="20351"/>
                  </a:lnTo>
                  <a:lnTo>
                    <a:pt x="36886" y="17189"/>
                  </a:lnTo>
                  <a:lnTo>
                    <a:pt x="36886" y="13608"/>
                  </a:lnTo>
                  <a:lnTo>
                    <a:pt x="35095" y="11818"/>
                  </a:lnTo>
                  <a:lnTo>
                    <a:pt x="35095" y="10027"/>
                  </a:lnTo>
                  <a:lnTo>
                    <a:pt x="31872" y="6804"/>
                  </a:lnTo>
                  <a:lnTo>
                    <a:pt x="29488" y="9188"/>
                  </a:lnTo>
                  <a:lnTo>
                    <a:pt x="14560" y="9188"/>
                  </a:lnTo>
                  <a:lnTo>
                    <a:pt x="10979" y="5607"/>
                  </a:lnTo>
                  <a:lnTo>
                    <a:pt x="9188" y="5607"/>
                  </a:lnTo>
                  <a:lnTo>
                    <a:pt x="8237" y="4655"/>
                  </a:lnTo>
                  <a:lnTo>
                    <a:pt x="8237" y="0"/>
                  </a:lnTo>
                  <a:close/>
                </a:path>
              </a:pathLst>
            </a:custGeom>
            <a:solidFill>
              <a:srgbClr val="F76C6C"/>
            </a:solidFill>
            <a:ln>
              <a:noFill/>
            </a:ln>
          </p:spPr>
        </p:sp>
        <p:sp>
          <p:nvSpPr>
            <p:cNvPr id="17428" name="Graph element 2121"/>
            <p:cNvSpPr/>
            <p:nvPr/>
          </p:nvSpPr>
          <p:spPr>
            <a:xfrm>
              <a:off x="1042466" y="866991"/>
              <a:ext cx="26142" cy="17189"/>
            </a:xfrm>
            <a:custGeom>
              <a:avLst/>
              <a:gdLst/>
              <a:ahLst/>
              <a:cxnLst/>
              <a:rect l="0" t="0" r="r" b="b"/>
              <a:pathLst>
                <a:path w="26142" h="17189" stroke="0" extrusionOk="0">
                  <a:moveTo>
                    <a:pt x="0" y="0"/>
                  </a:moveTo>
                  <a:lnTo>
                    <a:pt x="0" y="3816"/>
                  </a:lnTo>
                  <a:lnTo>
                    <a:pt x="1791" y="5607"/>
                  </a:lnTo>
                  <a:lnTo>
                    <a:pt x="1791" y="7397"/>
                  </a:lnTo>
                  <a:lnTo>
                    <a:pt x="9792" y="15399"/>
                  </a:lnTo>
                  <a:lnTo>
                    <a:pt x="15164" y="15399"/>
                  </a:lnTo>
                  <a:lnTo>
                    <a:pt x="16954" y="17189"/>
                  </a:lnTo>
                  <a:lnTo>
                    <a:pt x="23513" y="17189"/>
                  </a:lnTo>
                  <a:lnTo>
                    <a:pt x="26142" y="14560"/>
                  </a:lnTo>
                  <a:lnTo>
                    <a:pt x="26142" y="9792"/>
                  </a:lnTo>
                  <a:lnTo>
                    <a:pt x="22561" y="6211"/>
                  </a:lnTo>
                  <a:lnTo>
                    <a:pt x="22561" y="3581"/>
                  </a:lnTo>
                  <a:lnTo>
                    <a:pt x="19931" y="3581"/>
                  </a:lnTo>
                  <a:lnTo>
                    <a:pt x="18141" y="1791"/>
                  </a:lnTo>
                  <a:lnTo>
                    <a:pt x="16350" y="1791"/>
                  </a:lnTo>
                  <a:lnTo>
                    <a:pt x="1456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6C6C"/>
            </a:solidFill>
            <a:ln>
              <a:noFill/>
            </a:ln>
          </p:spPr>
        </p:sp>
        <p:sp>
          <p:nvSpPr>
            <p:cNvPr id="17429" name="Graph element 2122"/>
            <p:cNvSpPr/>
            <p:nvPr/>
          </p:nvSpPr>
          <p:spPr>
            <a:xfrm>
              <a:off x="1130203" y="854457"/>
              <a:ext cx="11818" cy="17425"/>
            </a:xfrm>
            <a:custGeom>
              <a:avLst/>
              <a:gdLst/>
              <a:ahLst/>
              <a:cxnLst/>
              <a:rect l="0" t="0" r="r" b="b"/>
              <a:pathLst>
                <a:path w="11818" h="17425" stroke="0" extrusionOk="0">
                  <a:moveTo>
                    <a:pt x="8001" y="0"/>
                  </a:moveTo>
                  <a:lnTo>
                    <a:pt x="3581" y="4420"/>
                  </a:lnTo>
                  <a:lnTo>
                    <a:pt x="3581" y="6211"/>
                  </a:lnTo>
                  <a:lnTo>
                    <a:pt x="0" y="9792"/>
                  </a:lnTo>
                  <a:lnTo>
                    <a:pt x="0" y="17425"/>
                  </a:lnTo>
                  <a:lnTo>
                    <a:pt x="10027" y="7397"/>
                  </a:lnTo>
                  <a:lnTo>
                    <a:pt x="10027" y="5607"/>
                  </a:lnTo>
                  <a:lnTo>
                    <a:pt x="11818" y="3816"/>
                  </a:lnTo>
                  <a:lnTo>
                    <a:pt x="11818" y="0"/>
                  </a:lnTo>
                  <a:lnTo>
                    <a:pt x="8001" y="0"/>
                  </a:lnTo>
                  <a:close/>
                </a:path>
              </a:pathLst>
            </a:custGeom>
            <a:solidFill>
              <a:srgbClr val="F76C6C"/>
            </a:solidFill>
            <a:ln>
              <a:noFill/>
            </a:ln>
          </p:spPr>
        </p:sp>
        <p:sp>
          <p:nvSpPr>
            <p:cNvPr id="17430" name="Graph element 2123"/>
            <p:cNvSpPr/>
            <p:nvPr/>
          </p:nvSpPr>
          <p:spPr>
            <a:xfrm>
              <a:off x="1109136" y="851295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3581" y="5607"/>
                  </a:moveTo>
                  <a:lnTo>
                    <a:pt x="5607" y="358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3581" y="5607"/>
                  </a:lnTo>
                  <a:close/>
                </a:path>
              </a:pathLst>
            </a:custGeom>
            <a:solidFill>
              <a:srgbClr val="F76C6C"/>
            </a:solidFill>
            <a:ln>
              <a:noFill/>
            </a:ln>
          </p:spPr>
        </p:sp>
        <p:sp>
          <p:nvSpPr>
            <p:cNvPr id="17431" name="Graph element 2124"/>
            <p:cNvSpPr/>
            <p:nvPr/>
          </p:nvSpPr>
          <p:spPr>
            <a:xfrm>
              <a:off x="1078277" y="847294"/>
              <a:ext cx="42493" cy="38257"/>
            </a:xfrm>
            <a:custGeom>
              <a:avLst/>
              <a:gdLst/>
              <a:ahLst/>
              <a:cxnLst/>
              <a:rect l="0" t="0" r="r" b="b"/>
              <a:pathLst>
                <a:path w="42493" h="38257" stroke="0" extrusionOk="0">
                  <a:moveTo>
                    <a:pt x="15164" y="0"/>
                  </a:moveTo>
                  <a:lnTo>
                    <a:pt x="13373" y="1791"/>
                  </a:lnTo>
                  <a:lnTo>
                    <a:pt x="9792" y="1791"/>
                  </a:lnTo>
                  <a:lnTo>
                    <a:pt x="6211" y="5372"/>
                  </a:lnTo>
                  <a:lnTo>
                    <a:pt x="3581" y="5372"/>
                  </a:lnTo>
                  <a:lnTo>
                    <a:pt x="3581" y="8001"/>
                  </a:lnTo>
                  <a:lnTo>
                    <a:pt x="1791" y="9792"/>
                  </a:lnTo>
                  <a:lnTo>
                    <a:pt x="1791" y="12769"/>
                  </a:lnTo>
                  <a:lnTo>
                    <a:pt x="3581" y="14560"/>
                  </a:lnTo>
                  <a:lnTo>
                    <a:pt x="3581" y="18745"/>
                  </a:lnTo>
                  <a:lnTo>
                    <a:pt x="1791" y="20535"/>
                  </a:lnTo>
                  <a:lnTo>
                    <a:pt x="1791" y="24116"/>
                  </a:lnTo>
                  <a:lnTo>
                    <a:pt x="0" y="25907"/>
                  </a:lnTo>
                  <a:lnTo>
                    <a:pt x="0" y="31514"/>
                  </a:lnTo>
                  <a:lnTo>
                    <a:pt x="3816" y="31514"/>
                  </a:lnTo>
                  <a:lnTo>
                    <a:pt x="5607" y="29723"/>
                  </a:lnTo>
                  <a:lnTo>
                    <a:pt x="7397" y="29723"/>
                  </a:lnTo>
                  <a:lnTo>
                    <a:pt x="9188" y="27933"/>
                  </a:lnTo>
                  <a:lnTo>
                    <a:pt x="10979" y="27933"/>
                  </a:lnTo>
                  <a:lnTo>
                    <a:pt x="12769" y="26142"/>
                  </a:lnTo>
                  <a:lnTo>
                    <a:pt x="22326" y="26142"/>
                  </a:lnTo>
                  <a:lnTo>
                    <a:pt x="24116" y="27933"/>
                  </a:lnTo>
                  <a:lnTo>
                    <a:pt x="25907" y="27933"/>
                  </a:lnTo>
                  <a:lnTo>
                    <a:pt x="32230" y="34256"/>
                  </a:lnTo>
                  <a:lnTo>
                    <a:pt x="32230" y="34860"/>
                  </a:lnTo>
                  <a:lnTo>
                    <a:pt x="30859" y="36231"/>
                  </a:lnTo>
                  <a:lnTo>
                    <a:pt x="32885" y="38257"/>
                  </a:lnTo>
                  <a:lnTo>
                    <a:pt x="35095" y="36046"/>
                  </a:lnTo>
                  <a:lnTo>
                    <a:pt x="35095" y="34256"/>
                  </a:lnTo>
                  <a:lnTo>
                    <a:pt x="36886" y="32465"/>
                  </a:lnTo>
                  <a:lnTo>
                    <a:pt x="36886" y="30675"/>
                  </a:lnTo>
                  <a:lnTo>
                    <a:pt x="38676" y="28884"/>
                  </a:lnTo>
                  <a:lnTo>
                    <a:pt x="38676" y="27094"/>
                  </a:lnTo>
                  <a:lnTo>
                    <a:pt x="42493" y="23277"/>
                  </a:lnTo>
                  <a:lnTo>
                    <a:pt x="34256" y="23277"/>
                  </a:lnTo>
                  <a:lnTo>
                    <a:pt x="30675" y="19696"/>
                  </a:lnTo>
                  <a:lnTo>
                    <a:pt x="28884" y="19696"/>
                  </a:lnTo>
                  <a:lnTo>
                    <a:pt x="27933" y="18745"/>
                  </a:lnTo>
                  <a:lnTo>
                    <a:pt x="27933" y="16954"/>
                  </a:lnTo>
                  <a:lnTo>
                    <a:pt x="22561" y="11582"/>
                  </a:lnTo>
                  <a:lnTo>
                    <a:pt x="22561" y="0"/>
                  </a:lnTo>
                  <a:lnTo>
                    <a:pt x="15164" y="0"/>
                  </a:lnTo>
                  <a:close/>
                </a:path>
              </a:pathLst>
            </a:custGeom>
            <a:solidFill>
              <a:srgbClr val="F76C6C"/>
            </a:solidFill>
            <a:ln>
              <a:noFill/>
            </a:ln>
          </p:spPr>
        </p:sp>
        <p:sp>
          <p:nvSpPr>
            <p:cNvPr id="17432" name="Graph element 2125"/>
            <p:cNvSpPr/>
            <p:nvPr/>
          </p:nvSpPr>
          <p:spPr>
            <a:xfrm>
              <a:off x="1124596" y="732698"/>
              <a:ext cx="37356" cy="40467"/>
            </a:xfrm>
            <a:custGeom>
              <a:avLst/>
              <a:gdLst/>
              <a:ahLst/>
              <a:cxnLst/>
              <a:rect l="0" t="0" r="r" b="b"/>
              <a:pathLst>
                <a:path w="37356" h="40467" stroke="0" extrusionOk="0">
                  <a:moveTo>
                    <a:pt x="0" y="0"/>
                  </a:moveTo>
                  <a:lnTo>
                    <a:pt x="10027" y="10027"/>
                  </a:lnTo>
                  <a:lnTo>
                    <a:pt x="11818" y="10027"/>
                  </a:lnTo>
                  <a:lnTo>
                    <a:pt x="12769" y="10979"/>
                  </a:lnTo>
                  <a:lnTo>
                    <a:pt x="12769" y="11582"/>
                  </a:lnTo>
                  <a:lnTo>
                    <a:pt x="10979" y="13373"/>
                  </a:lnTo>
                  <a:lnTo>
                    <a:pt x="10979" y="15164"/>
                  </a:lnTo>
                  <a:lnTo>
                    <a:pt x="9188" y="16954"/>
                  </a:lnTo>
                  <a:lnTo>
                    <a:pt x="9188" y="18745"/>
                  </a:lnTo>
                  <a:lnTo>
                    <a:pt x="7397" y="20535"/>
                  </a:lnTo>
                  <a:lnTo>
                    <a:pt x="7397" y="32465"/>
                  </a:lnTo>
                  <a:lnTo>
                    <a:pt x="9188" y="34256"/>
                  </a:lnTo>
                  <a:lnTo>
                    <a:pt x="9188" y="36046"/>
                  </a:lnTo>
                  <a:lnTo>
                    <a:pt x="10979" y="37837"/>
                  </a:lnTo>
                  <a:lnTo>
                    <a:pt x="10979" y="40467"/>
                  </a:lnTo>
                  <a:lnTo>
                    <a:pt x="14795" y="40467"/>
                  </a:lnTo>
                  <a:lnTo>
                    <a:pt x="16586" y="38676"/>
                  </a:lnTo>
                  <a:lnTo>
                    <a:pt x="18376" y="38676"/>
                  </a:lnTo>
                  <a:lnTo>
                    <a:pt x="22796" y="34256"/>
                  </a:lnTo>
                  <a:lnTo>
                    <a:pt x="22796" y="32465"/>
                  </a:lnTo>
                  <a:lnTo>
                    <a:pt x="26377" y="28884"/>
                  </a:lnTo>
                  <a:lnTo>
                    <a:pt x="26377" y="13373"/>
                  </a:lnTo>
                  <a:lnTo>
                    <a:pt x="25180" y="12176"/>
                  </a:lnTo>
                  <a:lnTo>
                    <a:pt x="27329" y="10027"/>
                  </a:lnTo>
                  <a:lnTo>
                    <a:pt x="30910" y="10027"/>
                  </a:lnTo>
                  <a:lnTo>
                    <a:pt x="37356" y="3581"/>
                  </a:lnTo>
                  <a:lnTo>
                    <a:pt x="26142" y="3581"/>
                  </a:lnTo>
                  <a:lnTo>
                    <a:pt x="24352" y="5372"/>
                  </a:lnTo>
                  <a:lnTo>
                    <a:pt x="19215" y="5372"/>
                  </a:lnTo>
                  <a:lnTo>
                    <a:pt x="19215" y="4420"/>
                  </a:lnTo>
                  <a:lnTo>
                    <a:pt x="16586" y="1791"/>
                  </a:lnTo>
                  <a:lnTo>
                    <a:pt x="14795" y="1791"/>
                  </a:lnTo>
                  <a:lnTo>
                    <a:pt x="13004" y="0"/>
                  </a:lnTo>
                  <a:lnTo>
                    <a:pt x="0" y="0"/>
                  </a:lnTo>
                  <a:close/>
                  <a:moveTo>
                    <a:pt x="19215" y="6681"/>
                  </a:moveTo>
                  <a:lnTo>
                    <a:pt x="22919" y="10385"/>
                  </a:lnTo>
                  <a:lnTo>
                    <a:pt x="22561" y="10743"/>
                  </a:lnTo>
                  <a:lnTo>
                    <a:pt x="16586" y="10743"/>
                  </a:lnTo>
                  <a:lnTo>
                    <a:pt x="16227" y="10385"/>
                  </a:lnTo>
                  <a:lnTo>
                    <a:pt x="19215" y="7397"/>
                  </a:lnTo>
                  <a:lnTo>
                    <a:pt x="19215" y="6681"/>
                  </a:lnTo>
                  <a:close/>
                </a:path>
              </a:pathLst>
            </a:custGeom>
            <a:solidFill>
              <a:srgbClr val="F76C6C"/>
            </a:solidFill>
            <a:ln>
              <a:noFill/>
            </a:ln>
          </p:spPr>
        </p:sp>
        <p:sp>
          <p:nvSpPr>
            <p:cNvPr id="17433" name="Graph element 2126"/>
            <p:cNvSpPr/>
            <p:nvPr/>
          </p:nvSpPr>
          <p:spPr>
            <a:xfrm>
              <a:off x="1185711" y="696887"/>
              <a:ext cx="27933" cy="38676"/>
            </a:xfrm>
            <a:custGeom>
              <a:avLst/>
              <a:gdLst/>
              <a:ahLst/>
              <a:cxnLst/>
              <a:rect l="0" t="0" r="r" b="b"/>
              <a:pathLst>
                <a:path w="27933" h="38676" stroke="0" extrusionOk="0">
                  <a:moveTo>
                    <a:pt x="6211" y="0"/>
                  </a:moveTo>
                  <a:lnTo>
                    <a:pt x="3581" y="2630"/>
                  </a:lnTo>
                  <a:lnTo>
                    <a:pt x="3581" y="4420"/>
                  </a:lnTo>
                  <a:lnTo>
                    <a:pt x="1791" y="6211"/>
                  </a:lnTo>
                  <a:lnTo>
                    <a:pt x="1791" y="8001"/>
                  </a:lnTo>
                  <a:lnTo>
                    <a:pt x="0" y="9792"/>
                  </a:lnTo>
                  <a:lnTo>
                    <a:pt x="0" y="21722"/>
                  </a:lnTo>
                  <a:lnTo>
                    <a:pt x="1791" y="23513"/>
                  </a:lnTo>
                  <a:lnTo>
                    <a:pt x="1791" y="27094"/>
                  </a:lnTo>
                  <a:lnTo>
                    <a:pt x="5372" y="30675"/>
                  </a:lnTo>
                  <a:lnTo>
                    <a:pt x="5372" y="33304"/>
                  </a:lnTo>
                  <a:lnTo>
                    <a:pt x="8001" y="33304"/>
                  </a:lnTo>
                  <a:lnTo>
                    <a:pt x="11582" y="36886"/>
                  </a:lnTo>
                  <a:lnTo>
                    <a:pt x="13373" y="36886"/>
                  </a:lnTo>
                  <a:lnTo>
                    <a:pt x="15164" y="38676"/>
                  </a:lnTo>
                  <a:lnTo>
                    <a:pt x="24352" y="38676"/>
                  </a:lnTo>
                  <a:lnTo>
                    <a:pt x="24352" y="36046"/>
                  </a:lnTo>
                  <a:lnTo>
                    <a:pt x="27933" y="32465"/>
                  </a:lnTo>
                  <a:lnTo>
                    <a:pt x="27933" y="15164"/>
                  </a:lnTo>
                  <a:lnTo>
                    <a:pt x="26142" y="13373"/>
                  </a:lnTo>
                  <a:lnTo>
                    <a:pt x="26142" y="11582"/>
                  </a:lnTo>
                  <a:lnTo>
                    <a:pt x="18141" y="3581"/>
                  </a:lnTo>
                  <a:lnTo>
                    <a:pt x="16350" y="3581"/>
                  </a:lnTo>
                  <a:lnTo>
                    <a:pt x="14560" y="1791"/>
                  </a:lnTo>
                  <a:lnTo>
                    <a:pt x="10979" y="1791"/>
                  </a:lnTo>
                  <a:lnTo>
                    <a:pt x="9188" y="0"/>
                  </a:lnTo>
                  <a:lnTo>
                    <a:pt x="6211" y="0"/>
                  </a:lnTo>
                  <a:close/>
                </a:path>
              </a:pathLst>
            </a:custGeom>
            <a:solidFill>
              <a:srgbClr val="F76C6C"/>
            </a:solidFill>
            <a:ln>
              <a:noFill/>
            </a:ln>
          </p:spPr>
        </p:sp>
        <p:sp>
          <p:nvSpPr>
            <p:cNvPr id="17434" name="Graph element 2127"/>
            <p:cNvSpPr/>
            <p:nvPr/>
          </p:nvSpPr>
          <p:spPr>
            <a:xfrm>
              <a:off x="1083649" y="668238"/>
              <a:ext cx="40467" cy="38676"/>
            </a:xfrm>
            <a:custGeom>
              <a:avLst/>
              <a:gdLst/>
              <a:ahLst/>
              <a:cxnLst/>
              <a:rect l="0" t="0" r="r" b="b"/>
              <a:pathLst>
                <a:path w="40467" h="38676" stroke="0" extrusionOk="0">
                  <a:moveTo>
                    <a:pt x="16954" y="0"/>
                  </a:moveTo>
                  <a:lnTo>
                    <a:pt x="15164" y="1791"/>
                  </a:lnTo>
                  <a:lnTo>
                    <a:pt x="11582" y="1791"/>
                  </a:lnTo>
                  <a:lnTo>
                    <a:pt x="9792" y="3581"/>
                  </a:lnTo>
                  <a:lnTo>
                    <a:pt x="8001" y="3581"/>
                  </a:lnTo>
                  <a:lnTo>
                    <a:pt x="3581" y="8001"/>
                  </a:lnTo>
                  <a:lnTo>
                    <a:pt x="3581" y="9792"/>
                  </a:lnTo>
                  <a:lnTo>
                    <a:pt x="0" y="13373"/>
                  </a:lnTo>
                  <a:lnTo>
                    <a:pt x="0" y="27094"/>
                  </a:lnTo>
                  <a:lnTo>
                    <a:pt x="1791" y="28884"/>
                  </a:lnTo>
                  <a:lnTo>
                    <a:pt x="1791" y="30675"/>
                  </a:lnTo>
                  <a:lnTo>
                    <a:pt x="6211" y="35095"/>
                  </a:lnTo>
                  <a:lnTo>
                    <a:pt x="8001" y="35095"/>
                  </a:lnTo>
                  <a:lnTo>
                    <a:pt x="9792" y="36886"/>
                  </a:lnTo>
                  <a:lnTo>
                    <a:pt x="11582" y="36886"/>
                  </a:lnTo>
                  <a:lnTo>
                    <a:pt x="13373" y="38676"/>
                  </a:lnTo>
                  <a:lnTo>
                    <a:pt x="23513" y="38676"/>
                  </a:lnTo>
                  <a:lnTo>
                    <a:pt x="25303" y="36886"/>
                  </a:lnTo>
                  <a:lnTo>
                    <a:pt x="27094" y="36886"/>
                  </a:lnTo>
                  <a:lnTo>
                    <a:pt x="28884" y="35095"/>
                  </a:lnTo>
                  <a:lnTo>
                    <a:pt x="30675" y="35095"/>
                  </a:lnTo>
                  <a:lnTo>
                    <a:pt x="36886" y="28884"/>
                  </a:lnTo>
                  <a:lnTo>
                    <a:pt x="36886" y="27094"/>
                  </a:lnTo>
                  <a:lnTo>
                    <a:pt x="38676" y="25303"/>
                  </a:lnTo>
                  <a:lnTo>
                    <a:pt x="38676" y="23513"/>
                  </a:lnTo>
                  <a:lnTo>
                    <a:pt x="40467" y="21722"/>
                  </a:lnTo>
                  <a:lnTo>
                    <a:pt x="40467" y="13373"/>
                  </a:lnTo>
                  <a:lnTo>
                    <a:pt x="38676" y="11582"/>
                  </a:lnTo>
                  <a:lnTo>
                    <a:pt x="38676" y="9792"/>
                  </a:lnTo>
                  <a:lnTo>
                    <a:pt x="36886" y="8001"/>
                  </a:lnTo>
                  <a:lnTo>
                    <a:pt x="36886" y="5372"/>
                  </a:lnTo>
                  <a:lnTo>
                    <a:pt x="34256" y="5372"/>
                  </a:lnTo>
                  <a:lnTo>
                    <a:pt x="30675" y="1791"/>
                  </a:lnTo>
                  <a:lnTo>
                    <a:pt x="27094" y="1791"/>
                  </a:lnTo>
                  <a:lnTo>
                    <a:pt x="25303" y="0"/>
                  </a:lnTo>
                  <a:lnTo>
                    <a:pt x="16954" y="0"/>
                  </a:lnTo>
                  <a:close/>
                </a:path>
              </a:pathLst>
            </a:custGeom>
            <a:solidFill>
              <a:srgbClr val="F76C6C"/>
            </a:solidFill>
            <a:ln>
              <a:noFill/>
            </a:ln>
          </p:spPr>
        </p:sp>
        <p:sp>
          <p:nvSpPr>
            <p:cNvPr id="17435" name="Graph element 2128"/>
            <p:cNvSpPr/>
            <p:nvPr/>
          </p:nvSpPr>
          <p:spPr>
            <a:xfrm>
              <a:off x="844133" y="1372349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436" name="Graph element 2129"/>
            <p:cNvSpPr/>
            <p:nvPr/>
          </p:nvSpPr>
          <p:spPr>
            <a:xfrm>
              <a:off x="852308" y="1368348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437" name="Graph element 2130"/>
            <p:cNvSpPr/>
            <p:nvPr/>
          </p:nvSpPr>
          <p:spPr>
            <a:xfrm>
              <a:off x="840132" y="1360828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438" name="Graph element 2131"/>
            <p:cNvSpPr/>
            <p:nvPr/>
          </p:nvSpPr>
          <p:spPr>
            <a:xfrm>
              <a:off x="868423" y="1357605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439" name="Graph element 2132"/>
            <p:cNvSpPr/>
            <p:nvPr/>
          </p:nvSpPr>
          <p:spPr>
            <a:xfrm>
              <a:off x="389330" y="1347281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440" name="Graph element 2133"/>
            <p:cNvSpPr/>
            <p:nvPr/>
          </p:nvSpPr>
          <p:spPr>
            <a:xfrm>
              <a:off x="737712" y="1343280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441" name="Graph element 2134"/>
            <p:cNvSpPr/>
            <p:nvPr/>
          </p:nvSpPr>
          <p:spPr>
            <a:xfrm>
              <a:off x="918559" y="1341490"/>
              <a:ext cx="3581" cy="2865"/>
            </a:xfrm>
            <a:custGeom>
              <a:avLst/>
              <a:gdLst/>
              <a:ahLst/>
              <a:cxnLst/>
              <a:rect l="0" t="0" r="r" b="b"/>
              <a:pathLst>
                <a:path w="3581" h="2865" stroke="0" extrusionOk="0">
                  <a:moveTo>
                    <a:pt x="3581" y="2865"/>
                  </a:moveTo>
                  <a:lnTo>
                    <a:pt x="358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3581" y="2865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442" name="Graph element 2135"/>
            <p:cNvSpPr/>
            <p:nvPr/>
          </p:nvSpPr>
          <p:spPr>
            <a:xfrm>
              <a:off x="838342" y="1339341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443" name="Graph element 2136"/>
            <p:cNvSpPr/>
            <p:nvPr/>
          </p:nvSpPr>
          <p:spPr>
            <a:xfrm>
              <a:off x="763138" y="1332179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444" name="Graph element 2137"/>
            <p:cNvSpPr/>
            <p:nvPr/>
          </p:nvSpPr>
          <p:spPr>
            <a:xfrm>
              <a:off x="870991" y="1325794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3581" y="5607"/>
                  </a:moveTo>
                  <a:lnTo>
                    <a:pt x="5607" y="358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3581" y="5607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445" name="Graph element 2138"/>
            <p:cNvSpPr/>
            <p:nvPr/>
          </p:nvSpPr>
          <p:spPr>
            <a:xfrm>
              <a:off x="900653" y="1320003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446" name="Graph element 2139"/>
            <p:cNvSpPr/>
            <p:nvPr/>
          </p:nvSpPr>
          <p:spPr>
            <a:xfrm>
              <a:off x="893849" y="1320003"/>
              <a:ext cx="6681" cy="6681"/>
            </a:xfrm>
            <a:custGeom>
              <a:avLst/>
              <a:gdLst/>
              <a:ahLst/>
              <a:cxnLst/>
              <a:rect l="0" t="0" r="r" b="b"/>
              <a:pathLst>
                <a:path w="6681" h="6681" stroke="0" extrusionOk="0">
                  <a:moveTo>
                    <a:pt x="0" y="0"/>
                  </a:moveTo>
                  <a:lnTo>
                    <a:pt x="0" y="6681"/>
                  </a:lnTo>
                  <a:lnTo>
                    <a:pt x="668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447" name="Graph element 2140"/>
            <p:cNvSpPr/>
            <p:nvPr/>
          </p:nvSpPr>
          <p:spPr>
            <a:xfrm>
              <a:off x="863051" y="1320003"/>
              <a:ext cx="4594" cy="4236"/>
            </a:xfrm>
            <a:custGeom>
              <a:avLst/>
              <a:gdLst/>
              <a:ahLst/>
              <a:cxnLst/>
              <a:rect l="0" t="0" r="r" b="b"/>
              <a:pathLst>
                <a:path w="4594" h="4236" stroke="0" extrusionOk="0">
                  <a:moveTo>
                    <a:pt x="1197" y="2865"/>
                  </a:moveTo>
                  <a:lnTo>
                    <a:pt x="2568" y="4236"/>
                  </a:lnTo>
                  <a:lnTo>
                    <a:pt x="4594" y="2210"/>
                  </a:lnTo>
                  <a:lnTo>
                    <a:pt x="2384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197" y="2865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448" name="Graph element 2141"/>
            <p:cNvSpPr/>
            <p:nvPr/>
          </p:nvSpPr>
          <p:spPr>
            <a:xfrm>
              <a:off x="881735" y="1315051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449" name="Graph element 2142"/>
            <p:cNvSpPr/>
            <p:nvPr/>
          </p:nvSpPr>
          <p:spPr>
            <a:xfrm>
              <a:off x="854876" y="1315051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450" name="Graph element 2143"/>
            <p:cNvSpPr/>
            <p:nvPr/>
          </p:nvSpPr>
          <p:spPr>
            <a:xfrm>
              <a:off x="695516" y="1313260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451" name="Graph element 2144"/>
            <p:cNvSpPr/>
            <p:nvPr/>
          </p:nvSpPr>
          <p:spPr>
            <a:xfrm>
              <a:off x="402877" y="1307469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452" name="Graph element 2145"/>
            <p:cNvSpPr/>
            <p:nvPr/>
          </p:nvSpPr>
          <p:spPr>
            <a:xfrm>
              <a:off x="412607" y="1304308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453" name="Graph element 2146"/>
            <p:cNvSpPr/>
            <p:nvPr/>
          </p:nvSpPr>
          <p:spPr>
            <a:xfrm>
              <a:off x="745232" y="130353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454" name="Graph element 2147"/>
            <p:cNvSpPr/>
            <p:nvPr/>
          </p:nvSpPr>
          <p:spPr>
            <a:xfrm>
              <a:off x="2095736" y="1298936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455" name="Graph element 2148"/>
            <p:cNvSpPr/>
            <p:nvPr/>
          </p:nvSpPr>
          <p:spPr>
            <a:xfrm>
              <a:off x="2067087" y="1298936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456" name="Graph element 2149"/>
            <p:cNvSpPr/>
            <p:nvPr/>
          </p:nvSpPr>
          <p:spPr>
            <a:xfrm>
              <a:off x="427945" y="1298516"/>
              <a:ext cx="5372" cy="2865"/>
            </a:xfrm>
            <a:custGeom>
              <a:avLst/>
              <a:gdLst/>
              <a:ahLst/>
              <a:cxnLst/>
              <a:rect l="0" t="0" r="r" b="b"/>
              <a:pathLst>
                <a:path w="5372" h="2865" stroke="0" extrusionOk="0">
                  <a:moveTo>
                    <a:pt x="5372" y="2865"/>
                  </a:moveTo>
                  <a:lnTo>
                    <a:pt x="5372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5372" y="2865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457" name="Graph element 2150"/>
            <p:cNvSpPr/>
            <p:nvPr/>
          </p:nvSpPr>
          <p:spPr>
            <a:xfrm>
              <a:off x="838761" y="1279240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458" name="Graph element 2151"/>
            <p:cNvSpPr/>
            <p:nvPr/>
          </p:nvSpPr>
          <p:spPr>
            <a:xfrm>
              <a:off x="930080" y="1272077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459" name="Graph element 2152"/>
            <p:cNvSpPr/>
            <p:nvPr/>
          </p:nvSpPr>
          <p:spPr>
            <a:xfrm>
              <a:off x="2095736" y="1270287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460" name="Graph element 2153"/>
            <p:cNvSpPr/>
            <p:nvPr/>
          </p:nvSpPr>
          <p:spPr>
            <a:xfrm>
              <a:off x="2067087" y="1270287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461" name="Graph element 2154"/>
            <p:cNvSpPr/>
            <p:nvPr/>
          </p:nvSpPr>
          <p:spPr>
            <a:xfrm>
              <a:off x="612731" y="1260556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462" name="Graph element 2155"/>
            <p:cNvSpPr/>
            <p:nvPr/>
          </p:nvSpPr>
          <p:spPr>
            <a:xfrm>
              <a:off x="612731" y="1255185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463" name="Graph element 2156"/>
            <p:cNvSpPr/>
            <p:nvPr/>
          </p:nvSpPr>
          <p:spPr>
            <a:xfrm>
              <a:off x="850517" y="1246590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464" name="Graph element 2157"/>
            <p:cNvSpPr/>
            <p:nvPr/>
          </p:nvSpPr>
          <p:spPr>
            <a:xfrm>
              <a:off x="682204" y="1244799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465" name="Graph element 2158"/>
            <p:cNvSpPr/>
            <p:nvPr/>
          </p:nvSpPr>
          <p:spPr>
            <a:xfrm>
              <a:off x="786415" y="1240860"/>
              <a:ext cx="2865" cy="3581"/>
            </a:xfrm>
            <a:custGeom>
              <a:avLst/>
              <a:gdLst/>
              <a:ahLst/>
              <a:cxnLst/>
              <a:rect l="0" t="0" r="r" b="b"/>
              <a:pathLst>
                <a:path w="2865" h="3581" stroke="0" extrusionOk="0">
                  <a:moveTo>
                    <a:pt x="0" y="3581"/>
                  </a:moveTo>
                  <a:lnTo>
                    <a:pt x="2865" y="358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466" name="Graph element 2159"/>
            <p:cNvSpPr/>
            <p:nvPr/>
          </p:nvSpPr>
          <p:spPr>
            <a:xfrm>
              <a:off x="659285" y="1221164"/>
              <a:ext cx="2865" cy="5372"/>
            </a:xfrm>
            <a:custGeom>
              <a:avLst/>
              <a:gdLst/>
              <a:ahLst/>
              <a:cxnLst/>
              <a:rect l="0" t="0" r="r" b="b"/>
              <a:pathLst>
                <a:path w="2865" h="5372" stroke="0" extrusionOk="0">
                  <a:moveTo>
                    <a:pt x="0" y="5372"/>
                  </a:moveTo>
                  <a:lnTo>
                    <a:pt x="2865" y="5372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5372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467" name="Graph element 2160"/>
            <p:cNvSpPr/>
            <p:nvPr/>
          </p:nvSpPr>
          <p:spPr>
            <a:xfrm>
              <a:off x="788206" y="1215792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468" name="Graph element 2161"/>
            <p:cNvSpPr/>
            <p:nvPr/>
          </p:nvSpPr>
          <p:spPr>
            <a:xfrm>
              <a:off x="318720" y="1208988"/>
              <a:ext cx="5372" cy="2865"/>
            </a:xfrm>
            <a:custGeom>
              <a:avLst/>
              <a:gdLst/>
              <a:ahLst/>
              <a:cxnLst/>
              <a:rect l="0" t="0" r="r" b="b"/>
              <a:pathLst>
                <a:path w="5372" h="2865" stroke="0" extrusionOk="0">
                  <a:moveTo>
                    <a:pt x="5372" y="2865"/>
                  </a:moveTo>
                  <a:lnTo>
                    <a:pt x="5372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5372" y="2865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469" name="Graph element 2162"/>
            <p:cNvSpPr/>
            <p:nvPr/>
          </p:nvSpPr>
          <p:spPr>
            <a:xfrm>
              <a:off x="725536" y="1203258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470" name="Graph element 2163"/>
            <p:cNvSpPr/>
            <p:nvPr/>
          </p:nvSpPr>
          <p:spPr>
            <a:xfrm>
              <a:off x="711631" y="1202245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471" name="Graph element 2164"/>
            <p:cNvSpPr/>
            <p:nvPr/>
          </p:nvSpPr>
          <p:spPr>
            <a:xfrm>
              <a:off x="768510" y="1190724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472" name="Graph element 2165"/>
            <p:cNvSpPr/>
            <p:nvPr/>
          </p:nvSpPr>
          <p:spPr>
            <a:xfrm>
              <a:off x="299802" y="1168225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473" name="Graph element 2166"/>
            <p:cNvSpPr/>
            <p:nvPr/>
          </p:nvSpPr>
          <p:spPr>
            <a:xfrm>
              <a:off x="587663" y="1165656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474" name="Graph element 2167"/>
            <p:cNvSpPr/>
            <p:nvPr/>
          </p:nvSpPr>
          <p:spPr>
            <a:xfrm>
              <a:off x="848727" y="1160643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475" name="Graph element 2168"/>
            <p:cNvSpPr/>
            <p:nvPr/>
          </p:nvSpPr>
          <p:spPr>
            <a:xfrm>
              <a:off x="320511" y="1158852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476" name="Graph element 2169"/>
            <p:cNvSpPr/>
            <p:nvPr/>
          </p:nvSpPr>
          <p:spPr>
            <a:xfrm>
              <a:off x="696887" y="1156704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477" name="Graph element 2170"/>
            <p:cNvSpPr/>
            <p:nvPr/>
          </p:nvSpPr>
          <p:spPr>
            <a:xfrm>
              <a:off x="587663" y="1156704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478" name="Graph element 2171"/>
            <p:cNvSpPr/>
            <p:nvPr/>
          </p:nvSpPr>
          <p:spPr>
            <a:xfrm>
              <a:off x="897850" y="1141366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479" name="Graph element 2172"/>
            <p:cNvSpPr/>
            <p:nvPr/>
          </p:nvSpPr>
          <p:spPr>
            <a:xfrm>
              <a:off x="825450" y="1140947"/>
              <a:ext cx="3581" cy="2865"/>
            </a:xfrm>
            <a:custGeom>
              <a:avLst/>
              <a:gdLst/>
              <a:ahLst/>
              <a:cxnLst/>
              <a:rect l="0" t="0" r="r" b="b"/>
              <a:pathLst>
                <a:path w="3581" h="2865" stroke="0" extrusionOk="0">
                  <a:moveTo>
                    <a:pt x="3581" y="2865"/>
                  </a:moveTo>
                  <a:lnTo>
                    <a:pt x="358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3581" y="2865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480" name="Graph element 2173"/>
            <p:cNvSpPr/>
            <p:nvPr/>
          </p:nvSpPr>
          <p:spPr>
            <a:xfrm>
              <a:off x="614163" y="1137366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481" name="Graph element 2174"/>
            <p:cNvSpPr/>
            <p:nvPr/>
          </p:nvSpPr>
          <p:spPr>
            <a:xfrm>
              <a:off x="608791" y="1137366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482" name="Graph element 2175"/>
            <p:cNvSpPr/>
            <p:nvPr/>
          </p:nvSpPr>
          <p:spPr>
            <a:xfrm>
              <a:off x="897850" y="1114508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483" name="Graph element 2176"/>
            <p:cNvSpPr/>
            <p:nvPr/>
          </p:nvSpPr>
          <p:spPr>
            <a:xfrm>
              <a:off x="721597" y="1106926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484" name="Graph element 2177"/>
            <p:cNvSpPr/>
            <p:nvPr/>
          </p:nvSpPr>
          <p:spPr>
            <a:xfrm>
              <a:off x="875585" y="1105135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485" name="Graph element 2178"/>
            <p:cNvSpPr/>
            <p:nvPr/>
          </p:nvSpPr>
          <p:spPr>
            <a:xfrm>
              <a:off x="752036" y="1099764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486" name="Graph element 2179"/>
            <p:cNvSpPr/>
            <p:nvPr/>
          </p:nvSpPr>
          <p:spPr>
            <a:xfrm>
              <a:off x="660718" y="1078277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487" name="Graph element 2180"/>
            <p:cNvSpPr/>
            <p:nvPr/>
          </p:nvSpPr>
          <p:spPr>
            <a:xfrm>
              <a:off x="651765" y="1078277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488" name="Graph element 2181"/>
            <p:cNvSpPr/>
            <p:nvPr/>
          </p:nvSpPr>
          <p:spPr>
            <a:xfrm>
              <a:off x="736699" y="1066163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489" name="Graph element 2182"/>
            <p:cNvSpPr/>
            <p:nvPr/>
          </p:nvSpPr>
          <p:spPr>
            <a:xfrm>
              <a:off x="787848" y="1063953"/>
              <a:ext cx="5372" cy="2865"/>
            </a:xfrm>
            <a:custGeom>
              <a:avLst/>
              <a:gdLst/>
              <a:ahLst/>
              <a:cxnLst/>
              <a:rect l="0" t="0" r="r" b="b"/>
              <a:pathLst>
                <a:path w="5372" h="2865" stroke="0" extrusionOk="0">
                  <a:moveTo>
                    <a:pt x="5372" y="2865"/>
                  </a:moveTo>
                  <a:lnTo>
                    <a:pt x="5372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5372" y="2865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490" name="Graph element 2183"/>
            <p:cNvSpPr/>
            <p:nvPr/>
          </p:nvSpPr>
          <p:spPr>
            <a:xfrm>
              <a:off x="691515" y="1065385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491" name="Graph element 2184"/>
            <p:cNvSpPr/>
            <p:nvPr/>
          </p:nvSpPr>
          <p:spPr>
            <a:xfrm>
              <a:off x="770720" y="1062582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492" name="Graph element 2185"/>
            <p:cNvSpPr/>
            <p:nvPr/>
          </p:nvSpPr>
          <p:spPr>
            <a:xfrm>
              <a:off x="884538" y="1056790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493" name="Graph element 2186"/>
            <p:cNvSpPr/>
            <p:nvPr/>
          </p:nvSpPr>
          <p:spPr>
            <a:xfrm>
              <a:off x="759199" y="1056790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494" name="Graph element 2187"/>
            <p:cNvSpPr/>
            <p:nvPr/>
          </p:nvSpPr>
          <p:spPr>
            <a:xfrm>
              <a:off x="753827" y="1056790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495" name="Graph element 2188"/>
            <p:cNvSpPr/>
            <p:nvPr/>
          </p:nvSpPr>
          <p:spPr>
            <a:xfrm>
              <a:off x="691515" y="1056432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496" name="Graph element 2189"/>
            <p:cNvSpPr/>
            <p:nvPr/>
          </p:nvSpPr>
          <p:spPr>
            <a:xfrm>
              <a:off x="786057" y="1051419"/>
              <a:ext cx="3581" cy="2865"/>
            </a:xfrm>
            <a:custGeom>
              <a:avLst/>
              <a:gdLst/>
              <a:ahLst/>
              <a:cxnLst/>
              <a:rect l="0" t="0" r="r" b="b"/>
              <a:pathLst>
                <a:path w="3581" h="2865" stroke="0" extrusionOk="0">
                  <a:moveTo>
                    <a:pt x="3581" y="2865"/>
                  </a:moveTo>
                  <a:lnTo>
                    <a:pt x="358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3581" y="2865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497" name="Graph element 2190"/>
            <p:cNvSpPr/>
            <p:nvPr/>
          </p:nvSpPr>
          <p:spPr>
            <a:xfrm>
              <a:off x="632427" y="1052851"/>
              <a:ext cx="2865" cy="7162"/>
            </a:xfrm>
            <a:custGeom>
              <a:avLst/>
              <a:gdLst/>
              <a:ahLst/>
              <a:cxnLst/>
              <a:rect l="0" t="0" r="r" b="b"/>
              <a:pathLst>
                <a:path w="2865" h="7162" stroke="0" extrusionOk="0">
                  <a:moveTo>
                    <a:pt x="0" y="7162"/>
                  </a:moveTo>
                  <a:lnTo>
                    <a:pt x="2865" y="7162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7162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498" name="Graph element 2191"/>
            <p:cNvSpPr/>
            <p:nvPr/>
          </p:nvSpPr>
          <p:spPr>
            <a:xfrm>
              <a:off x="770720" y="1044676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499" name="Graph element 2192"/>
            <p:cNvSpPr/>
            <p:nvPr/>
          </p:nvSpPr>
          <p:spPr>
            <a:xfrm>
              <a:off x="750604" y="1040317"/>
              <a:ext cx="2865" cy="5372"/>
            </a:xfrm>
            <a:custGeom>
              <a:avLst/>
              <a:gdLst/>
              <a:ahLst/>
              <a:cxnLst/>
              <a:rect l="0" t="0" r="r" b="b"/>
              <a:pathLst>
                <a:path w="2865" h="5372" stroke="0" extrusionOk="0">
                  <a:moveTo>
                    <a:pt x="0" y="5372"/>
                  </a:moveTo>
                  <a:lnTo>
                    <a:pt x="2865" y="5372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5372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500" name="Graph element 2193"/>
            <p:cNvSpPr/>
            <p:nvPr/>
          </p:nvSpPr>
          <p:spPr>
            <a:xfrm>
              <a:off x="638218" y="1039304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501" name="Graph element 2194"/>
            <p:cNvSpPr/>
            <p:nvPr/>
          </p:nvSpPr>
          <p:spPr>
            <a:xfrm>
              <a:off x="807902" y="1029574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502" name="Graph element 2195"/>
            <p:cNvSpPr/>
            <p:nvPr/>
          </p:nvSpPr>
          <p:spPr>
            <a:xfrm>
              <a:off x="764929" y="1027783"/>
              <a:ext cx="2865" cy="7162"/>
            </a:xfrm>
            <a:custGeom>
              <a:avLst/>
              <a:gdLst/>
              <a:ahLst/>
              <a:cxnLst/>
              <a:rect l="0" t="0" r="r" b="b"/>
              <a:pathLst>
                <a:path w="2865" h="7162" stroke="0" extrusionOk="0">
                  <a:moveTo>
                    <a:pt x="0" y="7162"/>
                  </a:moveTo>
                  <a:lnTo>
                    <a:pt x="2865" y="7162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7162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503" name="Graph element 2196"/>
            <p:cNvSpPr/>
            <p:nvPr/>
          </p:nvSpPr>
          <p:spPr>
            <a:xfrm>
              <a:off x="728759" y="1019188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504" name="Graph element 2197"/>
            <p:cNvSpPr/>
            <p:nvPr/>
          </p:nvSpPr>
          <p:spPr>
            <a:xfrm>
              <a:off x="801159" y="1014236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505" name="Graph element 2198"/>
            <p:cNvSpPr/>
            <p:nvPr/>
          </p:nvSpPr>
          <p:spPr>
            <a:xfrm>
              <a:off x="770720" y="1014236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506" name="Graph element 2199"/>
            <p:cNvSpPr/>
            <p:nvPr/>
          </p:nvSpPr>
          <p:spPr>
            <a:xfrm>
              <a:off x="784267" y="1008445"/>
              <a:ext cx="7162" cy="2865"/>
            </a:xfrm>
            <a:custGeom>
              <a:avLst/>
              <a:gdLst/>
              <a:ahLst/>
              <a:cxnLst/>
              <a:rect l="0" t="0" r="r" b="b"/>
              <a:pathLst>
                <a:path w="7162" h="2865" stroke="0" extrusionOk="0">
                  <a:moveTo>
                    <a:pt x="7162" y="2865"/>
                  </a:moveTo>
                  <a:lnTo>
                    <a:pt x="7162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7162" y="2865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507" name="Graph element 2200"/>
            <p:cNvSpPr/>
            <p:nvPr/>
          </p:nvSpPr>
          <p:spPr>
            <a:xfrm>
              <a:off x="691157" y="990539"/>
              <a:ext cx="3581" cy="2865"/>
            </a:xfrm>
            <a:custGeom>
              <a:avLst/>
              <a:gdLst/>
              <a:ahLst/>
              <a:cxnLst/>
              <a:rect l="0" t="0" r="r" b="b"/>
              <a:pathLst>
                <a:path w="3581" h="2865" stroke="0" extrusionOk="0">
                  <a:moveTo>
                    <a:pt x="3581" y="2865"/>
                  </a:moveTo>
                  <a:lnTo>
                    <a:pt x="358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3581" y="2865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508" name="Graph element 2201"/>
            <p:cNvSpPr/>
            <p:nvPr/>
          </p:nvSpPr>
          <p:spPr>
            <a:xfrm>
              <a:off x="685786" y="990539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509" name="Graph element 2202"/>
            <p:cNvSpPr/>
            <p:nvPr/>
          </p:nvSpPr>
          <p:spPr>
            <a:xfrm>
              <a:off x="914978" y="988749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510" name="Graph element 2203"/>
            <p:cNvSpPr/>
            <p:nvPr/>
          </p:nvSpPr>
          <p:spPr>
            <a:xfrm>
              <a:off x="672239" y="983797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511" name="Graph element 2204"/>
            <p:cNvSpPr/>
            <p:nvPr/>
          </p:nvSpPr>
          <p:spPr>
            <a:xfrm>
              <a:off x="933241" y="970485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512" name="Graph element 2205"/>
            <p:cNvSpPr/>
            <p:nvPr/>
          </p:nvSpPr>
          <p:spPr>
            <a:xfrm>
              <a:off x="777104" y="961890"/>
              <a:ext cx="5372" cy="2865"/>
            </a:xfrm>
            <a:custGeom>
              <a:avLst/>
              <a:gdLst/>
              <a:ahLst/>
              <a:cxnLst/>
              <a:rect l="0" t="0" r="r" b="b"/>
              <a:pathLst>
                <a:path w="5372" h="2865" stroke="0" extrusionOk="0">
                  <a:moveTo>
                    <a:pt x="5372" y="2865"/>
                  </a:moveTo>
                  <a:lnTo>
                    <a:pt x="5372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5372" y="2865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513" name="Graph element 2206"/>
            <p:cNvSpPr/>
            <p:nvPr/>
          </p:nvSpPr>
          <p:spPr>
            <a:xfrm>
              <a:off x="711212" y="963323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514" name="Graph element 2207"/>
            <p:cNvSpPr/>
            <p:nvPr/>
          </p:nvSpPr>
          <p:spPr>
            <a:xfrm>
              <a:off x="916768" y="951147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515" name="Graph element 2208"/>
            <p:cNvSpPr/>
            <p:nvPr/>
          </p:nvSpPr>
          <p:spPr>
            <a:xfrm>
              <a:off x="892478" y="940823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516" name="Graph element 2209"/>
            <p:cNvSpPr/>
            <p:nvPr/>
          </p:nvSpPr>
          <p:spPr>
            <a:xfrm>
              <a:off x="863829" y="940823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517" name="Graph element 2210"/>
            <p:cNvSpPr/>
            <p:nvPr/>
          </p:nvSpPr>
          <p:spPr>
            <a:xfrm>
              <a:off x="870991" y="935452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518" name="Graph element 2211"/>
            <p:cNvSpPr/>
            <p:nvPr/>
          </p:nvSpPr>
          <p:spPr>
            <a:xfrm>
              <a:off x="896059" y="931870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519" name="Graph element 2212"/>
            <p:cNvSpPr/>
            <p:nvPr/>
          </p:nvSpPr>
          <p:spPr>
            <a:xfrm>
              <a:off x="793997" y="924708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520" name="Graph element 2213"/>
            <p:cNvSpPr/>
            <p:nvPr/>
          </p:nvSpPr>
          <p:spPr>
            <a:xfrm>
              <a:off x="643590" y="881735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521" name="Graph element 2214"/>
            <p:cNvSpPr/>
            <p:nvPr/>
          </p:nvSpPr>
          <p:spPr>
            <a:xfrm>
              <a:off x="745652" y="869201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522" name="Graph element 2215"/>
            <p:cNvSpPr/>
            <p:nvPr/>
          </p:nvSpPr>
          <p:spPr>
            <a:xfrm>
              <a:off x="658927" y="840132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523" name="Graph element 2216"/>
            <p:cNvSpPr/>
            <p:nvPr/>
          </p:nvSpPr>
          <p:spPr>
            <a:xfrm>
              <a:off x="709063" y="829389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524" name="Graph element 2217"/>
            <p:cNvSpPr/>
            <p:nvPr/>
          </p:nvSpPr>
          <p:spPr>
            <a:xfrm>
              <a:off x="799369" y="815484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525" name="Graph element 2218"/>
            <p:cNvSpPr/>
            <p:nvPr/>
          </p:nvSpPr>
          <p:spPr>
            <a:xfrm>
              <a:off x="736279" y="805753"/>
              <a:ext cx="2865" cy="5372"/>
            </a:xfrm>
            <a:custGeom>
              <a:avLst/>
              <a:gdLst/>
              <a:ahLst/>
              <a:cxnLst/>
              <a:rect l="0" t="0" r="r" b="b"/>
              <a:pathLst>
                <a:path w="2865" h="5372" stroke="0" extrusionOk="0">
                  <a:moveTo>
                    <a:pt x="0" y="5372"/>
                  </a:moveTo>
                  <a:lnTo>
                    <a:pt x="2865" y="5372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5372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526" name="Graph element 2219"/>
            <p:cNvSpPr/>
            <p:nvPr/>
          </p:nvSpPr>
          <p:spPr>
            <a:xfrm>
              <a:off x="729537" y="790416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527" name="Graph element 2220"/>
            <p:cNvSpPr/>
            <p:nvPr/>
          </p:nvSpPr>
          <p:spPr>
            <a:xfrm>
              <a:off x="459162" y="711631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528" name="Graph element 2221"/>
            <p:cNvSpPr/>
            <p:nvPr/>
          </p:nvSpPr>
          <p:spPr>
            <a:xfrm>
              <a:off x="451580" y="692948"/>
              <a:ext cx="2865" cy="3581"/>
            </a:xfrm>
            <a:custGeom>
              <a:avLst/>
              <a:gdLst/>
              <a:ahLst/>
              <a:cxnLst/>
              <a:rect l="0" t="0" r="r" b="b"/>
              <a:pathLst>
                <a:path w="2865" h="3581" stroke="0" extrusionOk="0">
                  <a:moveTo>
                    <a:pt x="0" y="3581"/>
                  </a:moveTo>
                  <a:lnTo>
                    <a:pt x="2865" y="358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529" name="Graph element 2222"/>
            <p:cNvSpPr/>
            <p:nvPr/>
          </p:nvSpPr>
          <p:spPr>
            <a:xfrm>
              <a:off x="443047" y="679401"/>
              <a:ext cx="7397" cy="7397"/>
            </a:xfrm>
            <a:custGeom>
              <a:avLst/>
              <a:gdLst/>
              <a:ahLst/>
              <a:cxnLst/>
              <a:rect l="0" t="0" r="r" b="b"/>
              <a:pathLst>
                <a:path w="7397" h="7397" stroke="0" extrusionOk="0">
                  <a:moveTo>
                    <a:pt x="5372" y="7397"/>
                  </a:moveTo>
                  <a:lnTo>
                    <a:pt x="7397" y="5372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5372" y="7397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530" name="Graph element 2223"/>
            <p:cNvSpPr/>
            <p:nvPr/>
          </p:nvSpPr>
          <p:spPr>
            <a:xfrm>
              <a:off x="530007" y="671819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531" name="Graph element 2224"/>
            <p:cNvSpPr/>
            <p:nvPr/>
          </p:nvSpPr>
          <p:spPr>
            <a:xfrm>
              <a:off x="524635" y="671819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532" name="Graph element 2225"/>
            <p:cNvSpPr/>
            <p:nvPr/>
          </p:nvSpPr>
          <p:spPr>
            <a:xfrm>
              <a:off x="444837" y="645380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533" name="Graph element 2226"/>
            <p:cNvSpPr/>
            <p:nvPr/>
          </p:nvSpPr>
          <p:spPr>
            <a:xfrm>
              <a:off x="473486" y="623894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534" name="Graph element 2227"/>
            <p:cNvSpPr/>
            <p:nvPr/>
          </p:nvSpPr>
          <p:spPr>
            <a:xfrm>
              <a:off x="530007" y="621683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535" name="Graph element 2228"/>
            <p:cNvSpPr/>
            <p:nvPr/>
          </p:nvSpPr>
          <p:spPr>
            <a:xfrm>
              <a:off x="522844" y="621683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536" name="Graph element 2229"/>
            <p:cNvSpPr/>
            <p:nvPr/>
          </p:nvSpPr>
          <p:spPr>
            <a:xfrm>
              <a:off x="564027" y="455161"/>
              <a:ext cx="3581" cy="2865"/>
            </a:xfrm>
            <a:custGeom>
              <a:avLst/>
              <a:gdLst/>
              <a:ahLst/>
              <a:cxnLst/>
              <a:rect l="0" t="0" r="r" b="b"/>
              <a:pathLst>
                <a:path w="3581" h="2865" stroke="0" extrusionOk="0">
                  <a:moveTo>
                    <a:pt x="3581" y="2865"/>
                  </a:moveTo>
                  <a:lnTo>
                    <a:pt x="358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3581" y="2865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537" name="Graph element 2230"/>
            <p:cNvSpPr/>
            <p:nvPr/>
          </p:nvSpPr>
          <p:spPr>
            <a:xfrm>
              <a:off x="256828" y="443047"/>
              <a:ext cx="7397" cy="7397"/>
            </a:xfrm>
            <a:custGeom>
              <a:avLst/>
              <a:gdLst/>
              <a:ahLst/>
              <a:cxnLst/>
              <a:rect l="0" t="0" r="r" b="b"/>
              <a:pathLst>
                <a:path w="7397" h="7397" stroke="0" extrusionOk="0">
                  <a:moveTo>
                    <a:pt x="5372" y="7397"/>
                  </a:moveTo>
                  <a:lnTo>
                    <a:pt x="7397" y="5372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5372" y="7397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538" name="Graph element 2231"/>
            <p:cNvSpPr/>
            <p:nvPr/>
          </p:nvSpPr>
          <p:spPr>
            <a:xfrm>
              <a:off x="589453" y="435107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539" name="Graph element 2232"/>
            <p:cNvSpPr/>
            <p:nvPr/>
          </p:nvSpPr>
          <p:spPr>
            <a:xfrm>
              <a:off x="251037" y="429735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540" name="Graph element 2233"/>
            <p:cNvSpPr/>
            <p:nvPr/>
          </p:nvSpPr>
          <p:spPr>
            <a:xfrm>
              <a:off x="539318" y="427945"/>
              <a:ext cx="2865" cy="5372"/>
            </a:xfrm>
            <a:custGeom>
              <a:avLst/>
              <a:gdLst/>
              <a:ahLst/>
              <a:cxnLst/>
              <a:rect l="0" t="0" r="r" b="b"/>
              <a:pathLst>
                <a:path w="2865" h="5372" stroke="0" extrusionOk="0">
                  <a:moveTo>
                    <a:pt x="0" y="5372"/>
                  </a:moveTo>
                  <a:lnTo>
                    <a:pt x="2865" y="5372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5372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541" name="Graph element 2234"/>
            <p:cNvSpPr/>
            <p:nvPr/>
          </p:nvSpPr>
          <p:spPr>
            <a:xfrm>
              <a:off x="589453" y="426154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542" name="Graph element 2235"/>
            <p:cNvSpPr/>
            <p:nvPr/>
          </p:nvSpPr>
          <p:spPr>
            <a:xfrm>
              <a:off x="251037" y="422573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543" name="Graph element 2236"/>
            <p:cNvSpPr/>
            <p:nvPr/>
          </p:nvSpPr>
          <p:spPr>
            <a:xfrm>
              <a:off x="256828" y="403654"/>
              <a:ext cx="7397" cy="7397"/>
            </a:xfrm>
            <a:custGeom>
              <a:avLst/>
              <a:gdLst/>
              <a:ahLst/>
              <a:cxnLst/>
              <a:rect l="0" t="0" r="r" b="b"/>
              <a:pathLst>
                <a:path w="7397" h="7397" stroke="0" extrusionOk="0">
                  <a:moveTo>
                    <a:pt x="0" y="5372"/>
                  </a:moveTo>
                  <a:lnTo>
                    <a:pt x="2026" y="7397"/>
                  </a:lnTo>
                  <a:lnTo>
                    <a:pt x="7397" y="2026"/>
                  </a:lnTo>
                  <a:lnTo>
                    <a:pt x="5372" y="0"/>
                  </a:lnTo>
                  <a:lnTo>
                    <a:pt x="0" y="5372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544" name="Graph element 2237"/>
            <p:cNvSpPr/>
            <p:nvPr/>
          </p:nvSpPr>
          <p:spPr>
            <a:xfrm>
              <a:off x="279328" y="397863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7499BC"/>
            </a:solidFill>
            <a:ln>
              <a:noFill/>
            </a:ln>
          </p:spPr>
        </p:sp>
        <p:sp>
          <p:nvSpPr>
            <p:cNvPr id="17545" name="Graph element 2238"/>
            <p:cNvSpPr/>
            <p:nvPr/>
          </p:nvSpPr>
          <p:spPr>
            <a:xfrm>
              <a:off x="1047479" y="1348652"/>
              <a:ext cx="4594" cy="4236"/>
            </a:xfrm>
            <a:custGeom>
              <a:avLst/>
              <a:gdLst/>
              <a:ahLst/>
              <a:cxnLst/>
              <a:rect l="0" t="0" r="r" b="b"/>
              <a:pathLst>
                <a:path w="4594" h="4236" stroke="0" extrusionOk="0">
                  <a:moveTo>
                    <a:pt x="1197" y="2865"/>
                  </a:moveTo>
                  <a:lnTo>
                    <a:pt x="2568" y="4236"/>
                  </a:lnTo>
                  <a:lnTo>
                    <a:pt x="4594" y="2210"/>
                  </a:lnTo>
                  <a:lnTo>
                    <a:pt x="2384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197" y="2865"/>
                  </a:lnTo>
                  <a:close/>
                </a:path>
              </a:pathLst>
            </a:custGeom>
            <a:solidFill>
              <a:srgbClr val="F76868"/>
            </a:solidFill>
            <a:ln>
              <a:noFill/>
            </a:ln>
          </p:spPr>
        </p:sp>
        <p:sp>
          <p:nvSpPr>
            <p:cNvPr id="17546" name="Graph element 2239"/>
            <p:cNvSpPr/>
            <p:nvPr/>
          </p:nvSpPr>
          <p:spPr>
            <a:xfrm>
              <a:off x="1039304" y="1349072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76868"/>
            </a:solidFill>
            <a:ln>
              <a:noFill/>
            </a:ln>
          </p:spPr>
        </p:sp>
        <p:sp>
          <p:nvSpPr>
            <p:cNvPr id="17547" name="Graph element 2240"/>
            <p:cNvSpPr/>
            <p:nvPr/>
          </p:nvSpPr>
          <p:spPr>
            <a:xfrm>
              <a:off x="1112298" y="1339699"/>
              <a:ext cx="30317" cy="15399"/>
            </a:xfrm>
            <a:custGeom>
              <a:avLst/>
              <a:gdLst/>
              <a:ahLst/>
              <a:cxnLst/>
              <a:rect l="0" t="0" r="r" b="b"/>
              <a:pathLst>
                <a:path w="30317" h="15399" stroke="0" extrusionOk="0">
                  <a:moveTo>
                    <a:pt x="4420" y="0"/>
                  </a:moveTo>
                  <a:lnTo>
                    <a:pt x="0" y="4420"/>
                  </a:lnTo>
                  <a:lnTo>
                    <a:pt x="0" y="9188"/>
                  </a:lnTo>
                  <a:lnTo>
                    <a:pt x="2630" y="11818"/>
                  </a:lnTo>
                  <a:lnTo>
                    <a:pt x="4420" y="11818"/>
                  </a:lnTo>
                  <a:lnTo>
                    <a:pt x="8001" y="15399"/>
                  </a:lnTo>
                  <a:lnTo>
                    <a:pt x="14560" y="15399"/>
                  </a:lnTo>
                  <a:lnTo>
                    <a:pt x="16350" y="13608"/>
                  </a:lnTo>
                  <a:lnTo>
                    <a:pt x="16954" y="13608"/>
                  </a:lnTo>
                  <a:lnTo>
                    <a:pt x="18745" y="15399"/>
                  </a:lnTo>
                  <a:lnTo>
                    <a:pt x="25303" y="15399"/>
                  </a:lnTo>
                  <a:lnTo>
                    <a:pt x="30317" y="10385"/>
                  </a:lnTo>
                  <a:lnTo>
                    <a:pt x="27933" y="8001"/>
                  </a:lnTo>
                  <a:lnTo>
                    <a:pt x="27933" y="6211"/>
                  </a:lnTo>
                  <a:lnTo>
                    <a:pt x="25303" y="3581"/>
                  </a:lnTo>
                  <a:lnTo>
                    <a:pt x="23513" y="3581"/>
                  </a:lnTo>
                  <a:lnTo>
                    <a:pt x="19931" y="0"/>
                  </a:lnTo>
                  <a:lnTo>
                    <a:pt x="4420" y="0"/>
                  </a:lnTo>
                  <a:close/>
                </a:path>
              </a:pathLst>
            </a:custGeom>
            <a:solidFill>
              <a:srgbClr val="F76868"/>
            </a:solidFill>
            <a:ln>
              <a:noFill/>
            </a:ln>
          </p:spPr>
        </p:sp>
        <p:sp>
          <p:nvSpPr>
            <p:cNvPr id="17548" name="Graph element 2241"/>
            <p:cNvSpPr/>
            <p:nvPr/>
          </p:nvSpPr>
          <p:spPr>
            <a:xfrm>
              <a:off x="1038291" y="1325375"/>
              <a:ext cx="14437" cy="13844"/>
            </a:xfrm>
            <a:custGeom>
              <a:avLst/>
              <a:gdLst/>
              <a:ahLst/>
              <a:cxnLst/>
              <a:rect l="0" t="0" r="r" b="b"/>
              <a:pathLst>
                <a:path w="14437" h="13844" stroke="0" extrusionOk="0">
                  <a:moveTo>
                    <a:pt x="6804" y="0"/>
                  </a:moveTo>
                  <a:lnTo>
                    <a:pt x="2384" y="4420"/>
                  </a:lnTo>
                  <a:lnTo>
                    <a:pt x="2384" y="6211"/>
                  </a:lnTo>
                  <a:lnTo>
                    <a:pt x="0" y="8595"/>
                  </a:lnTo>
                  <a:lnTo>
                    <a:pt x="5249" y="13844"/>
                  </a:lnTo>
                  <a:lnTo>
                    <a:pt x="5249" y="9188"/>
                  </a:lnTo>
                  <a:lnTo>
                    <a:pt x="6200" y="8237"/>
                  </a:lnTo>
                  <a:lnTo>
                    <a:pt x="8830" y="8237"/>
                  </a:lnTo>
                  <a:lnTo>
                    <a:pt x="8830" y="5607"/>
                  </a:lnTo>
                  <a:lnTo>
                    <a:pt x="14437" y="0"/>
                  </a:lnTo>
                  <a:lnTo>
                    <a:pt x="6804" y="0"/>
                  </a:lnTo>
                  <a:close/>
                </a:path>
              </a:pathLst>
            </a:custGeom>
            <a:solidFill>
              <a:srgbClr val="F76868"/>
            </a:solidFill>
            <a:ln>
              <a:noFill/>
            </a:ln>
          </p:spPr>
        </p:sp>
        <p:sp>
          <p:nvSpPr>
            <p:cNvPr id="17549" name="Graph element 2242"/>
            <p:cNvSpPr/>
            <p:nvPr/>
          </p:nvSpPr>
          <p:spPr>
            <a:xfrm>
              <a:off x="1108481" y="1321558"/>
              <a:ext cx="13844" cy="8472"/>
            </a:xfrm>
            <a:custGeom>
              <a:avLst/>
              <a:gdLst/>
              <a:ahLst/>
              <a:cxnLst/>
              <a:rect l="0" t="0" r="r" b="b"/>
              <a:pathLst>
                <a:path w="13844" h="8472" stroke="0" extrusionOk="0">
                  <a:moveTo>
                    <a:pt x="13844" y="0"/>
                  </a:moveTo>
                  <a:lnTo>
                    <a:pt x="10027" y="3816"/>
                  </a:lnTo>
                  <a:lnTo>
                    <a:pt x="4655" y="3816"/>
                  </a:lnTo>
                  <a:lnTo>
                    <a:pt x="0" y="8472"/>
                  </a:lnTo>
                  <a:lnTo>
                    <a:pt x="7633" y="8472"/>
                  </a:lnTo>
                  <a:lnTo>
                    <a:pt x="9423" y="6681"/>
                  </a:lnTo>
                  <a:lnTo>
                    <a:pt x="13844" y="6681"/>
                  </a:lnTo>
                  <a:lnTo>
                    <a:pt x="13844" y="0"/>
                  </a:lnTo>
                  <a:close/>
                </a:path>
              </a:pathLst>
            </a:custGeom>
            <a:solidFill>
              <a:srgbClr val="F76868"/>
            </a:solidFill>
            <a:ln>
              <a:noFill/>
            </a:ln>
          </p:spPr>
        </p:sp>
        <p:sp>
          <p:nvSpPr>
            <p:cNvPr id="17550" name="Graph element 2243"/>
            <p:cNvSpPr/>
            <p:nvPr/>
          </p:nvSpPr>
          <p:spPr>
            <a:xfrm>
              <a:off x="1117434" y="1312606"/>
              <a:ext cx="6681" cy="6681"/>
            </a:xfrm>
            <a:custGeom>
              <a:avLst/>
              <a:gdLst/>
              <a:ahLst/>
              <a:cxnLst/>
              <a:rect l="0" t="0" r="r" b="b"/>
              <a:pathLst>
                <a:path w="6681" h="6681" stroke="0" extrusionOk="0">
                  <a:moveTo>
                    <a:pt x="6681" y="0"/>
                  </a:moveTo>
                  <a:lnTo>
                    <a:pt x="0" y="6681"/>
                  </a:lnTo>
                  <a:lnTo>
                    <a:pt x="6681" y="6681"/>
                  </a:lnTo>
                  <a:lnTo>
                    <a:pt x="6681" y="0"/>
                  </a:lnTo>
                  <a:close/>
                </a:path>
              </a:pathLst>
            </a:custGeom>
            <a:solidFill>
              <a:srgbClr val="F76868"/>
            </a:solidFill>
            <a:ln>
              <a:noFill/>
            </a:ln>
          </p:spPr>
        </p:sp>
        <p:sp>
          <p:nvSpPr>
            <p:cNvPr id="17551" name="Graph element 2244"/>
            <p:cNvSpPr/>
            <p:nvPr/>
          </p:nvSpPr>
          <p:spPr>
            <a:xfrm>
              <a:off x="1040675" y="1306876"/>
              <a:ext cx="17425" cy="16227"/>
            </a:xfrm>
            <a:custGeom>
              <a:avLst/>
              <a:gdLst/>
              <a:ahLst/>
              <a:cxnLst/>
              <a:rect l="0" t="0" r="r" b="b"/>
              <a:pathLst>
                <a:path w="17425" h="16227" stroke="0" extrusionOk="0">
                  <a:moveTo>
                    <a:pt x="12534" y="235"/>
                  </a:moveTo>
                  <a:lnTo>
                    <a:pt x="12176" y="3581"/>
                  </a:lnTo>
                  <a:lnTo>
                    <a:pt x="10979" y="2384"/>
                  </a:lnTo>
                  <a:lnTo>
                    <a:pt x="9188" y="2384"/>
                  </a:lnTo>
                  <a:lnTo>
                    <a:pt x="6804" y="0"/>
                  </a:lnTo>
                  <a:lnTo>
                    <a:pt x="4420" y="2384"/>
                  </a:lnTo>
                  <a:lnTo>
                    <a:pt x="0" y="2384"/>
                  </a:lnTo>
                  <a:lnTo>
                    <a:pt x="0" y="10620"/>
                  </a:lnTo>
                  <a:lnTo>
                    <a:pt x="4420" y="10620"/>
                  </a:lnTo>
                  <a:lnTo>
                    <a:pt x="5372" y="11572"/>
                  </a:lnTo>
                  <a:lnTo>
                    <a:pt x="5372" y="16227"/>
                  </a:lnTo>
                  <a:lnTo>
                    <a:pt x="10620" y="10979"/>
                  </a:lnTo>
                  <a:lnTo>
                    <a:pt x="8830" y="9188"/>
                  </a:lnTo>
                  <a:lnTo>
                    <a:pt x="9188" y="8830"/>
                  </a:lnTo>
                  <a:lnTo>
                    <a:pt x="17425" y="8830"/>
                  </a:lnTo>
                  <a:lnTo>
                    <a:pt x="14202" y="5607"/>
                  </a:lnTo>
                  <a:lnTo>
                    <a:pt x="15399" y="4410"/>
                  </a:lnTo>
                  <a:lnTo>
                    <a:pt x="12534" y="235"/>
                  </a:lnTo>
                  <a:close/>
                </a:path>
              </a:pathLst>
            </a:custGeom>
            <a:solidFill>
              <a:srgbClr val="F76868"/>
            </a:solidFill>
            <a:ln>
              <a:noFill/>
            </a:ln>
          </p:spPr>
        </p:sp>
        <p:sp>
          <p:nvSpPr>
            <p:cNvPr id="17552" name="Graph element 2245"/>
            <p:cNvSpPr/>
            <p:nvPr/>
          </p:nvSpPr>
          <p:spPr>
            <a:xfrm>
              <a:off x="1033933" y="1287773"/>
              <a:ext cx="8052" cy="6026"/>
            </a:xfrm>
            <a:custGeom>
              <a:avLst/>
              <a:gdLst/>
              <a:ahLst/>
              <a:cxnLst/>
              <a:rect l="0" t="0" r="r" b="b"/>
              <a:pathLst>
                <a:path w="8052" h="6026" stroke="0" extrusionOk="0">
                  <a:moveTo>
                    <a:pt x="1371" y="0"/>
                  </a:moveTo>
                  <a:lnTo>
                    <a:pt x="1371" y="2630"/>
                  </a:lnTo>
                  <a:lnTo>
                    <a:pt x="0" y="4001"/>
                  </a:lnTo>
                  <a:lnTo>
                    <a:pt x="2026" y="6026"/>
                  </a:lnTo>
                  <a:lnTo>
                    <a:pt x="8052" y="0"/>
                  </a:lnTo>
                  <a:lnTo>
                    <a:pt x="1371" y="0"/>
                  </a:lnTo>
                  <a:close/>
                </a:path>
              </a:pathLst>
            </a:custGeom>
            <a:solidFill>
              <a:srgbClr val="F76868"/>
            </a:solidFill>
            <a:ln>
              <a:noFill/>
            </a:ln>
          </p:spPr>
        </p:sp>
        <p:sp>
          <p:nvSpPr>
            <p:cNvPr id="17553" name="Graph element 2246"/>
            <p:cNvSpPr/>
            <p:nvPr/>
          </p:nvSpPr>
          <p:spPr>
            <a:xfrm>
              <a:off x="1058581" y="1282043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76868"/>
            </a:solidFill>
            <a:ln>
              <a:noFill/>
            </a:ln>
          </p:spPr>
        </p:sp>
        <p:sp>
          <p:nvSpPr>
            <p:cNvPr id="17554" name="Graph element 2247"/>
            <p:cNvSpPr/>
            <p:nvPr/>
          </p:nvSpPr>
          <p:spPr>
            <a:xfrm>
              <a:off x="1040675" y="1280611"/>
              <a:ext cx="10385" cy="6446"/>
            </a:xfrm>
            <a:custGeom>
              <a:avLst/>
              <a:gdLst/>
              <a:ahLst/>
              <a:cxnLst/>
              <a:rect l="0" t="0" r="r" b="b"/>
              <a:pathLst>
                <a:path w="10385" h="6446" stroke="0" extrusionOk="0">
                  <a:moveTo>
                    <a:pt x="4420" y="0"/>
                  </a:moveTo>
                  <a:lnTo>
                    <a:pt x="2630" y="1791"/>
                  </a:lnTo>
                  <a:lnTo>
                    <a:pt x="0" y="1791"/>
                  </a:lnTo>
                  <a:lnTo>
                    <a:pt x="0" y="6446"/>
                  </a:lnTo>
                  <a:lnTo>
                    <a:pt x="3816" y="6446"/>
                  </a:lnTo>
                  <a:lnTo>
                    <a:pt x="5607" y="4655"/>
                  </a:lnTo>
                  <a:lnTo>
                    <a:pt x="7397" y="4655"/>
                  </a:lnTo>
                  <a:lnTo>
                    <a:pt x="9188" y="2865"/>
                  </a:lnTo>
                  <a:lnTo>
                    <a:pt x="10385" y="2865"/>
                  </a:lnTo>
                  <a:lnTo>
                    <a:pt x="10385" y="0"/>
                  </a:lnTo>
                  <a:lnTo>
                    <a:pt x="4420" y="0"/>
                  </a:lnTo>
                  <a:close/>
                </a:path>
              </a:pathLst>
            </a:custGeom>
            <a:solidFill>
              <a:srgbClr val="F76868"/>
            </a:solidFill>
            <a:ln>
              <a:noFill/>
            </a:ln>
          </p:spPr>
        </p:sp>
        <p:sp>
          <p:nvSpPr>
            <p:cNvPr id="17555" name="Graph element 2248"/>
            <p:cNvSpPr/>
            <p:nvPr/>
          </p:nvSpPr>
          <p:spPr>
            <a:xfrm>
              <a:off x="1054764" y="1266286"/>
              <a:ext cx="6681" cy="6681"/>
            </a:xfrm>
            <a:custGeom>
              <a:avLst/>
              <a:gdLst/>
              <a:ahLst/>
              <a:cxnLst/>
              <a:rect l="0" t="0" r="r" b="b"/>
              <a:pathLst>
                <a:path w="6681" h="6681" stroke="0" extrusionOk="0">
                  <a:moveTo>
                    <a:pt x="0" y="0"/>
                  </a:moveTo>
                  <a:lnTo>
                    <a:pt x="6681" y="6681"/>
                  </a:lnTo>
                  <a:lnTo>
                    <a:pt x="668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6868"/>
            </a:solidFill>
            <a:ln>
              <a:noFill/>
            </a:ln>
          </p:spPr>
        </p:sp>
        <p:sp>
          <p:nvSpPr>
            <p:cNvPr id="17556" name="Graph element 2249"/>
            <p:cNvSpPr/>
            <p:nvPr/>
          </p:nvSpPr>
          <p:spPr>
            <a:xfrm>
              <a:off x="1047837" y="1256975"/>
              <a:ext cx="11818" cy="26736"/>
            </a:xfrm>
            <a:custGeom>
              <a:avLst/>
              <a:gdLst/>
              <a:ahLst/>
              <a:cxnLst/>
              <a:rect l="0" t="0" r="r" b="b"/>
              <a:pathLst>
                <a:path w="11818" h="26736" stroke="0" extrusionOk="0">
                  <a:moveTo>
                    <a:pt x="1791" y="0"/>
                  </a:moveTo>
                  <a:lnTo>
                    <a:pt x="1791" y="1197"/>
                  </a:lnTo>
                  <a:lnTo>
                    <a:pt x="0" y="2988"/>
                  </a:lnTo>
                  <a:lnTo>
                    <a:pt x="0" y="11337"/>
                  </a:lnTo>
                  <a:lnTo>
                    <a:pt x="1791" y="13127"/>
                  </a:lnTo>
                  <a:lnTo>
                    <a:pt x="1791" y="18499"/>
                  </a:lnTo>
                  <a:lnTo>
                    <a:pt x="5372" y="22080"/>
                  </a:lnTo>
                  <a:lnTo>
                    <a:pt x="5372" y="26736"/>
                  </a:lnTo>
                  <a:lnTo>
                    <a:pt x="9188" y="22919"/>
                  </a:lnTo>
                  <a:lnTo>
                    <a:pt x="11818" y="22919"/>
                  </a:lnTo>
                  <a:lnTo>
                    <a:pt x="11818" y="14683"/>
                  </a:lnTo>
                  <a:lnTo>
                    <a:pt x="9188" y="14683"/>
                  </a:lnTo>
                  <a:lnTo>
                    <a:pt x="6446" y="11941"/>
                  </a:lnTo>
                  <a:lnTo>
                    <a:pt x="6446" y="10150"/>
                  </a:lnTo>
                  <a:lnTo>
                    <a:pt x="4655" y="8359"/>
                  </a:lnTo>
                  <a:lnTo>
                    <a:pt x="4655" y="6569"/>
                  </a:lnTo>
                  <a:lnTo>
                    <a:pt x="3458" y="5372"/>
                  </a:lnTo>
                  <a:lnTo>
                    <a:pt x="4655" y="4174"/>
                  </a:lnTo>
                  <a:lnTo>
                    <a:pt x="1791" y="0"/>
                  </a:lnTo>
                  <a:close/>
                </a:path>
              </a:pathLst>
            </a:custGeom>
            <a:solidFill>
              <a:srgbClr val="F76868"/>
            </a:solidFill>
            <a:ln>
              <a:noFill/>
            </a:ln>
          </p:spPr>
        </p:sp>
        <p:sp>
          <p:nvSpPr>
            <p:cNvPr id="17557" name="Graph element 2250"/>
            <p:cNvSpPr/>
            <p:nvPr/>
          </p:nvSpPr>
          <p:spPr>
            <a:xfrm>
              <a:off x="1044256" y="124086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76868"/>
            </a:solidFill>
            <a:ln>
              <a:noFill/>
            </a:ln>
          </p:spPr>
        </p:sp>
        <p:sp>
          <p:nvSpPr>
            <p:cNvPr id="17558" name="Graph element 2251"/>
            <p:cNvSpPr/>
            <p:nvPr/>
          </p:nvSpPr>
          <p:spPr>
            <a:xfrm>
              <a:off x="1061927" y="1217941"/>
              <a:ext cx="71142" cy="146468"/>
            </a:xfrm>
            <a:custGeom>
              <a:avLst/>
              <a:gdLst/>
              <a:ahLst/>
              <a:cxnLst/>
              <a:rect l="0" t="0" r="r" b="b"/>
              <a:pathLst>
                <a:path w="71142" h="146468" stroke="0" extrusionOk="0">
                  <a:moveTo>
                    <a:pt x="45838" y="0"/>
                  </a:moveTo>
                  <a:lnTo>
                    <a:pt x="43209" y="2630"/>
                  </a:lnTo>
                  <a:lnTo>
                    <a:pt x="43209" y="8001"/>
                  </a:lnTo>
                  <a:lnTo>
                    <a:pt x="39392" y="11818"/>
                  </a:lnTo>
                  <a:lnTo>
                    <a:pt x="49420" y="11818"/>
                  </a:lnTo>
                  <a:lnTo>
                    <a:pt x="51210" y="13608"/>
                  </a:lnTo>
                  <a:lnTo>
                    <a:pt x="53359" y="13966"/>
                  </a:lnTo>
                  <a:lnTo>
                    <a:pt x="53001" y="14325"/>
                  </a:lnTo>
                  <a:lnTo>
                    <a:pt x="47025" y="14325"/>
                  </a:lnTo>
                  <a:lnTo>
                    <a:pt x="45235" y="12534"/>
                  </a:lnTo>
                  <a:lnTo>
                    <a:pt x="39628" y="12534"/>
                  </a:lnTo>
                  <a:lnTo>
                    <a:pt x="39628" y="16954"/>
                  </a:lnTo>
                  <a:lnTo>
                    <a:pt x="39270" y="17312"/>
                  </a:lnTo>
                  <a:lnTo>
                    <a:pt x="37121" y="15164"/>
                  </a:lnTo>
                  <a:lnTo>
                    <a:pt x="37121" y="11582"/>
                  </a:lnTo>
                  <a:lnTo>
                    <a:pt x="35924" y="10385"/>
                  </a:lnTo>
                  <a:lnTo>
                    <a:pt x="36282" y="10027"/>
                  </a:lnTo>
                  <a:lnTo>
                    <a:pt x="39863" y="10027"/>
                  </a:lnTo>
                  <a:lnTo>
                    <a:pt x="42073" y="7817"/>
                  </a:lnTo>
                  <a:lnTo>
                    <a:pt x="40047" y="5791"/>
                  </a:lnTo>
                  <a:lnTo>
                    <a:pt x="38676" y="7162"/>
                  </a:lnTo>
                  <a:lnTo>
                    <a:pt x="38072" y="7162"/>
                  </a:lnTo>
                  <a:lnTo>
                    <a:pt x="34256" y="3346"/>
                  </a:lnTo>
                  <a:lnTo>
                    <a:pt x="34256" y="8001"/>
                  </a:lnTo>
                  <a:lnTo>
                    <a:pt x="32465" y="9792"/>
                  </a:lnTo>
                  <a:lnTo>
                    <a:pt x="32465" y="11582"/>
                  </a:lnTo>
                  <a:lnTo>
                    <a:pt x="27094" y="16954"/>
                  </a:lnTo>
                  <a:lnTo>
                    <a:pt x="26736" y="19103"/>
                  </a:lnTo>
                  <a:lnTo>
                    <a:pt x="25538" y="17906"/>
                  </a:lnTo>
                  <a:lnTo>
                    <a:pt x="20771" y="17906"/>
                  </a:lnTo>
                  <a:lnTo>
                    <a:pt x="18980" y="19696"/>
                  </a:lnTo>
                  <a:lnTo>
                    <a:pt x="15399" y="19696"/>
                  </a:lnTo>
                  <a:lnTo>
                    <a:pt x="13608" y="21487"/>
                  </a:lnTo>
                  <a:lnTo>
                    <a:pt x="12411" y="21487"/>
                  </a:lnTo>
                  <a:lnTo>
                    <a:pt x="12411" y="24352"/>
                  </a:lnTo>
                  <a:lnTo>
                    <a:pt x="13608" y="24352"/>
                  </a:lnTo>
                  <a:lnTo>
                    <a:pt x="15399" y="26142"/>
                  </a:lnTo>
                  <a:lnTo>
                    <a:pt x="19215" y="26142"/>
                  </a:lnTo>
                  <a:lnTo>
                    <a:pt x="19215" y="23513"/>
                  </a:lnTo>
                  <a:lnTo>
                    <a:pt x="21364" y="21364"/>
                  </a:lnTo>
                  <a:lnTo>
                    <a:pt x="21722" y="21722"/>
                  </a:lnTo>
                  <a:lnTo>
                    <a:pt x="21722" y="23513"/>
                  </a:lnTo>
                  <a:lnTo>
                    <a:pt x="24710" y="26500"/>
                  </a:lnTo>
                  <a:lnTo>
                    <a:pt x="23513" y="27698"/>
                  </a:lnTo>
                  <a:lnTo>
                    <a:pt x="23154" y="29846"/>
                  </a:lnTo>
                  <a:lnTo>
                    <a:pt x="22796" y="26858"/>
                  </a:lnTo>
                  <a:lnTo>
                    <a:pt x="18141" y="26858"/>
                  </a:lnTo>
                  <a:lnTo>
                    <a:pt x="18141" y="34256"/>
                  </a:lnTo>
                  <a:lnTo>
                    <a:pt x="19931" y="36046"/>
                  </a:lnTo>
                  <a:lnTo>
                    <a:pt x="19931" y="38676"/>
                  </a:lnTo>
                  <a:lnTo>
                    <a:pt x="22561" y="38676"/>
                  </a:lnTo>
                  <a:lnTo>
                    <a:pt x="26500" y="42615"/>
                  </a:lnTo>
                  <a:lnTo>
                    <a:pt x="23513" y="45603"/>
                  </a:lnTo>
                  <a:lnTo>
                    <a:pt x="23513" y="50975"/>
                  </a:lnTo>
                  <a:lnTo>
                    <a:pt x="21722" y="52765"/>
                  </a:lnTo>
                  <a:lnTo>
                    <a:pt x="21722" y="54556"/>
                  </a:lnTo>
                  <a:lnTo>
                    <a:pt x="20771" y="55507"/>
                  </a:lnTo>
                  <a:lnTo>
                    <a:pt x="18980" y="55507"/>
                  </a:lnTo>
                  <a:lnTo>
                    <a:pt x="15399" y="59089"/>
                  </a:lnTo>
                  <a:lnTo>
                    <a:pt x="11818" y="59089"/>
                  </a:lnTo>
                  <a:lnTo>
                    <a:pt x="10027" y="60879"/>
                  </a:lnTo>
                  <a:lnTo>
                    <a:pt x="7633" y="60879"/>
                  </a:lnTo>
                  <a:lnTo>
                    <a:pt x="5842" y="59089"/>
                  </a:lnTo>
                  <a:lnTo>
                    <a:pt x="0" y="59089"/>
                  </a:lnTo>
                  <a:lnTo>
                    <a:pt x="7397" y="66486"/>
                  </a:lnTo>
                  <a:lnTo>
                    <a:pt x="7397" y="70067"/>
                  </a:lnTo>
                  <a:lnTo>
                    <a:pt x="10385" y="73055"/>
                  </a:lnTo>
                  <a:lnTo>
                    <a:pt x="7039" y="73413"/>
                  </a:lnTo>
                  <a:lnTo>
                    <a:pt x="7039" y="76278"/>
                  </a:lnTo>
                  <a:lnTo>
                    <a:pt x="10385" y="76636"/>
                  </a:lnTo>
                  <a:lnTo>
                    <a:pt x="8830" y="76994"/>
                  </a:lnTo>
                  <a:lnTo>
                    <a:pt x="8830" y="79859"/>
                  </a:lnTo>
                  <a:lnTo>
                    <a:pt x="11214" y="79859"/>
                  </a:lnTo>
                  <a:lnTo>
                    <a:pt x="13004" y="78069"/>
                  </a:lnTo>
                  <a:lnTo>
                    <a:pt x="13608" y="78069"/>
                  </a:lnTo>
                  <a:lnTo>
                    <a:pt x="14560" y="79020"/>
                  </a:lnTo>
                  <a:lnTo>
                    <a:pt x="14560" y="80811"/>
                  </a:lnTo>
                  <a:lnTo>
                    <a:pt x="22561" y="88812"/>
                  </a:lnTo>
                  <a:lnTo>
                    <a:pt x="26142" y="88812"/>
                  </a:lnTo>
                  <a:lnTo>
                    <a:pt x="27094" y="89763"/>
                  </a:lnTo>
                  <a:lnTo>
                    <a:pt x="27094" y="94419"/>
                  </a:lnTo>
                  <a:lnTo>
                    <a:pt x="30910" y="90602"/>
                  </a:lnTo>
                  <a:lnTo>
                    <a:pt x="33304" y="90602"/>
                  </a:lnTo>
                  <a:lnTo>
                    <a:pt x="35095" y="92393"/>
                  </a:lnTo>
                  <a:lnTo>
                    <a:pt x="36886" y="92393"/>
                  </a:lnTo>
                  <a:lnTo>
                    <a:pt x="39034" y="94542"/>
                  </a:lnTo>
                  <a:lnTo>
                    <a:pt x="36886" y="96690"/>
                  </a:lnTo>
                  <a:lnTo>
                    <a:pt x="35095" y="96690"/>
                  </a:lnTo>
                  <a:lnTo>
                    <a:pt x="33304" y="98481"/>
                  </a:lnTo>
                  <a:lnTo>
                    <a:pt x="31749" y="97530"/>
                  </a:lnTo>
                  <a:lnTo>
                    <a:pt x="31749" y="96332"/>
                  </a:lnTo>
                  <a:lnTo>
                    <a:pt x="28884" y="96332"/>
                  </a:lnTo>
                  <a:lnTo>
                    <a:pt x="28884" y="97530"/>
                  </a:lnTo>
                  <a:lnTo>
                    <a:pt x="27329" y="98481"/>
                  </a:lnTo>
                  <a:lnTo>
                    <a:pt x="23513" y="94665"/>
                  </a:lnTo>
                  <a:lnTo>
                    <a:pt x="23513" y="99320"/>
                  </a:lnTo>
                  <a:lnTo>
                    <a:pt x="21722" y="101111"/>
                  </a:lnTo>
                  <a:lnTo>
                    <a:pt x="21722" y="108273"/>
                  </a:lnTo>
                  <a:lnTo>
                    <a:pt x="19931" y="110063"/>
                  </a:lnTo>
                  <a:lnTo>
                    <a:pt x="19931" y="111854"/>
                  </a:lnTo>
                  <a:lnTo>
                    <a:pt x="18141" y="113645"/>
                  </a:lnTo>
                  <a:lnTo>
                    <a:pt x="18141" y="115435"/>
                  </a:lnTo>
                  <a:lnTo>
                    <a:pt x="16350" y="117226"/>
                  </a:lnTo>
                  <a:lnTo>
                    <a:pt x="16350" y="120203"/>
                  </a:lnTo>
                  <a:lnTo>
                    <a:pt x="19931" y="123784"/>
                  </a:lnTo>
                  <a:lnTo>
                    <a:pt x="19931" y="124388"/>
                  </a:lnTo>
                  <a:lnTo>
                    <a:pt x="16350" y="127969"/>
                  </a:lnTo>
                  <a:lnTo>
                    <a:pt x="16350" y="130946"/>
                  </a:lnTo>
                  <a:lnTo>
                    <a:pt x="18980" y="133576"/>
                  </a:lnTo>
                  <a:lnTo>
                    <a:pt x="20771" y="133576"/>
                  </a:lnTo>
                  <a:lnTo>
                    <a:pt x="23513" y="136318"/>
                  </a:lnTo>
                  <a:lnTo>
                    <a:pt x="23513" y="140503"/>
                  </a:lnTo>
                  <a:lnTo>
                    <a:pt x="19931" y="144084"/>
                  </a:lnTo>
                  <a:lnTo>
                    <a:pt x="19931" y="146468"/>
                  </a:lnTo>
                  <a:lnTo>
                    <a:pt x="22796" y="146468"/>
                  </a:lnTo>
                  <a:lnTo>
                    <a:pt x="22796" y="145271"/>
                  </a:lnTo>
                  <a:lnTo>
                    <a:pt x="26377" y="141690"/>
                  </a:lnTo>
                  <a:lnTo>
                    <a:pt x="26377" y="131550"/>
                  </a:lnTo>
                  <a:lnTo>
                    <a:pt x="24587" y="129760"/>
                  </a:lnTo>
                  <a:lnTo>
                    <a:pt x="24587" y="129156"/>
                  </a:lnTo>
                  <a:lnTo>
                    <a:pt x="27329" y="126414"/>
                  </a:lnTo>
                  <a:lnTo>
                    <a:pt x="29959" y="126414"/>
                  </a:lnTo>
                  <a:lnTo>
                    <a:pt x="29959" y="120807"/>
                  </a:lnTo>
                  <a:lnTo>
                    <a:pt x="27329" y="118177"/>
                  </a:lnTo>
                  <a:lnTo>
                    <a:pt x="20167" y="118177"/>
                  </a:lnTo>
                  <a:lnTo>
                    <a:pt x="19809" y="117819"/>
                  </a:lnTo>
                  <a:lnTo>
                    <a:pt x="29959" y="107669"/>
                  </a:lnTo>
                  <a:lnTo>
                    <a:pt x="29959" y="104088"/>
                  </a:lnTo>
                  <a:lnTo>
                    <a:pt x="32107" y="101939"/>
                  </a:lnTo>
                  <a:lnTo>
                    <a:pt x="32465" y="104927"/>
                  </a:lnTo>
                  <a:lnTo>
                    <a:pt x="37121" y="104927"/>
                  </a:lnTo>
                  <a:lnTo>
                    <a:pt x="37121" y="100507"/>
                  </a:lnTo>
                  <a:lnTo>
                    <a:pt x="39863" y="97765"/>
                  </a:lnTo>
                  <a:lnTo>
                    <a:pt x="41653" y="97765"/>
                  </a:lnTo>
                  <a:lnTo>
                    <a:pt x="47864" y="91554"/>
                  </a:lnTo>
                  <a:lnTo>
                    <a:pt x="47864" y="89763"/>
                  </a:lnTo>
                  <a:lnTo>
                    <a:pt x="49655" y="87973"/>
                  </a:lnTo>
                  <a:lnTo>
                    <a:pt x="49655" y="86182"/>
                  </a:lnTo>
                  <a:lnTo>
                    <a:pt x="51445" y="84392"/>
                  </a:lnTo>
                  <a:lnTo>
                    <a:pt x="51445" y="76043"/>
                  </a:lnTo>
                  <a:lnTo>
                    <a:pt x="49655" y="74252"/>
                  </a:lnTo>
                  <a:lnTo>
                    <a:pt x="49655" y="71623"/>
                  </a:lnTo>
                  <a:lnTo>
                    <a:pt x="42257" y="71623"/>
                  </a:lnTo>
                  <a:lnTo>
                    <a:pt x="40467" y="73413"/>
                  </a:lnTo>
                  <a:lnTo>
                    <a:pt x="38676" y="73413"/>
                  </a:lnTo>
                  <a:lnTo>
                    <a:pt x="32465" y="79624"/>
                  </a:lnTo>
                  <a:lnTo>
                    <a:pt x="32465" y="81414"/>
                  </a:lnTo>
                  <a:lnTo>
                    <a:pt x="30675" y="83205"/>
                  </a:lnTo>
                  <a:lnTo>
                    <a:pt x="30675" y="84996"/>
                  </a:lnTo>
                  <a:lnTo>
                    <a:pt x="28526" y="87144"/>
                  </a:lnTo>
                  <a:lnTo>
                    <a:pt x="23748" y="82366"/>
                  </a:lnTo>
                  <a:lnTo>
                    <a:pt x="21957" y="82366"/>
                  </a:lnTo>
                  <a:lnTo>
                    <a:pt x="20167" y="80575"/>
                  </a:lnTo>
                  <a:lnTo>
                    <a:pt x="18376" y="80575"/>
                  </a:lnTo>
                  <a:lnTo>
                    <a:pt x="17425" y="79624"/>
                  </a:lnTo>
                  <a:lnTo>
                    <a:pt x="17425" y="77833"/>
                  </a:lnTo>
                  <a:lnTo>
                    <a:pt x="16227" y="76636"/>
                  </a:lnTo>
                  <a:lnTo>
                    <a:pt x="16586" y="76278"/>
                  </a:lnTo>
                  <a:lnTo>
                    <a:pt x="21957" y="76278"/>
                  </a:lnTo>
                  <a:lnTo>
                    <a:pt x="23748" y="74487"/>
                  </a:lnTo>
                  <a:lnTo>
                    <a:pt x="25538" y="74487"/>
                  </a:lnTo>
                  <a:lnTo>
                    <a:pt x="27329" y="72697"/>
                  </a:lnTo>
                  <a:lnTo>
                    <a:pt x="29119" y="72697"/>
                  </a:lnTo>
                  <a:lnTo>
                    <a:pt x="31749" y="70067"/>
                  </a:lnTo>
                  <a:lnTo>
                    <a:pt x="31749" y="68277"/>
                  </a:lnTo>
                  <a:lnTo>
                    <a:pt x="35330" y="64695"/>
                  </a:lnTo>
                  <a:lnTo>
                    <a:pt x="35330" y="59089"/>
                  </a:lnTo>
                  <a:lnTo>
                    <a:pt x="27933" y="59089"/>
                  </a:lnTo>
                  <a:lnTo>
                    <a:pt x="26142" y="60879"/>
                  </a:lnTo>
                  <a:lnTo>
                    <a:pt x="22561" y="60879"/>
                  </a:lnTo>
                  <a:lnTo>
                    <a:pt x="21364" y="62076"/>
                  </a:lnTo>
                  <a:lnTo>
                    <a:pt x="21006" y="61718"/>
                  </a:lnTo>
                  <a:lnTo>
                    <a:pt x="21006" y="61114"/>
                  </a:lnTo>
                  <a:lnTo>
                    <a:pt x="24587" y="57533"/>
                  </a:lnTo>
                  <a:lnTo>
                    <a:pt x="24587" y="53952"/>
                  </a:lnTo>
                  <a:lnTo>
                    <a:pt x="26377" y="52162"/>
                  </a:lnTo>
                  <a:lnTo>
                    <a:pt x="26377" y="48580"/>
                  </a:lnTo>
                  <a:lnTo>
                    <a:pt x="29119" y="45838"/>
                  </a:lnTo>
                  <a:lnTo>
                    <a:pt x="31749" y="45838"/>
                  </a:lnTo>
                  <a:lnTo>
                    <a:pt x="31749" y="41183"/>
                  </a:lnTo>
                  <a:lnTo>
                    <a:pt x="29119" y="41183"/>
                  </a:lnTo>
                  <a:lnTo>
                    <a:pt x="28168" y="40231"/>
                  </a:lnTo>
                  <a:lnTo>
                    <a:pt x="28168" y="36046"/>
                  </a:lnTo>
                  <a:lnTo>
                    <a:pt x="29723" y="35095"/>
                  </a:lnTo>
                  <a:lnTo>
                    <a:pt x="33304" y="38676"/>
                  </a:lnTo>
                  <a:lnTo>
                    <a:pt x="38676" y="38676"/>
                  </a:lnTo>
                  <a:lnTo>
                    <a:pt x="40467" y="40467"/>
                  </a:lnTo>
                  <a:lnTo>
                    <a:pt x="47025" y="40467"/>
                  </a:lnTo>
                  <a:lnTo>
                    <a:pt x="50371" y="37121"/>
                  </a:lnTo>
                  <a:lnTo>
                    <a:pt x="50371" y="40467"/>
                  </a:lnTo>
                  <a:lnTo>
                    <a:pt x="54791" y="40467"/>
                  </a:lnTo>
                  <a:lnTo>
                    <a:pt x="56582" y="42257"/>
                  </a:lnTo>
                  <a:lnTo>
                    <a:pt x="61350" y="42257"/>
                  </a:lnTo>
                  <a:lnTo>
                    <a:pt x="63979" y="39628"/>
                  </a:lnTo>
                  <a:lnTo>
                    <a:pt x="63979" y="34256"/>
                  </a:lnTo>
                  <a:lnTo>
                    <a:pt x="65770" y="32465"/>
                  </a:lnTo>
                  <a:lnTo>
                    <a:pt x="65770" y="29488"/>
                  </a:lnTo>
                  <a:lnTo>
                    <a:pt x="63979" y="27698"/>
                  </a:lnTo>
                  <a:lnTo>
                    <a:pt x="63979" y="16954"/>
                  </a:lnTo>
                  <a:lnTo>
                    <a:pt x="62189" y="15164"/>
                  </a:lnTo>
                  <a:lnTo>
                    <a:pt x="62189" y="10979"/>
                  </a:lnTo>
                  <a:lnTo>
                    <a:pt x="63140" y="10027"/>
                  </a:lnTo>
                  <a:lnTo>
                    <a:pt x="64931" y="10027"/>
                  </a:lnTo>
                  <a:lnTo>
                    <a:pt x="66721" y="8237"/>
                  </a:lnTo>
                  <a:lnTo>
                    <a:pt x="68512" y="8237"/>
                  </a:lnTo>
                  <a:lnTo>
                    <a:pt x="71142" y="5607"/>
                  </a:lnTo>
                  <a:lnTo>
                    <a:pt x="71142" y="1791"/>
                  </a:lnTo>
                  <a:lnTo>
                    <a:pt x="68512" y="1791"/>
                  </a:lnTo>
                  <a:lnTo>
                    <a:pt x="66721" y="0"/>
                  </a:lnTo>
                  <a:lnTo>
                    <a:pt x="52162" y="0"/>
                  </a:lnTo>
                  <a:lnTo>
                    <a:pt x="52162" y="4655"/>
                  </a:lnTo>
                  <a:lnTo>
                    <a:pt x="54791" y="4655"/>
                  </a:lnTo>
                  <a:lnTo>
                    <a:pt x="57533" y="7397"/>
                  </a:lnTo>
                  <a:lnTo>
                    <a:pt x="57533" y="8001"/>
                  </a:lnTo>
                  <a:lnTo>
                    <a:pt x="55385" y="10150"/>
                  </a:lnTo>
                  <a:lnTo>
                    <a:pt x="54187" y="8953"/>
                  </a:lnTo>
                  <a:lnTo>
                    <a:pt x="48816" y="8953"/>
                  </a:lnTo>
                  <a:lnTo>
                    <a:pt x="46667" y="6804"/>
                  </a:lnTo>
                  <a:lnTo>
                    <a:pt x="48816" y="4655"/>
                  </a:lnTo>
                  <a:lnTo>
                    <a:pt x="51445" y="4655"/>
                  </a:lnTo>
                  <a:lnTo>
                    <a:pt x="51445" y="0"/>
                  </a:lnTo>
                  <a:lnTo>
                    <a:pt x="45838" y="0"/>
                  </a:lnTo>
                  <a:close/>
                  <a:moveTo>
                    <a:pt x="53001" y="35811"/>
                  </a:moveTo>
                  <a:lnTo>
                    <a:pt x="47025" y="35811"/>
                  </a:lnTo>
                  <a:lnTo>
                    <a:pt x="44283" y="33069"/>
                  </a:lnTo>
                  <a:lnTo>
                    <a:pt x="44283" y="31279"/>
                  </a:lnTo>
                  <a:lnTo>
                    <a:pt x="40702" y="27698"/>
                  </a:lnTo>
                  <a:lnTo>
                    <a:pt x="40702" y="27094"/>
                  </a:lnTo>
                  <a:lnTo>
                    <a:pt x="42493" y="25303"/>
                  </a:lnTo>
                  <a:lnTo>
                    <a:pt x="42493" y="23513"/>
                  </a:lnTo>
                  <a:lnTo>
                    <a:pt x="47025" y="18980"/>
                  </a:lnTo>
                  <a:lnTo>
                    <a:pt x="48816" y="18980"/>
                  </a:lnTo>
                  <a:lnTo>
                    <a:pt x="50606" y="17189"/>
                  </a:lnTo>
                  <a:lnTo>
                    <a:pt x="54187" y="17189"/>
                  </a:lnTo>
                  <a:lnTo>
                    <a:pt x="55385" y="15992"/>
                  </a:lnTo>
                  <a:lnTo>
                    <a:pt x="61114" y="21722"/>
                  </a:lnTo>
                  <a:lnTo>
                    <a:pt x="61114" y="25907"/>
                  </a:lnTo>
                  <a:lnTo>
                    <a:pt x="59324" y="27698"/>
                  </a:lnTo>
                  <a:lnTo>
                    <a:pt x="59324" y="29488"/>
                  </a:lnTo>
                  <a:lnTo>
                    <a:pt x="53001" y="35811"/>
                  </a:lnTo>
                  <a:close/>
                  <a:moveTo>
                    <a:pt x="38911" y="32465"/>
                  </a:moveTo>
                  <a:lnTo>
                    <a:pt x="39270" y="32107"/>
                  </a:lnTo>
                  <a:lnTo>
                    <a:pt x="39628" y="32465"/>
                  </a:lnTo>
                  <a:lnTo>
                    <a:pt x="39270" y="33427"/>
                  </a:lnTo>
                  <a:lnTo>
                    <a:pt x="38911" y="32465"/>
                  </a:lnTo>
                  <a:close/>
                  <a:moveTo>
                    <a:pt x="35330" y="87973"/>
                  </a:moveTo>
                  <a:lnTo>
                    <a:pt x="35688" y="87615"/>
                  </a:lnTo>
                  <a:lnTo>
                    <a:pt x="36046" y="87973"/>
                  </a:lnTo>
                  <a:lnTo>
                    <a:pt x="35688" y="88935"/>
                  </a:lnTo>
                  <a:lnTo>
                    <a:pt x="35330" y="87973"/>
                  </a:lnTo>
                  <a:close/>
                  <a:moveTo>
                    <a:pt x="33540" y="84392"/>
                  </a:moveTo>
                  <a:lnTo>
                    <a:pt x="33898" y="84034"/>
                  </a:lnTo>
                  <a:lnTo>
                    <a:pt x="34256" y="84392"/>
                  </a:lnTo>
                  <a:lnTo>
                    <a:pt x="33898" y="85354"/>
                  </a:lnTo>
                  <a:lnTo>
                    <a:pt x="33540" y="84392"/>
                  </a:lnTo>
                  <a:close/>
                  <a:moveTo>
                    <a:pt x="26377" y="28884"/>
                  </a:moveTo>
                  <a:lnTo>
                    <a:pt x="26736" y="28526"/>
                  </a:lnTo>
                  <a:lnTo>
                    <a:pt x="27094" y="28884"/>
                  </a:lnTo>
                  <a:lnTo>
                    <a:pt x="26736" y="29846"/>
                  </a:lnTo>
                  <a:lnTo>
                    <a:pt x="26377" y="28884"/>
                  </a:lnTo>
                  <a:close/>
                  <a:moveTo>
                    <a:pt x="12646" y="67683"/>
                  </a:moveTo>
                  <a:lnTo>
                    <a:pt x="13608" y="67325"/>
                  </a:lnTo>
                  <a:lnTo>
                    <a:pt x="14560" y="68881"/>
                  </a:lnTo>
                  <a:lnTo>
                    <a:pt x="14202" y="69239"/>
                  </a:lnTo>
                  <a:lnTo>
                    <a:pt x="12646" y="67683"/>
                  </a:lnTo>
                  <a:close/>
                  <a:moveTo>
                    <a:pt x="14202" y="73290"/>
                  </a:moveTo>
                  <a:lnTo>
                    <a:pt x="14560" y="74252"/>
                  </a:lnTo>
                  <a:lnTo>
                    <a:pt x="13004" y="75204"/>
                  </a:lnTo>
                  <a:lnTo>
                    <a:pt x="12646" y="74846"/>
                  </a:lnTo>
                  <a:lnTo>
                    <a:pt x="14202" y="73290"/>
                  </a:lnTo>
                  <a:close/>
                </a:path>
              </a:pathLst>
            </a:custGeom>
            <a:solidFill>
              <a:srgbClr val="F76868"/>
            </a:solidFill>
            <a:ln>
              <a:noFill/>
            </a:ln>
          </p:spPr>
        </p:sp>
        <p:sp>
          <p:nvSpPr>
            <p:cNvPr id="17559" name="Graph element 2252"/>
            <p:cNvSpPr/>
            <p:nvPr/>
          </p:nvSpPr>
          <p:spPr>
            <a:xfrm>
              <a:off x="1044256" y="1199800"/>
              <a:ext cx="22561" cy="55262"/>
            </a:xfrm>
            <a:custGeom>
              <a:avLst/>
              <a:gdLst/>
              <a:ahLst/>
              <a:cxnLst/>
              <a:rect l="0" t="0" r="r" b="b"/>
              <a:pathLst>
                <a:path w="22561" h="55262" stroke="0" extrusionOk="0">
                  <a:moveTo>
                    <a:pt x="6446" y="0"/>
                  </a:moveTo>
                  <a:lnTo>
                    <a:pt x="0" y="6446"/>
                  </a:lnTo>
                  <a:lnTo>
                    <a:pt x="0" y="12053"/>
                  </a:lnTo>
                  <a:lnTo>
                    <a:pt x="2630" y="12053"/>
                  </a:lnTo>
                  <a:lnTo>
                    <a:pt x="3581" y="13004"/>
                  </a:lnTo>
                  <a:lnTo>
                    <a:pt x="3581" y="13608"/>
                  </a:lnTo>
                  <a:lnTo>
                    <a:pt x="1791" y="15399"/>
                  </a:lnTo>
                  <a:lnTo>
                    <a:pt x="1791" y="18376"/>
                  </a:lnTo>
                  <a:lnTo>
                    <a:pt x="4420" y="21006"/>
                  </a:lnTo>
                  <a:lnTo>
                    <a:pt x="8001" y="21006"/>
                  </a:lnTo>
                  <a:lnTo>
                    <a:pt x="9792" y="22796"/>
                  </a:lnTo>
                  <a:lnTo>
                    <a:pt x="11582" y="22796"/>
                  </a:lnTo>
                  <a:lnTo>
                    <a:pt x="12534" y="23748"/>
                  </a:lnTo>
                  <a:lnTo>
                    <a:pt x="12534" y="27329"/>
                  </a:lnTo>
                  <a:lnTo>
                    <a:pt x="13731" y="28526"/>
                  </a:lnTo>
                  <a:lnTo>
                    <a:pt x="12176" y="28884"/>
                  </a:lnTo>
                  <a:lnTo>
                    <a:pt x="12176" y="31749"/>
                  </a:lnTo>
                  <a:lnTo>
                    <a:pt x="13373" y="31749"/>
                  </a:lnTo>
                  <a:lnTo>
                    <a:pt x="14325" y="33304"/>
                  </a:lnTo>
                  <a:lnTo>
                    <a:pt x="13373" y="34256"/>
                  </a:lnTo>
                  <a:lnTo>
                    <a:pt x="11582" y="34256"/>
                  </a:lnTo>
                  <a:lnTo>
                    <a:pt x="9792" y="36046"/>
                  </a:lnTo>
                  <a:lnTo>
                    <a:pt x="7162" y="36046"/>
                  </a:lnTo>
                  <a:lnTo>
                    <a:pt x="7162" y="45838"/>
                  </a:lnTo>
                  <a:lnTo>
                    <a:pt x="5372" y="47629"/>
                  </a:lnTo>
                  <a:lnTo>
                    <a:pt x="5372" y="50606"/>
                  </a:lnTo>
                  <a:lnTo>
                    <a:pt x="10027" y="55262"/>
                  </a:lnTo>
                  <a:lnTo>
                    <a:pt x="10027" y="50606"/>
                  </a:lnTo>
                  <a:lnTo>
                    <a:pt x="19215" y="41418"/>
                  </a:lnTo>
                  <a:lnTo>
                    <a:pt x="12769" y="41418"/>
                  </a:lnTo>
                  <a:lnTo>
                    <a:pt x="10620" y="39270"/>
                  </a:lnTo>
                  <a:lnTo>
                    <a:pt x="10979" y="38911"/>
                  </a:lnTo>
                  <a:lnTo>
                    <a:pt x="16954" y="38911"/>
                  </a:lnTo>
                  <a:lnTo>
                    <a:pt x="18745" y="40702"/>
                  </a:lnTo>
                  <a:lnTo>
                    <a:pt x="22561" y="40702"/>
                  </a:lnTo>
                  <a:lnTo>
                    <a:pt x="22561" y="35095"/>
                  </a:lnTo>
                  <a:lnTo>
                    <a:pt x="19931" y="32465"/>
                  </a:lnTo>
                  <a:lnTo>
                    <a:pt x="18141" y="32465"/>
                  </a:lnTo>
                  <a:lnTo>
                    <a:pt x="17189" y="31514"/>
                  </a:lnTo>
                  <a:lnTo>
                    <a:pt x="17189" y="30910"/>
                  </a:lnTo>
                  <a:lnTo>
                    <a:pt x="19573" y="28526"/>
                  </a:lnTo>
                  <a:lnTo>
                    <a:pt x="17189" y="26142"/>
                  </a:lnTo>
                  <a:lnTo>
                    <a:pt x="17189" y="19931"/>
                  </a:lnTo>
                  <a:lnTo>
                    <a:pt x="14560" y="19931"/>
                  </a:lnTo>
                  <a:lnTo>
                    <a:pt x="13608" y="18980"/>
                  </a:lnTo>
                  <a:lnTo>
                    <a:pt x="13608" y="11818"/>
                  </a:lnTo>
                  <a:lnTo>
                    <a:pt x="6446" y="4655"/>
                  </a:lnTo>
                  <a:lnTo>
                    <a:pt x="6446" y="0"/>
                  </a:lnTo>
                  <a:close/>
                </a:path>
              </a:pathLst>
            </a:custGeom>
            <a:solidFill>
              <a:srgbClr val="F76868"/>
            </a:solidFill>
            <a:ln>
              <a:noFill/>
            </a:ln>
          </p:spPr>
        </p:sp>
        <p:sp>
          <p:nvSpPr>
            <p:cNvPr id="17560" name="Graph element 2253"/>
            <p:cNvSpPr/>
            <p:nvPr/>
          </p:nvSpPr>
          <p:spPr>
            <a:xfrm>
              <a:off x="1046047" y="1187143"/>
              <a:ext cx="10262" cy="14560"/>
            </a:xfrm>
            <a:custGeom>
              <a:avLst/>
              <a:gdLst/>
              <a:ahLst/>
              <a:cxnLst/>
              <a:rect l="0" t="0" r="r" b="b"/>
              <a:pathLst>
                <a:path w="10262" h="14560" stroke="0" extrusionOk="0">
                  <a:moveTo>
                    <a:pt x="0" y="0"/>
                  </a:moveTo>
                  <a:lnTo>
                    <a:pt x="0" y="11337"/>
                  </a:lnTo>
                  <a:lnTo>
                    <a:pt x="3223" y="14560"/>
                  </a:lnTo>
                  <a:lnTo>
                    <a:pt x="5607" y="12176"/>
                  </a:lnTo>
                  <a:lnTo>
                    <a:pt x="10262" y="12176"/>
                  </a:lnTo>
                  <a:lnTo>
                    <a:pt x="2865" y="47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6868"/>
            </a:solidFill>
            <a:ln>
              <a:noFill/>
            </a:ln>
          </p:spPr>
        </p:sp>
        <p:sp>
          <p:nvSpPr>
            <p:cNvPr id="17561" name="Graph element 2254"/>
            <p:cNvSpPr/>
            <p:nvPr/>
          </p:nvSpPr>
          <p:spPr>
            <a:xfrm>
              <a:off x="1040675" y="1174967"/>
              <a:ext cx="11818" cy="10027"/>
            </a:xfrm>
            <a:custGeom>
              <a:avLst/>
              <a:gdLst/>
              <a:ahLst/>
              <a:cxnLst/>
              <a:rect l="0" t="0" r="r" b="b"/>
              <a:pathLst>
                <a:path w="11818" h="10027" stroke="0" extrusionOk="0">
                  <a:moveTo>
                    <a:pt x="0" y="0"/>
                  </a:moveTo>
                  <a:lnTo>
                    <a:pt x="0" y="3816"/>
                  </a:lnTo>
                  <a:lnTo>
                    <a:pt x="3581" y="7397"/>
                  </a:lnTo>
                  <a:lnTo>
                    <a:pt x="3581" y="10027"/>
                  </a:lnTo>
                  <a:lnTo>
                    <a:pt x="11818" y="10027"/>
                  </a:lnTo>
                  <a:lnTo>
                    <a:pt x="11818" y="6211"/>
                  </a:lnTo>
                  <a:lnTo>
                    <a:pt x="10027" y="4420"/>
                  </a:lnTo>
                  <a:lnTo>
                    <a:pt x="10027" y="1791"/>
                  </a:lnTo>
                  <a:lnTo>
                    <a:pt x="7397" y="1791"/>
                  </a:lnTo>
                  <a:lnTo>
                    <a:pt x="560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6868"/>
            </a:solidFill>
            <a:ln>
              <a:noFill/>
            </a:ln>
          </p:spPr>
        </p:sp>
        <p:sp>
          <p:nvSpPr>
            <p:cNvPr id="17562" name="Graph element 2255"/>
            <p:cNvSpPr/>
            <p:nvPr/>
          </p:nvSpPr>
          <p:spPr>
            <a:xfrm>
              <a:off x="1046047" y="1157062"/>
              <a:ext cx="10620" cy="15757"/>
            </a:xfrm>
            <a:custGeom>
              <a:avLst/>
              <a:gdLst/>
              <a:ahLst/>
              <a:cxnLst/>
              <a:rect l="0" t="0" r="r" b="b"/>
              <a:pathLst>
                <a:path w="10620" h="15757" stroke="0" extrusionOk="0">
                  <a:moveTo>
                    <a:pt x="4420" y="0"/>
                  </a:moveTo>
                  <a:lnTo>
                    <a:pt x="1791" y="2630"/>
                  </a:lnTo>
                  <a:lnTo>
                    <a:pt x="1791" y="8001"/>
                  </a:lnTo>
                  <a:lnTo>
                    <a:pt x="0" y="9792"/>
                  </a:lnTo>
                  <a:lnTo>
                    <a:pt x="0" y="12769"/>
                  </a:lnTo>
                  <a:lnTo>
                    <a:pt x="1791" y="14560"/>
                  </a:lnTo>
                  <a:lnTo>
                    <a:pt x="1791" y="15757"/>
                  </a:lnTo>
                  <a:lnTo>
                    <a:pt x="4655" y="15757"/>
                  </a:lnTo>
                  <a:lnTo>
                    <a:pt x="4655" y="14560"/>
                  </a:lnTo>
                  <a:lnTo>
                    <a:pt x="10620" y="8595"/>
                  </a:lnTo>
                  <a:lnTo>
                    <a:pt x="8237" y="6211"/>
                  </a:lnTo>
                  <a:lnTo>
                    <a:pt x="8237" y="0"/>
                  </a:lnTo>
                  <a:lnTo>
                    <a:pt x="4420" y="0"/>
                  </a:lnTo>
                  <a:close/>
                </a:path>
              </a:pathLst>
            </a:custGeom>
            <a:solidFill>
              <a:srgbClr val="F76868"/>
            </a:solidFill>
            <a:ln>
              <a:noFill/>
            </a:ln>
          </p:spPr>
        </p:sp>
        <p:sp>
          <p:nvSpPr>
            <p:cNvPr id="17563" name="Graph element 2256"/>
            <p:cNvSpPr/>
            <p:nvPr/>
          </p:nvSpPr>
          <p:spPr>
            <a:xfrm>
              <a:off x="1033513" y="1137366"/>
              <a:ext cx="17425" cy="13844"/>
            </a:xfrm>
            <a:custGeom>
              <a:avLst/>
              <a:gdLst/>
              <a:ahLst/>
              <a:cxnLst/>
              <a:rect l="0" t="0" r="r" b="b"/>
              <a:pathLst>
                <a:path w="17425" h="13844" stroke="0" extrusionOk="0">
                  <a:moveTo>
                    <a:pt x="8953" y="0"/>
                  </a:moveTo>
                  <a:lnTo>
                    <a:pt x="8953" y="2630"/>
                  </a:lnTo>
                  <a:lnTo>
                    <a:pt x="8001" y="3581"/>
                  </a:lnTo>
                  <a:lnTo>
                    <a:pt x="2630" y="3581"/>
                  </a:lnTo>
                  <a:lnTo>
                    <a:pt x="0" y="6211"/>
                  </a:lnTo>
                  <a:lnTo>
                    <a:pt x="0" y="10027"/>
                  </a:lnTo>
                  <a:lnTo>
                    <a:pt x="4420" y="10027"/>
                  </a:lnTo>
                  <a:lnTo>
                    <a:pt x="8237" y="13844"/>
                  </a:lnTo>
                  <a:lnTo>
                    <a:pt x="8237" y="9188"/>
                  </a:lnTo>
                  <a:lnTo>
                    <a:pt x="10027" y="7397"/>
                  </a:lnTo>
                  <a:lnTo>
                    <a:pt x="10027" y="5607"/>
                  </a:lnTo>
                  <a:lnTo>
                    <a:pt x="10979" y="4655"/>
                  </a:lnTo>
                  <a:lnTo>
                    <a:pt x="17425" y="4655"/>
                  </a:lnTo>
                  <a:lnTo>
                    <a:pt x="12769" y="0"/>
                  </a:lnTo>
                  <a:lnTo>
                    <a:pt x="8953" y="0"/>
                  </a:lnTo>
                  <a:close/>
                </a:path>
              </a:pathLst>
            </a:custGeom>
            <a:solidFill>
              <a:srgbClr val="F76868"/>
            </a:solidFill>
            <a:ln>
              <a:noFill/>
            </a:ln>
          </p:spPr>
        </p:sp>
        <p:sp>
          <p:nvSpPr>
            <p:cNvPr id="17564" name="Graph element 2257"/>
            <p:cNvSpPr/>
            <p:nvPr/>
          </p:nvSpPr>
          <p:spPr>
            <a:xfrm>
              <a:off x="1042466" y="1130203"/>
              <a:ext cx="8472" cy="6446"/>
            </a:xfrm>
            <a:custGeom>
              <a:avLst/>
              <a:gdLst/>
              <a:ahLst/>
              <a:cxnLst/>
              <a:rect l="0" t="0" r="r" b="b"/>
              <a:pathLst>
                <a:path w="8472" h="6446" stroke="0" extrusionOk="0">
                  <a:moveTo>
                    <a:pt x="2630" y="0"/>
                  </a:moveTo>
                  <a:lnTo>
                    <a:pt x="0" y="2630"/>
                  </a:lnTo>
                  <a:lnTo>
                    <a:pt x="0" y="6446"/>
                  </a:lnTo>
                  <a:lnTo>
                    <a:pt x="4655" y="6446"/>
                  </a:lnTo>
                  <a:lnTo>
                    <a:pt x="4655" y="3816"/>
                  </a:lnTo>
                  <a:lnTo>
                    <a:pt x="8472" y="0"/>
                  </a:lnTo>
                  <a:lnTo>
                    <a:pt x="2630" y="0"/>
                  </a:lnTo>
                  <a:close/>
                </a:path>
              </a:pathLst>
            </a:custGeom>
            <a:solidFill>
              <a:srgbClr val="F76868"/>
            </a:solidFill>
            <a:ln>
              <a:noFill/>
            </a:ln>
          </p:spPr>
        </p:sp>
        <p:sp>
          <p:nvSpPr>
            <p:cNvPr id="17565" name="Graph element 2258"/>
            <p:cNvSpPr/>
            <p:nvPr/>
          </p:nvSpPr>
          <p:spPr>
            <a:xfrm>
              <a:off x="1047602" y="1124238"/>
              <a:ext cx="19450" cy="11214"/>
            </a:xfrm>
            <a:custGeom>
              <a:avLst/>
              <a:gdLst/>
              <a:ahLst/>
              <a:cxnLst/>
              <a:rect l="0" t="0" r="r" b="b"/>
              <a:pathLst>
                <a:path w="19450" h="11214" stroke="0" extrusionOk="0">
                  <a:moveTo>
                    <a:pt x="8830" y="0"/>
                  </a:moveTo>
                  <a:lnTo>
                    <a:pt x="6446" y="2384"/>
                  </a:lnTo>
                  <a:lnTo>
                    <a:pt x="4655" y="2384"/>
                  </a:lnTo>
                  <a:lnTo>
                    <a:pt x="0" y="7039"/>
                  </a:lnTo>
                  <a:lnTo>
                    <a:pt x="4655" y="7039"/>
                  </a:lnTo>
                  <a:lnTo>
                    <a:pt x="6446" y="8830"/>
                  </a:lnTo>
                  <a:lnTo>
                    <a:pt x="10027" y="8830"/>
                  </a:lnTo>
                  <a:lnTo>
                    <a:pt x="12411" y="11214"/>
                  </a:lnTo>
                  <a:lnTo>
                    <a:pt x="19450" y="4174"/>
                  </a:lnTo>
                  <a:lnTo>
                    <a:pt x="14795" y="4174"/>
                  </a:lnTo>
                  <a:lnTo>
                    <a:pt x="13004" y="2384"/>
                  </a:lnTo>
                  <a:lnTo>
                    <a:pt x="11214" y="2384"/>
                  </a:lnTo>
                  <a:lnTo>
                    <a:pt x="8830" y="0"/>
                  </a:lnTo>
                  <a:close/>
                </a:path>
              </a:pathLst>
            </a:custGeom>
            <a:solidFill>
              <a:srgbClr val="F76868"/>
            </a:solidFill>
            <a:ln>
              <a:noFill/>
            </a:ln>
          </p:spPr>
        </p:sp>
        <p:sp>
          <p:nvSpPr>
            <p:cNvPr id="17566" name="Graph element 2259"/>
            <p:cNvSpPr/>
            <p:nvPr/>
          </p:nvSpPr>
          <p:spPr>
            <a:xfrm>
              <a:off x="1076906" y="1116298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F76868"/>
            </a:solidFill>
            <a:ln>
              <a:noFill/>
            </a:ln>
          </p:spPr>
        </p:sp>
        <p:sp>
          <p:nvSpPr>
            <p:cNvPr id="17567" name="Graph element 2260"/>
            <p:cNvSpPr/>
            <p:nvPr/>
          </p:nvSpPr>
          <p:spPr>
            <a:xfrm>
              <a:off x="1044256" y="1112062"/>
              <a:ext cx="10027" cy="13844"/>
            </a:xfrm>
            <a:custGeom>
              <a:avLst/>
              <a:gdLst/>
              <a:ahLst/>
              <a:cxnLst/>
              <a:rect l="0" t="0" r="r" b="b"/>
              <a:pathLst>
                <a:path w="10027" h="13844" stroke="0" extrusionOk="0">
                  <a:moveTo>
                    <a:pt x="3581" y="0"/>
                  </a:moveTo>
                  <a:lnTo>
                    <a:pt x="3581" y="4655"/>
                  </a:lnTo>
                  <a:lnTo>
                    <a:pt x="2630" y="5607"/>
                  </a:lnTo>
                  <a:lnTo>
                    <a:pt x="0" y="5607"/>
                  </a:lnTo>
                  <a:lnTo>
                    <a:pt x="0" y="9423"/>
                  </a:lnTo>
                  <a:lnTo>
                    <a:pt x="2630" y="12053"/>
                  </a:lnTo>
                  <a:lnTo>
                    <a:pt x="4420" y="12053"/>
                  </a:lnTo>
                  <a:lnTo>
                    <a:pt x="6211" y="13844"/>
                  </a:lnTo>
                  <a:lnTo>
                    <a:pt x="10027" y="13844"/>
                  </a:lnTo>
                  <a:lnTo>
                    <a:pt x="10027" y="10027"/>
                  </a:lnTo>
                  <a:lnTo>
                    <a:pt x="7039" y="7039"/>
                  </a:lnTo>
                  <a:lnTo>
                    <a:pt x="8830" y="5249"/>
                  </a:lnTo>
                  <a:lnTo>
                    <a:pt x="3581" y="0"/>
                  </a:lnTo>
                  <a:close/>
                </a:path>
              </a:pathLst>
            </a:custGeom>
            <a:solidFill>
              <a:srgbClr val="F76868"/>
            </a:solidFill>
            <a:ln>
              <a:noFill/>
            </a:ln>
          </p:spPr>
        </p:sp>
        <p:sp>
          <p:nvSpPr>
            <p:cNvPr id="17568" name="Graph element 2261"/>
            <p:cNvSpPr/>
            <p:nvPr/>
          </p:nvSpPr>
          <p:spPr>
            <a:xfrm>
              <a:off x="1042466" y="1087230"/>
              <a:ext cx="24710" cy="25723"/>
            </a:xfrm>
            <a:custGeom>
              <a:avLst/>
              <a:gdLst/>
              <a:ahLst/>
              <a:cxnLst/>
              <a:rect l="0" t="0" r="r" b="b"/>
              <a:pathLst>
                <a:path w="24710" h="25723" stroke="0" extrusionOk="0">
                  <a:moveTo>
                    <a:pt x="8001" y="0"/>
                  </a:moveTo>
                  <a:lnTo>
                    <a:pt x="1791" y="6211"/>
                  </a:lnTo>
                  <a:lnTo>
                    <a:pt x="1791" y="11582"/>
                  </a:lnTo>
                  <a:lnTo>
                    <a:pt x="0" y="13373"/>
                  </a:lnTo>
                  <a:lnTo>
                    <a:pt x="0" y="16350"/>
                  </a:lnTo>
                  <a:lnTo>
                    <a:pt x="1791" y="18141"/>
                  </a:lnTo>
                  <a:lnTo>
                    <a:pt x="1791" y="24352"/>
                  </a:lnTo>
                  <a:lnTo>
                    <a:pt x="4420" y="24352"/>
                  </a:lnTo>
                  <a:lnTo>
                    <a:pt x="5791" y="25723"/>
                  </a:lnTo>
                  <a:lnTo>
                    <a:pt x="7817" y="23697"/>
                  </a:lnTo>
                  <a:lnTo>
                    <a:pt x="6446" y="22326"/>
                  </a:lnTo>
                  <a:lnTo>
                    <a:pt x="6446" y="18141"/>
                  </a:lnTo>
                  <a:lnTo>
                    <a:pt x="8237" y="16350"/>
                  </a:lnTo>
                  <a:lnTo>
                    <a:pt x="8237" y="14560"/>
                  </a:lnTo>
                  <a:lnTo>
                    <a:pt x="16350" y="6446"/>
                  </a:lnTo>
                  <a:lnTo>
                    <a:pt x="18141" y="6446"/>
                  </a:lnTo>
                  <a:lnTo>
                    <a:pt x="19931" y="4655"/>
                  </a:lnTo>
                  <a:lnTo>
                    <a:pt x="24710" y="4655"/>
                  </a:lnTo>
                  <a:lnTo>
                    <a:pt x="24710" y="1791"/>
                  </a:lnTo>
                  <a:lnTo>
                    <a:pt x="23513" y="1791"/>
                  </a:lnTo>
                  <a:lnTo>
                    <a:pt x="21722" y="0"/>
                  </a:lnTo>
                  <a:lnTo>
                    <a:pt x="8001" y="0"/>
                  </a:lnTo>
                  <a:close/>
                </a:path>
              </a:pathLst>
            </a:custGeom>
            <a:solidFill>
              <a:srgbClr val="F76868"/>
            </a:solidFill>
            <a:ln>
              <a:noFill/>
            </a:ln>
          </p:spPr>
        </p:sp>
        <p:sp>
          <p:nvSpPr>
            <p:cNvPr id="17569" name="Graph element 2262"/>
            <p:cNvSpPr/>
            <p:nvPr/>
          </p:nvSpPr>
          <p:spPr>
            <a:xfrm>
              <a:off x="1067298" y="1080068"/>
              <a:ext cx="24587" cy="21006"/>
            </a:xfrm>
            <a:custGeom>
              <a:avLst/>
              <a:gdLst/>
              <a:ahLst/>
              <a:cxnLst/>
              <a:rect l="0" t="0" r="r" b="b"/>
              <a:pathLst>
                <a:path w="24587" h="21006" stroke="0" extrusionOk="0">
                  <a:moveTo>
                    <a:pt x="17189" y="0"/>
                  </a:moveTo>
                  <a:lnTo>
                    <a:pt x="15399" y="1791"/>
                  </a:lnTo>
                  <a:lnTo>
                    <a:pt x="13608" y="1791"/>
                  </a:lnTo>
                  <a:lnTo>
                    <a:pt x="11818" y="3581"/>
                  </a:lnTo>
                  <a:lnTo>
                    <a:pt x="9188" y="3581"/>
                  </a:lnTo>
                  <a:lnTo>
                    <a:pt x="9188" y="6211"/>
                  </a:lnTo>
                  <a:lnTo>
                    <a:pt x="8237" y="7162"/>
                  </a:lnTo>
                  <a:lnTo>
                    <a:pt x="4655" y="7162"/>
                  </a:lnTo>
                  <a:lnTo>
                    <a:pt x="0" y="11818"/>
                  </a:lnTo>
                  <a:lnTo>
                    <a:pt x="6446" y="11818"/>
                  </a:lnTo>
                  <a:lnTo>
                    <a:pt x="10620" y="15992"/>
                  </a:lnTo>
                  <a:lnTo>
                    <a:pt x="12411" y="14202"/>
                  </a:lnTo>
                  <a:lnTo>
                    <a:pt x="13608" y="15399"/>
                  </a:lnTo>
                  <a:lnTo>
                    <a:pt x="17189" y="15399"/>
                  </a:lnTo>
                  <a:lnTo>
                    <a:pt x="18980" y="17189"/>
                  </a:lnTo>
                  <a:lnTo>
                    <a:pt x="20771" y="17189"/>
                  </a:lnTo>
                  <a:lnTo>
                    <a:pt x="24587" y="21006"/>
                  </a:lnTo>
                  <a:lnTo>
                    <a:pt x="24587" y="10743"/>
                  </a:lnTo>
                  <a:lnTo>
                    <a:pt x="18376" y="10743"/>
                  </a:lnTo>
                  <a:lnTo>
                    <a:pt x="16586" y="8953"/>
                  </a:lnTo>
                  <a:lnTo>
                    <a:pt x="13608" y="8953"/>
                  </a:lnTo>
                  <a:lnTo>
                    <a:pt x="12411" y="10150"/>
                  </a:lnTo>
                  <a:lnTo>
                    <a:pt x="10856" y="8595"/>
                  </a:lnTo>
                  <a:lnTo>
                    <a:pt x="11214" y="8237"/>
                  </a:lnTo>
                  <a:lnTo>
                    <a:pt x="14795" y="8237"/>
                  </a:lnTo>
                  <a:lnTo>
                    <a:pt x="23032" y="0"/>
                  </a:lnTo>
                  <a:lnTo>
                    <a:pt x="17189" y="0"/>
                  </a:lnTo>
                  <a:close/>
                </a:path>
              </a:pathLst>
            </a:custGeom>
            <a:solidFill>
              <a:srgbClr val="F76868"/>
            </a:solidFill>
            <a:ln>
              <a:noFill/>
            </a:ln>
          </p:spPr>
        </p:sp>
        <p:sp>
          <p:nvSpPr>
            <p:cNvPr id="17570" name="Graph element 2263"/>
            <p:cNvSpPr/>
            <p:nvPr/>
          </p:nvSpPr>
          <p:spPr>
            <a:xfrm>
              <a:off x="1076251" y="1065743"/>
              <a:ext cx="51445" cy="151482"/>
            </a:xfrm>
            <a:custGeom>
              <a:avLst/>
              <a:gdLst/>
              <a:ahLst/>
              <a:cxnLst/>
              <a:rect l="0" t="0" r="r" b="b"/>
              <a:pathLst>
                <a:path w="51445" h="151482" stroke="0" extrusionOk="0">
                  <a:moveTo>
                    <a:pt x="10262" y="105162"/>
                  </a:moveTo>
                  <a:lnTo>
                    <a:pt x="14560" y="109460"/>
                  </a:lnTo>
                  <a:lnTo>
                    <a:pt x="14560" y="111250"/>
                  </a:lnTo>
                  <a:lnTo>
                    <a:pt x="16350" y="113041"/>
                  </a:lnTo>
                  <a:lnTo>
                    <a:pt x="16350" y="115670"/>
                  </a:lnTo>
                  <a:lnTo>
                    <a:pt x="31514" y="115670"/>
                  </a:lnTo>
                  <a:lnTo>
                    <a:pt x="35453" y="119610"/>
                  </a:lnTo>
                  <a:lnTo>
                    <a:pt x="33304" y="121758"/>
                  </a:lnTo>
                  <a:lnTo>
                    <a:pt x="25538" y="121758"/>
                  </a:lnTo>
                  <a:lnTo>
                    <a:pt x="23748" y="119968"/>
                  </a:lnTo>
                  <a:lnTo>
                    <a:pt x="21957" y="119968"/>
                  </a:lnTo>
                  <a:lnTo>
                    <a:pt x="20167" y="118177"/>
                  </a:lnTo>
                  <a:lnTo>
                    <a:pt x="16350" y="118177"/>
                  </a:lnTo>
                  <a:lnTo>
                    <a:pt x="16350" y="124623"/>
                  </a:lnTo>
                  <a:lnTo>
                    <a:pt x="20771" y="124623"/>
                  </a:lnTo>
                  <a:lnTo>
                    <a:pt x="21129" y="124981"/>
                  </a:lnTo>
                  <a:lnTo>
                    <a:pt x="18141" y="125339"/>
                  </a:lnTo>
                  <a:lnTo>
                    <a:pt x="18141" y="134527"/>
                  </a:lnTo>
                  <a:lnTo>
                    <a:pt x="20771" y="137157"/>
                  </a:lnTo>
                  <a:lnTo>
                    <a:pt x="24587" y="137157"/>
                  </a:lnTo>
                  <a:lnTo>
                    <a:pt x="24587" y="134527"/>
                  </a:lnTo>
                  <a:lnTo>
                    <a:pt x="26377" y="132737"/>
                  </a:lnTo>
                  <a:lnTo>
                    <a:pt x="26377" y="130946"/>
                  </a:lnTo>
                  <a:lnTo>
                    <a:pt x="27329" y="129995"/>
                  </a:lnTo>
                  <a:lnTo>
                    <a:pt x="32701" y="129995"/>
                  </a:lnTo>
                  <a:lnTo>
                    <a:pt x="34491" y="128204"/>
                  </a:lnTo>
                  <a:lnTo>
                    <a:pt x="38676" y="128204"/>
                  </a:lnTo>
                  <a:lnTo>
                    <a:pt x="39628" y="129156"/>
                  </a:lnTo>
                  <a:lnTo>
                    <a:pt x="39628" y="131550"/>
                  </a:lnTo>
                  <a:lnTo>
                    <a:pt x="34256" y="136922"/>
                  </a:lnTo>
                  <a:lnTo>
                    <a:pt x="34256" y="145875"/>
                  </a:lnTo>
                  <a:lnTo>
                    <a:pt x="32465" y="147665"/>
                  </a:lnTo>
                  <a:lnTo>
                    <a:pt x="32465" y="151482"/>
                  </a:lnTo>
                  <a:lnTo>
                    <a:pt x="36282" y="151482"/>
                  </a:lnTo>
                  <a:lnTo>
                    <a:pt x="40702" y="147061"/>
                  </a:lnTo>
                  <a:lnTo>
                    <a:pt x="40702" y="145271"/>
                  </a:lnTo>
                  <a:lnTo>
                    <a:pt x="44283" y="141690"/>
                  </a:lnTo>
                  <a:lnTo>
                    <a:pt x="44283" y="129760"/>
                  </a:lnTo>
                  <a:lnTo>
                    <a:pt x="42493" y="127969"/>
                  </a:lnTo>
                  <a:lnTo>
                    <a:pt x="42493" y="124388"/>
                  </a:lnTo>
                  <a:lnTo>
                    <a:pt x="40702" y="122597"/>
                  </a:lnTo>
                  <a:lnTo>
                    <a:pt x="40702" y="113645"/>
                  </a:lnTo>
                  <a:lnTo>
                    <a:pt x="37121" y="110063"/>
                  </a:lnTo>
                  <a:lnTo>
                    <a:pt x="37121" y="109460"/>
                  </a:lnTo>
                  <a:lnTo>
                    <a:pt x="38072" y="108508"/>
                  </a:lnTo>
                  <a:lnTo>
                    <a:pt x="41653" y="108508"/>
                  </a:lnTo>
                  <a:lnTo>
                    <a:pt x="47864" y="102297"/>
                  </a:lnTo>
                  <a:lnTo>
                    <a:pt x="47864" y="99320"/>
                  </a:lnTo>
                  <a:lnTo>
                    <a:pt x="44283" y="95739"/>
                  </a:lnTo>
                  <a:lnTo>
                    <a:pt x="44283" y="93948"/>
                  </a:lnTo>
                  <a:lnTo>
                    <a:pt x="39863" y="89528"/>
                  </a:lnTo>
                  <a:lnTo>
                    <a:pt x="38072" y="89528"/>
                  </a:lnTo>
                  <a:lnTo>
                    <a:pt x="36282" y="87738"/>
                  </a:lnTo>
                  <a:lnTo>
                    <a:pt x="34491" y="87738"/>
                  </a:lnTo>
                  <a:lnTo>
                    <a:pt x="32701" y="85947"/>
                  </a:lnTo>
                  <a:lnTo>
                    <a:pt x="20167" y="85947"/>
                  </a:lnTo>
                  <a:lnTo>
                    <a:pt x="19809" y="85589"/>
                  </a:lnTo>
                  <a:lnTo>
                    <a:pt x="21006" y="84392"/>
                  </a:lnTo>
                  <a:lnTo>
                    <a:pt x="21006" y="77833"/>
                  </a:lnTo>
                  <a:lnTo>
                    <a:pt x="17425" y="74252"/>
                  </a:lnTo>
                  <a:lnTo>
                    <a:pt x="17425" y="72462"/>
                  </a:lnTo>
                  <a:lnTo>
                    <a:pt x="13844" y="68881"/>
                  </a:lnTo>
                  <a:lnTo>
                    <a:pt x="13844" y="66486"/>
                  </a:lnTo>
                  <a:lnTo>
                    <a:pt x="16586" y="63744"/>
                  </a:lnTo>
                  <a:lnTo>
                    <a:pt x="19215" y="63744"/>
                  </a:lnTo>
                  <a:lnTo>
                    <a:pt x="19215" y="58137"/>
                  </a:lnTo>
                  <a:lnTo>
                    <a:pt x="16227" y="55149"/>
                  </a:lnTo>
                  <a:lnTo>
                    <a:pt x="16586" y="54791"/>
                  </a:lnTo>
                  <a:lnTo>
                    <a:pt x="21957" y="54791"/>
                  </a:lnTo>
                  <a:lnTo>
                    <a:pt x="23748" y="53001"/>
                  </a:lnTo>
                  <a:lnTo>
                    <a:pt x="25538" y="53001"/>
                  </a:lnTo>
                  <a:lnTo>
                    <a:pt x="27329" y="51210"/>
                  </a:lnTo>
                  <a:lnTo>
                    <a:pt x="32701" y="51210"/>
                  </a:lnTo>
                  <a:lnTo>
                    <a:pt x="36282" y="47629"/>
                  </a:lnTo>
                  <a:lnTo>
                    <a:pt x="38911" y="47629"/>
                  </a:lnTo>
                  <a:lnTo>
                    <a:pt x="38911" y="44999"/>
                  </a:lnTo>
                  <a:lnTo>
                    <a:pt x="43444" y="40467"/>
                  </a:lnTo>
                  <a:lnTo>
                    <a:pt x="47025" y="40467"/>
                  </a:lnTo>
                  <a:lnTo>
                    <a:pt x="48816" y="38676"/>
                  </a:lnTo>
                  <a:lnTo>
                    <a:pt x="51445" y="38676"/>
                  </a:lnTo>
                  <a:lnTo>
                    <a:pt x="51445" y="34021"/>
                  </a:lnTo>
                  <a:lnTo>
                    <a:pt x="45235" y="34021"/>
                  </a:lnTo>
                  <a:lnTo>
                    <a:pt x="44283" y="33069"/>
                  </a:lnTo>
                  <a:lnTo>
                    <a:pt x="44283" y="29488"/>
                  </a:lnTo>
                  <a:lnTo>
                    <a:pt x="42493" y="27698"/>
                  </a:lnTo>
                  <a:lnTo>
                    <a:pt x="42493" y="24116"/>
                  </a:lnTo>
                  <a:lnTo>
                    <a:pt x="40702" y="22326"/>
                  </a:lnTo>
                  <a:lnTo>
                    <a:pt x="40702" y="20535"/>
                  </a:lnTo>
                  <a:lnTo>
                    <a:pt x="34133" y="13966"/>
                  </a:lnTo>
                  <a:lnTo>
                    <a:pt x="35924" y="12176"/>
                  </a:lnTo>
                  <a:lnTo>
                    <a:pt x="32107" y="8359"/>
                  </a:lnTo>
                  <a:lnTo>
                    <a:pt x="29723" y="10743"/>
                  </a:lnTo>
                  <a:lnTo>
                    <a:pt x="25538" y="10743"/>
                  </a:lnTo>
                  <a:lnTo>
                    <a:pt x="25180" y="10385"/>
                  </a:lnTo>
                  <a:lnTo>
                    <a:pt x="27329" y="10027"/>
                  </a:lnTo>
                  <a:lnTo>
                    <a:pt x="31749" y="5607"/>
                  </a:lnTo>
                  <a:lnTo>
                    <a:pt x="31749" y="3816"/>
                  </a:lnTo>
                  <a:lnTo>
                    <a:pt x="35565" y="0"/>
                  </a:lnTo>
                  <a:lnTo>
                    <a:pt x="29723" y="0"/>
                  </a:lnTo>
                  <a:lnTo>
                    <a:pt x="26142" y="3581"/>
                  </a:lnTo>
                  <a:lnTo>
                    <a:pt x="23513" y="3581"/>
                  </a:lnTo>
                  <a:lnTo>
                    <a:pt x="23513" y="6211"/>
                  </a:lnTo>
                  <a:lnTo>
                    <a:pt x="19931" y="9792"/>
                  </a:lnTo>
                  <a:lnTo>
                    <a:pt x="19931" y="11582"/>
                  </a:lnTo>
                  <a:lnTo>
                    <a:pt x="18980" y="12534"/>
                  </a:lnTo>
                  <a:lnTo>
                    <a:pt x="18376" y="12534"/>
                  </a:lnTo>
                  <a:lnTo>
                    <a:pt x="16586" y="10743"/>
                  </a:lnTo>
                  <a:lnTo>
                    <a:pt x="8953" y="10743"/>
                  </a:lnTo>
                  <a:lnTo>
                    <a:pt x="13608" y="15399"/>
                  </a:lnTo>
                  <a:lnTo>
                    <a:pt x="15399" y="15399"/>
                  </a:lnTo>
                  <a:lnTo>
                    <a:pt x="17189" y="17189"/>
                  </a:lnTo>
                  <a:lnTo>
                    <a:pt x="20167" y="17189"/>
                  </a:lnTo>
                  <a:lnTo>
                    <a:pt x="21957" y="15399"/>
                  </a:lnTo>
                  <a:lnTo>
                    <a:pt x="23748" y="15399"/>
                  </a:lnTo>
                  <a:lnTo>
                    <a:pt x="25538" y="13608"/>
                  </a:lnTo>
                  <a:lnTo>
                    <a:pt x="29723" y="13608"/>
                  </a:lnTo>
                  <a:lnTo>
                    <a:pt x="30675" y="14560"/>
                  </a:lnTo>
                  <a:lnTo>
                    <a:pt x="30675" y="16954"/>
                  </a:lnTo>
                  <a:lnTo>
                    <a:pt x="28884" y="18745"/>
                  </a:lnTo>
                  <a:lnTo>
                    <a:pt x="28884" y="21722"/>
                  </a:lnTo>
                  <a:lnTo>
                    <a:pt x="30675" y="23513"/>
                  </a:lnTo>
                  <a:lnTo>
                    <a:pt x="30675" y="27094"/>
                  </a:lnTo>
                  <a:lnTo>
                    <a:pt x="32465" y="28884"/>
                  </a:lnTo>
                  <a:lnTo>
                    <a:pt x="32465" y="40231"/>
                  </a:lnTo>
                  <a:lnTo>
                    <a:pt x="30675" y="42022"/>
                  </a:lnTo>
                  <a:lnTo>
                    <a:pt x="30675" y="43813"/>
                  </a:lnTo>
                  <a:lnTo>
                    <a:pt x="30317" y="44171"/>
                  </a:lnTo>
                  <a:lnTo>
                    <a:pt x="29539" y="43393"/>
                  </a:lnTo>
                  <a:lnTo>
                    <a:pt x="27513" y="45419"/>
                  </a:lnTo>
                  <a:lnTo>
                    <a:pt x="28291" y="46197"/>
                  </a:lnTo>
                  <a:lnTo>
                    <a:pt x="26142" y="48345"/>
                  </a:lnTo>
                  <a:lnTo>
                    <a:pt x="21722" y="48345"/>
                  </a:lnTo>
                  <a:lnTo>
                    <a:pt x="21722" y="50975"/>
                  </a:lnTo>
                  <a:lnTo>
                    <a:pt x="20771" y="51926"/>
                  </a:lnTo>
                  <a:lnTo>
                    <a:pt x="13004" y="51926"/>
                  </a:lnTo>
                  <a:lnTo>
                    <a:pt x="10620" y="49542"/>
                  </a:lnTo>
                  <a:lnTo>
                    <a:pt x="7397" y="52765"/>
                  </a:lnTo>
                  <a:lnTo>
                    <a:pt x="7397" y="54556"/>
                  </a:lnTo>
                  <a:lnTo>
                    <a:pt x="3816" y="58137"/>
                  </a:lnTo>
                  <a:lnTo>
                    <a:pt x="3816" y="63744"/>
                  </a:lnTo>
                  <a:lnTo>
                    <a:pt x="6446" y="63744"/>
                  </a:lnTo>
                  <a:lnTo>
                    <a:pt x="10385" y="67683"/>
                  </a:lnTo>
                  <a:lnTo>
                    <a:pt x="8237" y="69832"/>
                  </a:lnTo>
                  <a:lnTo>
                    <a:pt x="0" y="69832"/>
                  </a:lnTo>
                  <a:lnTo>
                    <a:pt x="3816" y="73648"/>
                  </a:lnTo>
                  <a:lnTo>
                    <a:pt x="3816" y="75439"/>
                  </a:lnTo>
                  <a:lnTo>
                    <a:pt x="5607" y="77229"/>
                  </a:lnTo>
                  <a:lnTo>
                    <a:pt x="5607" y="79020"/>
                  </a:lnTo>
                  <a:lnTo>
                    <a:pt x="7397" y="80811"/>
                  </a:lnTo>
                  <a:lnTo>
                    <a:pt x="7397" y="90367"/>
                  </a:lnTo>
                  <a:lnTo>
                    <a:pt x="6026" y="91738"/>
                  </a:lnTo>
                  <a:lnTo>
                    <a:pt x="8052" y="93764"/>
                  </a:lnTo>
                  <a:lnTo>
                    <a:pt x="9423" y="92393"/>
                  </a:lnTo>
                  <a:lnTo>
                    <a:pt x="10385" y="92751"/>
                  </a:lnTo>
                  <a:lnTo>
                    <a:pt x="7397" y="95739"/>
                  </a:lnTo>
                  <a:lnTo>
                    <a:pt x="7397" y="97530"/>
                  </a:lnTo>
                  <a:lnTo>
                    <a:pt x="5014" y="99913"/>
                  </a:lnTo>
                  <a:lnTo>
                    <a:pt x="6804" y="101704"/>
                  </a:lnTo>
                  <a:lnTo>
                    <a:pt x="3458" y="102062"/>
                  </a:lnTo>
                  <a:lnTo>
                    <a:pt x="3458" y="104927"/>
                  </a:lnTo>
                  <a:lnTo>
                    <a:pt x="4655" y="104927"/>
                  </a:lnTo>
                  <a:lnTo>
                    <a:pt x="10262" y="110534"/>
                  </a:lnTo>
                  <a:lnTo>
                    <a:pt x="10262" y="105162"/>
                  </a:lnTo>
                  <a:close/>
                  <a:moveTo>
                    <a:pt x="10498" y="103853"/>
                  </a:moveTo>
                  <a:lnTo>
                    <a:pt x="14795" y="99555"/>
                  </a:lnTo>
                  <a:lnTo>
                    <a:pt x="16350" y="100507"/>
                  </a:lnTo>
                  <a:lnTo>
                    <a:pt x="16350" y="102297"/>
                  </a:lnTo>
                  <a:lnTo>
                    <a:pt x="17548" y="103495"/>
                  </a:lnTo>
                  <a:lnTo>
                    <a:pt x="17189" y="103853"/>
                  </a:lnTo>
                  <a:lnTo>
                    <a:pt x="10498" y="103853"/>
                  </a:lnTo>
                  <a:close/>
                  <a:moveTo>
                    <a:pt x="38072" y="36886"/>
                  </a:moveTo>
                  <a:lnTo>
                    <a:pt x="40467" y="36886"/>
                  </a:lnTo>
                  <a:lnTo>
                    <a:pt x="41418" y="38441"/>
                  </a:lnTo>
                  <a:lnTo>
                    <a:pt x="40467" y="39392"/>
                  </a:lnTo>
                  <a:lnTo>
                    <a:pt x="36282" y="39392"/>
                  </a:lnTo>
                  <a:lnTo>
                    <a:pt x="35924" y="39034"/>
                  </a:lnTo>
                  <a:lnTo>
                    <a:pt x="38072" y="36886"/>
                  </a:lnTo>
                  <a:close/>
                  <a:moveTo>
                    <a:pt x="32342" y="124981"/>
                  </a:moveTo>
                  <a:lnTo>
                    <a:pt x="32701" y="124623"/>
                  </a:lnTo>
                  <a:lnTo>
                    <a:pt x="33663" y="124981"/>
                  </a:lnTo>
                  <a:lnTo>
                    <a:pt x="33304" y="125339"/>
                  </a:lnTo>
                  <a:lnTo>
                    <a:pt x="32342" y="124981"/>
                  </a:lnTo>
                  <a:close/>
                  <a:moveTo>
                    <a:pt x="23390" y="105285"/>
                  </a:moveTo>
                  <a:lnTo>
                    <a:pt x="23748" y="104927"/>
                  </a:lnTo>
                  <a:lnTo>
                    <a:pt x="27933" y="104927"/>
                  </a:lnTo>
                  <a:lnTo>
                    <a:pt x="29723" y="106718"/>
                  </a:lnTo>
                  <a:lnTo>
                    <a:pt x="31872" y="107076"/>
                  </a:lnTo>
                  <a:lnTo>
                    <a:pt x="29119" y="107434"/>
                  </a:lnTo>
                  <a:lnTo>
                    <a:pt x="27329" y="105643"/>
                  </a:lnTo>
                  <a:lnTo>
                    <a:pt x="23748" y="105643"/>
                  </a:lnTo>
                  <a:lnTo>
                    <a:pt x="23390" y="105285"/>
                  </a:lnTo>
                  <a:close/>
                  <a:moveTo>
                    <a:pt x="15634" y="80811"/>
                  </a:moveTo>
                  <a:lnTo>
                    <a:pt x="15992" y="78662"/>
                  </a:lnTo>
                  <a:lnTo>
                    <a:pt x="16350" y="79020"/>
                  </a:lnTo>
                  <a:lnTo>
                    <a:pt x="16350" y="86182"/>
                  </a:lnTo>
                  <a:lnTo>
                    <a:pt x="18141" y="87973"/>
                  </a:lnTo>
                  <a:lnTo>
                    <a:pt x="18141" y="92158"/>
                  </a:lnTo>
                  <a:lnTo>
                    <a:pt x="15399" y="94900"/>
                  </a:lnTo>
                  <a:lnTo>
                    <a:pt x="13004" y="94900"/>
                  </a:lnTo>
                  <a:lnTo>
                    <a:pt x="12646" y="94542"/>
                  </a:lnTo>
                  <a:lnTo>
                    <a:pt x="13844" y="93345"/>
                  </a:lnTo>
                  <a:lnTo>
                    <a:pt x="13844" y="82601"/>
                  </a:lnTo>
                  <a:lnTo>
                    <a:pt x="15634" y="80811"/>
                  </a:lnTo>
                  <a:close/>
                </a:path>
              </a:pathLst>
            </a:custGeom>
            <a:solidFill>
              <a:srgbClr val="F76868"/>
            </a:solidFill>
            <a:ln>
              <a:noFill/>
            </a:ln>
          </p:spPr>
        </p:sp>
        <p:sp>
          <p:nvSpPr>
            <p:cNvPr id="17571" name="Graph element 2264"/>
            <p:cNvSpPr/>
            <p:nvPr/>
          </p:nvSpPr>
          <p:spPr>
            <a:xfrm>
              <a:off x="1069324" y="1051060"/>
              <a:ext cx="24587" cy="19338"/>
            </a:xfrm>
            <a:custGeom>
              <a:avLst/>
              <a:gdLst/>
              <a:ahLst/>
              <a:cxnLst/>
              <a:rect l="0" t="0" r="r" b="b"/>
              <a:pathLst>
                <a:path w="24587" h="19338" stroke="0" extrusionOk="0">
                  <a:moveTo>
                    <a:pt x="1791" y="0"/>
                  </a:moveTo>
                  <a:lnTo>
                    <a:pt x="1791" y="1197"/>
                  </a:lnTo>
                  <a:lnTo>
                    <a:pt x="0" y="2988"/>
                  </a:lnTo>
                  <a:lnTo>
                    <a:pt x="0" y="15992"/>
                  </a:lnTo>
                  <a:lnTo>
                    <a:pt x="3223" y="12769"/>
                  </a:lnTo>
                  <a:lnTo>
                    <a:pt x="3581" y="13731"/>
                  </a:lnTo>
                  <a:lnTo>
                    <a:pt x="1197" y="16115"/>
                  </a:lnTo>
                  <a:lnTo>
                    <a:pt x="4420" y="19338"/>
                  </a:lnTo>
                  <a:lnTo>
                    <a:pt x="9188" y="19338"/>
                  </a:lnTo>
                  <a:lnTo>
                    <a:pt x="12769" y="15757"/>
                  </a:lnTo>
                  <a:lnTo>
                    <a:pt x="14560" y="15757"/>
                  </a:lnTo>
                  <a:lnTo>
                    <a:pt x="18980" y="11337"/>
                  </a:lnTo>
                  <a:lnTo>
                    <a:pt x="18980" y="9546"/>
                  </a:lnTo>
                  <a:lnTo>
                    <a:pt x="20771" y="7756"/>
                  </a:lnTo>
                  <a:lnTo>
                    <a:pt x="20771" y="4174"/>
                  </a:lnTo>
                  <a:lnTo>
                    <a:pt x="24587" y="358"/>
                  </a:lnTo>
                  <a:lnTo>
                    <a:pt x="15164" y="358"/>
                  </a:lnTo>
                  <a:lnTo>
                    <a:pt x="13373" y="2149"/>
                  </a:lnTo>
                  <a:lnTo>
                    <a:pt x="11582" y="2149"/>
                  </a:lnTo>
                  <a:lnTo>
                    <a:pt x="9792" y="3939"/>
                  </a:lnTo>
                  <a:lnTo>
                    <a:pt x="8001" y="3939"/>
                  </a:lnTo>
                  <a:lnTo>
                    <a:pt x="6804" y="5136"/>
                  </a:lnTo>
                  <a:lnTo>
                    <a:pt x="6446" y="2988"/>
                  </a:lnTo>
                  <a:lnTo>
                    <a:pt x="4655" y="1197"/>
                  </a:lnTo>
                  <a:lnTo>
                    <a:pt x="1791" y="0"/>
                  </a:lnTo>
                  <a:close/>
                </a:path>
              </a:pathLst>
            </a:custGeom>
            <a:solidFill>
              <a:srgbClr val="F76868"/>
            </a:solidFill>
            <a:ln>
              <a:noFill/>
            </a:ln>
          </p:spPr>
        </p:sp>
        <p:sp>
          <p:nvSpPr>
            <p:cNvPr id="17572" name="Graph element 2265"/>
            <p:cNvSpPr/>
            <p:nvPr/>
          </p:nvSpPr>
          <p:spPr>
            <a:xfrm>
              <a:off x="1051419" y="1040675"/>
              <a:ext cx="15399" cy="28526"/>
            </a:xfrm>
            <a:custGeom>
              <a:avLst/>
              <a:gdLst/>
              <a:ahLst/>
              <a:cxnLst/>
              <a:rect l="0" t="0" r="r" b="b"/>
              <a:pathLst>
                <a:path w="15399" h="28526" stroke="0" extrusionOk="0">
                  <a:moveTo>
                    <a:pt x="2630" y="0"/>
                  </a:moveTo>
                  <a:lnTo>
                    <a:pt x="0" y="2630"/>
                  </a:lnTo>
                  <a:lnTo>
                    <a:pt x="0" y="18141"/>
                  </a:lnTo>
                  <a:lnTo>
                    <a:pt x="3581" y="21722"/>
                  </a:lnTo>
                  <a:lnTo>
                    <a:pt x="3581" y="23513"/>
                  </a:lnTo>
                  <a:lnTo>
                    <a:pt x="6211" y="26142"/>
                  </a:lnTo>
                  <a:lnTo>
                    <a:pt x="8001" y="26142"/>
                  </a:lnTo>
                  <a:lnTo>
                    <a:pt x="10385" y="28526"/>
                  </a:lnTo>
                  <a:lnTo>
                    <a:pt x="13608" y="25303"/>
                  </a:lnTo>
                  <a:lnTo>
                    <a:pt x="13608" y="19931"/>
                  </a:lnTo>
                  <a:lnTo>
                    <a:pt x="15399" y="18141"/>
                  </a:lnTo>
                  <a:lnTo>
                    <a:pt x="15399" y="15164"/>
                  </a:lnTo>
                  <a:lnTo>
                    <a:pt x="13608" y="13373"/>
                  </a:lnTo>
                  <a:lnTo>
                    <a:pt x="13608" y="8001"/>
                  </a:lnTo>
                  <a:lnTo>
                    <a:pt x="10027" y="4420"/>
                  </a:lnTo>
                  <a:lnTo>
                    <a:pt x="10027" y="1791"/>
                  </a:lnTo>
                  <a:lnTo>
                    <a:pt x="7397" y="1791"/>
                  </a:lnTo>
                  <a:lnTo>
                    <a:pt x="5607" y="0"/>
                  </a:lnTo>
                  <a:lnTo>
                    <a:pt x="2630" y="0"/>
                  </a:lnTo>
                  <a:close/>
                </a:path>
              </a:pathLst>
            </a:custGeom>
            <a:solidFill>
              <a:srgbClr val="F76868"/>
            </a:solidFill>
            <a:ln>
              <a:noFill/>
            </a:ln>
          </p:spPr>
        </p:sp>
        <p:sp>
          <p:nvSpPr>
            <p:cNvPr id="17573" name="Graph element 2266"/>
            <p:cNvSpPr/>
            <p:nvPr/>
          </p:nvSpPr>
          <p:spPr>
            <a:xfrm>
              <a:off x="1099764" y="1008445"/>
              <a:ext cx="36886" cy="31514"/>
            </a:xfrm>
            <a:custGeom>
              <a:avLst/>
              <a:gdLst/>
              <a:ahLst/>
              <a:cxnLst/>
              <a:rect l="0" t="0" r="r" b="b"/>
              <a:pathLst>
                <a:path w="36886" h="31514" stroke="0" extrusionOk="0">
                  <a:moveTo>
                    <a:pt x="6211" y="0"/>
                  </a:moveTo>
                  <a:lnTo>
                    <a:pt x="2630" y="3581"/>
                  </a:lnTo>
                  <a:lnTo>
                    <a:pt x="0" y="3581"/>
                  </a:lnTo>
                  <a:lnTo>
                    <a:pt x="0" y="9188"/>
                  </a:lnTo>
                  <a:lnTo>
                    <a:pt x="2630" y="11818"/>
                  </a:lnTo>
                  <a:lnTo>
                    <a:pt x="4420" y="11818"/>
                  </a:lnTo>
                  <a:lnTo>
                    <a:pt x="6211" y="13608"/>
                  </a:lnTo>
                  <a:lnTo>
                    <a:pt x="8001" y="13608"/>
                  </a:lnTo>
                  <a:lnTo>
                    <a:pt x="10150" y="15757"/>
                  </a:lnTo>
                  <a:lnTo>
                    <a:pt x="8953" y="16954"/>
                  </a:lnTo>
                  <a:lnTo>
                    <a:pt x="8953" y="18745"/>
                  </a:lnTo>
                  <a:lnTo>
                    <a:pt x="5136" y="22561"/>
                  </a:lnTo>
                  <a:lnTo>
                    <a:pt x="10979" y="22561"/>
                  </a:lnTo>
                  <a:lnTo>
                    <a:pt x="13608" y="19931"/>
                  </a:lnTo>
                  <a:lnTo>
                    <a:pt x="13608" y="18141"/>
                  </a:lnTo>
                  <a:lnTo>
                    <a:pt x="15164" y="17189"/>
                  </a:lnTo>
                  <a:lnTo>
                    <a:pt x="16115" y="18141"/>
                  </a:lnTo>
                  <a:lnTo>
                    <a:pt x="16115" y="19931"/>
                  </a:lnTo>
                  <a:lnTo>
                    <a:pt x="17906" y="21722"/>
                  </a:lnTo>
                  <a:lnTo>
                    <a:pt x="17906" y="23513"/>
                  </a:lnTo>
                  <a:lnTo>
                    <a:pt x="22326" y="27933"/>
                  </a:lnTo>
                  <a:lnTo>
                    <a:pt x="24116" y="27933"/>
                  </a:lnTo>
                  <a:lnTo>
                    <a:pt x="27698" y="31514"/>
                  </a:lnTo>
                  <a:lnTo>
                    <a:pt x="35095" y="31514"/>
                  </a:lnTo>
                  <a:lnTo>
                    <a:pt x="35095" y="28884"/>
                  </a:lnTo>
                  <a:lnTo>
                    <a:pt x="36886" y="27094"/>
                  </a:lnTo>
                  <a:lnTo>
                    <a:pt x="36886" y="15164"/>
                  </a:lnTo>
                  <a:lnTo>
                    <a:pt x="35095" y="13373"/>
                  </a:lnTo>
                  <a:lnTo>
                    <a:pt x="35095" y="11582"/>
                  </a:lnTo>
                  <a:lnTo>
                    <a:pt x="33304" y="9792"/>
                  </a:lnTo>
                  <a:lnTo>
                    <a:pt x="33304" y="8001"/>
                  </a:lnTo>
                  <a:lnTo>
                    <a:pt x="31514" y="6211"/>
                  </a:lnTo>
                  <a:lnTo>
                    <a:pt x="31514" y="3581"/>
                  </a:lnTo>
                  <a:lnTo>
                    <a:pt x="28884" y="3581"/>
                  </a:lnTo>
                  <a:lnTo>
                    <a:pt x="27094" y="1791"/>
                  </a:lnTo>
                  <a:lnTo>
                    <a:pt x="25303" y="1791"/>
                  </a:lnTo>
                  <a:lnTo>
                    <a:pt x="23513" y="0"/>
                  </a:lnTo>
                  <a:lnTo>
                    <a:pt x="16954" y="0"/>
                  </a:lnTo>
                  <a:lnTo>
                    <a:pt x="15757" y="1197"/>
                  </a:lnTo>
                  <a:lnTo>
                    <a:pt x="14560" y="0"/>
                  </a:lnTo>
                  <a:lnTo>
                    <a:pt x="6211" y="0"/>
                  </a:lnTo>
                  <a:close/>
                  <a:moveTo>
                    <a:pt x="21722" y="6446"/>
                  </a:moveTo>
                  <a:lnTo>
                    <a:pt x="27698" y="6446"/>
                  </a:lnTo>
                  <a:lnTo>
                    <a:pt x="28649" y="8001"/>
                  </a:lnTo>
                  <a:lnTo>
                    <a:pt x="27698" y="8953"/>
                  </a:lnTo>
                  <a:lnTo>
                    <a:pt x="25907" y="8953"/>
                  </a:lnTo>
                  <a:lnTo>
                    <a:pt x="24116" y="10743"/>
                  </a:lnTo>
                  <a:lnTo>
                    <a:pt x="22326" y="10743"/>
                  </a:lnTo>
                  <a:lnTo>
                    <a:pt x="20535" y="12534"/>
                  </a:lnTo>
                  <a:lnTo>
                    <a:pt x="14560" y="12534"/>
                  </a:lnTo>
                  <a:lnTo>
                    <a:pt x="14202" y="12176"/>
                  </a:lnTo>
                  <a:lnTo>
                    <a:pt x="16350" y="10027"/>
                  </a:lnTo>
                  <a:lnTo>
                    <a:pt x="18141" y="10027"/>
                  </a:lnTo>
                  <a:lnTo>
                    <a:pt x="21722" y="6446"/>
                  </a:lnTo>
                  <a:close/>
                </a:path>
              </a:pathLst>
            </a:custGeom>
            <a:solidFill>
              <a:srgbClr val="F76868"/>
            </a:solidFill>
            <a:ln>
              <a:noFill/>
            </a:ln>
          </p:spPr>
        </p:sp>
        <p:sp>
          <p:nvSpPr>
            <p:cNvPr id="17574" name="Graph element 2267"/>
            <p:cNvSpPr/>
            <p:nvPr/>
          </p:nvSpPr>
          <p:spPr>
            <a:xfrm>
              <a:off x="1092602" y="994121"/>
              <a:ext cx="17783" cy="15399"/>
            </a:xfrm>
            <a:custGeom>
              <a:avLst/>
              <a:gdLst/>
              <a:ahLst/>
              <a:cxnLst/>
              <a:rect l="0" t="0" r="r" b="b"/>
              <a:pathLst>
                <a:path w="17783" h="15399" stroke="0" extrusionOk="0">
                  <a:moveTo>
                    <a:pt x="2630" y="0"/>
                  </a:moveTo>
                  <a:lnTo>
                    <a:pt x="0" y="2630"/>
                  </a:lnTo>
                  <a:lnTo>
                    <a:pt x="0" y="12769"/>
                  </a:lnTo>
                  <a:lnTo>
                    <a:pt x="2630" y="15399"/>
                  </a:lnTo>
                  <a:lnTo>
                    <a:pt x="9188" y="15399"/>
                  </a:lnTo>
                  <a:lnTo>
                    <a:pt x="12769" y="11818"/>
                  </a:lnTo>
                  <a:lnTo>
                    <a:pt x="15399" y="11818"/>
                  </a:lnTo>
                  <a:lnTo>
                    <a:pt x="15399" y="9188"/>
                  </a:lnTo>
                  <a:lnTo>
                    <a:pt x="17783" y="6804"/>
                  </a:lnTo>
                  <a:lnTo>
                    <a:pt x="14560" y="3581"/>
                  </a:lnTo>
                  <a:lnTo>
                    <a:pt x="12769" y="3581"/>
                  </a:lnTo>
                  <a:lnTo>
                    <a:pt x="10979" y="1791"/>
                  </a:lnTo>
                  <a:lnTo>
                    <a:pt x="7397" y="1791"/>
                  </a:lnTo>
                  <a:lnTo>
                    <a:pt x="5607" y="0"/>
                  </a:lnTo>
                  <a:lnTo>
                    <a:pt x="2630" y="0"/>
                  </a:lnTo>
                  <a:close/>
                </a:path>
              </a:pathLst>
            </a:custGeom>
            <a:solidFill>
              <a:srgbClr val="F76868"/>
            </a:solidFill>
            <a:ln>
              <a:noFill/>
            </a:ln>
          </p:spPr>
        </p:sp>
        <p:sp>
          <p:nvSpPr>
            <p:cNvPr id="17575" name="Graph element 2268"/>
            <p:cNvSpPr/>
            <p:nvPr/>
          </p:nvSpPr>
          <p:spPr>
            <a:xfrm>
              <a:off x="1089020" y="897430"/>
              <a:ext cx="24352" cy="17189"/>
            </a:xfrm>
            <a:custGeom>
              <a:avLst/>
              <a:gdLst/>
              <a:ahLst/>
              <a:cxnLst/>
              <a:rect l="0" t="0" r="r" b="b"/>
              <a:pathLst>
                <a:path w="24352" h="17189" stroke="0" extrusionOk="0">
                  <a:moveTo>
                    <a:pt x="15164" y="0"/>
                  </a:moveTo>
                  <a:lnTo>
                    <a:pt x="13373" y="1791"/>
                  </a:lnTo>
                  <a:lnTo>
                    <a:pt x="11582" y="1791"/>
                  </a:lnTo>
                  <a:lnTo>
                    <a:pt x="9792" y="3581"/>
                  </a:lnTo>
                  <a:lnTo>
                    <a:pt x="8001" y="3581"/>
                  </a:lnTo>
                  <a:lnTo>
                    <a:pt x="1791" y="9792"/>
                  </a:lnTo>
                  <a:lnTo>
                    <a:pt x="1791" y="11582"/>
                  </a:lnTo>
                  <a:lnTo>
                    <a:pt x="0" y="13373"/>
                  </a:lnTo>
                  <a:lnTo>
                    <a:pt x="0" y="17189"/>
                  </a:lnTo>
                  <a:lnTo>
                    <a:pt x="14560" y="17189"/>
                  </a:lnTo>
                  <a:lnTo>
                    <a:pt x="18141" y="13608"/>
                  </a:lnTo>
                  <a:lnTo>
                    <a:pt x="19931" y="13608"/>
                  </a:lnTo>
                  <a:lnTo>
                    <a:pt x="22561" y="10979"/>
                  </a:lnTo>
                  <a:lnTo>
                    <a:pt x="22561" y="9188"/>
                  </a:lnTo>
                  <a:lnTo>
                    <a:pt x="24352" y="7397"/>
                  </a:lnTo>
                  <a:lnTo>
                    <a:pt x="24352" y="2630"/>
                  </a:lnTo>
                  <a:lnTo>
                    <a:pt x="21722" y="0"/>
                  </a:lnTo>
                  <a:lnTo>
                    <a:pt x="15164" y="0"/>
                  </a:lnTo>
                  <a:close/>
                </a:path>
              </a:pathLst>
            </a:custGeom>
            <a:solidFill>
              <a:srgbClr val="F76868"/>
            </a:solidFill>
            <a:ln>
              <a:noFill/>
            </a:ln>
          </p:spPr>
        </p:sp>
        <p:sp>
          <p:nvSpPr>
            <p:cNvPr id="17576" name="Graph element 2269"/>
            <p:cNvSpPr/>
            <p:nvPr/>
          </p:nvSpPr>
          <p:spPr>
            <a:xfrm>
              <a:off x="1083291" y="883106"/>
              <a:ext cx="8953" cy="6446"/>
            </a:xfrm>
            <a:custGeom>
              <a:avLst/>
              <a:gdLst/>
              <a:ahLst/>
              <a:cxnLst/>
              <a:rect l="0" t="0" r="r" b="b"/>
              <a:pathLst>
                <a:path w="8953" h="6446" stroke="0" extrusionOk="0">
                  <a:moveTo>
                    <a:pt x="1197" y="2865"/>
                  </a:moveTo>
                  <a:lnTo>
                    <a:pt x="4778" y="6446"/>
                  </a:lnTo>
                  <a:lnTo>
                    <a:pt x="8953" y="6446"/>
                  </a:lnTo>
                  <a:lnTo>
                    <a:pt x="8953" y="3581"/>
                  </a:lnTo>
                  <a:lnTo>
                    <a:pt x="5965" y="3581"/>
                  </a:lnTo>
                  <a:lnTo>
                    <a:pt x="2384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197" y="2865"/>
                  </a:lnTo>
                  <a:close/>
                </a:path>
              </a:pathLst>
            </a:custGeom>
            <a:solidFill>
              <a:srgbClr val="F76868"/>
            </a:solidFill>
            <a:ln>
              <a:noFill/>
            </a:ln>
          </p:spPr>
        </p:sp>
        <p:sp>
          <p:nvSpPr>
            <p:cNvPr id="17577" name="Graph element 2270"/>
            <p:cNvSpPr/>
            <p:nvPr/>
          </p:nvSpPr>
          <p:spPr>
            <a:xfrm>
              <a:off x="1080068" y="872362"/>
              <a:ext cx="31514" cy="17189"/>
            </a:xfrm>
            <a:custGeom>
              <a:avLst/>
              <a:gdLst/>
              <a:ahLst/>
              <a:cxnLst/>
              <a:rect l="0" t="0" r="r" b="b"/>
              <a:pathLst>
                <a:path w="31514" h="17189" stroke="0" extrusionOk="0">
                  <a:moveTo>
                    <a:pt x="9792" y="0"/>
                  </a:moveTo>
                  <a:lnTo>
                    <a:pt x="8001" y="1791"/>
                  </a:lnTo>
                  <a:lnTo>
                    <a:pt x="6211" y="1791"/>
                  </a:lnTo>
                  <a:lnTo>
                    <a:pt x="4420" y="3581"/>
                  </a:lnTo>
                  <a:lnTo>
                    <a:pt x="2630" y="3581"/>
                  </a:lnTo>
                  <a:lnTo>
                    <a:pt x="0" y="6211"/>
                  </a:lnTo>
                  <a:lnTo>
                    <a:pt x="0" y="10027"/>
                  </a:lnTo>
                  <a:lnTo>
                    <a:pt x="3816" y="10027"/>
                  </a:lnTo>
                  <a:lnTo>
                    <a:pt x="5607" y="8237"/>
                  </a:lnTo>
                  <a:lnTo>
                    <a:pt x="16954" y="8237"/>
                  </a:lnTo>
                  <a:lnTo>
                    <a:pt x="18745" y="10027"/>
                  </a:lnTo>
                  <a:lnTo>
                    <a:pt x="20535" y="10027"/>
                  </a:lnTo>
                  <a:lnTo>
                    <a:pt x="22326" y="11818"/>
                  </a:lnTo>
                  <a:lnTo>
                    <a:pt x="24116" y="11818"/>
                  </a:lnTo>
                  <a:lnTo>
                    <a:pt x="25068" y="12769"/>
                  </a:lnTo>
                  <a:lnTo>
                    <a:pt x="24116" y="14325"/>
                  </a:lnTo>
                  <a:lnTo>
                    <a:pt x="22919" y="14325"/>
                  </a:lnTo>
                  <a:lnTo>
                    <a:pt x="22919" y="17189"/>
                  </a:lnTo>
                  <a:lnTo>
                    <a:pt x="25303" y="17189"/>
                  </a:lnTo>
                  <a:lnTo>
                    <a:pt x="31514" y="10979"/>
                  </a:lnTo>
                  <a:lnTo>
                    <a:pt x="31514" y="8001"/>
                  </a:lnTo>
                  <a:lnTo>
                    <a:pt x="25303" y="1791"/>
                  </a:lnTo>
                  <a:lnTo>
                    <a:pt x="23513" y="1791"/>
                  </a:lnTo>
                  <a:lnTo>
                    <a:pt x="21722" y="0"/>
                  </a:lnTo>
                  <a:lnTo>
                    <a:pt x="9792" y="0"/>
                  </a:lnTo>
                  <a:close/>
                </a:path>
              </a:pathLst>
            </a:custGeom>
            <a:solidFill>
              <a:srgbClr val="F76868"/>
            </a:solidFill>
            <a:ln>
              <a:noFill/>
            </a:ln>
          </p:spPr>
        </p:sp>
        <p:sp>
          <p:nvSpPr>
            <p:cNvPr id="17578" name="Graph element 2271"/>
            <p:cNvSpPr/>
            <p:nvPr/>
          </p:nvSpPr>
          <p:spPr>
            <a:xfrm>
              <a:off x="1076486" y="856012"/>
              <a:ext cx="6446" cy="21241"/>
            </a:xfrm>
            <a:custGeom>
              <a:avLst/>
              <a:gdLst/>
              <a:ahLst/>
              <a:cxnLst/>
              <a:rect l="0" t="0" r="r" b="b"/>
              <a:pathLst>
                <a:path w="6446" h="21241" stroke="0" extrusionOk="0">
                  <a:moveTo>
                    <a:pt x="1791" y="0"/>
                  </a:moveTo>
                  <a:lnTo>
                    <a:pt x="1791" y="4655"/>
                  </a:lnTo>
                  <a:lnTo>
                    <a:pt x="0" y="6446"/>
                  </a:lnTo>
                  <a:lnTo>
                    <a:pt x="0" y="21241"/>
                  </a:lnTo>
                  <a:lnTo>
                    <a:pt x="4655" y="16586"/>
                  </a:lnTo>
                  <a:lnTo>
                    <a:pt x="4655" y="13004"/>
                  </a:lnTo>
                  <a:lnTo>
                    <a:pt x="6446" y="11214"/>
                  </a:lnTo>
                  <a:lnTo>
                    <a:pt x="6446" y="4655"/>
                  </a:lnTo>
                  <a:lnTo>
                    <a:pt x="1791" y="0"/>
                  </a:lnTo>
                  <a:close/>
                </a:path>
              </a:pathLst>
            </a:custGeom>
            <a:solidFill>
              <a:srgbClr val="F76868"/>
            </a:solidFill>
            <a:ln>
              <a:noFill/>
            </a:ln>
          </p:spPr>
        </p:sp>
        <p:sp>
          <p:nvSpPr>
            <p:cNvPr id="17579" name="Graph element 2272"/>
            <p:cNvSpPr/>
            <p:nvPr/>
          </p:nvSpPr>
          <p:spPr>
            <a:xfrm>
              <a:off x="1099764" y="845269"/>
              <a:ext cx="18980" cy="26377"/>
            </a:xfrm>
            <a:custGeom>
              <a:avLst/>
              <a:gdLst/>
              <a:ahLst/>
              <a:cxnLst/>
              <a:rect l="0" t="0" r="r" b="b"/>
              <a:pathLst>
                <a:path w="18980" h="26377" stroke="0" extrusionOk="0">
                  <a:moveTo>
                    <a:pt x="0" y="0"/>
                  </a:moveTo>
                  <a:lnTo>
                    <a:pt x="0" y="14795"/>
                  </a:lnTo>
                  <a:lnTo>
                    <a:pt x="5372" y="20167"/>
                  </a:lnTo>
                  <a:lnTo>
                    <a:pt x="5372" y="22796"/>
                  </a:lnTo>
                  <a:lnTo>
                    <a:pt x="8001" y="22796"/>
                  </a:lnTo>
                  <a:lnTo>
                    <a:pt x="11582" y="26377"/>
                  </a:lnTo>
                  <a:lnTo>
                    <a:pt x="18980" y="26377"/>
                  </a:lnTo>
                  <a:lnTo>
                    <a:pt x="18980" y="18980"/>
                  </a:lnTo>
                  <a:lnTo>
                    <a:pt x="17189" y="17189"/>
                  </a:lnTo>
                  <a:lnTo>
                    <a:pt x="17189" y="15399"/>
                  </a:lnTo>
                  <a:lnTo>
                    <a:pt x="15399" y="13608"/>
                  </a:lnTo>
                  <a:lnTo>
                    <a:pt x="15399" y="11818"/>
                  </a:lnTo>
                  <a:lnTo>
                    <a:pt x="9188" y="5607"/>
                  </a:lnTo>
                  <a:lnTo>
                    <a:pt x="7397" y="5607"/>
                  </a:lnTo>
                  <a:lnTo>
                    <a:pt x="5607" y="3816"/>
                  </a:lnTo>
                  <a:lnTo>
                    <a:pt x="3816" y="38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6868"/>
            </a:solidFill>
            <a:ln>
              <a:noFill/>
            </a:ln>
          </p:spPr>
        </p:sp>
        <p:sp>
          <p:nvSpPr>
            <p:cNvPr id="17580" name="Graph element 2273"/>
            <p:cNvSpPr/>
            <p:nvPr/>
          </p:nvSpPr>
          <p:spPr>
            <a:xfrm>
              <a:off x="1137130" y="737477"/>
              <a:ext cx="14079" cy="7039"/>
            </a:xfrm>
            <a:custGeom>
              <a:avLst/>
              <a:gdLst/>
              <a:ahLst/>
              <a:cxnLst/>
              <a:rect l="0" t="0" r="r" b="b"/>
              <a:pathLst>
                <a:path w="14079" h="7039" stroke="0" extrusionOk="0">
                  <a:moveTo>
                    <a:pt x="7039" y="0"/>
                  </a:moveTo>
                  <a:lnTo>
                    <a:pt x="0" y="7039"/>
                  </a:lnTo>
                  <a:lnTo>
                    <a:pt x="14079" y="7039"/>
                  </a:lnTo>
                  <a:lnTo>
                    <a:pt x="7039" y="0"/>
                  </a:lnTo>
                  <a:close/>
                </a:path>
              </a:pathLst>
            </a:custGeom>
            <a:solidFill>
              <a:srgbClr val="F76868"/>
            </a:solidFill>
            <a:ln>
              <a:noFill/>
            </a:ln>
          </p:spPr>
        </p:sp>
        <p:sp>
          <p:nvSpPr>
            <p:cNvPr id="17581" name="Graph element 2274"/>
            <p:cNvSpPr/>
            <p:nvPr/>
          </p:nvSpPr>
          <p:spPr>
            <a:xfrm>
              <a:off x="1036736" y="1311050"/>
              <a:ext cx="3581" cy="2865"/>
            </a:xfrm>
            <a:custGeom>
              <a:avLst/>
              <a:gdLst/>
              <a:ahLst/>
              <a:cxnLst/>
              <a:rect l="0" t="0" r="r" b="b"/>
              <a:pathLst>
                <a:path w="3581" h="2865" stroke="0" extrusionOk="0">
                  <a:moveTo>
                    <a:pt x="3581" y="2865"/>
                  </a:moveTo>
                  <a:lnTo>
                    <a:pt x="358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3581" y="2865"/>
                  </a:lnTo>
                  <a:close/>
                </a:path>
              </a:pathLst>
            </a:custGeom>
            <a:solidFill>
              <a:srgbClr val="F76666"/>
            </a:solidFill>
            <a:ln>
              <a:noFill/>
            </a:ln>
          </p:spPr>
        </p:sp>
        <p:sp>
          <p:nvSpPr>
            <p:cNvPr id="17582" name="Graph element 2275"/>
            <p:cNvSpPr/>
            <p:nvPr/>
          </p:nvSpPr>
          <p:spPr>
            <a:xfrm>
              <a:off x="1099764" y="1249813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76666"/>
            </a:solidFill>
            <a:ln>
              <a:noFill/>
            </a:ln>
          </p:spPr>
        </p:sp>
        <p:sp>
          <p:nvSpPr>
            <p:cNvPr id="17583" name="Graph element 2276"/>
            <p:cNvSpPr/>
            <p:nvPr/>
          </p:nvSpPr>
          <p:spPr>
            <a:xfrm>
              <a:off x="1085859" y="1243428"/>
              <a:ext cx="4236" cy="4594"/>
            </a:xfrm>
            <a:custGeom>
              <a:avLst/>
              <a:gdLst/>
              <a:ahLst/>
              <a:cxnLst/>
              <a:rect l="0" t="0" r="r" b="b"/>
              <a:pathLst>
                <a:path w="4236" h="4594" stroke="0" extrusionOk="0">
                  <a:moveTo>
                    <a:pt x="1371" y="3397"/>
                  </a:moveTo>
                  <a:lnTo>
                    <a:pt x="1371" y="4594"/>
                  </a:lnTo>
                  <a:lnTo>
                    <a:pt x="4236" y="4594"/>
                  </a:lnTo>
                  <a:lnTo>
                    <a:pt x="4236" y="2210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371" y="3397"/>
                  </a:lnTo>
                  <a:close/>
                </a:path>
              </a:pathLst>
            </a:custGeom>
            <a:solidFill>
              <a:srgbClr val="F76666"/>
            </a:solidFill>
            <a:ln>
              <a:noFill/>
            </a:ln>
          </p:spPr>
        </p:sp>
        <p:sp>
          <p:nvSpPr>
            <p:cNvPr id="17584" name="Graph element 2277"/>
            <p:cNvSpPr/>
            <p:nvPr/>
          </p:nvSpPr>
          <p:spPr>
            <a:xfrm>
              <a:off x="1101554" y="1228684"/>
              <a:ext cx="22561" cy="28526"/>
            </a:xfrm>
            <a:custGeom>
              <a:avLst/>
              <a:gdLst/>
              <a:ahLst/>
              <a:cxnLst/>
              <a:rect l="0" t="0" r="r" b="b"/>
              <a:pathLst>
                <a:path w="22561" h="28526" stroke="0" extrusionOk="0">
                  <a:moveTo>
                    <a:pt x="3223" y="2865"/>
                  </a:moveTo>
                  <a:lnTo>
                    <a:pt x="4420" y="2865"/>
                  </a:lnTo>
                  <a:lnTo>
                    <a:pt x="6211" y="4655"/>
                  </a:lnTo>
                  <a:lnTo>
                    <a:pt x="13373" y="4655"/>
                  </a:lnTo>
                  <a:lnTo>
                    <a:pt x="13731" y="5014"/>
                  </a:lnTo>
                  <a:lnTo>
                    <a:pt x="13373" y="5372"/>
                  </a:lnTo>
                  <a:lnTo>
                    <a:pt x="9792" y="5372"/>
                  </a:lnTo>
                  <a:lnTo>
                    <a:pt x="8001" y="7162"/>
                  </a:lnTo>
                  <a:lnTo>
                    <a:pt x="6211" y="7162"/>
                  </a:lnTo>
                  <a:lnTo>
                    <a:pt x="1791" y="11582"/>
                  </a:lnTo>
                  <a:lnTo>
                    <a:pt x="1791" y="13373"/>
                  </a:lnTo>
                  <a:lnTo>
                    <a:pt x="0" y="15164"/>
                  </a:lnTo>
                  <a:lnTo>
                    <a:pt x="0" y="18141"/>
                  </a:lnTo>
                  <a:lnTo>
                    <a:pt x="3581" y="21722"/>
                  </a:lnTo>
                  <a:lnTo>
                    <a:pt x="3581" y="23513"/>
                  </a:lnTo>
                  <a:lnTo>
                    <a:pt x="6211" y="26142"/>
                  </a:lnTo>
                  <a:lnTo>
                    <a:pt x="8001" y="26142"/>
                  </a:lnTo>
                  <a:lnTo>
                    <a:pt x="10385" y="28526"/>
                  </a:lnTo>
                  <a:lnTo>
                    <a:pt x="12769" y="26142"/>
                  </a:lnTo>
                  <a:lnTo>
                    <a:pt x="14560" y="26142"/>
                  </a:lnTo>
                  <a:lnTo>
                    <a:pt x="20771" y="19931"/>
                  </a:lnTo>
                  <a:lnTo>
                    <a:pt x="20771" y="18141"/>
                  </a:lnTo>
                  <a:lnTo>
                    <a:pt x="22561" y="16350"/>
                  </a:lnTo>
                  <a:lnTo>
                    <a:pt x="22561" y="9792"/>
                  </a:lnTo>
                  <a:lnTo>
                    <a:pt x="14560" y="1791"/>
                  </a:lnTo>
                  <a:lnTo>
                    <a:pt x="12769" y="1791"/>
                  </a:lnTo>
                  <a:lnTo>
                    <a:pt x="10979" y="0"/>
                  </a:lnTo>
                  <a:lnTo>
                    <a:pt x="3223" y="2865"/>
                  </a:lnTo>
                  <a:close/>
                </a:path>
              </a:pathLst>
            </a:custGeom>
            <a:solidFill>
              <a:srgbClr val="F76666"/>
            </a:solidFill>
            <a:ln>
              <a:noFill/>
            </a:ln>
          </p:spPr>
        </p:sp>
        <p:sp>
          <p:nvSpPr>
            <p:cNvPr id="17585" name="Graph element 2278"/>
            <p:cNvSpPr/>
            <p:nvPr/>
          </p:nvSpPr>
          <p:spPr>
            <a:xfrm>
              <a:off x="1106333" y="1219138"/>
              <a:ext cx="14202" cy="11214"/>
            </a:xfrm>
            <a:custGeom>
              <a:avLst/>
              <a:gdLst/>
              <a:ahLst/>
              <a:cxnLst/>
              <a:rect l="0" t="0" r="r" b="b"/>
              <a:pathLst>
                <a:path w="14202" h="11214" stroke="0" extrusionOk="0">
                  <a:moveTo>
                    <a:pt x="7397" y="0"/>
                  </a:moveTo>
                  <a:lnTo>
                    <a:pt x="5014" y="2384"/>
                  </a:lnTo>
                  <a:lnTo>
                    <a:pt x="3223" y="2384"/>
                  </a:lnTo>
                  <a:lnTo>
                    <a:pt x="0" y="5607"/>
                  </a:lnTo>
                  <a:lnTo>
                    <a:pt x="3223" y="8830"/>
                  </a:lnTo>
                  <a:lnTo>
                    <a:pt x="8595" y="8830"/>
                  </a:lnTo>
                  <a:lnTo>
                    <a:pt x="10979" y="11214"/>
                  </a:lnTo>
                  <a:lnTo>
                    <a:pt x="14202" y="7991"/>
                  </a:lnTo>
                  <a:lnTo>
                    <a:pt x="14202" y="5014"/>
                  </a:lnTo>
                  <a:lnTo>
                    <a:pt x="11572" y="2384"/>
                  </a:lnTo>
                  <a:lnTo>
                    <a:pt x="9781" y="2384"/>
                  </a:lnTo>
                  <a:lnTo>
                    <a:pt x="7397" y="0"/>
                  </a:lnTo>
                  <a:close/>
                </a:path>
              </a:pathLst>
            </a:custGeom>
            <a:solidFill>
              <a:srgbClr val="F76666"/>
            </a:solidFill>
            <a:ln>
              <a:noFill/>
            </a:ln>
          </p:spPr>
        </p:sp>
        <p:sp>
          <p:nvSpPr>
            <p:cNvPr id="17586" name="Graph element 2279"/>
            <p:cNvSpPr/>
            <p:nvPr/>
          </p:nvSpPr>
          <p:spPr>
            <a:xfrm>
              <a:off x="1108358" y="1189292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F76666"/>
            </a:solidFill>
            <a:ln>
              <a:noFill/>
            </a:ln>
          </p:spPr>
        </p:sp>
        <p:sp>
          <p:nvSpPr>
            <p:cNvPr id="17587" name="Graph element 2280"/>
            <p:cNvSpPr/>
            <p:nvPr/>
          </p:nvSpPr>
          <p:spPr>
            <a:xfrm>
              <a:off x="1096602" y="1169596"/>
              <a:ext cx="11756" cy="4655"/>
            </a:xfrm>
            <a:custGeom>
              <a:avLst/>
              <a:gdLst/>
              <a:ahLst/>
              <a:cxnLst/>
              <a:rect l="0" t="0" r="r" b="b"/>
              <a:pathLst>
                <a:path w="11756" h="4655" stroke="0" extrusionOk="0">
                  <a:moveTo>
                    <a:pt x="0" y="655"/>
                  </a:moveTo>
                  <a:lnTo>
                    <a:pt x="2210" y="2865"/>
                  </a:lnTo>
                  <a:lnTo>
                    <a:pt x="5791" y="2865"/>
                  </a:lnTo>
                  <a:lnTo>
                    <a:pt x="7582" y="4655"/>
                  </a:lnTo>
                  <a:lnTo>
                    <a:pt x="11756" y="4655"/>
                  </a:lnTo>
                  <a:lnTo>
                    <a:pt x="11756" y="1791"/>
                  </a:lnTo>
                  <a:lnTo>
                    <a:pt x="10559" y="1791"/>
                  </a:lnTo>
                  <a:lnTo>
                    <a:pt x="8768" y="0"/>
                  </a:lnTo>
                  <a:lnTo>
                    <a:pt x="3397" y="0"/>
                  </a:lnTo>
                  <a:lnTo>
                    <a:pt x="0" y="655"/>
                  </a:lnTo>
                  <a:close/>
                </a:path>
              </a:pathLst>
            </a:custGeom>
            <a:solidFill>
              <a:srgbClr val="F76666"/>
            </a:solidFill>
            <a:ln>
              <a:noFill/>
            </a:ln>
          </p:spPr>
        </p:sp>
        <p:sp>
          <p:nvSpPr>
            <p:cNvPr id="17588" name="Graph element 2281"/>
            <p:cNvSpPr/>
            <p:nvPr/>
          </p:nvSpPr>
          <p:spPr>
            <a:xfrm>
              <a:off x="1085204" y="1144170"/>
              <a:ext cx="11633" cy="17548"/>
            </a:xfrm>
            <a:custGeom>
              <a:avLst/>
              <a:gdLst/>
              <a:ahLst/>
              <a:cxnLst/>
              <a:rect l="0" t="0" r="r" b="b"/>
              <a:pathLst>
                <a:path w="11633" h="17548" stroke="0" extrusionOk="0">
                  <a:moveTo>
                    <a:pt x="5607" y="0"/>
                  </a:moveTo>
                  <a:lnTo>
                    <a:pt x="5607" y="1197"/>
                  </a:lnTo>
                  <a:lnTo>
                    <a:pt x="3816" y="2988"/>
                  </a:lnTo>
                  <a:lnTo>
                    <a:pt x="3816" y="13731"/>
                  </a:lnTo>
                  <a:lnTo>
                    <a:pt x="0" y="17548"/>
                  </a:lnTo>
                  <a:lnTo>
                    <a:pt x="7633" y="17548"/>
                  </a:lnTo>
                  <a:lnTo>
                    <a:pt x="10262" y="14918"/>
                  </a:lnTo>
                  <a:lnTo>
                    <a:pt x="10262" y="9546"/>
                  </a:lnTo>
                  <a:lnTo>
                    <a:pt x="11633" y="8175"/>
                  </a:lnTo>
                  <a:lnTo>
                    <a:pt x="9608" y="6149"/>
                  </a:lnTo>
                  <a:lnTo>
                    <a:pt x="8830" y="6927"/>
                  </a:lnTo>
                  <a:lnTo>
                    <a:pt x="8472" y="6569"/>
                  </a:lnTo>
                  <a:lnTo>
                    <a:pt x="5607" y="0"/>
                  </a:lnTo>
                  <a:close/>
                </a:path>
              </a:pathLst>
            </a:custGeom>
            <a:solidFill>
              <a:srgbClr val="F76666"/>
            </a:solidFill>
            <a:ln>
              <a:noFill/>
            </a:ln>
          </p:spPr>
        </p:sp>
        <p:sp>
          <p:nvSpPr>
            <p:cNvPr id="17589" name="Graph element 2282"/>
            <p:cNvSpPr/>
            <p:nvPr/>
          </p:nvSpPr>
          <p:spPr>
            <a:xfrm>
              <a:off x="1038527" y="1135575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F76666"/>
            </a:solidFill>
            <a:ln>
              <a:noFill/>
            </a:ln>
          </p:spPr>
        </p:sp>
        <p:sp>
          <p:nvSpPr>
            <p:cNvPr id="17590" name="Graph element 2283"/>
            <p:cNvSpPr/>
            <p:nvPr/>
          </p:nvSpPr>
          <p:spPr>
            <a:xfrm>
              <a:off x="1108481" y="1101554"/>
              <a:ext cx="10262" cy="4655"/>
            </a:xfrm>
            <a:custGeom>
              <a:avLst/>
              <a:gdLst/>
              <a:ahLst/>
              <a:cxnLst/>
              <a:rect l="0" t="0" r="r" b="b"/>
              <a:pathLst>
                <a:path w="10262" h="4655" stroke="0" extrusionOk="0">
                  <a:moveTo>
                    <a:pt x="4655" y="0"/>
                  </a:moveTo>
                  <a:lnTo>
                    <a:pt x="0" y="4655"/>
                  </a:lnTo>
                  <a:lnTo>
                    <a:pt x="10262" y="4655"/>
                  </a:lnTo>
                  <a:lnTo>
                    <a:pt x="10262" y="0"/>
                  </a:lnTo>
                  <a:lnTo>
                    <a:pt x="4655" y="0"/>
                  </a:lnTo>
                  <a:close/>
                </a:path>
              </a:pathLst>
            </a:custGeom>
            <a:solidFill>
              <a:srgbClr val="F76666"/>
            </a:solidFill>
            <a:ln>
              <a:noFill/>
            </a:ln>
          </p:spPr>
        </p:sp>
        <p:sp>
          <p:nvSpPr>
            <p:cNvPr id="17591" name="Graph element 2284"/>
            <p:cNvSpPr/>
            <p:nvPr/>
          </p:nvSpPr>
          <p:spPr>
            <a:xfrm>
              <a:off x="1033278" y="1078277"/>
              <a:ext cx="83675" cy="285774"/>
            </a:xfrm>
            <a:custGeom>
              <a:avLst/>
              <a:gdLst/>
              <a:ahLst/>
              <a:cxnLst/>
              <a:rect l="0" t="0" r="r" b="b"/>
              <a:pathLst>
                <a:path w="83675" h="285774" stroke="0" extrusionOk="0">
                  <a:moveTo>
                    <a:pt x="67325" y="0"/>
                  </a:moveTo>
                  <a:lnTo>
                    <a:pt x="65535" y="1791"/>
                  </a:lnTo>
                  <a:lnTo>
                    <a:pt x="63744" y="1791"/>
                  </a:lnTo>
                  <a:lnTo>
                    <a:pt x="61953" y="3581"/>
                  </a:lnTo>
                  <a:lnTo>
                    <a:pt x="61350" y="3581"/>
                  </a:lnTo>
                  <a:lnTo>
                    <a:pt x="59559" y="1791"/>
                  </a:lnTo>
                  <a:lnTo>
                    <a:pt x="54791" y="1791"/>
                  </a:lnTo>
                  <a:lnTo>
                    <a:pt x="44764" y="11818"/>
                  </a:lnTo>
                  <a:lnTo>
                    <a:pt x="49420" y="11818"/>
                  </a:lnTo>
                  <a:lnTo>
                    <a:pt x="51210" y="13608"/>
                  </a:lnTo>
                  <a:lnTo>
                    <a:pt x="56582" y="13608"/>
                  </a:lnTo>
                  <a:lnTo>
                    <a:pt x="57533" y="14560"/>
                  </a:lnTo>
                  <a:lnTo>
                    <a:pt x="57533" y="18745"/>
                  </a:lnTo>
                  <a:lnTo>
                    <a:pt x="57175" y="19103"/>
                  </a:lnTo>
                  <a:lnTo>
                    <a:pt x="55978" y="17906"/>
                  </a:lnTo>
                  <a:lnTo>
                    <a:pt x="54187" y="17906"/>
                  </a:lnTo>
                  <a:lnTo>
                    <a:pt x="52397" y="16115"/>
                  </a:lnTo>
                  <a:lnTo>
                    <a:pt x="48816" y="16115"/>
                  </a:lnTo>
                  <a:lnTo>
                    <a:pt x="46432" y="13731"/>
                  </a:lnTo>
                  <a:lnTo>
                    <a:pt x="44641" y="15522"/>
                  </a:lnTo>
                  <a:lnTo>
                    <a:pt x="41653" y="12534"/>
                  </a:lnTo>
                  <a:lnTo>
                    <a:pt x="27933" y="12534"/>
                  </a:lnTo>
                  <a:lnTo>
                    <a:pt x="26142" y="14325"/>
                  </a:lnTo>
                  <a:lnTo>
                    <a:pt x="24352" y="14325"/>
                  </a:lnTo>
                  <a:lnTo>
                    <a:pt x="16350" y="22326"/>
                  </a:lnTo>
                  <a:lnTo>
                    <a:pt x="16350" y="24116"/>
                  </a:lnTo>
                  <a:lnTo>
                    <a:pt x="14560" y="25907"/>
                  </a:lnTo>
                  <a:lnTo>
                    <a:pt x="14560" y="32465"/>
                  </a:lnTo>
                  <a:lnTo>
                    <a:pt x="15757" y="33663"/>
                  </a:lnTo>
                  <a:lnTo>
                    <a:pt x="13966" y="35453"/>
                  </a:lnTo>
                  <a:lnTo>
                    <a:pt x="17548" y="39034"/>
                  </a:lnTo>
                  <a:lnTo>
                    <a:pt x="15757" y="40825"/>
                  </a:lnTo>
                  <a:lnTo>
                    <a:pt x="19931" y="44999"/>
                  </a:lnTo>
                  <a:lnTo>
                    <a:pt x="19931" y="47629"/>
                  </a:lnTo>
                  <a:lnTo>
                    <a:pt x="22561" y="47629"/>
                  </a:lnTo>
                  <a:lnTo>
                    <a:pt x="24352" y="49420"/>
                  </a:lnTo>
                  <a:lnTo>
                    <a:pt x="26142" y="49420"/>
                  </a:lnTo>
                  <a:lnTo>
                    <a:pt x="27933" y="51210"/>
                  </a:lnTo>
                  <a:lnTo>
                    <a:pt x="30081" y="51568"/>
                  </a:lnTo>
                  <a:lnTo>
                    <a:pt x="26736" y="54914"/>
                  </a:lnTo>
                  <a:lnTo>
                    <a:pt x="25538" y="53717"/>
                  </a:lnTo>
                  <a:lnTo>
                    <a:pt x="21957" y="53717"/>
                  </a:lnTo>
                  <a:lnTo>
                    <a:pt x="20167" y="51926"/>
                  </a:lnTo>
                  <a:lnTo>
                    <a:pt x="15399" y="51926"/>
                  </a:lnTo>
                  <a:lnTo>
                    <a:pt x="12769" y="54556"/>
                  </a:lnTo>
                  <a:lnTo>
                    <a:pt x="12769" y="56347"/>
                  </a:lnTo>
                  <a:lnTo>
                    <a:pt x="10385" y="58730"/>
                  </a:lnTo>
                  <a:lnTo>
                    <a:pt x="13966" y="62312"/>
                  </a:lnTo>
                  <a:lnTo>
                    <a:pt x="13608" y="62670"/>
                  </a:lnTo>
                  <a:lnTo>
                    <a:pt x="9188" y="62670"/>
                  </a:lnTo>
                  <a:lnTo>
                    <a:pt x="9188" y="65299"/>
                  </a:lnTo>
                  <a:lnTo>
                    <a:pt x="7397" y="67090"/>
                  </a:lnTo>
                  <a:lnTo>
                    <a:pt x="7397" y="70906"/>
                  </a:lnTo>
                  <a:lnTo>
                    <a:pt x="11818" y="70906"/>
                  </a:lnTo>
                  <a:lnTo>
                    <a:pt x="15399" y="74487"/>
                  </a:lnTo>
                  <a:lnTo>
                    <a:pt x="17189" y="74487"/>
                  </a:lnTo>
                  <a:lnTo>
                    <a:pt x="18141" y="75439"/>
                  </a:lnTo>
                  <a:lnTo>
                    <a:pt x="18141" y="79020"/>
                  </a:lnTo>
                  <a:lnTo>
                    <a:pt x="19931" y="80811"/>
                  </a:lnTo>
                  <a:lnTo>
                    <a:pt x="19931" y="86182"/>
                  </a:lnTo>
                  <a:lnTo>
                    <a:pt x="21129" y="87379"/>
                  </a:lnTo>
                  <a:lnTo>
                    <a:pt x="16350" y="92158"/>
                  </a:lnTo>
                  <a:lnTo>
                    <a:pt x="16350" y="93948"/>
                  </a:lnTo>
                  <a:lnTo>
                    <a:pt x="10743" y="99555"/>
                  </a:lnTo>
                  <a:lnTo>
                    <a:pt x="15399" y="99555"/>
                  </a:lnTo>
                  <a:lnTo>
                    <a:pt x="16350" y="100507"/>
                  </a:lnTo>
                  <a:lnTo>
                    <a:pt x="16350" y="102297"/>
                  </a:lnTo>
                  <a:lnTo>
                    <a:pt x="18141" y="104088"/>
                  </a:lnTo>
                  <a:lnTo>
                    <a:pt x="17189" y="105643"/>
                  </a:lnTo>
                  <a:lnTo>
                    <a:pt x="10743" y="105643"/>
                  </a:lnTo>
                  <a:lnTo>
                    <a:pt x="14560" y="109460"/>
                  </a:lnTo>
                  <a:lnTo>
                    <a:pt x="14560" y="114831"/>
                  </a:lnTo>
                  <a:lnTo>
                    <a:pt x="19338" y="119610"/>
                  </a:lnTo>
                  <a:lnTo>
                    <a:pt x="17189" y="119968"/>
                  </a:lnTo>
                  <a:lnTo>
                    <a:pt x="13966" y="123191"/>
                  </a:lnTo>
                  <a:lnTo>
                    <a:pt x="16350" y="125575"/>
                  </a:lnTo>
                  <a:lnTo>
                    <a:pt x="16350" y="127365"/>
                  </a:lnTo>
                  <a:lnTo>
                    <a:pt x="23513" y="134527"/>
                  </a:lnTo>
                  <a:lnTo>
                    <a:pt x="23513" y="142529"/>
                  </a:lnTo>
                  <a:lnTo>
                    <a:pt x="26142" y="142529"/>
                  </a:lnTo>
                  <a:lnTo>
                    <a:pt x="27094" y="143480"/>
                  </a:lnTo>
                  <a:lnTo>
                    <a:pt x="27094" y="148852"/>
                  </a:lnTo>
                  <a:lnTo>
                    <a:pt x="28291" y="150049"/>
                  </a:lnTo>
                  <a:lnTo>
                    <a:pt x="27094" y="151246"/>
                  </a:lnTo>
                  <a:lnTo>
                    <a:pt x="27094" y="155063"/>
                  </a:lnTo>
                  <a:lnTo>
                    <a:pt x="29723" y="155063"/>
                  </a:lnTo>
                  <a:lnTo>
                    <a:pt x="32465" y="157805"/>
                  </a:lnTo>
                  <a:lnTo>
                    <a:pt x="32465" y="160199"/>
                  </a:lnTo>
                  <a:lnTo>
                    <a:pt x="31514" y="161151"/>
                  </a:lnTo>
                  <a:lnTo>
                    <a:pt x="30910" y="161151"/>
                  </a:lnTo>
                  <a:lnTo>
                    <a:pt x="29119" y="159360"/>
                  </a:lnTo>
                  <a:lnTo>
                    <a:pt x="17906" y="159360"/>
                  </a:lnTo>
                  <a:lnTo>
                    <a:pt x="22561" y="164016"/>
                  </a:lnTo>
                  <a:lnTo>
                    <a:pt x="26142" y="164016"/>
                  </a:lnTo>
                  <a:lnTo>
                    <a:pt x="26500" y="164374"/>
                  </a:lnTo>
                  <a:lnTo>
                    <a:pt x="19931" y="170943"/>
                  </a:lnTo>
                  <a:lnTo>
                    <a:pt x="19931" y="172733"/>
                  </a:lnTo>
                  <a:lnTo>
                    <a:pt x="18141" y="174524"/>
                  </a:lnTo>
                  <a:lnTo>
                    <a:pt x="18141" y="181686"/>
                  </a:lnTo>
                  <a:lnTo>
                    <a:pt x="15757" y="184070"/>
                  </a:lnTo>
                  <a:lnTo>
                    <a:pt x="18141" y="186454"/>
                  </a:lnTo>
                  <a:lnTo>
                    <a:pt x="18141" y="188244"/>
                  </a:lnTo>
                  <a:lnTo>
                    <a:pt x="19931" y="190035"/>
                  </a:lnTo>
                  <a:lnTo>
                    <a:pt x="19931" y="191825"/>
                  </a:lnTo>
                  <a:lnTo>
                    <a:pt x="22561" y="194455"/>
                  </a:lnTo>
                  <a:lnTo>
                    <a:pt x="24352" y="194455"/>
                  </a:lnTo>
                  <a:lnTo>
                    <a:pt x="25303" y="195407"/>
                  </a:lnTo>
                  <a:lnTo>
                    <a:pt x="25303" y="199592"/>
                  </a:lnTo>
                  <a:lnTo>
                    <a:pt x="24352" y="200543"/>
                  </a:lnTo>
                  <a:lnTo>
                    <a:pt x="22561" y="200543"/>
                  </a:lnTo>
                  <a:lnTo>
                    <a:pt x="20771" y="202334"/>
                  </a:lnTo>
                  <a:lnTo>
                    <a:pt x="18980" y="202334"/>
                  </a:lnTo>
                  <a:lnTo>
                    <a:pt x="17189" y="204124"/>
                  </a:lnTo>
                  <a:lnTo>
                    <a:pt x="15399" y="204124"/>
                  </a:lnTo>
                  <a:lnTo>
                    <a:pt x="13608" y="205915"/>
                  </a:lnTo>
                  <a:lnTo>
                    <a:pt x="11818" y="205915"/>
                  </a:lnTo>
                  <a:lnTo>
                    <a:pt x="10027" y="207705"/>
                  </a:lnTo>
                  <a:lnTo>
                    <a:pt x="8237" y="207705"/>
                  </a:lnTo>
                  <a:lnTo>
                    <a:pt x="0" y="215942"/>
                  </a:lnTo>
                  <a:lnTo>
                    <a:pt x="4655" y="215942"/>
                  </a:lnTo>
                  <a:lnTo>
                    <a:pt x="6446" y="217732"/>
                  </a:lnTo>
                  <a:lnTo>
                    <a:pt x="11818" y="217732"/>
                  </a:lnTo>
                  <a:lnTo>
                    <a:pt x="15399" y="221314"/>
                  </a:lnTo>
                  <a:lnTo>
                    <a:pt x="17189" y="221314"/>
                  </a:lnTo>
                  <a:lnTo>
                    <a:pt x="18141" y="222265"/>
                  </a:lnTo>
                  <a:lnTo>
                    <a:pt x="18141" y="224056"/>
                  </a:lnTo>
                  <a:lnTo>
                    <a:pt x="19931" y="225846"/>
                  </a:lnTo>
                  <a:lnTo>
                    <a:pt x="19931" y="227637"/>
                  </a:lnTo>
                  <a:lnTo>
                    <a:pt x="21722" y="229427"/>
                  </a:lnTo>
                  <a:lnTo>
                    <a:pt x="21722" y="231822"/>
                  </a:lnTo>
                  <a:lnTo>
                    <a:pt x="21364" y="232180"/>
                  </a:lnTo>
                  <a:lnTo>
                    <a:pt x="20586" y="231402"/>
                  </a:lnTo>
                  <a:lnTo>
                    <a:pt x="18560" y="233428"/>
                  </a:lnTo>
                  <a:lnTo>
                    <a:pt x="21129" y="235996"/>
                  </a:lnTo>
                  <a:lnTo>
                    <a:pt x="20771" y="236354"/>
                  </a:lnTo>
                  <a:lnTo>
                    <a:pt x="12534" y="236354"/>
                  </a:lnTo>
                  <a:lnTo>
                    <a:pt x="15757" y="239577"/>
                  </a:lnTo>
                  <a:lnTo>
                    <a:pt x="14560" y="240775"/>
                  </a:lnTo>
                  <a:lnTo>
                    <a:pt x="14560" y="243752"/>
                  </a:lnTo>
                  <a:lnTo>
                    <a:pt x="16350" y="245542"/>
                  </a:lnTo>
                  <a:lnTo>
                    <a:pt x="16350" y="247937"/>
                  </a:lnTo>
                  <a:lnTo>
                    <a:pt x="12769" y="251518"/>
                  </a:lnTo>
                  <a:lnTo>
                    <a:pt x="12769" y="253308"/>
                  </a:lnTo>
                  <a:lnTo>
                    <a:pt x="11818" y="254260"/>
                  </a:lnTo>
                  <a:lnTo>
                    <a:pt x="9188" y="254260"/>
                  </a:lnTo>
                  <a:lnTo>
                    <a:pt x="9188" y="260706"/>
                  </a:lnTo>
                  <a:lnTo>
                    <a:pt x="11818" y="260706"/>
                  </a:lnTo>
                  <a:lnTo>
                    <a:pt x="19931" y="268820"/>
                  </a:lnTo>
                  <a:lnTo>
                    <a:pt x="19931" y="269424"/>
                  </a:lnTo>
                  <a:lnTo>
                    <a:pt x="18980" y="270375"/>
                  </a:lnTo>
                  <a:lnTo>
                    <a:pt x="17189" y="270375"/>
                  </a:lnTo>
                  <a:lnTo>
                    <a:pt x="15399" y="272166"/>
                  </a:lnTo>
                  <a:lnTo>
                    <a:pt x="14795" y="272166"/>
                  </a:lnTo>
                  <a:lnTo>
                    <a:pt x="13004" y="270375"/>
                  </a:lnTo>
                  <a:lnTo>
                    <a:pt x="10027" y="270375"/>
                  </a:lnTo>
                  <a:lnTo>
                    <a:pt x="7397" y="273005"/>
                  </a:lnTo>
                  <a:lnTo>
                    <a:pt x="7397" y="276821"/>
                  </a:lnTo>
                  <a:lnTo>
                    <a:pt x="14795" y="276821"/>
                  </a:lnTo>
                  <a:lnTo>
                    <a:pt x="18376" y="273240"/>
                  </a:lnTo>
                  <a:lnTo>
                    <a:pt x="33304" y="273240"/>
                  </a:lnTo>
                  <a:lnTo>
                    <a:pt x="36886" y="276821"/>
                  </a:lnTo>
                  <a:lnTo>
                    <a:pt x="38676" y="276821"/>
                  </a:lnTo>
                  <a:lnTo>
                    <a:pt x="39628" y="277772"/>
                  </a:lnTo>
                  <a:lnTo>
                    <a:pt x="39628" y="279563"/>
                  </a:lnTo>
                  <a:lnTo>
                    <a:pt x="45838" y="285774"/>
                  </a:lnTo>
                  <a:lnTo>
                    <a:pt x="48816" y="285774"/>
                  </a:lnTo>
                  <a:lnTo>
                    <a:pt x="53236" y="281354"/>
                  </a:lnTo>
                  <a:lnTo>
                    <a:pt x="53236" y="274795"/>
                  </a:lnTo>
                  <a:lnTo>
                    <a:pt x="50606" y="272166"/>
                  </a:lnTo>
                  <a:lnTo>
                    <a:pt x="48816" y="272166"/>
                  </a:lnTo>
                  <a:lnTo>
                    <a:pt x="46074" y="269424"/>
                  </a:lnTo>
                  <a:lnTo>
                    <a:pt x="46074" y="268820"/>
                  </a:lnTo>
                  <a:lnTo>
                    <a:pt x="49655" y="265239"/>
                  </a:lnTo>
                  <a:lnTo>
                    <a:pt x="49655" y="262261"/>
                  </a:lnTo>
                  <a:lnTo>
                    <a:pt x="46074" y="258680"/>
                  </a:lnTo>
                  <a:lnTo>
                    <a:pt x="46074" y="258076"/>
                  </a:lnTo>
                  <a:lnTo>
                    <a:pt x="47864" y="256286"/>
                  </a:lnTo>
                  <a:lnTo>
                    <a:pt x="47864" y="254495"/>
                  </a:lnTo>
                  <a:lnTo>
                    <a:pt x="49655" y="252705"/>
                  </a:lnTo>
                  <a:lnTo>
                    <a:pt x="49655" y="250914"/>
                  </a:lnTo>
                  <a:lnTo>
                    <a:pt x="51445" y="249123"/>
                  </a:lnTo>
                  <a:lnTo>
                    <a:pt x="51445" y="241961"/>
                  </a:lnTo>
                  <a:lnTo>
                    <a:pt x="53236" y="240171"/>
                  </a:lnTo>
                  <a:lnTo>
                    <a:pt x="53594" y="238022"/>
                  </a:lnTo>
                  <a:lnTo>
                    <a:pt x="54791" y="239219"/>
                  </a:lnTo>
                  <a:lnTo>
                    <a:pt x="58608" y="239219"/>
                  </a:lnTo>
                  <a:lnTo>
                    <a:pt x="58966" y="236231"/>
                  </a:lnTo>
                  <a:lnTo>
                    <a:pt x="59324" y="239219"/>
                  </a:lnTo>
                  <a:lnTo>
                    <a:pt x="63140" y="239219"/>
                  </a:lnTo>
                  <a:lnTo>
                    <a:pt x="64931" y="237429"/>
                  </a:lnTo>
                  <a:lnTo>
                    <a:pt x="66721" y="237429"/>
                  </a:lnTo>
                  <a:lnTo>
                    <a:pt x="69944" y="234206"/>
                  </a:lnTo>
                  <a:lnTo>
                    <a:pt x="66721" y="230983"/>
                  </a:lnTo>
                  <a:lnTo>
                    <a:pt x="64573" y="230625"/>
                  </a:lnTo>
                  <a:lnTo>
                    <a:pt x="65770" y="229427"/>
                  </a:lnTo>
                  <a:lnTo>
                    <a:pt x="65770" y="226450"/>
                  </a:lnTo>
                  <a:lnTo>
                    <a:pt x="63979" y="224659"/>
                  </a:lnTo>
                  <a:lnTo>
                    <a:pt x="63979" y="223462"/>
                  </a:lnTo>
                  <a:lnTo>
                    <a:pt x="61114" y="223462"/>
                  </a:lnTo>
                  <a:lnTo>
                    <a:pt x="61114" y="225846"/>
                  </a:lnTo>
                  <a:lnTo>
                    <a:pt x="62905" y="227637"/>
                  </a:lnTo>
                  <a:lnTo>
                    <a:pt x="62905" y="228241"/>
                  </a:lnTo>
                  <a:lnTo>
                    <a:pt x="61953" y="229192"/>
                  </a:lnTo>
                  <a:lnTo>
                    <a:pt x="58372" y="229192"/>
                  </a:lnTo>
                  <a:lnTo>
                    <a:pt x="57175" y="230389"/>
                  </a:lnTo>
                  <a:lnTo>
                    <a:pt x="56817" y="227401"/>
                  </a:lnTo>
                  <a:lnTo>
                    <a:pt x="52397" y="227401"/>
                  </a:lnTo>
                  <a:lnTo>
                    <a:pt x="44283" y="219288"/>
                  </a:lnTo>
                  <a:lnTo>
                    <a:pt x="44283" y="216658"/>
                  </a:lnTo>
                  <a:lnTo>
                    <a:pt x="40467" y="216658"/>
                  </a:lnTo>
                  <a:lnTo>
                    <a:pt x="38676" y="218449"/>
                  </a:lnTo>
                  <a:lnTo>
                    <a:pt x="38072" y="218449"/>
                  </a:lnTo>
                  <a:lnTo>
                    <a:pt x="37121" y="217497"/>
                  </a:lnTo>
                  <a:lnTo>
                    <a:pt x="37121" y="215707"/>
                  </a:lnTo>
                  <a:lnTo>
                    <a:pt x="35924" y="214509"/>
                  </a:lnTo>
                  <a:lnTo>
                    <a:pt x="38676" y="214151"/>
                  </a:lnTo>
                  <a:lnTo>
                    <a:pt x="40467" y="215942"/>
                  </a:lnTo>
                  <a:lnTo>
                    <a:pt x="44283" y="215942"/>
                  </a:lnTo>
                  <a:lnTo>
                    <a:pt x="44283" y="209261"/>
                  </a:lnTo>
                  <a:lnTo>
                    <a:pt x="41060" y="212484"/>
                  </a:lnTo>
                  <a:lnTo>
                    <a:pt x="37121" y="208544"/>
                  </a:lnTo>
                  <a:lnTo>
                    <a:pt x="37121" y="204963"/>
                  </a:lnTo>
                  <a:lnTo>
                    <a:pt x="32342" y="200185"/>
                  </a:lnTo>
                  <a:lnTo>
                    <a:pt x="33304" y="199827"/>
                  </a:lnTo>
                  <a:lnTo>
                    <a:pt x="35095" y="201617"/>
                  </a:lnTo>
                  <a:lnTo>
                    <a:pt x="39863" y="201617"/>
                  </a:lnTo>
                  <a:lnTo>
                    <a:pt x="41653" y="199827"/>
                  </a:lnTo>
                  <a:lnTo>
                    <a:pt x="45235" y="199827"/>
                  </a:lnTo>
                  <a:lnTo>
                    <a:pt x="48816" y="196246"/>
                  </a:lnTo>
                  <a:lnTo>
                    <a:pt x="51445" y="196246"/>
                  </a:lnTo>
                  <a:lnTo>
                    <a:pt x="51445" y="193616"/>
                  </a:lnTo>
                  <a:lnTo>
                    <a:pt x="53236" y="191825"/>
                  </a:lnTo>
                  <a:lnTo>
                    <a:pt x="53236" y="186454"/>
                  </a:lnTo>
                  <a:lnTo>
                    <a:pt x="57410" y="182279"/>
                  </a:lnTo>
                  <a:lnTo>
                    <a:pt x="52397" y="177266"/>
                  </a:lnTo>
                  <a:lnTo>
                    <a:pt x="50606" y="177266"/>
                  </a:lnTo>
                  <a:lnTo>
                    <a:pt x="49655" y="176314"/>
                  </a:lnTo>
                  <a:lnTo>
                    <a:pt x="49655" y="174524"/>
                  </a:lnTo>
                  <a:lnTo>
                    <a:pt x="47864" y="172733"/>
                  </a:lnTo>
                  <a:lnTo>
                    <a:pt x="47864" y="164732"/>
                  </a:lnTo>
                  <a:lnTo>
                    <a:pt x="45235" y="164732"/>
                  </a:lnTo>
                  <a:lnTo>
                    <a:pt x="43444" y="162941"/>
                  </a:lnTo>
                  <a:lnTo>
                    <a:pt x="41295" y="162583"/>
                  </a:lnTo>
                  <a:lnTo>
                    <a:pt x="43444" y="162225"/>
                  </a:lnTo>
                  <a:lnTo>
                    <a:pt x="45235" y="160434"/>
                  </a:lnTo>
                  <a:lnTo>
                    <a:pt x="48816" y="160434"/>
                  </a:lnTo>
                  <a:lnTo>
                    <a:pt x="50606" y="158644"/>
                  </a:lnTo>
                  <a:lnTo>
                    <a:pt x="55978" y="158644"/>
                  </a:lnTo>
                  <a:lnTo>
                    <a:pt x="58966" y="155656"/>
                  </a:lnTo>
                  <a:lnTo>
                    <a:pt x="60756" y="157447"/>
                  </a:lnTo>
                  <a:lnTo>
                    <a:pt x="64573" y="153630"/>
                  </a:lnTo>
                  <a:lnTo>
                    <a:pt x="62189" y="151246"/>
                  </a:lnTo>
                  <a:lnTo>
                    <a:pt x="62189" y="150643"/>
                  </a:lnTo>
                  <a:lnTo>
                    <a:pt x="63979" y="148852"/>
                  </a:lnTo>
                  <a:lnTo>
                    <a:pt x="64337" y="146703"/>
                  </a:lnTo>
                  <a:lnTo>
                    <a:pt x="65535" y="147901"/>
                  </a:lnTo>
                  <a:lnTo>
                    <a:pt x="68512" y="147901"/>
                  </a:lnTo>
                  <a:lnTo>
                    <a:pt x="70302" y="146110"/>
                  </a:lnTo>
                  <a:lnTo>
                    <a:pt x="72932" y="146110"/>
                  </a:lnTo>
                  <a:lnTo>
                    <a:pt x="72932" y="143480"/>
                  </a:lnTo>
                  <a:lnTo>
                    <a:pt x="76513" y="139899"/>
                  </a:lnTo>
                  <a:lnTo>
                    <a:pt x="76513" y="136318"/>
                  </a:lnTo>
                  <a:lnTo>
                    <a:pt x="78304" y="134527"/>
                  </a:lnTo>
                  <a:lnTo>
                    <a:pt x="78304" y="125575"/>
                  </a:lnTo>
                  <a:lnTo>
                    <a:pt x="83675" y="120203"/>
                  </a:lnTo>
                  <a:lnTo>
                    <a:pt x="83675" y="114596"/>
                  </a:lnTo>
                  <a:lnTo>
                    <a:pt x="76278" y="114596"/>
                  </a:lnTo>
                  <a:lnTo>
                    <a:pt x="74487" y="116387"/>
                  </a:lnTo>
                  <a:lnTo>
                    <a:pt x="68277" y="116387"/>
                  </a:lnTo>
                  <a:lnTo>
                    <a:pt x="68277" y="119016"/>
                  </a:lnTo>
                  <a:lnTo>
                    <a:pt x="66486" y="120807"/>
                  </a:lnTo>
                  <a:lnTo>
                    <a:pt x="66486" y="122597"/>
                  </a:lnTo>
                  <a:lnTo>
                    <a:pt x="64931" y="123549"/>
                  </a:lnTo>
                  <a:lnTo>
                    <a:pt x="62189" y="120807"/>
                  </a:lnTo>
                  <a:lnTo>
                    <a:pt x="62189" y="114831"/>
                  </a:lnTo>
                  <a:lnTo>
                    <a:pt x="63140" y="113880"/>
                  </a:lnTo>
                  <a:lnTo>
                    <a:pt x="64337" y="113880"/>
                  </a:lnTo>
                  <a:lnTo>
                    <a:pt x="64337" y="111015"/>
                  </a:lnTo>
                  <a:lnTo>
                    <a:pt x="61350" y="111015"/>
                  </a:lnTo>
                  <a:lnTo>
                    <a:pt x="60398" y="110063"/>
                  </a:lnTo>
                  <a:lnTo>
                    <a:pt x="60398" y="107669"/>
                  </a:lnTo>
                  <a:lnTo>
                    <a:pt x="61953" y="106718"/>
                  </a:lnTo>
                  <a:lnTo>
                    <a:pt x="63744" y="108508"/>
                  </a:lnTo>
                  <a:lnTo>
                    <a:pt x="65535" y="108508"/>
                  </a:lnTo>
                  <a:lnTo>
                    <a:pt x="67325" y="110299"/>
                  </a:lnTo>
                  <a:lnTo>
                    <a:pt x="77465" y="110299"/>
                  </a:lnTo>
                  <a:lnTo>
                    <a:pt x="80688" y="107076"/>
                  </a:lnTo>
                  <a:lnTo>
                    <a:pt x="75674" y="102062"/>
                  </a:lnTo>
                  <a:lnTo>
                    <a:pt x="61350" y="102062"/>
                  </a:lnTo>
                  <a:lnTo>
                    <a:pt x="60398" y="101111"/>
                  </a:lnTo>
                  <a:lnTo>
                    <a:pt x="60398" y="99320"/>
                  </a:lnTo>
                  <a:lnTo>
                    <a:pt x="58608" y="97530"/>
                  </a:lnTo>
                  <a:lnTo>
                    <a:pt x="58608" y="95739"/>
                  </a:lnTo>
                  <a:lnTo>
                    <a:pt x="55026" y="92158"/>
                  </a:lnTo>
                  <a:lnTo>
                    <a:pt x="55026" y="90961"/>
                  </a:lnTo>
                  <a:lnTo>
                    <a:pt x="52162" y="90961"/>
                  </a:lnTo>
                  <a:lnTo>
                    <a:pt x="51803" y="94306"/>
                  </a:lnTo>
                  <a:lnTo>
                    <a:pt x="48816" y="91319"/>
                  </a:lnTo>
                  <a:lnTo>
                    <a:pt x="46667" y="90961"/>
                  </a:lnTo>
                  <a:lnTo>
                    <a:pt x="47025" y="90602"/>
                  </a:lnTo>
                  <a:lnTo>
                    <a:pt x="53471" y="90602"/>
                  </a:lnTo>
                  <a:lnTo>
                    <a:pt x="50248" y="87379"/>
                  </a:lnTo>
                  <a:lnTo>
                    <a:pt x="51445" y="86182"/>
                  </a:lnTo>
                  <a:lnTo>
                    <a:pt x="51445" y="81414"/>
                  </a:lnTo>
                  <a:lnTo>
                    <a:pt x="50248" y="80217"/>
                  </a:lnTo>
                  <a:lnTo>
                    <a:pt x="51445" y="79020"/>
                  </a:lnTo>
                  <a:lnTo>
                    <a:pt x="51445" y="67090"/>
                  </a:lnTo>
                  <a:lnTo>
                    <a:pt x="49655" y="65299"/>
                  </a:lnTo>
                  <a:lnTo>
                    <a:pt x="49655" y="63509"/>
                  </a:lnTo>
                  <a:lnTo>
                    <a:pt x="47864" y="61718"/>
                  </a:lnTo>
                  <a:lnTo>
                    <a:pt x="47864" y="59928"/>
                  </a:lnTo>
                  <a:lnTo>
                    <a:pt x="46667" y="58730"/>
                  </a:lnTo>
                  <a:lnTo>
                    <a:pt x="47025" y="58372"/>
                  </a:lnTo>
                  <a:lnTo>
                    <a:pt x="52397" y="58372"/>
                  </a:lnTo>
                  <a:lnTo>
                    <a:pt x="55620" y="55149"/>
                  </a:lnTo>
                  <a:lnTo>
                    <a:pt x="50606" y="50136"/>
                  </a:lnTo>
                  <a:lnTo>
                    <a:pt x="48816" y="50136"/>
                  </a:lnTo>
                  <a:lnTo>
                    <a:pt x="47864" y="49184"/>
                  </a:lnTo>
                  <a:lnTo>
                    <a:pt x="47864" y="46790"/>
                  </a:lnTo>
                  <a:lnTo>
                    <a:pt x="51445" y="43209"/>
                  </a:lnTo>
                  <a:lnTo>
                    <a:pt x="51445" y="41418"/>
                  </a:lnTo>
                  <a:lnTo>
                    <a:pt x="53594" y="39270"/>
                  </a:lnTo>
                  <a:lnTo>
                    <a:pt x="54791" y="40467"/>
                  </a:lnTo>
                  <a:lnTo>
                    <a:pt x="65770" y="40467"/>
                  </a:lnTo>
                  <a:lnTo>
                    <a:pt x="65770" y="37837"/>
                  </a:lnTo>
                  <a:lnTo>
                    <a:pt x="66721" y="36886"/>
                  </a:lnTo>
                  <a:lnTo>
                    <a:pt x="70302" y="36886"/>
                  </a:lnTo>
                  <a:lnTo>
                    <a:pt x="74723" y="32465"/>
                  </a:lnTo>
                  <a:lnTo>
                    <a:pt x="74723" y="30675"/>
                  </a:lnTo>
                  <a:lnTo>
                    <a:pt x="76513" y="28884"/>
                  </a:lnTo>
                  <a:lnTo>
                    <a:pt x="76513" y="15164"/>
                  </a:lnTo>
                  <a:lnTo>
                    <a:pt x="74723" y="13373"/>
                  </a:lnTo>
                  <a:lnTo>
                    <a:pt x="74723" y="9792"/>
                  </a:lnTo>
                  <a:lnTo>
                    <a:pt x="72932" y="8001"/>
                  </a:lnTo>
                  <a:lnTo>
                    <a:pt x="72932" y="7397"/>
                  </a:lnTo>
                  <a:lnTo>
                    <a:pt x="74723" y="5607"/>
                  </a:lnTo>
                  <a:lnTo>
                    <a:pt x="74723" y="0"/>
                  </a:lnTo>
                  <a:lnTo>
                    <a:pt x="67325" y="0"/>
                  </a:lnTo>
                  <a:close/>
                  <a:moveTo>
                    <a:pt x="25180" y="189442"/>
                  </a:moveTo>
                  <a:lnTo>
                    <a:pt x="26142" y="189083"/>
                  </a:lnTo>
                  <a:lnTo>
                    <a:pt x="27094" y="190639"/>
                  </a:lnTo>
                  <a:lnTo>
                    <a:pt x="26736" y="190997"/>
                  </a:lnTo>
                  <a:lnTo>
                    <a:pt x="25180" y="189442"/>
                  </a:lnTo>
                  <a:close/>
                  <a:moveTo>
                    <a:pt x="26377" y="204359"/>
                  </a:moveTo>
                  <a:lnTo>
                    <a:pt x="26736" y="204001"/>
                  </a:lnTo>
                  <a:lnTo>
                    <a:pt x="27094" y="204359"/>
                  </a:lnTo>
                  <a:lnTo>
                    <a:pt x="26736" y="205321"/>
                  </a:lnTo>
                  <a:lnTo>
                    <a:pt x="26377" y="204359"/>
                  </a:lnTo>
                  <a:close/>
                </a:path>
              </a:pathLst>
            </a:custGeom>
            <a:solidFill>
              <a:srgbClr val="F76666"/>
            </a:solidFill>
            <a:ln>
              <a:noFill/>
            </a:ln>
          </p:spPr>
        </p:sp>
        <p:sp>
          <p:nvSpPr>
            <p:cNvPr id="17592" name="Graph element 2285"/>
            <p:cNvSpPr/>
            <p:nvPr/>
          </p:nvSpPr>
          <p:spPr>
            <a:xfrm>
              <a:off x="1071115" y="1063594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76666"/>
            </a:solidFill>
            <a:ln>
              <a:noFill/>
            </a:ln>
          </p:spPr>
        </p:sp>
        <p:sp>
          <p:nvSpPr>
            <p:cNvPr id="17593" name="Graph element 2286"/>
            <p:cNvSpPr/>
            <p:nvPr/>
          </p:nvSpPr>
          <p:spPr>
            <a:xfrm>
              <a:off x="1038527" y="1062162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F76666"/>
            </a:solidFill>
            <a:ln>
              <a:noFill/>
            </a:ln>
          </p:spPr>
        </p:sp>
        <p:sp>
          <p:nvSpPr>
            <p:cNvPr id="17594" name="Graph element 2287"/>
            <p:cNvSpPr/>
            <p:nvPr/>
          </p:nvSpPr>
          <p:spPr>
            <a:xfrm>
              <a:off x="1038527" y="1047837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F76666"/>
            </a:solidFill>
            <a:ln>
              <a:noFill/>
            </a:ln>
          </p:spPr>
        </p:sp>
        <p:sp>
          <p:nvSpPr>
            <p:cNvPr id="17595" name="Graph element 2288"/>
            <p:cNvSpPr/>
            <p:nvPr/>
          </p:nvSpPr>
          <p:spPr>
            <a:xfrm>
              <a:off x="1110272" y="1013817"/>
              <a:ext cx="19215" cy="8237"/>
            </a:xfrm>
            <a:custGeom>
              <a:avLst/>
              <a:gdLst/>
              <a:ahLst/>
              <a:cxnLst/>
              <a:rect l="0" t="0" r="r" b="b"/>
              <a:pathLst>
                <a:path w="19215" h="8237" stroke="0" extrusionOk="0">
                  <a:moveTo>
                    <a:pt x="10027" y="0"/>
                  </a:moveTo>
                  <a:lnTo>
                    <a:pt x="6446" y="3581"/>
                  </a:lnTo>
                  <a:lnTo>
                    <a:pt x="4655" y="3581"/>
                  </a:lnTo>
                  <a:lnTo>
                    <a:pt x="0" y="8237"/>
                  </a:lnTo>
                  <a:lnTo>
                    <a:pt x="11214" y="8237"/>
                  </a:lnTo>
                  <a:lnTo>
                    <a:pt x="13004" y="6446"/>
                  </a:lnTo>
                  <a:lnTo>
                    <a:pt x="14795" y="6446"/>
                  </a:lnTo>
                  <a:lnTo>
                    <a:pt x="16586" y="4655"/>
                  </a:lnTo>
                  <a:lnTo>
                    <a:pt x="19215" y="4655"/>
                  </a:lnTo>
                  <a:lnTo>
                    <a:pt x="19215" y="0"/>
                  </a:lnTo>
                  <a:lnTo>
                    <a:pt x="10027" y="0"/>
                  </a:lnTo>
                  <a:close/>
                </a:path>
              </a:pathLst>
            </a:custGeom>
            <a:solidFill>
              <a:srgbClr val="F76666"/>
            </a:solidFill>
            <a:ln>
              <a:noFill/>
            </a:ln>
          </p:spPr>
        </p:sp>
        <p:sp>
          <p:nvSpPr>
            <p:cNvPr id="17596" name="Graph element 2289"/>
            <p:cNvSpPr/>
            <p:nvPr/>
          </p:nvSpPr>
          <p:spPr>
            <a:xfrm>
              <a:off x="1079832" y="879525"/>
              <a:ext cx="26377" cy="10027"/>
            </a:xfrm>
            <a:custGeom>
              <a:avLst/>
              <a:gdLst/>
              <a:ahLst/>
              <a:cxnLst/>
              <a:rect l="0" t="0" r="r" b="b"/>
              <a:pathLst>
                <a:path w="26377" h="10027" stroke="0" extrusionOk="0">
                  <a:moveTo>
                    <a:pt x="4655" y="0"/>
                  </a:moveTo>
                  <a:lnTo>
                    <a:pt x="0" y="4655"/>
                  </a:lnTo>
                  <a:lnTo>
                    <a:pt x="4655" y="4655"/>
                  </a:lnTo>
                  <a:lnTo>
                    <a:pt x="8237" y="8237"/>
                  </a:lnTo>
                  <a:lnTo>
                    <a:pt x="11818" y="8237"/>
                  </a:lnTo>
                  <a:lnTo>
                    <a:pt x="13608" y="10027"/>
                  </a:lnTo>
                  <a:lnTo>
                    <a:pt x="21957" y="10027"/>
                  </a:lnTo>
                  <a:lnTo>
                    <a:pt x="23748" y="8237"/>
                  </a:lnTo>
                  <a:lnTo>
                    <a:pt x="26377" y="8237"/>
                  </a:lnTo>
                  <a:lnTo>
                    <a:pt x="26377" y="3581"/>
                  </a:lnTo>
                  <a:lnTo>
                    <a:pt x="23748" y="3581"/>
                  </a:lnTo>
                  <a:lnTo>
                    <a:pt x="21957" y="1791"/>
                  </a:lnTo>
                  <a:lnTo>
                    <a:pt x="20167" y="1791"/>
                  </a:lnTo>
                  <a:lnTo>
                    <a:pt x="18376" y="0"/>
                  </a:lnTo>
                  <a:lnTo>
                    <a:pt x="4655" y="0"/>
                  </a:lnTo>
                  <a:close/>
                </a:path>
              </a:pathLst>
            </a:custGeom>
            <a:solidFill>
              <a:srgbClr val="F76666"/>
            </a:solidFill>
            <a:ln>
              <a:noFill/>
            </a:ln>
          </p:spPr>
        </p:sp>
        <p:sp>
          <p:nvSpPr>
            <p:cNvPr id="17597" name="Graph element 2290"/>
            <p:cNvSpPr/>
            <p:nvPr/>
          </p:nvSpPr>
          <p:spPr>
            <a:xfrm>
              <a:off x="928289" y="1707184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598" name="Graph element 2291"/>
            <p:cNvSpPr/>
            <p:nvPr/>
          </p:nvSpPr>
          <p:spPr>
            <a:xfrm>
              <a:off x="1035723" y="1692860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599" name="Graph element 2292"/>
            <p:cNvSpPr/>
            <p:nvPr/>
          </p:nvSpPr>
          <p:spPr>
            <a:xfrm>
              <a:off x="1035723" y="1680326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00" name="Graph element 2293"/>
            <p:cNvSpPr/>
            <p:nvPr/>
          </p:nvSpPr>
          <p:spPr>
            <a:xfrm>
              <a:off x="1035304" y="1665224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01" name="Graph element 2294"/>
            <p:cNvSpPr/>
            <p:nvPr/>
          </p:nvSpPr>
          <p:spPr>
            <a:xfrm>
              <a:off x="1035304" y="1650899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02" name="Graph element 2295"/>
            <p:cNvSpPr/>
            <p:nvPr/>
          </p:nvSpPr>
          <p:spPr>
            <a:xfrm>
              <a:off x="1035304" y="1633771"/>
              <a:ext cx="4236" cy="4594"/>
            </a:xfrm>
            <a:custGeom>
              <a:avLst/>
              <a:gdLst/>
              <a:ahLst/>
              <a:cxnLst/>
              <a:rect l="0" t="0" r="r" b="b"/>
              <a:pathLst>
                <a:path w="4236" h="4594" stroke="0" extrusionOk="0">
                  <a:moveTo>
                    <a:pt x="0" y="2210"/>
                  </a:moveTo>
                  <a:lnTo>
                    <a:pt x="0" y="4594"/>
                  </a:lnTo>
                  <a:lnTo>
                    <a:pt x="2865" y="4594"/>
                  </a:lnTo>
                  <a:lnTo>
                    <a:pt x="2865" y="3397"/>
                  </a:lnTo>
                  <a:lnTo>
                    <a:pt x="4236" y="2026"/>
                  </a:lnTo>
                  <a:lnTo>
                    <a:pt x="2210" y="0"/>
                  </a:lnTo>
                  <a:lnTo>
                    <a:pt x="0" y="2210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03" name="Graph element 2296"/>
            <p:cNvSpPr/>
            <p:nvPr/>
          </p:nvSpPr>
          <p:spPr>
            <a:xfrm>
              <a:off x="928289" y="1577486"/>
              <a:ext cx="4236" cy="4594"/>
            </a:xfrm>
            <a:custGeom>
              <a:avLst/>
              <a:gdLst/>
              <a:ahLst/>
              <a:cxnLst/>
              <a:rect l="0" t="0" r="r" b="b"/>
              <a:pathLst>
                <a:path w="4236" h="4594" stroke="0" extrusionOk="0">
                  <a:moveTo>
                    <a:pt x="0" y="2568"/>
                  </a:moveTo>
                  <a:lnTo>
                    <a:pt x="2026" y="4594"/>
                  </a:lnTo>
                  <a:lnTo>
                    <a:pt x="4236" y="2384"/>
                  </a:lnTo>
                  <a:lnTo>
                    <a:pt x="4236" y="0"/>
                  </a:lnTo>
                  <a:lnTo>
                    <a:pt x="1371" y="0"/>
                  </a:lnTo>
                  <a:lnTo>
                    <a:pt x="1371" y="1197"/>
                  </a:lnTo>
                  <a:lnTo>
                    <a:pt x="0" y="2568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04" name="Graph element 2297"/>
            <p:cNvSpPr/>
            <p:nvPr/>
          </p:nvSpPr>
          <p:spPr>
            <a:xfrm>
              <a:off x="928289" y="1560358"/>
              <a:ext cx="4236" cy="4594"/>
            </a:xfrm>
            <a:custGeom>
              <a:avLst/>
              <a:gdLst/>
              <a:ahLst/>
              <a:cxnLst/>
              <a:rect l="0" t="0" r="r" b="b"/>
              <a:pathLst>
                <a:path w="4236" h="4594" stroke="0" extrusionOk="0">
                  <a:moveTo>
                    <a:pt x="1371" y="3397"/>
                  </a:moveTo>
                  <a:lnTo>
                    <a:pt x="1371" y="4594"/>
                  </a:lnTo>
                  <a:lnTo>
                    <a:pt x="4236" y="4594"/>
                  </a:lnTo>
                  <a:lnTo>
                    <a:pt x="4236" y="2210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371" y="3397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05" name="Graph element 2298"/>
            <p:cNvSpPr/>
            <p:nvPr/>
          </p:nvSpPr>
          <p:spPr>
            <a:xfrm>
              <a:off x="928289" y="1546034"/>
              <a:ext cx="4236" cy="4594"/>
            </a:xfrm>
            <a:custGeom>
              <a:avLst/>
              <a:gdLst/>
              <a:ahLst/>
              <a:cxnLst/>
              <a:rect l="0" t="0" r="r" b="b"/>
              <a:pathLst>
                <a:path w="4236" h="4594" stroke="0" extrusionOk="0">
                  <a:moveTo>
                    <a:pt x="1371" y="3397"/>
                  </a:moveTo>
                  <a:lnTo>
                    <a:pt x="1371" y="4594"/>
                  </a:lnTo>
                  <a:lnTo>
                    <a:pt x="4236" y="4594"/>
                  </a:lnTo>
                  <a:lnTo>
                    <a:pt x="4236" y="2210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371" y="3397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06" name="Graph element 2299"/>
            <p:cNvSpPr/>
            <p:nvPr/>
          </p:nvSpPr>
          <p:spPr>
            <a:xfrm>
              <a:off x="929660" y="1504073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07" name="Graph element 2300"/>
            <p:cNvSpPr/>
            <p:nvPr/>
          </p:nvSpPr>
          <p:spPr>
            <a:xfrm>
              <a:off x="928289" y="1489748"/>
              <a:ext cx="4236" cy="4594"/>
            </a:xfrm>
            <a:custGeom>
              <a:avLst/>
              <a:gdLst/>
              <a:ahLst/>
              <a:cxnLst/>
              <a:rect l="0" t="0" r="r" b="b"/>
              <a:pathLst>
                <a:path w="4236" h="4594" stroke="0" extrusionOk="0">
                  <a:moveTo>
                    <a:pt x="0" y="2568"/>
                  </a:moveTo>
                  <a:lnTo>
                    <a:pt x="2026" y="4594"/>
                  </a:lnTo>
                  <a:lnTo>
                    <a:pt x="4236" y="2384"/>
                  </a:lnTo>
                  <a:lnTo>
                    <a:pt x="4236" y="0"/>
                  </a:lnTo>
                  <a:lnTo>
                    <a:pt x="1371" y="0"/>
                  </a:lnTo>
                  <a:lnTo>
                    <a:pt x="1371" y="1197"/>
                  </a:lnTo>
                  <a:lnTo>
                    <a:pt x="0" y="2568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08" name="Graph element 2301"/>
            <p:cNvSpPr/>
            <p:nvPr/>
          </p:nvSpPr>
          <p:spPr>
            <a:xfrm>
              <a:off x="928289" y="1472620"/>
              <a:ext cx="4236" cy="4594"/>
            </a:xfrm>
            <a:custGeom>
              <a:avLst/>
              <a:gdLst/>
              <a:ahLst/>
              <a:cxnLst/>
              <a:rect l="0" t="0" r="r" b="b"/>
              <a:pathLst>
                <a:path w="4236" h="4594" stroke="0" extrusionOk="0">
                  <a:moveTo>
                    <a:pt x="1371" y="3397"/>
                  </a:moveTo>
                  <a:lnTo>
                    <a:pt x="1371" y="4594"/>
                  </a:lnTo>
                  <a:lnTo>
                    <a:pt x="4236" y="4594"/>
                  </a:lnTo>
                  <a:lnTo>
                    <a:pt x="4236" y="2210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371" y="3397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09" name="Graph element 2302"/>
            <p:cNvSpPr/>
            <p:nvPr/>
          </p:nvSpPr>
          <p:spPr>
            <a:xfrm>
              <a:off x="927512" y="1443552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10" name="Graph element 2303"/>
            <p:cNvSpPr/>
            <p:nvPr/>
          </p:nvSpPr>
          <p:spPr>
            <a:xfrm>
              <a:off x="928289" y="1416335"/>
              <a:ext cx="4236" cy="4594"/>
            </a:xfrm>
            <a:custGeom>
              <a:avLst/>
              <a:gdLst/>
              <a:ahLst/>
              <a:cxnLst/>
              <a:rect l="0" t="0" r="r" b="b"/>
              <a:pathLst>
                <a:path w="4236" h="4594" stroke="0" extrusionOk="0">
                  <a:moveTo>
                    <a:pt x="0" y="2568"/>
                  </a:moveTo>
                  <a:lnTo>
                    <a:pt x="2026" y="4594"/>
                  </a:lnTo>
                  <a:lnTo>
                    <a:pt x="4236" y="2384"/>
                  </a:lnTo>
                  <a:lnTo>
                    <a:pt x="4236" y="0"/>
                  </a:lnTo>
                  <a:lnTo>
                    <a:pt x="1371" y="0"/>
                  </a:lnTo>
                  <a:lnTo>
                    <a:pt x="1371" y="1197"/>
                  </a:lnTo>
                  <a:lnTo>
                    <a:pt x="0" y="2568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11" name="Graph element 2304"/>
            <p:cNvSpPr/>
            <p:nvPr/>
          </p:nvSpPr>
          <p:spPr>
            <a:xfrm>
              <a:off x="928289" y="1399207"/>
              <a:ext cx="4236" cy="7397"/>
            </a:xfrm>
            <a:custGeom>
              <a:avLst/>
              <a:gdLst/>
              <a:ahLst/>
              <a:cxnLst/>
              <a:rect l="0" t="0" r="r" b="b"/>
              <a:pathLst>
                <a:path w="4236" h="7397" stroke="0" extrusionOk="0">
                  <a:moveTo>
                    <a:pt x="0" y="5372"/>
                  </a:moveTo>
                  <a:lnTo>
                    <a:pt x="2026" y="7397"/>
                  </a:lnTo>
                  <a:lnTo>
                    <a:pt x="4236" y="5187"/>
                  </a:lnTo>
                  <a:lnTo>
                    <a:pt x="4236" y="2210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371" y="3397"/>
                  </a:lnTo>
                  <a:lnTo>
                    <a:pt x="1371" y="4001"/>
                  </a:lnTo>
                  <a:lnTo>
                    <a:pt x="0" y="5372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12" name="Graph element 2305"/>
            <p:cNvSpPr/>
            <p:nvPr/>
          </p:nvSpPr>
          <p:spPr>
            <a:xfrm>
              <a:off x="1953862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13" name="Graph element 2306"/>
            <p:cNvSpPr/>
            <p:nvPr/>
          </p:nvSpPr>
          <p:spPr>
            <a:xfrm>
              <a:off x="1939538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14" name="Graph element 2307"/>
            <p:cNvSpPr/>
            <p:nvPr/>
          </p:nvSpPr>
          <p:spPr>
            <a:xfrm>
              <a:off x="1928794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15" name="Graph element 2308"/>
            <p:cNvSpPr/>
            <p:nvPr/>
          </p:nvSpPr>
          <p:spPr>
            <a:xfrm>
              <a:off x="1866125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16" name="Graph element 2309"/>
            <p:cNvSpPr/>
            <p:nvPr/>
          </p:nvSpPr>
          <p:spPr>
            <a:xfrm>
              <a:off x="1855381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17" name="Graph element 2310"/>
            <p:cNvSpPr/>
            <p:nvPr/>
          </p:nvSpPr>
          <p:spPr>
            <a:xfrm>
              <a:off x="1841057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18" name="Graph element 2311"/>
            <p:cNvSpPr/>
            <p:nvPr/>
          </p:nvSpPr>
          <p:spPr>
            <a:xfrm>
              <a:off x="1792712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19" name="Graph element 2312"/>
            <p:cNvSpPr/>
            <p:nvPr/>
          </p:nvSpPr>
          <p:spPr>
            <a:xfrm>
              <a:off x="1778387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20" name="Graph element 2313"/>
            <p:cNvSpPr/>
            <p:nvPr/>
          </p:nvSpPr>
          <p:spPr>
            <a:xfrm>
              <a:off x="1767644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21" name="Graph element 2314"/>
            <p:cNvSpPr/>
            <p:nvPr/>
          </p:nvSpPr>
          <p:spPr>
            <a:xfrm>
              <a:off x="1704974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22" name="Graph element 2315"/>
            <p:cNvSpPr/>
            <p:nvPr/>
          </p:nvSpPr>
          <p:spPr>
            <a:xfrm>
              <a:off x="1679906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23" name="Graph element 2316"/>
            <p:cNvSpPr/>
            <p:nvPr/>
          </p:nvSpPr>
          <p:spPr>
            <a:xfrm>
              <a:off x="1617236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24" name="Graph element 2317"/>
            <p:cNvSpPr/>
            <p:nvPr/>
          </p:nvSpPr>
          <p:spPr>
            <a:xfrm>
              <a:off x="1606493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25" name="Graph element 2318"/>
            <p:cNvSpPr/>
            <p:nvPr/>
          </p:nvSpPr>
          <p:spPr>
            <a:xfrm>
              <a:off x="1592169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26" name="Graph element 2319"/>
            <p:cNvSpPr/>
            <p:nvPr/>
          </p:nvSpPr>
          <p:spPr>
            <a:xfrm>
              <a:off x="1543823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27" name="Graph element 2320"/>
            <p:cNvSpPr/>
            <p:nvPr/>
          </p:nvSpPr>
          <p:spPr>
            <a:xfrm>
              <a:off x="1529499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28" name="Graph element 2321"/>
            <p:cNvSpPr/>
            <p:nvPr/>
          </p:nvSpPr>
          <p:spPr>
            <a:xfrm>
              <a:off x="1518756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29" name="Graph element 2322"/>
            <p:cNvSpPr/>
            <p:nvPr/>
          </p:nvSpPr>
          <p:spPr>
            <a:xfrm>
              <a:off x="1456086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30" name="Graph element 2323"/>
            <p:cNvSpPr/>
            <p:nvPr/>
          </p:nvSpPr>
          <p:spPr>
            <a:xfrm>
              <a:off x="1445342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31" name="Graph element 2324"/>
            <p:cNvSpPr/>
            <p:nvPr/>
          </p:nvSpPr>
          <p:spPr>
            <a:xfrm>
              <a:off x="1431018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32" name="Graph element 2325"/>
            <p:cNvSpPr/>
            <p:nvPr/>
          </p:nvSpPr>
          <p:spPr>
            <a:xfrm>
              <a:off x="1382673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33" name="Graph element 2326"/>
            <p:cNvSpPr/>
            <p:nvPr/>
          </p:nvSpPr>
          <p:spPr>
            <a:xfrm>
              <a:off x="1368348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34" name="Graph element 2327"/>
            <p:cNvSpPr/>
            <p:nvPr/>
          </p:nvSpPr>
          <p:spPr>
            <a:xfrm>
              <a:off x="1357605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35" name="Graph element 2328"/>
            <p:cNvSpPr/>
            <p:nvPr/>
          </p:nvSpPr>
          <p:spPr>
            <a:xfrm>
              <a:off x="1294935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36" name="Graph element 2329"/>
            <p:cNvSpPr/>
            <p:nvPr/>
          </p:nvSpPr>
          <p:spPr>
            <a:xfrm>
              <a:off x="1269867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37" name="Graph element 2330"/>
            <p:cNvSpPr/>
            <p:nvPr/>
          </p:nvSpPr>
          <p:spPr>
            <a:xfrm>
              <a:off x="1207198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38" name="Graph element 2331"/>
            <p:cNvSpPr/>
            <p:nvPr/>
          </p:nvSpPr>
          <p:spPr>
            <a:xfrm>
              <a:off x="1196454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39" name="Graph element 2332"/>
            <p:cNvSpPr/>
            <p:nvPr/>
          </p:nvSpPr>
          <p:spPr>
            <a:xfrm>
              <a:off x="1182130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40" name="Graph element 2333"/>
            <p:cNvSpPr/>
            <p:nvPr/>
          </p:nvSpPr>
          <p:spPr>
            <a:xfrm>
              <a:off x="1080068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41" name="Graph element 2334"/>
            <p:cNvSpPr/>
            <p:nvPr/>
          </p:nvSpPr>
          <p:spPr>
            <a:xfrm>
              <a:off x="1074696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42" name="Graph element 2335"/>
            <p:cNvSpPr/>
            <p:nvPr/>
          </p:nvSpPr>
          <p:spPr>
            <a:xfrm>
              <a:off x="1060371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43" name="Graph element 2336"/>
            <p:cNvSpPr/>
            <p:nvPr/>
          </p:nvSpPr>
          <p:spPr>
            <a:xfrm>
              <a:off x="972634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44" name="Graph element 2337"/>
            <p:cNvSpPr/>
            <p:nvPr/>
          </p:nvSpPr>
          <p:spPr>
            <a:xfrm>
              <a:off x="958309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45" name="Graph element 2338"/>
            <p:cNvSpPr/>
            <p:nvPr/>
          </p:nvSpPr>
          <p:spPr>
            <a:xfrm>
              <a:off x="947566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46" name="Graph element 2339"/>
            <p:cNvSpPr/>
            <p:nvPr/>
          </p:nvSpPr>
          <p:spPr>
            <a:xfrm>
              <a:off x="933241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47" name="Graph element 2340"/>
            <p:cNvSpPr/>
            <p:nvPr/>
          </p:nvSpPr>
          <p:spPr>
            <a:xfrm>
              <a:off x="918917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48" name="Graph element 2341"/>
            <p:cNvSpPr/>
            <p:nvPr/>
          </p:nvSpPr>
          <p:spPr>
            <a:xfrm>
              <a:off x="899221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49" name="Graph element 2342"/>
            <p:cNvSpPr/>
            <p:nvPr/>
          </p:nvSpPr>
          <p:spPr>
            <a:xfrm>
              <a:off x="797159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50" name="Graph element 2343"/>
            <p:cNvSpPr/>
            <p:nvPr/>
          </p:nvSpPr>
          <p:spPr>
            <a:xfrm>
              <a:off x="786415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51" name="Graph element 2344"/>
            <p:cNvSpPr/>
            <p:nvPr/>
          </p:nvSpPr>
          <p:spPr>
            <a:xfrm>
              <a:off x="772091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52" name="Graph element 2345"/>
            <p:cNvSpPr/>
            <p:nvPr/>
          </p:nvSpPr>
          <p:spPr>
            <a:xfrm>
              <a:off x="723746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53" name="Graph element 2346"/>
            <p:cNvSpPr/>
            <p:nvPr/>
          </p:nvSpPr>
          <p:spPr>
            <a:xfrm>
              <a:off x="709421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54" name="Graph element 2347"/>
            <p:cNvSpPr/>
            <p:nvPr/>
          </p:nvSpPr>
          <p:spPr>
            <a:xfrm>
              <a:off x="698678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55" name="Graph element 2348"/>
            <p:cNvSpPr/>
            <p:nvPr/>
          </p:nvSpPr>
          <p:spPr>
            <a:xfrm>
              <a:off x="636008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56" name="Graph element 2349"/>
            <p:cNvSpPr/>
            <p:nvPr/>
          </p:nvSpPr>
          <p:spPr>
            <a:xfrm>
              <a:off x="610940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57" name="Graph element 2350"/>
            <p:cNvSpPr/>
            <p:nvPr/>
          </p:nvSpPr>
          <p:spPr>
            <a:xfrm>
              <a:off x="562595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58" name="Graph element 2351"/>
            <p:cNvSpPr/>
            <p:nvPr/>
          </p:nvSpPr>
          <p:spPr>
            <a:xfrm>
              <a:off x="548270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59" name="Graph element 2352"/>
            <p:cNvSpPr/>
            <p:nvPr/>
          </p:nvSpPr>
          <p:spPr>
            <a:xfrm>
              <a:off x="537527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60" name="Graph element 2353"/>
            <p:cNvSpPr/>
            <p:nvPr/>
          </p:nvSpPr>
          <p:spPr>
            <a:xfrm>
              <a:off x="523203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61" name="Graph element 2354"/>
            <p:cNvSpPr/>
            <p:nvPr/>
          </p:nvSpPr>
          <p:spPr>
            <a:xfrm>
              <a:off x="474857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62" name="Graph element 2355"/>
            <p:cNvSpPr/>
            <p:nvPr/>
          </p:nvSpPr>
          <p:spPr>
            <a:xfrm>
              <a:off x="449789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63" name="Graph element 2356"/>
            <p:cNvSpPr/>
            <p:nvPr/>
          </p:nvSpPr>
          <p:spPr>
            <a:xfrm>
              <a:off x="387120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64" name="Graph element 2357"/>
            <p:cNvSpPr/>
            <p:nvPr/>
          </p:nvSpPr>
          <p:spPr>
            <a:xfrm>
              <a:off x="376376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65" name="Graph element 2358"/>
            <p:cNvSpPr/>
            <p:nvPr/>
          </p:nvSpPr>
          <p:spPr>
            <a:xfrm>
              <a:off x="362052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66" name="Graph element 2359"/>
            <p:cNvSpPr/>
            <p:nvPr/>
          </p:nvSpPr>
          <p:spPr>
            <a:xfrm>
              <a:off x="313707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67" name="Graph element 2360"/>
            <p:cNvSpPr/>
            <p:nvPr/>
          </p:nvSpPr>
          <p:spPr>
            <a:xfrm>
              <a:off x="299382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68" name="Graph element 2361"/>
            <p:cNvSpPr/>
            <p:nvPr/>
          </p:nvSpPr>
          <p:spPr>
            <a:xfrm>
              <a:off x="288639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69" name="Graph element 2362"/>
            <p:cNvSpPr/>
            <p:nvPr/>
          </p:nvSpPr>
          <p:spPr>
            <a:xfrm>
              <a:off x="225969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70" name="Graph element 2363"/>
            <p:cNvSpPr/>
            <p:nvPr/>
          </p:nvSpPr>
          <p:spPr>
            <a:xfrm>
              <a:off x="200901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71" name="Graph element 2364"/>
            <p:cNvSpPr/>
            <p:nvPr/>
          </p:nvSpPr>
          <p:spPr>
            <a:xfrm>
              <a:off x="1035304" y="1079709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72" name="Graph element 2365"/>
            <p:cNvSpPr/>
            <p:nvPr/>
          </p:nvSpPr>
          <p:spPr>
            <a:xfrm>
              <a:off x="1035723" y="1033933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73" name="Graph element 2366"/>
            <p:cNvSpPr/>
            <p:nvPr/>
          </p:nvSpPr>
          <p:spPr>
            <a:xfrm>
              <a:off x="1035304" y="991972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74" name="Graph element 2367"/>
            <p:cNvSpPr/>
            <p:nvPr/>
          </p:nvSpPr>
          <p:spPr>
            <a:xfrm>
              <a:off x="1035304" y="977647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75" name="Graph element 2368"/>
            <p:cNvSpPr/>
            <p:nvPr/>
          </p:nvSpPr>
          <p:spPr>
            <a:xfrm>
              <a:off x="2061716" y="905012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3581" y="5607"/>
                  </a:moveTo>
                  <a:lnTo>
                    <a:pt x="5607" y="358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3581" y="5607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76" name="Graph element 2369"/>
            <p:cNvSpPr/>
            <p:nvPr/>
          </p:nvSpPr>
          <p:spPr>
            <a:xfrm>
              <a:off x="1035304" y="904234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77" name="Graph element 2370"/>
            <p:cNvSpPr/>
            <p:nvPr/>
          </p:nvSpPr>
          <p:spPr>
            <a:xfrm>
              <a:off x="1035723" y="845923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78" name="Graph element 2371"/>
            <p:cNvSpPr/>
            <p:nvPr/>
          </p:nvSpPr>
          <p:spPr>
            <a:xfrm>
              <a:off x="1035304" y="830821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79" name="Graph element 2372"/>
            <p:cNvSpPr/>
            <p:nvPr/>
          </p:nvSpPr>
          <p:spPr>
            <a:xfrm>
              <a:off x="1035304" y="816497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80" name="Graph element 2373"/>
            <p:cNvSpPr/>
            <p:nvPr/>
          </p:nvSpPr>
          <p:spPr>
            <a:xfrm>
              <a:off x="1035304" y="799369"/>
              <a:ext cx="4236" cy="4594"/>
            </a:xfrm>
            <a:custGeom>
              <a:avLst/>
              <a:gdLst/>
              <a:ahLst/>
              <a:cxnLst/>
              <a:rect l="0" t="0" r="r" b="b"/>
              <a:pathLst>
                <a:path w="4236" h="4594" stroke="0" extrusionOk="0">
                  <a:moveTo>
                    <a:pt x="0" y="2210"/>
                  </a:moveTo>
                  <a:lnTo>
                    <a:pt x="0" y="4594"/>
                  </a:lnTo>
                  <a:lnTo>
                    <a:pt x="2865" y="4594"/>
                  </a:lnTo>
                  <a:lnTo>
                    <a:pt x="2865" y="3397"/>
                  </a:lnTo>
                  <a:lnTo>
                    <a:pt x="4236" y="2026"/>
                  </a:lnTo>
                  <a:lnTo>
                    <a:pt x="2210" y="0"/>
                  </a:lnTo>
                  <a:lnTo>
                    <a:pt x="0" y="2210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81" name="Graph element 2374"/>
            <p:cNvSpPr/>
            <p:nvPr/>
          </p:nvSpPr>
          <p:spPr>
            <a:xfrm>
              <a:off x="1035723" y="785044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82" name="Graph element 2375"/>
            <p:cNvSpPr/>
            <p:nvPr/>
          </p:nvSpPr>
          <p:spPr>
            <a:xfrm>
              <a:off x="1035723" y="772510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83" name="Graph element 2376"/>
            <p:cNvSpPr/>
            <p:nvPr/>
          </p:nvSpPr>
          <p:spPr>
            <a:xfrm>
              <a:off x="1035304" y="757408"/>
              <a:ext cx="4236" cy="4594"/>
            </a:xfrm>
            <a:custGeom>
              <a:avLst/>
              <a:gdLst/>
              <a:ahLst/>
              <a:cxnLst/>
              <a:rect l="0" t="0" r="r" b="b"/>
              <a:pathLst>
                <a:path w="4236" h="4594" stroke="0" extrusionOk="0">
                  <a:moveTo>
                    <a:pt x="0" y="2384"/>
                  </a:moveTo>
                  <a:lnTo>
                    <a:pt x="2210" y="4594"/>
                  </a:lnTo>
                  <a:lnTo>
                    <a:pt x="4236" y="2568"/>
                  </a:lnTo>
                  <a:lnTo>
                    <a:pt x="2865" y="1197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2384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84" name="Graph element 2377"/>
            <p:cNvSpPr/>
            <p:nvPr/>
          </p:nvSpPr>
          <p:spPr>
            <a:xfrm>
              <a:off x="1035304" y="743084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85" name="Graph element 2378"/>
            <p:cNvSpPr/>
            <p:nvPr/>
          </p:nvSpPr>
          <p:spPr>
            <a:xfrm>
              <a:off x="1035304" y="728759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86" name="Graph element 2379"/>
            <p:cNvSpPr/>
            <p:nvPr/>
          </p:nvSpPr>
          <p:spPr>
            <a:xfrm>
              <a:off x="1035723" y="711631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87" name="Graph element 2380"/>
            <p:cNvSpPr/>
            <p:nvPr/>
          </p:nvSpPr>
          <p:spPr>
            <a:xfrm>
              <a:off x="1035723" y="697307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88" name="Graph element 2381"/>
            <p:cNvSpPr/>
            <p:nvPr/>
          </p:nvSpPr>
          <p:spPr>
            <a:xfrm>
              <a:off x="1035723" y="684773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89" name="Graph element 2382"/>
            <p:cNvSpPr/>
            <p:nvPr/>
          </p:nvSpPr>
          <p:spPr>
            <a:xfrm>
              <a:off x="1035304" y="669671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90" name="Graph element 2383"/>
            <p:cNvSpPr/>
            <p:nvPr/>
          </p:nvSpPr>
          <p:spPr>
            <a:xfrm>
              <a:off x="1035304" y="655346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91" name="Graph element 2384"/>
            <p:cNvSpPr/>
            <p:nvPr/>
          </p:nvSpPr>
          <p:spPr>
            <a:xfrm>
              <a:off x="1035304" y="641022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92" name="Graph element 2385"/>
            <p:cNvSpPr/>
            <p:nvPr/>
          </p:nvSpPr>
          <p:spPr>
            <a:xfrm>
              <a:off x="1035723" y="623894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93" name="Graph element 2386"/>
            <p:cNvSpPr/>
            <p:nvPr/>
          </p:nvSpPr>
          <p:spPr>
            <a:xfrm>
              <a:off x="1035723" y="597035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94" name="Graph element 2387"/>
            <p:cNvSpPr/>
            <p:nvPr/>
          </p:nvSpPr>
          <p:spPr>
            <a:xfrm>
              <a:off x="1035304" y="581933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95" name="Graph element 2388"/>
            <p:cNvSpPr/>
            <p:nvPr/>
          </p:nvSpPr>
          <p:spPr>
            <a:xfrm>
              <a:off x="1035304" y="567608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96" name="Graph element 2389"/>
            <p:cNvSpPr/>
            <p:nvPr/>
          </p:nvSpPr>
          <p:spPr>
            <a:xfrm>
              <a:off x="1035304" y="550481"/>
              <a:ext cx="4236" cy="4594"/>
            </a:xfrm>
            <a:custGeom>
              <a:avLst/>
              <a:gdLst/>
              <a:ahLst/>
              <a:cxnLst/>
              <a:rect l="0" t="0" r="r" b="b"/>
              <a:pathLst>
                <a:path w="4236" h="4594" stroke="0" extrusionOk="0">
                  <a:moveTo>
                    <a:pt x="0" y="2210"/>
                  </a:moveTo>
                  <a:lnTo>
                    <a:pt x="0" y="4594"/>
                  </a:lnTo>
                  <a:lnTo>
                    <a:pt x="2865" y="4594"/>
                  </a:lnTo>
                  <a:lnTo>
                    <a:pt x="2865" y="3397"/>
                  </a:lnTo>
                  <a:lnTo>
                    <a:pt x="4236" y="2026"/>
                  </a:lnTo>
                  <a:lnTo>
                    <a:pt x="2210" y="0"/>
                  </a:lnTo>
                  <a:lnTo>
                    <a:pt x="0" y="2210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97" name="Graph element 2390"/>
            <p:cNvSpPr/>
            <p:nvPr/>
          </p:nvSpPr>
          <p:spPr>
            <a:xfrm>
              <a:off x="1035723" y="536156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98" name="Graph element 2391"/>
            <p:cNvSpPr/>
            <p:nvPr/>
          </p:nvSpPr>
          <p:spPr>
            <a:xfrm>
              <a:off x="1035723" y="523622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699" name="Graph element 2392"/>
            <p:cNvSpPr/>
            <p:nvPr/>
          </p:nvSpPr>
          <p:spPr>
            <a:xfrm>
              <a:off x="1035304" y="508520"/>
              <a:ext cx="4236" cy="4594"/>
            </a:xfrm>
            <a:custGeom>
              <a:avLst/>
              <a:gdLst/>
              <a:ahLst/>
              <a:cxnLst/>
              <a:rect l="0" t="0" r="r" b="b"/>
              <a:pathLst>
                <a:path w="4236" h="4594" stroke="0" extrusionOk="0">
                  <a:moveTo>
                    <a:pt x="0" y="2384"/>
                  </a:moveTo>
                  <a:lnTo>
                    <a:pt x="2210" y="4594"/>
                  </a:lnTo>
                  <a:lnTo>
                    <a:pt x="4236" y="2568"/>
                  </a:lnTo>
                  <a:lnTo>
                    <a:pt x="2865" y="1197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2384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700" name="Graph element 2393"/>
            <p:cNvSpPr/>
            <p:nvPr/>
          </p:nvSpPr>
          <p:spPr>
            <a:xfrm>
              <a:off x="1035304" y="494195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701" name="Graph element 2394"/>
            <p:cNvSpPr/>
            <p:nvPr/>
          </p:nvSpPr>
          <p:spPr>
            <a:xfrm>
              <a:off x="1035304" y="479871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702" name="Graph element 2395"/>
            <p:cNvSpPr/>
            <p:nvPr/>
          </p:nvSpPr>
          <p:spPr>
            <a:xfrm>
              <a:off x="1035723" y="462743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703" name="Graph element 2396"/>
            <p:cNvSpPr/>
            <p:nvPr/>
          </p:nvSpPr>
          <p:spPr>
            <a:xfrm>
              <a:off x="1035723" y="448418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704" name="Graph element 2397"/>
            <p:cNvSpPr/>
            <p:nvPr/>
          </p:nvSpPr>
          <p:spPr>
            <a:xfrm>
              <a:off x="1035723" y="435884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705" name="Graph element 2398"/>
            <p:cNvSpPr/>
            <p:nvPr/>
          </p:nvSpPr>
          <p:spPr>
            <a:xfrm>
              <a:off x="1035304" y="420782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706" name="Graph element 2399"/>
            <p:cNvSpPr/>
            <p:nvPr/>
          </p:nvSpPr>
          <p:spPr>
            <a:xfrm>
              <a:off x="1035304" y="406458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707" name="Graph element 2400"/>
            <p:cNvSpPr/>
            <p:nvPr/>
          </p:nvSpPr>
          <p:spPr>
            <a:xfrm>
              <a:off x="1035304" y="392133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708" name="Graph element 2401"/>
            <p:cNvSpPr/>
            <p:nvPr/>
          </p:nvSpPr>
          <p:spPr>
            <a:xfrm>
              <a:off x="1035723" y="375005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709" name="Graph element 2402"/>
            <p:cNvSpPr/>
            <p:nvPr/>
          </p:nvSpPr>
          <p:spPr>
            <a:xfrm>
              <a:off x="1035723" y="362471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710" name="Graph element 2403"/>
            <p:cNvSpPr/>
            <p:nvPr/>
          </p:nvSpPr>
          <p:spPr>
            <a:xfrm>
              <a:off x="1035723" y="348147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711" name="Graph element 2404"/>
            <p:cNvSpPr/>
            <p:nvPr/>
          </p:nvSpPr>
          <p:spPr>
            <a:xfrm>
              <a:off x="1035304" y="333045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712" name="Graph element 2405"/>
            <p:cNvSpPr/>
            <p:nvPr/>
          </p:nvSpPr>
          <p:spPr>
            <a:xfrm>
              <a:off x="1035304" y="31872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713" name="Graph element 2406"/>
            <p:cNvSpPr/>
            <p:nvPr/>
          </p:nvSpPr>
          <p:spPr>
            <a:xfrm>
              <a:off x="1035304" y="301592"/>
              <a:ext cx="4236" cy="4594"/>
            </a:xfrm>
            <a:custGeom>
              <a:avLst/>
              <a:gdLst/>
              <a:ahLst/>
              <a:cxnLst/>
              <a:rect l="0" t="0" r="r" b="b"/>
              <a:pathLst>
                <a:path w="4236" h="4594" stroke="0" extrusionOk="0">
                  <a:moveTo>
                    <a:pt x="0" y="2210"/>
                  </a:moveTo>
                  <a:lnTo>
                    <a:pt x="0" y="4594"/>
                  </a:lnTo>
                  <a:lnTo>
                    <a:pt x="2865" y="4594"/>
                  </a:lnTo>
                  <a:lnTo>
                    <a:pt x="2865" y="3397"/>
                  </a:lnTo>
                  <a:lnTo>
                    <a:pt x="4236" y="2026"/>
                  </a:lnTo>
                  <a:lnTo>
                    <a:pt x="2210" y="0"/>
                  </a:lnTo>
                  <a:lnTo>
                    <a:pt x="0" y="2210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714" name="Graph element 2407"/>
            <p:cNvSpPr/>
            <p:nvPr/>
          </p:nvSpPr>
          <p:spPr>
            <a:xfrm>
              <a:off x="1035723" y="287268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715" name="Graph element 2408"/>
            <p:cNvSpPr/>
            <p:nvPr/>
          </p:nvSpPr>
          <p:spPr>
            <a:xfrm>
              <a:off x="1035723" y="274734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716" name="Graph element 2409"/>
            <p:cNvSpPr/>
            <p:nvPr/>
          </p:nvSpPr>
          <p:spPr>
            <a:xfrm>
              <a:off x="1035304" y="259632"/>
              <a:ext cx="4236" cy="4594"/>
            </a:xfrm>
            <a:custGeom>
              <a:avLst/>
              <a:gdLst/>
              <a:ahLst/>
              <a:cxnLst/>
              <a:rect l="0" t="0" r="r" b="b"/>
              <a:pathLst>
                <a:path w="4236" h="4594" stroke="0" extrusionOk="0">
                  <a:moveTo>
                    <a:pt x="0" y="2384"/>
                  </a:moveTo>
                  <a:lnTo>
                    <a:pt x="2210" y="4594"/>
                  </a:lnTo>
                  <a:lnTo>
                    <a:pt x="4236" y="2568"/>
                  </a:lnTo>
                  <a:lnTo>
                    <a:pt x="2865" y="1197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2384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717" name="Graph element 2410"/>
            <p:cNvSpPr/>
            <p:nvPr/>
          </p:nvSpPr>
          <p:spPr>
            <a:xfrm>
              <a:off x="1035304" y="245307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718" name="Graph element 2411"/>
            <p:cNvSpPr/>
            <p:nvPr/>
          </p:nvSpPr>
          <p:spPr>
            <a:xfrm>
              <a:off x="1035304" y="230983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719" name="Graph element 2412"/>
            <p:cNvSpPr/>
            <p:nvPr/>
          </p:nvSpPr>
          <p:spPr>
            <a:xfrm>
              <a:off x="1035723" y="213855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720" name="Graph element 2413"/>
            <p:cNvSpPr/>
            <p:nvPr/>
          </p:nvSpPr>
          <p:spPr>
            <a:xfrm>
              <a:off x="1035723" y="199530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721" name="Graph element 2414"/>
            <p:cNvSpPr/>
            <p:nvPr/>
          </p:nvSpPr>
          <p:spPr>
            <a:xfrm>
              <a:off x="1035723" y="186996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722" name="Graph element 2415"/>
            <p:cNvSpPr/>
            <p:nvPr/>
          </p:nvSpPr>
          <p:spPr>
            <a:xfrm>
              <a:off x="1035304" y="171894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723" name="Graph element 2416"/>
            <p:cNvSpPr/>
            <p:nvPr/>
          </p:nvSpPr>
          <p:spPr>
            <a:xfrm>
              <a:off x="1035304" y="15757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724" name="Graph element 2417"/>
            <p:cNvSpPr/>
            <p:nvPr/>
          </p:nvSpPr>
          <p:spPr>
            <a:xfrm>
              <a:off x="1035304" y="143245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725" name="Graph element 2418"/>
            <p:cNvSpPr/>
            <p:nvPr/>
          </p:nvSpPr>
          <p:spPr>
            <a:xfrm>
              <a:off x="1035723" y="126117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726" name="Graph element 2419"/>
            <p:cNvSpPr/>
            <p:nvPr/>
          </p:nvSpPr>
          <p:spPr>
            <a:xfrm>
              <a:off x="1035723" y="113583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727" name="Graph element 2420"/>
            <p:cNvSpPr/>
            <p:nvPr/>
          </p:nvSpPr>
          <p:spPr>
            <a:xfrm>
              <a:off x="1035723" y="99259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728" name="Graph element 2421"/>
            <p:cNvSpPr/>
            <p:nvPr/>
          </p:nvSpPr>
          <p:spPr>
            <a:xfrm>
              <a:off x="1035304" y="84156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729" name="Graph element 2422"/>
            <p:cNvSpPr/>
            <p:nvPr/>
          </p:nvSpPr>
          <p:spPr>
            <a:xfrm>
              <a:off x="1035304" y="69832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7A7C91"/>
            </a:solidFill>
            <a:ln>
              <a:noFill/>
            </a:ln>
          </p:spPr>
        </p:sp>
        <p:sp>
          <p:nvSpPr>
            <p:cNvPr id="17730" name="Graph element 2423"/>
            <p:cNvSpPr/>
            <p:nvPr/>
          </p:nvSpPr>
          <p:spPr>
            <a:xfrm>
              <a:off x="786180" y="1357605"/>
              <a:ext cx="21364" cy="4655"/>
            </a:xfrm>
            <a:custGeom>
              <a:avLst/>
              <a:gdLst/>
              <a:ahLst/>
              <a:cxnLst/>
              <a:rect l="0" t="0" r="r" b="b"/>
              <a:pathLst>
                <a:path w="21364" h="4655" stroke="0" extrusionOk="0">
                  <a:moveTo>
                    <a:pt x="0" y="0"/>
                  </a:moveTo>
                  <a:lnTo>
                    <a:pt x="4655" y="4655"/>
                  </a:lnTo>
                  <a:lnTo>
                    <a:pt x="18376" y="4655"/>
                  </a:lnTo>
                  <a:lnTo>
                    <a:pt x="20167" y="2865"/>
                  </a:lnTo>
                  <a:lnTo>
                    <a:pt x="21364" y="2865"/>
                  </a:lnTo>
                  <a:lnTo>
                    <a:pt x="21364" y="0"/>
                  </a:lnTo>
                  <a:lnTo>
                    <a:pt x="18980" y="0"/>
                  </a:lnTo>
                  <a:lnTo>
                    <a:pt x="17189" y="1791"/>
                  </a:lnTo>
                  <a:lnTo>
                    <a:pt x="14795" y="1791"/>
                  </a:lnTo>
                  <a:lnTo>
                    <a:pt x="130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37CB0"/>
            </a:solidFill>
            <a:ln>
              <a:noFill/>
            </a:ln>
          </p:spPr>
        </p:sp>
        <p:sp>
          <p:nvSpPr>
            <p:cNvPr id="17731" name="Graph element 2424"/>
            <p:cNvSpPr/>
            <p:nvPr/>
          </p:nvSpPr>
          <p:spPr>
            <a:xfrm>
              <a:off x="872004" y="1355814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437CB0"/>
            </a:solidFill>
            <a:ln>
              <a:noFill/>
            </a:ln>
          </p:spPr>
        </p:sp>
        <p:sp>
          <p:nvSpPr>
            <p:cNvPr id="17732" name="Graph element 2425"/>
            <p:cNvSpPr/>
            <p:nvPr/>
          </p:nvSpPr>
          <p:spPr>
            <a:xfrm>
              <a:off x="839539" y="1355814"/>
              <a:ext cx="26971" cy="19573"/>
            </a:xfrm>
            <a:custGeom>
              <a:avLst/>
              <a:gdLst/>
              <a:ahLst/>
              <a:cxnLst/>
              <a:rect l="0" t="0" r="r" b="b"/>
              <a:pathLst>
                <a:path w="26971" h="19573" stroke="0" extrusionOk="0">
                  <a:moveTo>
                    <a:pt x="2384" y="0"/>
                  </a:moveTo>
                  <a:lnTo>
                    <a:pt x="2384" y="6211"/>
                  </a:lnTo>
                  <a:lnTo>
                    <a:pt x="0" y="8595"/>
                  </a:lnTo>
                  <a:lnTo>
                    <a:pt x="3223" y="11818"/>
                  </a:lnTo>
                  <a:lnTo>
                    <a:pt x="6804" y="11818"/>
                  </a:lnTo>
                  <a:lnTo>
                    <a:pt x="7756" y="13373"/>
                  </a:lnTo>
                  <a:lnTo>
                    <a:pt x="6804" y="14325"/>
                  </a:lnTo>
                  <a:lnTo>
                    <a:pt x="358" y="14325"/>
                  </a:lnTo>
                  <a:lnTo>
                    <a:pt x="5607" y="19573"/>
                  </a:lnTo>
                  <a:lnTo>
                    <a:pt x="7991" y="17189"/>
                  </a:lnTo>
                  <a:lnTo>
                    <a:pt x="9781" y="17189"/>
                  </a:lnTo>
                  <a:lnTo>
                    <a:pt x="13363" y="13608"/>
                  </a:lnTo>
                  <a:lnTo>
                    <a:pt x="16944" y="13608"/>
                  </a:lnTo>
                  <a:lnTo>
                    <a:pt x="26971" y="3581"/>
                  </a:lnTo>
                  <a:lnTo>
                    <a:pt x="21129" y="3581"/>
                  </a:lnTo>
                  <a:lnTo>
                    <a:pt x="19338" y="5372"/>
                  </a:lnTo>
                  <a:lnTo>
                    <a:pt x="18734" y="5372"/>
                  </a:lnTo>
                  <a:lnTo>
                    <a:pt x="16944" y="3581"/>
                  </a:lnTo>
                  <a:lnTo>
                    <a:pt x="11572" y="3581"/>
                  </a:lnTo>
                  <a:lnTo>
                    <a:pt x="7991" y="0"/>
                  </a:lnTo>
                  <a:lnTo>
                    <a:pt x="2384" y="0"/>
                  </a:lnTo>
                  <a:close/>
                </a:path>
              </a:pathLst>
            </a:custGeom>
            <a:solidFill>
              <a:srgbClr val="437CB0"/>
            </a:solidFill>
            <a:ln>
              <a:noFill/>
            </a:ln>
          </p:spPr>
        </p:sp>
        <p:sp>
          <p:nvSpPr>
            <p:cNvPr id="17733" name="Graph element 2426"/>
            <p:cNvSpPr/>
            <p:nvPr/>
          </p:nvSpPr>
          <p:spPr>
            <a:xfrm>
              <a:off x="875943" y="1342922"/>
              <a:ext cx="10385" cy="17783"/>
            </a:xfrm>
            <a:custGeom>
              <a:avLst/>
              <a:gdLst/>
              <a:ahLst/>
              <a:cxnLst/>
              <a:rect l="0" t="0" r="r" b="b"/>
              <a:pathLst>
                <a:path w="10385" h="17783" stroke="0" extrusionOk="0">
                  <a:moveTo>
                    <a:pt x="1791" y="0"/>
                  </a:moveTo>
                  <a:lnTo>
                    <a:pt x="1791" y="4778"/>
                  </a:lnTo>
                  <a:lnTo>
                    <a:pt x="0" y="6569"/>
                  </a:lnTo>
                  <a:lnTo>
                    <a:pt x="0" y="11337"/>
                  </a:lnTo>
                  <a:lnTo>
                    <a:pt x="1791" y="13127"/>
                  </a:lnTo>
                  <a:lnTo>
                    <a:pt x="1791" y="17783"/>
                  </a:lnTo>
                  <a:lnTo>
                    <a:pt x="5607" y="13966"/>
                  </a:lnTo>
                  <a:lnTo>
                    <a:pt x="10385" y="13966"/>
                  </a:lnTo>
                  <a:lnTo>
                    <a:pt x="10385" y="11101"/>
                  </a:lnTo>
                  <a:lnTo>
                    <a:pt x="9188" y="11101"/>
                  </a:lnTo>
                  <a:lnTo>
                    <a:pt x="6446" y="8359"/>
                  </a:lnTo>
                  <a:lnTo>
                    <a:pt x="6446" y="6569"/>
                  </a:lnTo>
                  <a:lnTo>
                    <a:pt x="4655" y="4778"/>
                  </a:lnTo>
                  <a:lnTo>
                    <a:pt x="1791" y="0"/>
                  </a:lnTo>
                  <a:close/>
                </a:path>
              </a:pathLst>
            </a:custGeom>
            <a:solidFill>
              <a:srgbClr val="437CB0"/>
            </a:solidFill>
            <a:ln>
              <a:noFill/>
            </a:ln>
          </p:spPr>
        </p:sp>
        <p:sp>
          <p:nvSpPr>
            <p:cNvPr id="17734" name="Graph element 2427"/>
            <p:cNvSpPr/>
            <p:nvPr/>
          </p:nvSpPr>
          <p:spPr>
            <a:xfrm>
              <a:off x="900776" y="1336118"/>
              <a:ext cx="31984" cy="22561"/>
            </a:xfrm>
            <a:custGeom>
              <a:avLst/>
              <a:gdLst/>
              <a:ahLst/>
              <a:cxnLst/>
              <a:rect l="0" t="0" r="r" b="b"/>
              <a:pathLst>
                <a:path w="31984" h="22561" stroke="0" extrusionOk="0">
                  <a:moveTo>
                    <a:pt x="16350" y="0"/>
                  </a:moveTo>
                  <a:lnTo>
                    <a:pt x="16350" y="4420"/>
                  </a:lnTo>
                  <a:lnTo>
                    <a:pt x="13608" y="7162"/>
                  </a:lnTo>
                  <a:lnTo>
                    <a:pt x="13004" y="7162"/>
                  </a:lnTo>
                  <a:lnTo>
                    <a:pt x="7397" y="1555"/>
                  </a:lnTo>
                  <a:lnTo>
                    <a:pt x="7397" y="11582"/>
                  </a:lnTo>
                  <a:lnTo>
                    <a:pt x="5607" y="13373"/>
                  </a:lnTo>
                  <a:lnTo>
                    <a:pt x="5607" y="15164"/>
                  </a:lnTo>
                  <a:lnTo>
                    <a:pt x="3816" y="16954"/>
                  </a:lnTo>
                  <a:lnTo>
                    <a:pt x="3816" y="18745"/>
                  </a:lnTo>
                  <a:lnTo>
                    <a:pt x="0" y="22561"/>
                  </a:lnTo>
                  <a:lnTo>
                    <a:pt x="5842" y="22561"/>
                  </a:lnTo>
                  <a:lnTo>
                    <a:pt x="9423" y="18980"/>
                  </a:lnTo>
                  <a:lnTo>
                    <a:pt x="12053" y="18980"/>
                  </a:lnTo>
                  <a:lnTo>
                    <a:pt x="12053" y="16350"/>
                  </a:lnTo>
                  <a:lnTo>
                    <a:pt x="15634" y="12769"/>
                  </a:lnTo>
                  <a:lnTo>
                    <a:pt x="15634" y="9188"/>
                  </a:lnTo>
                  <a:lnTo>
                    <a:pt x="18376" y="6446"/>
                  </a:lnTo>
                  <a:lnTo>
                    <a:pt x="27329" y="6446"/>
                  </a:lnTo>
                  <a:lnTo>
                    <a:pt x="31984" y="1791"/>
                  </a:lnTo>
                  <a:lnTo>
                    <a:pt x="21957" y="1791"/>
                  </a:lnTo>
                  <a:lnTo>
                    <a:pt x="20167" y="0"/>
                  </a:lnTo>
                  <a:lnTo>
                    <a:pt x="16350" y="0"/>
                  </a:lnTo>
                  <a:close/>
                </a:path>
              </a:pathLst>
            </a:custGeom>
            <a:solidFill>
              <a:srgbClr val="437CB0"/>
            </a:solidFill>
            <a:ln>
              <a:noFill/>
            </a:ln>
          </p:spPr>
        </p:sp>
        <p:sp>
          <p:nvSpPr>
            <p:cNvPr id="17735" name="Graph element 2428"/>
            <p:cNvSpPr/>
            <p:nvPr/>
          </p:nvSpPr>
          <p:spPr>
            <a:xfrm>
              <a:off x="875943" y="1325375"/>
              <a:ext cx="12053" cy="13966"/>
            </a:xfrm>
            <a:custGeom>
              <a:avLst/>
              <a:gdLst/>
              <a:ahLst/>
              <a:cxnLst/>
              <a:rect l="0" t="0" r="r" b="b"/>
              <a:pathLst>
                <a:path w="12053" h="13966" stroke="0" extrusionOk="0">
                  <a:moveTo>
                    <a:pt x="6211" y="0"/>
                  </a:moveTo>
                  <a:lnTo>
                    <a:pt x="4420" y="1791"/>
                  </a:lnTo>
                  <a:lnTo>
                    <a:pt x="2630" y="1791"/>
                  </a:lnTo>
                  <a:lnTo>
                    <a:pt x="0" y="4420"/>
                  </a:lnTo>
                  <a:lnTo>
                    <a:pt x="0" y="7397"/>
                  </a:lnTo>
                  <a:lnTo>
                    <a:pt x="1791" y="9188"/>
                  </a:lnTo>
                  <a:lnTo>
                    <a:pt x="1791" y="13966"/>
                  </a:lnTo>
                  <a:lnTo>
                    <a:pt x="4655" y="13966"/>
                  </a:lnTo>
                  <a:lnTo>
                    <a:pt x="4655" y="9188"/>
                  </a:lnTo>
                  <a:lnTo>
                    <a:pt x="6446" y="7397"/>
                  </a:lnTo>
                  <a:lnTo>
                    <a:pt x="6446" y="5607"/>
                  </a:lnTo>
                  <a:lnTo>
                    <a:pt x="12053" y="0"/>
                  </a:lnTo>
                  <a:lnTo>
                    <a:pt x="6211" y="0"/>
                  </a:lnTo>
                  <a:close/>
                </a:path>
              </a:pathLst>
            </a:custGeom>
            <a:solidFill>
              <a:srgbClr val="437CB0"/>
            </a:solidFill>
            <a:ln>
              <a:noFill/>
            </a:ln>
          </p:spPr>
        </p:sp>
        <p:sp>
          <p:nvSpPr>
            <p:cNvPr id="17736" name="Graph element 2429"/>
            <p:cNvSpPr/>
            <p:nvPr/>
          </p:nvSpPr>
          <p:spPr>
            <a:xfrm>
              <a:off x="906383" y="1321435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437CB0"/>
            </a:solidFill>
            <a:ln>
              <a:noFill/>
            </a:ln>
          </p:spPr>
        </p:sp>
        <p:sp>
          <p:nvSpPr>
            <p:cNvPr id="17737" name="Graph element 2430"/>
            <p:cNvSpPr/>
            <p:nvPr/>
          </p:nvSpPr>
          <p:spPr>
            <a:xfrm>
              <a:off x="798591" y="1318212"/>
              <a:ext cx="24710" cy="28291"/>
            </a:xfrm>
            <a:custGeom>
              <a:avLst/>
              <a:gdLst/>
              <a:ahLst/>
              <a:cxnLst/>
              <a:rect l="0" t="0" r="r" b="b"/>
              <a:pathLst>
                <a:path w="24710" h="28291" stroke="0" extrusionOk="0">
                  <a:moveTo>
                    <a:pt x="0" y="2865"/>
                  </a:moveTo>
                  <a:lnTo>
                    <a:pt x="2988" y="2865"/>
                  </a:lnTo>
                  <a:lnTo>
                    <a:pt x="4778" y="4655"/>
                  </a:lnTo>
                  <a:lnTo>
                    <a:pt x="8359" y="4655"/>
                  </a:lnTo>
                  <a:lnTo>
                    <a:pt x="11941" y="8237"/>
                  </a:lnTo>
                  <a:lnTo>
                    <a:pt x="13731" y="8237"/>
                  </a:lnTo>
                  <a:lnTo>
                    <a:pt x="14683" y="9188"/>
                  </a:lnTo>
                  <a:lnTo>
                    <a:pt x="14683" y="10979"/>
                  </a:lnTo>
                  <a:lnTo>
                    <a:pt x="18264" y="14560"/>
                  </a:lnTo>
                  <a:lnTo>
                    <a:pt x="18264" y="16350"/>
                  </a:lnTo>
                  <a:lnTo>
                    <a:pt x="20054" y="18141"/>
                  </a:lnTo>
                  <a:lnTo>
                    <a:pt x="20054" y="28291"/>
                  </a:lnTo>
                  <a:lnTo>
                    <a:pt x="22919" y="28291"/>
                  </a:lnTo>
                  <a:lnTo>
                    <a:pt x="22919" y="27094"/>
                  </a:lnTo>
                  <a:lnTo>
                    <a:pt x="24710" y="25303"/>
                  </a:lnTo>
                  <a:lnTo>
                    <a:pt x="24710" y="15164"/>
                  </a:lnTo>
                  <a:lnTo>
                    <a:pt x="22919" y="13373"/>
                  </a:lnTo>
                  <a:lnTo>
                    <a:pt x="22919" y="11582"/>
                  </a:lnTo>
                  <a:lnTo>
                    <a:pt x="21129" y="9792"/>
                  </a:lnTo>
                  <a:lnTo>
                    <a:pt x="21129" y="8001"/>
                  </a:lnTo>
                  <a:lnTo>
                    <a:pt x="14918" y="1791"/>
                  </a:lnTo>
                  <a:lnTo>
                    <a:pt x="13127" y="1791"/>
                  </a:lnTo>
                  <a:lnTo>
                    <a:pt x="11337" y="0"/>
                  </a:lnTo>
                  <a:lnTo>
                    <a:pt x="0" y="2865"/>
                  </a:lnTo>
                  <a:close/>
                </a:path>
              </a:pathLst>
            </a:custGeom>
            <a:solidFill>
              <a:srgbClr val="437CB0"/>
            </a:solidFill>
            <a:ln>
              <a:noFill/>
            </a:ln>
          </p:spPr>
        </p:sp>
        <p:sp>
          <p:nvSpPr>
            <p:cNvPr id="17738" name="Graph element 2431"/>
            <p:cNvSpPr/>
            <p:nvPr/>
          </p:nvSpPr>
          <p:spPr>
            <a:xfrm>
              <a:off x="763138" y="1316422"/>
              <a:ext cx="30317" cy="41838"/>
            </a:xfrm>
            <a:custGeom>
              <a:avLst/>
              <a:gdLst/>
              <a:ahLst/>
              <a:cxnLst/>
              <a:rect l="0" t="0" r="r" b="b"/>
              <a:pathLst>
                <a:path w="30317" h="41838" stroke="0" extrusionOk="0">
                  <a:moveTo>
                    <a:pt x="15164" y="0"/>
                  </a:moveTo>
                  <a:lnTo>
                    <a:pt x="13373" y="1791"/>
                  </a:lnTo>
                  <a:lnTo>
                    <a:pt x="11582" y="1791"/>
                  </a:lnTo>
                  <a:lnTo>
                    <a:pt x="8001" y="5372"/>
                  </a:lnTo>
                  <a:lnTo>
                    <a:pt x="5372" y="5372"/>
                  </a:lnTo>
                  <a:lnTo>
                    <a:pt x="5372" y="8001"/>
                  </a:lnTo>
                  <a:lnTo>
                    <a:pt x="1791" y="11582"/>
                  </a:lnTo>
                  <a:lnTo>
                    <a:pt x="1791" y="16954"/>
                  </a:lnTo>
                  <a:lnTo>
                    <a:pt x="0" y="18745"/>
                  </a:lnTo>
                  <a:lnTo>
                    <a:pt x="0" y="23513"/>
                  </a:lnTo>
                  <a:lnTo>
                    <a:pt x="1791" y="25303"/>
                  </a:lnTo>
                  <a:lnTo>
                    <a:pt x="1791" y="28884"/>
                  </a:lnTo>
                  <a:lnTo>
                    <a:pt x="3581" y="30675"/>
                  </a:lnTo>
                  <a:lnTo>
                    <a:pt x="3581" y="32465"/>
                  </a:lnTo>
                  <a:lnTo>
                    <a:pt x="9792" y="38676"/>
                  </a:lnTo>
                  <a:lnTo>
                    <a:pt x="11582" y="38676"/>
                  </a:lnTo>
                  <a:lnTo>
                    <a:pt x="13373" y="40467"/>
                  </a:lnTo>
                  <a:lnTo>
                    <a:pt x="16954" y="40467"/>
                  </a:lnTo>
                  <a:lnTo>
                    <a:pt x="18325" y="41838"/>
                  </a:lnTo>
                  <a:lnTo>
                    <a:pt x="20351" y="39812"/>
                  </a:lnTo>
                  <a:lnTo>
                    <a:pt x="18980" y="38441"/>
                  </a:lnTo>
                  <a:lnTo>
                    <a:pt x="18980" y="36650"/>
                  </a:lnTo>
                  <a:lnTo>
                    <a:pt x="15399" y="33069"/>
                  </a:lnTo>
                  <a:lnTo>
                    <a:pt x="15399" y="18141"/>
                  </a:lnTo>
                  <a:lnTo>
                    <a:pt x="18980" y="14560"/>
                  </a:lnTo>
                  <a:lnTo>
                    <a:pt x="18980" y="12769"/>
                  </a:lnTo>
                  <a:lnTo>
                    <a:pt x="25303" y="6446"/>
                  </a:lnTo>
                  <a:lnTo>
                    <a:pt x="27094" y="6446"/>
                  </a:lnTo>
                  <a:lnTo>
                    <a:pt x="30317" y="3223"/>
                  </a:lnTo>
                  <a:lnTo>
                    <a:pt x="27094" y="0"/>
                  </a:lnTo>
                  <a:lnTo>
                    <a:pt x="15164" y="0"/>
                  </a:lnTo>
                  <a:close/>
                </a:path>
              </a:pathLst>
            </a:custGeom>
            <a:solidFill>
              <a:srgbClr val="437CB0"/>
            </a:solidFill>
            <a:ln>
              <a:noFill/>
            </a:ln>
          </p:spPr>
        </p:sp>
        <p:sp>
          <p:nvSpPr>
            <p:cNvPr id="17739" name="Graph element 2432"/>
            <p:cNvSpPr/>
            <p:nvPr/>
          </p:nvSpPr>
          <p:spPr>
            <a:xfrm>
              <a:off x="725301" y="1307234"/>
              <a:ext cx="29959" cy="38911"/>
            </a:xfrm>
            <a:custGeom>
              <a:avLst/>
              <a:gdLst/>
              <a:ahLst/>
              <a:cxnLst/>
              <a:rect l="0" t="0" r="r" b="b"/>
              <a:pathLst>
                <a:path w="29959" h="38911" stroke="0" extrusionOk="0">
                  <a:moveTo>
                    <a:pt x="21722" y="0"/>
                  </a:moveTo>
                  <a:lnTo>
                    <a:pt x="21722" y="6446"/>
                  </a:lnTo>
                  <a:lnTo>
                    <a:pt x="19931" y="8237"/>
                  </a:lnTo>
                  <a:lnTo>
                    <a:pt x="19931" y="10027"/>
                  </a:lnTo>
                  <a:lnTo>
                    <a:pt x="16350" y="13608"/>
                  </a:lnTo>
                  <a:lnTo>
                    <a:pt x="16350" y="15399"/>
                  </a:lnTo>
                  <a:lnTo>
                    <a:pt x="15399" y="16350"/>
                  </a:lnTo>
                  <a:lnTo>
                    <a:pt x="13608" y="16350"/>
                  </a:lnTo>
                  <a:lnTo>
                    <a:pt x="9188" y="20771"/>
                  </a:lnTo>
                  <a:lnTo>
                    <a:pt x="9188" y="27933"/>
                  </a:lnTo>
                  <a:lnTo>
                    <a:pt x="7397" y="29723"/>
                  </a:lnTo>
                  <a:lnTo>
                    <a:pt x="7397" y="31514"/>
                  </a:lnTo>
                  <a:lnTo>
                    <a:pt x="0" y="38911"/>
                  </a:lnTo>
                  <a:lnTo>
                    <a:pt x="11214" y="38911"/>
                  </a:lnTo>
                  <a:lnTo>
                    <a:pt x="13004" y="37121"/>
                  </a:lnTo>
                  <a:lnTo>
                    <a:pt x="16586" y="37121"/>
                  </a:lnTo>
                  <a:lnTo>
                    <a:pt x="18376" y="35330"/>
                  </a:lnTo>
                  <a:lnTo>
                    <a:pt x="20167" y="35330"/>
                  </a:lnTo>
                  <a:lnTo>
                    <a:pt x="28168" y="27329"/>
                  </a:lnTo>
                  <a:lnTo>
                    <a:pt x="28168" y="23748"/>
                  </a:lnTo>
                  <a:lnTo>
                    <a:pt x="29959" y="21957"/>
                  </a:lnTo>
                  <a:lnTo>
                    <a:pt x="29959" y="11818"/>
                  </a:lnTo>
                  <a:lnTo>
                    <a:pt x="28168" y="10027"/>
                  </a:lnTo>
                  <a:lnTo>
                    <a:pt x="28168" y="6446"/>
                  </a:lnTo>
                  <a:lnTo>
                    <a:pt x="21722" y="0"/>
                  </a:lnTo>
                  <a:close/>
                </a:path>
              </a:pathLst>
            </a:custGeom>
            <a:solidFill>
              <a:srgbClr val="437CB0"/>
            </a:solidFill>
            <a:ln>
              <a:noFill/>
            </a:ln>
          </p:spPr>
        </p:sp>
        <p:sp>
          <p:nvSpPr>
            <p:cNvPr id="17740" name="Graph element 2433"/>
            <p:cNvSpPr/>
            <p:nvPr/>
          </p:nvSpPr>
          <p:spPr>
            <a:xfrm>
              <a:off x="691515" y="1307234"/>
              <a:ext cx="33304" cy="44283"/>
            </a:xfrm>
            <a:custGeom>
              <a:avLst/>
              <a:gdLst/>
              <a:ahLst/>
              <a:cxnLst/>
              <a:rect l="0" t="0" r="r" b="b"/>
              <a:pathLst>
                <a:path w="33304" h="44283" stroke="0" extrusionOk="0">
                  <a:moveTo>
                    <a:pt x="13608" y="0"/>
                  </a:moveTo>
                  <a:lnTo>
                    <a:pt x="1791" y="11818"/>
                  </a:lnTo>
                  <a:lnTo>
                    <a:pt x="1791" y="13608"/>
                  </a:lnTo>
                  <a:lnTo>
                    <a:pt x="0" y="15399"/>
                  </a:lnTo>
                  <a:lnTo>
                    <a:pt x="0" y="27329"/>
                  </a:lnTo>
                  <a:lnTo>
                    <a:pt x="1791" y="29119"/>
                  </a:lnTo>
                  <a:lnTo>
                    <a:pt x="1791" y="32701"/>
                  </a:lnTo>
                  <a:lnTo>
                    <a:pt x="9792" y="40702"/>
                  </a:lnTo>
                  <a:lnTo>
                    <a:pt x="11582" y="40702"/>
                  </a:lnTo>
                  <a:lnTo>
                    <a:pt x="13373" y="42493"/>
                  </a:lnTo>
                  <a:lnTo>
                    <a:pt x="16954" y="42493"/>
                  </a:lnTo>
                  <a:lnTo>
                    <a:pt x="18745" y="44283"/>
                  </a:lnTo>
                  <a:lnTo>
                    <a:pt x="25303" y="44283"/>
                  </a:lnTo>
                  <a:lnTo>
                    <a:pt x="27094" y="42493"/>
                  </a:lnTo>
                  <a:lnTo>
                    <a:pt x="30675" y="42493"/>
                  </a:lnTo>
                  <a:lnTo>
                    <a:pt x="33304" y="39863"/>
                  </a:lnTo>
                  <a:lnTo>
                    <a:pt x="33304" y="36886"/>
                  </a:lnTo>
                  <a:lnTo>
                    <a:pt x="30675" y="34256"/>
                  </a:lnTo>
                  <a:lnTo>
                    <a:pt x="28884" y="34256"/>
                  </a:lnTo>
                  <a:lnTo>
                    <a:pt x="24352" y="29723"/>
                  </a:lnTo>
                  <a:lnTo>
                    <a:pt x="24352" y="27933"/>
                  </a:lnTo>
                  <a:lnTo>
                    <a:pt x="22561" y="26142"/>
                  </a:lnTo>
                  <a:lnTo>
                    <a:pt x="22561" y="24352"/>
                  </a:lnTo>
                  <a:lnTo>
                    <a:pt x="20771" y="22561"/>
                  </a:lnTo>
                  <a:lnTo>
                    <a:pt x="20771" y="17189"/>
                  </a:lnTo>
                  <a:lnTo>
                    <a:pt x="15399" y="11818"/>
                  </a:lnTo>
                  <a:lnTo>
                    <a:pt x="15399" y="10027"/>
                  </a:lnTo>
                  <a:lnTo>
                    <a:pt x="13608" y="8237"/>
                  </a:lnTo>
                  <a:lnTo>
                    <a:pt x="13608" y="0"/>
                  </a:lnTo>
                  <a:close/>
                </a:path>
              </a:pathLst>
            </a:custGeom>
            <a:solidFill>
              <a:srgbClr val="437CB0"/>
            </a:solidFill>
            <a:ln>
              <a:noFill/>
            </a:ln>
          </p:spPr>
        </p:sp>
        <p:sp>
          <p:nvSpPr>
            <p:cNvPr id="17741" name="Graph element 2434"/>
            <p:cNvSpPr/>
            <p:nvPr/>
          </p:nvSpPr>
          <p:spPr>
            <a:xfrm>
              <a:off x="383539" y="1307469"/>
              <a:ext cx="44283" cy="49420"/>
            </a:xfrm>
            <a:custGeom>
              <a:avLst/>
              <a:gdLst/>
              <a:ahLst/>
              <a:cxnLst/>
              <a:rect l="0" t="0" r="r" b="b"/>
              <a:pathLst>
                <a:path w="44283" h="49420" stroke="0" extrusionOk="0">
                  <a:moveTo>
                    <a:pt x="22326" y="0"/>
                  </a:moveTo>
                  <a:lnTo>
                    <a:pt x="20535" y="1791"/>
                  </a:lnTo>
                  <a:lnTo>
                    <a:pt x="15164" y="1791"/>
                  </a:lnTo>
                  <a:lnTo>
                    <a:pt x="13373" y="3581"/>
                  </a:lnTo>
                  <a:lnTo>
                    <a:pt x="11582" y="3581"/>
                  </a:lnTo>
                  <a:lnTo>
                    <a:pt x="3581" y="11582"/>
                  </a:lnTo>
                  <a:lnTo>
                    <a:pt x="3581" y="13373"/>
                  </a:lnTo>
                  <a:lnTo>
                    <a:pt x="1791" y="15164"/>
                  </a:lnTo>
                  <a:lnTo>
                    <a:pt x="1791" y="18745"/>
                  </a:lnTo>
                  <a:lnTo>
                    <a:pt x="0" y="20535"/>
                  </a:lnTo>
                  <a:lnTo>
                    <a:pt x="0" y="28884"/>
                  </a:lnTo>
                  <a:lnTo>
                    <a:pt x="1791" y="30675"/>
                  </a:lnTo>
                  <a:lnTo>
                    <a:pt x="1791" y="34256"/>
                  </a:lnTo>
                  <a:lnTo>
                    <a:pt x="3581" y="36046"/>
                  </a:lnTo>
                  <a:lnTo>
                    <a:pt x="3581" y="37837"/>
                  </a:lnTo>
                  <a:lnTo>
                    <a:pt x="11582" y="45838"/>
                  </a:lnTo>
                  <a:lnTo>
                    <a:pt x="13373" y="45838"/>
                  </a:lnTo>
                  <a:lnTo>
                    <a:pt x="15164" y="47629"/>
                  </a:lnTo>
                  <a:lnTo>
                    <a:pt x="18745" y="47629"/>
                  </a:lnTo>
                  <a:lnTo>
                    <a:pt x="20535" y="49420"/>
                  </a:lnTo>
                  <a:lnTo>
                    <a:pt x="28884" y="49420"/>
                  </a:lnTo>
                  <a:lnTo>
                    <a:pt x="30675" y="47629"/>
                  </a:lnTo>
                  <a:lnTo>
                    <a:pt x="34256" y="47629"/>
                  </a:lnTo>
                  <a:lnTo>
                    <a:pt x="36046" y="45838"/>
                  </a:lnTo>
                  <a:lnTo>
                    <a:pt x="37837" y="45838"/>
                  </a:lnTo>
                  <a:lnTo>
                    <a:pt x="44283" y="39392"/>
                  </a:lnTo>
                  <a:lnTo>
                    <a:pt x="39628" y="39392"/>
                  </a:lnTo>
                  <a:lnTo>
                    <a:pt x="37837" y="37602"/>
                  </a:lnTo>
                  <a:lnTo>
                    <a:pt x="36046" y="37602"/>
                  </a:lnTo>
                  <a:lnTo>
                    <a:pt x="32465" y="34021"/>
                  </a:lnTo>
                  <a:lnTo>
                    <a:pt x="30675" y="34021"/>
                  </a:lnTo>
                  <a:lnTo>
                    <a:pt x="27933" y="31279"/>
                  </a:lnTo>
                  <a:lnTo>
                    <a:pt x="27933" y="29488"/>
                  </a:lnTo>
                  <a:lnTo>
                    <a:pt x="24352" y="25907"/>
                  </a:lnTo>
                  <a:lnTo>
                    <a:pt x="24352" y="22326"/>
                  </a:lnTo>
                  <a:lnTo>
                    <a:pt x="22561" y="20535"/>
                  </a:lnTo>
                  <a:lnTo>
                    <a:pt x="22561" y="10979"/>
                  </a:lnTo>
                  <a:lnTo>
                    <a:pt x="24352" y="9188"/>
                  </a:lnTo>
                  <a:lnTo>
                    <a:pt x="24352" y="7397"/>
                  </a:lnTo>
                  <a:lnTo>
                    <a:pt x="26142" y="5607"/>
                  </a:lnTo>
                  <a:lnTo>
                    <a:pt x="26142" y="3816"/>
                  </a:lnTo>
                  <a:lnTo>
                    <a:pt x="29959" y="0"/>
                  </a:lnTo>
                  <a:lnTo>
                    <a:pt x="22326" y="0"/>
                  </a:lnTo>
                  <a:close/>
                </a:path>
              </a:pathLst>
            </a:custGeom>
            <a:solidFill>
              <a:srgbClr val="437CB0"/>
            </a:solidFill>
            <a:ln>
              <a:noFill/>
            </a:ln>
          </p:spPr>
        </p:sp>
        <p:sp>
          <p:nvSpPr>
            <p:cNvPr id="17742" name="Graph element 2435"/>
            <p:cNvSpPr/>
            <p:nvPr/>
          </p:nvSpPr>
          <p:spPr>
            <a:xfrm>
              <a:off x="929067" y="1303295"/>
              <a:ext cx="15992" cy="33478"/>
            </a:xfrm>
            <a:custGeom>
              <a:avLst/>
              <a:gdLst/>
              <a:ahLst/>
              <a:cxnLst/>
              <a:rect l="0" t="0" r="r" b="b"/>
              <a:pathLst>
                <a:path w="15992" h="33478" stroke="0" extrusionOk="0">
                  <a:moveTo>
                    <a:pt x="5607" y="0"/>
                  </a:moveTo>
                  <a:lnTo>
                    <a:pt x="0" y="5607"/>
                  </a:lnTo>
                  <a:lnTo>
                    <a:pt x="5965" y="11572"/>
                  </a:lnTo>
                  <a:lnTo>
                    <a:pt x="5965" y="13363"/>
                  </a:lnTo>
                  <a:lnTo>
                    <a:pt x="7756" y="15153"/>
                  </a:lnTo>
                  <a:lnTo>
                    <a:pt x="7756" y="18734"/>
                  </a:lnTo>
                  <a:lnTo>
                    <a:pt x="9546" y="20525"/>
                  </a:lnTo>
                  <a:lnTo>
                    <a:pt x="9546" y="22919"/>
                  </a:lnTo>
                  <a:lnTo>
                    <a:pt x="7756" y="24710"/>
                  </a:lnTo>
                  <a:lnTo>
                    <a:pt x="7756" y="28291"/>
                  </a:lnTo>
                  <a:lnTo>
                    <a:pt x="4594" y="31452"/>
                  </a:lnTo>
                  <a:lnTo>
                    <a:pt x="6620" y="33478"/>
                  </a:lnTo>
                  <a:lnTo>
                    <a:pt x="14202" y="25896"/>
                  </a:lnTo>
                  <a:lnTo>
                    <a:pt x="14202" y="22315"/>
                  </a:lnTo>
                  <a:lnTo>
                    <a:pt x="15992" y="20525"/>
                  </a:lnTo>
                  <a:lnTo>
                    <a:pt x="15992" y="12176"/>
                  </a:lnTo>
                  <a:lnTo>
                    <a:pt x="14202" y="10385"/>
                  </a:lnTo>
                  <a:lnTo>
                    <a:pt x="14202" y="8595"/>
                  </a:lnTo>
                  <a:lnTo>
                    <a:pt x="12411" y="6804"/>
                  </a:lnTo>
                  <a:lnTo>
                    <a:pt x="12411" y="5014"/>
                  </a:lnTo>
                  <a:lnTo>
                    <a:pt x="9781" y="2384"/>
                  </a:lnTo>
                  <a:lnTo>
                    <a:pt x="7991" y="2384"/>
                  </a:lnTo>
                  <a:lnTo>
                    <a:pt x="5607" y="0"/>
                  </a:lnTo>
                  <a:close/>
                </a:path>
              </a:pathLst>
            </a:custGeom>
            <a:solidFill>
              <a:srgbClr val="437CB0"/>
            </a:solidFill>
            <a:ln>
              <a:noFill/>
            </a:ln>
          </p:spPr>
        </p:sp>
        <p:sp>
          <p:nvSpPr>
            <p:cNvPr id="17743" name="Graph element 2436"/>
            <p:cNvSpPr/>
            <p:nvPr/>
          </p:nvSpPr>
          <p:spPr>
            <a:xfrm>
              <a:off x="884303" y="1303295"/>
              <a:ext cx="21364" cy="24945"/>
            </a:xfrm>
            <a:custGeom>
              <a:avLst/>
              <a:gdLst/>
              <a:ahLst/>
              <a:cxnLst/>
              <a:rect l="0" t="0" r="r" b="b"/>
              <a:pathLst>
                <a:path w="21364" h="24945" stroke="0" extrusionOk="0">
                  <a:moveTo>
                    <a:pt x="12769" y="0"/>
                  </a:moveTo>
                  <a:lnTo>
                    <a:pt x="10385" y="2384"/>
                  </a:lnTo>
                  <a:lnTo>
                    <a:pt x="6804" y="2384"/>
                  </a:lnTo>
                  <a:lnTo>
                    <a:pt x="4174" y="5014"/>
                  </a:lnTo>
                  <a:lnTo>
                    <a:pt x="4174" y="6804"/>
                  </a:lnTo>
                  <a:lnTo>
                    <a:pt x="2384" y="8595"/>
                  </a:lnTo>
                  <a:lnTo>
                    <a:pt x="2384" y="10385"/>
                  </a:lnTo>
                  <a:lnTo>
                    <a:pt x="0" y="12769"/>
                  </a:lnTo>
                  <a:lnTo>
                    <a:pt x="3223" y="15992"/>
                  </a:lnTo>
                  <a:lnTo>
                    <a:pt x="5014" y="15992"/>
                  </a:lnTo>
                  <a:lnTo>
                    <a:pt x="6804" y="17783"/>
                  </a:lnTo>
                  <a:lnTo>
                    <a:pt x="12176" y="17783"/>
                  </a:lnTo>
                  <a:lnTo>
                    <a:pt x="12534" y="18141"/>
                  </a:lnTo>
                  <a:lnTo>
                    <a:pt x="7520" y="23154"/>
                  </a:lnTo>
                  <a:lnTo>
                    <a:pt x="12176" y="23154"/>
                  </a:lnTo>
                  <a:lnTo>
                    <a:pt x="13966" y="24945"/>
                  </a:lnTo>
                  <a:lnTo>
                    <a:pt x="17783" y="24945"/>
                  </a:lnTo>
                  <a:lnTo>
                    <a:pt x="17783" y="19338"/>
                  </a:lnTo>
                  <a:lnTo>
                    <a:pt x="16586" y="18141"/>
                  </a:lnTo>
                  <a:lnTo>
                    <a:pt x="19573" y="15153"/>
                  </a:lnTo>
                  <a:lnTo>
                    <a:pt x="19573" y="13363"/>
                  </a:lnTo>
                  <a:lnTo>
                    <a:pt x="21364" y="11572"/>
                  </a:lnTo>
                  <a:lnTo>
                    <a:pt x="21364" y="7756"/>
                  </a:lnTo>
                  <a:lnTo>
                    <a:pt x="18734" y="7756"/>
                  </a:lnTo>
                  <a:lnTo>
                    <a:pt x="15992" y="5014"/>
                  </a:lnTo>
                  <a:lnTo>
                    <a:pt x="15992" y="3223"/>
                  </a:lnTo>
                  <a:lnTo>
                    <a:pt x="12769" y="0"/>
                  </a:lnTo>
                  <a:close/>
                </a:path>
              </a:pathLst>
            </a:custGeom>
            <a:solidFill>
              <a:srgbClr val="437CB0"/>
            </a:solidFill>
            <a:ln>
              <a:noFill/>
            </a:ln>
          </p:spPr>
        </p:sp>
        <p:sp>
          <p:nvSpPr>
            <p:cNvPr id="17744" name="Graph element 2437"/>
            <p:cNvSpPr/>
            <p:nvPr/>
          </p:nvSpPr>
          <p:spPr>
            <a:xfrm>
              <a:off x="413385" y="1300307"/>
              <a:ext cx="41060" cy="47629"/>
            </a:xfrm>
            <a:custGeom>
              <a:avLst/>
              <a:gdLst/>
              <a:ahLst/>
              <a:cxnLst/>
              <a:rect l="0" t="0" r="r" b="b"/>
              <a:pathLst>
                <a:path w="41060" h="47629" stroke="0" extrusionOk="0">
                  <a:moveTo>
                    <a:pt x="8595" y="0"/>
                  </a:moveTo>
                  <a:lnTo>
                    <a:pt x="6804" y="1791"/>
                  </a:lnTo>
                  <a:lnTo>
                    <a:pt x="5014" y="1791"/>
                  </a:lnTo>
                  <a:lnTo>
                    <a:pt x="0" y="6804"/>
                  </a:lnTo>
                  <a:lnTo>
                    <a:pt x="3223" y="10027"/>
                  </a:lnTo>
                  <a:lnTo>
                    <a:pt x="5014" y="10027"/>
                  </a:lnTo>
                  <a:lnTo>
                    <a:pt x="6804" y="11818"/>
                  </a:lnTo>
                  <a:lnTo>
                    <a:pt x="8595" y="11818"/>
                  </a:lnTo>
                  <a:lnTo>
                    <a:pt x="14918" y="18141"/>
                  </a:lnTo>
                  <a:lnTo>
                    <a:pt x="14918" y="19931"/>
                  </a:lnTo>
                  <a:lnTo>
                    <a:pt x="16708" y="21722"/>
                  </a:lnTo>
                  <a:lnTo>
                    <a:pt x="16708" y="23513"/>
                  </a:lnTo>
                  <a:lnTo>
                    <a:pt x="18499" y="25303"/>
                  </a:lnTo>
                  <a:lnTo>
                    <a:pt x="18499" y="38441"/>
                  </a:lnTo>
                  <a:lnTo>
                    <a:pt x="16708" y="40231"/>
                  </a:lnTo>
                  <a:lnTo>
                    <a:pt x="16708" y="42022"/>
                  </a:lnTo>
                  <a:lnTo>
                    <a:pt x="14918" y="43813"/>
                  </a:lnTo>
                  <a:lnTo>
                    <a:pt x="14918" y="47629"/>
                  </a:lnTo>
                  <a:lnTo>
                    <a:pt x="20525" y="47629"/>
                  </a:lnTo>
                  <a:lnTo>
                    <a:pt x="22315" y="45838"/>
                  </a:lnTo>
                  <a:lnTo>
                    <a:pt x="25896" y="45838"/>
                  </a:lnTo>
                  <a:lnTo>
                    <a:pt x="27687" y="44048"/>
                  </a:lnTo>
                  <a:lnTo>
                    <a:pt x="29478" y="44048"/>
                  </a:lnTo>
                  <a:lnTo>
                    <a:pt x="33059" y="40467"/>
                  </a:lnTo>
                  <a:lnTo>
                    <a:pt x="35688" y="40467"/>
                  </a:lnTo>
                  <a:lnTo>
                    <a:pt x="35688" y="37837"/>
                  </a:lnTo>
                  <a:lnTo>
                    <a:pt x="39270" y="34256"/>
                  </a:lnTo>
                  <a:lnTo>
                    <a:pt x="39270" y="30675"/>
                  </a:lnTo>
                  <a:lnTo>
                    <a:pt x="41060" y="28884"/>
                  </a:lnTo>
                  <a:lnTo>
                    <a:pt x="41060" y="16954"/>
                  </a:lnTo>
                  <a:lnTo>
                    <a:pt x="39270" y="15164"/>
                  </a:lnTo>
                  <a:lnTo>
                    <a:pt x="39270" y="13373"/>
                  </a:lnTo>
                  <a:lnTo>
                    <a:pt x="37479" y="11582"/>
                  </a:lnTo>
                  <a:lnTo>
                    <a:pt x="37479" y="9792"/>
                  </a:lnTo>
                  <a:lnTo>
                    <a:pt x="29478" y="1791"/>
                  </a:lnTo>
                  <a:lnTo>
                    <a:pt x="27687" y="1791"/>
                  </a:lnTo>
                  <a:lnTo>
                    <a:pt x="25896" y="0"/>
                  </a:lnTo>
                  <a:lnTo>
                    <a:pt x="8595" y="0"/>
                  </a:lnTo>
                  <a:close/>
                </a:path>
              </a:pathLst>
            </a:custGeom>
            <a:solidFill>
              <a:srgbClr val="437CB0"/>
            </a:solidFill>
            <a:ln>
              <a:noFill/>
            </a:ln>
          </p:spPr>
        </p:sp>
        <p:sp>
          <p:nvSpPr>
            <p:cNvPr id="17745" name="Graph element 2438"/>
            <p:cNvSpPr/>
            <p:nvPr/>
          </p:nvSpPr>
          <p:spPr>
            <a:xfrm>
              <a:off x="704049" y="1291119"/>
              <a:ext cx="17783" cy="17425"/>
            </a:xfrm>
            <a:custGeom>
              <a:avLst/>
              <a:gdLst/>
              <a:ahLst/>
              <a:cxnLst/>
              <a:rect l="0" t="0" r="r" b="b"/>
              <a:pathLst>
                <a:path w="17783" h="17425" stroke="0" extrusionOk="0">
                  <a:moveTo>
                    <a:pt x="8237" y="0"/>
                  </a:moveTo>
                  <a:lnTo>
                    <a:pt x="1791" y="6446"/>
                  </a:lnTo>
                  <a:lnTo>
                    <a:pt x="1791" y="8237"/>
                  </a:lnTo>
                  <a:lnTo>
                    <a:pt x="0" y="10027"/>
                  </a:lnTo>
                  <a:lnTo>
                    <a:pt x="0" y="17425"/>
                  </a:lnTo>
                  <a:lnTo>
                    <a:pt x="7397" y="17425"/>
                  </a:lnTo>
                  <a:lnTo>
                    <a:pt x="9188" y="15634"/>
                  </a:lnTo>
                  <a:lnTo>
                    <a:pt x="9792" y="15634"/>
                  </a:lnTo>
                  <a:lnTo>
                    <a:pt x="11582" y="17425"/>
                  </a:lnTo>
                  <a:lnTo>
                    <a:pt x="14560" y="17425"/>
                  </a:lnTo>
                  <a:lnTo>
                    <a:pt x="17783" y="14202"/>
                  </a:lnTo>
                  <a:lnTo>
                    <a:pt x="14560" y="10979"/>
                  </a:lnTo>
                  <a:lnTo>
                    <a:pt x="12769" y="10979"/>
                  </a:lnTo>
                  <a:lnTo>
                    <a:pt x="11818" y="10027"/>
                  </a:lnTo>
                  <a:lnTo>
                    <a:pt x="11818" y="8237"/>
                  </a:lnTo>
                  <a:lnTo>
                    <a:pt x="8237" y="4655"/>
                  </a:lnTo>
                  <a:lnTo>
                    <a:pt x="8237" y="0"/>
                  </a:lnTo>
                  <a:close/>
                </a:path>
              </a:pathLst>
            </a:custGeom>
            <a:solidFill>
              <a:srgbClr val="437CB0"/>
            </a:solidFill>
            <a:ln>
              <a:noFill/>
            </a:ln>
          </p:spPr>
        </p:sp>
        <p:sp>
          <p:nvSpPr>
            <p:cNvPr id="17746" name="Graph element 2439"/>
            <p:cNvSpPr/>
            <p:nvPr/>
          </p:nvSpPr>
          <p:spPr>
            <a:xfrm>
              <a:off x="840132" y="1287538"/>
              <a:ext cx="44048" cy="63979"/>
            </a:xfrm>
            <a:custGeom>
              <a:avLst/>
              <a:gdLst/>
              <a:ahLst/>
              <a:cxnLst/>
              <a:rect l="0" t="0" r="r" b="b"/>
              <a:pathLst>
                <a:path w="44048" h="63979" stroke="0" extrusionOk="0">
                  <a:moveTo>
                    <a:pt x="14325" y="0"/>
                  </a:moveTo>
                  <a:lnTo>
                    <a:pt x="14325" y="4655"/>
                  </a:lnTo>
                  <a:lnTo>
                    <a:pt x="12534" y="6446"/>
                  </a:lnTo>
                  <a:lnTo>
                    <a:pt x="12534" y="8237"/>
                  </a:lnTo>
                  <a:lnTo>
                    <a:pt x="10743" y="10027"/>
                  </a:lnTo>
                  <a:lnTo>
                    <a:pt x="10743" y="21957"/>
                  </a:lnTo>
                  <a:lnTo>
                    <a:pt x="12534" y="23748"/>
                  </a:lnTo>
                  <a:lnTo>
                    <a:pt x="12534" y="25538"/>
                  </a:lnTo>
                  <a:lnTo>
                    <a:pt x="20535" y="33540"/>
                  </a:lnTo>
                  <a:lnTo>
                    <a:pt x="24116" y="33540"/>
                  </a:lnTo>
                  <a:lnTo>
                    <a:pt x="24475" y="33898"/>
                  </a:lnTo>
                  <a:lnTo>
                    <a:pt x="24116" y="34256"/>
                  </a:lnTo>
                  <a:lnTo>
                    <a:pt x="11582" y="34256"/>
                  </a:lnTo>
                  <a:lnTo>
                    <a:pt x="9792" y="36046"/>
                  </a:lnTo>
                  <a:lnTo>
                    <a:pt x="8001" y="36046"/>
                  </a:lnTo>
                  <a:lnTo>
                    <a:pt x="1791" y="42257"/>
                  </a:lnTo>
                  <a:lnTo>
                    <a:pt x="1791" y="44048"/>
                  </a:lnTo>
                  <a:lnTo>
                    <a:pt x="0" y="45838"/>
                  </a:lnTo>
                  <a:lnTo>
                    <a:pt x="0" y="61350"/>
                  </a:lnTo>
                  <a:lnTo>
                    <a:pt x="2630" y="63979"/>
                  </a:lnTo>
                  <a:lnTo>
                    <a:pt x="5607" y="63979"/>
                  </a:lnTo>
                  <a:lnTo>
                    <a:pt x="9188" y="60398"/>
                  </a:lnTo>
                  <a:lnTo>
                    <a:pt x="10979" y="60398"/>
                  </a:lnTo>
                  <a:lnTo>
                    <a:pt x="12769" y="58608"/>
                  </a:lnTo>
                  <a:lnTo>
                    <a:pt x="16350" y="58608"/>
                  </a:lnTo>
                  <a:lnTo>
                    <a:pt x="18141" y="56817"/>
                  </a:lnTo>
                  <a:lnTo>
                    <a:pt x="22326" y="56817"/>
                  </a:lnTo>
                  <a:lnTo>
                    <a:pt x="24116" y="58608"/>
                  </a:lnTo>
                  <a:lnTo>
                    <a:pt x="29723" y="58608"/>
                  </a:lnTo>
                  <a:lnTo>
                    <a:pt x="29723" y="52397"/>
                  </a:lnTo>
                  <a:lnTo>
                    <a:pt x="31514" y="50606"/>
                  </a:lnTo>
                  <a:lnTo>
                    <a:pt x="31514" y="47025"/>
                  </a:lnTo>
                  <a:lnTo>
                    <a:pt x="35688" y="42851"/>
                  </a:lnTo>
                  <a:lnTo>
                    <a:pt x="28884" y="36046"/>
                  </a:lnTo>
                  <a:lnTo>
                    <a:pt x="26736" y="35688"/>
                  </a:lnTo>
                  <a:lnTo>
                    <a:pt x="27094" y="35330"/>
                  </a:lnTo>
                  <a:lnTo>
                    <a:pt x="34256" y="35330"/>
                  </a:lnTo>
                  <a:lnTo>
                    <a:pt x="36046" y="33540"/>
                  </a:lnTo>
                  <a:lnTo>
                    <a:pt x="39628" y="33540"/>
                  </a:lnTo>
                  <a:lnTo>
                    <a:pt x="44048" y="29119"/>
                  </a:lnTo>
                  <a:lnTo>
                    <a:pt x="44048" y="26142"/>
                  </a:lnTo>
                  <a:lnTo>
                    <a:pt x="40467" y="22561"/>
                  </a:lnTo>
                  <a:lnTo>
                    <a:pt x="40467" y="18141"/>
                  </a:lnTo>
                  <a:lnTo>
                    <a:pt x="37837" y="18141"/>
                  </a:lnTo>
                  <a:lnTo>
                    <a:pt x="27094" y="7397"/>
                  </a:lnTo>
                  <a:lnTo>
                    <a:pt x="23513" y="7397"/>
                  </a:lnTo>
                  <a:lnTo>
                    <a:pt x="21722" y="5607"/>
                  </a:lnTo>
                  <a:lnTo>
                    <a:pt x="19931" y="5607"/>
                  </a:lnTo>
                  <a:lnTo>
                    <a:pt x="14325" y="0"/>
                  </a:lnTo>
                  <a:close/>
                </a:path>
              </a:pathLst>
            </a:custGeom>
            <a:solidFill>
              <a:srgbClr val="437CB0"/>
            </a:solidFill>
            <a:ln>
              <a:noFill/>
            </a:ln>
          </p:spPr>
        </p:sp>
        <p:sp>
          <p:nvSpPr>
            <p:cNvPr id="17747" name="Graph element 2440"/>
            <p:cNvSpPr/>
            <p:nvPr/>
          </p:nvSpPr>
          <p:spPr>
            <a:xfrm>
              <a:off x="906148" y="1269867"/>
              <a:ext cx="33540" cy="29959"/>
            </a:xfrm>
            <a:custGeom>
              <a:avLst/>
              <a:gdLst/>
              <a:ahLst/>
              <a:cxnLst/>
              <a:rect l="0" t="0" r="r" b="b"/>
              <a:pathLst>
                <a:path w="33540" h="29959" stroke="0" extrusionOk="0">
                  <a:moveTo>
                    <a:pt x="13608" y="0"/>
                  </a:moveTo>
                  <a:lnTo>
                    <a:pt x="11818" y="1791"/>
                  </a:lnTo>
                  <a:lnTo>
                    <a:pt x="8237" y="1791"/>
                  </a:lnTo>
                  <a:lnTo>
                    <a:pt x="6446" y="3581"/>
                  </a:lnTo>
                  <a:lnTo>
                    <a:pt x="4655" y="3581"/>
                  </a:lnTo>
                  <a:lnTo>
                    <a:pt x="0" y="8237"/>
                  </a:lnTo>
                  <a:lnTo>
                    <a:pt x="17189" y="8237"/>
                  </a:lnTo>
                  <a:lnTo>
                    <a:pt x="22561" y="13608"/>
                  </a:lnTo>
                  <a:lnTo>
                    <a:pt x="24352" y="13608"/>
                  </a:lnTo>
                  <a:lnTo>
                    <a:pt x="25303" y="14560"/>
                  </a:lnTo>
                  <a:lnTo>
                    <a:pt x="25303" y="16350"/>
                  </a:lnTo>
                  <a:lnTo>
                    <a:pt x="27094" y="18141"/>
                  </a:lnTo>
                  <a:lnTo>
                    <a:pt x="27094" y="21722"/>
                  </a:lnTo>
                  <a:lnTo>
                    <a:pt x="28884" y="23513"/>
                  </a:lnTo>
                  <a:lnTo>
                    <a:pt x="28884" y="29959"/>
                  </a:lnTo>
                  <a:lnTo>
                    <a:pt x="33540" y="25303"/>
                  </a:lnTo>
                  <a:lnTo>
                    <a:pt x="33540" y="13373"/>
                  </a:lnTo>
                  <a:lnTo>
                    <a:pt x="31749" y="11582"/>
                  </a:lnTo>
                  <a:lnTo>
                    <a:pt x="31749" y="9792"/>
                  </a:lnTo>
                  <a:lnTo>
                    <a:pt x="29959" y="8001"/>
                  </a:lnTo>
                  <a:lnTo>
                    <a:pt x="29959" y="5372"/>
                  </a:lnTo>
                  <a:lnTo>
                    <a:pt x="27329" y="5372"/>
                  </a:lnTo>
                  <a:lnTo>
                    <a:pt x="25538" y="3581"/>
                  </a:lnTo>
                  <a:lnTo>
                    <a:pt x="21957" y="3581"/>
                  </a:lnTo>
                  <a:lnTo>
                    <a:pt x="18376" y="0"/>
                  </a:lnTo>
                  <a:lnTo>
                    <a:pt x="13608" y="0"/>
                  </a:lnTo>
                  <a:close/>
                </a:path>
              </a:pathLst>
            </a:custGeom>
            <a:solidFill>
              <a:srgbClr val="437CB0"/>
            </a:solidFill>
            <a:ln>
              <a:noFill/>
            </a:ln>
          </p:spPr>
        </p:sp>
        <p:sp>
          <p:nvSpPr>
            <p:cNvPr id="17748" name="Graph element 2441"/>
            <p:cNvSpPr/>
            <p:nvPr/>
          </p:nvSpPr>
          <p:spPr>
            <a:xfrm>
              <a:off x="2063087" y="1266286"/>
              <a:ext cx="40467" cy="40467"/>
            </a:xfrm>
            <a:custGeom>
              <a:avLst/>
              <a:gdLst/>
              <a:ahLst/>
              <a:cxnLst/>
              <a:rect l="0" t="0" r="r" b="b"/>
              <a:pathLst>
                <a:path w="40467" h="40467" stroke="0" extrusionOk="0">
                  <a:moveTo>
                    <a:pt x="13373" y="0"/>
                  </a:moveTo>
                  <a:lnTo>
                    <a:pt x="11582" y="1791"/>
                  </a:lnTo>
                  <a:lnTo>
                    <a:pt x="9792" y="1791"/>
                  </a:lnTo>
                  <a:lnTo>
                    <a:pt x="1791" y="9792"/>
                  </a:lnTo>
                  <a:lnTo>
                    <a:pt x="1791" y="11582"/>
                  </a:lnTo>
                  <a:lnTo>
                    <a:pt x="0" y="13373"/>
                  </a:lnTo>
                  <a:lnTo>
                    <a:pt x="0" y="27094"/>
                  </a:lnTo>
                  <a:lnTo>
                    <a:pt x="1791" y="28884"/>
                  </a:lnTo>
                  <a:lnTo>
                    <a:pt x="1791" y="30675"/>
                  </a:lnTo>
                  <a:lnTo>
                    <a:pt x="9792" y="38676"/>
                  </a:lnTo>
                  <a:lnTo>
                    <a:pt x="11582" y="38676"/>
                  </a:lnTo>
                  <a:lnTo>
                    <a:pt x="13373" y="40467"/>
                  </a:lnTo>
                  <a:lnTo>
                    <a:pt x="27094" y="40467"/>
                  </a:lnTo>
                  <a:lnTo>
                    <a:pt x="28884" y="38676"/>
                  </a:lnTo>
                  <a:lnTo>
                    <a:pt x="30675" y="38676"/>
                  </a:lnTo>
                  <a:lnTo>
                    <a:pt x="38676" y="30675"/>
                  </a:lnTo>
                  <a:lnTo>
                    <a:pt x="38676" y="28884"/>
                  </a:lnTo>
                  <a:lnTo>
                    <a:pt x="40467" y="27094"/>
                  </a:lnTo>
                  <a:lnTo>
                    <a:pt x="40467" y="13373"/>
                  </a:lnTo>
                  <a:lnTo>
                    <a:pt x="38676" y="11582"/>
                  </a:lnTo>
                  <a:lnTo>
                    <a:pt x="38676" y="9792"/>
                  </a:lnTo>
                  <a:lnTo>
                    <a:pt x="30675" y="1791"/>
                  </a:lnTo>
                  <a:lnTo>
                    <a:pt x="28884" y="1791"/>
                  </a:lnTo>
                  <a:lnTo>
                    <a:pt x="27094" y="0"/>
                  </a:lnTo>
                  <a:lnTo>
                    <a:pt x="13373" y="0"/>
                  </a:lnTo>
                  <a:close/>
                </a:path>
              </a:pathLst>
            </a:custGeom>
            <a:solidFill>
              <a:srgbClr val="437CB0"/>
            </a:solidFill>
            <a:ln>
              <a:noFill/>
            </a:ln>
          </p:spPr>
        </p:sp>
        <p:sp>
          <p:nvSpPr>
            <p:cNvPr id="17749" name="Graph element 2442"/>
            <p:cNvSpPr/>
            <p:nvPr/>
          </p:nvSpPr>
          <p:spPr>
            <a:xfrm>
              <a:off x="709421" y="1264496"/>
              <a:ext cx="44048" cy="35095"/>
            </a:xfrm>
            <a:custGeom>
              <a:avLst/>
              <a:gdLst/>
              <a:ahLst/>
              <a:cxnLst/>
              <a:rect l="0" t="0" r="r" b="b"/>
              <a:pathLst>
                <a:path w="44048" h="35095" stroke="0" extrusionOk="0">
                  <a:moveTo>
                    <a:pt x="15164" y="0"/>
                  </a:moveTo>
                  <a:lnTo>
                    <a:pt x="13373" y="1791"/>
                  </a:lnTo>
                  <a:lnTo>
                    <a:pt x="11582" y="1791"/>
                  </a:lnTo>
                  <a:lnTo>
                    <a:pt x="8001" y="5372"/>
                  </a:lnTo>
                  <a:lnTo>
                    <a:pt x="5372" y="5372"/>
                  </a:lnTo>
                  <a:lnTo>
                    <a:pt x="5372" y="8001"/>
                  </a:lnTo>
                  <a:lnTo>
                    <a:pt x="1791" y="11582"/>
                  </a:lnTo>
                  <a:lnTo>
                    <a:pt x="1791" y="15164"/>
                  </a:lnTo>
                  <a:lnTo>
                    <a:pt x="0" y="16954"/>
                  </a:lnTo>
                  <a:lnTo>
                    <a:pt x="0" y="26142"/>
                  </a:lnTo>
                  <a:lnTo>
                    <a:pt x="3816" y="26142"/>
                  </a:lnTo>
                  <a:lnTo>
                    <a:pt x="5607" y="24352"/>
                  </a:lnTo>
                  <a:lnTo>
                    <a:pt x="7397" y="24352"/>
                  </a:lnTo>
                  <a:lnTo>
                    <a:pt x="9188" y="22561"/>
                  </a:lnTo>
                  <a:lnTo>
                    <a:pt x="12769" y="22561"/>
                  </a:lnTo>
                  <a:lnTo>
                    <a:pt x="14560" y="20771"/>
                  </a:lnTo>
                  <a:lnTo>
                    <a:pt x="18745" y="20771"/>
                  </a:lnTo>
                  <a:lnTo>
                    <a:pt x="20535" y="22561"/>
                  </a:lnTo>
                  <a:lnTo>
                    <a:pt x="24116" y="22561"/>
                  </a:lnTo>
                  <a:lnTo>
                    <a:pt x="25907" y="24352"/>
                  </a:lnTo>
                  <a:lnTo>
                    <a:pt x="27698" y="24352"/>
                  </a:lnTo>
                  <a:lnTo>
                    <a:pt x="34021" y="30675"/>
                  </a:lnTo>
                  <a:lnTo>
                    <a:pt x="34021" y="32465"/>
                  </a:lnTo>
                  <a:lnTo>
                    <a:pt x="36650" y="35095"/>
                  </a:lnTo>
                  <a:lnTo>
                    <a:pt x="40467" y="35095"/>
                  </a:lnTo>
                  <a:lnTo>
                    <a:pt x="40467" y="32465"/>
                  </a:lnTo>
                  <a:lnTo>
                    <a:pt x="42257" y="30675"/>
                  </a:lnTo>
                  <a:lnTo>
                    <a:pt x="42257" y="28884"/>
                  </a:lnTo>
                  <a:lnTo>
                    <a:pt x="44048" y="27094"/>
                  </a:lnTo>
                  <a:lnTo>
                    <a:pt x="44048" y="15164"/>
                  </a:lnTo>
                  <a:lnTo>
                    <a:pt x="42257" y="13373"/>
                  </a:lnTo>
                  <a:lnTo>
                    <a:pt x="42257" y="11582"/>
                  </a:lnTo>
                  <a:lnTo>
                    <a:pt x="40467" y="9792"/>
                  </a:lnTo>
                  <a:lnTo>
                    <a:pt x="40467" y="8001"/>
                  </a:lnTo>
                  <a:lnTo>
                    <a:pt x="36046" y="3581"/>
                  </a:lnTo>
                  <a:lnTo>
                    <a:pt x="34256" y="3581"/>
                  </a:lnTo>
                  <a:lnTo>
                    <a:pt x="32465" y="1791"/>
                  </a:lnTo>
                  <a:lnTo>
                    <a:pt x="30675" y="1791"/>
                  </a:lnTo>
                  <a:lnTo>
                    <a:pt x="28884" y="0"/>
                  </a:lnTo>
                  <a:lnTo>
                    <a:pt x="15164" y="0"/>
                  </a:lnTo>
                  <a:close/>
                </a:path>
              </a:pathLst>
            </a:custGeom>
            <a:solidFill>
              <a:srgbClr val="437CB0"/>
            </a:solidFill>
            <a:ln>
              <a:noFill/>
            </a:ln>
          </p:spPr>
        </p:sp>
        <p:sp>
          <p:nvSpPr>
            <p:cNvPr id="17750" name="Graph element 2443"/>
            <p:cNvSpPr/>
            <p:nvPr/>
          </p:nvSpPr>
          <p:spPr>
            <a:xfrm>
              <a:off x="884661" y="1262705"/>
              <a:ext cx="20586" cy="14979"/>
            </a:xfrm>
            <a:custGeom>
              <a:avLst/>
              <a:gdLst/>
              <a:ahLst/>
              <a:cxnLst/>
              <a:rect l="0" t="0" r="r" b="b"/>
              <a:pathLst>
                <a:path w="20586" h="14979" stroke="0" extrusionOk="0">
                  <a:moveTo>
                    <a:pt x="0" y="0"/>
                  </a:moveTo>
                  <a:lnTo>
                    <a:pt x="3816" y="3816"/>
                  </a:lnTo>
                  <a:lnTo>
                    <a:pt x="3816" y="6446"/>
                  </a:lnTo>
                  <a:lnTo>
                    <a:pt x="8237" y="6446"/>
                  </a:lnTo>
                  <a:lnTo>
                    <a:pt x="10027" y="8237"/>
                  </a:lnTo>
                  <a:lnTo>
                    <a:pt x="11818" y="8237"/>
                  </a:lnTo>
                  <a:lnTo>
                    <a:pt x="18560" y="14979"/>
                  </a:lnTo>
                  <a:lnTo>
                    <a:pt x="20586" y="12953"/>
                  </a:lnTo>
                  <a:lnTo>
                    <a:pt x="19215" y="11582"/>
                  </a:lnTo>
                  <a:lnTo>
                    <a:pt x="19215" y="9792"/>
                  </a:lnTo>
                  <a:lnTo>
                    <a:pt x="17425" y="8001"/>
                  </a:lnTo>
                  <a:lnTo>
                    <a:pt x="17425" y="6211"/>
                  </a:lnTo>
                  <a:lnTo>
                    <a:pt x="14795" y="3581"/>
                  </a:lnTo>
                  <a:lnTo>
                    <a:pt x="13004" y="3581"/>
                  </a:lnTo>
                  <a:lnTo>
                    <a:pt x="11214" y="1791"/>
                  </a:lnTo>
                  <a:lnTo>
                    <a:pt x="9423" y="1791"/>
                  </a:lnTo>
                  <a:lnTo>
                    <a:pt x="76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37CB0"/>
            </a:solidFill>
            <a:ln>
              <a:noFill/>
            </a:ln>
          </p:spPr>
        </p:sp>
        <p:sp>
          <p:nvSpPr>
            <p:cNvPr id="17751" name="Graph element 2444"/>
            <p:cNvSpPr/>
            <p:nvPr/>
          </p:nvSpPr>
          <p:spPr>
            <a:xfrm>
              <a:off x="874153" y="1257333"/>
              <a:ext cx="12053" cy="8237"/>
            </a:xfrm>
            <a:custGeom>
              <a:avLst/>
              <a:gdLst/>
              <a:ahLst/>
              <a:cxnLst/>
              <a:rect l="0" t="0" r="r" b="b"/>
              <a:pathLst>
                <a:path w="12053" h="8237" stroke="0" extrusionOk="0">
                  <a:moveTo>
                    <a:pt x="0" y="0"/>
                  </a:moveTo>
                  <a:lnTo>
                    <a:pt x="0" y="8237"/>
                  </a:lnTo>
                  <a:lnTo>
                    <a:pt x="3816" y="8237"/>
                  </a:lnTo>
                  <a:lnTo>
                    <a:pt x="5607" y="6446"/>
                  </a:lnTo>
                  <a:lnTo>
                    <a:pt x="12053" y="6446"/>
                  </a:lnTo>
                  <a:lnTo>
                    <a:pt x="7397" y="1791"/>
                  </a:lnTo>
                  <a:lnTo>
                    <a:pt x="5607" y="1791"/>
                  </a:lnTo>
                  <a:lnTo>
                    <a:pt x="381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37CB0"/>
            </a:solidFill>
            <a:ln>
              <a:noFill/>
            </a:ln>
          </p:spPr>
        </p:sp>
        <p:sp>
          <p:nvSpPr>
            <p:cNvPr id="17752" name="Graph element 2445"/>
            <p:cNvSpPr/>
            <p:nvPr/>
          </p:nvSpPr>
          <p:spPr>
            <a:xfrm>
              <a:off x="834760" y="1246590"/>
              <a:ext cx="38257" cy="40467"/>
            </a:xfrm>
            <a:custGeom>
              <a:avLst/>
              <a:gdLst/>
              <a:ahLst/>
              <a:cxnLst/>
              <a:rect l="0" t="0" r="r" b="b"/>
              <a:pathLst>
                <a:path w="38257" h="40467" stroke="0" extrusionOk="0">
                  <a:moveTo>
                    <a:pt x="18745" y="0"/>
                  </a:moveTo>
                  <a:lnTo>
                    <a:pt x="16954" y="1791"/>
                  </a:lnTo>
                  <a:lnTo>
                    <a:pt x="11582" y="1791"/>
                  </a:lnTo>
                  <a:lnTo>
                    <a:pt x="9792" y="3581"/>
                  </a:lnTo>
                  <a:lnTo>
                    <a:pt x="8001" y="3581"/>
                  </a:lnTo>
                  <a:lnTo>
                    <a:pt x="3581" y="8001"/>
                  </a:lnTo>
                  <a:lnTo>
                    <a:pt x="3581" y="9792"/>
                  </a:lnTo>
                  <a:lnTo>
                    <a:pt x="1791" y="11582"/>
                  </a:lnTo>
                  <a:lnTo>
                    <a:pt x="1791" y="13373"/>
                  </a:lnTo>
                  <a:lnTo>
                    <a:pt x="0" y="15164"/>
                  </a:lnTo>
                  <a:lnTo>
                    <a:pt x="0" y="25303"/>
                  </a:lnTo>
                  <a:lnTo>
                    <a:pt x="1791" y="27094"/>
                  </a:lnTo>
                  <a:lnTo>
                    <a:pt x="1791" y="30675"/>
                  </a:lnTo>
                  <a:lnTo>
                    <a:pt x="9792" y="38676"/>
                  </a:lnTo>
                  <a:lnTo>
                    <a:pt x="11582" y="38676"/>
                  </a:lnTo>
                  <a:lnTo>
                    <a:pt x="13373" y="40467"/>
                  </a:lnTo>
                  <a:lnTo>
                    <a:pt x="21006" y="40467"/>
                  </a:lnTo>
                  <a:lnTo>
                    <a:pt x="17189" y="36650"/>
                  </a:lnTo>
                  <a:lnTo>
                    <a:pt x="17189" y="23513"/>
                  </a:lnTo>
                  <a:lnTo>
                    <a:pt x="18980" y="21722"/>
                  </a:lnTo>
                  <a:lnTo>
                    <a:pt x="18980" y="19931"/>
                  </a:lnTo>
                  <a:lnTo>
                    <a:pt x="25303" y="13608"/>
                  </a:lnTo>
                  <a:lnTo>
                    <a:pt x="27094" y="13608"/>
                  </a:lnTo>
                  <a:lnTo>
                    <a:pt x="28884" y="11818"/>
                  </a:lnTo>
                  <a:lnTo>
                    <a:pt x="32465" y="11818"/>
                  </a:lnTo>
                  <a:lnTo>
                    <a:pt x="34256" y="10027"/>
                  </a:lnTo>
                  <a:lnTo>
                    <a:pt x="34860" y="10027"/>
                  </a:lnTo>
                  <a:lnTo>
                    <a:pt x="36231" y="11398"/>
                  </a:lnTo>
                  <a:lnTo>
                    <a:pt x="38257" y="9372"/>
                  </a:lnTo>
                  <a:lnTo>
                    <a:pt x="32465" y="3581"/>
                  </a:lnTo>
                  <a:lnTo>
                    <a:pt x="30675" y="3581"/>
                  </a:lnTo>
                  <a:lnTo>
                    <a:pt x="28884" y="1791"/>
                  </a:lnTo>
                  <a:lnTo>
                    <a:pt x="25303" y="1791"/>
                  </a:lnTo>
                  <a:lnTo>
                    <a:pt x="23513" y="0"/>
                  </a:lnTo>
                  <a:lnTo>
                    <a:pt x="18745" y="0"/>
                  </a:lnTo>
                  <a:close/>
                </a:path>
              </a:pathLst>
            </a:custGeom>
            <a:solidFill>
              <a:srgbClr val="437CB0"/>
            </a:solidFill>
            <a:ln>
              <a:noFill/>
            </a:ln>
          </p:spPr>
        </p:sp>
        <p:sp>
          <p:nvSpPr>
            <p:cNvPr id="17753" name="Graph element 2446"/>
            <p:cNvSpPr/>
            <p:nvPr/>
          </p:nvSpPr>
          <p:spPr>
            <a:xfrm>
              <a:off x="612137" y="1235847"/>
              <a:ext cx="46432" cy="45838"/>
            </a:xfrm>
            <a:custGeom>
              <a:avLst/>
              <a:gdLst/>
              <a:ahLst/>
              <a:cxnLst/>
              <a:rect l="0" t="0" r="r" b="b"/>
              <a:pathLst>
                <a:path w="46432" h="45838" stroke="0" extrusionOk="0">
                  <a:moveTo>
                    <a:pt x="17548" y="0"/>
                  </a:moveTo>
                  <a:lnTo>
                    <a:pt x="15757" y="1791"/>
                  </a:lnTo>
                  <a:lnTo>
                    <a:pt x="13966" y="1791"/>
                  </a:lnTo>
                  <a:lnTo>
                    <a:pt x="10385" y="5372"/>
                  </a:lnTo>
                  <a:lnTo>
                    <a:pt x="8595" y="5372"/>
                  </a:lnTo>
                  <a:lnTo>
                    <a:pt x="5965" y="8001"/>
                  </a:lnTo>
                  <a:lnTo>
                    <a:pt x="5965" y="9792"/>
                  </a:lnTo>
                  <a:lnTo>
                    <a:pt x="2384" y="13373"/>
                  </a:lnTo>
                  <a:lnTo>
                    <a:pt x="2384" y="20535"/>
                  </a:lnTo>
                  <a:lnTo>
                    <a:pt x="0" y="22919"/>
                  </a:lnTo>
                  <a:lnTo>
                    <a:pt x="2384" y="25303"/>
                  </a:lnTo>
                  <a:lnTo>
                    <a:pt x="2384" y="32465"/>
                  </a:lnTo>
                  <a:lnTo>
                    <a:pt x="5965" y="36046"/>
                  </a:lnTo>
                  <a:lnTo>
                    <a:pt x="5965" y="37837"/>
                  </a:lnTo>
                  <a:lnTo>
                    <a:pt x="8595" y="40467"/>
                  </a:lnTo>
                  <a:lnTo>
                    <a:pt x="10385" y="40467"/>
                  </a:lnTo>
                  <a:lnTo>
                    <a:pt x="13966" y="44048"/>
                  </a:lnTo>
                  <a:lnTo>
                    <a:pt x="17548" y="44048"/>
                  </a:lnTo>
                  <a:lnTo>
                    <a:pt x="19338" y="45838"/>
                  </a:lnTo>
                  <a:lnTo>
                    <a:pt x="29478" y="45838"/>
                  </a:lnTo>
                  <a:lnTo>
                    <a:pt x="31268" y="44048"/>
                  </a:lnTo>
                  <a:lnTo>
                    <a:pt x="33059" y="44048"/>
                  </a:lnTo>
                  <a:lnTo>
                    <a:pt x="34849" y="42257"/>
                  </a:lnTo>
                  <a:lnTo>
                    <a:pt x="36640" y="42257"/>
                  </a:lnTo>
                  <a:lnTo>
                    <a:pt x="44641" y="34256"/>
                  </a:lnTo>
                  <a:lnTo>
                    <a:pt x="44641" y="32465"/>
                  </a:lnTo>
                  <a:lnTo>
                    <a:pt x="46432" y="30675"/>
                  </a:lnTo>
                  <a:lnTo>
                    <a:pt x="46432" y="15164"/>
                  </a:lnTo>
                  <a:lnTo>
                    <a:pt x="44641" y="13373"/>
                  </a:lnTo>
                  <a:lnTo>
                    <a:pt x="44641" y="11582"/>
                  </a:lnTo>
                  <a:lnTo>
                    <a:pt x="41060" y="8001"/>
                  </a:lnTo>
                  <a:lnTo>
                    <a:pt x="41060" y="5372"/>
                  </a:lnTo>
                  <a:lnTo>
                    <a:pt x="38430" y="5372"/>
                  </a:lnTo>
                  <a:lnTo>
                    <a:pt x="34849" y="1791"/>
                  </a:lnTo>
                  <a:lnTo>
                    <a:pt x="31268" y="1791"/>
                  </a:lnTo>
                  <a:lnTo>
                    <a:pt x="29478" y="0"/>
                  </a:lnTo>
                  <a:lnTo>
                    <a:pt x="17548" y="0"/>
                  </a:lnTo>
                  <a:close/>
                </a:path>
              </a:pathLst>
            </a:custGeom>
            <a:solidFill>
              <a:srgbClr val="437CB0"/>
            </a:solidFill>
            <a:ln>
              <a:noFill/>
            </a:ln>
          </p:spPr>
        </p:sp>
        <p:sp>
          <p:nvSpPr>
            <p:cNvPr id="17754" name="Graph element 2447"/>
            <p:cNvSpPr/>
            <p:nvPr/>
          </p:nvSpPr>
          <p:spPr>
            <a:xfrm>
              <a:off x="721955" y="1205407"/>
              <a:ext cx="27933" cy="35095"/>
            </a:xfrm>
            <a:custGeom>
              <a:avLst/>
              <a:gdLst/>
              <a:ahLst/>
              <a:cxnLst/>
              <a:rect l="0" t="0" r="r" b="b"/>
              <a:pathLst>
                <a:path w="27933" h="35095" stroke="0" extrusionOk="0">
                  <a:moveTo>
                    <a:pt x="4420" y="0"/>
                  </a:moveTo>
                  <a:lnTo>
                    <a:pt x="1791" y="2630"/>
                  </a:lnTo>
                  <a:lnTo>
                    <a:pt x="1791" y="4420"/>
                  </a:lnTo>
                  <a:lnTo>
                    <a:pt x="0" y="6211"/>
                  </a:lnTo>
                  <a:lnTo>
                    <a:pt x="0" y="21722"/>
                  </a:lnTo>
                  <a:lnTo>
                    <a:pt x="3581" y="25303"/>
                  </a:lnTo>
                  <a:lnTo>
                    <a:pt x="3581" y="27094"/>
                  </a:lnTo>
                  <a:lnTo>
                    <a:pt x="8001" y="31514"/>
                  </a:lnTo>
                  <a:lnTo>
                    <a:pt x="9792" y="31514"/>
                  </a:lnTo>
                  <a:lnTo>
                    <a:pt x="11582" y="33304"/>
                  </a:lnTo>
                  <a:lnTo>
                    <a:pt x="13373" y="33304"/>
                  </a:lnTo>
                  <a:lnTo>
                    <a:pt x="15164" y="35095"/>
                  </a:lnTo>
                  <a:lnTo>
                    <a:pt x="24352" y="35095"/>
                  </a:lnTo>
                  <a:lnTo>
                    <a:pt x="24352" y="28884"/>
                  </a:lnTo>
                  <a:lnTo>
                    <a:pt x="27933" y="25303"/>
                  </a:lnTo>
                  <a:lnTo>
                    <a:pt x="27933" y="20535"/>
                  </a:lnTo>
                  <a:lnTo>
                    <a:pt x="26142" y="18745"/>
                  </a:lnTo>
                  <a:lnTo>
                    <a:pt x="26142" y="16954"/>
                  </a:lnTo>
                  <a:lnTo>
                    <a:pt x="24352" y="15164"/>
                  </a:lnTo>
                  <a:lnTo>
                    <a:pt x="24352" y="10743"/>
                  </a:lnTo>
                  <a:lnTo>
                    <a:pt x="19931" y="10743"/>
                  </a:lnTo>
                  <a:lnTo>
                    <a:pt x="18141" y="8953"/>
                  </a:lnTo>
                  <a:lnTo>
                    <a:pt x="16350" y="8953"/>
                  </a:lnTo>
                  <a:lnTo>
                    <a:pt x="12769" y="5372"/>
                  </a:lnTo>
                  <a:lnTo>
                    <a:pt x="10979" y="5372"/>
                  </a:lnTo>
                  <a:lnTo>
                    <a:pt x="10027" y="4420"/>
                  </a:lnTo>
                  <a:lnTo>
                    <a:pt x="10027" y="2630"/>
                  </a:lnTo>
                  <a:lnTo>
                    <a:pt x="7397" y="0"/>
                  </a:lnTo>
                  <a:lnTo>
                    <a:pt x="4420" y="0"/>
                  </a:lnTo>
                  <a:close/>
                </a:path>
              </a:pathLst>
            </a:custGeom>
            <a:solidFill>
              <a:srgbClr val="437CB0"/>
            </a:solidFill>
            <a:ln>
              <a:noFill/>
            </a:ln>
          </p:spPr>
        </p:sp>
        <p:sp>
          <p:nvSpPr>
            <p:cNvPr id="17755" name="Graph element 2448"/>
            <p:cNvSpPr/>
            <p:nvPr/>
          </p:nvSpPr>
          <p:spPr>
            <a:xfrm>
              <a:off x="661076" y="1201826"/>
              <a:ext cx="44048" cy="44048"/>
            </a:xfrm>
            <a:custGeom>
              <a:avLst/>
              <a:gdLst/>
              <a:ahLst/>
              <a:cxnLst/>
              <a:rect l="0" t="0" r="r" b="b"/>
              <a:pathLst>
                <a:path w="44048" h="44048" stroke="0" extrusionOk="0">
                  <a:moveTo>
                    <a:pt x="13373" y="0"/>
                  </a:moveTo>
                  <a:lnTo>
                    <a:pt x="9792" y="3581"/>
                  </a:lnTo>
                  <a:lnTo>
                    <a:pt x="8001" y="3581"/>
                  </a:lnTo>
                  <a:lnTo>
                    <a:pt x="1791" y="9792"/>
                  </a:lnTo>
                  <a:lnTo>
                    <a:pt x="1791" y="11582"/>
                  </a:lnTo>
                  <a:lnTo>
                    <a:pt x="0" y="13373"/>
                  </a:lnTo>
                  <a:lnTo>
                    <a:pt x="0" y="30675"/>
                  </a:lnTo>
                  <a:lnTo>
                    <a:pt x="1791" y="32465"/>
                  </a:lnTo>
                  <a:lnTo>
                    <a:pt x="1791" y="34256"/>
                  </a:lnTo>
                  <a:lnTo>
                    <a:pt x="9792" y="42257"/>
                  </a:lnTo>
                  <a:lnTo>
                    <a:pt x="11582" y="42257"/>
                  </a:lnTo>
                  <a:lnTo>
                    <a:pt x="13373" y="44048"/>
                  </a:lnTo>
                  <a:lnTo>
                    <a:pt x="30675" y="44048"/>
                  </a:lnTo>
                  <a:lnTo>
                    <a:pt x="34256" y="40467"/>
                  </a:lnTo>
                  <a:lnTo>
                    <a:pt x="36046" y="40467"/>
                  </a:lnTo>
                  <a:lnTo>
                    <a:pt x="40467" y="36046"/>
                  </a:lnTo>
                  <a:lnTo>
                    <a:pt x="40467" y="34256"/>
                  </a:lnTo>
                  <a:lnTo>
                    <a:pt x="42257" y="32465"/>
                  </a:lnTo>
                  <a:lnTo>
                    <a:pt x="42257" y="30675"/>
                  </a:lnTo>
                  <a:lnTo>
                    <a:pt x="44048" y="28884"/>
                  </a:lnTo>
                  <a:lnTo>
                    <a:pt x="44048" y="15164"/>
                  </a:lnTo>
                  <a:lnTo>
                    <a:pt x="42257" y="13373"/>
                  </a:lnTo>
                  <a:lnTo>
                    <a:pt x="42257" y="11582"/>
                  </a:lnTo>
                  <a:lnTo>
                    <a:pt x="39628" y="8953"/>
                  </a:lnTo>
                  <a:lnTo>
                    <a:pt x="32465" y="8953"/>
                  </a:lnTo>
                  <a:lnTo>
                    <a:pt x="30675" y="7162"/>
                  </a:lnTo>
                  <a:lnTo>
                    <a:pt x="28884" y="7162"/>
                  </a:lnTo>
                  <a:lnTo>
                    <a:pt x="27094" y="5372"/>
                  </a:lnTo>
                  <a:lnTo>
                    <a:pt x="25303" y="5372"/>
                  </a:lnTo>
                  <a:lnTo>
                    <a:pt x="19931" y="0"/>
                  </a:lnTo>
                  <a:lnTo>
                    <a:pt x="13373" y="0"/>
                  </a:lnTo>
                  <a:close/>
                </a:path>
              </a:pathLst>
            </a:custGeom>
            <a:solidFill>
              <a:srgbClr val="437CB0"/>
            </a:solidFill>
            <a:ln>
              <a:noFill/>
            </a:ln>
          </p:spPr>
        </p:sp>
        <p:sp>
          <p:nvSpPr>
            <p:cNvPr id="17756" name="Graph element 2449"/>
            <p:cNvSpPr/>
            <p:nvPr/>
          </p:nvSpPr>
          <p:spPr>
            <a:xfrm>
              <a:off x="745232" y="1179203"/>
              <a:ext cx="44048" cy="84576"/>
            </a:xfrm>
            <a:custGeom>
              <a:avLst/>
              <a:gdLst/>
              <a:ahLst/>
              <a:cxnLst/>
              <a:rect l="0" t="0" r="r" b="b"/>
              <a:pathLst>
                <a:path w="44048" h="84576" stroke="0" extrusionOk="0">
                  <a:moveTo>
                    <a:pt x="14744" y="0"/>
                  </a:moveTo>
                  <a:lnTo>
                    <a:pt x="16115" y="1371"/>
                  </a:lnTo>
                  <a:lnTo>
                    <a:pt x="16115" y="7347"/>
                  </a:lnTo>
                  <a:lnTo>
                    <a:pt x="14325" y="9137"/>
                  </a:lnTo>
                  <a:lnTo>
                    <a:pt x="14325" y="12718"/>
                  </a:lnTo>
                  <a:lnTo>
                    <a:pt x="11163" y="15880"/>
                  </a:lnTo>
                  <a:lnTo>
                    <a:pt x="13189" y="17906"/>
                  </a:lnTo>
                  <a:lnTo>
                    <a:pt x="14560" y="16535"/>
                  </a:lnTo>
                  <a:lnTo>
                    <a:pt x="19931" y="16535"/>
                  </a:lnTo>
                  <a:lnTo>
                    <a:pt x="21722" y="14744"/>
                  </a:lnTo>
                  <a:lnTo>
                    <a:pt x="22326" y="14744"/>
                  </a:lnTo>
                  <a:lnTo>
                    <a:pt x="25068" y="17486"/>
                  </a:lnTo>
                  <a:lnTo>
                    <a:pt x="25068" y="21671"/>
                  </a:lnTo>
                  <a:lnTo>
                    <a:pt x="23277" y="23462"/>
                  </a:lnTo>
                  <a:lnTo>
                    <a:pt x="23277" y="25252"/>
                  </a:lnTo>
                  <a:lnTo>
                    <a:pt x="21487" y="27043"/>
                  </a:lnTo>
                  <a:lnTo>
                    <a:pt x="21487" y="28833"/>
                  </a:lnTo>
                  <a:lnTo>
                    <a:pt x="19696" y="30624"/>
                  </a:lnTo>
                  <a:lnTo>
                    <a:pt x="19696" y="41603"/>
                  </a:lnTo>
                  <a:lnTo>
                    <a:pt x="25907" y="41603"/>
                  </a:lnTo>
                  <a:lnTo>
                    <a:pt x="27698" y="43393"/>
                  </a:lnTo>
                  <a:lnTo>
                    <a:pt x="29488" y="43393"/>
                  </a:lnTo>
                  <a:lnTo>
                    <a:pt x="31279" y="45184"/>
                  </a:lnTo>
                  <a:lnTo>
                    <a:pt x="33069" y="45184"/>
                  </a:lnTo>
                  <a:lnTo>
                    <a:pt x="37602" y="49716"/>
                  </a:lnTo>
                  <a:lnTo>
                    <a:pt x="37602" y="52111"/>
                  </a:lnTo>
                  <a:lnTo>
                    <a:pt x="33069" y="56643"/>
                  </a:lnTo>
                  <a:lnTo>
                    <a:pt x="31279" y="56643"/>
                  </a:lnTo>
                  <a:lnTo>
                    <a:pt x="29488" y="58434"/>
                  </a:lnTo>
                  <a:lnTo>
                    <a:pt x="16350" y="58434"/>
                  </a:lnTo>
                  <a:lnTo>
                    <a:pt x="14560" y="56643"/>
                  </a:lnTo>
                  <a:lnTo>
                    <a:pt x="11582" y="56643"/>
                  </a:lnTo>
                  <a:lnTo>
                    <a:pt x="9792" y="58434"/>
                  </a:lnTo>
                  <a:lnTo>
                    <a:pt x="8001" y="58434"/>
                  </a:lnTo>
                  <a:lnTo>
                    <a:pt x="6211" y="60224"/>
                  </a:lnTo>
                  <a:lnTo>
                    <a:pt x="2630" y="60224"/>
                  </a:lnTo>
                  <a:lnTo>
                    <a:pt x="0" y="62854"/>
                  </a:lnTo>
                  <a:lnTo>
                    <a:pt x="0" y="67622"/>
                  </a:lnTo>
                  <a:lnTo>
                    <a:pt x="1791" y="69412"/>
                  </a:lnTo>
                  <a:lnTo>
                    <a:pt x="1791" y="72994"/>
                  </a:lnTo>
                  <a:lnTo>
                    <a:pt x="5372" y="76575"/>
                  </a:lnTo>
                  <a:lnTo>
                    <a:pt x="5372" y="79204"/>
                  </a:lnTo>
                  <a:lnTo>
                    <a:pt x="8001" y="79204"/>
                  </a:lnTo>
                  <a:lnTo>
                    <a:pt x="11582" y="82785"/>
                  </a:lnTo>
                  <a:lnTo>
                    <a:pt x="13373" y="82785"/>
                  </a:lnTo>
                  <a:lnTo>
                    <a:pt x="15164" y="84576"/>
                  </a:lnTo>
                  <a:lnTo>
                    <a:pt x="27094" y="84576"/>
                  </a:lnTo>
                  <a:lnTo>
                    <a:pt x="28884" y="82785"/>
                  </a:lnTo>
                  <a:lnTo>
                    <a:pt x="30675" y="82785"/>
                  </a:lnTo>
                  <a:lnTo>
                    <a:pt x="32465" y="80995"/>
                  </a:lnTo>
                  <a:lnTo>
                    <a:pt x="34256" y="80995"/>
                  </a:lnTo>
                  <a:lnTo>
                    <a:pt x="40467" y="74784"/>
                  </a:lnTo>
                  <a:lnTo>
                    <a:pt x="40467" y="72994"/>
                  </a:lnTo>
                  <a:lnTo>
                    <a:pt x="42257" y="71203"/>
                  </a:lnTo>
                  <a:lnTo>
                    <a:pt x="42257" y="55692"/>
                  </a:lnTo>
                  <a:lnTo>
                    <a:pt x="40467" y="53901"/>
                  </a:lnTo>
                  <a:lnTo>
                    <a:pt x="40467" y="49716"/>
                  </a:lnTo>
                  <a:lnTo>
                    <a:pt x="42257" y="47926"/>
                  </a:lnTo>
                  <a:lnTo>
                    <a:pt x="42257" y="46135"/>
                  </a:lnTo>
                  <a:lnTo>
                    <a:pt x="44048" y="44345"/>
                  </a:lnTo>
                  <a:lnTo>
                    <a:pt x="44048" y="28833"/>
                  </a:lnTo>
                  <a:lnTo>
                    <a:pt x="40467" y="25252"/>
                  </a:lnTo>
                  <a:lnTo>
                    <a:pt x="40467" y="23462"/>
                  </a:lnTo>
                  <a:lnTo>
                    <a:pt x="36046" y="19041"/>
                  </a:lnTo>
                  <a:lnTo>
                    <a:pt x="34256" y="19041"/>
                  </a:lnTo>
                  <a:lnTo>
                    <a:pt x="32465" y="17251"/>
                  </a:lnTo>
                  <a:lnTo>
                    <a:pt x="30675" y="17251"/>
                  </a:lnTo>
                  <a:lnTo>
                    <a:pt x="28884" y="15460"/>
                  </a:lnTo>
                  <a:lnTo>
                    <a:pt x="27094" y="15460"/>
                  </a:lnTo>
                  <a:lnTo>
                    <a:pt x="24352" y="12718"/>
                  </a:lnTo>
                  <a:lnTo>
                    <a:pt x="24352" y="7347"/>
                  </a:lnTo>
                  <a:lnTo>
                    <a:pt x="22561" y="5556"/>
                  </a:lnTo>
                  <a:lnTo>
                    <a:pt x="22561" y="3765"/>
                  </a:lnTo>
                  <a:lnTo>
                    <a:pt x="14744" y="0"/>
                  </a:lnTo>
                  <a:close/>
                </a:path>
              </a:pathLst>
            </a:custGeom>
            <a:solidFill>
              <a:srgbClr val="437CB0"/>
            </a:solidFill>
            <a:ln>
              <a:noFill/>
            </a:ln>
          </p:spPr>
        </p:sp>
        <p:sp>
          <p:nvSpPr>
            <p:cNvPr id="17757" name="Graph element 2450"/>
            <p:cNvSpPr/>
            <p:nvPr/>
          </p:nvSpPr>
          <p:spPr>
            <a:xfrm>
              <a:off x="752814" y="1168225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437CB0"/>
            </a:solidFill>
            <a:ln>
              <a:noFill/>
            </a:ln>
          </p:spPr>
        </p:sp>
        <p:sp>
          <p:nvSpPr>
            <p:cNvPr id="17758" name="Graph element 2451"/>
            <p:cNvSpPr/>
            <p:nvPr/>
          </p:nvSpPr>
          <p:spPr>
            <a:xfrm>
              <a:off x="716583" y="1164644"/>
              <a:ext cx="5791" cy="11633"/>
            </a:xfrm>
            <a:custGeom>
              <a:avLst/>
              <a:gdLst/>
              <a:ahLst/>
              <a:cxnLst/>
              <a:rect l="0" t="0" r="r" b="b"/>
              <a:pathLst>
                <a:path w="5791" h="11633" stroke="0" extrusionOk="0">
                  <a:moveTo>
                    <a:pt x="5791" y="0"/>
                  </a:moveTo>
                  <a:lnTo>
                    <a:pt x="0" y="5791"/>
                  </a:lnTo>
                  <a:lnTo>
                    <a:pt x="0" y="11633"/>
                  </a:lnTo>
                  <a:lnTo>
                    <a:pt x="4655" y="6978"/>
                  </a:lnTo>
                  <a:lnTo>
                    <a:pt x="5791" y="0"/>
                  </a:lnTo>
                  <a:close/>
                </a:path>
              </a:pathLst>
            </a:custGeom>
            <a:solidFill>
              <a:srgbClr val="437CB0"/>
            </a:solidFill>
            <a:ln>
              <a:noFill/>
            </a:ln>
          </p:spPr>
        </p:sp>
        <p:sp>
          <p:nvSpPr>
            <p:cNvPr id="17759" name="Graph element 2452"/>
            <p:cNvSpPr/>
            <p:nvPr/>
          </p:nvSpPr>
          <p:spPr>
            <a:xfrm>
              <a:off x="827363" y="1162433"/>
              <a:ext cx="42493" cy="40467"/>
            </a:xfrm>
            <a:custGeom>
              <a:avLst/>
              <a:gdLst/>
              <a:ahLst/>
              <a:cxnLst/>
              <a:rect l="0" t="0" r="r" b="b"/>
              <a:pathLst>
                <a:path w="42493" h="40467" stroke="0" extrusionOk="0">
                  <a:moveTo>
                    <a:pt x="19931" y="0"/>
                  </a:moveTo>
                  <a:lnTo>
                    <a:pt x="19931" y="8001"/>
                  </a:lnTo>
                  <a:lnTo>
                    <a:pt x="16350" y="11582"/>
                  </a:lnTo>
                  <a:lnTo>
                    <a:pt x="16350" y="13373"/>
                  </a:lnTo>
                  <a:lnTo>
                    <a:pt x="13608" y="16115"/>
                  </a:lnTo>
                  <a:lnTo>
                    <a:pt x="11818" y="16115"/>
                  </a:lnTo>
                  <a:lnTo>
                    <a:pt x="8237" y="19696"/>
                  </a:lnTo>
                  <a:lnTo>
                    <a:pt x="6446" y="19696"/>
                  </a:lnTo>
                  <a:lnTo>
                    <a:pt x="4655" y="21487"/>
                  </a:lnTo>
                  <a:lnTo>
                    <a:pt x="0" y="21487"/>
                  </a:lnTo>
                  <a:lnTo>
                    <a:pt x="3816" y="25303"/>
                  </a:lnTo>
                  <a:lnTo>
                    <a:pt x="3816" y="28884"/>
                  </a:lnTo>
                  <a:lnTo>
                    <a:pt x="5607" y="30675"/>
                  </a:lnTo>
                  <a:lnTo>
                    <a:pt x="5607" y="32465"/>
                  </a:lnTo>
                  <a:lnTo>
                    <a:pt x="8237" y="35095"/>
                  </a:lnTo>
                  <a:lnTo>
                    <a:pt x="10027" y="35095"/>
                  </a:lnTo>
                  <a:lnTo>
                    <a:pt x="13608" y="38676"/>
                  </a:lnTo>
                  <a:lnTo>
                    <a:pt x="17189" y="38676"/>
                  </a:lnTo>
                  <a:lnTo>
                    <a:pt x="18980" y="40467"/>
                  </a:lnTo>
                  <a:lnTo>
                    <a:pt x="25538" y="40467"/>
                  </a:lnTo>
                  <a:lnTo>
                    <a:pt x="27329" y="38676"/>
                  </a:lnTo>
                  <a:lnTo>
                    <a:pt x="30910" y="38676"/>
                  </a:lnTo>
                  <a:lnTo>
                    <a:pt x="32701" y="36886"/>
                  </a:lnTo>
                  <a:lnTo>
                    <a:pt x="34491" y="36886"/>
                  </a:lnTo>
                  <a:lnTo>
                    <a:pt x="40702" y="30675"/>
                  </a:lnTo>
                  <a:lnTo>
                    <a:pt x="40702" y="28884"/>
                  </a:lnTo>
                  <a:lnTo>
                    <a:pt x="42493" y="27094"/>
                  </a:lnTo>
                  <a:lnTo>
                    <a:pt x="42493" y="13373"/>
                  </a:lnTo>
                  <a:lnTo>
                    <a:pt x="40702" y="11582"/>
                  </a:lnTo>
                  <a:lnTo>
                    <a:pt x="40702" y="9792"/>
                  </a:lnTo>
                  <a:lnTo>
                    <a:pt x="38911" y="8001"/>
                  </a:lnTo>
                  <a:lnTo>
                    <a:pt x="38911" y="6211"/>
                  </a:lnTo>
                  <a:lnTo>
                    <a:pt x="36282" y="3581"/>
                  </a:lnTo>
                  <a:lnTo>
                    <a:pt x="34491" y="3581"/>
                  </a:lnTo>
                  <a:lnTo>
                    <a:pt x="30910" y="0"/>
                  </a:lnTo>
                  <a:lnTo>
                    <a:pt x="19931" y="0"/>
                  </a:lnTo>
                  <a:close/>
                </a:path>
              </a:pathLst>
            </a:custGeom>
            <a:solidFill>
              <a:srgbClr val="437CB0"/>
            </a:solidFill>
            <a:ln>
              <a:noFill/>
            </a:ln>
          </p:spPr>
        </p:sp>
        <p:sp>
          <p:nvSpPr>
            <p:cNvPr id="17760" name="Graph element 2453"/>
            <p:cNvSpPr/>
            <p:nvPr/>
          </p:nvSpPr>
          <p:spPr>
            <a:xfrm>
              <a:off x="295801" y="1160643"/>
              <a:ext cx="51210" cy="49420"/>
            </a:xfrm>
            <a:custGeom>
              <a:avLst/>
              <a:gdLst/>
              <a:ahLst/>
              <a:cxnLst/>
              <a:rect l="0" t="0" r="r" b="b"/>
              <a:pathLst>
                <a:path w="51210" h="49420" stroke="0" extrusionOk="0">
                  <a:moveTo>
                    <a:pt x="16954" y="0"/>
                  </a:moveTo>
                  <a:lnTo>
                    <a:pt x="15164" y="1791"/>
                  </a:lnTo>
                  <a:lnTo>
                    <a:pt x="13373" y="1791"/>
                  </a:lnTo>
                  <a:lnTo>
                    <a:pt x="9792" y="5372"/>
                  </a:lnTo>
                  <a:lnTo>
                    <a:pt x="7162" y="5372"/>
                  </a:lnTo>
                  <a:lnTo>
                    <a:pt x="7162" y="8001"/>
                  </a:lnTo>
                  <a:lnTo>
                    <a:pt x="1791" y="13373"/>
                  </a:lnTo>
                  <a:lnTo>
                    <a:pt x="1791" y="16954"/>
                  </a:lnTo>
                  <a:lnTo>
                    <a:pt x="0" y="18745"/>
                  </a:lnTo>
                  <a:lnTo>
                    <a:pt x="0" y="30675"/>
                  </a:lnTo>
                  <a:lnTo>
                    <a:pt x="1791" y="32465"/>
                  </a:lnTo>
                  <a:lnTo>
                    <a:pt x="1791" y="36046"/>
                  </a:lnTo>
                  <a:lnTo>
                    <a:pt x="5372" y="39628"/>
                  </a:lnTo>
                  <a:lnTo>
                    <a:pt x="5372" y="41418"/>
                  </a:lnTo>
                  <a:lnTo>
                    <a:pt x="8001" y="44048"/>
                  </a:lnTo>
                  <a:lnTo>
                    <a:pt x="9792" y="44048"/>
                  </a:lnTo>
                  <a:lnTo>
                    <a:pt x="13373" y="47629"/>
                  </a:lnTo>
                  <a:lnTo>
                    <a:pt x="15164" y="47629"/>
                  </a:lnTo>
                  <a:lnTo>
                    <a:pt x="16954" y="49420"/>
                  </a:lnTo>
                  <a:lnTo>
                    <a:pt x="34256" y="49420"/>
                  </a:lnTo>
                  <a:lnTo>
                    <a:pt x="36046" y="47629"/>
                  </a:lnTo>
                  <a:lnTo>
                    <a:pt x="37837" y="47629"/>
                  </a:lnTo>
                  <a:lnTo>
                    <a:pt x="41418" y="44048"/>
                  </a:lnTo>
                  <a:lnTo>
                    <a:pt x="43209" y="44048"/>
                  </a:lnTo>
                  <a:lnTo>
                    <a:pt x="45838" y="41418"/>
                  </a:lnTo>
                  <a:lnTo>
                    <a:pt x="45838" y="39628"/>
                  </a:lnTo>
                  <a:lnTo>
                    <a:pt x="49420" y="36046"/>
                  </a:lnTo>
                  <a:lnTo>
                    <a:pt x="49420" y="32465"/>
                  </a:lnTo>
                  <a:lnTo>
                    <a:pt x="51210" y="30675"/>
                  </a:lnTo>
                  <a:lnTo>
                    <a:pt x="51210" y="18745"/>
                  </a:lnTo>
                  <a:lnTo>
                    <a:pt x="49420" y="16954"/>
                  </a:lnTo>
                  <a:lnTo>
                    <a:pt x="49420" y="13373"/>
                  </a:lnTo>
                  <a:lnTo>
                    <a:pt x="45838" y="9792"/>
                  </a:lnTo>
                  <a:lnTo>
                    <a:pt x="45838" y="8001"/>
                  </a:lnTo>
                  <a:lnTo>
                    <a:pt x="43209" y="5372"/>
                  </a:lnTo>
                  <a:lnTo>
                    <a:pt x="41418" y="5372"/>
                  </a:lnTo>
                  <a:lnTo>
                    <a:pt x="37837" y="1791"/>
                  </a:lnTo>
                  <a:lnTo>
                    <a:pt x="36046" y="1791"/>
                  </a:lnTo>
                  <a:lnTo>
                    <a:pt x="34256" y="0"/>
                  </a:lnTo>
                  <a:lnTo>
                    <a:pt x="16954" y="0"/>
                  </a:lnTo>
                  <a:close/>
                </a:path>
              </a:pathLst>
            </a:custGeom>
            <a:solidFill>
              <a:srgbClr val="437CB0"/>
            </a:solidFill>
            <a:ln>
              <a:noFill/>
            </a:ln>
          </p:spPr>
        </p:sp>
        <p:sp>
          <p:nvSpPr>
            <p:cNvPr id="17761" name="Graph element 2454"/>
            <p:cNvSpPr/>
            <p:nvPr/>
          </p:nvSpPr>
          <p:spPr>
            <a:xfrm>
              <a:off x="806111" y="1142737"/>
              <a:ext cx="44283" cy="40467"/>
            </a:xfrm>
            <a:custGeom>
              <a:avLst/>
              <a:gdLst/>
              <a:ahLst/>
              <a:cxnLst/>
              <a:rect l="0" t="0" r="r" b="b"/>
              <a:pathLst>
                <a:path w="44283" h="40467" stroke="0" extrusionOk="0">
                  <a:moveTo>
                    <a:pt x="13373" y="0"/>
                  </a:moveTo>
                  <a:lnTo>
                    <a:pt x="11582" y="1791"/>
                  </a:lnTo>
                  <a:lnTo>
                    <a:pt x="9792" y="1791"/>
                  </a:lnTo>
                  <a:lnTo>
                    <a:pt x="3581" y="8001"/>
                  </a:lnTo>
                  <a:lnTo>
                    <a:pt x="3581" y="9792"/>
                  </a:lnTo>
                  <a:lnTo>
                    <a:pt x="1791" y="11582"/>
                  </a:lnTo>
                  <a:lnTo>
                    <a:pt x="1791" y="13373"/>
                  </a:lnTo>
                  <a:lnTo>
                    <a:pt x="0" y="15164"/>
                  </a:lnTo>
                  <a:lnTo>
                    <a:pt x="0" y="25303"/>
                  </a:lnTo>
                  <a:lnTo>
                    <a:pt x="1791" y="27094"/>
                  </a:lnTo>
                  <a:lnTo>
                    <a:pt x="1791" y="28884"/>
                  </a:lnTo>
                  <a:lnTo>
                    <a:pt x="3581" y="30675"/>
                  </a:lnTo>
                  <a:lnTo>
                    <a:pt x="3581" y="32465"/>
                  </a:lnTo>
                  <a:lnTo>
                    <a:pt x="9792" y="38676"/>
                  </a:lnTo>
                  <a:lnTo>
                    <a:pt x="11582" y="38676"/>
                  </a:lnTo>
                  <a:lnTo>
                    <a:pt x="13373" y="40467"/>
                  </a:lnTo>
                  <a:lnTo>
                    <a:pt x="21722" y="40467"/>
                  </a:lnTo>
                  <a:lnTo>
                    <a:pt x="24352" y="37837"/>
                  </a:lnTo>
                  <a:lnTo>
                    <a:pt x="24352" y="32465"/>
                  </a:lnTo>
                  <a:lnTo>
                    <a:pt x="26142" y="30675"/>
                  </a:lnTo>
                  <a:lnTo>
                    <a:pt x="26142" y="28884"/>
                  </a:lnTo>
                  <a:lnTo>
                    <a:pt x="32465" y="22561"/>
                  </a:lnTo>
                  <a:lnTo>
                    <a:pt x="34256" y="22561"/>
                  </a:lnTo>
                  <a:lnTo>
                    <a:pt x="36046" y="20771"/>
                  </a:lnTo>
                  <a:lnTo>
                    <a:pt x="37837" y="20771"/>
                  </a:lnTo>
                  <a:lnTo>
                    <a:pt x="39628" y="18980"/>
                  </a:lnTo>
                  <a:lnTo>
                    <a:pt x="44283" y="18980"/>
                  </a:lnTo>
                  <a:lnTo>
                    <a:pt x="40467" y="15164"/>
                  </a:lnTo>
                  <a:lnTo>
                    <a:pt x="40467" y="11582"/>
                  </a:lnTo>
                  <a:lnTo>
                    <a:pt x="38676" y="9792"/>
                  </a:lnTo>
                  <a:lnTo>
                    <a:pt x="38676" y="8001"/>
                  </a:lnTo>
                  <a:lnTo>
                    <a:pt x="32465" y="1791"/>
                  </a:lnTo>
                  <a:lnTo>
                    <a:pt x="30675" y="1791"/>
                  </a:lnTo>
                  <a:lnTo>
                    <a:pt x="28884" y="0"/>
                  </a:lnTo>
                  <a:lnTo>
                    <a:pt x="13373" y="0"/>
                  </a:lnTo>
                  <a:close/>
                </a:path>
              </a:pathLst>
            </a:custGeom>
            <a:solidFill>
              <a:srgbClr val="437CB0"/>
            </a:solidFill>
            <a:ln>
              <a:noFill/>
            </a:ln>
          </p:spPr>
        </p:sp>
        <p:sp>
          <p:nvSpPr>
            <p:cNvPr id="17762" name="Graph element 2455"/>
            <p:cNvSpPr/>
            <p:nvPr/>
          </p:nvSpPr>
          <p:spPr>
            <a:xfrm>
              <a:off x="653914" y="1139156"/>
              <a:ext cx="65893" cy="70906"/>
            </a:xfrm>
            <a:custGeom>
              <a:avLst/>
              <a:gdLst/>
              <a:ahLst/>
              <a:cxnLst/>
              <a:rect l="0" t="0" r="r" b="b"/>
              <a:pathLst>
                <a:path w="65893" h="70906" stroke="0" extrusionOk="0">
                  <a:moveTo>
                    <a:pt x="16954" y="0"/>
                  </a:moveTo>
                  <a:lnTo>
                    <a:pt x="15164" y="1791"/>
                  </a:lnTo>
                  <a:lnTo>
                    <a:pt x="13373" y="1791"/>
                  </a:lnTo>
                  <a:lnTo>
                    <a:pt x="11582" y="3581"/>
                  </a:lnTo>
                  <a:lnTo>
                    <a:pt x="9792" y="3581"/>
                  </a:lnTo>
                  <a:lnTo>
                    <a:pt x="1791" y="11582"/>
                  </a:lnTo>
                  <a:lnTo>
                    <a:pt x="1791" y="13373"/>
                  </a:lnTo>
                  <a:lnTo>
                    <a:pt x="0" y="15164"/>
                  </a:lnTo>
                  <a:lnTo>
                    <a:pt x="0" y="30675"/>
                  </a:lnTo>
                  <a:lnTo>
                    <a:pt x="1791" y="32465"/>
                  </a:lnTo>
                  <a:lnTo>
                    <a:pt x="1791" y="34256"/>
                  </a:lnTo>
                  <a:lnTo>
                    <a:pt x="11582" y="44048"/>
                  </a:lnTo>
                  <a:lnTo>
                    <a:pt x="15164" y="44048"/>
                  </a:lnTo>
                  <a:lnTo>
                    <a:pt x="16954" y="45838"/>
                  </a:lnTo>
                  <a:lnTo>
                    <a:pt x="20535" y="45838"/>
                  </a:lnTo>
                  <a:lnTo>
                    <a:pt x="21487" y="46790"/>
                  </a:lnTo>
                  <a:lnTo>
                    <a:pt x="21487" y="52162"/>
                  </a:lnTo>
                  <a:lnTo>
                    <a:pt x="23277" y="53952"/>
                  </a:lnTo>
                  <a:lnTo>
                    <a:pt x="23277" y="57533"/>
                  </a:lnTo>
                  <a:lnTo>
                    <a:pt x="25068" y="59324"/>
                  </a:lnTo>
                  <a:lnTo>
                    <a:pt x="25068" y="61953"/>
                  </a:lnTo>
                  <a:lnTo>
                    <a:pt x="34860" y="61953"/>
                  </a:lnTo>
                  <a:lnTo>
                    <a:pt x="36650" y="63744"/>
                  </a:lnTo>
                  <a:lnTo>
                    <a:pt x="38441" y="63744"/>
                  </a:lnTo>
                  <a:lnTo>
                    <a:pt x="42022" y="67325"/>
                  </a:lnTo>
                  <a:lnTo>
                    <a:pt x="43813" y="67325"/>
                  </a:lnTo>
                  <a:lnTo>
                    <a:pt x="47394" y="70906"/>
                  </a:lnTo>
                  <a:lnTo>
                    <a:pt x="52162" y="70906"/>
                  </a:lnTo>
                  <a:lnTo>
                    <a:pt x="53952" y="69116"/>
                  </a:lnTo>
                  <a:lnTo>
                    <a:pt x="55743" y="69116"/>
                  </a:lnTo>
                  <a:lnTo>
                    <a:pt x="64695" y="60163"/>
                  </a:lnTo>
                  <a:lnTo>
                    <a:pt x="65893" y="60163"/>
                  </a:lnTo>
                  <a:lnTo>
                    <a:pt x="65893" y="57298"/>
                  </a:lnTo>
                  <a:lnTo>
                    <a:pt x="64695" y="57298"/>
                  </a:lnTo>
                  <a:lnTo>
                    <a:pt x="61953" y="54556"/>
                  </a:lnTo>
                  <a:lnTo>
                    <a:pt x="61953" y="52765"/>
                  </a:lnTo>
                  <a:lnTo>
                    <a:pt x="60163" y="50975"/>
                  </a:lnTo>
                  <a:lnTo>
                    <a:pt x="60163" y="45603"/>
                  </a:lnTo>
                  <a:lnTo>
                    <a:pt x="58372" y="43813"/>
                  </a:lnTo>
                  <a:lnTo>
                    <a:pt x="58372" y="43209"/>
                  </a:lnTo>
                  <a:lnTo>
                    <a:pt x="60163" y="41418"/>
                  </a:lnTo>
                  <a:lnTo>
                    <a:pt x="60163" y="36046"/>
                  </a:lnTo>
                  <a:lnTo>
                    <a:pt x="63979" y="32230"/>
                  </a:lnTo>
                  <a:lnTo>
                    <a:pt x="59324" y="32230"/>
                  </a:lnTo>
                  <a:lnTo>
                    <a:pt x="55743" y="28649"/>
                  </a:lnTo>
                  <a:lnTo>
                    <a:pt x="53952" y="28649"/>
                  </a:lnTo>
                  <a:lnTo>
                    <a:pt x="52162" y="26858"/>
                  </a:lnTo>
                  <a:lnTo>
                    <a:pt x="44764" y="26858"/>
                  </a:lnTo>
                  <a:lnTo>
                    <a:pt x="44764" y="29488"/>
                  </a:lnTo>
                  <a:lnTo>
                    <a:pt x="42974" y="31279"/>
                  </a:lnTo>
                  <a:lnTo>
                    <a:pt x="42974" y="33069"/>
                  </a:lnTo>
                  <a:lnTo>
                    <a:pt x="41183" y="34860"/>
                  </a:lnTo>
                  <a:lnTo>
                    <a:pt x="41183" y="36650"/>
                  </a:lnTo>
                  <a:lnTo>
                    <a:pt x="36650" y="41183"/>
                  </a:lnTo>
                  <a:lnTo>
                    <a:pt x="34860" y="41183"/>
                  </a:lnTo>
                  <a:lnTo>
                    <a:pt x="31279" y="44764"/>
                  </a:lnTo>
                  <a:lnTo>
                    <a:pt x="27698" y="44764"/>
                  </a:lnTo>
                  <a:lnTo>
                    <a:pt x="25907" y="46555"/>
                  </a:lnTo>
                  <a:lnTo>
                    <a:pt x="25303" y="46555"/>
                  </a:lnTo>
                  <a:lnTo>
                    <a:pt x="22561" y="43813"/>
                  </a:lnTo>
                  <a:lnTo>
                    <a:pt x="22561" y="41418"/>
                  </a:lnTo>
                  <a:lnTo>
                    <a:pt x="26142" y="37837"/>
                  </a:lnTo>
                  <a:lnTo>
                    <a:pt x="26142" y="36046"/>
                  </a:lnTo>
                  <a:lnTo>
                    <a:pt x="32465" y="29723"/>
                  </a:lnTo>
                  <a:lnTo>
                    <a:pt x="34256" y="29723"/>
                  </a:lnTo>
                  <a:lnTo>
                    <a:pt x="36046" y="27933"/>
                  </a:lnTo>
                  <a:lnTo>
                    <a:pt x="37837" y="27933"/>
                  </a:lnTo>
                  <a:lnTo>
                    <a:pt x="39628" y="26142"/>
                  </a:lnTo>
                  <a:lnTo>
                    <a:pt x="45838" y="26142"/>
                  </a:lnTo>
                  <a:lnTo>
                    <a:pt x="45838" y="20535"/>
                  </a:lnTo>
                  <a:lnTo>
                    <a:pt x="44048" y="18745"/>
                  </a:lnTo>
                  <a:lnTo>
                    <a:pt x="44048" y="13373"/>
                  </a:lnTo>
                  <a:lnTo>
                    <a:pt x="40467" y="9792"/>
                  </a:lnTo>
                  <a:lnTo>
                    <a:pt x="40467" y="8001"/>
                  </a:lnTo>
                  <a:lnTo>
                    <a:pt x="37837" y="5372"/>
                  </a:lnTo>
                  <a:lnTo>
                    <a:pt x="36046" y="5372"/>
                  </a:lnTo>
                  <a:lnTo>
                    <a:pt x="32465" y="1791"/>
                  </a:lnTo>
                  <a:lnTo>
                    <a:pt x="28884" y="1791"/>
                  </a:lnTo>
                  <a:lnTo>
                    <a:pt x="27094" y="0"/>
                  </a:lnTo>
                  <a:lnTo>
                    <a:pt x="16954" y="0"/>
                  </a:lnTo>
                  <a:close/>
                </a:path>
              </a:pathLst>
            </a:custGeom>
            <a:solidFill>
              <a:srgbClr val="437CB0"/>
            </a:solidFill>
            <a:ln>
              <a:noFill/>
            </a:ln>
          </p:spPr>
        </p:sp>
        <p:sp>
          <p:nvSpPr>
            <p:cNvPr id="17763" name="Graph element 2456"/>
            <p:cNvSpPr/>
            <p:nvPr/>
          </p:nvSpPr>
          <p:spPr>
            <a:xfrm>
              <a:off x="587663" y="1136772"/>
              <a:ext cx="47629" cy="48222"/>
            </a:xfrm>
            <a:custGeom>
              <a:avLst/>
              <a:gdLst/>
              <a:ahLst/>
              <a:cxnLst/>
              <a:rect l="0" t="0" r="r" b="b"/>
              <a:pathLst>
                <a:path w="47629" h="48222" stroke="0" extrusionOk="0">
                  <a:moveTo>
                    <a:pt x="24710" y="0"/>
                  </a:moveTo>
                  <a:lnTo>
                    <a:pt x="22326" y="2384"/>
                  </a:lnTo>
                  <a:lnTo>
                    <a:pt x="15164" y="2384"/>
                  </a:lnTo>
                  <a:lnTo>
                    <a:pt x="13373" y="4174"/>
                  </a:lnTo>
                  <a:lnTo>
                    <a:pt x="11582" y="4174"/>
                  </a:lnTo>
                  <a:lnTo>
                    <a:pt x="3581" y="12176"/>
                  </a:lnTo>
                  <a:lnTo>
                    <a:pt x="3581" y="13966"/>
                  </a:lnTo>
                  <a:lnTo>
                    <a:pt x="1791" y="15757"/>
                  </a:lnTo>
                  <a:lnTo>
                    <a:pt x="1791" y="21129"/>
                  </a:lnTo>
                  <a:lnTo>
                    <a:pt x="0" y="22919"/>
                  </a:lnTo>
                  <a:lnTo>
                    <a:pt x="0" y="27687"/>
                  </a:lnTo>
                  <a:lnTo>
                    <a:pt x="1791" y="29478"/>
                  </a:lnTo>
                  <a:lnTo>
                    <a:pt x="1791" y="34849"/>
                  </a:lnTo>
                  <a:lnTo>
                    <a:pt x="5372" y="38430"/>
                  </a:lnTo>
                  <a:lnTo>
                    <a:pt x="5372" y="40221"/>
                  </a:lnTo>
                  <a:lnTo>
                    <a:pt x="8001" y="42851"/>
                  </a:lnTo>
                  <a:lnTo>
                    <a:pt x="9792" y="42851"/>
                  </a:lnTo>
                  <a:lnTo>
                    <a:pt x="13373" y="46432"/>
                  </a:lnTo>
                  <a:lnTo>
                    <a:pt x="15164" y="46432"/>
                  </a:lnTo>
                  <a:lnTo>
                    <a:pt x="16954" y="48222"/>
                  </a:lnTo>
                  <a:lnTo>
                    <a:pt x="30675" y="48222"/>
                  </a:lnTo>
                  <a:lnTo>
                    <a:pt x="32465" y="46432"/>
                  </a:lnTo>
                  <a:lnTo>
                    <a:pt x="34256" y="46432"/>
                  </a:lnTo>
                  <a:lnTo>
                    <a:pt x="36046" y="44641"/>
                  </a:lnTo>
                  <a:lnTo>
                    <a:pt x="37837" y="44641"/>
                  </a:lnTo>
                  <a:lnTo>
                    <a:pt x="44048" y="38430"/>
                  </a:lnTo>
                  <a:lnTo>
                    <a:pt x="44048" y="36640"/>
                  </a:lnTo>
                  <a:lnTo>
                    <a:pt x="45838" y="34849"/>
                  </a:lnTo>
                  <a:lnTo>
                    <a:pt x="45838" y="33059"/>
                  </a:lnTo>
                  <a:lnTo>
                    <a:pt x="47629" y="31268"/>
                  </a:lnTo>
                  <a:lnTo>
                    <a:pt x="47629" y="19338"/>
                  </a:lnTo>
                  <a:lnTo>
                    <a:pt x="45838" y="17548"/>
                  </a:lnTo>
                  <a:lnTo>
                    <a:pt x="45838" y="13966"/>
                  </a:lnTo>
                  <a:lnTo>
                    <a:pt x="42257" y="10385"/>
                  </a:lnTo>
                  <a:lnTo>
                    <a:pt x="42257" y="7756"/>
                  </a:lnTo>
                  <a:lnTo>
                    <a:pt x="39628" y="7756"/>
                  </a:lnTo>
                  <a:lnTo>
                    <a:pt x="36046" y="4174"/>
                  </a:lnTo>
                  <a:lnTo>
                    <a:pt x="34256" y="4174"/>
                  </a:lnTo>
                  <a:lnTo>
                    <a:pt x="32465" y="2384"/>
                  </a:lnTo>
                  <a:lnTo>
                    <a:pt x="27094" y="2384"/>
                  </a:lnTo>
                  <a:lnTo>
                    <a:pt x="24710" y="0"/>
                  </a:lnTo>
                  <a:close/>
                </a:path>
              </a:pathLst>
            </a:custGeom>
            <a:solidFill>
              <a:srgbClr val="437CB0"/>
            </a:solidFill>
            <a:ln>
              <a:noFill/>
            </a:ln>
          </p:spPr>
        </p:sp>
        <p:sp>
          <p:nvSpPr>
            <p:cNvPr id="17764" name="Graph element 2457"/>
            <p:cNvSpPr/>
            <p:nvPr/>
          </p:nvSpPr>
          <p:spPr>
            <a:xfrm>
              <a:off x="879166" y="1115644"/>
              <a:ext cx="26500" cy="33540"/>
            </a:xfrm>
            <a:custGeom>
              <a:avLst/>
              <a:gdLst/>
              <a:ahLst/>
              <a:cxnLst/>
              <a:rect l="0" t="0" r="r" b="b"/>
              <a:pathLst>
                <a:path w="26500" h="33540" stroke="0" extrusionOk="0">
                  <a:moveTo>
                    <a:pt x="20054" y="0"/>
                  </a:moveTo>
                  <a:lnTo>
                    <a:pt x="20054" y="7633"/>
                  </a:lnTo>
                  <a:lnTo>
                    <a:pt x="21845" y="9423"/>
                  </a:lnTo>
                  <a:lnTo>
                    <a:pt x="21845" y="10027"/>
                  </a:lnTo>
                  <a:lnTo>
                    <a:pt x="20054" y="11818"/>
                  </a:lnTo>
                  <a:lnTo>
                    <a:pt x="20054" y="17189"/>
                  </a:lnTo>
                  <a:lnTo>
                    <a:pt x="18264" y="18980"/>
                  </a:lnTo>
                  <a:lnTo>
                    <a:pt x="18264" y="20771"/>
                  </a:lnTo>
                  <a:lnTo>
                    <a:pt x="11941" y="27094"/>
                  </a:lnTo>
                  <a:lnTo>
                    <a:pt x="10150" y="27094"/>
                  </a:lnTo>
                  <a:lnTo>
                    <a:pt x="8359" y="28884"/>
                  </a:lnTo>
                  <a:lnTo>
                    <a:pt x="4778" y="28884"/>
                  </a:lnTo>
                  <a:lnTo>
                    <a:pt x="2988" y="30675"/>
                  </a:lnTo>
                  <a:lnTo>
                    <a:pt x="0" y="30675"/>
                  </a:lnTo>
                  <a:lnTo>
                    <a:pt x="0" y="33540"/>
                  </a:lnTo>
                  <a:lnTo>
                    <a:pt x="13127" y="33540"/>
                  </a:lnTo>
                  <a:lnTo>
                    <a:pt x="14918" y="31749"/>
                  </a:lnTo>
                  <a:lnTo>
                    <a:pt x="16708" y="31749"/>
                  </a:lnTo>
                  <a:lnTo>
                    <a:pt x="24710" y="23748"/>
                  </a:lnTo>
                  <a:lnTo>
                    <a:pt x="24710" y="20167"/>
                  </a:lnTo>
                  <a:lnTo>
                    <a:pt x="26500" y="18376"/>
                  </a:lnTo>
                  <a:lnTo>
                    <a:pt x="26500" y="10027"/>
                  </a:lnTo>
                  <a:lnTo>
                    <a:pt x="24710" y="8237"/>
                  </a:lnTo>
                  <a:lnTo>
                    <a:pt x="24710" y="4655"/>
                  </a:lnTo>
                  <a:lnTo>
                    <a:pt x="20054" y="0"/>
                  </a:lnTo>
                  <a:close/>
                </a:path>
              </a:pathLst>
            </a:custGeom>
            <a:solidFill>
              <a:srgbClr val="437CB0"/>
            </a:solidFill>
            <a:ln>
              <a:noFill/>
            </a:ln>
          </p:spPr>
        </p:sp>
        <p:sp>
          <p:nvSpPr>
            <p:cNvPr id="17765" name="Graph element 2458"/>
            <p:cNvSpPr/>
            <p:nvPr/>
          </p:nvSpPr>
          <p:spPr>
            <a:xfrm>
              <a:off x="859828" y="1105135"/>
              <a:ext cx="28291" cy="38257"/>
            </a:xfrm>
            <a:custGeom>
              <a:avLst/>
              <a:gdLst/>
              <a:ahLst/>
              <a:cxnLst/>
              <a:rect l="0" t="0" r="r" b="b"/>
              <a:pathLst>
                <a:path w="28291" h="38257" stroke="0" extrusionOk="0">
                  <a:moveTo>
                    <a:pt x="18745" y="0"/>
                  </a:moveTo>
                  <a:lnTo>
                    <a:pt x="16954" y="1791"/>
                  </a:lnTo>
                  <a:lnTo>
                    <a:pt x="11582" y="1791"/>
                  </a:lnTo>
                  <a:lnTo>
                    <a:pt x="8001" y="5372"/>
                  </a:lnTo>
                  <a:lnTo>
                    <a:pt x="5372" y="5372"/>
                  </a:lnTo>
                  <a:lnTo>
                    <a:pt x="5372" y="8001"/>
                  </a:lnTo>
                  <a:lnTo>
                    <a:pt x="1791" y="11582"/>
                  </a:lnTo>
                  <a:lnTo>
                    <a:pt x="1791" y="15164"/>
                  </a:lnTo>
                  <a:lnTo>
                    <a:pt x="0" y="16954"/>
                  </a:lnTo>
                  <a:lnTo>
                    <a:pt x="0" y="23513"/>
                  </a:lnTo>
                  <a:lnTo>
                    <a:pt x="1791" y="25303"/>
                  </a:lnTo>
                  <a:lnTo>
                    <a:pt x="1791" y="28884"/>
                  </a:lnTo>
                  <a:lnTo>
                    <a:pt x="3581" y="30675"/>
                  </a:lnTo>
                  <a:lnTo>
                    <a:pt x="3581" y="32465"/>
                  </a:lnTo>
                  <a:lnTo>
                    <a:pt x="9372" y="38257"/>
                  </a:lnTo>
                  <a:lnTo>
                    <a:pt x="11398" y="36231"/>
                  </a:lnTo>
                  <a:lnTo>
                    <a:pt x="8237" y="33069"/>
                  </a:lnTo>
                  <a:lnTo>
                    <a:pt x="8237" y="31279"/>
                  </a:lnTo>
                  <a:lnTo>
                    <a:pt x="6446" y="29488"/>
                  </a:lnTo>
                  <a:lnTo>
                    <a:pt x="6446" y="19931"/>
                  </a:lnTo>
                  <a:lnTo>
                    <a:pt x="8237" y="18141"/>
                  </a:lnTo>
                  <a:lnTo>
                    <a:pt x="8237" y="16350"/>
                  </a:lnTo>
                  <a:lnTo>
                    <a:pt x="10027" y="14560"/>
                  </a:lnTo>
                  <a:lnTo>
                    <a:pt x="10027" y="12769"/>
                  </a:lnTo>
                  <a:lnTo>
                    <a:pt x="14560" y="8237"/>
                  </a:lnTo>
                  <a:lnTo>
                    <a:pt x="16350" y="8237"/>
                  </a:lnTo>
                  <a:lnTo>
                    <a:pt x="18141" y="6446"/>
                  </a:lnTo>
                  <a:lnTo>
                    <a:pt x="21722" y="6446"/>
                  </a:lnTo>
                  <a:lnTo>
                    <a:pt x="23513" y="4655"/>
                  </a:lnTo>
                  <a:lnTo>
                    <a:pt x="28291" y="4655"/>
                  </a:lnTo>
                  <a:lnTo>
                    <a:pt x="28291" y="1791"/>
                  </a:lnTo>
                  <a:lnTo>
                    <a:pt x="25303" y="1791"/>
                  </a:lnTo>
                  <a:lnTo>
                    <a:pt x="23513" y="0"/>
                  </a:lnTo>
                  <a:lnTo>
                    <a:pt x="18745" y="0"/>
                  </a:lnTo>
                  <a:close/>
                </a:path>
              </a:pathLst>
            </a:custGeom>
            <a:solidFill>
              <a:srgbClr val="437CB0"/>
            </a:solidFill>
            <a:ln>
              <a:noFill/>
            </a:ln>
          </p:spPr>
        </p:sp>
        <p:sp>
          <p:nvSpPr>
            <p:cNvPr id="17766" name="Graph element 2459"/>
            <p:cNvSpPr/>
            <p:nvPr/>
          </p:nvSpPr>
          <p:spPr>
            <a:xfrm>
              <a:off x="700468" y="1072670"/>
              <a:ext cx="42851" cy="35330"/>
            </a:xfrm>
            <a:custGeom>
              <a:avLst/>
              <a:gdLst/>
              <a:ahLst/>
              <a:cxnLst/>
              <a:rect l="0" t="0" r="r" b="b"/>
              <a:pathLst>
                <a:path w="42851" h="35330" stroke="0" extrusionOk="0">
                  <a:moveTo>
                    <a:pt x="35095" y="0"/>
                  </a:moveTo>
                  <a:lnTo>
                    <a:pt x="27698" y="7397"/>
                  </a:lnTo>
                  <a:lnTo>
                    <a:pt x="25907" y="7397"/>
                  </a:lnTo>
                  <a:lnTo>
                    <a:pt x="22326" y="10979"/>
                  </a:lnTo>
                  <a:lnTo>
                    <a:pt x="7397" y="10979"/>
                  </a:lnTo>
                  <a:lnTo>
                    <a:pt x="5607" y="9188"/>
                  </a:lnTo>
                  <a:lnTo>
                    <a:pt x="3816" y="9188"/>
                  </a:lnTo>
                  <a:lnTo>
                    <a:pt x="0" y="5372"/>
                  </a:lnTo>
                  <a:lnTo>
                    <a:pt x="0" y="20167"/>
                  </a:lnTo>
                  <a:lnTo>
                    <a:pt x="1791" y="21957"/>
                  </a:lnTo>
                  <a:lnTo>
                    <a:pt x="1791" y="23748"/>
                  </a:lnTo>
                  <a:lnTo>
                    <a:pt x="3581" y="25538"/>
                  </a:lnTo>
                  <a:lnTo>
                    <a:pt x="3581" y="27329"/>
                  </a:lnTo>
                  <a:lnTo>
                    <a:pt x="8001" y="31749"/>
                  </a:lnTo>
                  <a:lnTo>
                    <a:pt x="9792" y="31749"/>
                  </a:lnTo>
                  <a:lnTo>
                    <a:pt x="11582" y="33540"/>
                  </a:lnTo>
                  <a:lnTo>
                    <a:pt x="13373" y="33540"/>
                  </a:lnTo>
                  <a:lnTo>
                    <a:pt x="15164" y="35330"/>
                  </a:lnTo>
                  <a:lnTo>
                    <a:pt x="30675" y="35330"/>
                  </a:lnTo>
                  <a:lnTo>
                    <a:pt x="32465" y="33540"/>
                  </a:lnTo>
                  <a:lnTo>
                    <a:pt x="34256" y="33540"/>
                  </a:lnTo>
                  <a:lnTo>
                    <a:pt x="42851" y="24945"/>
                  </a:lnTo>
                  <a:lnTo>
                    <a:pt x="38676" y="20771"/>
                  </a:lnTo>
                  <a:lnTo>
                    <a:pt x="38676" y="18980"/>
                  </a:lnTo>
                  <a:lnTo>
                    <a:pt x="35095" y="15399"/>
                  </a:lnTo>
                  <a:lnTo>
                    <a:pt x="35095" y="8237"/>
                  </a:lnTo>
                  <a:lnTo>
                    <a:pt x="33898" y="7039"/>
                  </a:lnTo>
                  <a:lnTo>
                    <a:pt x="35095" y="5842"/>
                  </a:lnTo>
                  <a:lnTo>
                    <a:pt x="35095" y="0"/>
                  </a:lnTo>
                  <a:close/>
                </a:path>
              </a:pathLst>
            </a:custGeom>
            <a:solidFill>
              <a:srgbClr val="437CB0"/>
            </a:solidFill>
            <a:ln>
              <a:noFill/>
            </a:ln>
          </p:spPr>
        </p:sp>
        <p:sp>
          <p:nvSpPr>
            <p:cNvPr id="17767" name="Graph element 2460"/>
            <p:cNvSpPr/>
            <p:nvPr/>
          </p:nvSpPr>
          <p:spPr>
            <a:xfrm>
              <a:off x="771497" y="1065743"/>
              <a:ext cx="41060" cy="42257"/>
            </a:xfrm>
            <a:custGeom>
              <a:avLst/>
              <a:gdLst/>
              <a:ahLst/>
              <a:cxnLst/>
              <a:rect l="0" t="0" r="r" b="b"/>
              <a:pathLst>
                <a:path w="41060" h="42257" stroke="0" extrusionOk="0">
                  <a:moveTo>
                    <a:pt x="10385" y="0"/>
                  </a:moveTo>
                  <a:lnTo>
                    <a:pt x="5965" y="4420"/>
                  </a:lnTo>
                  <a:lnTo>
                    <a:pt x="5965" y="7397"/>
                  </a:lnTo>
                  <a:lnTo>
                    <a:pt x="7756" y="9188"/>
                  </a:lnTo>
                  <a:lnTo>
                    <a:pt x="7756" y="20535"/>
                  </a:lnTo>
                  <a:lnTo>
                    <a:pt x="5965" y="22326"/>
                  </a:lnTo>
                  <a:lnTo>
                    <a:pt x="5965" y="24116"/>
                  </a:lnTo>
                  <a:lnTo>
                    <a:pt x="2384" y="27698"/>
                  </a:lnTo>
                  <a:lnTo>
                    <a:pt x="2384" y="29488"/>
                  </a:lnTo>
                  <a:lnTo>
                    <a:pt x="0" y="31872"/>
                  </a:lnTo>
                  <a:lnTo>
                    <a:pt x="2384" y="34256"/>
                  </a:lnTo>
                  <a:lnTo>
                    <a:pt x="2384" y="36886"/>
                  </a:lnTo>
                  <a:lnTo>
                    <a:pt x="5014" y="36886"/>
                  </a:lnTo>
                  <a:lnTo>
                    <a:pt x="8595" y="40467"/>
                  </a:lnTo>
                  <a:lnTo>
                    <a:pt x="10385" y="40467"/>
                  </a:lnTo>
                  <a:lnTo>
                    <a:pt x="12176" y="42257"/>
                  </a:lnTo>
                  <a:lnTo>
                    <a:pt x="25896" y="42257"/>
                  </a:lnTo>
                  <a:lnTo>
                    <a:pt x="27687" y="40467"/>
                  </a:lnTo>
                  <a:lnTo>
                    <a:pt x="29478" y="40467"/>
                  </a:lnTo>
                  <a:lnTo>
                    <a:pt x="33059" y="36886"/>
                  </a:lnTo>
                  <a:lnTo>
                    <a:pt x="35688" y="36886"/>
                  </a:lnTo>
                  <a:lnTo>
                    <a:pt x="35688" y="34256"/>
                  </a:lnTo>
                  <a:lnTo>
                    <a:pt x="39270" y="30675"/>
                  </a:lnTo>
                  <a:lnTo>
                    <a:pt x="39270" y="27094"/>
                  </a:lnTo>
                  <a:lnTo>
                    <a:pt x="41060" y="25303"/>
                  </a:lnTo>
                  <a:lnTo>
                    <a:pt x="41060" y="15164"/>
                  </a:lnTo>
                  <a:lnTo>
                    <a:pt x="39270" y="13373"/>
                  </a:lnTo>
                  <a:lnTo>
                    <a:pt x="39270" y="11582"/>
                  </a:lnTo>
                  <a:lnTo>
                    <a:pt x="37479" y="9792"/>
                  </a:lnTo>
                  <a:lnTo>
                    <a:pt x="37479" y="8001"/>
                  </a:lnTo>
                  <a:lnTo>
                    <a:pt x="31268" y="1791"/>
                  </a:lnTo>
                  <a:lnTo>
                    <a:pt x="29478" y="1791"/>
                  </a:lnTo>
                  <a:lnTo>
                    <a:pt x="27687" y="0"/>
                  </a:lnTo>
                  <a:lnTo>
                    <a:pt x="10385" y="0"/>
                  </a:lnTo>
                  <a:close/>
                </a:path>
              </a:pathLst>
            </a:custGeom>
            <a:solidFill>
              <a:srgbClr val="437CB0"/>
            </a:solidFill>
            <a:ln>
              <a:noFill/>
            </a:ln>
          </p:spPr>
        </p:sp>
        <p:sp>
          <p:nvSpPr>
            <p:cNvPr id="17768" name="Graph element 2461"/>
            <p:cNvSpPr/>
            <p:nvPr/>
          </p:nvSpPr>
          <p:spPr>
            <a:xfrm>
              <a:off x="865200" y="1058581"/>
              <a:ext cx="41060" cy="38676"/>
            </a:xfrm>
            <a:custGeom>
              <a:avLst/>
              <a:gdLst/>
              <a:ahLst/>
              <a:cxnLst/>
              <a:rect l="0" t="0" r="r" b="b"/>
              <a:pathLst>
                <a:path w="41060" h="38676" stroke="0" extrusionOk="0">
                  <a:moveTo>
                    <a:pt x="11582" y="0"/>
                  </a:moveTo>
                  <a:lnTo>
                    <a:pt x="8001" y="3581"/>
                  </a:lnTo>
                  <a:lnTo>
                    <a:pt x="6211" y="3581"/>
                  </a:lnTo>
                  <a:lnTo>
                    <a:pt x="3581" y="6211"/>
                  </a:lnTo>
                  <a:lnTo>
                    <a:pt x="3581" y="8001"/>
                  </a:lnTo>
                  <a:lnTo>
                    <a:pt x="1791" y="9792"/>
                  </a:lnTo>
                  <a:lnTo>
                    <a:pt x="1791" y="11582"/>
                  </a:lnTo>
                  <a:lnTo>
                    <a:pt x="0" y="13373"/>
                  </a:lnTo>
                  <a:lnTo>
                    <a:pt x="0" y="25303"/>
                  </a:lnTo>
                  <a:lnTo>
                    <a:pt x="1791" y="27094"/>
                  </a:lnTo>
                  <a:lnTo>
                    <a:pt x="1791" y="28884"/>
                  </a:lnTo>
                  <a:lnTo>
                    <a:pt x="3581" y="30675"/>
                  </a:lnTo>
                  <a:lnTo>
                    <a:pt x="3581" y="32465"/>
                  </a:lnTo>
                  <a:lnTo>
                    <a:pt x="6211" y="35095"/>
                  </a:lnTo>
                  <a:lnTo>
                    <a:pt x="8001" y="35095"/>
                  </a:lnTo>
                  <a:lnTo>
                    <a:pt x="11582" y="38676"/>
                  </a:lnTo>
                  <a:lnTo>
                    <a:pt x="27094" y="38676"/>
                  </a:lnTo>
                  <a:lnTo>
                    <a:pt x="28884" y="36886"/>
                  </a:lnTo>
                  <a:lnTo>
                    <a:pt x="30675" y="36886"/>
                  </a:lnTo>
                  <a:lnTo>
                    <a:pt x="36886" y="30675"/>
                  </a:lnTo>
                  <a:lnTo>
                    <a:pt x="36886" y="28884"/>
                  </a:lnTo>
                  <a:lnTo>
                    <a:pt x="38676" y="27094"/>
                  </a:lnTo>
                  <a:lnTo>
                    <a:pt x="38676" y="21722"/>
                  </a:lnTo>
                  <a:lnTo>
                    <a:pt x="41060" y="19338"/>
                  </a:lnTo>
                  <a:lnTo>
                    <a:pt x="38676" y="16954"/>
                  </a:lnTo>
                  <a:lnTo>
                    <a:pt x="38676" y="11582"/>
                  </a:lnTo>
                  <a:lnTo>
                    <a:pt x="36886" y="9792"/>
                  </a:lnTo>
                  <a:lnTo>
                    <a:pt x="36886" y="8001"/>
                  </a:lnTo>
                  <a:lnTo>
                    <a:pt x="30675" y="1791"/>
                  </a:lnTo>
                  <a:lnTo>
                    <a:pt x="28884" y="1791"/>
                  </a:lnTo>
                  <a:lnTo>
                    <a:pt x="27094" y="0"/>
                  </a:lnTo>
                  <a:lnTo>
                    <a:pt x="11582" y="0"/>
                  </a:lnTo>
                  <a:close/>
                </a:path>
              </a:pathLst>
            </a:custGeom>
            <a:solidFill>
              <a:srgbClr val="437CB0"/>
            </a:solidFill>
            <a:ln>
              <a:noFill/>
            </a:ln>
          </p:spPr>
        </p:sp>
        <p:sp>
          <p:nvSpPr>
            <p:cNvPr id="17769" name="Graph element 2462"/>
            <p:cNvSpPr/>
            <p:nvPr/>
          </p:nvSpPr>
          <p:spPr>
            <a:xfrm>
              <a:off x="737477" y="1056197"/>
              <a:ext cx="39863" cy="46432"/>
            </a:xfrm>
            <a:custGeom>
              <a:avLst/>
              <a:gdLst/>
              <a:ahLst/>
              <a:cxnLst/>
              <a:rect l="0" t="0" r="r" b="b"/>
              <a:pathLst>
                <a:path w="39863" h="46432" stroke="0" extrusionOk="0">
                  <a:moveTo>
                    <a:pt x="19931" y="0"/>
                  </a:moveTo>
                  <a:lnTo>
                    <a:pt x="17548" y="2384"/>
                  </a:lnTo>
                  <a:lnTo>
                    <a:pt x="10385" y="2384"/>
                  </a:lnTo>
                  <a:lnTo>
                    <a:pt x="6804" y="5965"/>
                  </a:lnTo>
                  <a:lnTo>
                    <a:pt x="5014" y="5965"/>
                  </a:lnTo>
                  <a:lnTo>
                    <a:pt x="2384" y="8595"/>
                  </a:lnTo>
                  <a:lnTo>
                    <a:pt x="2384" y="10385"/>
                  </a:lnTo>
                  <a:lnTo>
                    <a:pt x="0" y="12769"/>
                  </a:lnTo>
                  <a:lnTo>
                    <a:pt x="4174" y="16944"/>
                  </a:lnTo>
                  <a:lnTo>
                    <a:pt x="4174" y="18734"/>
                  </a:lnTo>
                  <a:lnTo>
                    <a:pt x="5965" y="20525"/>
                  </a:lnTo>
                  <a:lnTo>
                    <a:pt x="5965" y="22315"/>
                  </a:lnTo>
                  <a:lnTo>
                    <a:pt x="7756" y="24106"/>
                  </a:lnTo>
                  <a:lnTo>
                    <a:pt x="7756" y="35453"/>
                  </a:lnTo>
                  <a:lnTo>
                    <a:pt x="5965" y="37244"/>
                  </a:lnTo>
                  <a:lnTo>
                    <a:pt x="5965" y="40221"/>
                  </a:lnTo>
                  <a:lnTo>
                    <a:pt x="10385" y="44641"/>
                  </a:lnTo>
                  <a:lnTo>
                    <a:pt x="15757" y="44641"/>
                  </a:lnTo>
                  <a:lnTo>
                    <a:pt x="17548" y="46432"/>
                  </a:lnTo>
                  <a:lnTo>
                    <a:pt x="22315" y="46432"/>
                  </a:lnTo>
                  <a:lnTo>
                    <a:pt x="24106" y="44641"/>
                  </a:lnTo>
                  <a:lnTo>
                    <a:pt x="27687" y="44641"/>
                  </a:lnTo>
                  <a:lnTo>
                    <a:pt x="29478" y="42851"/>
                  </a:lnTo>
                  <a:lnTo>
                    <a:pt x="31268" y="42851"/>
                  </a:lnTo>
                  <a:lnTo>
                    <a:pt x="34491" y="39628"/>
                  </a:lnTo>
                  <a:lnTo>
                    <a:pt x="32107" y="37244"/>
                  </a:lnTo>
                  <a:lnTo>
                    <a:pt x="32107" y="22315"/>
                  </a:lnTo>
                  <a:lnTo>
                    <a:pt x="35688" y="18734"/>
                  </a:lnTo>
                  <a:lnTo>
                    <a:pt x="35688" y="16944"/>
                  </a:lnTo>
                  <a:lnTo>
                    <a:pt x="39863" y="12769"/>
                  </a:lnTo>
                  <a:lnTo>
                    <a:pt x="31268" y="4174"/>
                  </a:lnTo>
                  <a:lnTo>
                    <a:pt x="29478" y="4174"/>
                  </a:lnTo>
                  <a:lnTo>
                    <a:pt x="27687" y="2384"/>
                  </a:lnTo>
                  <a:lnTo>
                    <a:pt x="22315" y="2384"/>
                  </a:lnTo>
                  <a:lnTo>
                    <a:pt x="19931" y="0"/>
                  </a:lnTo>
                  <a:close/>
                </a:path>
              </a:pathLst>
            </a:custGeom>
            <a:solidFill>
              <a:srgbClr val="437CB0"/>
            </a:solidFill>
            <a:ln>
              <a:noFill/>
            </a:ln>
          </p:spPr>
        </p:sp>
        <p:sp>
          <p:nvSpPr>
            <p:cNvPr id="17770" name="Graph element 2463"/>
            <p:cNvSpPr/>
            <p:nvPr/>
          </p:nvSpPr>
          <p:spPr>
            <a:xfrm>
              <a:off x="634217" y="1033513"/>
              <a:ext cx="45838" cy="47629"/>
            </a:xfrm>
            <a:custGeom>
              <a:avLst/>
              <a:gdLst/>
              <a:ahLst/>
              <a:cxnLst/>
              <a:rect l="0" t="0" r="r" b="b"/>
              <a:pathLst>
                <a:path w="45838" h="47629" stroke="0" extrusionOk="0">
                  <a:moveTo>
                    <a:pt x="16954" y="0"/>
                  </a:moveTo>
                  <a:lnTo>
                    <a:pt x="15164" y="1791"/>
                  </a:lnTo>
                  <a:lnTo>
                    <a:pt x="13373" y="1791"/>
                  </a:lnTo>
                  <a:lnTo>
                    <a:pt x="11582" y="3581"/>
                  </a:lnTo>
                  <a:lnTo>
                    <a:pt x="9792" y="3581"/>
                  </a:lnTo>
                  <a:lnTo>
                    <a:pt x="1791" y="11582"/>
                  </a:lnTo>
                  <a:lnTo>
                    <a:pt x="1791" y="13373"/>
                  </a:lnTo>
                  <a:lnTo>
                    <a:pt x="0" y="15164"/>
                  </a:lnTo>
                  <a:lnTo>
                    <a:pt x="0" y="32465"/>
                  </a:lnTo>
                  <a:lnTo>
                    <a:pt x="1791" y="34256"/>
                  </a:lnTo>
                  <a:lnTo>
                    <a:pt x="1791" y="36046"/>
                  </a:lnTo>
                  <a:lnTo>
                    <a:pt x="9792" y="44048"/>
                  </a:lnTo>
                  <a:lnTo>
                    <a:pt x="11582" y="44048"/>
                  </a:lnTo>
                  <a:lnTo>
                    <a:pt x="13373" y="45838"/>
                  </a:lnTo>
                  <a:lnTo>
                    <a:pt x="18745" y="45838"/>
                  </a:lnTo>
                  <a:lnTo>
                    <a:pt x="20535" y="47629"/>
                  </a:lnTo>
                  <a:lnTo>
                    <a:pt x="25303" y="47629"/>
                  </a:lnTo>
                  <a:lnTo>
                    <a:pt x="27094" y="45838"/>
                  </a:lnTo>
                  <a:lnTo>
                    <a:pt x="32465" y="45838"/>
                  </a:lnTo>
                  <a:lnTo>
                    <a:pt x="36046" y="42257"/>
                  </a:lnTo>
                  <a:lnTo>
                    <a:pt x="37837" y="42257"/>
                  </a:lnTo>
                  <a:lnTo>
                    <a:pt x="40467" y="39628"/>
                  </a:lnTo>
                  <a:lnTo>
                    <a:pt x="40467" y="37837"/>
                  </a:lnTo>
                  <a:lnTo>
                    <a:pt x="44048" y="34256"/>
                  </a:lnTo>
                  <a:lnTo>
                    <a:pt x="44048" y="32465"/>
                  </a:lnTo>
                  <a:lnTo>
                    <a:pt x="45838" y="30675"/>
                  </a:lnTo>
                  <a:lnTo>
                    <a:pt x="45838" y="16954"/>
                  </a:lnTo>
                  <a:lnTo>
                    <a:pt x="44048" y="15164"/>
                  </a:lnTo>
                  <a:lnTo>
                    <a:pt x="44048" y="13373"/>
                  </a:lnTo>
                  <a:lnTo>
                    <a:pt x="42257" y="11582"/>
                  </a:lnTo>
                  <a:lnTo>
                    <a:pt x="42257" y="9792"/>
                  </a:lnTo>
                  <a:lnTo>
                    <a:pt x="36046" y="3581"/>
                  </a:lnTo>
                  <a:lnTo>
                    <a:pt x="34256" y="3581"/>
                  </a:lnTo>
                  <a:lnTo>
                    <a:pt x="32465" y="1791"/>
                  </a:lnTo>
                  <a:lnTo>
                    <a:pt x="28884" y="1791"/>
                  </a:lnTo>
                  <a:lnTo>
                    <a:pt x="27094" y="0"/>
                  </a:lnTo>
                  <a:lnTo>
                    <a:pt x="16954" y="0"/>
                  </a:lnTo>
                  <a:close/>
                </a:path>
              </a:pathLst>
            </a:custGeom>
            <a:solidFill>
              <a:srgbClr val="437CB0"/>
            </a:solidFill>
            <a:ln>
              <a:noFill/>
            </a:ln>
          </p:spPr>
        </p:sp>
        <p:sp>
          <p:nvSpPr>
            <p:cNvPr id="17771" name="Graph element 2464"/>
            <p:cNvSpPr/>
            <p:nvPr/>
          </p:nvSpPr>
          <p:spPr>
            <a:xfrm>
              <a:off x="691515" y="1020979"/>
              <a:ext cx="60163" cy="60398"/>
            </a:xfrm>
            <a:custGeom>
              <a:avLst/>
              <a:gdLst/>
              <a:ahLst/>
              <a:cxnLst/>
              <a:rect l="0" t="0" r="r" b="b"/>
              <a:pathLst>
                <a:path w="60163" h="60398" stroke="0" extrusionOk="0">
                  <a:moveTo>
                    <a:pt x="29488" y="0"/>
                  </a:moveTo>
                  <a:lnTo>
                    <a:pt x="25907" y="3581"/>
                  </a:lnTo>
                  <a:lnTo>
                    <a:pt x="24116" y="3581"/>
                  </a:lnTo>
                  <a:lnTo>
                    <a:pt x="19696" y="8001"/>
                  </a:lnTo>
                  <a:lnTo>
                    <a:pt x="19696" y="9792"/>
                  </a:lnTo>
                  <a:lnTo>
                    <a:pt x="17906" y="11582"/>
                  </a:lnTo>
                  <a:lnTo>
                    <a:pt x="17906" y="13373"/>
                  </a:lnTo>
                  <a:lnTo>
                    <a:pt x="16115" y="15164"/>
                  </a:lnTo>
                  <a:lnTo>
                    <a:pt x="16115" y="16954"/>
                  </a:lnTo>
                  <a:lnTo>
                    <a:pt x="11582" y="21487"/>
                  </a:lnTo>
                  <a:lnTo>
                    <a:pt x="9792" y="21487"/>
                  </a:lnTo>
                  <a:lnTo>
                    <a:pt x="3581" y="27698"/>
                  </a:lnTo>
                  <a:lnTo>
                    <a:pt x="3581" y="29488"/>
                  </a:lnTo>
                  <a:lnTo>
                    <a:pt x="1791" y="31279"/>
                  </a:lnTo>
                  <a:lnTo>
                    <a:pt x="1791" y="36650"/>
                  </a:lnTo>
                  <a:lnTo>
                    <a:pt x="0" y="38441"/>
                  </a:lnTo>
                  <a:lnTo>
                    <a:pt x="0" y="43209"/>
                  </a:lnTo>
                  <a:lnTo>
                    <a:pt x="1791" y="44999"/>
                  </a:lnTo>
                  <a:lnTo>
                    <a:pt x="1791" y="50371"/>
                  </a:lnTo>
                  <a:lnTo>
                    <a:pt x="5372" y="53952"/>
                  </a:lnTo>
                  <a:lnTo>
                    <a:pt x="5372" y="55743"/>
                  </a:lnTo>
                  <a:lnTo>
                    <a:pt x="10027" y="60398"/>
                  </a:lnTo>
                  <a:lnTo>
                    <a:pt x="10027" y="55743"/>
                  </a:lnTo>
                  <a:lnTo>
                    <a:pt x="13608" y="52162"/>
                  </a:lnTo>
                  <a:lnTo>
                    <a:pt x="13608" y="50371"/>
                  </a:lnTo>
                  <a:lnTo>
                    <a:pt x="16350" y="47629"/>
                  </a:lnTo>
                  <a:lnTo>
                    <a:pt x="18141" y="47629"/>
                  </a:lnTo>
                  <a:lnTo>
                    <a:pt x="21722" y="44048"/>
                  </a:lnTo>
                  <a:lnTo>
                    <a:pt x="26142" y="44048"/>
                  </a:lnTo>
                  <a:lnTo>
                    <a:pt x="26142" y="39392"/>
                  </a:lnTo>
                  <a:lnTo>
                    <a:pt x="23513" y="39392"/>
                  </a:lnTo>
                  <a:lnTo>
                    <a:pt x="20771" y="36650"/>
                  </a:lnTo>
                  <a:lnTo>
                    <a:pt x="20771" y="34860"/>
                  </a:lnTo>
                  <a:lnTo>
                    <a:pt x="17189" y="31279"/>
                  </a:lnTo>
                  <a:lnTo>
                    <a:pt x="17189" y="29488"/>
                  </a:lnTo>
                  <a:lnTo>
                    <a:pt x="15399" y="27698"/>
                  </a:lnTo>
                  <a:lnTo>
                    <a:pt x="15399" y="21722"/>
                  </a:lnTo>
                  <a:lnTo>
                    <a:pt x="19931" y="17189"/>
                  </a:lnTo>
                  <a:lnTo>
                    <a:pt x="27698" y="17189"/>
                  </a:lnTo>
                  <a:lnTo>
                    <a:pt x="29488" y="18980"/>
                  </a:lnTo>
                  <a:lnTo>
                    <a:pt x="31279" y="18980"/>
                  </a:lnTo>
                  <a:lnTo>
                    <a:pt x="33069" y="20771"/>
                  </a:lnTo>
                  <a:lnTo>
                    <a:pt x="34860" y="20771"/>
                  </a:lnTo>
                  <a:lnTo>
                    <a:pt x="42974" y="28884"/>
                  </a:lnTo>
                  <a:lnTo>
                    <a:pt x="42974" y="30675"/>
                  </a:lnTo>
                  <a:lnTo>
                    <a:pt x="44764" y="32465"/>
                  </a:lnTo>
                  <a:lnTo>
                    <a:pt x="44764" y="34256"/>
                  </a:lnTo>
                  <a:lnTo>
                    <a:pt x="46555" y="36046"/>
                  </a:lnTo>
                  <a:lnTo>
                    <a:pt x="46555" y="44283"/>
                  </a:lnTo>
                  <a:lnTo>
                    <a:pt x="50371" y="40467"/>
                  </a:lnTo>
                  <a:lnTo>
                    <a:pt x="52162" y="40467"/>
                  </a:lnTo>
                  <a:lnTo>
                    <a:pt x="58372" y="34256"/>
                  </a:lnTo>
                  <a:lnTo>
                    <a:pt x="58372" y="32465"/>
                  </a:lnTo>
                  <a:lnTo>
                    <a:pt x="60163" y="30675"/>
                  </a:lnTo>
                  <a:lnTo>
                    <a:pt x="60163" y="13373"/>
                  </a:lnTo>
                  <a:lnTo>
                    <a:pt x="58372" y="11582"/>
                  </a:lnTo>
                  <a:lnTo>
                    <a:pt x="58372" y="9792"/>
                  </a:lnTo>
                  <a:lnTo>
                    <a:pt x="50371" y="1791"/>
                  </a:lnTo>
                  <a:lnTo>
                    <a:pt x="48580" y="1791"/>
                  </a:lnTo>
                  <a:lnTo>
                    <a:pt x="46790" y="0"/>
                  </a:lnTo>
                  <a:lnTo>
                    <a:pt x="29488" y="0"/>
                  </a:lnTo>
                  <a:close/>
                </a:path>
              </a:pathLst>
            </a:custGeom>
            <a:solidFill>
              <a:srgbClr val="437CB0"/>
            </a:solidFill>
            <a:ln>
              <a:noFill/>
            </a:ln>
          </p:spPr>
        </p:sp>
        <p:sp>
          <p:nvSpPr>
            <p:cNvPr id="17772" name="Graph element 2465"/>
            <p:cNvSpPr/>
            <p:nvPr/>
          </p:nvSpPr>
          <p:spPr>
            <a:xfrm>
              <a:off x="766719" y="1010236"/>
              <a:ext cx="42257" cy="42257"/>
            </a:xfrm>
            <a:custGeom>
              <a:avLst/>
              <a:gdLst/>
              <a:ahLst/>
              <a:cxnLst/>
              <a:rect l="0" t="0" r="r" b="b"/>
              <a:pathLst>
                <a:path w="42257" h="42257" stroke="0" extrusionOk="0">
                  <a:moveTo>
                    <a:pt x="13373" y="0"/>
                  </a:moveTo>
                  <a:lnTo>
                    <a:pt x="11582" y="1791"/>
                  </a:lnTo>
                  <a:lnTo>
                    <a:pt x="9792" y="1791"/>
                  </a:lnTo>
                  <a:lnTo>
                    <a:pt x="1791" y="9792"/>
                  </a:lnTo>
                  <a:lnTo>
                    <a:pt x="1791" y="11582"/>
                  </a:lnTo>
                  <a:lnTo>
                    <a:pt x="0" y="13373"/>
                  </a:lnTo>
                  <a:lnTo>
                    <a:pt x="0" y="28884"/>
                  </a:lnTo>
                  <a:lnTo>
                    <a:pt x="1791" y="30675"/>
                  </a:lnTo>
                  <a:lnTo>
                    <a:pt x="1791" y="32465"/>
                  </a:lnTo>
                  <a:lnTo>
                    <a:pt x="9792" y="40467"/>
                  </a:lnTo>
                  <a:lnTo>
                    <a:pt x="11582" y="40467"/>
                  </a:lnTo>
                  <a:lnTo>
                    <a:pt x="13373" y="42257"/>
                  </a:lnTo>
                  <a:lnTo>
                    <a:pt x="28884" y="42257"/>
                  </a:lnTo>
                  <a:lnTo>
                    <a:pt x="30675" y="40467"/>
                  </a:lnTo>
                  <a:lnTo>
                    <a:pt x="32465" y="40467"/>
                  </a:lnTo>
                  <a:lnTo>
                    <a:pt x="40467" y="32465"/>
                  </a:lnTo>
                  <a:lnTo>
                    <a:pt x="40467" y="30675"/>
                  </a:lnTo>
                  <a:lnTo>
                    <a:pt x="42257" y="28884"/>
                  </a:lnTo>
                  <a:lnTo>
                    <a:pt x="42257" y="13373"/>
                  </a:lnTo>
                  <a:lnTo>
                    <a:pt x="40467" y="11582"/>
                  </a:lnTo>
                  <a:lnTo>
                    <a:pt x="40467" y="9792"/>
                  </a:lnTo>
                  <a:lnTo>
                    <a:pt x="32465" y="1791"/>
                  </a:lnTo>
                  <a:lnTo>
                    <a:pt x="30675" y="1791"/>
                  </a:lnTo>
                  <a:lnTo>
                    <a:pt x="28884" y="0"/>
                  </a:lnTo>
                  <a:lnTo>
                    <a:pt x="13373" y="0"/>
                  </a:lnTo>
                  <a:close/>
                </a:path>
              </a:pathLst>
            </a:custGeom>
            <a:solidFill>
              <a:srgbClr val="437CB0"/>
            </a:solidFill>
            <a:ln>
              <a:noFill/>
            </a:ln>
          </p:spPr>
        </p:sp>
        <p:sp>
          <p:nvSpPr>
            <p:cNvPr id="17773" name="Graph element 2466"/>
            <p:cNvSpPr/>
            <p:nvPr/>
          </p:nvSpPr>
          <p:spPr>
            <a:xfrm>
              <a:off x="666448" y="945775"/>
              <a:ext cx="47629" cy="48222"/>
            </a:xfrm>
            <a:custGeom>
              <a:avLst/>
              <a:gdLst/>
              <a:ahLst/>
              <a:cxnLst/>
              <a:rect l="0" t="0" r="r" b="b"/>
              <a:pathLst>
                <a:path w="47629" h="48222" stroke="0" extrusionOk="0">
                  <a:moveTo>
                    <a:pt x="18745" y="0"/>
                  </a:moveTo>
                  <a:lnTo>
                    <a:pt x="16954" y="1791"/>
                  </a:lnTo>
                  <a:lnTo>
                    <a:pt x="13373" y="1791"/>
                  </a:lnTo>
                  <a:lnTo>
                    <a:pt x="9792" y="5372"/>
                  </a:lnTo>
                  <a:lnTo>
                    <a:pt x="8001" y="5372"/>
                  </a:lnTo>
                  <a:lnTo>
                    <a:pt x="5372" y="8001"/>
                  </a:lnTo>
                  <a:lnTo>
                    <a:pt x="5372" y="9792"/>
                  </a:lnTo>
                  <a:lnTo>
                    <a:pt x="1791" y="13373"/>
                  </a:lnTo>
                  <a:lnTo>
                    <a:pt x="1791" y="16954"/>
                  </a:lnTo>
                  <a:lnTo>
                    <a:pt x="0" y="18745"/>
                  </a:lnTo>
                  <a:lnTo>
                    <a:pt x="0" y="28884"/>
                  </a:lnTo>
                  <a:lnTo>
                    <a:pt x="1791" y="30675"/>
                  </a:lnTo>
                  <a:lnTo>
                    <a:pt x="1791" y="32465"/>
                  </a:lnTo>
                  <a:lnTo>
                    <a:pt x="3581" y="34256"/>
                  </a:lnTo>
                  <a:lnTo>
                    <a:pt x="3581" y="36046"/>
                  </a:lnTo>
                  <a:lnTo>
                    <a:pt x="11582" y="44048"/>
                  </a:lnTo>
                  <a:lnTo>
                    <a:pt x="13373" y="44048"/>
                  </a:lnTo>
                  <a:lnTo>
                    <a:pt x="15164" y="45838"/>
                  </a:lnTo>
                  <a:lnTo>
                    <a:pt x="20535" y="45838"/>
                  </a:lnTo>
                  <a:lnTo>
                    <a:pt x="22919" y="48222"/>
                  </a:lnTo>
                  <a:lnTo>
                    <a:pt x="25303" y="45838"/>
                  </a:lnTo>
                  <a:lnTo>
                    <a:pt x="32465" y="45838"/>
                  </a:lnTo>
                  <a:lnTo>
                    <a:pt x="34256" y="44048"/>
                  </a:lnTo>
                  <a:lnTo>
                    <a:pt x="36046" y="44048"/>
                  </a:lnTo>
                  <a:lnTo>
                    <a:pt x="44048" y="36046"/>
                  </a:lnTo>
                  <a:lnTo>
                    <a:pt x="44048" y="34256"/>
                  </a:lnTo>
                  <a:lnTo>
                    <a:pt x="45838" y="32465"/>
                  </a:lnTo>
                  <a:lnTo>
                    <a:pt x="45838" y="28884"/>
                  </a:lnTo>
                  <a:lnTo>
                    <a:pt x="47629" y="27094"/>
                  </a:lnTo>
                  <a:lnTo>
                    <a:pt x="47629" y="20535"/>
                  </a:lnTo>
                  <a:lnTo>
                    <a:pt x="45838" y="18745"/>
                  </a:lnTo>
                  <a:lnTo>
                    <a:pt x="45838" y="13373"/>
                  </a:lnTo>
                  <a:lnTo>
                    <a:pt x="42257" y="9792"/>
                  </a:lnTo>
                  <a:lnTo>
                    <a:pt x="42257" y="8001"/>
                  </a:lnTo>
                  <a:lnTo>
                    <a:pt x="39628" y="5372"/>
                  </a:lnTo>
                  <a:lnTo>
                    <a:pt x="37837" y="5372"/>
                  </a:lnTo>
                  <a:lnTo>
                    <a:pt x="34256" y="1791"/>
                  </a:lnTo>
                  <a:lnTo>
                    <a:pt x="30675" y="1791"/>
                  </a:lnTo>
                  <a:lnTo>
                    <a:pt x="28884" y="0"/>
                  </a:lnTo>
                  <a:lnTo>
                    <a:pt x="18745" y="0"/>
                  </a:lnTo>
                  <a:close/>
                </a:path>
              </a:pathLst>
            </a:custGeom>
            <a:solidFill>
              <a:srgbClr val="437CB0"/>
            </a:solidFill>
            <a:ln>
              <a:noFill/>
            </a:ln>
          </p:spPr>
        </p:sp>
        <p:sp>
          <p:nvSpPr>
            <p:cNvPr id="17774" name="Graph element 2467"/>
            <p:cNvSpPr/>
            <p:nvPr/>
          </p:nvSpPr>
          <p:spPr>
            <a:xfrm>
              <a:off x="757766" y="918917"/>
              <a:ext cx="44048" cy="44048"/>
            </a:xfrm>
            <a:custGeom>
              <a:avLst/>
              <a:gdLst/>
              <a:ahLst/>
              <a:cxnLst/>
              <a:rect l="0" t="0" r="r" b="b"/>
              <a:pathLst>
                <a:path w="44048" h="44048" stroke="0" extrusionOk="0">
                  <a:moveTo>
                    <a:pt x="18745" y="0"/>
                  </a:moveTo>
                  <a:lnTo>
                    <a:pt x="16954" y="1791"/>
                  </a:lnTo>
                  <a:lnTo>
                    <a:pt x="13373" y="1791"/>
                  </a:lnTo>
                  <a:lnTo>
                    <a:pt x="11582" y="3581"/>
                  </a:lnTo>
                  <a:lnTo>
                    <a:pt x="9792" y="3581"/>
                  </a:lnTo>
                  <a:lnTo>
                    <a:pt x="3581" y="9792"/>
                  </a:lnTo>
                  <a:lnTo>
                    <a:pt x="3581" y="11582"/>
                  </a:lnTo>
                  <a:lnTo>
                    <a:pt x="1791" y="13373"/>
                  </a:lnTo>
                  <a:lnTo>
                    <a:pt x="1791" y="15164"/>
                  </a:lnTo>
                  <a:lnTo>
                    <a:pt x="0" y="16954"/>
                  </a:lnTo>
                  <a:lnTo>
                    <a:pt x="0" y="28884"/>
                  </a:lnTo>
                  <a:lnTo>
                    <a:pt x="1791" y="30675"/>
                  </a:lnTo>
                  <a:lnTo>
                    <a:pt x="1791" y="32465"/>
                  </a:lnTo>
                  <a:lnTo>
                    <a:pt x="3581" y="34256"/>
                  </a:lnTo>
                  <a:lnTo>
                    <a:pt x="3581" y="36046"/>
                  </a:lnTo>
                  <a:lnTo>
                    <a:pt x="8001" y="40467"/>
                  </a:lnTo>
                  <a:lnTo>
                    <a:pt x="9792" y="40467"/>
                  </a:lnTo>
                  <a:lnTo>
                    <a:pt x="13373" y="44048"/>
                  </a:lnTo>
                  <a:lnTo>
                    <a:pt x="30675" y="44048"/>
                  </a:lnTo>
                  <a:lnTo>
                    <a:pt x="32465" y="42257"/>
                  </a:lnTo>
                  <a:lnTo>
                    <a:pt x="34256" y="42257"/>
                  </a:lnTo>
                  <a:lnTo>
                    <a:pt x="42257" y="34256"/>
                  </a:lnTo>
                  <a:lnTo>
                    <a:pt x="42257" y="32465"/>
                  </a:lnTo>
                  <a:lnTo>
                    <a:pt x="44048" y="30675"/>
                  </a:lnTo>
                  <a:lnTo>
                    <a:pt x="44048" y="15164"/>
                  </a:lnTo>
                  <a:lnTo>
                    <a:pt x="42257" y="13373"/>
                  </a:lnTo>
                  <a:lnTo>
                    <a:pt x="42257" y="11582"/>
                  </a:lnTo>
                  <a:lnTo>
                    <a:pt x="34256" y="3581"/>
                  </a:lnTo>
                  <a:lnTo>
                    <a:pt x="32465" y="3581"/>
                  </a:lnTo>
                  <a:lnTo>
                    <a:pt x="30675" y="1791"/>
                  </a:lnTo>
                  <a:lnTo>
                    <a:pt x="28884" y="1791"/>
                  </a:lnTo>
                  <a:lnTo>
                    <a:pt x="27094" y="0"/>
                  </a:lnTo>
                  <a:lnTo>
                    <a:pt x="18745" y="0"/>
                  </a:lnTo>
                  <a:close/>
                </a:path>
              </a:pathLst>
            </a:custGeom>
            <a:solidFill>
              <a:srgbClr val="437CB0"/>
            </a:solidFill>
            <a:ln>
              <a:noFill/>
            </a:ln>
          </p:spPr>
        </p:sp>
        <p:sp>
          <p:nvSpPr>
            <p:cNvPr id="17775" name="Graph element 2468"/>
            <p:cNvSpPr/>
            <p:nvPr/>
          </p:nvSpPr>
          <p:spPr>
            <a:xfrm>
              <a:off x="859828" y="899221"/>
              <a:ext cx="74723" cy="90602"/>
            </a:xfrm>
            <a:custGeom>
              <a:avLst/>
              <a:gdLst/>
              <a:ahLst/>
              <a:cxnLst/>
              <a:rect l="0" t="0" r="r" b="b"/>
              <a:pathLst>
                <a:path w="74723" h="90602" stroke="0" extrusionOk="0">
                  <a:moveTo>
                    <a:pt x="20535" y="0"/>
                  </a:moveTo>
                  <a:lnTo>
                    <a:pt x="18745" y="1791"/>
                  </a:lnTo>
                  <a:lnTo>
                    <a:pt x="15164" y="1791"/>
                  </a:lnTo>
                  <a:lnTo>
                    <a:pt x="13373" y="3581"/>
                  </a:lnTo>
                  <a:lnTo>
                    <a:pt x="11582" y="3581"/>
                  </a:lnTo>
                  <a:lnTo>
                    <a:pt x="7162" y="8001"/>
                  </a:lnTo>
                  <a:lnTo>
                    <a:pt x="7162" y="9792"/>
                  </a:lnTo>
                  <a:lnTo>
                    <a:pt x="5372" y="11582"/>
                  </a:lnTo>
                  <a:lnTo>
                    <a:pt x="5372" y="15164"/>
                  </a:lnTo>
                  <a:lnTo>
                    <a:pt x="3581" y="16954"/>
                  </a:lnTo>
                  <a:lnTo>
                    <a:pt x="3581" y="23513"/>
                  </a:lnTo>
                  <a:lnTo>
                    <a:pt x="5372" y="25303"/>
                  </a:lnTo>
                  <a:lnTo>
                    <a:pt x="5372" y="28884"/>
                  </a:lnTo>
                  <a:lnTo>
                    <a:pt x="7162" y="30675"/>
                  </a:lnTo>
                  <a:lnTo>
                    <a:pt x="7162" y="32465"/>
                  </a:lnTo>
                  <a:lnTo>
                    <a:pt x="11582" y="36886"/>
                  </a:lnTo>
                  <a:lnTo>
                    <a:pt x="24116" y="36886"/>
                  </a:lnTo>
                  <a:lnTo>
                    <a:pt x="25907" y="38676"/>
                  </a:lnTo>
                  <a:lnTo>
                    <a:pt x="28056" y="39034"/>
                  </a:lnTo>
                  <a:lnTo>
                    <a:pt x="25907" y="41183"/>
                  </a:lnTo>
                  <a:lnTo>
                    <a:pt x="21722" y="41183"/>
                  </a:lnTo>
                  <a:lnTo>
                    <a:pt x="19931" y="39392"/>
                  </a:lnTo>
                  <a:lnTo>
                    <a:pt x="16350" y="39392"/>
                  </a:lnTo>
                  <a:lnTo>
                    <a:pt x="13966" y="37008"/>
                  </a:lnTo>
                  <a:lnTo>
                    <a:pt x="11582" y="39392"/>
                  </a:lnTo>
                  <a:lnTo>
                    <a:pt x="9792" y="39392"/>
                  </a:lnTo>
                  <a:lnTo>
                    <a:pt x="1791" y="47394"/>
                  </a:lnTo>
                  <a:lnTo>
                    <a:pt x="1791" y="50975"/>
                  </a:lnTo>
                  <a:lnTo>
                    <a:pt x="0" y="52765"/>
                  </a:lnTo>
                  <a:lnTo>
                    <a:pt x="0" y="62905"/>
                  </a:lnTo>
                  <a:lnTo>
                    <a:pt x="1791" y="64695"/>
                  </a:lnTo>
                  <a:lnTo>
                    <a:pt x="1791" y="66486"/>
                  </a:lnTo>
                  <a:lnTo>
                    <a:pt x="3581" y="68277"/>
                  </a:lnTo>
                  <a:lnTo>
                    <a:pt x="3581" y="70067"/>
                  </a:lnTo>
                  <a:lnTo>
                    <a:pt x="8001" y="74487"/>
                  </a:lnTo>
                  <a:lnTo>
                    <a:pt x="9792" y="74487"/>
                  </a:lnTo>
                  <a:lnTo>
                    <a:pt x="11582" y="76278"/>
                  </a:lnTo>
                  <a:lnTo>
                    <a:pt x="15164" y="76278"/>
                  </a:lnTo>
                  <a:lnTo>
                    <a:pt x="16954" y="78069"/>
                  </a:lnTo>
                  <a:lnTo>
                    <a:pt x="23513" y="78069"/>
                  </a:lnTo>
                  <a:lnTo>
                    <a:pt x="25303" y="76278"/>
                  </a:lnTo>
                  <a:lnTo>
                    <a:pt x="28884" y="76278"/>
                  </a:lnTo>
                  <a:lnTo>
                    <a:pt x="30675" y="74487"/>
                  </a:lnTo>
                  <a:lnTo>
                    <a:pt x="32465" y="74487"/>
                  </a:lnTo>
                  <a:lnTo>
                    <a:pt x="35453" y="71500"/>
                  </a:lnTo>
                  <a:lnTo>
                    <a:pt x="35811" y="73648"/>
                  </a:lnTo>
                  <a:lnTo>
                    <a:pt x="37602" y="75439"/>
                  </a:lnTo>
                  <a:lnTo>
                    <a:pt x="37602" y="79020"/>
                  </a:lnTo>
                  <a:lnTo>
                    <a:pt x="39392" y="80811"/>
                  </a:lnTo>
                  <a:lnTo>
                    <a:pt x="39392" y="82601"/>
                  </a:lnTo>
                  <a:lnTo>
                    <a:pt x="45603" y="88812"/>
                  </a:lnTo>
                  <a:lnTo>
                    <a:pt x="47394" y="88812"/>
                  </a:lnTo>
                  <a:lnTo>
                    <a:pt x="49184" y="90602"/>
                  </a:lnTo>
                  <a:lnTo>
                    <a:pt x="62905" y="90602"/>
                  </a:lnTo>
                  <a:lnTo>
                    <a:pt x="64695" y="88812"/>
                  </a:lnTo>
                  <a:lnTo>
                    <a:pt x="66486" y="88812"/>
                  </a:lnTo>
                  <a:lnTo>
                    <a:pt x="74723" y="80575"/>
                  </a:lnTo>
                  <a:lnTo>
                    <a:pt x="68277" y="80575"/>
                  </a:lnTo>
                  <a:lnTo>
                    <a:pt x="67325" y="79624"/>
                  </a:lnTo>
                  <a:lnTo>
                    <a:pt x="67325" y="77229"/>
                  </a:lnTo>
                  <a:lnTo>
                    <a:pt x="68277" y="76278"/>
                  </a:lnTo>
                  <a:lnTo>
                    <a:pt x="70671" y="76278"/>
                  </a:lnTo>
                  <a:lnTo>
                    <a:pt x="71623" y="77229"/>
                  </a:lnTo>
                  <a:lnTo>
                    <a:pt x="71623" y="78427"/>
                  </a:lnTo>
                  <a:lnTo>
                    <a:pt x="74487" y="78427"/>
                  </a:lnTo>
                  <a:lnTo>
                    <a:pt x="74487" y="62434"/>
                  </a:lnTo>
                  <a:lnTo>
                    <a:pt x="70671" y="66251"/>
                  </a:lnTo>
                  <a:lnTo>
                    <a:pt x="68277" y="66251"/>
                  </a:lnTo>
                  <a:lnTo>
                    <a:pt x="67325" y="65299"/>
                  </a:lnTo>
                  <a:lnTo>
                    <a:pt x="67325" y="62905"/>
                  </a:lnTo>
                  <a:lnTo>
                    <a:pt x="68277" y="61953"/>
                  </a:lnTo>
                  <a:lnTo>
                    <a:pt x="72932" y="61953"/>
                  </a:lnTo>
                  <a:lnTo>
                    <a:pt x="66486" y="55507"/>
                  </a:lnTo>
                  <a:lnTo>
                    <a:pt x="64695" y="55507"/>
                  </a:lnTo>
                  <a:lnTo>
                    <a:pt x="62905" y="53717"/>
                  </a:lnTo>
                  <a:lnTo>
                    <a:pt x="57533" y="53717"/>
                  </a:lnTo>
                  <a:lnTo>
                    <a:pt x="55149" y="51333"/>
                  </a:lnTo>
                  <a:lnTo>
                    <a:pt x="52765" y="53717"/>
                  </a:lnTo>
                  <a:lnTo>
                    <a:pt x="47394" y="53717"/>
                  </a:lnTo>
                  <a:lnTo>
                    <a:pt x="43813" y="57298"/>
                  </a:lnTo>
                  <a:lnTo>
                    <a:pt x="41183" y="57298"/>
                  </a:lnTo>
                  <a:lnTo>
                    <a:pt x="41183" y="59928"/>
                  </a:lnTo>
                  <a:lnTo>
                    <a:pt x="40825" y="60286"/>
                  </a:lnTo>
                  <a:lnTo>
                    <a:pt x="40467" y="59928"/>
                  </a:lnTo>
                  <a:lnTo>
                    <a:pt x="40467" y="50975"/>
                  </a:lnTo>
                  <a:lnTo>
                    <a:pt x="38676" y="49184"/>
                  </a:lnTo>
                  <a:lnTo>
                    <a:pt x="38676" y="47394"/>
                  </a:lnTo>
                  <a:lnTo>
                    <a:pt x="31514" y="40231"/>
                  </a:lnTo>
                  <a:lnTo>
                    <a:pt x="31514" y="39628"/>
                  </a:lnTo>
                  <a:lnTo>
                    <a:pt x="32465" y="38676"/>
                  </a:lnTo>
                  <a:lnTo>
                    <a:pt x="34256" y="38676"/>
                  </a:lnTo>
                  <a:lnTo>
                    <a:pt x="42257" y="30675"/>
                  </a:lnTo>
                  <a:lnTo>
                    <a:pt x="42257" y="28884"/>
                  </a:lnTo>
                  <a:lnTo>
                    <a:pt x="44048" y="27094"/>
                  </a:lnTo>
                  <a:lnTo>
                    <a:pt x="44048" y="13373"/>
                  </a:lnTo>
                  <a:lnTo>
                    <a:pt x="42257" y="11582"/>
                  </a:lnTo>
                  <a:lnTo>
                    <a:pt x="42257" y="9792"/>
                  </a:lnTo>
                  <a:lnTo>
                    <a:pt x="36046" y="3581"/>
                  </a:lnTo>
                  <a:lnTo>
                    <a:pt x="34256" y="3581"/>
                  </a:lnTo>
                  <a:lnTo>
                    <a:pt x="32465" y="1791"/>
                  </a:lnTo>
                  <a:lnTo>
                    <a:pt x="30675" y="1791"/>
                  </a:lnTo>
                  <a:lnTo>
                    <a:pt x="28884" y="0"/>
                  </a:lnTo>
                  <a:lnTo>
                    <a:pt x="20535" y="0"/>
                  </a:lnTo>
                  <a:close/>
                  <a:moveTo>
                    <a:pt x="38676" y="64695"/>
                  </a:moveTo>
                  <a:lnTo>
                    <a:pt x="39034" y="62547"/>
                  </a:lnTo>
                  <a:lnTo>
                    <a:pt x="39392" y="62905"/>
                  </a:lnTo>
                  <a:lnTo>
                    <a:pt x="39392" y="65299"/>
                  </a:lnTo>
                  <a:lnTo>
                    <a:pt x="37837" y="66251"/>
                  </a:lnTo>
                  <a:lnTo>
                    <a:pt x="37479" y="65893"/>
                  </a:lnTo>
                  <a:lnTo>
                    <a:pt x="38676" y="64695"/>
                  </a:lnTo>
                  <a:close/>
                </a:path>
              </a:pathLst>
            </a:custGeom>
            <a:solidFill>
              <a:srgbClr val="437CB0"/>
            </a:solidFill>
            <a:ln>
              <a:noFill/>
            </a:ln>
          </p:spPr>
        </p:sp>
        <p:sp>
          <p:nvSpPr>
            <p:cNvPr id="17776" name="Graph element 2469"/>
            <p:cNvSpPr/>
            <p:nvPr/>
          </p:nvSpPr>
          <p:spPr>
            <a:xfrm>
              <a:off x="636008" y="841923"/>
              <a:ext cx="47629" cy="47629"/>
            </a:xfrm>
            <a:custGeom>
              <a:avLst/>
              <a:gdLst/>
              <a:ahLst/>
              <a:cxnLst/>
              <a:rect l="0" t="0" r="r" b="b"/>
              <a:pathLst>
                <a:path w="47629" h="47629" stroke="0" extrusionOk="0">
                  <a:moveTo>
                    <a:pt x="15164" y="0"/>
                  </a:moveTo>
                  <a:lnTo>
                    <a:pt x="13373" y="1791"/>
                  </a:lnTo>
                  <a:lnTo>
                    <a:pt x="11582" y="1791"/>
                  </a:lnTo>
                  <a:lnTo>
                    <a:pt x="3581" y="9792"/>
                  </a:lnTo>
                  <a:lnTo>
                    <a:pt x="3581" y="11582"/>
                  </a:lnTo>
                  <a:lnTo>
                    <a:pt x="1791" y="13373"/>
                  </a:lnTo>
                  <a:lnTo>
                    <a:pt x="1791" y="15164"/>
                  </a:lnTo>
                  <a:lnTo>
                    <a:pt x="0" y="16954"/>
                  </a:lnTo>
                  <a:lnTo>
                    <a:pt x="0" y="28884"/>
                  </a:lnTo>
                  <a:lnTo>
                    <a:pt x="1791" y="30675"/>
                  </a:lnTo>
                  <a:lnTo>
                    <a:pt x="1791" y="34256"/>
                  </a:lnTo>
                  <a:lnTo>
                    <a:pt x="5372" y="37837"/>
                  </a:lnTo>
                  <a:lnTo>
                    <a:pt x="5372" y="40467"/>
                  </a:lnTo>
                  <a:lnTo>
                    <a:pt x="8001" y="40467"/>
                  </a:lnTo>
                  <a:lnTo>
                    <a:pt x="13373" y="45838"/>
                  </a:lnTo>
                  <a:lnTo>
                    <a:pt x="18745" y="45838"/>
                  </a:lnTo>
                  <a:lnTo>
                    <a:pt x="20535" y="47629"/>
                  </a:lnTo>
                  <a:lnTo>
                    <a:pt x="27094" y="47629"/>
                  </a:lnTo>
                  <a:lnTo>
                    <a:pt x="28884" y="45838"/>
                  </a:lnTo>
                  <a:lnTo>
                    <a:pt x="34256" y="45838"/>
                  </a:lnTo>
                  <a:lnTo>
                    <a:pt x="39628" y="40467"/>
                  </a:lnTo>
                  <a:lnTo>
                    <a:pt x="42257" y="40467"/>
                  </a:lnTo>
                  <a:lnTo>
                    <a:pt x="42257" y="37837"/>
                  </a:lnTo>
                  <a:lnTo>
                    <a:pt x="45838" y="34256"/>
                  </a:lnTo>
                  <a:lnTo>
                    <a:pt x="45838" y="30675"/>
                  </a:lnTo>
                  <a:lnTo>
                    <a:pt x="47629" y="28884"/>
                  </a:lnTo>
                  <a:lnTo>
                    <a:pt x="47629" y="16954"/>
                  </a:lnTo>
                  <a:lnTo>
                    <a:pt x="45838" y="15164"/>
                  </a:lnTo>
                  <a:lnTo>
                    <a:pt x="45838" y="13373"/>
                  </a:lnTo>
                  <a:lnTo>
                    <a:pt x="44048" y="11582"/>
                  </a:lnTo>
                  <a:lnTo>
                    <a:pt x="44048" y="9792"/>
                  </a:lnTo>
                  <a:lnTo>
                    <a:pt x="36046" y="1791"/>
                  </a:lnTo>
                  <a:lnTo>
                    <a:pt x="34256" y="1791"/>
                  </a:lnTo>
                  <a:lnTo>
                    <a:pt x="32465" y="0"/>
                  </a:lnTo>
                  <a:lnTo>
                    <a:pt x="15164" y="0"/>
                  </a:lnTo>
                  <a:close/>
                </a:path>
              </a:pathLst>
            </a:custGeom>
            <a:solidFill>
              <a:srgbClr val="437CB0"/>
            </a:solidFill>
            <a:ln>
              <a:noFill/>
            </a:ln>
          </p:spPr>
        </p:sp>
        <p:sp>
          <p:nvSpPr>
            <p:cNvPr id="17777" name="Graph element 2470"/>
            <p:cNvSpPr/>
            <p:nvPr/>
          </p:nvSpPr>
          <p:spPr>
            <a:xfrm>
              <a:off x="707630" y="832970"/>
              <a:ext cx="45838" cy="45838"/>
            </a:xfrm>
            <a:custGeom>
              <a:avLst/>
              <a:gdLst/>
              <a:ahLst/>
              <a:cxnLst/>
              <a:rect l="0" t="0" r="r" b="b"/>
              <a:pathLst>
                <a:path w="45838" h="45838" stroke="0" extrusionOk="0">
                  <a:moveTo>
                    <a:pt x="15164" y="0"/>
                  </a:moveTo>
                  <a:lnTo>
                    <a:pt x="13373" y="1791"/>
                  </a:lnTo>
                  <a:lnTo>
                    <a:pt x="11582" y="1791"/>
                  </a:lnTo>
                  <a:lnTo>
                    <a:pt x="3581" y="9792"/>
                  </a:lnTo>
                  <a:lnTo>
                    <a:pt x="3581" y="11582"/>
                  </a:lnTo>
                  <a:lnTo>
                    <a:pt x="1791" y="13373"/>
                  </a:lnTo>
                  <a:lnTo>
                    <a:pt x="1791" y="15164"/>
                  </a:lnTo>
                  <a:lnTo>
                    <a:pt x="0" y="16954"/>
                  </a:lnTo>
                  <a:lnTo>
                    <a:pt x="0" y="28884"/>
                  </a:lnTo>
                  <a:lnTo>
                    <a:pt x="1791" y="30675"/>
                  </a:lnTo>
                  <a:lnTo>
                    <a:pt x="1791" y="32465"/>
                  </a:lnTo>
                  <a:lnTo>
                    <a:pt x="3581" y="34256"/>
                  </a:lnTo>
                  <a:lnTo>
                    <a:pt x="3581" y="36046"/>
                  </a:lnTo>
                  <a:lnTo>
                    <a:pt x="9792" y="42257"/>
                  </a:lnTo>
                  <a:lnTo>
                    <a:pt x="11582" y="42257"/>
                  </a:lnTo>
                  <a:lnTo>
                    <a:pt x="13373" y="44048"/>
                  </a:lnTo>
                  <a:lnTo>
                    <a:pt x="15164" y="44048"/>
                  </a:lnTo>
                  <a:lnTo>
                    <a:pt x="16954" y="45838"/>
                  </a:lnTo>
                  <a:lnTo>
                    <a:pt x="28884" y="45838"/>
                  </a:lnTo>
                  <a:lnTo>
                    <a:pt x="30675" y="44048"/>
                  </a:lnTo>
                  <a:lnTo>
                    <a:pt x="32465" y="44048"/>
                  </a:lnTo>
                  <a:lnTo>
                    <a:pt x="34256" y="42257"/>
                  </a:lnTo>
                  <a:lnTo>
                    <a:pt x="36046" y="42257"/>
                  </a:lnTo>
                  <a:lnTo>
                    <a:pt x="44048" y="34256"/>
                  </a:lnTo>
                  <a:lnTo>
                    <a:pt x="44048" y="32465"/>
                  </a:lnTo>
                  <a:lnTo>
                    <a:pt x="45838" y="30675"/>
                  </a:lnTo>
                  <a:lnTo>
                    <a:pt x="45838" y="15164"/>
                  </a:lnTo>
                  <a:lnTo>
                    <a:pt x="44048" y="13373"/>
                  </a:lnTo>
                  <a:lnTo>
                    <a:pt x="44048" y="11582"/>
                  </a:lnTo>
                  <a:lnTo>
                    <a:pt x="40467" y="8001"/>
                  </a:lnTo>
                  <a:lnTo>
                    <a:pt x="40467" y="5372"/>
                  </a:lnTo>
                  <a:lnTo>
                    <a:pt x="37837" y="5372"/>
                  </a:lnTo>
                  <a:lnTo>
                    <a:pt x="34256" y="1791"/>
                  </a:lnTo>
                  <a:lnTo>
                    <a:pt x="32465" y="1791"/>
                  </a:lnTo>
                  <a:lnTo>
                    <a:pt x="30675" y="0"/>
                  </a:lnTo>
                  <a:lnTo>
                    <a:pt x="15164" y="0"/>
                  </a:lnTo>
                  <a:close/>
                </a:path>
              </a:pathLst>
            </a:custGeom>
            <a:solidFill>
              <a:srgbClr val="437CB0"/>
            </a:solidFill>
            <a:ln>
              <a:noFill/>
            </a:ln>
          </p:spPr>
        </p:sp>
        <p:sp>
          <p:nvSpPr>
            <p:cNvPr id="17778" name="Graph element 2471"/>
            <p:cNvSpPr/>
            <p:nvPr/>
          </p:nvSpPr>
          <p:spPr>
            <a:xfrm>
              <a:off x="691515" y="784625"/>
              <a:ext cx="45838" cy="47629"/>
            </a:xfrm>
            <a:custGeom>
              <a:avLst/>
              <a:gdLst/>
              <a:ahLst/>
              <a:cxnLst/>
              <a:rect l="0" t="0" r="r" b="b"/>
              <a:pathLst>
                <a:path w="45838" h="47629" stroke="0" extrusionOk="0">
                  <a:moveTo>
                    <a:pt x="18745" y="0"/>
                  </a:moveTo>
                  <a:lnTo>
                    <a:pt x="16954" y="1791"/>
                  </a:lnTo>
                  <a:lnTo>
                    <a:pt x="13373" y="1791"/>
                  </a:lnTo>
                  <a:lnTo>
                    <a:pt x="11582" y="3581"/>
                  </a:lnTo>
                  <a:lnTo>
                    <a:pt x="9792" y="3581"/>
                  </a:lnTo>
                  <a:lnTo>
                    <a:pt x="3581" y="9792"/>
                  </a:lnTo>
                  <a:lnTo>
                    <a:pt x="3581" y="11582"/>
                  </a:lnTo>
                  <a:lnTo>
                    <a:pt x="1791" y="13373"/>
                  </a:lnTo>
                  <a:lnTo>
                    <a:pt x="1791" y="15164"/>
                  </a:lnTo>
                  <a:lnTo>
                    <a:pt x="0" y="16954"/>
                  </a:lnTo>
                  <a:lnTo>
                    <a:pt x="0" y="30675"/>
                  </a:lnTo>
                  <a:lnTo>
                    <a:pt x="1791" y="32465"/>
                  </a:lnTo>
                  <a:lnTo>
                    <a:pt x="1791" y="34256"/>
                  </a:lnTo>
                  <a:lnTo>
                    <a:pt x="5372" y="37837"/>
                  </a:lnTo>
                  <a:lnTo>
                    <a:pt x="5372" y="39628"/>
                  </a:lnTo>
                  <a:lnTo>
                    <a:pt x="8001" y="42257"/>
                  </a:lnTo>
                  <a:lnTo>
                    <a:pt x="9792" y="42257"/>
                  </a:lnTo>
                  <a:lnTo>
                    <a:pt x="13373" y="45838"/>
                  </a:lnTo>
                  <a:lnTo>
                    <a:pt x="18745" y="45838"/>
                  </a:lnTo>
                  <a:lnTo>
                    <a:pt x="20535" y="47629"/>
                  </a:lnTo>
                  <a:lnTo>
                    <a:pt x="27094" y="47629"/>
                  </a:lnTo>
                  <a:lnTo>
                    <a:pt x="28884" y="45838"/>
                  </a:lnTo>
                  <a:lnTo>
                    <a:pt x="32465" y="45838"/>
                  </a:lnTo>
                  <a:lnTo>
                    <a:pt x="34256" y="44048"/>
                  </a:lnTo>
                  <a:lnTo>
                    <a:pt x="36046" y="44048"/>
                  </a:lnTo>
                  <a:lnTo>
                    <a:pt x="44048" y="36046"/>
                  </a:lnTo>
                  <a:lnTo>
                    <a:pt x="44048" y="34256"/>
                  </a:lnTo>
                  <a:lnTo>
                    <a:pt x="45838" y="32465"/>
                  </a:lnTo>
                  <a:lnTo>
                    <a:pt x="45838" y="15164"/>
                  </a:lnTo>
                  <a:lnTo>
                    <a:pt x="44048" y="13373"/>
                  </a:lnTo>
                  <a:lnTo>
                    <a:pt x="44048" y="11582"/>
                  </a:lnTo>
                  <a:lnTo>
                    <a:pt x="36046" y="3581"/>
                  </a:lnTo>
                  <a:lnTo>
                    <a:pt x="34256" y="3581"/>
                  </a:lnTo>
                  <a:lnTo>
                    <a:pt x="32465" y="1791"/>
                  </a:lnTo>
                  <a:lnTo>
                    <a:pt x="30675" y="1791"/>
                  </a:lnTo>
                  <a:lnTo>
                    <a:pt x="28884" y="0"/>
                  </a:lnTo>
                  <a:lnTo>
                    <a:pt x="18745" y="0"/>
                  </a:lnTo>
                  <a:close/>
                </a:path>
              </a:pathLst>
            </a:custGeom>
            <a:solidFill>
              <a:srgbClr val="437CB0"/>
            </a:solidFill>
            <a:ln>
              <a:noFill/>
            </a:ln>
          </p:spPr>
        </p:sp>
        <p:sp>
          <p:nvSpPr>
            <p:cNvPr id="17779" name="Graph element 2472"/>
            <p:cNvSpPr/>
            <p:nvPr/>
          </p:nvSpPr>
          <p:spPr>
            <a:xfrm>
              <a:off x="793578" y="779253"/>
              <a:ext cx="44048" cy="44048"/>
            </a:xfrm>
            <a:custGeom>
              <a:avLst/>
              <a:gdLst/>
              <a:ahLst/>
              <a:cxnLst/>
              <a:rect l="0" t="0" r="r" b="b"/>
              <a:pathLst>
                <a:path w="44048" h="44048" stroke="0" extrusionOk="0">
                  <a:moveTo>
                    <a:pt x="16954" y="0"/>
                  </a:moveTo>
                  <a:lnTo>
                    <a:pt x="15164" y="1791"/>
                  </a:lnTo>
                  <a:lnTo>
                    <a:pt x="13373" y="1791"/>
                  </a:lnTo>
                  <a:lnTo>
                    <a:pt x="11582" y="3581"/>
                  </a:lnTo>
                  <a:lnTo>
                    <a:pt x="9792" y="3581"/>
                  </a:lnTo>
                  <a:lnTo>
                    <a:pt x="3581" y="9792"/>
                  </a:lnTo>
                  <a:lnTo>
                    <a:pt x="3581" y="11582"/>
                  </a:lnTo>
                  <a:lnTo>
                    <a:pt x="1791" y="13373"/>
                  </a:lnTo>
                  <a:lnTo>
                    <a:pt x="1791" y="16954"/>
                  </a:lnTo>
                  <a:lnTo>
                    <a:pt x="0" y="18745"/>
                  </a:lnTo>
                  <a:lnTo>
                    <a:pt x="0" y="27094"/>
                  </a:lnTo>
                  <a:lnTo>
                    <a:pt x="1791" y="28884"/>
                  </a:lnTo>
                  <a:lnTo>
                    <a:pt x="1791" y="30675"/>
                  </a:lnTo>
                  <a:lnTo>
                    <a:pt x="3581" y="32465"/>
                  </a:lnTo>
                  <a:lnTo>
                    <a:pt x="3581" y="34256"/>
                  </a:lnTo>
                  <a:lnTo>
                    <a:pt x="11582" y="42257"/>
                  </a:lnTo>
                  <a:lnTo>
                    <a:pt x="13373" y="42257"/>
                  </a:lnTo>
                  <a:lnTo>
                    <a:pt x="15164" y="44048"/>
                  </a:lnTo>
                  <a:lnTo>
                    <a:pt x="28884" y="44048"/>
                  </a:lnTo>
                  <a:lnTo>
                    <a:pt x="30675" y="42257"/>
                  </a:lnTo>
                  <a:lnTo>
                    <a:pt x="32465" y="42257"/>
                  </a:lnTo>
                  <a:lnTo>
                    <a:pt x="34256" y="40467"/>
                  </a:lnTo>
                  <a:lnTo>
                    <a:pt x="36046" y="40467"/>
                  </a:lnTo>
                  <a:lnTo>
                    <a:pt x="40467" y="36046"/>
                  </a:lnTo>
                  <a:lnTo>
                    <a:pt x="40467" y="34256"/>
                  </a:lnTo>
                  <a:lnTo>
                    <a:pt x="44048" y="30675"/>
                  </a:lnTo>
                  <a:lnTo>
                    <a:pt x="44048" y="15164"/>
                  </a:lnTo>
                  <a:lnTo>
                    <a:pt x="42257" y="13373"/>
                  </a:lnTo>
                  <a:lnTo>
                    <a:pt x="42257" y="11582"/>
                  </a:lnTo>
                  <a:lnTo>
                    <a:pt x="38676" y="8001"/>
                  </a:lnTo>
                  <a:lnTo>
                    <a:pt x="38676" y="5372"/>
                  </a:lnTo>
                  <a:lnTo>
                    <a:pt x="36046" y="5372"/>
                  </a:lnTo>
                  <a:lnTo>
                    <a:pt x="32465" y="1791"/>
                  </a:lnTo>
                  <a:lnTo>
                    <a:pt x="28884" y="1791"/>
                  </a:lnTo>
                  <a:lnTo>
                    <a:pt x="27094" y="0"/>
                  </a:lnTo>
                  <a:lnTo>
                    <a:pt x="16954" y="0"/>
                  </a:lnTo>
                  <a:close/>
                </a:path>
              </a:pathLst>
            </a:custGeom>
            <a:solidFill>
              <a:srgbClr val="437CB0"/>
            </a:solidFill>
            <a:ln>
              <a:noFill/>
            </a:ln>
          </p:spPr>
        </p:sp>
        <p:sp>
          <p:nvSpPr>
            <p:cNvPr id="17780" name="Graph element 2473"/>
            <p:cNvSpPr/>
            <p:nvPr/>
          </p:nvSpPr>
          <p:spPr>
            <a:xfrm>
              <a:off x="643170" y="716583"/>
              <a:ext cx="47629" cy="47629"/>
            </a:xfrm>
            <a:custGeom>
              <a:avLst/>
              <a:gdLst/>
              <a:ahLst/>
              <a:cxnLst/>
              <a:rect l="0" t="0" r="r" b="b"/>
              <a:pathLst>
                <a:path w="47629" h="47629" stroke="0" extrusionOk="0">
                  <a:moveTo>
                    <a:pt x="16954" y="0"/>
                  </a:moveTo>
                  <a:lnTo>
                    <a:pt x="15164" y="1791"/>
                  </a:lnTo>
                  <a:lnTo>
                    <a:pt x="13373" y="1791"/>
                  </a:lnTo>
                  <a:lnTo>
                    <a:pt x="11582" y="3581"/>
                  </a:lnTo>
                  <a:lnTo>
                    <a:pt x="9792" y="3581"/>
                  </a:lnTo>
                  <a:lnTo>
                    <a:pt x="3581" y="9792"/>
                  </a:lnTo>
                  <a:lnTo>
                    <a:pt x="3581" y="11582"/>
                  </a:lnTo>
                  <a:lnTo>
                    <a:pt x="1791" y="13373"/>
                  </a:lnTo>
                  <a:lnTo>
                    <a:pt x="1791" y="15164"/>
                  </a:lnTo>
                  <a:lnTo>
                    <a:pt x="0" y="16954"/>
                  </a:lnTo>
                  <a:lnTo>
                    <a:pt x="0" y="30675"/>
                  </a:lnTo>
                  <a:lnTo>
                    <a:pt x="1791" y="32465"/>
                  </a:lnTo>
                  <a:lnTo>
                    <a:pt x="1791" y="34256"/>
                  </a:lnTo>
                  <a:lnTo>
                    <a:pt x="3581" y="36046"/>
                  </a:lnTo>
                  <a:lnTo>
                    <a:pt x="3581" y="37837"/>
                  </a:lnTo>
                  <a:lnTo>
                    <a:pt x="9792" y="44048"/>
                  </a:lnTo>
                  <a:lnTo>
                    <a:pt x="11582" y="44048"/>
                  </a:lnTo>
                  <a:lnTo>
                    <a:pt x="13373" y="45838"/>
                  </a:lnTo>
                  <a:lnTo>
                    <a:pt x="15164" y="45838"/>
                  </a:lnTo>
                  <a:lnTo>
                    <a:pt x="16954" y="47629"/>
                  </a:lnTo>
                  <a:lnTo>
                    <a:pt x="32465" y="47629"/>
                  </a:lnTo>
                  <a:lnTo>
                    <a:pt x="34256" y="45838"/>
                  </a:lnTo>
                  <a:lnTo>
                    <a:pt x="36046" y="45838"/>
                  </a:lnTo>
                  <a:lnTo>
                    <a:pt x="44048" y="37837"/>
                  </a:lnTo>
                  <a:lnTo>
                    <a:pt x="44048" y="36046"/>
                  </a:lnTo>
                  <a:lnTo>
                    <a:pt x="45838" y="34256"/>
                  </a:lnTo>
                  <a:lnTo>
                    <a:pt x="45838" y="32465"/>
                  </a:lnTo>
                  <a:lnTo>
                    <a:pt x="47629" y="30675"/>
                  </a:lnTo>
                  <a:lnTo>
                    <a:pt x="47629" y="16954"/>
                  </a:lnTo>
                  <a:lnTo>
                    <a:pt x="45838" y="15164"/>
                  </a:lnTo>
                  <a:lnTo>
                    <a:pt x="45838" y="13373"/>
                  </a:lnTo>
                  <a:lnTo>
                    <a:pt x="44048" y="11582"/>
                  </a:lnTo>
                  <a:lnTo>
                    <a:pt x="44048" y="9792"/>
                  </a:lnTo>
                  <a:lnTo>
                    <a:pt x="37837" y="3581"/>
                  </a:lnTo>
                  <a:lnTo>
                    <a:pt x="36046" y="3581"/>
                  </a:lnTo>
                  <a:lnTo>
                    <a:pt x="34256" y="1791"/>
                  </a:lnTo>
                  <a:lnTo>
                    <a:pt x="32465" y="1791"/>
                  </a:lnTo>
                  <a:lnTo>
                    <a:pt x="30675" y="0"/>
                  </a:lnTo>
                  <a:lnTo>
                    <a:pt x="16954" y="0"/>
                  </a:lnTo>
                  <a:close/>
                </a:path>
              </a:pathLst>
            </a:custGeom>
            <a:solidFill>
              <a:srgbClr val="437CB0"/>
            </a:solidFill>
            <a:ln>
              <a:noFill/>
            </a:ln>
          </p:spPr>
        </p:sp>
        <p:sp>
          <p:nvSpPr>
            <p:cNvPr id="17781" name="Graph element 2474"/>
            <p:cNvSpPr/>
            <p:nvPr/>
          </p:nvSpPr>
          <p:spPr>
            <a:xfrm>
              <a:off x="453371" y="673610"/>
              <a:ext cx="51210" cy="47629"/>
            </a:xfrm>
            <a:custGeom>
              <a:avLst/>
              <a:gdLst/>
              <a:ahLst/>
              <a:cxnLst/>
              <a:rect l="0" t="0" r="r" b="b"/>
              <a:pathLst>
                <a:path w="51210" h="47629" stroke="0" extrusionOk="0">
                  <a:moveTo>
                    <a:pt x="38441" y="0"/>
                  </a:moveTo>
                  <a:lnTo>
                    <a:pt x="35811" y="2630"/>
                  </a:lnTo>
                  <a:lnTo>
                    <a:pt x="35811" y="4420"/>
                  </a:lnTo>
                  <a:lnTo>
                    <a:pt x="25907" y="14325"/>
                  </a:lnTo>
                  <a:lnTo>
                    <a:pt x="24116" y="14325"/>
                  </a:lnTo>
                  <a:lnTo>
                    <a:pt x="22326" y="16115"/>
                  </a:lnTo>
                  <a:lnTo>
                    <a:pt x="20535" y="16115"/>
                  </a:lnTo>
                  <a:lnTo>
                    <a:pt x="18745" y="17906"/>
                  </a:lnTo>
                  <a:lnTo>
                    <a:pt x="5607" y="17906"/>
                  </a:lnTo>
                  <a:lnTo>
                    <a:pt x="3816" y="16115"/>
                  </a:lnTo>
                  <a:lnTo>
                    <a:pt x="0" y="16115"/>
                  </a:lnTo>
                  <a:lnTo>
                    <a:pt x="0" y="30675"/>
                  </a:lnTo>
                  <a:lnTo>
                    <a:pt x="1791" y="32465"/>
                  </a:lnTo>
                  <a:lnTo>
                    <a:pt x="1791" y="34256"/>
                  </a:lnTo>
                  <a:lnTo>
                    <a:pt x="11582" y="44048"/>
                  </a:lnTo>
                  <a:lnTo>
                    <a:pt x="13373" y="44048"/>
                  </a:lnTo>
                  <a:lnTo>
                    <a:pt x="15164" y="45838"/>
                  </a:lnTo>
                  <a:lnTo>
                    <a:pt x="18745" y="45838"/>
                  </a:lnTo>
                  <a:lnTo>
                    <a:pt x="20535" y="47629"/>
                  </a:lnTo>
                  <a:lnTo>
                    <a:pt x="30675" y="47629"/>
                  </a:lnTo>
                  <a:lnTo>
                    <a:pt x="32465" y="45838"/>
                  </a:lnTo>
                  <a:lnTo>
                    <a:pt x="36046" y="45838"/>
                  </a:lnTo>
                  <a:lnTo>
                    <a:pt x="39628" y="42257"/>
                  </a:lnTo>
                  <a:lnTo>
                    <a:pt x="41418" y="42257"/>
                  </a:lnTo>
                  <a:lnTo>
                    <a:pt x="47629" y="36046"/>
                  </a:lnTo>
                  <a:lnTo>
                    <a:pt x="47629" y="34256"/>
                  </a:lnTo>
                  <a:lnTo>
                    <a:pt x="49420" y="32465"/>
                  </a:lnTo>
                  <a:lnTo>
                    <a:pt x="49420" y="30675"/>
                  </a:lnTo>
                  <a:lnTo>
                    <a:pt x="51210" y="28884"/>
                  </a:lnTo>
                  <a:lnTo>
                    <a:pt x="51210" y="15164"/>
                  </a:lnTo>
                  <a:lnTo>
                    <a:pt x="49420" y="13373"/>
                  </a:lnTo>
                  <a:lnTo>
                    <a:pt x="49420" y="9792"/>
                  </a:lnTo>
                  <a:lnTo>
                    <a:pt x="45838" y="6211"/>
                  </a:lnTo>
                  <a:lnTo>
                    <a:pt x="45838" y="4420"/>
                  </a:lnTo>
                  <a:lnTo>
                    <a:pt x="41418" y="0"/>
                  </a:lnTo>
                  <a:lnTo>
                    <a:pt x="38441" y="0"/>
                  </a:lnTo>
                  <a:close/>
                </a:path>
              </a:pathLst>
            </a:custGeom>
            <a:solidFill>
              <a:srgbClr val="437CB0"/>
            </a:solidFill>
            <a:ln>
              <a:noFill/>
            </a:ln>
          </p:spPr>
        </p:sp>
        <p:sp>
          <p:nvSpPr>
            <p:cNvPr id="17782" name="Graph element 2475"/>
            <p:cNvSpPr/>
            <p:nvPr/>
          </p:nvSpPr>
          <p:spPr>
            <a:xfrm>
              <a:off x="439046" y="639589"/>
              <a:ext cx="42615" cy="51445"/>
            </a:xfrm>
            <a:custGeom>
              <a:avLst/>
              <a:gdLst/>
              <a:ahLst/>
              <a:cxnLst/>
              <a:rect l="0" t="0" r="r" b="b"/>
              <a:pathLst>
                <a:path w="42615" h="51445" stroke="0" extrusionOk="0">
                  <a:moveTo>
                    <a:pt x="18745" y="0"/>
                  </a:moveTo>
                  <a:lnTo>
                    <a:pt x="16954" y="1791"/>
                  </a:lnTo>
                  <a:lnTo>
                    <a:pt x="15164" y="1791"/>
                  </a:lnTo>
                  <a:lnTo>
                    <a:pt x="13373" y="3581"/>
                  </a:lnTo>
                  <a:lnTo>
                    <a:pt x="11582" y="3581"/>
                  </a:lnTo>
                  <a:lnTo>
                    <a:pt x="3581" y="11582"/>
                  </a:lnTo>
                  <a:lnTo>
                    <a:pt x="3581" y="13373"/>
                  </a:lnTo>
                  <a:lnTo>
                    <a:pt x="1791" y="15164"/>
                  </a:lnTo>
                  <a:lnTo>
                    <a:pt x="1791" y="18745"/>
                  </a:lnTo>
                  <a:lnTo>
                    <a:pt x="0" y="20535"/>
                  </a:lnTo>
                  <a:lnTo>
                    <a:pt x="0" y="32465"/>
                  </a:lnTo>
                  <a:lnTo>
                    <a:pt x="1791" y="34256"/>
                  </a:lnTo>
                  <a:lnTo>
                    <a:pt x="1791" y="36046"/>
                  </a:lnTo>
                  <a:lnTo>
                    <a:pt x="3581" y="37837"/>
                  </a:lnTo>
                  <a:lnTo>
                    <a:pt x="3581" y="39628"/>
                  </a:lnTo>
                  <a:lnTo>
                    <a:pt x="15399" y="51445"/>
                  </a:lnTo>
                  <a:lnTo>
                    <a:pt x="15399" y="44999"/>
                  </a:lnTo>
                  <a:lnTo>
                    <a:pt x="18980" y="41418"/>
                  </a:lnTo>
                  <a:lnTo>
                    <a:pt x="18980" y="39628"/>
                  </a:lnTo>
                  <a:lnTo>
                    <a:pt x="25303" y="33304"/>
                  </a:lnTo>
                  <a:lnTo>
                    <a:pt x="27094" y="33304"/>
                  </a:lnTo>
                  <a:lnTo>
                    <a:pt x="28884" y="31514"/>
                  </a:lnTo>
                  <a:lnTo>
                    <a:pt x="30675" y="31514"/>
                  </a:lnTo>
                  <a:lnTo>
                    <a:pt x="32465" y="29723"/>
                  </a:lnTo>
                  <a:lnTo>
                    <a:pt x="42615" y="29723"/>
                  </a:lnTo>
                  <a:lnTo>
                    <a:pt x="42615" y="26858"/>
                  </a:lnTo>
                  <a:lnTo>
                    <a:pt x="41418" y="26858"/>
                  </a:lnTo>
                  <a:lnTo>
                    <a:pt x="37837" y="23277"/>
                  </a:lnTo>
                  <a:lnTo>
                    <a:pt x="36046" y="23277"/>
                  </a:lnTo>
                  <a:lnTo>
                    <a:pt x="35095" y="22326"/>
                  </a:lnTo>
                  <a:lnTo>
                    <a:pt x="35095" y="20535"/>
                  </a:lnTo>
                  <a:lnTo>
                    <a:pt x="31514" y="16954"/>
                  </a:lnTo>
                  <a:lnTo>
                    <a:pt x="31514" y="15164"/>
                  </a:lnTo>
                  <a:lnTo>
                    <a:pt x="29723" y="13373"/>
                  </a:lnTo>
                  <a:lnTo>
                    <a:pt x="29723" y="9792"/>
                  </a:lnTo>
                  <a:lnTo>
                    <a:pt x="27933" y="8001"/>
                  </a:lnTo>
                  <a:lnTo>
                    <a:pt x="27933" y="0"/>
                  </a:lnTo>
                  <a:lnTo>
                    <a:pt x="18745" y="0"/>
                  </a:lnTo>
                  <a:close/>
                </a:path>
              </a:pathLst>
            </a:custGeom>
            <a:solidFill>
              <a:srgbClr val="437CB0"/>
            </a:solidFill>
            <a:ln>
              <a:noFill/>
            </a:ln>
          </p:spPr>
        </p:sp>
        <p:sp>
          <p:nvSpPr>
            <p:cNvPr id="17783" name="Graph element 2476"/>
            <p:cNvSpPr/>
            <p:nvPr/>
          </p:nvSpPr>
          <p:spPr>
            <a:xfrm>
              <a:off x="506852" y="621683"/>
              <a:ext cx="46074" cy="53594"/>
            </a:xfrm>
            <a:custGeom>
              <a:avLst/>
              <a:gdLst/>
              <a:ahLst/>
              <a:cxnLst/>
              <a:rect l="0" t="0" r="r" b="b"/>
              <a:pathLst>
                <a:path w="46074" h="53594" stroke="0" extrusionOk="0">
                  <a:moveTo>
                    <a:pt x="18980" y="0"/>
                  </a:moveTo>
                  <a:lnTo>
                    <a:pt x="17189" y="1791"/>
                  </a:lnTo>
                  <a:lnTo>
                    <a:pt x="11818" y="1791"/>
                  </a:lnTo>
                  <a:lnTo>
                    <a:pt x="10027" y="3581"/>
                  </a:lnTo>
                  <a:lnTo>
                    <a:pt x="7397" y="3581"/>
                  </a:lnTo>
                  <a:lnTo>
                    <a:pt x="7397" y="7397"/>
                  </a:lnTo>
                  <a:lnTo>
                    <a:pt x="9188" y="9188"/>
                  </a:lnTo>
                  <a:lnTo>
                    <a:pt x="9188" y="10979"/>
                  </a:lnTo>
                  <a:lnTo>
                    <a:pt x="10979" y="12769"/>
                  </a:lnTo>
                  <a:lnTo>
                    <a:pt x="10979" y="14560"/>
                  </a:lnTo>
                  <a:lnTo>
                    <a:pt x="12769" y="16350"/>
                  </a:lnTo>
                  <a:lnTo>
                    <a:pt x="12769" y="27698"/>
                  </a:lnTo>
                  <a:lnTo>
                    <a:pt x="10979" y="29488"/>
                  </a:lnTo>
                  <a:lnTo>
                    <a:pt x="10979" y="33069"/>
                  </a:lnTo>
                  <a:lnTo>
                    <a:pt x="7397" y="36650"/>
                  </a:lnTo>
                  <a:lnTo>
                    <a:pt x="7397" y="38441"/>
                  </a:lnTo>
                  <a:lnTo>
                    <a:pt x="0" y="45838"/>
                  </a:lnTo>
                  <a:lnTo>
                    <a:pt x="4655" y="45838"/>
                  </a:lnTo>
                  <a:lnTo>
                    <a:pt x="8237" y="49420"/>
                  </a:lnTo>
                  <a:lnTo>
                    <a:pt x="10027" y="49420"/>
                  </a:lnTo>
                  <a:lnTo>
                    <a:pt x="11818" y="51210"/>
                  </a:lnTo>
                  <a:lnTo>
                    <a:pt x="18980" y="51210"/>
                  </a:lnTo>
                  <a:lnTo>
                    <a:pt x="21364" y="53594"/>
                  </a:lnTo>
                  <a:lnTo>
                    <a:pt x="23748" y="51210"/>
                  </a:lnTo>
                  <a:lnTo>
                    <a:pt x="30910" y="51210"/>
                  </a:lnTo>
                  <a:lnTo>
                    <a:pt x="34491" y="47629"/>
                  </a:lnTo>
                  <a:lnTo>
                    <a:pt x="36282" y="47629"/>
                  </a:lnTo>
                  <a:lnTo>
                    <a:pt x="42493" y="41418"/>
                  </a:lnTo>
                  <a:lnTo>
                    <a:pt x="42493" y="39628"/>
                  </a:lnTo>
                  <a:lnTo>
                    <a:pt x="44283" y="37837"/>
                  </a:lnTo>
                  <a:lnTo>
                    <a:pt x="44283" y="36046"/>
                  </a:lnTo>
                  <a:lnTo>
                    <a:pt x="46074" y="34256"/>
                  </a:lnTo>
                  <a:lnTo>
                    <a:pt x="46074" y="18745"/>
                  </a:lnTo>
                  <a:lnTo>
                    <a:pt x="44283" y="16954"/>
                  </a:lnTo>
                  <a:lnTo>
                    <a:pt x="44283" y="15164"/>
                  </a:lnTo>
                  <a:lnTo>
                    <a:pt x="42493" y="13373"/>
                  </a:lnTo>
                  <a:lnTo>
                    <a:pt x="42493" y="11582"/>
                  </a:lnTo>
                  <a:lnTo>
                    <a:pt x="36282" y="5372"/>
                  </a:lnTo>
                  <a:lnTo>
                    <a:pt x="34491" y="5372"/>
                  </a:lnTo>
                  <a:lnTo>
                    <a:pt x="30910" y="1791"/>
                  </a:lnTo>
                  <a:lnTo>
                    <a:pt x="23748" y="1791"/>
                  </a:lnTo>
                  <a:lnTo>
                    <a:pt x="21957" y="0"/>
                  </a:lnTo>
                  <a:lnTo>
                    <a:pt x="18980" y="0"/>
                  </a:lnTo>
                  <a:close/>
                </a:path>
              </a:pathLst>
            </a:custGeom>
            <a:solidFill>
              <a:srgbClr val="437CB0"/>
            </a:solidFill>
            <a:ln>
              <a:noFill/>
            </a:ln>
          </p:spPr>
        </p:sp>
        <p:sp>
          <p:nvSpPr>
            <p:cNvPr id="17784" name="Graph element 2477"/>
            <p:cNvSpPr/>
            <p:nvPr/>
          </p:nvSpPr>
          <p:spPr>
            <a:xfrm>
              <a:off x="465669" y="618102"/>
              <a:ext cx="49890" cy="51210"/>
            </a:xfrm>
            <a:custGeom>
              <a:avLst/>
              <a:gdLst/>
              <a:ahLst/>
              <a:cxnLst/>
              <a:rect l="0" t="0" r="r" b="b"/>
              <a:pathLst>
                <a:path w="49890" h="51210" stroke="0" extrusionOk="0">
                  <a:moveTo>
                    <a:pt x="20771" y="0"/>
                  </a:moveTo>
                  <a:lnTo>
                    <a:pt x="18980" y="1791"/>
                  </a:lnTo>
                  <a:lnTo>
                    <a:pt x="17189" y="1791"/>
                  </a:lnTo>
                  <a:lnTo>
                    <a:pt x="15399" y="3581"/>
                  </a:lnTo>
                  <a:lnTo>
                    <a:pt x="13608" y="3581"/>
                  </a:lnTo>
                  <a:lnTo>
                    <a:pt x="5607" y="11582"/>
                  </a:lnTo>
                  <a:lnTo>
                    <a:pt x="5607" y="13373"/>
                  </a:lnTo>
                  <a:lnTo>
                    <a:pt x="3816" y="15164"/>
                  </a:lnTo>
                  <a:lnTo>
                    <a:pt x="3816" y="16954"/>
                  </a:lnTo>
                  <a:lnTo>
                    <a:pt x="0" y="20771"/>
                  </a:lnTo>
                  <a:lnTo>
                    <a:pt x="4655" y="20771"/>
                  </a:lnTo>
                  <a:lnTo>
                    <a:pt x="6446" y="22561"/>
                  </a:lnTo>
                  <a:lnTo>
                    <a:pt x="10027" y="22561"/>
                  </a:lnTo>
                  <a:lnTo>
                    <a:pt x="11818" y="24352"/>
                  </a:lnTo>
                  <a:lnTo>
                    <a:pt x="13608" y="24352"/>
                  </a:lnTo>
                  <a:lnTo>
                    <a:pt x="21722" y="32465"/>
                  </a:lnTo>
                  <a:lnTo>
                    <a:pt x="21722" y="34256"/>
                  </a:lnTo>
                  <a:lnTo>
                    <a:pt x="23513" y="36046"/>
                  </a:lnTo>
                  <a:lnTo>
                    <a:pt x="23513" y="37837"/>
                  </a:lnTo>
                  <a:lnTo>
                    <a:pt x="25303" y="39628"/>
                  </a:lnTo>
                  <a:lnTo>
                    <a:pt x="25303" y="51210"/>
                  </a:lnTo>
                  <a:lnTo>
                    <a:pt x="36282" y="51210"/>
                  </a:lnTo>
                  <a:lnTo>
                    <a:pt x="38072" y="49420"/>
                  </a:lnTo>
                  <a:lnTo>
                    <a:pt x="39863" y="49420"/>
                  </a:lnTo>
                  <a:lnTo>
                    <a:pt x="43086" y="46197"/>
                  </a:lnTo>
                  <a:lnTo>
                    <a:pt x="38911" y="42022"/>
                  </a:lnTo>
                  <a:lnTo>
                    <a:pt x="38911" y="40231"/>
                  </a:lnTo>
                  <a:lnTo>
                    <a:pt x="37121" y="38441"/>
                  </a:lnTo>
                  <a:lnTo>
                    <a:pt x="37121" y="31279"/>
                  </a:lnTo>
                  <a:lnTo>
                    <a:pt x="35924" y="30081"/>
                  </a:lnTo>
                  <a:lnTo>
                    <a:pt x="37121" y="28884"/>
                  </a:lnTo>
                  <a:lnTo>
                    <a:pt x="37121" y="21722"/>
                  </a:lnTo>
                  <a:lnTo>
                    <a:pt x="38911" y="19931"/>
                  </a:lnTo>
                  <a:lnTo>
                    <a:pt x="38911" y="18141"/>
                  </a:lnTo>
                  <a:lnTo>
                    <a:pt x="42493" y="14560"/>
                  </a:lnTo>
                  <a:lnTo>
                    <a:pt x="42493" y="12769"/>
                  </a:lnTo>
                  <a:lnTo>
                    <a:pt x="45235" y="10027"/>
                  </a:lnTo>
                  <a:lnTo>
                    <a:pt x="49890" y="10027"/>
                  </a:lnTo>
                  <a:lnTo>
                    <a:pt x="45235" y="5372"/>
                  </a:lnTo>
                  <a:lnTo>
                    <a:pt x="43444" y="5372"/>
                  </a:lnTo>
                  <a:lnTo>
                    <a:pt x="39863" y="1791"/>
                  </a:lnTo>
                  <a:lnTo>
                    <a:pt x="36282" y="1791"/>
                  </a:lnTo>
                  <a:lnTo>
                    <a:pt x="34491" y="0"/>
                  </a:lnTo>
                  <a:lnTo>
                    <a:pt x="20771" y="0"/>
                  </a:lnTo>
                  <a:close/>
                </a:path>
              </a:pathLst>
            </a:custGeom>
            <a:solidFill>
              <a:srgbClr val="437CB0"/>
            </a:solidFill>
            <a:ln>
              <a:noFill/>
            </a:ln>
          </p:spPr>
        </p:sp>
        <p:sp>
          <p:nvSpPr>
            <p:cNvPr id="17785" name="Graph element 2478"/>
            <p:cNvSpPr/>
            <p:nvPr/>
          </p:nvSpPr>
          <p:spPr>
            <a:xfrm>
              <a:off x="541108" y="405025"/>
              <a:ext cx="51210" cy="51210"/>
            </a:xfrm>
            <a:custGeom>
              <a:avLst/>
              <a:gdLst/>
              <a:ahLst/>
              <a:cxnLst/>
              <a:rect l="0" t="0" r="r" b="b"/>
              <a:pathLst>
                <a:path w="51210" h="51210" stroke="0" extrusionOk="0">
                  <a:moveTo>
                    <a:pt x="20535" y="0"/>
                  </a:moveTo>
                  <a:lnTo>
                    <a:pt x="18745" y="1791"/>
                  </a:lnTo>
                  <a:lnTo>
                    <a:pt x="15164" y="1791"/>
                  </a:lnTo>
                  <a:lnTo>
                    <a:pt x="13373" y="3581"/>
                  </a:lnTo>
                  <a:lnTo>
                    <a:pt x="11582" y="3581"/>
                  </a:lnTo>
                  <a:lnTo>
                    <a:pt x="8001" y="7162"/>
                  </a:lnTo>
                  <a:lnTo>
                    <a:pt x="5372" y="7162"/>
                  </a:lnTo>
                  <a:lnTo>
                    <a:pt x="5372" y="9792"/>
                  </a:lnTo>
                  <a:lnTo>
                    <a:pt x="1791" y="13373"/>
                  </a:lnTo>
                  <a:lnTo>
                    <a:pt x="1791" y="15164"/>
                  </a:lnTo>
                  <a:lnTo>
                    <a:pt x="0" y="16954"/>
                  </a:lnTo>
                  <a:lnTo>
                    <a:pt x="0" y="36046"/>
                  </a:lnTo>
                  <a:lnTo>
                    <a:pt x="3581" y="39628"/>
                  </a:lnTo>
                  <a:lnTo>
                    <a:pt x="3581" y="41418"/>
                  </a:lnTo>
                  <a:lnTo>
                    <a:pt x="9792" y="47629"/>
                  </a:lnTo>
                  <a:lnTo>
                    <a:pt x="11582" y="47629"/>
                  </a:lnTo>
                  <a:lnTo>
                    <a:pt x="13373" y="49420"/>
                  </a:lnTo>
                  <a:lnTo>
                    <a:pt x="15164" y="49420"/>
                  </a:lnTo>
                  <a:lnTo>
                    <a:pt x="16954" y="51210"/>
                  </a:lnTo>
                  <a:lnTo>
                    <a:pt x="34256" y="51210"/>
                  </a:lnTo>
                  <a:lnTo>
                    <a:pt x="37837" y="47629"/>
                  </a:lnTo>
                  <a:lnTo>
                    <a:pt x="39628" y="47629"/>
                  </a:lnTo>
                  <a:lnTo>
                    <a:pt x="47629" y="39628"/>
                  </a:lnTo>
                  <a:lnTo>
                    <a:pt x="47629" y="37837"/>
                  </a:lnTo>
                  <a:lnTo>
                    <a:pt x="49420" y="36046"/>
                  </a:lnTo>
                  <a:lnTo>
                    <a:pt x="49420" y="30675"/>
                  </a:lnTo>
                  <a:lnTo>
                    <a:pt x="51210" y="28884"/>
                  </a:lnTo>
                  <a:lnTo>
                    <a:pt x="51210" y="24116"/>
                  </a:lnTo>
                  <a:lnTo>
                    <a:pt x="49420" y="22326"/>
                  </a:lnTo>
                  <a:lnTo>
                    <a:pt x="49420" y="16954"/>
                  </a:lnTo>
                  <a:lnTo>
                    <a:pt x="47629" y="15164"/>
                  </a:lnTo>
                  <a:lnTo>
                    <a:pt x="47629" y="13373"/>
                  </a:lnTo>
                  <a:lnTo>
                    <a:pt x="44048" y="9792"/>
                  </a:lnTo>
                  <a:lnTo>
                    <a:pt x="44048" y="7162"/>
                  </a:lnTo>
                  <a:lnTo>
                    <a:pt x="41418" y="7162"/>
                  </a:lnTo>
                  <a:lnTo>
                    <a:pt x="37837" y="3581"/>
                  </a:lnTo>
                  <a:lnTo>
                    <a:pt x="36046" y="3581"/>
                  </a:lnTo>
                  <a:lnTo>
                    <a:pt x="34256" y="1791"/>
                  </a:lnTo>
                  <a:lnTo>
                    <a:pt x="30675" y="1791"/>
                  </a:lnTo>
                  <a:lnTo>
                    <a:pt x="28884" y="0"/>
                  </a:lnTo>
                  <a:lnTo>
                    <a:pt x="20535" y="0"/>
                  </a:lnTo>
                  <a:close/>
                </a:path>
              </a:pathLst>
            </a:custGeom>
            <a:solidFill>
              <a:srgbClr val="437CB0"/>
            </a:solidFill>
            <a:ln>
              <a:noFill/>
            </a:ln>
          </p:spPr>
        </p:sp>
        <p:sp>
          <p:nvSpPr>
            <p:cNvPr id="17786" name="Graph element 2479"/>
            <p:cNvSpPr/>
            <p:nvPr/>
          </p:nvSpPr>
          <p:spPr>
            <a:xfrm>
              <a:off x="251037" y="399654"/>
              <a:ext cx="56582" cy="54791"/>
            </a:xfrm>
            <a:custGeom>
              <a:avLst/>
              <a:gdLst/>
              <a:ahLst/>
              <a:cxnLst/>
              <a:rect l="0" t="0" r="r" b="b"/>
              <a:pathLst>
                <a:path w="56582" h="54791" stroke="0" extrusionOk="0">
                  <a:moveTo>
                    <a:pt x="20535" y="0"/>
                  </a:moveTo>
                  <a:lnTo>
                    <a:pt x="18745" y="1791"/>
                  </a:lnTo>
                  <a:lnTo>
                    <a:pt x="15164" y="1791"/>
                  </a:lnTo>
                  <a:lnTo>
                    <a:pt x="3581" y="13373"/>
                  </a:lnTo>
                  <a:lnTo>
                    <a:pt x="3581" y="15164"/>
                  </a:lnTo>
                  <a:lnTo>
                    <a:pt x="1791" y="16954"/>
                  </a:lnTo>
                  <a:lnTo>
                    <a:pt x="1791" y="24116"/>
                  </a:lnTo>
                  <a:lnTo>
                    <a:pt x="0" y="25907"/>
                  </a:lnTo>
                  <a:lnTo>
                    <a:pt x="0" y="28884"/>
                  </a:lnTo>
                  <a:lnTo>
                    <a:pt x="1791" y="30675"/>
                  </a:lnTo>
                  <a:lnTo>
                    <a:pt x="1791" y="37837"/>
                  </a:lnTo>
                  <a:lnTo>
                    <a:pt x="3581" y="39628"/>
                  </a:lnTo>
                  <a:lnTo>
                    <a:pt x="3581" y="41418"/>
                  </a:lnTo>
                  <a:lnTo>
                    <a:pt x="13373" y="51210"/>
                  </a:lnTo>
                  <a:lnTo>
                    <a:pt x="15164" y="51210"/>
                  </a:lnTo>
                  <a:lnTo>
                    <a:pt x="16954" y="53001"/>
                  </a:lnTo>
                  <a:lnTo>
                    <a:pt x="18745" y="53001"/>
                  </a:lnTo>
                  <a:lnTo>
                    <a:pt x="20535" y="54791"/>
                  </a:lnTo>
                  <a:lnTo>
                    <a:pt x="36046" y="54791"/>
                  </a:lnTo>
                  <a:lnTo>
                    <a:pt x="37837" y="53001"/>
                  </a:lnTo>
                  <a:lnTo>
                    <a:pt x="41418" y="53001"/>
                  </a:lnTo>
                  <a:lnTo>
                    <a:pt x="43209" y="51210"/>
                  </a:lnTo>
                  <a:lnTo>
                    <a:pt x="44999" y="51210"/>
                  </a:lnTo>
                  <a:lnTo>
                    <a:pt x="51210" y="44999"/>
                  </a:lnTo>
                  <a:lnTo>
                    <a:pt x="51210" y="43209"/>
                  </a:lnTo>
                  <a:lnTo>
                    <a:pt x="54791" y="39628"/>
                  </a:lnTo>
                  <a:lnTo>
                    <a:pt x="54791" y="36046"/>
                  </a:lnTo>
                  <a:lnTo>
                    <a:pt x="56582" y="34256"/>
                  </a:lnTo>
                  <a:lnTo>
                    <a:pt x="56582" y="20535"/>
                  </a:lnTo>
                  <a:lnTo>
                    <a:pt x="54791" y="18745"/>
                  </a:lnTo>
                  <a:lnTo>
                    <a:pt x="54791" y="15164"/>
                  </a:lnTo>
                  <a:lnTo>
                    <a:pt x="53001" y="13373"/>
                  </a:lnTo>
                  <a:lnTo>
                    <a:pt x="53001" y="11582"/>
                  </a:lnTo>
                  <a:lnTo>
                    <a:pt x="44999" y="3581"/>
                  </a:lnTo>
                  <a:lnTo>
                    <a:pt x="43209" y="3581"/>
                  </a:lnTo>
                  <a:lnTo>
                    <a:pt x="41418" y="1791"/>
                  </a:lnTo>
                  <a:lnTo>
                    <a:pt x="39628" y="1791"/>
                  </a:lnTo>
                  <a:lnTo>
                    <a:pt x="37837" y="0"/>
                  </a:lnTo>
                  <a:lnTo>
                    <a:pt x="20535" y="0"/>
                  </a:lnTo>
                  <a:close/>
                </a:path>
              </a:pathLst>
            </a:custGeom>
            <a:solidFill>
              <a:srgbClr val="437CB0"/>
            </a:solidFill>
            <a:ln>
              <a:noFill/>
            </a:ln>
          </p:spPr>
        </p:sp>
        <p:sp>
          <p:nvSpPr>
            <p:cNvPr id="17787" name="Graph element 2480"/>
            <p:cNvSpPr/>
            <p:nvPr/>
          </p:nvSpPr>
          <p:spPr>
            <a:xfrm>
              <a:off x="507507" y="627475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4379AC"/>
            </a:solidFill>
            <a:ln>
              <a:noFill/>
            </a:ln>
          </p:spPr>
        </p:sp>
        <p:sp>
          <p:nvSpPr>
            <p:cNvPr id="17788" name="Graph element 2481"/>
            <p:cNvSpPr/>
            <p:nvPr/>
          </p:nvSpPr>
          <p:spPr>
            <a:xfrm>
              <a:off x="863051" y="1357605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789" name="Graph element 2482"/>
            <p:cNvSpPr/>
            <p:nvPr/>
          </p:nvSpPr>
          <p:spPr>
            <a:xfrm>
              <a:off x="852308" y="1357605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790" name="Graph element 2483"/>
            <p:cNvSpPr/>
            <p:nvPr/>
          </p:nvSpPr>
          <p:spPr>
            <a:xfrm>
              <a:off x="802172" y="1357605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791" name="Graph element 2484"/>
            <p:cNvSpPr/>
            <p:nvPr/>
          </p:nvSpPr>
          <p:spPr>
            <a:xfrm>
              <a:off x="807544" y="1355814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792" name="Graph element 2485"/>
            <p:cNvSpPr/>
            <p:nvPr/>
          </p:nvSpPr>
          <p:spPr>
            <a:xfrm>
              <a:off x="795010" y="1355814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793" name="Graph element 2486"/>
            <p:cNvSpPr/>
            <p:nvPr/>
          </p:nvSpPr>
          <p:spPr>
            <a:xfrm>
              <a:off x="787848" y="1355814"/>
              <a:ext cx="3581" cy="2865"/>
            </a:xfrm>
            <a:custGeom>
              <a:avLst/>
              <a:gdLst/>
              <a:ahLst/>
              <a:cxnLst/>
              <a:rect l="0" t="0" r="r" b="b"/>
              <a:pathLst>
                <a:path w="3581" h="2865" stroke="0" extrusionOk="0">
                  <a:moveTo>
                    <a:pt x="3581" y="2865"/>
                  </a:moveTo>
                  <a:lnTo>
                    <a:pt x="358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3581" y="2865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794" name="Graph element 2487"/>
            <p:cNvSpPr/>
            <p:nvPr/>
          </p:nvSpPr>
          <p:spPr>
            <a:xfrm>
              <a:off x="901431" y="1354443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795" name="Graph element 2488"/>
            <p:cNvSpPr/>
            <p:nvPr/>
          </p:nvSpPr>
          <p:spPr>
            <a:xfrm>
              <a:off x="888119" y="1354024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796" name="Graph element 2489"/>
            <p:cNvSpPr/>
            <p:nvPr/>
          </p:nvSpPr>
          <p:spPr>
            <a:xfrm>
              <a:off x="872004" y="1354024"/>
              <a:ext cx="6385" cy="5249"/>
            </a:xfrm>
            <a:custGeom>
              <a:avLst/>
              <a:gdLst/>
              <a:ahLst/>
              <a:cxnLst/>
              <a:rect l="0" t="0" r="r" b="b"/>
              <a:pathLst>
                <a:path w="6385" h="5249" stroke="0" extrusionOk="0">
                  <a:moveTo>
                    <a:pt x="1197" y="2865"/>
                  </a:moveTo>
                  <a:lnTo>
                    <a:pt x="3581" y="5249"/>
                  </a:lnTo>
                  <a:lnTo>
                    <a:pt x="6385" y="2445"/>
                  </a:lnTo>
                  <a:lnTo>
                    <a:pt x="4359" y="420"/>
                  </a:lnTo>
                  <a:lnTo>
                    <a:pt x="3581" y="1197"/>
                  </a:lnTo>
                  <a:lnTo>
                    <a:pt x="2384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197" y="2865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797" name="Graph element 2490"/>
            <p:cNvSpPr/>
            <p:nvPr/>
          </p:nvSpPr>
          <p:spPr>
            <a:xfrm>
              <a:off x="781463" y="1354443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798" name="Graph element 2491"/>
            <p:cNvSpPr/>
            <p:nvPr/>
          </p:nvSpPr>
          <p:spPr>
            <a:xfrm>
              <a:off x="811903" y="1350862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0" y="3581"/>
                  </a:moveTo>
                  <a:lnTo>
                    <a:pt x="2026" y="5607"/>
                  </a:lnTo>
                  <a:lnTo>
                    <a:pt x="5607" y="2026"/>
                  </a:lnTo>
                  <a:lnTo>
                    <a:pt x="3581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799" name="Graph element 2492"/>
            <p:cNvSpPr/>
            <p:nvPr/>
          </p:nvSpPr>
          <p:spPr>
            <a:xfrm>
              <a:off x="843713" y="1345071"/>
              <a:ext cx="10385" cy="13189"/>
            </a:xfrm>
            <a:custGeom>
              <a:avLst/>
              <a:gdLst/>
              <a:ahLst/>
              <a:cxnLst/>
              <a:rect l="0" t="0" r="r" b="b"/>
              <a:pathLst>
                <a:path w="10385" h="13189" stroke="0" extrusionOk="0">
                  <a:moveTo>
                    <a:pt x="0" y="6211"/>
                  </a:moveTo>
                  <a:lnTo>
                    <a:pt x="0" y="9188"/>
                  </a:lnTo>
                  <a:lnTo>
                    <a:pt x="4001" y="13189"/>
                  </a:lnTo>
                  <a:lnTo>
                    <a:pt x="6026" y="11163"/>
                  </a:lnTo>
                  <a:lnTo>
                    <a:pt x="2865" y="8001"/>
                  </a:lnTo>
                  <a:lnTo>
                    <a:pt x="2865" y="7397"/>
                  </a:lnTo>
                  <a:lnTo>
                    <a:pt x="5607" y="4655"/>
                  </a:lnTo>
                  <a:lnTo>
                    <a:pt x="7397" y="4655"/>
                  </a:lnTo>
                  <a:lnTo>
                    <a:pt x="9188" y="2865"/>
                  </a:lnTo>
                  <a:lnTo>
                    <a:pt x="10385" y="2865"/>
                  </a:lnTo>
                  <a:lnTo>
                    <a:pt x="10385" y="0"/>
                  </a:lnTo>
                  <a:lnTo>
                    <a:pt x="8001" y="0"/>
                  </a:lnTo>
                  <a:lnTo>
                    <a:pt x="6211" y="1791"/>
                  </a:lnTo>
                  <a:lnTo>
                    <a:pt x="4420" y="1791"/>
                  </a:lnTo>
                  <a:lnTo>
                    <a:pt x="0" y="6211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00" name="Graph element 2493"/>
            <p:cNvSpPr/>
            <p:nvPr/>
          </p:nvSpPr>
          <p:spPr>
            <a:xfrm>
              <a:off x="777462" y="1346503"/>
              <a:ext cx="4236" cy="6385"/>
            </a:xfrm>
            <a:custGeom>
              <a:avLst/>
              <a:gdLst/>
              <a:ahLst/>
              <a:cxnLst/>
              <a:rect l="0" t="0" r="r" b="b"/>
              <a:pathLst>
                <a:path w="4236" h="6385" stroke="0" extrusionOk="0">
                  <a:moveTo>
                    <a:pt x="0" y="4174"/>
                  </a:moveTo>
                  <a:lnTo>
                    <a:pt x="2210" y="6385"/>
                  </a:lnTo>
                  <a:lnTo>
                    <a:pt x="4236" y="4359"/>
                  </a:lnTo>
                  <a:lnTo>
                    <a:pt x="2865" y="2988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4174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01" name="Graph element 2494"/>
            <p:cNvSpPr/>
            <p:nvPr/>
          </p:nvSpPr>
          <p:spPr>
            <a:xfrm>
              <a:off x="879525" y="1344713"/>
              <a:ext cx="4236" cy="6385"/>
            </a:xfrm>
            <a:custGeom>
              <a:avLst/>
              <a:gdLst/>
              <a:ahLst/>
              <a:cxnLst/>
              <a:rect l="0" t="0" r="r" b="b"/>
              <a:pathLst>
                <a:path w="4236" h="6385" stroke="0" extrusionOk="0">
                  <a:moveTo>
                    <a:pt x="0" y="4174"/>
                  </a:moveTo>
                  <a:lnTo>
                    <a:pt x="2210" y="6385"/>
                  </a:lnTo>
                  <a:lnTo>
                    <a:pt x="4236" y="4359"/>
                  </a:lnTo>
                  <a:lnTo>
                    <a:pt x="2865" y="2988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4174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02" name="Graph element 2495"/>
            <p:cNvSpPr/>
            <p:nvPr/>
          </p:nvSpPr>
          <p:spPr>
            <a:xfrm>
              <a:off x="874153" y="1344713"/>
              <a:ext cx="4655" cy="7162"/>
            </a:xfrm>
            <a:custGeom>
              <a:avLst/>
              <a:gdLst/>
              <a:ahLst/>
              <a:cxnLst/>
              <a:rect l="0" t="0" r="r" b="b"/>
              <a:pathLst>
                <a:path w="4655" h="7162" stroke="0" extrusionOk="0">
                  <a:moveTo>
                    <a:pt x="0" y="4778"/>
                  </a:moveTo>
                  <a:lnTo>
                    <a:pt x="0" y="7162"/>
                  </a:lnTo>
                  <a:lnTo>
                    <a:pt x="2865" y="7162"/>
                  </a:lnTo>
                  <a:lnTo>
                    <a:pt x="2865" y="5965"/>
                  </a:lnTo>
                  <a:lnTo>
                    <a:pt x="4655" y="4174"/>
                  </a:lnTo>
                  <a:lnTo>
                    <a:pt x="4655" y="0"/>
                  </a:lnTo>
                  <a:lnTo>
                    <a:pt x="1791" y="0"/>
                  </a:lnTo>
                  <a:lnTo>
                    <a:pt x="1791" y="2988"/>
                  </a:lnTo>
                  <a:lnTo>
                    <a:pt x="0" y="4778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03" name="Graph element 2496"/>
            <p:cNvSpPr/>
            <p:nvPr/>
          </p:nvSpPr>
          <p:spPr>
            <a:xfrm>
              <a:off x="857680" y="1343280"/>
              <a:ext cx="5372" cy="2865"/>
            </a:xfrm>
            <a:custGeom>
              <a:avLst/>
              <a:gdLst/>
              <a:ahLst/>
              <a:cxnLst/>
              <a:rect l="0" t="0" r="r" b="b"/>
              <a:pathLst>
                <a:path w="5372" h="2865" stroke="0" extrusionOk="0">
                  <a:moveTo>
                    <a:pt x="5372" y="2865"/>
                  </a:moveTo>
                  <a:lnTo>
                    <a:pt x="5372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5372" y="2865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04" name="Graph element 2497"/>
            <p:cNvSpPr/>
            <p:nvPr/>
          </p:nvSpPr>
          <p:spPr>
            <a:xfrm>
              <a:off x="422573" y="1341909"/>
              <a:ext cx="6804" cy="6026"/>
            </a:xfrm>
            <a:custGeom>
              <a:avLst/>
              <a:gdLst/>
              <a:ahLst/>
              <a:cxnLst/>
              <a:rect l="0" t="0" r="r" b="b"/>
              <a:pathLst>
                <a:path w="6804" h="6026" stroke="0" extrusionOk="0">
                  <a:moveTo>
                    <a:pt x="6149" y="0"/>
                  </a:moveTo>
                  <a:lnTo>
                    <a:pt x="2988" y="3162"/>
                  </a:lnTo>
                  <a:lnTo>
                    <a:pt x="0" y="3162"/>
                  </a:lnTo>
                  <a:lnTo>
                    <a:pt x="0" y="6026"/>
                  </a:lnTo>
                  <a:lnTo>
                    <a:pt x="6804" y="6026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05" name="Graph element 2498"/>
            <p:cNvSpPr/>
            <p:nvPr/>
          </p:nvSpPr>
          <p:spPr>
            <a:xfrm>
              <a:off x="416188" y="1341909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06" name="Graph element 2499"/>
            <p:cNvSpPr/>
            <p:nvPr/>
          </p:nvSpPr>
          <p:spPr>
            <a:xfrm>
              <a:off x="906383" y="1339341"/>
              <a:ext cx="2865" cy="7162"/>
            </a:xfrm>
            <a:custGeom>
              <a:avLst/>
              <a:gdLst/>
              <a:ahLst/>
              <a:cxnLst/>
              <a:rect l="0" t="0" r="r" b="b"/>
              <a:pathLst>
                <a:path w="2865" h="7162" stroke="0" extrusionOk="0">
                  <a:moveTo>
                    <a:pt x="0" y="7162"/>
                  </a:moveTo>
                  <a:lnTo>
                    <a:pt x="2865" y="7162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7162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07" name="Graph element 2500"/>
            <p:cNvSpPr/>
            <p:nvPr/>
          </p:nvSpPr>
          <p:spPr>
            <a:xfrm>
              <a:off x="866632" y="1339341"/>
              <a:ext cx="5014" cy="8595"/>
            </a:xfrm>
            <a:custGeom>
              <a:avLst/>
              <a:gdLst/>
              <a:ahLst/>
              <a:cxnLst/>
              <a:rect l="0" t="0" r="r" b="b"/>
              <a:pathLst>
                <a:path w="5014" h="8595" stroke="0" extrusionOk="0">
                  <a:moveTo>
                    <a:pt x="2149" y="0"/>
                  </a:moveTo>
                  <a:lnTo>
                    <a:pt x="2149" y="4778"/>
                  </a:lnTo>
                  <a:lnTo>
                    <a:pt x="1197" y="5730"/>
                  </a:lnTo>
                  <a:lnTo>
                    <a:pt x="0" y="5730"/>
                  </a:lnTo>
                  <a:lnTo>
                    <a:pt x="0" y="8595"/>
                  </a:lnTo>
                  <a:lnTo>
                    <a:pt x="5014" y="8595"/>
                  </a:lnTo>
                  <a:lnTo>
                    <a:pt x="2149" y="0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08" name="Graph element 2501"/>
            <p:cNvSpPr/>
            <p:nvPr/>
          </p:nvSpPr>
          <p:spPr>
            <a:xfrm>
              <a:off x="729537" y="1338328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09" name="Graph element 2502"/>
            <p:cNvSpPr/>
            <p:nvPr/>
          </p:nvSpPr>
          <p:spPr>
            <a:xfrm>
              <a:off x="717003" y="1338328"/>
              <a:ext cx="7397" cy="5607"/>
            </a:xfrm>
            <a:custGeom>
              <a:avLst/>
              <a:gdLst/>
              <a:ahLst/>
              <a:cxnLst/>
              <a:rect l="0" t="0" r="r" b="b"/>
              <a:pathLst>
                <a:path w="7397" h="5607" stroke="0" extrusionOk="0">
                  <a:moveTo>
                    <a:pt x="2210" y="4236"/>
                  </a:moveTo>
                  <a:lnTo>
                    <a:pt x="4001" y="4236"/>
                  </a:lnTo>
                  <a:lnTo>
                    <a:pt x="5372" y="5607"/>
                  </a:lnTo>
                  <a:lnTo>
                    <a:pt x="7397" y="3581"/>
                  </a:lnTo>
                  <a:lnTo>
                    <a:pt x="5187" y="1371"/>
                  </a:lnTo>
                  <a:lnTo>
                    <a:pt x="3397" y="137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2210" y="4236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10" name="Graph element 2503"/>
            <p:cNvSpPr/>
            <p:nvPr/>
          </p:nvSpPr>
          <p:spPr>
            <a:xfrm>
              <a:off x="922140" y="1336118"/>
              <a:ext cx="8953" cy="2865"/>
            </a:xfrm>
            <a:custGeom>
              <a:avLst/>
              <a:gdLst/>
              <a:ahLst/>
              <a:cxnLst/>
              <a:rect l="0" t="0" r="r" b="b"/>
              <a:pathLst>
                <a:path w="8953" h="2865" stroke="0" extrusionOk="0">
                  <a:moveTo>
                    <a:pt x="8953" y="2865"/>
                  </a:moveTo>
                  <a:lnTo>
                    <a:pt x="8953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8953" y="2865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11" name="Graph element 2504"/>
            <p:cNvSpPr/>
            <p:nvPr/>
          </p:nvSpPr>
          <p:spPr>
            <a:xfrm>
              <a:off x="913965" y="1334328"/>
              <a:ext cx="8052" cy="9608"/>
            </a:xfrm>
            <a:custGeom>
              <a:avLst/>
              <a:gdLst/>
              <a:ahLst/>
              <a:cxnLst/>
              <a:rect l="0" t="0" r="r" b="b"/>
              <a:pathLst>
                <a:path w="8052" h="9608" stroke="0" extrusionOk="0">
                  <a:moveTo>
                    <a:pt x="1371" y="0"/>
                  </a:moveTo>
                  <a:lnTo>
                    <a:pt x="1371" y="6211"/>
                  </a:lnTo>
                  <a:lnTo>
                    <a:pt x="0" y="7582"/>
                  </a:lnTo>
                  <a:lnTo>
                    <a:pt x="2026" y="9608"/>
                  </a:lnTo>
                  <a:lnTo>
                    <a:pt x="4236" y="7397"/>
                  </a:lnTo>
                  <a:lnTo>
                    <a:pt x="4236" y="3816"/>
                  </a:lnTo>
                  <a:lnTo>
                    <a:pt x="8052" y="0"/>
                  </a:lnTo>
                  <a:lnTo>
                    <a:pt x="1371" y="0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12" name="Graph element 2505"/>
            <p:cNvSpPr/>
            <p:nvPr/>
          </p:nvSpPr>
          <p:spPr>
            <a:xfrm>
              <a:off x="816855" y="1335760"/>
              <a:ext cx="2865" cy="12534"/>
            </a:xfrm>
            <a:custGeom>
              <a:avLst/>
              <a:gdLst/>
              <a:ahLst/>
              <a:cxnLst/>
              <a:rect l="0" t="0" r="r" b="b"/>
              <a:pathLst>
                <a:path w="2865" h="12534" stroke="0" extrusionOk="0">
                  <a:moveTo>
                    <a:pt x="0" y="12534"/>
                  </a:moveTo>
                  <a:lnTo>
                    <a:pt x="2865" y="12534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2534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13" name="Graph element 2506"/>
            <p:cNvSpPr/>
            <p:nvPr/>
          </p:nvSpPr>
          <p:spPr>
            <a:xfrm>
              <a:off x="777462" y="133576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14" name="Graph element 2507"/>
            <p:cNvSpPr/>
            <p:nvPr/>
          </p:nvSpPr>
          <p:spPr>
            <a:xfrm>
              <a:off x="879525" y="1333969"/>
              <a:ext cx="2865" cy="3581"/>
            </a:xfrm>
            <a:custGeom>
              <a:avLst/>
              <a:gdLst/>
              <a:ahLst/>
              <a:cxnLst/>
              <a:rect l="0" t="0" r="r" b="b"/>
              <a:pathLst>
                <a:path w="2865" h="3581" stroke="0" extrusionOk="0">
                  <a:moveTo>
                    <a:pt x="0" y="3581"/>
                  </a:moveTo>
                  <a:lnTo>
                    <a:pt x="2865" y="358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15" name="Graph element 2508"/>
            <p:cNvSpPr/>
            <p:nvPr/>
          </p:nvSpPr>
          <p:spPr>
            <a:xfrm>
              <a:off x="875943" y="1333969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16" name="Graph element 2509"/>
            <p:cNvSpPr/>
            <p:nvPr/>
          </p:nvSpPr>
          <p:spPr>
            <a:xfrm>
              <a:off x="713422" y="1332957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17" name="Graph element 2510"/>
            <p:cNvSpPr/>
            <p:nvPr/>
          </p:nvSpPr>
          <p:spPr>
            <a:xfrm>
              <a:off x="430093" y="1333969"/>
              <a:ext cx="2865" cy="5372"/>
            </a:xfrm>
            <a:custGeom>
              <a:avLst/>
              <a:gdLst/>
              <a:ahLst/>
              <a:cxnLst/>
              <a:rect l="0" t="0" r="r" b="b"/>
              <a:pathLst>
                <a:path w="2865" h="5372" stroke="0" extrusionOk="0">
                  <a:moveTo>
                    <a:pt x="0" y="5372"/>
                  </a:moveTo>
                  <a:lnTo>
                    <a:pt x="2865" y="5372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5372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18" name="Graph element 2511"/>
            <p:cNvSpPr/>
            <p:nvPr/>
          </p:nvSpPr>
          <p:spPr>
            <a:xfrm>
              <a:off x="406816" y="1332179"/>
              <a:ext cx="6026" cy="6385"/>
            </a:xfrm>
            <a:custGeom>
              <a:avLst/>
              <a:gdLst/>
              <a:ahLst/>
              <a:cxnLst/>
              <a:rect l="0" t="0" r="r" b="b"/>
              <a:pathLst>
                <a:path w="6026" h="6385" stroke="0" extrusionOk="0">
                  <a:moveTo>
                    <a:pt x="0" y="2384"/>
                  </a:moveTo>
                  <a:lnTo>
                    <a:pt x="4001" y="6385"/>
                  </a:lnTo>
                  <a:lnTo>
                    <a:pt x="6026" y="4359"/>
                  </a:lnTo>
                  <a:lnTo>
                    <a:pt x="2865" y="1197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2384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19" name="Graph element 2512"/>
            <p:cNvSpPr/>
            <p:nvPr/>
          </p:nvSpPr>
          <p:spPr>
            <a:xfrm>
              <a:off x="813693" y="1329375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20" name="Graph element 2513"/>
            <p:cNvSpPr/>
            <p:nvPr/>
          </p:nvSpPr>
          <p:spPr>
            <a:xfrm>
              <a:off x="881735" y="1325794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0" y="3581"/>
                  </a:moveTo>
                  <a:lnTo>
                    <a:pt x="2026" y="5607"/>
                  </a:lnTo>
                  <a:lnTo>
                    <a:pt x="5607" y="2026"/>
                  </a:lnTo>
                  <a:lnTo>
                    <a:pt x="3581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21" name="Graph element 2514"/>
            <p:cNvSpPr/>
            <p:nvPr/>
          </p:nvSpPr>
          <p:spPr>
            <a:xfrm>
              <a:off x="779673" y="1325794"/>
              <a:ext cx="5607" cy="7397"/>
            </a:xfrm>
            <a:custGeom>
              <a:avLst/>
              <a:gdLst/>
              <a:ahLst/>
              <a:cxnLst/>
              <a:rect l="0" t="0" r="r" b="b"/>
              <a:pathLst>
                <a:path w="5607" h="7397" stroke="0" extrusionOk="0">
                  <a:moveTo>
                    <a:pt x="0" y="5372"/>
                  </a:moveTo>
                  <a:lnTo>
                    <a:pt x="2026" y="7397"/>
                  </a:lnTo>
                  <a:lnTo>
                    <a:pt x="4236" y="5187"/>
                  </a:lnTo>
                  <a:lnTo>
                    <a:pt x="4236" y="3397"/>
                  </a:lnTo>
                  <a:lnTo>
                    <a:pt x="5607" y="2026"/>
                  </a:lnTo>
                  <a:lnTo>
                    <a:pt x="3581" y="0"/>
                  </a:lnTo>
                  <a:lnTo>
                    <a:pt x="1371" y="2210"/>
                  </a:lnTo>
                  <a:lnTo>
                    <a:pt x="1371" y="4001"/>
                  </a:lnTo>
                  <a:lnTo>
                    <a:pt x="0" y="5372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22" name="Graph element 2515"/>
            <p:cNvSpPr/>
            <p:nvPr/>
          </p:nvSpPr>
          <p:spPr>
            <a:xfrm>
              <a:off x="711212" y="1326807"/>
              <a:ext cx="2865" cy="3581"/>
            </a:xfrm>
            <a:custGeom>
              <a:avLst/>
              <a:gdLst/>
              <a:ahLst/>
              <a:cxnLst/>
              <a:rect l="0" t="0" r="r" b="b"/>
              <a:pathLst>
                <a:path w="2865" h="3581" stroke="0" extrusionOk="0">
                  <a:moveTo>
                    <a:pt x="0" y="3581"/>
                  </a:moveTo>
                  <a:lnTo>
                    <a:pt x="2865" y="358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23" name="Graph element 2516"/>
            <p:cNvSpPr/>
            <p:nvPr/>
          </p:nvSpPr>
          <p:spPr>
            <a:xfrm>
              <a:off x="889910" y="1323584"/>
              <a:ext cx="3581" cy="2865"/>
            </a:xfrm>
            <a:custGeom>
              <a:avLst/>
              <a:gdLst/>
              <a:ahLst/>
              <a:cxnLst/>
              <a:rect l="0" t="0" r="r" b="b"/>
              <a:pathLst>
                <a:path w="3581" h="2865" stroke="0" extrusionOk="0">
                  <a:moveTo>
                    <a:pt x="3581" y="2865"/>
                  </a:moveTo>
                  <a:lnTo>
                    <a:pt x="358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3581" y="2865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24" name="Graph element 2517"/>
            <p:cNvSpPr/>
            <p:nvPr/>
          </p:nvSpPr>
          <p:spPr>
            <a:xfrm>
              <a:off x="732698" y="1324004"/>
              <a:ext cx="6026" cy="11756"/>
            </a:xfrm>
            <a:custGeom>
              <a:avLst/>
              <a:gdLst/>
              <a:ahLst/>
              <a:cxnLst/>
              <a:rect l="0" t="0" r="r" b="b"/>
              <a:pathLst>
                <a:path w="6026" h="11756" stroke="0" extrusionOk="0">
                  <a:moveTo>
                    <a:pt x="0" y="4001"/>
                  </a:moveTo>
                  <a:lnTo>
                    <a:pt x="0" y="11756"/>
                  </a:lnTo>
                  <a:lnTo>
                    <a:pt x="2865" y="11756"/>
                  </a:lnTo>
                  <a:lnTo>
                    <a:pt x="2865" y="5187"/>
                  </a:lnTo>
                  <a:lnTo>
                    <a:pt x="6026" y="2026"/>
                  </a:lnTo>
                  <a:lnTo>
                    <a:pt x="4001" y="0"/>
                  </a:lnTo>
                  <a:lnTo>
                    <a:pt x="0" y="4001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25" name="Graph element 2518"/>
            <p:cNvSpPr/>
            <p:nvPr/>
          </p:nvSpPr>
          <p:spPr>
            <a:xfrm>
              <a:off x="430093" y="1325017"/>
              <a:ext cx="2865" cy="5372"/>
            </a:xfrm>
            <a:custGeom>
              <a:avLst/>
              <a:gdLst/>
              <a:ahLst/>
              <a:cxnLst/>
              <a:rect l="0" t="0" r="r" b="b"/>
              <a:pathLst>
                <a:path w="2865" h="5372" stroke="0" extrusionOk="0">
                  <a:moveTo>
                    <a:pt x="0" y="5372"/>
                  </a:moveTo>
                  <a:lnTo>
                    <a:pt x="2865" y="5372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5372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26" name="Graph element 2519"/>
            <p:cNvSpPr/>
            <p:nvPr/>
          </p:nvSpPr>
          <p:spPr>
            <a:xfrm>
              <a:off x="936823" y="1323226"/>
              <a:ext cx="2865" cy="3581"/>
            </a:xfrm>
            <a:custGeom>
              <a:avLst/>
              <a:gdLst/>
              <a:ahLst/>
              <a:cxnLst/>
              <a:rect l="0" t="0" r="r" b="b"/>
              <a:pathLst>
                <a:path w="2865" h="3581" stroke="0" extrusionOk="0">
                  <a:moveTo>
                    <a:pt x="0" y="3581"/>
                  </a:moveTo>
                  <a:lnTo>
                    <a:pt x="2865" y="358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27" name="Graph element 2520"/>
            <p:cNvSpPr/>
            <p:nvPr/>
          </p:nvSpPr>
          <p:spPr>
            <a:xfrm>
              <a:off x="805753" y="1321794"/>
              <a:ext cx="7162" cy="6446"/>
            </a:xfrm>
            <a:custGeom>
              <a:avLst/>
              <a:gdLst/>
              <a:ahLst/>
              <a:cxnLst/>
              <a:rect l="0" t="0" r="r" b="b"/>
              <a:pathLst>
                <a:path w="7162" h="6446" stroke="0" extrusionOk="0">
                  <a:moveTo>
                    <a:pt x="1197" y="2865"/>
                  </a:moveTo>
                  <a:lnTo>
                    <a:pt x="4778" y="6446"/>
                  </a:lnTo>
                  <a:lnTo>
                    <a:pt x="7162" y="6446"/>
                  </a:lnTo>
                  <a:lnTo>
                    <a:pt x="7162" y="3581"/>
                  </a:lnTo>
                  <a:lnTo>
                    <a:pt x="5965" y="3581"/>
                  </a:lnTo>
                  <a:lnTo>
                    <a:pt x="2384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197" y="2865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28" name="Graph element 2521"/>
            <p:cNvSpPr/>
            <p:nvPr/>
          </p:nvSpPr>
          <p:spPr>
            <a:xfrm>
              <a:off x="798591" y="1320003"/>
              <a:ext cx="3581" cy="2865"/>
            </a:xfrm>
            <a:custGeom>
              <a:avLst/>
              <a:gdLst/>
              <a:ahLst/>
              <a:cxnLst/>
              <a:rect l="0" t="0" r="r" b="b"/>
              <a:pathLst>
                <a:path w="3581" h="2865" stroke="0" extrusionOk="0">
                  <a:moveTo>
                    <a:pt x="3581" y="2865"/>
                  </a:moveTo>
                  <a:lnTo>
                    <a:pt x="358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3581" y="2865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29" name="Graph element 2522"/>
            <p:cNvSpPr/>
            <p:nvPr/>
          </p:nvSpPr>
          <p:spPr>
            <a:xfrm>
              <a:off x="708050" y="1320423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30" name="Graph element 2523"/>
            <p:cNvSpPr/>
            <p:nvPr/>
          </p:nvSpPr>
          <p:spPr>
            <a:xfrm>
              <a:off x="790416" y="1318212"/>
              <a:ext cx="4594" cy="4236"/>
            </a:xfrm>
            <a:custGeom>
              <a:avLst/>
              <a:gdLst/>
              <a:ahLst/>
              <a:cxnLst/>
              <a:rect l="0" t="0" r="r" b="b"/>
              <a:pathLst>
                <a:path w="4594" h="4236" stroke="0" extrusionOk="0">
                  <a:moveTo>
                    <a:pt x="0" y="2210"/>
                  </a:moveTo>
                  <a:lnTo>
                    <a:pt x="2026" y="4236"/>
                  </a:lnTo>
                  <a:lnTo>
                    <a:pt x="3397" y="2865"/>
                  </a:lnTo>
                  <a:lnTo>
                    <a:pt x="4594" y="2865"/>
                  </a:lnTo>
                  <a:lnTo>
                    <a:pt x="4594" y="0"/>
                  </a:lnTo>
                  <a:lnTo>
                    <a:pt x="2210" y="0"/>
                  </a:lnTo>
                  <a:lnTo>
                    <a:pt x="0" y="2210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31" name="Graph element 2524"/>
            <p:cNvSpPr/>
            <p:nvPr/>
          </p:nvSpPr>
          <p:spPr>
            <a:xfrm>
              <a:off x="426932" y="1318632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32" name="Graph element 2525"/>
            <p:cNvSpPr/>
            <p:nvPr/>
          </p:nvSpPr>
          <p:spPr>
            <a:xfrm>
              <a:off x="405025" y="1319645"/>
              <a:ext cx="2865" cy="8953"/>
            </a:xfrm>
            <a:custGeom>
              <a:avLst/>
              <a:gdLst/>
              <a:ahLst/>
              <a:cxnLst/>
              <a:rect l="0" t="0" r="r" b="b"/>
              <a:pathLst>
                <a:path w="2865" h="8953" stroke="0" extrusionOk="0">
                  <a:moveTo>
                    <a:pt x="0" y="8953"/>
                  </a:moveTo>
                  <a:lnTo>
                    <a:pt x="2865" y="8953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8953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33" name="Graph element 2526"/>
            <p:cNvSpPr/>
            <p:nvPr/>
          </p:nvSpPr>
          <p:spPr>
            <a:xfrm>
              <a:off x="742071" y="1316841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34" name="Graph element 2527"/>
            <p:cNvSpPr/>
            <p:nvPr/>
          </p:nvSpPr>
          <p:spPr>
            <a:xfrm>
              <a:off x="704049" y="1314273"/>
              <a:ext cx="4236" cy="4594"/>
            </a:xfrm>
            <a:custGeom>
              <a:avLst/>
              <a:gdLst/>
              <a:ahLst/>
              <a:cxnLst/>
              <a:rect l="0" t="0" r="r" b="b"/>
              <a:pathLst>
                <a:path w="4236" h="4594" stroke="0" extrusionOk="0">
                  <a:moveTo>
                    <a:pt x="0" y="2384"/>
                  </a:moveTo>
                  <a:lnTo>
                    <a:pt x="2210" y="4594"/>
                  </a:lnTo>
                  <a:lnTo>
                    <a:pt x="4236" y="2568"/>
                  </a:lnTo>
                  <a:lnTo>
                    <a:pt x="2865" y="1197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2384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35" name="Graph element 2528"/>
            <p:cNvSpPr/>
            <p:nvPr/>
          </p:nvSpPr>
          <p:spPr>
            <a:xfrm>
              <a:off x="423351" y="1313260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36" name="Graph element 2529"/>
            <p:cNvSpPr/>
            <p:nvPr/>
          </p:nvSpPr>
          <p:spPr>
            <a:xfrm>
              <a:off x="406816" y="1314273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37" name="Graph element 2530"/>
            <p:cNvSpPr/>
            <p:nvPr/>
          </p:nvSpPr>
          <p:spPr>
            <a:xfrm>
              <a:off x="898627" y="1312483"/>
              <a:ext cx="12411" cy="21364"/>
            </a:xfrm>
            <a:custGeom>
              <a:avLst/>
              <a:gdLst/>
              <a:ahLst/>
              <a:cxnLst/>
              <a:rect l="0" t="0" r="r" b="b"/>
              <a:pathLst>
                <a:path w="12411" h="21364" stroke="0" extrusionOk="0">
                  <a:moveTo>
                    <a:pt x="5965" y="0"/>
                  </a:moveTo>
                  <a:lnTo>
                    <a:pt x="5965" y="1197"/>
                  </a:lnTo>
                  <a:lnTo>
                    <a:pt x="4174" y="2988"/>
                  </a:lnTo>
                  <a:lnTo>
                    <a:pt x="4174" y="4778"/>
                  </a:lnTo>
                  <a:lnTo>
                    <a:pt x="1791" y="7162"/>
                  </a:lnTo>
                  <a:lnTo>
                    <a:pt x="3581" y="8953"/>
                  </a:lnTo>
                  <a:lnTo>
                    <a:pt x="2384" y="10150"/>
                  </a:lnTo>
                  <a:lnTo>
                    <a:pt x="2384" y="13731"/>
                  </a:lnTo>
                  <a:lnTo>
                    <a:pt x="0" y="16115"/>
                  </a:lnTo>
                  <a:lnTo>
                    <a:pt x="5249" y="21364"/>
                  </a:lnTo>
                  <a:lnTo>
                    <a:pt x="5249" y="13127"/>
                  </a:lnTo>
                  <a:lnTo>
                    <a:pt x="6804" y="12176"/>
                  </a:lnTo>
                  <a:lnTo>
                    <a:pt x="8595" y="13966"/>
                  </a:lnTo>
                  <a:lnTo>
                    <a:pt x="12411" y="13966"/>
                  </a:lnTo>
                  <a:lnTo>
                    <a:pt x="12411" y="7285"/>
                  </a:lnTo>
                  <a:lnTo>
                    <a:pt x="9188" y="10508"/>
                  </a:lnTo>
                  <a:lnTo>
                    <a:pt x="8830" y="9546"/>
                  </a:lnTo>
                  <a:lnTo>
                    <a:pt x="10201" y="8175"/>
                  </a:lnTo>
                  <a:lnTo>
                    <a:pt x="8175" y="6149"/>
                  </a:lnTo>
                  <a:lnTo>
                    <a:pt x="6804" y="7520"/>
                  </a:lnTo>
                  <a:lnTo>
                    <a:pt x="5842" y="7162"/>
                  </a:lnTo>
                  <a:lnTo>
                    <a:pt x="7039" y="5965"/>
                  </a:lnTo>
                  <a:lnTo>
                    <a:pt x="7039" y="4174"/>
                  </a:lnTo>
                  <a:lnTo>
                    <a:pt x="8830" y="2384"/>
                  </a:lnTo>
                  <a:lnTo>
                    <a:pt x="5965" y="0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38" name="Graph element 2531"/>
            <p:cNvSpPr/>
            <p:nvPr/>
          </p:nvSpPr>
          <p:spPr>
            <a:xfrm>
              <a:off x="930080" y="1309679"/>
              <a:ext cx="7817" cy="9966"/>
            </a:xfrm>
            <a:custGeom>
              <a:avLst/>
              <a:gdLst/>
              <a:ahLst/>
              <a:cxnLst/>
              <a:rect l="0" t="0" r="r" b="b"/>
              <a:pathLst>
                <a:path w="7817" h="9966" stroke="0" extrusionOk="0">
                  <a:moveTo>
                    <a:pt x="3162" y="5187"/>
                  </a:moveTo>
                  <a:lnTo>
                    <a:pt x="3162" y="6978"/>
                  </a:lnTo>
                  <a:lnTo>
                    <a:pt x="4952" y="8768"/>
                  </a:lnTo>
                  <a:lnTo>
                    <a:pt x="4952" y="9966"/>
                  </a:lnTo>
                  <a:lnTo>
                    <a:pt x="7817" y="9966"/>
                  </a:lnTo>
                  <a:lnTo>
                    <a:pt x="7817" y="7582"/>
                  </a:lnTo>
                  <a:lnTo>
                    <a:pt x="6026" y="5791"/>
                  </a:lnTo>
                  <a:lnTo>
                    <a:pt x="6026" y="400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3162" y="5187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39" name="Graph element 2532"/>
            <p:cNvSpPr/>
            <p:nvPr/>
          </p:nvSpPr>
          <p:spPr>
            <a:xfrm>
              <a:off x="417979" y="1309679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40" name="Graph element 2533"/>
            <p:cNvSpPr/>
            <p:nvPr/>
          </p:nvSpPr>
          <p:spPr>
            <a:xfrm>
              <a:off x="705482" y="1307469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41" name="Graph element 2534"/>
            <p:cNvSpPr/>
            <p:nvPr/>
          </p:nvSpPr>
          <p:spPr>
            <a:xfrm>
              <a:off x="413620" y="1307469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42" name="Graph element 2535"/>
            <p:cNvSpPr/>
            <p:nvPr/>
          </p:nvSpPr>
          <p:spPr>
            <a:xfrm>
              <a:off x="886687" y="1306098"/>
              <a:ext cx="4236" cy="4594"/>
            </a:xfrm>
            <a:custGeom>
              <a:avLst/>
              <a:gdLst/>
              <a:ahLst/>
              <a:cxnLst/>
              <a:rect l="0" t="0" r="r" b="b"/>
              <a:pathLst>
                <a:path w="4236" h="4594" stroke="0" extrusionOk="0">
                  <a:moveTo>
                    <a:pt x="0" y="2210"/>
                  </a:moveTo>
                  <a:lnTo>
                    <a:pt x="0" y="4594"/>
                  </a:lnTo>
                  <a:lnTo>
                    <a:pt x="2865" y="4594"/>
                  </a:lnTo>
                  <a:lnTo>
                    <a:pt x="2865" y="3397"/>
                  </a:lnTo>
                  <a:lnTo>
                    <a:pt x="4236" y="2026"/>
                  </a:lnTo>
                  <a:lnTo>
                    <a:pt x="2210" y="0"/>
                  </a:lnTo>
                  <a:lnTo>
                    <a:pt x="0" y="2210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43" name="Graph element 2536"/>
            <p:cNvSpPr/>
            <p:nvPr/>
          </p:nvSpPr>
          <p:spPr>
            <a:xfrm>
              <a:off x="878154" y="1304308"/>
              <a:ext cx="5607" cy="9188"/>
            </a:xfrm>
            <a:custGeom>
              <a:avLst/>
              <a:gdLst/>
              <a:ahLst/>
              <a:cxnLst/>
              <a:rect l="0" t="0" r="r" b="b"/>
              <a:pathLst>
                <a:path w="5607" h="9188" stroke="0" extrusionOk="0">
                  <a:moveTo>
                    <a:pt x="1371" y="3397"/>
                  </a:moveTo>
                  <a:lnTo>
                    <a:pt x="1371" y="6978"/>
                  </a:lnTo>
                  <a:lnTo>
                    <a:pt x="3581" y="9188"/>
                  </a:lnTo>
                  <a:lnTo>
                    <a:pt x="5607" y="7162"/>
                  </a:lnTo>
                  <a:lnTo>
                    <a:pt x="4236" y="5791"/>
                  </a:lnTo>
                  <a:lnTo>
                    <a:pt x="4236" y="2210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371" y="3397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44" name="Graph element 2537"/>
            <p:cNvSpPr/>
            <p:nvPr/>
          </p:nvSpPr>
          <p:spPr>
            <a:xfrm>
              <a:off x="930080" y="1303530"/>
              <a:ext cx="4236" cy="4594"/>
            </a:xfrm>
            <a:custGeom>
              <a:avLst/>
              <a:gdLst/>
              <a:ahLst/>
              <a:cxnLst/>
              <a:rect l="0" t="0" r="r" b="b"/>
              <a:pathLst>
                <a:path w="4236" h="4594" stroke="0" extrusionOk="0">
                  <a:moveTo>
                    <a:pt x="0" y="2568"/>
                  </a:moveTo>
                  <a:lnTo>
                    <a:pt x="2026" y="4594"/>
                  </a:lnTo>
                  <a:lnTo>
                    <a:pt x="4236" y="2384"/>
                  </a:lnTo>
                  <a:lnTo>
                    <a:pt x="4236" y="0"/>
                  </a:lnTo>
                  <a:lnTo>
                    <a:pt x="1371" y="0"/>
                  </a:lnTo>
                  <a:lnTo>
                    <a:pt x="1371" y="1197"/>
                  </a:lnTo>
                  <a:lnTo>
                    <a:pt x="0" y="2568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45" name="Graph element 2538"/>
            <p:cNvSpPr/>
            <p:nvPr/>
          </p:nvSpPr>
          <p:spPr>
            <a:xfrm>
              <a:off x="893491" y="1301504"/>
              <a:ext cx="9966" cy="10201"/>
            </a:xfrm>
            <a:custGeom>
              <a:avLst/>
              <a:gdLst/>
              <a:ahLst/>
              <a:cxnLst/>
              <a:rect l="0" t="0" r="r" b="b"/>
              <a:pathLst>
                <a:path w="9966" h="10201" stroke="0" extrusionOk="0">
                  <a:moveTo>
                    <a:pt x="0" y="2384"/>
                  </a:moveTo>
                  <a:lnTo>
                    <a:pt x="0" y="5249"/>
                  </a:lnTo>
                  <a:lnTo>
                    <a:pt x="2384" y="5249"/>
                  </a:lnTo>
                  <a:lnTo>
                    <a:pt x="3581" y="4052"/>
                  </a:lnTo>
                  <a:lnTo>
                    <a:pt x="5730" y="6200"/>
                  </a:lnTo>
                  <a:lnTo>
                    <a:pt x="5730" y="7991"/>
                  </a:lnTo>
                  <a:lnTo>
                    <a:pt x="7940" y="10201"/>
                  </a:lnTo>
                  <a:lnTo>
                    <a:pt x="9966" y="8175"/>
                  </a:lnTo>
                  <a:lnTo>
                    <a:pt x="8595" y="6804"/>
                  </a:lnTo>
                  <a:lnTo>
                    <a:pt x="8595" y="5014"/>
                  </a:lnTo>
                  <a:lnTo>
                    <a:pt x="3581" y="0"/>
                  </a:lnTo>
                  <a:lnTo>
                    <a:pt x="1197" y="2384"/>
                  </a:lnTo>
                  <a:lnTo>
                    <a:pt x="0" y="2384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46" name="Graph element 2539"/>
            <p:cNvSpPr/>
            <p:nvPr/>
          </p:nvSpPr>
          <p:spPr>
            <a:xfrm>
              <a:off x="741651" y="1300072"/>
              <a:ext cx="6446" cy="14202"/>
            </a:xfrm>
            <a:custGeom>
              <a:avLst/>
              <a:gdLst/>
              <a:ahLst/>
              <a:cxnLst/>
              <a:rect l="0" t="0" r="r" b="b"/>
              <a:pathLst>
                <a:path w="6446" h="14202" stroke="0" extrusionOk="0">
                  <a:moveTo>
                    <a:pt x="0" y="0"/>
                  </a:moveTo>
                  <a:lnTo>
                    <a:pt x="0" y="6681"/>
                  </a:lnTo>
                  <a:lnTo>
                    <a:pt x="2630" y="6681"/>
                  </a:lnTo>
                  <a:lnTo>
                    <a:pt x="3581" y="7633"/>
                  </a:lnTo>
                  <a:lnTo>
                    <a:pt x="3581" y="14202"/>
                  </a:lnTo>
                  <a:lnTo>
                    <a:pt x="6446" y="14202"/>
                  </a:lnTo>
                  <a:lnTo>
                    <a:pt x="6446" y="64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47" name="Graph element 2540"/>
            <p:cNvSpPr/>
            <p:nvPr/>
          </p:nvSpPr>
          <p:spPr>
            <a:xfrm>
              <a:off x="716225" y="1300307"/>
              <a:ext cx="6804" cy="8237"/>
            </a:xfrm>
            <a:custGeom>
              <a:avLst/>
              <a:gdLst/>
              <a:ahLst/>
              <a:cxnLst/>
              <a:rect l="0" t="0" r="r" b="b"/>
              <a:pathLst>
                <a:path w="6804" h="8237" stroke="0" extrusionOk="0">
                  <a:moveTo>
                    <a:pt x="0" y="2865"/>
                  </a:moveTo>
                  <a:lnTo>
                    <a:pt x="1197" y="2865"/>
                  </a:lnTo>
                  <a:lnTo>
                    <a:pt x="3346" y="5014"/>
                  </a:lnTo>
                  <a:lnTo>
                    <a:pt x="123" y="8237"/>
                  </a:lnTo>
                  <a:lnTo>
                    <a:pt x="6804" y="8237"/>
                  </a:lnTo>
                  <a:lnTo>
                    <a:pt x="6804" y="4420"/>
                  </a:lnTo>
                  <a:lnTo>
                    <a:pt x="2384" y="0"/>
                  </a:lnTo>
                  <a:lnTo>
                    <a:pt x="0" y="2865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48" name="Graph element 2541"/>
            <p:cNvSpPr/>
            <p:nvPr/>
          </p:nvSpPr>
          <p:spPr>
            <a:xfrm>
              <a:off x="867410" y="1295355"/>
              <a:ext cx="9188" cy="9188"/>
            </a:xfrm>
            <a:custGeom>
              <a:avLst/>
              <a:gdLst/>
              <a:ahLst/>
              <a:cxnLst/>
              <a:rect l="0" t="0" r="r" b="b"/>
              <a:pathLst>
                <a:path w="9188" h="9188" stroke="0" extrusionOk="0">
                  <a:moveTo>
                    <a:pt x="7162" y="9188"/>
                  </a:moveTo>
                  <a:lnTo>
                    <a:pt x="9188" y="7162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7162" y="9188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49" name="Graph element 2542"/>
            <p:cNvSpPr/>
            <p:nvPr/>
          </p:nvSpPr>
          <p:spPr>
            <a:xfrm>
              <a:off x="711631" y="1295355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50" name="Graph element 2543"/>
            <p:cNvSpPr/>
            <p:nvPr/>
          </p:nvSpPr>
          <p:spPr>
            <a:xfrm>
              <a:off x="933241" y="1292786"/>
              <a:ext cx="2865" cy="7162"/>
            </a:xfrm>
            <a:custGeom>
              <a:avLst/>
              <a:gdLst/>
              <a:ahLst/>
              <a:cxnLst/>
              <a:rect l="0" t="0" r="r" b="b"/>
              <a:pathLst>
                <a:path w="2865" h="7162" stroke="0" extrusionOk="0">
                  <a:moveTo>
                    <a:pt x="0" y="7162"/>
                  </a:moveTo>
                  <a:lnTo>
                    <a:pt x="2865" y="7162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7162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51" name="Graph element 2544"/>
            <p:cNvSpPr/>
            <p:nvPr/>
          </p:nvSpPr>
          <p:spPr>
            <a:xfrm>
              <a:off x="856667" y="1289983"/>
              <a:ext cx="8175" cy="6026"/>
            </a:xfrm>
            <a:custGeom>
              <a:avLst/>
              <a:gdLst/>
              <a:ahLst/>
              <a:cxnLst/>
              <a:rect l="0" t="0" r="r" b="b"/>
              <a:pathLst>
                <a:path w="8175" h="6026" stroke="0" extrusionOk="0">
                  <a:moveTo>
                    <a:pt x="2210" y="4236"/>
                  </a:moveTo>
                  <a:lnTo>
                    <a:pt x="4001" y="4236"/>
                  </a:lnTo>
                  <a:lnTo>
                    <a:pt x="5791" y="6026"/>
                  </a:lnTo>
                  <a:lnTo>
                    <a:pt x="8175" y="6026"/>
                  </a:lnTo>
                  <a:lnTo>
                    <a:pt x="8175" y="3162"/>
                  </a:lnTo>
                  <a:lnTo>
                    <a:pt x="6978" y="3162"/>
                  </a:lnTo>
                  <a:lnTo>
                    <a:pt x="5187" y="1371"/>
                  </a:lnTo>
                  <a:lnTo>
                    <a:pt x="3397" y="137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2210" y="4236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52" name="Graph element 2545"/>
            <p:cNvSpPr/>
            <p:nvPr/>
          </p:nvSpPr>
          <p:spPr>
            <a:xfrm>
              <a:off x="738490" y="1289983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3581" y="5607"/>
                  </a:moveTo>
                  <a:lnTo>
                    <a:pt x="5607" y="358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3581" y="5607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53" name="Graph element 2546"/>
            <p:cNvSpPr/>
            <p:nvPr/>
          </p:nvSpPr>
          <p:spPr>
            <a:xfrm>
              <a:off x="709841" y="1288192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0" y="3581"/>
                  </a:moveTo>
                  <a:lnTo>
                    <a:pt x="2026" y="5607"/>
                  </a:lnTo>
                  <a:lnTo>
                    <a:pt x="5607" y="2026"/>
                  </a:lnTo>
                  <a:lnTo>
                    <a:pt x="3581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54" name="Graph element 2547"/>
            <p:cNvSpPr/>
            <p:nvPr/>
          </p:nvSpPr>
          <p:spPr>
            <a:xfrm>
              <a:off x="931451" y="1287415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55" name="Graph element 2548"/>
            <p:cNvSpPr/>
            <p:nvPr/>
          </p:nvSpPr>
          <p:spPr>
            <a:xfrm>
              <a:off x="732340" y="1285982"/>
              <a:ext cx="4594" cy="4236"/>
            </a:xfrm>
            <a:custGeom>
              <a:avLst/>
              <a:gdLst/>
              <a:ahLst/>
              <a:cxnLst/>
              <a:rect l="0" t="0" r="r" b="b"/>
              <a:pathLst>
                <a:path w="4594" h="4236" stroke="0" extrusionOk="0">
                  <a:moveTo>
                    <a:pt x="1197" y="2865"/>
                  </a:moveTo>
                  <a:lnTo>
                    <a:pt x="2568" y="4236"/>
                  </a:lnTo>
                  <a:lnTo>
                    <a:pt x="4594" y="2210"/>
                  </a:lnTo>
                  <a:lnTo>
                    <a:pt x="2384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197" y="2865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56" name="Graph element 2549"/>
            <p:cNvSpPr/>
            <p:nvPr/>
          </p:nvSpPr>
          <p:spPr>
            <a:xfrm>
              <a:off x="718016" y="1285982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57" name="Graph element 2550"/>
            <p:cNvSpPr/>
            <p:nvPr/>
          </p:nvSpPr>
          <p:spPr>
            <a:xfrm>
              <a:off x="723387" y="1284192"/>
              <a:ext cx="5372" cy="2865"/>
            </a:xfrm>
            <a:custGeom>
              <a:avLst/>
              <a:gdLst/>
              <a:ahLst/>
              <a:cxnLst/>
              <a:rect l="0" t="0" r="r" b="b"/>
              <a:pathLst>
                <a:path w="5372" h="2865" stroke="0" extrusionOk="0">
                  <a:moveTo>
                    <a:pt x="5372" y="2865"/>
                  </a:moveTo>
                  <a:lnTo>
                    <a:pt x="5372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5372" y="2865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58" name="Graph element 2551"/>
            <p:cNvSpPr/>
            <p:nvPr/>
          </p:nvSpPr>
          <p:spPr>
            <a:xfrm>
              <a:off x="924708" y="1279240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59" name="Graph element 2552"/>
            <p:cNvSpPr/>
            <p:nvPr/>
          </p:nvSpPr>
          <p:spPr>
            <a:xfrm>
              <a:off x="904234" y="1278820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60" name="Graph element 2553"/>
            <p:cNvSpPr/>
            <p:nvPr/>
          </p:nvSpPr>
          <p:spPr>
            <a:xfrm>
              <a:off x="918559" y="1277030"/>
              <a:ext cx="3581" cy="2865"/>
            </a:xfrm>
            <a:custGeom>
              <a:avLst/>
              <a:gdLst/>
              <a:ahLst/>
              <a:cxnLst/>
              <a:rect l="0" t="0" r="r" b="b"/>
              <a:pathLst>
                <a:path w="3581" h="2865" stroke="0" extrusionOk="0">
                  <a:moveTo>
                    <a:pt x="3581" y="2865"/>
                  </a:moveTo>
                  <a:lnTo>
                    <a:pt x="358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3581" y="2865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61" name="Graph element 2554"/>
            <p:cNvSpPr/>
            <p:nvPr/>
          </p:nvSpPr>
          <p:spPr>
            <a:xfrm>
              <a:off x="909606" y="1277030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62" name="Graph element 2555"/>
            <p:cNvSpPr/>
            <p:nvPr/>
          </p:nvSpPr>
          <p:spPr>
            <a:xfrm>
              <a:off x="850876" y="1278462"/>
              <a:ext cx="8595" cy="10385"/>
            </a:xfrm>
            <a:custGeom>
              <a:avLst/>
              <a:gdLst/>
              <a:ahLst/>
              <a:cxnLst/>
              <a:rect l="0" t="0" r="r" b="b"/>
              <a:pathLst>
                <a:path w="8595" h="10385" stroke="0" extrusionOk="0">
                  <a:moveTo>
                    <a:pt x="0" y="5965"/>
                  </a:moveTo>
                  <a:lnTo>
                    <a:pt x="4420" y="10385"/>
                  </a:lnTo>
                  <a:lnTo>
                    <a:pt x="8595" y="10385"/>
                  </a:lnTo>
                  <a:lnTo>
                    <a:pt x="8595" y="7520"/>
                  </a:lnTo>
                  <a:lnTo>
                    <a:pt x="5607" y="7520"/>
                  </a:lnTo>
                  <a:lnTo>
                    <a:pt x="2865" y="4778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5965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63" name="Graph element 2556"/>
            <p:cNvSpPr/>
            <p:nvPr/>
          </p:nvSpPr>
          <p:spPr>
            <a:xfrm>
              <a:off x="891700" y="1268077"/>
              <a:ext cx="11756" cy="9608"/>
            </a:xfrm>
            <a:custGeom>
              <a:avLst/>
              <a:gdLst/>
              <a:ahLst/>
              <a:cxnLst/>
              <a:rect l="0" t="0" r="r" b="b"/>
              <a:pathLst>
                <a:path w="11756" h="9608" stroke="0" extrusionOk="0">
                  <a:moveTo>
                    <a:pt x="1197" y="2865"/>
                  </a:moveTo>
                  <a:lnTo>
                    <a:pt x="2988" y="4655"/>
                  </a:lnTo>
                  <a:lnTo>
                    <a:pt x="4778" y="4655"/>
                  </a:lnTo>
                  <a:lnTo>
                    <a:pt x="9730" y="9608"/>
                  </a:lnTo>
                  <a:lnTo>
                    <a:pt x="11756" y="7582"/>
                  </a:lnTo>
                  <a:lnTo>
                    <a:pt x="5965" y="1791"/>
                  </a:lnTo>
                  <a:lnTo>
                    <a:pt x="4174" y="1791"/>
                  </a:lnTo>
                  <a:lnTo>
                    <a:pt x="2384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197" y="2865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64" name="Graph element 2557"/>
            <p:cNvSpPr/>
            <p:nvPr/>
          </p:nvSpPr>
          <p:spPr>
            <a:xfrm>
              <a:off x="850876" y="1266706"/>
              <a:ext cx="4236" cy="8175"/>
            </a:xfrm>
            <a:custGeom>
              <a:avLst/>
              <a:gdLst/>
              <a:ahLst/>
              <a:cxnLst/>
              <a:rect l="0" t="0" r="r" b="b"/>
              <a:pathLst>
                <a:path w="4236" h="8175" stroke="0" extrusionOk="0">
                  <a:moveTo>
                    <a:pt x="0" y="2210"/>
                  </a:moveTo>
                  <a:lnTo>
                    <a:pt x="0" y="8175"/>
                  </a:lnTo>
                  <a:lnTo>
                    <a:pt x="2865" y="8175"/>
                  </a:lnTo>
                  <a:lnTo>
                    <a:pt x="2865" y="3397"/>
                  </a:lnTo>
                  <a:lnTo>
                    <a:pt x="4236" y="2026"/>
                  </a:lnTo>
                  <a:lnTo>
                    <a:pt x="2210" y="0"/>
                  </a:lnTo>
                  <a:lnTo>
                    <a:pt x="0" y="2210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65" name="Graph element 2558"/>
            <p:cNvSpPr/>
            <p:nvPr/>
          </p:nvSpPr>
          <p:spPr>
            <a:xfrm>
              <a:off x="885316" y="1263125"/>
              <a:ext cx="4236" cy="4594"/>
            </a:xfrm>
            <a:custGeom>
              <a:avLst/>
              <a:gdLst/>
              <a:ahLst/>
              <a:cxnLst/>
              <a:rect l="0" t="0" r="r" b="b"/>
              <a:pathLst>
                <a:path w="4236" h="4594" stroke="0" extrusionOk="0">
                  <a:moveTo>
                    <a:pt x="1371" y="3397"/>
                  </a:moveTo>
                  <a:lnTo>
                    <a:pt x="1371" y="4594"/>
                  </a:lnTo>
                  <a:lnTo>
                    <a:pt x="4236" y="4594"/>
                  </a:lnTo>
                  <a:lnTo>
                    <a:pt x="4236" y="2210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371" y="3397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66" name="Graph element 2559"/>
            <p:cNvSpPr/>
            <p:nvPr/>
          </p:nvSpPr>
          <p:spPr>
            <a:xfrm>
              <a:off x="879166" y="1262705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67" name="Graph element 2560"/>
            <p:cNvSpPr/>
            <p:nvPr/>
          </p:nvSpPr>
          <p:spPr>
            <a:xfrm>
              <a:off x="872362" y="1258766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68" name="Graph element 2561"/>
            <p:cNvSpPr/>
            <p:nvPr/>
          </p:nvSpPr>
          <p:spPr>
            <a:xfrm>
              <a:off x="854876" y="1257333"/>
              <a:ext cx="9966" cy="7817"/>
            </a:xfrm>
            <a:custGeom>
              <a:avLst/>
              <a:gdLst/>
              <a:ahLst/>
              <a:cxnLst/>
              <a:rect l="0" t="0" r="r" b="b"/>
              <a:pathLst>
                <a:path w="9966" h="7817" stroke="0" extrusionOk="0">
                  <a:moveTo>
                    <a:pt x="0" y="5791"/>
                  </a:moveTo>
                  <a:lnTo>
                    <a:pt x="2026" y="7817"/>
                  </a:lnTo>
                  <a:lnTo>
                    <a:pt x="5187" y="4655"/>
                  </a:lnTo>
                  <a:lnTo>
                    <a:pt x="6978" y="4655"/>
                  </a:lnTo>
                  <a:lnTo>
                    <a:pt x="8768" y="2865"/>
                  </a:lnTo>
                  <a:lnTo>
                    <a:pt x="9966" y="2865"/>
                  </a:lnTo>
                  <a:lnTo>
                    <a:pt x="9966" y="0"/>
                  </a:lnTo>
                  <a:lnTo>
                    <a:pt x="7582" y="0"/>
                  </a:lnTo>
                  <a:lnTo>
                    <a:pt x="5791" y="1791"/>
                  </a:lnTo>
                  <a:lnTo>
                    <a:pt x="4001" y="1791"/>
                  </a:lnTo>
                  <a:lnTo>
                    <a:pt x="0" y="5791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69" name="Graph element 2562"/>
            <p:cNvSpPr/>
            <p:nvPr/>
          </p:nvSpPr>
          <p:spPr>
            <a:xfrm>
              <a:off x="868423" y="1255543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70" name="Graph element 2563"/>
            <p:cNvSpPr/>
            <p:nvPr/>
          </p:nvSpPr>
          <p:spPr>
            <a:xfrm>
              <a:off x="750246" y="1236266"/>
              <a:ext cx="4594" cy="4236"/>
            </a:xfrm>
            <a:custGeom>
              <a:avLst/>
              <a:gdLst/>
              <a:ahLst/>
              <a:cxnLst/>
              <a:rect l="0" t="0" r="r" b="b"/>
              <a:pathLst>
                <a:path w="4594" h="4236" stroke="0" extrusionOk="0">
                  <a:moveTo>
                    <a:pt x="0" y="1371"/>
                  </a:moveTo>
                  <a:lnTo>
                    <a:pt x="0" y="4236"/>
                  </a:lnTo>
                  <a:lnTo>
                    <a:pt x="2384" y="4236"/>
                  </a:lnTo>
                  <a:lnTo>
                    <a:pt x="4594" y="2026"/>
                  </a:lnTo>
                  <a:lnTo>
                    <a:pt x="2568" y="0"/>
                  </a:lnTo>
                  <a:lnTo>
                    <a:pt x="1197" y="1371"/>
                  </a:lnTo>
                  <a:lnTo>
                    <a:pt x="0" y="1371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71" name="Graph element 2564"/>
            <p:cNvSpPr/>
            <p:nvPr/>
          </p:nvSpPr>
          <p:spPr>
            <a:xfrm>
              <a:off x="757408" y="1234056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72" name="Graph element 2565"/>
            <p:cNvSpPr/>
            <p:nvPr/>
          </p:nvSpPr>
          <p:spPr>
            <a:xfrm>
              <a:off x="762780" y="1230894"/>
              <a:ext cx="20709" cy="7817"/>
            </a:xfrm>
            <a:custGeom>
              <a:avLst/>
              <a:gdLst/>
              <a:ahLst/>
              <a:cxnLst/>
              <a:rect l="0" t="0" r="r" b="b"/>
              <a:pathLst>
                <a:path w="20709" h="7817" stroke="0" extrusionOk="0">
                  <a:moveTo>
                    <a:pt x="0" y="4952"/>
                  </a:moveTo>
                  <a:lnTo>
                    <a:pt x="0" y="7817"/>
                  </a:lnTo>
                  <a:lnTo>
                    <a:pt x="13127" y="7817"/>
                  </a:lnTo>
                  <a:lnTo>
                    <a:pt x="14918" y="6026"/>
                  </a:lnTo>
                  <a:lnTo>
                    <a:pt x="16708" y="6026"/>
                  </a:lnTo>
                  <a:lnTo>
                    <a:pt x="20709" y="2026"/>
                  </a:lnTo>
                  <a:lnTo>
                    <a:pt x="18683" y="0"/>
                  </a:lnTo>
                  <a:lnTo>
                    <a:pt x="15522" y="3162"/>
                  </a:lnTo>
                  <a:lnTo>
                    <a:pt x="13731" y="3162"/>
                  </a:lnTo>
                  <a:lnTo>
                    <a:pt x="11941" y="4952"/>
                  </a:lnTo>
                  <a:lnTo>
                    <a:pt x="0" y="4952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73" name="Graph element 2566"/>
            <p:cNvSpPr/>
            <p:nvPr/>
          </p:nvSpPr>
          <p:spPr>
            <a:xfrm>
              <a:off x="777882" y="1223732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3581" y="5607"/>
                  </a:moveTo>
                  <a:lnTo>
                    <a:pt x="5607" y="358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3581" y="5607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74" name="Graph element 2567"/>
            <p:cNvSpPr/>
            <p:nvPr/>
          </p:nvSpPr>
          <p:spPr>
            <a:xfrm>
              <a:off x="745232" y="1222955"/>
              <a:ext cx="6446" cy="14325"/>
            </a:xfrm>
            <a:custGeom>
              <a:avLst/>
              <a:gdLst/>
              <a:ahLst/>
              <a:cxnLst/>
              <a:rect l="0" t="0" r="r" b="b"/>
              <a:pathLst>
                <a:path w="6446" h="14325" stroke="0" extrusionOk="0">
                  <a:moveTo>
                    <a:pt x="0" y="10150"/>
                  </a:moveTo>
                  <a:lnTo>
                    <a:pt x="0" y="14325"/>
                  </a:lnTo>
                  <a:lnTo>
                    <a:pt x="2865" y="14325"/>
                  </a:lnTo>
                  <a:lnTo>
                    <a:pt x="2865" y="11337"/>
                  </a:lnTo>
                  <a:lnTo>
                    <a:pt x="6446" y="7756"/>
                  </a:lnTo>
                  <a:lnTo>
                    <a:pt x="6446" y="2988"/>
                  </a:lnTo>
                  <a:lnTo>
                    <a:pt x="4655" y="1197"/>
                  </a:lnTo>
                  <a:lnTo>
                    <a:pt x="4655" y="0"/>
                  </a:lnTo>
                  <a:lnTo>
                    <a:pt x="1791" y="0"/>
                  </a:lnTo>
                  <a:lnTo>
                    <a:pt x="1791" y="2384"/>
                  </a:lnTo>
                  <a:lnTo>
                    <a:pt x="3581" y="4174"/>
                  </a:lnTo>
                  <a:lnTo>
                    <a:pt x="3581" y="6569"/>
                  </a:lnTo>
                  <a:lnTo>
                    <a:pt x="0" y="10150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75" name="Graph element 2568"/>
            <p:cNvSpPr/>
            <p:nvPr/>
          </p:nvSpPr>
          <p:spPr>
            <a:xfrm>
              <a:off x="766361" y="1219731"/>
              <a:ext cx="5372" cy="2865"/>
            </a:xfrm>
            <a:custGeom>
              <a:avLst/>
              <a:gdLst/>
              <a:ahLst/>
              <a:cxnLst/>
              <a:rect l="0" t="0" r="r" b="b"/>
              <a:pathLst>
                <a:path w="5372" h="2865" stroke="0" extrusionOk="0">
                  <a:moveTo>
                    <a:pt x="5372" y="2865"/>
                  </a:moveTo>
                  <a:lnTo>
                    <a:pt x="5372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5372" y="2865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76" name="Graph element 2569"/>
            <p:cNvSpPr/>
            <p:nvPr/>
          </p:nvSpPr>
          <p:spPr>
            <a:xfrm>
              <a:off x="745232" y="1217583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77" name="Graph element 2570"/>
            <p:cNvSpPr/>
            <p:nvPr/>
          </p:nvSpPr>
          <p:spPr>
            <a:xfrm>
              <a:off x="741293" y="1214360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78" name="Graph element 2571"/>
            <p:cNvSpPr/>
            <p:nvPr/>
          </p:nvSpPr>
          <p:spPr>
            <a:xfrm>
              <a:off x="734908" y="1211198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79" name="Graph element 2572"/>
            <p:cNvSpPr/>
            <p:nvPr/>
          </p:nvSpPr>
          <p:spPr>
            <a:xfrm>
              <a:off x="763138" y="1210421"/>
              <a:ext cx="2865" cy="7162"/>
            </a:xfrm>
            <a:custGeom>
              <a:avLst/>
              <a:gdLst/>
              <a:ahLst/>
              <a:cxnLst/>
              <a:rect l="0" t="0" r="r" b="b"/>
              <a:pathLst>
                <a:path w="2865" h="7162" stroke="0" extrusionOk="0">
                  <a:moveTo>
                    <a:pt x="0" y="7162"/>
                  </a:moveTo>
                  <a:lnTo>
                    <a:pt x="2865" y="7162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7162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80" name="Graph element 2573"/>
            <p:cNvSpPr/>
            <p:nvPr/>
          </p:nvSpPr>
          <p:spPr>
            <a:xfrm>
              <a:off x="765348" y="1204036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81" name="Graph element 2574"/>
            <p:cNvSpPr/>
            <p:nvPr/>
          </p:nvSpPr>
          <p:spPr>
            <a:xfrm>
              <a:off x="727746" y="1204036"/>
              <a:ext cx="6026" cy="6385"/>
            </a:xfrm>
            <a:custGeom>
              <a:avLst/>
              <a:gdLst/>
              <a:ahLst/>
              <a:cxnLst/>
              <a:rect l="0" t="0" r="r" b="b"/>
              <a:pathLst>
                <a:path w="6026" h="6385" stroke="0" extrusionOk="0">
                  <a:moveTo>
                    <a:pt x="3162" y="5187"/>
                  </a:moveTo>
                  <a:lnTo>
                    <a:pt x="3162" y="6385"/>
                  </a:lnTo>
                  <a:lnTo>
                    <a:pt x="6026" y="6385"/>
                  </a:lnTo>
                  <a:lnTo>
                    <a:pt x="6026" y="400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3162" y="5187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82" name="Graph element 2575"/>
            <p:cNvSpPr/>
            <p:nvPr/>
          </p:nvSpPr>
          <p:spPr>
            <a:xfrm>
              <a:off x="680772" y="1200035"/>
              <a:ext cx="20771" cy="11818"/>
            </a:xfrm>
            <a:custGeom>
              <a:avLst/>
              <a:gdLst/>
              <a:ahLst/>
              <a:cxnLst/>
              <a:rect l="0" t="0" r="r" b="b"/>
              <a:pathLst>
                <a:path w="20771" h="11818" stroke="0" extrusionOk="0">
                  <a:moveTo>
                    <a:pt x="0" y="0"/>
                  </a:moveTo>
                  <a:lnTo>
                    <a:pt x="0" y="3816"/>
                  </a:lnTo>
                  <a:lnTo>
                    <a:pt x="4420" y="8237"/>
                  </a:lnTo>
                  <a:lnTo>
                    <a:pt x="6211" y="8237"/>
                  </a:lnTo>
                  <a:lnTo>
                    <a:pt x="8001" y="10027"/>
                  </a:lnTo>
                  <a:lnTo>
                    <a:pt x="9792" y="10027"/>
                  </a:lnTo>
                  <a:lnTo>
                    <a:pt x="11582" y="11818"/>
                  </a:lnTo>
                  <a:lnTo>
                    <a:pt x="20771" y="11818"/>
                  </a:lnTo>
                  <a:lnTo>
                    <a:pt x="20771" y="8001"/>
                  </a:lnTo>
                  <a:lnTo>
                    <a:pt x="18141" y="5372"/>
                  </a:lnTo>
                  <a:lnTo>
                    <a:pt x="16350" y="5372"/>
                  </a:lnTo>
                  <a:lnTo>
                    <a:pt x="12769" y="1791"/>
                  </a:lnTo>
                  <a:lnTo>
                    <a:pt x="10385" y="1791"/>
                  </a:lnTo>
                  <a:lnTo>
                    <a:pt x="10385" y="4655"/>
                  </a:lnTo>
                  <a:lnTo>
                    <a:pt x="11582" y="4655"/>
                  </a:lnTo>
                  <a:lnTo>
                    <a:pt x="15164" y="8237"/>
                  </a:lnTo>
                  <a:lnTo>
                    <a:pt x="16954" y="8237"/>
                  </a:lnTo>
                  <a:lnTo>
                    <a:pt x="17312" y="8595"/>
                  </a:lnTo>
                  <a:lnTo>
                    <a:pt x="16954" y="8953"/>
                  </a:lnTo>
                  <a:lnTo>
                    <a:pt x="12769" y="8953"/>
                  </a:lnTo>
                  <a:lnTo>
                    <a:pt x="10979" y="7162"/>
                  </a:lnTo>
                  <a:lnTo>
                    <a:pt x="9188" y="7162"/>
                  </a:lnTo>
                  <a:lnTo>
                    <a:pt x="7397" y="5372"/>
                  </a:lnTo>
                  <a:lnTo>
                    <a:pt x="5607" y="5372"/>
                  </a:lnTo>
                  <a:lnTo>
                    <a:pt x="3458" y="3223"/>
                  </a:lnTo>
                  <a:lnTo>
                    <a:pt x="6804" y="2865"/>
                  </a:lnTo>
                  <a:lnTo>
                    <a:pt x="68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83" name="Graph element 2576"/>
            <p:cNvSpPr/>
            <p:nvPr/>
          </p:nvSpPr>
          <p:spPr>
            <a:xfrm>
              <a:off x="750369" y="1196454"/>
              <a:ext cx="10498" cy="4655"/>
            </a:xfrm>
            <a:custGeom>
              <a:avLst/>
              <a:gdLst/>
              <a:ahLst/>
              <a:cxnLst/>
              <a:rect l="0" t="0" r="r" b="b"/>
              <a:pathLst>
                <a:path w="10498" h="4655" stroke="0" extrusionOk="0">
                  <a:moveTo>
                    <a:pt x="4655" y="0"/>
                  </a:moveTo>
                  <a:lnTo>
                    <a:pt x="0" y="4655"/>
                  </a:lnTo>
                  <a:lnTo>
                    <a:pt x="5842" y="4655"/>
                  </a:lnTo>
                  <a:lnTo>
                    <a:pt x="10498" y="0"/>
                  </a:lnTo>
                  <a:lnTo>
                    <a:pt x="4655" y="0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84" name="Graph element 2577"/>
            <p:cNvSpPr/>
            <p:nvPr/>
          </p:nvSpPr>
          <p:spPr>
            <a:xfrm>
              <a:off x="760989" y="1194664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85" name="Graph element 2578"/>
            <p:cNvSpPr/>
            <p:nvPr/>
          </p:nvSpPr>
          <p:spPr>
            <a:xfrm>
              <a:off x="766361" y="1192873"/>
              <a:ext cx="5014" cy="8595"/>
            </a:xfrm>
            <a:custGeom>
              <a:avLst/>
              <a:gdLst/>
              <a:ahLst/>
              <a:cxnLst/>
              <a:rect l="0" t="0" r="r" b="b"/>
              <a:pathLst>
                <a:path w="5014" h="8595" stroke="0" extrusionOk="0">
                  <a:moveTo>
                    <a:pt x="1197" y="2865"/>
                  </a:moveTo>
                  <a:lnTo>
                    <a:pt x="2149" y="3816"/>
                  </a:lnTo>
                  <a:lnTo>
                    <a:pt x="2149" y="8595"/>
                  </a:lnTo>
                  <a:lnTo>
                    <a:pt x="5014" y="8595"/>
                  </a:lnTo>
                  <a:lnTo>
                    <a:pt x="5014" y="2630"/>
                  </a:lnTo>
                  <a:lnTo>
                    <a:pt x="2384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197" y="2865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86" name="Graph element 2579"/>
            <p:cNvSpPr/>
            <p:nvPr/>
          </p:nvSpPr>
          <p:spPr>
            <a:xfrm>
              <a:off x="715212" y="1194664"/>
              <a:ext cx="9188" cy="6026"/>
            </a:xfrm>
            <a:custGeom>
              <a:avLst/>
              <a:gdLst/>
              <a:ahLst/>
              <a:cxnLst/>
              <a:rect l="0" t="0" r="r" b="b"/>
              <a:pathLst>
                <a:path w="9188" h="6026" stroke="0" extrusionOk="0">
                  <a:moveTo>
                    <a:pt x="0" y="655"/>
                  </a:moveTo>
                  <a:lnTo>
                    <a:pt x="2210" y="2865"/>
                  </a:lnTo>
                  <a:lnTo>
                    <a:pt x="4001" y="2865"/>
                  </a:lnTo>
                  <a:lnTo>
                    <a:pt x="7162" y="6026"/>
                  </a:lnTo>
                  <a:lnTo>
                    <a:pt x="9188" y="4001"/>
                  </a:lnTo>
                  <a:lnTo>
                    <a:pt x="7817" y="2630"/>
                  </a:lnTo>
                  <a:lnTo>
                    <a:pt x="7817" y="0"/>
                  </a:lnTo>
                  <a:lnTo>
                    <a:pt x="3397" y="0"/>
                  </a:lnTo>
                  <a:lnTo>
                    <a:pt x="0" y="655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87" name="Graph element 2580"/>
            <p:cNvSpPr/>
            <p:nvPr/>
          </p:nvSpPr>
          <p:spPr>
            <a:xfrm>
              <a:off x="756395" y="1190724"/>
              <a:ext cx="4236" cy="4594"/>
            </a:xfrm>
            <a:custGeom>
              <a:avLst/>
              <a:gdLst/>
              <a:ahLst/>
              <a:cxnLst/>
              <a:rect l="0" t="0" r="r" b="b"/>
              <a:pathLst>
                <a:path w="4236" h="4594" stroke="0" extrusionOk="0">
                  <a:moveTo>
                    <a:pt x="0" y="2568"/>
                  </a:moveTo>
                  <a:lnTo>
                    <a:pt x="2026" y="4594"/>
                  </a:lnTo>
                  <a:lnTo>
                    <a:pt x="4236" y="2384"/>
                  </a:lnTo>
                  <a:lnTo>
                    <a:pt x="4236" y="0"/>
                  </a:lnTo>
                  <a:lnTo>
                    <a:pt x="1371" y="0"/>
                  </a:lnTo>
                  <a:lnTo>
                    <a:pt x="1371" y="1197"/>
                  </a:lnTo>
                  <a:lnTo>
                    <a:pt x="0" y="2568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88" name="Graph element 2581"/>
            <p:cNvSpPr/>
            <p:nvPr/>
          </p:nvSpPr>
          <p:spPr>
            <a:xfrm>
              <a:off x="713002" y="1188934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89" name="Graph element 2582"/>
            <p:cNvSpPr/>
            <p:nvPr/>
          </p:nvSpPr>
          <p:spPr>
            <a:xfrm>
              <a:off x="828018" y="1180759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90" name="Graph element 2583"/>
            <p:cNvSpPr/>
            <p:nvPr/>
          </p:nvSpPr>
          <p:spPr>
            <a:xfrm>
              <a:off x="711212" y="1181772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91" name="Graph element 2584"/>
            <p:cNvSpPr/>
            <p:nvPr/>
          </p:nvSpPr>
          <p:spPr>
            <a:xfrm>
              <a:off x="834402" y="1178968"/>
              <a:ext cx="4594" cy="4236"/>
            </a:xfrm>
            <a:custGeom>
              <a:avLst/>
              <a:gdLst/>
              <a:ahLst/>
              <a:cxnLst/>
              <a:rect l="0" t="0" r="r" b="b"/>
              <a:pathLst>
                <a:path w="4594" h="4236" stroke="0" extrusionOk="0">
                  <a:moveTo>
                    <a:pt x="0" y="1371"/>
                  </a:moveTo>
                  <a:lnTo>
                    <a:pt x="0" y="4236"/>
                  </a:lnTo>
                  <a:lnTo>
                    <a:pt x="2384" y="4236"/>
                  </a:lnTo>
                  <a:lnTo>
                    <a:pt x="4594" y="2026"/>
                  </a:lnTo>
                  <a:lnTo>
                    <a:pt x="2568" y="0"/>
                  </a:lnTo>
                  <a:lnTo>
                    <a:pt x="1197" y="1371"/>
                  </a:lnTo>
                  <a:lnTo>
                    <a:pt x="0" y="1371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92" name="Graph element 2585"/>
            <p:cNvSpPr/>
            <p:nvPr/>
          </p:nvSpPr>
          <p:spPr>
            <a:xfrm>
              <a:off x="759557" y="1179981"/>
              <a:ext cx="2865" cy="7162"/>
            </a:xfrm>
            <a:custGeom>
              <a:avLst/>
              <a:gdLst/>
              <a:ahLst/>
              <a:cxnLst/>
              <a:rect l="0" t="0" r="r" b="b"/>
              <a:pathLst>
                <a:path w="2865" h="7162" stroke="0" extrusionOk="0">
                  <a:moveTo>
                    <a:pt x="0" y="7162"/>
                  </a:moveTo>
                  <a:lnTo>
                    <a:pt x="2865" y="7162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7162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93" name="Graph element 2586"/>
            <p:cNvSpPr/>
            <p:nvPr/>
          </p:nvSpPr>
          <p:spPr>
            <a:xfrm>
              <a:off x="682204" y="1177178"/>
              <a:ext cx="11756" cy="7817"/>
            </a:xfrm>
            <a:custGeom>
              <a:avLst/>
              <a:gdLst/>
              <a:ahLst/>
              <a:cxnLst/>
              <a:rect l="0" t="0" r="r" b="b"/>
              <a:pathLst>
                <a:path w="11756" h="7817" stroke="0" extrusionOk="0">
                  <a:moveTo>
                    <a:pt x="0" y="4952"/>
                  </a:moveTo>
                  <a:lnTo>
                    <a:pt x="0" y="7817"/>
                  </a:lnTo>
                  <a:lnTo>
                    <a:pt x="4174" y="7817"/>
                  </a:lnTo>
                  <a:lnTo>
                    <a:pt x="7756" y="4236"/>
                  </a:lnTo>
                  <a:lnTo>
                    <a:pt x="9546" y="4236"/>
                  </a:lnTo>
                  <a:lnTo>
                    <a:pt x="11756" y="2026"/>
                  </a:lnTo>
                  <a:lnTo>
                    <a:pt x="9730" y="0"/>
                  </a:lnTo>
                  <a:lnTo>
                    <a:pt x="8359" y="1371"/>
                  </a:lnTo>
                  <a:lnTo>
                    <a:pt x="6569" y="1371"/>
                  </a:lnTo>
                  <a:lnTo>
                    <a:pt x="2988" y="4952"/>
                  </a:lnTo>
                  <a:lnTo>
                    <a:pt x="0" y="4952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94" name="Graph element 2587"/>
            <p:cNvSpPr/>
            <p:nvPr/>
          </p:nvSpPr>
          <p:spPr>
            <a:xfrm>
              <a:off x="675400" y="1177178"/>
              <a:ext cx="4236" cy="9188"/>
            </a:xfrm>
            <a:custGeom>
              <a:avLst/>
              <a:gdLst/>
              <a:ahLst/>
              <a:cxnLst/>
              <a:rect l="0" t="0" r="r" b="b"/>
              <a:pathLst>
                <a:path w="4236" h="9188" stroke="0" extrusionOk="0">
                  <a:moveTo>
                    <a:pt x="0" y="2210"/>
                  </a:moveTo>
                  <a:lnTo>
                    <a:pt x="0" y="6978"/>
                  </a:lnTo>
                  <a:lnTo>
                    <a:pt x="2210" y="9188"/>
                  </a:lnTo>
                  <a:lnTo>
                    <a:pt x="4236" y="7162"/>
                  </a:lnTo>
                  <a:lnTo>
                    <a:pt x="2865" y="5791"/>
                  </a:lnTo>
                  <a:lnTo>
                    <a:pt x="2865" y="3397"/>
                  </a:lnTo>
                  <a:lnTo>
                    <a:pt x="4236" y="2026"/>
                  </a:lnTo>
                  <a:lnTo>
                    <a:pt x="2210" y="0"/>
                  </a:lnTo>
                  <a:lnTo>
                    <a:pt x="0" y="2210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95" name="Graph element 2588"/>
            <p:cNvSpPr/>
            <p:nvPr/>
          </p:nvSpPr>
          <p:spPr>
            <a:xfrm>
              <a:off x="756395" y="1173596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96" name="Graph element 2589"/>
            <p:cNvSpPr/>
            <p:nvPr/>
          </p:nvSpPr>
          <p:spPr>
            <a:xfrm>
              <a:off x="840552" y="1171806"/>
              <a:ext cx="5607" cy="7397"/>
            </a:xfrm>
            <a:custGeom>
              <a:avLst/>
              <a:gdLst/>
              <a:ahLst/>
              <a:cxnLst/>
              <a:rect l="0" t="0" r="r" b="b"/>
              <a:pathLst>
                <a:path w="5607" h="7397" stroke="0" extrusionOk="0">
                  <a:moveTo>
                    <a:pt x="0" y="5372"/>
                  </a:moveTo>
                  <a:lnTo>
                    <a:pt x="2026" y="7397"/>
                  </a:lnTo>
                  <a:lnTo>
                    <a:pt x="4236" y="5187"/>
                  </a:lnTo>
                  <a:lnTo>
                    <a:pt x="4236" y="3397"/>
                  </a:lnTo>
                  <a:lnTo>
                    <a:pt x="5607" y="2026"/>
                  </a:lnTo>
                  <a:lnTo>
                    <a:pt x="3581" y="0"/>
                  </a:lnTo>
                  <a:lnTo>
                    <a:pt x="1371" y="2210"/>
                  </a:lnTo>
                  <a:lnTo>
                    <a:pt x="1371" y="4001"/>
                  </a:lnTo>
                  <a:lnTo>
                    <a:pt x="0" y="5372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97" name="Graph element 2590"/>
            <p:cNvSpPr/>
            <p:nvPr/>
          </p:nvSpPr>
          <p:spPr>
            <a:xfrm>
              <a:off x="713002" y="1171806"/>
              <a:ext cx="6446" cy="8052"/>
            </a:xfrm>
            <a:custGeom>
              <a:avLst/>
              <a:gdLst/>
              <a:ahLst/>
              <a:cxnLst/>
              <a:rect l="0" t="0" r="r" b="b"/>
              <a:pathLst>
                <a:path w="6446" h="8052" stroke="0" extrusionOk="0">
                  <a:moveTo>
                    <a:pt x="5791" y="0"/>
                  </a:moveTo>
                  <a:lnTo>
                    <a:pt x="4420" y="1371"/>
                  </a:lnTo>
                  <a:lnTo>
                    <a:pt x="0" y="1371"/>
                  </a:lnTo>
                  <a:lnTo>
                    <a:pt x="0" y="6385"/>
                  </a:lnTo>
                  <a:lnTo>
                    <a:pt x="2865" y="6385"/>
                  </a:lnTo>
                  <a:lnTo>
                    <a:pt x="3223" y="4829"/>
                  </a:lnTo>
                  <a:lnTo>
                    <a:pt x="6446" y="8052"/>
                  </a:lnTo>
                  <a:lnTo>
                    <a:pt x="6446" y="3397"/>
                  </a:lnTo>
                  <a:lnTo>
                    <a:pt x="5791" y="0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98" name="Graph element 2591"/>
            <p:cNvSpPr/>
            <p:nvPr/>
          </p:nvSpPr>
          <p:spPr>
            <a:xfrm>
              <a:off x="693726" y="1171806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899" name="Graph element 2592"/>
            <p:cNvSpPr/>
            <p:nvPr/>
          </p:nvSpPr>
          <p:spPr>
            <a:xfrm>
              <a:off x="679401" y="1168225"/>
              <a:ext cx="7397" cy="7397"/>
            </a:xfrm>
            <a:custGeom>
              <a:avLst/>
              <a:gdLst/>
              <a:ahLst/>
              <a:cxnLst/>
              <a:rect l="0" t="0" r="r" b="b"/>
              <a:pathLst>
                <a:path w="7397" h="7397" stroke="0" extrusionOk="0">
                  <a:moveTo>
                    <a:pt x="0" y="5372"/>
                  </a:moveTo>
                  <a:lnTo>
                    <a:pt x="2026" y="7397"/>
                  </a:lnTo>
                  <a:lnTo>
                    <a:pt x="7397" y="2026"/>
                  </a:lnTo>
                  <a:lnTo>
                    <a:pt x="5372" y="0"/>
                  </a:lnTo>
                  <a:lnTo>
                    <a:pt x="0" y="5372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900" name="Graph element 2593"/>
            <p:cNvSpPr/>
            <p:nvPr/>
          </p:nvSpPr>
          <p:spPr>
            <a:xfrm>
              <a:off x="845504" y="1167447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901" name="Graph element 2594"/>
            <p:cNvSpPr/>
            <p:nvPr/>
          </p:nvSpPr>
          <p:spPr>
            <a:xfrm>
              <a:off x="829389" y="1164644"/>
              <a:ext cx="9608" cy="13547"/>
            </a:xfrm>
            <a:custGeom>
              <a:avLst/>
              <a:gdLst/>
              <a:ahLst/>
              <a:cxnLst/>
              <a:rect l="0" t="0" r="r" b="b"/>
              <a:pathLst>
                <a:path w="9608" h="13547" stroke="0" extrusionOk="0">
                  <a:moveTo>
                    <a:pt x="0" y="9372"/>
                  </a:moveTo>
                  <a:lnTo>
                    <a:pt x="0" y="13547"/>
                  </a:lnTo>
                  <a:lnTo>
                    <a:pt x="2865" y="13547"/>
                  </a:lnTo>
                  <a:lnTo>
                    <a:pt x="2865" y="10559"/>
                  </a:lnTo>
                  <a:lnTo>
                    <a:pt x="4655" y="8768"/>
                  </a:lnTo>
                  <a:lnTo>
                    <a:pt x="4655" y="6978"/>
                  </a:lnTo>
                  <a:lnTo>
                    <a:pt x="9608" y="2026"/>
                  </a:lnTo>
                  <a:lnTo>
                    <a:pt x="7582" y="0"/>
                  </a:lnTo>
                  <a:lnTo>
                    <a:pt x="1791" y="5791"/>
                  </a:lnTo>
                  <a:lnTo>
                    <a:pt x="1791" y="7582"/>
                  </a:lnTo>
                  <a:lnTo>
                    <a:pt x="0" y="9372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902" name="Graph element 2595"/>
            <p:cNvSpPr/>
            <p:nvPr/>
          </p:nvSpPr>
          <p:spPr>
            <a:xfrm>
              <a:off x="692948" y="1164224"/>
              <a:ext cx="6804" cy="5014"/>
            </a:xfrm>
            <a:custGeom>
              <a:avLst/>
              <a:gdLst/>
              <a:ahLst/>
              <a:cxnLst/>
              <a:rect l="0" t="0" r="r" b="b"/>
              <a:pathLst>
                <a:path w="6804" h="5014" stroke="0" extrusionOk="0">
                  <a:moveTo>
                    <a:pt x="0" y="2865"/>
                  </a:moveTo>
                  <a:lnTo>
                    <a:pt x="2988" y="2865"/>
                  </a:lnTo>
                  <a:lnTo>
                    <a:pt x="3939" y="3816"/>
                  </a:lnTo>
                  <a:lnTo>
                    <a:pt x="3939" y="5014"/>
                  </a:lnTo>
                  <a:lnTo>
                    <a:pt x="6804" y="5014"/>
                  </a:lnTo>
                  <a:lnTo>
                    <a:pt x="6804" y="0"/>
                  </a:lnTo>
                  <a:lnTo>
                    <a:pt x="0" y="2865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903" name="Graph element 2596"/>
            <p:cNvSpPr/>
            <p:nvPr/>
          </p:nvSpPr>
          <p:spPr>
            <a:xfrm>
              <a:off x="745652" y="1162853"/>
              <a:ext cx="9188" cy="9188"/>
            </a:xfrm>
            <a:custGeom>
              <a:avLst/>
              <a:gdLst/>
              <a:ahLst/>
              <a:cxnLst/>
              <a:rect l="0" t="0" r="r" b="b"/>
              <a:pathLst>
                <a:path w="9188" h="9188" stroke="0" extrusionOk="0">
                  <a:moveTo>
                    <a:pt x="7162" y="9188"/>
                  </a:moveTo>
                  <a:lnTo>
                    <a:pt x="9188" y="7162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7162" y="9188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904" name="Graph element 2597"/>
            <p:cNvSpPr/>
            <p:nvPr/>
          </p:nvSpPr>
          <p:spPr>
            <a:xfrm>
              <a:off x="720584" y="1162853"/>
              <a:ext cx="9188" cy="7397"/>
            </a:xfrm>
            <a:custGeom>
              <a:avLst/>
              <a:gdLst/>
              <a:ahLst/>
              <a:cxnLst/>
              <a:rect l="0" t="0" r="r" b="b"/>
              <a:pathLst>
                <a:path w="9188" h="7397" stroke="0" extrusionOk="0">
                  <a:moveTo>
                    <a:pt x="0" y="5372"/>
                  </a:moveTo>
                  <a:lnTo>
                    <a:pt x="2026" y="7397"/>
                  </a:lnTo>
                  <a:lnTo>
                    <a:pt x="5187" y="4236"/>
                  </a:lnTo>
                  <a:lnTo>
                    <a:pt x="6978" y="4236"/>
                  </a:lnTo>
                  <a:lnTo>
                    <a:pt x="9188" y="2026"/>
                  </a:lnTo>
                  <a:lnTo>
                    <a:pt x="7162" y="0"/>
                  </a:lnTo>
                  <a:lnTo>
                    <a:pt x="5791" y="1371"/>
                  </a:lnTo>
                  <a:lnTo>
                    <a:pt x="4001" y="1371"/>
                  </a:lnTo>
                  <a:lnTo>
                    <a:pt x="0" y="5372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905" name="Graph element 2598"/>
            <p:cNvSpPr/>
            <p:nvPr/>
          </p:nvSpPr>
          <p:spPr>
            <a:xfrm>
              <a:off x="845146" y="1160643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906" name="Graph element 2599"/>
            <p:cNvSpPr/>
            <p:nvPr/>
          </p:nvSpPr>
          <p:spPr>
            <a:xfrm>
              <a:off x="732340" y="1160643"/>
              <a:ext cx="8953" cy="2865"/>
            </a:xfrm>
            <a:custGeom>
              <a:avLst/>
              <a:gdLst/>
              <a:ahLst/>
              <a:cxnLst/>
              <a:rect l="0" t="0" r="r" b="b"/>
              <a:pathLst>
                <a:path w="8953" h="2865" stroke="0" extrusionOk="0">
                  <a:moveTo>
                    <a:pt x="8953" y="2865"/>
                  </a:moveTo>
                  <a:lnTo>
                    <a:pt x="8953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8953" y="2865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907" name="Graph element 2600"/>
            <p:cNvSpPr/>
            <p:nvPr/>
          </p:nvSpPr>
          <p:spPr>
            <a:xfrm>
              <a:off x="879166" y="1144528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908" name="Graph element 2601"/>
            <p:cNvSpPr/>
            <p:nvPr/>
          </p:nvSpPr>
          <p:spPr>
            <a:xfrm>
              <a:off x="886329" y="1131636"/>
              <a:ext cx="13966" cy="13966"/>
            </a:xfrm>
            <a:custGeom>
              <a:avLst/>
              <a:gdLst/>
              <a:ahLst/>
              <a:cxnLst/>
              <a:rect l="0" t="0" r="r" b="b"/>
              <a:pathLst>
                <a:path w="13966" h="13966" stroke="0" extrusionOk="0">
                  <a:moveTo>
                    <a:pt x="0" y="11101"/>
                  </a:moveTo>
                  <a:lnTo>
                    <a:pt x="0" y="13966"/>
                  </a:lnTo>
                  <a:lnTo>
                    <a:pt x="2384" y="13966"/>
                  </a:lnTo>
                  <a:lnTo>
                    <a:pt x="4174" y="12176"/>
                  </a:lnTo>
                  <a:lnTo>
                    <a:pt x="5965" y="12176"/>
                  </a:lnTo>
                  <a:lnTo>
                    <a:pt x="12176" y="5965"/>
                  </a:lnTo>
                  <a:lnTo>
                    <a:pt x="12176" y="4174"/>
                  </a:lnTo>
                  <a:lnTo>
                    <a:pt x="13966" y="2384"/>
                  </a:lnTo>
                  <a:lnTo>
                    <a:pt x="13966" y="0"/>
                  </a:lnTo>
                  <a:lnTo>
                    <a:pt x="11101" y="0"/>
                  </a:lnTo>
                  <a:lnTo>
                    <a:pt x="11101" y="1197"/>
                  </a:lnTo>
                  <a:lnTo>
                    <a:pt x="9311" y="2988"/>
                  </a:lnTo>
                  <a:lnTo>
                    <a:pt x="9311" y="4778"/>
                  </a:lnTo>
                  <a:lnTo>
                    <a:pt x="4778" y="9311"/>
                  </a:lnTo>
                  <a:lnTo>
                    <a:pt x="2988" y="9311"/>
                  </a:lnTo>
                  <a:lnTo>
                    <a:pt x="1197" y="11101"/>
                  </a:lnTo>
                  <a:lnTo>
                    <a:pt x="0" y="11101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909" name="Graph element 2602"/>
            <p:cNvSpPr/>
            <p:nvPr/>
          </p:nvSpPr>
          <p:spPr>
            <a:xfrm>
              <a:off x="899221" y="1124474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910" name="Graph element 2603"/>
            <p:cNvSpPr/>
            <p:nvPr/>
          </p:nvSpPr>
          <p:spPr>
            <a:xfrm>
              <a:off x="865200" y="1124474"/>
              <a:ext cx="2865" cy="10743"/>
            </a:xfrm>
            <a:custGeom>
              <a:avLst/>
              <a:gdLst/>
              <a:ahLst/>
              <a:cxnLst/>
              <a:rect l="0" t="0" r="r" b="b"/>
              <a:pathLst>
                <a:path w="2865" h="10743" stroke="0" extrusionOk="0">
                  <a:moveTo>
                    <a:pt x="0" y="10743"/>
                  </a:moveTo>
                  <a:lnTo>
                    <a:pt x="2865" y="10743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0743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911" name="Graph element 2604"/>
            <p:cNvSpPr/>
            <p:nvPr/>
          </p:nvSpPr>
          <p:spPr>
            <a:xfrm>
              <a:off x="867410" y="1114508"/>
              <a:ext cx="5607" cy="7397"/>
            </a:xfrm>
            <a:custGeom>
              <a:avLst/>
              <a:gdLst/>
              <a:ahLst/>
              <a:cxnLst/>
              <a:rect l="0" t="0" r="r" b="b"/>
              <a:pathLst>
                <a:path w="5607" h="7397" stroke="0" extrusionOk="0">
                  <a:moveTo>
                    <a:pt x="0" y="5372"/>
                  </a:moveTo>
                  <a:lnTo>
                    <a:pt x="2026" y="7397"/>
                  </a:lnTo>
                  <a:lnTo>
                    <a:pt x="4236" y="5187"/>
                  </a:lnTo>
                  <a:lnTo>
                    <a:pt x="4236" y="3397"/>
                  </a:lnTo>
                  <a:lnTo>
                    <a:pt x="5607" y="2026"/>
                  </a:lnTo>
                  <a:lnTo>
                    <a:pt x="3581" y="0"/>
                  </a:lnTo>
                  <a:lnTo>
                    <a:pt x="1371" y="2210"/>
                  </a:lnTo>
                  <a:lnTo>
                    <a:pt x="1371" y="4001"/>
                  </a:lnTo>
                  <a:lnTo>
                    <a:pt x="0" y="5372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912" name="Graph element 2605"/>
            <p:cNvSpPr/>
            <p:nvPr/>
          </p:nvSpPr>
          <p:spPr>
            <a:xfrm>
              <a:off x="892478" y="1110927"/>
              <a:ext cx="7817" cy="9966"/>
            </a:xfrm>
            <a:custGeom>
              <a:avLst/>
              <a:gdLst/>
              <a:ahLst/>
              <a:cxnLst/>
              <a:rect l="0" t="0" r="r" b="b"/>
              <a:pathLst>
                <a:path w="7817" h="9966" stroke="0" extrusionOk="0">
                  <a:moveTo>
                    <a:pt x="4952" y="6978"/>
                  </a:moveTo>
                  <a:lnTo>
                    <a:pt x="4952" y="9966"/>
                  </a:lnTo>
                  <a:lnTo>
                    <a:pt x="7817" y="9966"/>
                  </a:lnTo>
                  <a:lnTo>
                    <a:pt x="7817" y="5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4952" y="6978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913" name="Graph element 2606"/>
            <p:cNvSpPr/>
            <p:nvPr/>
          </p:nvSpPr>
          <p:spPr>
            <a:xfrm>
              <a:off x="874572" y="1110507"/>
              <a:ext cx="4594" cy="4236"/>
            </a:xfrm>
            <a:custGeom>
              <a:avLst/>
              <a:gdLst/>
              <a:ahLst/>
              <a:cxnLst/>
              <a:rect l="0" t="0" r="r" b="b"/>
              <a:pathLst>
                <a:path w="4594" h="4236" stroke="0" extrusionOk="0">
                  <a:moveTo>
                    <a:pt x="0" y="2210"/>
                  </a:moveTo>
                  <a:lnTo>
                    <a:pt x="2026" y="4236"/>
                  </a:lnTo>
                  <a:lnTo>
                    <a:pt x="3397" y="2865"/>
                  </a:lnTo>
                  <a:lnTo>
                    <a:pt x="4594" y="2865"/>
                  </a:lnTo>
                  <a:lnTo>
                    <a:pt x="4594" y="0"/>
                  </a:lnTo>
                  <a:lnTo>
                    <a:pt x="2210" y="0"/>
                  </a:lnTo>
                  <a:lnTo>
                    <a:pt x="0" y="2210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914" name="Graph element 2607"/>
            <p:cNvSpPr/>
            <p:nvPr/>
          </p:nvSpPr>
          <p:spPr>
            <a:xfrm>
              <a:off x="882748" y="1108717"/>
              <a:ext cx="5372" cy="2865"/>
            </a:xfrm>
            <a:custGeom>
              <a:avLst/>
              <a:gdLst/>
              <a:ahLst/>
              <a:cxnLst/>
              <a:rect l="0" t="0" r="r" b="b"/>
              <a:pathLst>
                <a:path w="5372" h="2865" stroke="0" extrusionOk="0">
                  <a:moveTo>
                    <a:pt x="5372" y="2865"/>
                  </a:moveTo>
                  <a:lnTo>
                    <a:pt x="5372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5372" y="2865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915" name="Graph element 2608"/>
            <p:cNvSpPr/>
            <p:nvPr/>
          </p:nvSpPr>
          <p:spPr>
            <a:xfrm>
              <a:off x="768510" y="1091231"/>
              <a:ext cx="7817" cy="6620"/>
            </a:xfrm>
            <a:custGeom>
              <a:avLst/>
              <a:gdLst/>
              <a:ahLst/>
              <a:cxnLst/>
              <a:rect l="0" t="0" r="r" b="b"/>
              <a:pathLst>
                <a:path w="7817" h="6620" stroke="0" extrusionOk="0">
                  <a:moveTo>
                    <a:pt x="0" y="3397"/>
                  </a:moveTo>
                  <a:lnTo>
                    <a:pt x="3223" y="6620"/>
                  </a:lnTo>
                  <a:lnTo>
                    <a:pt x="7817" y="2026"/>
                  </a:lnTo>
                  <a:lnTo>
                    <a:pt x="5791" y="0"/>
                  </a:lnTo>
                  <a:lnTo>
                    <a:pt x="3223" y="2568"/>
                  </a:lnTo>
                  <a:lnTo>
                    <a:pt x="2865" y="1013"/>
                  </a:lnTo>
                  <a:lnTo>
                    <a:pt x="0" y="1013"/>
                  </a:lnTo>
                  <a:lnTo>
                    <a:pt x="0" y="3397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916" name="Graph element 2609"/>
            <p:cNvSpPr/>
            <p:nvPr/>
          </p:nvSpPr>
          <p:spPr>
            <a:xfrm>
              <a:off x="736699" y="1089440"/>
              <a:ext cx="6385" cy="7817"/>
            </a:xfrm>
            <a:custGeom>
              <a:avLst/>
              <a:gdLst/>
              <a:ahLst/>
              <a:cxnLst/>
              <a:rect l="0" t="0" r="r" b="b"/>
              <a:pathLst>
                <a:path w="6385" h="7817" stroke="0" extrusionOk="0">
                  <a:moveTo>
                    <a:pt x="1371" y="3397"/>
                  </a:moveTo>
                  <a:lnTo>
                    <a:pt x="1371" y="5187"/>
                  </a:lnTo>
                  <a:lnTo>
                    <a:pt x="4001" y="7817"/>
                  </a:lnTo>
                  <a:lnTo>
                    <a:pt x="6385" y="7817"/>
                  </a:lnTo>
                  <a:lnTo>
                    <a:pt x="6385" y="4952"/>
                  </a:lnTo>
                  <a:lnTo>
                    <a:pt x="5187" y="4952"/>
                  </a:lnTo>
                  <a:lnTo>
                    <a:pt x="4236" y="4001"/>
                  </a:lnTo>
                  <a:lnTo>
                    <a:pt x="4236" y="2210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371" y="3397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917" name="Graph element 2610"/>
            <p:cNvSpPr/>
            <p:nvPr/>
          </p:nvSpPr>
          <p:spPr>
            <a:xfrm>
              <a:off x="734489" y="1085081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918" name="Graph element 2611"/>
            <p:cNvSpPr/>
            <p:nvPr/>
          </p:nvSpPr>
          <p:spPr>
            <a:xfrm>
              <a:off x="719806" y="1081858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919" name="Graph element 2612"/>
            <p:cNvSpPr/>
            <p:nvPr/>
          </p:nvSpPr>
          <p:spPr>
            <a:xfrm>
              <a:off x="768510" y="1079709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920" name="Graph element 2613"/>
            <p:cNvSpPr/>
            <p:nvPr/>
          </p:nvSpPr>
          <p:spPr>
            <a:xfrm>
              <a:off x="743442" y="1079709"/>
              <a:ext cx="2865" cy="12534"/>
            </a:xfrm>
            <a:custGeom>
              <a:avLst/>
              <a:gdLst/>
              <a:ahLst/>
              <a:cxnLst/>
              <a:rect l="0" t="0" r="r" b="b"/>
              <a:pathLst>
                <a:path w="2865" h="12534" stroke="0" extrusionOk="0">
                  <a:moveTo>
                    <a:pt x="0" y="12534"/>
                  </a:moveTo>
                  <a:lnTo>
                    <a:pt x="2865" y="12534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2534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921" name="Graph element 2614"/>
            <p:cNvSpPr/>
            <p:nvPr/>
          </p:nvSpPr>
          <p:spPr>
            <a:xfrm>
              <a:off x="700468" y="1077919"/>
              <a:ext cx="10385" cy="6804"/>
            </a:xfrm>
            <a:custGeom>
              <a:avLst/>
              <a:gdLst/>
              <a:ahLst/>
              <a:cxnLst/>
              <a:rect l="0" t="0" r="r" b="b"/>
              <a:pathLst>
                <a:path w="10385" h="6804" stroke="0" extrusionOk="0">
                  <a:moveTo>
                    <a:pt x="0" y="2384"/>
                  </a:moveTo>
                  <a:lnTo>
                    <a:pt x="2630" y="5014"/>
                  </a:lnTo>
                  <a:lnTo>
                    <a:pt x="4420" y="5014"/>
                  </a:lnTo>
                  <a:lnTo>
                    <a:pt x="6211" y="6804"/>
                  </a:lnTo>
                  <a:lnTo>
                    <a:pt x="10385" y="6804"/>
                  </a:lnTo>
                  <a:lnTo>
                    <a:pt x="10385" y="3939"/>
                  </a:lnTo>
                  <a:lnTo>
                    <a:pt x="7397" y="3939"/>
                  </a:lnTo>
                  <a:lnTo>
                    <a:pt x="5607" y="2149"/>
                  </a:lnTo>
                  <a:lnTo>
                    <a:pt x="3816" y="2149"/>
                  </a:lnTo>
                  <a:lnTo>
                    <a:pt x="2865" y="1197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2384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922" name="Graph element 2615"/>
            <p:cNvSpPr/>
            <p:nvPr/>
          </p:nvSpPr>
          <p:spPr>
            <a:xfrm>
              <a:off x="727746" y="1075115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0" y="3581"/>
                  </a:moveTo>
                  <a:lnTo>
                    <a:pt x="2026" y="5607"/>
                  </a:lnTo>
                  <a:lnTo>
                    <a:pt x="5607" y="2026"/>
                  </a:lnTo>
                  <a:lnTo>
                    <a:pt x="3581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923" name="Graph element 2616"/>
            <p:cNvSpPr/>
            <p:nvPr/>
          </p:nvSpPr>
          <p:spPr>
            <a:xfrm>
              <a:off x="777462" y="1074338"/>
              <a:ext cx="2865" cy="10743"/>
            </a:xfrm>
            <a:custGeom>
              <a:avLst/>
              <a:gdLst/>
              <a:ahLst/>
              <a:cxnLst/>
              <a:rect l="0" t="0" r="r" b="b"/>
              <a:pathLst>
                <a:path w="2865" h="10743" stroke="0" extrusionOk="0">
                  <a:moveTo>
                    <a:pt x="0" y="10743"/>
                  </a:moveTo>
                  <a:lnTo>
                    <a:pt x="2865" y="10743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0743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924" name="Graph element 2617"/>
            <p:cNvSpPr/>
            <p:nvPr/>
          </p:nvSpPr>
          <p:spPr>
            <a:xfrm>
              <a:off x="702678" y="1071534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925" name="Graph element 2618"/>
            <p:cNvSpPr/>
            <p:nvPr/>
          </p:nvSpPr>
          <p:spPr>
            <a:xfrm>
              <a:off x="770720" y="1069324"/>
              <a:ext cx="6385" cy="7817"/>
            </a:xfrm>
            <a:custGeom>
              <a:avLst/>
              <a:gdLst/>
              <a:ahLst/>
              <a:cxnLst/>
              <a:rect l="0" t="0" r="r" b="b"/>
              <a:pathLst>
                <a:path w="6385" h="7817" stroke="0" extrusionOk="0">
                  <a:moveTo>
                    <a:pt x="0" y="5791"/>
                  </a:moveTo>
                  <a:lnTo>
                    <a:pt x="2026" y="7817"/>
                  </a:lnTo>
                  <a:lnTo>
                    <a:pt x="4236" y="5607"/>
                  </a:lnTo>
                  <a:lnTo>
                    <a:pt x="4236" y="3816"/>
                  </a:lnTo>
                  <a:lnTo>
                    <a:pt x="5187" y="2865"/>
                  </a:lnTo>
                  <a:lnTo>
                    <a:pt x="6385" y="2865"/>
                  </a:lnTo>
                  <a:lnTo>
                    <a:pt x="6385" y="0"/>
                  </a:lnTo>
                  <a:lnTo>
                    <a:pt x="4001" y="0"/>
                  </a:lnTo>
                  <a:lnTo>
                    <a:pt x="1371" y="2630"/>
                  </a:lnTo>
                  <a:lnTo>
                    <a:pt x="1371" y="4420"/>
                  </a:lnTo>
                  <a:lnTo>
                    <a:pt x="0" y="5791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926" name="Graph element 2619"/>
            <p:cNvSpPr/>
            <p:nvPr/>
          </p:nvSpPr>
          <p:spPr>
            <a:xfrm>
              <a:off x="738490" y="1069744"/>
              <a:ext cx="5607" cy="7397"/>
            </a:xfrm>
            <a:custGeom>
              <a:avLst/>
              <a:gdLst/>
              <a:ahLst/>
              <a:cxnLst/>
              <a:rect l="0" t="0" r="r" b="b"/>
              <a:pathLst>
                <a:path w="5607" h="7397" stroke="0" extrusionOk="0">
                  <a:moveTo>
                    <a:pt x="1371" y="3397"/>
                  </a:moveTo>
                  <a:lnTo>
                    <a:pt x="1371" y="5187"/>
                  </a:lnTo>
                  <a:lnTo>
                    <a:pt x="3581" y="7397"/>
                  </a:lnTo>
                  <a:lnTo>
                    <a:pt x="5607" y="5372"/>
                  </a:lnTo>
                  <a:lnTo>
                    <a:pt x="4236" y="4001"/>
                  </a:lnTo>
                  <a:lnTo>
                    <a:pt x="4236" y="2210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371" y="3397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927" name="Graph element 2620"/>
            <p:cNvSpPr/>
            <p:nvPr/>
          </p:nvSpPr>
          <p:spPr>
            <a:xfrm>
              <a:off x="728882" y="1063953"/>
              <a:ext cx="10498" cy="13844"/>
            </a:xfrm>
            <a:custGeom>
              <a:avLst/>
              <a:gdLst/>
              <a:ahLst/>
              <a:cxnLst/>
              <a:rect l="0" t="0" r="r" b="b"/>
              <a:pathLst>
                <a:path w="10498" h="13844" stroke="0" extrusionOk="0">
                  <a:moveTo>
                    <a:pt x="0" y="0"/>
                  </a:moveTo>
                  <a:lnTo>
                    <a:pt x="5607" y="5607"/>
                  </a:lnTo>
                  <a:lnTo>
                    <a:pt x="5607" y="6211"/>
                  </a:lnTo>
                  <a:lnTo>
                    <a:pt x="3223" y="8595"/>
                  </a:lnTo>
                  <a:lnTo>
                    <a:pt x="8472" y="13844"/>
                  </a:lnTo>
                  <a:lnTo>
                    <a:pt x="8472" y="4420"/>
                  </a:lnTo>
                  <a:lnTo>
                    <a:pt x="7275" y="3223"/>
                  </a:lnTo>
                  <a:lnTo>
                    <a:pt x="104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928" name="Graph element 2621"/>
            <p:cNvSpPr/>
            <p:nvPr/>
          </p:nvSpPr>
          <p:spPr>
            <a:xfrm>
              <a:off x="707272" y="1063953"/>
              <a:ext cx="7162" cy="6446"/>
            </a:xfrm>
            <a:custGeom>
              <a:avLst/>
              <a:gdLst/>
              <a:ahLst/>
              <a:cxnLst/>
              <a:rect l="0" t="0" r="r" b="b"/>
              <a:pathLst>
                <a:path w="7162" h="6446" stroke="0" extrusionOk="0">
                  <a:moveTo>
                    <a:pt x="0" y="3581"/>
                  </a:moveTo>
                  <a:lnTo>
                    <a:pt x="0" y="6446"/>
                  </a:lnTo>
                  <a:lnTo>
                    <a:pt x="2384" y="6446"/>
                  </a:lnTo>
                  <a:lnTo>
                    <a:pt x="5965" y="2865"/>
                  </a:lnTo>
                  <a:lnTo>
                    <a:pt x="7162" y="2865"/>
                  </a:lnTo>
                  <a:lnTo>
                    <a:pt x="7162" y="0"/>
                  </a:lnTo>
                  <a:lnTo>
                    <a:pt x="4778" y="0"/>
                  </a:lnTo>
                  <a:lnTo>
                    <a:pt x="1197" y="3581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929" name="Graph element 2622"/>
            <p:cNvSpPr/>
            <p:nvPr/>
          </p:nvSpPr>
          <p:spPr>
            <a:xfrm>
              <a:off x="716583" y="1058346"/>
              <a:ext cx="6681" cy="6681"/>
            </a:xfrm>
            <a:custGeom>
              <a:avLst/>
              <a:gdLst/>
              <a:ahLst/>
              <a:cxnLst/>
              <a:rect l="0" t="0" r="r" b="b"/>
              <a:pathLst>
                <a:path w="6681" h="6681" stroke="0" extrusionOk="0">
                  <a:moveTo>
                    <a:pt x="0" y="0"/>
                  </a:moveTo>
                  <a:lnTo>
                    <a:pt x="0" y="6681"/>
                  </a:lnTo>
                  <a:lnTo>
                    <a:pt x="6681" y="66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930" name="Graph element 2623"/>
            <p:cNvSpPr/>
            <p:nvPr/>
          </p:nvSpPr>
          <p:spPr>
            <a:xfrm>
              <a:off x="711631" y="1057210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931" name="Graph element 2624"/>
            <p:cNvSpPr/>
            <p:nvPr/>
          </p:nvSpPr>
          <p:spPr>
            <a:xfrm>
              <a:off x="734489" y="1052851"/>
              <a:ext cx="4655" cy="8953"/>
            </a:xfrm>
            <a:custGeom>
              <a:avLst/>
              <a:gdLst/>
              <a:ahLst/>
              <a:cxnLst/>
              <a:rect l="0" t="0" r="r" b="b"/>
              <a:pathLst>
                <a:path w="4655" h="8953" stroke="0" extrusionOk="0">
                  <a:moveTo>
                    <a:pt x="0" y="2384"/>
                  </a:moveTo>
                  <a:lnTo>
                    <a:pt x="1791" y="4174"/>
                  </a:lnTo>
                  <a:lnTo>
                    <a:pt x="1791" y="8953"/>
                  </a:lnTo>
                  <a:lnTo>
                    <a:pt x="4655" y="8953"/>
                  </a:lnTo>
                  <a:lnTo>
                    <a:pt x="4655" y="2988"/>
                  </a:lnTo>
                  <a:lnTo>
                    <a:pt x="2865" y="1197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2384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932" name="Graph element 2625"/>
            <p:cNvSpPr/>
            <p:nvPr/>
          </p:nvSpPr>
          <p:spPr>
            <a:xfrm>
              <a:off x="707630" y="1051060"/>
              <a:ext cx="4236" cy="4594"/>
            </a:xfrm>
            <a:custGeom>
              <a:avLst/>
              <a:gdLst/>
              <a:ahLst/>
              <a:cxnLst/>
              <a:rect l="0" t="0" r="r" b="b"/>
              <a:pathLst>
                <a:path w="4236" h="4594" stroke="0" extrusionOk="0">
                  <a:moveTo>
                    <a:pt x="0" y="2384"/>
                  </a:moveTo>
                  <a:lnTo>
                    <a:pt x="2210" y="4594"/>
                  </a:lnTo>
                  <a:lnTo>
                    <a:pt x="4236" y="2568"/>
                  </a:lnTo>
                  <a:lnTo>
                    <a:pt x="2865" y="1197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2384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933" name="Graph element 2626"/>
            <p:cNvSpPr/>
            <p:nvPr/>
          </p:nvSpPr>
          <p:spPr>
            <a:xfrm>
              <a:off x="725956" y="1041095"/>
              <a:ext cx="9188" cy="9188"/>
            </a:xfrm>
            <a:custGeom>
              <a:avLst/>
              <a:gdLst/>
              <a:ahLst/>
              <a:cxnLst/>
              <a:rect l="0" t="0" r="r" b="b"/>
              <a:pathLst>
                <a:path w="9188" h="9188" stroke="0" extrusionOk="0">
                  <a:moveTo>
                    <a:pt x="7162" y="9188"/>
                  </a:moveTo>
                  <a:lnTo>
                    <a:pt x="9188" y="7162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7162" y="9188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934" name="Graph element 2627"/>
            <p:cNvSpPr/>
            <p:nvPr/>
          </p:nvSpPr>
          <p:spPr>
            <a:xfrm>
              <a:off x="705840" y="1042108"/>
              <a:ext cx="2865" cy="5372"/>
            </a:xfrm>
            <a:custGeom>
              <a:avLst/>
              <a:gdLst/>
              <a:ahLst/>
              <a:cxnLst/>
              <a:rect l="0" t="0" r="r" b="b"/>
              <a:pathLst>
                <a:path w="2865" h="5372" stroke="0" extrusionOk="0">
                  <a:moveTo>
                    <a:pt x="0" y="5372"/>
                  </a:moveTo>
                  <a:lnTo>
                    <a:pt x="2865" y="5372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5372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935" name="Graph element 2628"/>
            <p:cNvSpPr/>
            <p:nvPr/>
          </p:nvSpPr>
          <p:spPr>
            <a:xfrm>
              <a:off x="721597" y="1038885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936" name="Graph element 2629"/>
            <p:cNvSpPr/>
            <p:nvPr/>
          </p:nvSpPr>
          <p:spPr>
            <a:xfrm>
              <a:off x="710854" y="1037094"/>
              <a:ext cx="7162" cy="2865"/>
            </a:xfrm>
            <a:custGeom>
              <a:avLst/>
              <a:gdLst/>
              <a:ahLst/>
              <a:cxnLst/>
              <a:rect l="0" t="0" r="r" b="b"/>
              <a:pathLst>
                <a:path w="7162" h="2865" stroke="0" extrusionOk="0">
                  <a:moveTo>
                    <a:pt x="7162" y="2865"/>
                  </a:moveTo>
                  <a:lnTo>
                    <a:pt x="7162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7162" y="2865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937" name="Graph element 2630"/>
            <p:cNvSpPr/>
            <p:nvPr/>
          </p:nvSpPr>
          <p:spPr>
            <a:xfrm>
              <a:off x="893614" y="961532"/>
              <a:ext cx="6681" cy="5014"/>
            </a:xfrm>
            <a:custGeom>
              <a:avLst/>
              <a:gdLst/>
              <a:ahLst/>
              <a:cxnLst/>
              <a:rect l="0" t="0" r="r" b="b"/>
              <a:pathLst>
                <a:path w="6681" h="5014" stroke="0" extrusionOk="0">
                  <a:moveTo>
                    <a:pt x="3816" y="0"/>
                  </a:moveTo>
                  <a:lnTo>
                    <a:pt x="3816" y="1197"/>
                  </a:lnTo>
                  <a:lnTo>
                    <a:pt x="0" y="5014"/>
                  </a:lnTo>
                  <a:lnTo>
                    <a:pt x="6681" y="5014"/>
                  </a:lnTo>
                  <a:lnTo>
                    <a:pt x="3816" y="0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938" name="Graph element 2631"/>
            <p:cNvSpPr/>
            <p:nvPr/>
          </p:nvSpPr>
          <p:spPr>
            <a:xfrm>
              <a:off x="880957" y="937242"/>
              <a:ext cx="8175" cy="4236"/>
            </a:xfrm>
            <a:custGeom>
              <a:avLst/>
              <a:gdLst/>
              <a:ahLst/>
              <a:cxnLst/>
              <a:rect l="0" t="0" r="r" b="b"/>
              <a:pathLst>
                <a:path w="8175" h="4236" stroke="0" extrusionOk="0">
                  <a:moveTo>
                    <a:pt x="0" y="1371"/>
                  </a:moveTo>
                  <a:lnTo>
                    <a:pt x="0" y="4236"/>
                  </a:lnTo>
                  <a:lnTo>
                    <a:pt x="5965" y="4236"/>
                  </a:lnTo>
                  <a:lnTo>
                    <a:pt x="8175" y="2026"/>
                  </a:lnTo>
                  <a:lnTo>
                    <a:pt x="6149" y="0"/>
                  </a:lnTo>
                  <a:lnTo>
                    <a:pt x="4778" y="1371"/>
                  </a:lnTo>
                  <a:lnTo>
                    <a:pt x="0" y="1371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939" name="Graph element 2632"/>
            <p:cNvSpPr/>
            <p:nvPr/>
          </p:nvSpPr>
          <p:spPr>
            <a:xfrm>
              <a:off x="874153" y="935032"/>
              <a:ext cx="10385" cy="4655"/>
            </a:xfrm>
            <a:custGeom>
              <a:avLst/>
              <a:gdLst/>
              <a:ahLst/>
              <a:cxnLst/>
              <a:rect l="0" t="0" r="r" b="b"/>
              <a:pathLst>
                <a:path w="10385" h="4655" stroke="0" extrusionOk="0">
                  <a:moveTo>
                    <a:pt x="0" y="0"/>
                  </a:moveTo>
                  <a:lnTo>
                    <a:pt x="0" y="4655"/>
                  </a:lnTo>
                  <a:lnTo>
                    <a:pt x="3816" y="4655"/>
                  </a:lnTo>
                  <a:lnTo>
                    <a:pt x="5607" y="2865"/>
                  </a:lnTo>
                  <a:lnTo>
                    <a:pt x="10385" y="2865"/>
                  </a:lnTo>
                  <a:lnTo>
                    <a:pt x="1038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940" name="Graph element 2633"/>
            <p:cNvSpPr/>
            <p:nvPr/>
          </p:nvSpPr>
          <p:spPr>
            <a:xfrm>
              <a:off x="454803" y="687934"/>
              <a:ext cx="21487" cy="4655"/>
            </a:xfrm>
            <a:custGeom>
              <a:avLst/>
              <a:gdLst/>
              <a:ahLst/>
              <a:cxnLst/>
              <a:rect l="0" t="0" r="r" b="b"/>
              <a:pathLst>
                <a:path w="21487" h="4655" stroke="0" extrusionOk="0">
                  <a:moveTo>
                    <a:pt x="1197" y="2865"/>
                  </a:moveTo>
                  <a:lnTo>
                    <a:pt x="2988" y="4655"/>
                  </a:lnTo>
                  <a:lnTo>
                    <a:pt x="18499" y="4655"/>
                  </a:lnTo>
                  <a:lnTo>
                    <a:pt x="20290" y="2865"/>
                  </a:lnTo>
                  <a:lnTo>
                    <a:pt x="21487" y="2865"/>
                  </a:lnTo>
                  <a:lnTo>
                    <a:pt x="21487" y="0"/>
                  </a:lnTo>
                  <a:lnTo>
                    <a:pt x="19103" y="0"/>
                  </a:lnTo>
                  <a:lnTo>
                    <a:pt x="17312" y="1791"/>
                  </a:lnTo>
                  <a:lnTo>
                    <a:pt x="4174" y="1791"/>
                  </a:lnTo>
                  <a:lnTo>
                    <a:pt x="2384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197" y="2865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941" name="Graph element 2634"/>
            <p:cNvSpPr/>
            <p:nvPr/>
          </p:nvSpPr>
          <p:spPr>
            <a:xfrm>
              <a:off x="453371" y="681192"/>
              <a:ext cx="4236" cy="4594"/>
            </a:xfrm>
            <a:custGeom>
              <a:avLst/>
              <a:gdLst/>
              <a:ahLst/>
              <a:cxnLst/>
              <a:rect l="0" t="0" r="r" b="b"/>
              <a:pathLst>
                <a:path w="4236" h="4594" stroke="0" extrusionOk="0">
                  <a:moveTo>
                    <a:pt x="0" y="2210"/>
                  </a:moveTo>
                  <a:lnTo>
                    <a:pt x="0" y="4594"/>
                  </a:lnTo>
                  <a:lnTo>
                    <a:pt x="2865" y="4594"/>
                  </a:lnTo>
                  <a:lnTo>
                    <a:pt x="2865" y="3397"/>
                  </a:lnTo>
                  <a:lnTo>
                    <a:pt x="4236" y="2026"/>
                  </a:lnTo>
                  <a:lnTo>
                    <a:pt x="2210" y="0"/>
                  </a:lnTo>
                  <a:lnTo>
                    <a:pt x="0" y="2210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942" name="Graph element 2635"/>
            <p:cNvSpPr/>
            <p:nvPr/>
          </p:nvSpPr>
          <p:spPr>
            <a:xfrm>
              <a:off x="478858" y="679401"/>
              <a:ext cx="9188" cy="9188"/>
            </a:xfrm>
            <a:custGeom>
              <a:avLst/>
              <a:gdLst/>
              <a:ahLst/>
              <a:cxnLst/>
              <a:rect l="0" t="0" r="r" b="b"/>
              <a:pathLst>
                <a:path w="9188" h="9188" stroke="0" extrusionOk="0">
                  <a:moveTo>
                    <a:pt x="0" y="7162"/>
                  </a:moveTo>
                  <a:lnTo>
                    <a:pt x="2026" y="9188"/>
                  </a:lnTo>
                  <a:lnTo>
                    <a:pt x="9188" y="2026"/>
                  </a:lnTo>
                  <a:lnTo>
                    <a:pt x="7162" y="0"/>
                  </a:lnTo>
                  <a:lnTo>
                    <a:pt x="0" y="7162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943" name="Graph element 2636"/>
            <p:cNvSpPr/>
            <p:nvPr/>
          </p:nvSpPr>
          <p:spPr>
            <a:xfrm>
              <a:off x="457371" y="674029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0" y="3581"/>
                  </a:moveTo>
                  <a:lnTo>
                    <a:pt x="2026" y="5607"/>
                  </a:lnTo>
                  <a:lnTo>
                    <a:pt x="5607" y="2026"/>
                  </a:lnTo>
                  <a:lnTo>
                    <a:pt x="3581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944" name="Graph element 2637"/>
            <p:cNvSpPr/>
            <p:nvPr/>
          </p:nvSpPr>
          <p:spPr>
            <a:xfrm>
              <a:off x="464533" y="670448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945" name="Graph element 2638"/>
            <p:cNvSpPr/>
            <p:nvPr/>
          </p:nvSpPr>
          <p:spPr>
            <a:xfrm>
              <a:off x="470918" y="668238"/>
              <a:ext cx="5372" cy="2865"/>
            </a:xfrm>
            <a:custGeom>
              <a:avLst/>
              <a:gdLst/>
              <a:ahLst/>
              <a:cxnLst/>
              <a:rect l="0" t="0" r="r" b="b"/>
              <a:pathLst>
                <a:path w="5372" h="2865" stroke="0" extrusionOk="0">
                  <a:moveTo>
                    <a:pt x="5372" y="2865"/>
                  </a:moveTo>
                  <a:lnTo>
                    <a:pt x="5372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5372" y="2865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946" name="Graph element 2639"/>
            <p:cNvSpPr/>
            <p:nvPr/>
          </p:nvSpPr>
          <p:spPr>
            <a:xfrm>
              <a:off x="478203" y="666448"/>
              <a:ext cx="15869" cy="7817"/>
            </a:xfrm>
            <a:custGeom>
              <a:avLst/>
              <a:gdLst/>
              <a:ahLst/>
              <a:cxnLst/>
              <a:rect l="0" t="0" r="r" b="b"/>
              <a:pathLst>
                <a:path w="15869" h="7817" stroke="0" extrusionOk="0">
                  <a:moveTo>
                    <a:pt x="4655" y="0"/>
                  </a:moveTo>
                  <a:lnTo>
                    <a:pt x="0" y="4655"/>
                  </a:lnTo>
                  <a:lnTo>
                    <a:pt x="8237" y="4655"/>
                  </a:lnTo>
                  <a:lnTo>
                    <a:pt x="11398" y="7817"/>
                  </a:lnTo>
                  <a:lnTo>
                    <a:pt x="13424" y="5791"/>
                  </a:lnTo>
                  <a:lnTo>
                    <a:pt x="12646" y="5014"/>
                  </a:lnTo>
                  <a:lnTo>
                    <a:pt x="15869" y="1791"/>
                  </a:lnTo>
                  <a:lnTo>
                    <a:pt x="9423" y="1791"/>
                  </a:lnTo>
                  <a:lnTo>
                    <a:pt x="7633" y="0"/>
                  </a:lnTo>
                  <a:lnTo>
                    <a:pt x="4655" y="0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947" name="Graph element 2640"/>
            <p:cNvSpPr/>
            <p:nvPr/>
          </p:nvSpPr>
          <p:spPr>
            <a:xfrm>
              <a:off x="505716" y="661495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948" name="Graph element 2641"/>
            <p:cNvSpPr/>
            <p:nvPr/>
          </p:nvSpPr>
          <p:spPr>
            <a:xfrm>
              <a:off x="489182" y="657137"/>
              <a:ext cx="2865" cy="3581"/>
            </a:xfrm>
            <a:custGeom>
              <a:avLst/>
              <a:gdLst/>
              <a:ahLst/>
              <a:cxnLst/>
              <a:rect l="0" t="0" r="r" b="b"/>
              <a:pathLst>
                <a:path w="2865" h="3581" stroke="0" extrusionOk="0">
                  <a:moveTo>
                    <a:pt x="0" y="3581"/>
                  </a:moveTo>
                  <a:lnTo>
                    <a:pt x="2865" y="358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949" name="Graph element 2642"/>
            <p:cNvSpPr/>
            <p:nvPr/>
          </p:nvSpPr>
          <p:spPr>
            <a:xfrm>
              <a:off x="512879" y="653555"/>
              <a:ext cx="6026" cy="6385"/>
            </a:xfrm>
            <a:custGeom>
              <a:avLst/>
              <a:gdLst/>
              <a:ahLst/>
              <a:cxnLst/>
              <a:rect l="0" t="0" r="r" b="b"/>
              <a:pathLst>
                <a:path w="6026" h="6385" stroke="0" extrusionOk="0">
                  <a:moveTo>
                    <a:pt x="0" y="4359"/>
                  </a:moveTo>
                  <a:lnTo>
                    <a:pt x="2026" y="6385"/>
                  </a:lnTo>
                  <a:lnTo>
                    <a:pt x="6026" y="2384"/>
                  </a:lnTo>
                  <a:lnTo>
                    <a:pt x="6026" y="0"/>
                  </a:lnTo>
                  <a:lnTo>
                    <a:pt x="3162" y="0"/>
                  </a:lnTo>
                  <a:lnTo>
                    <a:pt x="3162" y="1197"/>
                  </a:lnTo>
                  <a:lnTo>
                    <a:pt x="0" y="4359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950" name="Graph element 2643"/>
            <p:cNvSpPr/>
            <p:nvPr/>
          </p:nvSpPr>
          <p:spPr>
            <a:xfrm>
              <a:off x="501716" y="653555"/>
              <a:ext cx="4236" cy="6385"/>
            </a:xfrm>
            <a:custGeom>
              <a:avLst/>
              <a:gdLst/>
              <a:ahLst/>
              <a:cxnLst/>
              <a:rect l="0" t="0" r="r" b="b"/>
              <a:pathLst>
                <a:path w="4236" h="6385" stroke="0" extrusionOk="0">
                  <a:moveTo>
                    <a:pt x="0" y="4174"/>
                  </a:moveTo>
                  <a:lnTo>
                    <a:pt x="2210" y="6385"/>
                  </a:lnTo>
                  <a:lnTo>
                    <a:pt x="4236" y="4359"/>
                  </a:lnTo>
                  <a:lnTo>
                    <a:pt x="2865" y="2988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4174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951" name="Graph element 2644"/>
            <p:cNvSpPr/>
            <p:nvPr/>
          </p:nvSpPr>
          <p:spPr>
            <a:xfrm>
              <a:off x="467695" y="651765"/>
              <a:ext cx="13189" cy="15337"/>
            </a:xfrm>
            <a:custGeom>
              <a:avLst/>
              <a:gdLst/>
              <a:ahLst/>
              <a:cxnLst/>
              <a:rect l="0" t="0" r="r" b="b"/>
              <a:pathLst>
                <a:path w="13189" h="15337" stroke="0" extrusionOk="0">
                  <a:moveTo>
                    <a:pt x="0" y="0"/>
                  </a:moveTo>
                  <a:lnTo>
                    <a:pt x="0" y="2384"/>
                  </a:lnTo>
                  <a:lnTo>
                    <a:pt x="1791" y="4174"/>
                  </a:lnTo>
                  <a:lnTo>
                    <a:pt x="1791" y="5965"/>
                  </a:lnTo>
                  <a:lnTo>
                    <a:pt x="5372" y="9546"/>
                  </a:lnTo>
                  <a:lnTo>
                    <a:pt x="5372" y="12176"/>
                  </a:lnTo>
                  <a:lnTo>
                    <a:pt x="8001" y="12176"/>
                  </a:lnTo>
                  <a:lnTo>
                    <a:pt x="11163" y="15337"/>
                  </a:lnTo>
                  <a:lnTo>
                    <a:pt x="13189" y="13312"/>
                  </a:lnTo>
                  <a:lnTo>
                    <a:pt x="4655" y="4778"/>
                  </a:lnTo>
                  <a:lnTo>
                    <a:pt x="4655" y="2988"/>
                  </a:lnTo>
                  <a:lnTo>
                    <a:pt x="2865" y="11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952" name="Graph element 2645"/>
            <p:cNvSpPr/>
            <p:nvPr/>
          </p:nvSpPr>
          <p:spPr>
            <a:xfrm>
              <a:off x="474499" y="639589"/>
              <a:ext cx="13547" cy="11398"/>
            </a:xfrm>
            <a:custGeom>
              <a:avLst/>
              <a:gdLst/>
              <a:ahLst/>
              <a:cxnLst/>
              <a:rect l="0" t="0" r="r" b="b"/>
              <a:pathLst>
                <a:path w="13547" h="11398" stroke="0" extrusionOk="0">
                  <a:moveTo>
                    <a:pt x="1197" y="2865"/>
                  </a:moveTo>
                  <a:lnTo>
                    <a:pt x="2988" y="4655"/>
                  </a:lnTo>
                  <a:lnTo>
                    <a:pt x="4778" y="4655"/>
                  </a:lnTo>
                  <a:lnTo>
                    <a:pt x="11521" y="11398"/>
                  </a:lnTo>
                  <a:lnTo>
                    <a:pt x="13547" y="9372"/>
                  </a:lnTo>
                  <a:lnTo>
                    <a:pt x="5965" y="1791"/>
                  </a:lnTo>
                  <a:lnTo>
                    <a:pt x="4174" y="1791"/>
                  </a:lnTo>
                  <a:lnTo>
                    <a:pt x="2384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197" y="2865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953" name="Graph element 2646"/>
            <p:cNvSpPr/>
            <p:nvPr/>
          </p:nvSpPr>
          <p:spPr>
            <a:xfrm>
              <a:off x="465904" y="637799"/>
              <a:ext cx="5014" cy="10385"/>
            </a:xfrm>
            <a:custGeom>
              <a:avLst/>
              <a:gdLst/>
              <a:ahLst/>
              <a:cxnLst/>
              <a:rect l="0" t="0" r="r" b="b"/>
              <a:pathLst>
                <a:path w="5014" h="10385" stroke="0" extrusionOk="0">
                  <a:moveTo>
                    <a:pt x="0" y="2630"/>
                  </a:moveTo>
                  <a:lnTo>
                    <a:pt x="0" y="10385"/>
                  </a:lnTo>
                  <a:lnTo>
                    <a:pt x="2865" y="10385"/>
                  </a:lnTo>
                  <a:lnTo>
                    <a:pt x="2865" y="3816"/>
                  </a:lnTo>
                  <a:lnTo>
                    <a:pt x="3816" y="2865"/>
                  </a:lnTo>
                  <a:lnTo>
                    <a:pt x="5014" y="2865"/>
                  </a:lnTo>
                  <a:lnTo>
                    <a:pt x="5014" y="0"/>
                  </a:lnTo>
                  <a:lnTo>
                    <a:pt x="2630" y="0"/>
                  </a:lnTo>
                  <a:lnTo>
                    <a:pt x="0" y="2630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954" name="Graph element 2647"/>
            <p:cNvSpPr/>
            <p:nvPr/>
          </p:nvSpPr>
          <p:spPr>
            <a:xfrm>
              <a:off x="517831" y="637440"/>
              <a:ext cx="2865" cy="12534"/>
            </a:xfrm>
            <a:custGeom>
              <a:avLst/>
              <a:gdLst/>
              <a:ahLst/>
              <a:cxnLst/>
              <a:rect l="0" t="0" r="r" b="b"/>
              <a:pathLst>
                <a:path w="2865" h="12534" stroke="0" extrusionOk="0">
                  <a:moveTo>
                    <a:pt x="0" y="12534"/>
                  </a:moveTo>
                  <a:lnTo>
                    <a:pt x="2865" y="12534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2534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955" name="Graph element 2648"/>
            <p:cNvSpPr/>
            <p:nvPr/>
          </p:nvSpPr>
          <p:spPr>
            <a:xfrm>
              <a:off x="501716" y="631056"/>
              <a:ext cx="7817" cy="11756"/>
            </a:xfrm>
            <a:custGeom>
              <a:avLst/>
              <a:gdLst/>
              <a:ahLst/>
              <a:cxnLst/>
              <a:rect l="0" t="0" r="r" b="b"/>
              <a:pathLst>
                <a:path w="7817" h="11756" stroke="0" extrusionOk="0">
                  <a:moveTo>
                    <a:pt x="0" y="7582"/>
                  </a:moveTo>
                  <a:lnTo>
                    <a:pt x="0" y="11756"/>
                  </a:lnTo>
                  <a:lnTo>
                    <a:pt x="2865" y="11756"/>
                  </a:lnTo>
                  <a:lnTo>
                    <a:pt x="2865" y="8768"/>
                  </a:lnTo>
                  <a:lnTo>
                    <a:pt x="4655" y="6978"/>
                  </a:lnTo>
                  <a:lnTo>
                    <a:pt x="4655" y="5187"/>
                  </a:lnTo>
                  <a:lnTo>
                    <a:pt x="7817" y="2026"/>
                  </a:lnTo>
                  <a:lnTo>
                    <a:pt x="5791" y="0"/>
                  </a:lnTo>
                  <a:lnTo>
                    <a:pt x="1791" y="4001"/>
                  </a:lnTo>
                  <a:lnTo>
                    <a:pt x="1791" y="5791"/>
                  </a:lnTo>
                  <a:lnTo>
                    <a:pt x="0" y="7582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956" name="Graph element 2649"/>
            <p:cNvSpPr/>
            <p:nvPr/>
          </p:nvSpPr>
          <p:spPr>
            <a:xfrm>
              <a:off x="512101" y="627055"/>
              <a:ext cx="4594" cy="4236"/>
            </a:xfrm>
            <a:custGeom>
              <a:avLst/>
              <a:gdLst/>
              <a:ahLst/>
              <a:cxnLst/>
              <a:rect l="0" t="0" r="r" b="b"/>
              <a:pathLst>
                <a:path w="4594" h="4236" stroke="0" extrusionOk="0">
                  <a:moveTo>
                    <a:pt x="1197" y="2865"/>
                  </a:moveTo>
                  <a:lnTo>
                    <a:pt x="2568" y="4236"/>
                  </a:lnTo>
                  <a:lnTo>
                    <a:pt x="4594" y="2210"/>
                  </a:lnTo>
                  <a:lnTo>
                    <a:pt x="2384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197" y="2865"/>
                  </a:lnTo>
                  <a:close/>
                </a:path>
              </a:pathLst>
            </a:custGeom>
            <a:solidFill>
              <a:srgbClr val="3874AB"/>
            </a:solidFill>
            <a:ln>
              <a:noFill/>
            </a:ln>
          </p:spPr>
        </p:sp>
        <p:sp>
          <p:nvSpPr>
            <p:cNvPr id="17957" name="Graph element 2650"/>
            <p:cNvSpPr/>
            <p:nvPr/>
          </p:nvSpPr>
          <p:spPr>
            <a:xfrm>
              <a:off x="1815989" y="1713569"/>
              <a:ext cx="2865" cy="5372"/>
            </a:xfrm>
            <a:custGeom>
              <a:avLst/>
              <a:gdLst/>
              <a:ahLst/>
              <a:cxnLst/>
              <a:rect l="0" t="0" r="r" b="b"/>
              <a:pathLst>
                <a:path w="2865" h="5372" stroke="0" extrusionOk="0">
                  <a:moveTo>
                    <a:pt x="0" y="5372"/>
                  </a:moveTo>
                  <a:lnTo>
                    <a:pt x="2865" y="5372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5372"/>
                  </a:lnTo>
                  <a:close/>
                </a:path>
              </a:pathLst>
            </a:custGeom>
            <a:solidFill>
              <a:srgbClr val="664C4C"/>
            </a:solidFill>
            <a:ln>
              <a:noFill/>
            </a:ln>
          </p:spPr>
        </p:sp>
        <p:sp>
          <p:nvSpPr>
            <p:cNvPr id="17958" name="Graph element 2651"/>
            <p:cNvSpPr/>
            <p:nvPr/>
          </p:nvSpPr>
          <p:spPr>
            <a:xfrm>
              <a:off x="566176" y="1713569"/>
              <a:ext cx="2865" cy="7162"/>
            </a:xfrm>
            <a:custGeom>
              <a:avLst/>
              <a:gdLst/>
              <a:ahLst/>
              <a:cxnLst/>
              <a:rect l="0" t="0" r="r" b="b"/>
              <a:pathLst>
                <a:path w="2865" h="7162" stroke="0" extrusionOk="0">
                  <a:moveTo>
                    <a:pt x="0" y="7162"/>
                  </a:moveTo>
                  <a:lnTo>
                    <a:pt x="2865" y="7162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7162"/>
                  </a:lnTo>
                  <a:close/>
                </a:path>
              </a:pathLst>
            </a:custGeom>
            <a:solidFill>
              <a:srgbClr val="664C4C"/>
            </a:solidFill>
            <a:ln>
              <a:noFill/>
            </a:ln>
          </p:spPr>
        </p:sp>
        <p:sp>
          <p:nvSpPr>
            <p:cNvPr id="17959" name="Graph element 2652"/>
            <p:cNvSpPr/>
            <p:nvPr/>
          </p:nvSpPr>
          <p:spPr>
            <a:xfrm>
              <a:off x="1035723" y="1619447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664C4C"/>
            </a:solidFill>
            <a:ln>
              <a:noFill/>
            </a:ln>
          </p:spPr>
        </p:sp>
        <p:sp>
          <p:nvSpPr>
            <p:cNvPr id="17960" name="Graph element 2653"/>
            <p:cNvSpPr/>
            <p:nvPr/>
          </p:nvSpPr>
          <p:spPr>
            <a:xfrm>
              <a:off x="1035723" y="1592588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664C4C"/>
            </a:solidFill>
            <a:ln>
              <a:noFill/>
            </a:ln>
          </p:spPr>
        </p:sp>
        <p:sp>
          <p:nvSpPr>
            <p:cNvPr id="17961" name="Graph element 2654"/>
            <p:cNvSpPr/>
            <p:nvPr/>
          </p:nvSpPr>
          <p:spPr>
            <a:xfrm>
              <a:off x="1035304" y="1577486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664C4C"/>
            </a:solidFill>
            <a:ln>
              <a:noFill/>
            </a:ln>
          </p:spPr>
        </p:sp>
        <p:sp>
          <p:nvSpPr>
            <p:cNvPr id="17962" name="Graph element 2655"/>
            <p:cNvSpPr/>
            <p:nvPr/>
          </p:nvSpPr>
          <p:spPr>
            <a:xfrm>
              <a:off x="1035304" y="1563161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664C4C"/>
            </a:solidFill>
            <a:ln>
              <a:noFill/>
            </a:ln>
          </p:spPr>
        </p:sp>
        <p:sp>
          <p:nvSpPr>
            <p:cNvPr id="17963" name="Graph element 2656"/>
            <p:cNvSpPr/>
            <p:nvPr/>
          </p:nvSpPr>
          <p:spPr>
            <a:xfrm>
              <a:off x="1035304" y="1548837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664C4C"/>
            </a:solidFill>
            <a:ln>
              <a:noFill/>
            </a:ln>
          </p:spPr>
        </p:sp>
        <p:sp>
          <p:nvSpPr>
            <p:cNvPr id="17964" name="Graph element 2657"/>
            <p:cNvSpPr/>
            <p:nvPr/>
          </p:nvSpPr>
          <p:spPr>
            <a:xfrm>
              <a:off x="1035723" y="1531709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664C4C"/>
            </a:solidFill>
            <a:ln>
              <a:noFill/>
            </a:ln>
          </p:spPr>
        </p:sp>
        <p:sp>
          <p:nvSpPr>
            <p:cNvPr id="17965" name="Graph element 2658"/>
            <p:cNvSpPr/>
            <p:nvPr/>
          </p:nvSpPr>
          <p:spPr>
            <a:xfrm>
              <a:off x="1035723" y="1519175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664C4C"/>
            </a:solidFill>
            <a:ln>
              <a:noFill/>
            </a:ln>
          </p:spPr>
        </p:sp>
        <p:sp>
          <p:nvSpPr>
            <p:cNvPr id="17966" name="Graph element 2659"/>
            <p:cNvSpPr/>
            <p:nvPr/>
          </p:nvSpPr>
          <p:spPr>
            <a:xfrm>
              <a:off x="1035304" y="1504073"/>
              <a:ext cx="4236" cy="4594"/>
            </a:xfrm>
            <a:custGeom>
              <a:avLst/>
              <a:gdLst/>
              <a:ahLst/>
              <a:cxnLst/>
              <a:rect l="0" t="0" r="r" b="b"/>
              <a:pathLst>
                <a:path w="4236" h="4594" stroke="0" extrusionOk="0">
                  <a:moveTo>
                    <a:pt x="0" y="2384"/>
                  </a:moveTo>
                  <a:lnTo>
                    <a:pt x="2210" y="4594"/>
                  </a:lnTo>
                  <a:lnTo>
                    <a:pt x="4236" y="2568"/>
                  </a:lnTo>
                  <a:lnTo>
                    <a:pt x="2865" y="1197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2384"/>
                  </a:lnTo>
                  <a:close/>
                </a:path>
              </a:pathLst>
            </a:custGeom>
            <a:solidFill>
              <a:srgbClr val="664C4C"/>
            </a:solidFill>
            <a:ln>
              <a:noFill/>
            </a:ln>
          </p:spPr>
        </p:sp>
        <p:sp>
          <p:nvSpPr>
            <p:cNvPr id="17967" name="Graph element 2660"/>
            <p:cNvSpPr/>
            <p:nvPr/>
          </p:nvSpPr>
          <p:spPr>
            <a:xfrm>
              <a:off x="1035304" y="1489748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664C4C"/>
            </a:solidFill>
            <a:ln>
              <a:noFill/>
            </a:ln>
          </p:spPr>
        </p:sp>
        <p:sp>
          <p:nvSpPr>
            <p:cNvPr id="17968" name="Graph element 2661"/>
            <p:cNvSpPr/>
            <p:nvPr/>
          </p:nvSpPr>
          <p:spPr>
            <a:xfrm>
              <a:off x="1035304" y="1475424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664C4C"/>
            </a:solidFill>
            <a:ln>
              <a:noFill/>
            </a:ln>
          </p:spPr>
        </p:sp>
        <p:sp>
          <p:nvSpPr>
            <p:cNvPr id="17969" name="Graph element 2662"/>
            <p:cNvSpPr/>
            <p:nvPr/>
          </p:nvSpPr>
          <p:spPr>
            <a:xfrm>
              <a:off x="1035304" y="1458296"/>
              <a:ext cx="4236" cy="4594"/>
            </a:xfrm>
            <a:custGeom>
              <a:avLst/>
              <a:gdLst/>
              <a:ahLst/>
              <a:cxnLst/>
              <a:rect l="0" t="0" r="r" b="b"/>
              <a:pathLst>
                <a:path w="4236" h="4594" stroke="0" extrusionOk="0">
                  <a:moveTo>
                    <a:pt x="0" y="2210"/>
                  </a:moveTo>
                  <a:lnTo>
                    <a:pt x="0" y="4594"/>
                  </a:lnTo>
                  <a:lnTo>
                    <a:pt x="2865" y="4594"/>
                  </a:lnTo>
                  <a:lnTo>
                    <a:pt x="2865" y="3397"/>
                  </a:lnTo>
                  <a:lnTo>
                    <a:pt x="4236" y="2026"/>
                  </a:lnTo>
                  <a:lnTo>
                    <a:pt x="2210" y="0"/>
                  </a:lnTo>
                  <a:lnTo>
                    <a:pt x="0" y="2210"/>
                  </a:lnTo>
                  <a:close/>
                </a:path>
              </a:pathLst>
            </a:custGeom>
            <a:solidFill>
              <a:srgbClr val="664C4C"/>
            </a:solidFill>
            <a:ln>
              <a:noFill/>
            </a:ln>
          </p:spPr>
        </p:sp>
        <p:sp>
          <p:nvSpPr>
            <p:cNvPr id="17970" name="Graph element 2663"/>
            <p:cNvSpPr/>
            <p:nvPr/>
          </p:nvSpPr>
          <p:spPr>
            <a:xfrm>
              <a:off x="1035723" y="1443971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664C4C"/>
            </a:solidFill>
            <a:ln>
              <a:noFill/>
            </a:ln>
          </p:spPr>
        </p:sp>
        <p:sp>
          <p:nvSpPr>
            <p:cNvPr id="17971" name="Graph element 2664"/>
            <p:cNvSpPr/>
            <p:nvPr/>
          </p:nvSpPr>
          <p:spPr>
            <a:xfrm>
              <a:off x="1035723" y="1431437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664C4C"/>
            </a:solidFill>
            <a:ln>
              <a:noFill/>
            </a:ln>
          </p:spPr>
        </p:sp>
        <p:sp>
          <p:nvSpPr>
            <p:cNvPr id="17972" name="Graph element 2665"/>
            <p:cNvSpPr/>
            <p:nvPr/>
          </p:nvSpPr>
          <p:spPr>
            <a:xfrm>
              <a:off x="1035304" y="1416335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664C4C"/>
            </a:solidFill>
            <a:ln>
              <a:noFill/>
            </a:ln>
          </p:spPr>
        </p:sp>
        <p:sp>
          <p:nvSpPr>
            <p:cNvPr id="17973" name="Graph element 2666"/>
            <p:cNvSpPr/>
            <p:nvPr/>
          </p:nvSpPr>
          <p:spPr>
            <a:xfrm>
              <a:off x="1035304" y="1402011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664C4C"/>
            </a:solidFill>
            <a:ln>
              <a:noFill/>
            </a:ln>
          </p:spPr>
        </p:sp>
        <p:sp>
          <p:nvSpPr>
            <p:cNvPr id="17974" name="Graph element 2667"/>
            <p:cNvSpPr/>
            <p:nvPr/>
          </p:nvSpPr>
          <p:spPr>
            <a:xfrm>
              <a:off x="1035304" y="1387686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664C4C"/>
            </a:solidFill>
            <a:ln>
              <a:noFill/>
            </a:ln>
          </p:spPr>
        </p:sp>
        <p:sp>
          <p:nvSpPr>
            <p:cNvPr id="17975" name="Graph element 2668"/>
            <p:cNvSpPr/>
            <p:nvPr/>
          </p:nvSpPr>
          <p:spPr>
            <a:xfrm>
              <a:off x="1035723" y="1370558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664C4C"/>
            </a:solidFill>
            <a:ln>
              <a:noFill/>
            </a:ln>
          </p:spPr>
        </p:sp>
        <p:sp>
          <p:nvSpPr>
            <p:cNvPr id="17976" name="Graph element 2669"/>
            <p:cNvSpPr/>
            <p:nvPr/>
          </p:nvSpPr>
          <p:spPr>
            <a:xfrm>
              <a:off x="1133784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664C4C"/>
            </a:solidFill>
            <a:ln>
              <a:noFill/>
            </a:ln>
          </p:spPr>
        </p:sp>
        <p:sp>
          <p:nvSpPr>
            <p:cNvPr id="17977" name="Graph element 2670"/>
            <p:cNvSpPr/>
            <p:nvPr/>
          </p:nvSpPr>
          <p:spPr>
            <a:xfrm>
              <a:off x="1119460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664C4C"/>
            </a:solidFill>
            <a:ln>
              <a:noFill/>
            </a:ln>
          </p:spPr>
        </p:sp>
        <p:sp>
          <p:nvSpPr>
            <p:cNvPr id="17978" name="Graph element 2671"/>
            <p:cNvSpPr/>
            <p:nvPr/>
          </p:nvSpPr>
          <p:spPr>
            <a:xfrm>
              <a:off x="1108717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664C4C"/>
            </a:solidFill>
            <a:ln>
              <a:noFill/>
            </a:ln>
          </p:spPr>
        </p:sp>
        <p:sp>
          <p:nvSpPr>
            <p:cNvPr id="17979" name="Graph element 2672"/>
            <p:cNvSpPr/>
            <p:nvPr/>
          </p:nvSpPr>
          <p:spPr>
            <a:xfrm>
              <a:off x="1046047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664C4C"/>
            </a:solidFill>
            <a:ln>
              <a:noFill/>
            </a:ln>
          </p:spPr>
        </p:sp>
        <p:sp>
          <p:nvSpPr>
            <p:cNvPr id="17980" name="Graph element 2673"/>
            <p:cNvSpPr/>
            <p:nvPr/>
          </p:nvSpPr>
          <p:spPr>
            <a:xfrm>
              <a:off x="1020979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664C4C"/>
            </a:solidFill>
            <a:ln>
              <a:noFill/>
            </a:ln>
          </p:spPr>
        </p:sp>
        <p:sp>
          <p:nvSpPr>
            <p:cNvPr id="17981" name="Graph element 2674"/>
            <p:cNvSpPr/>
            <p:nvPr/>
          </p:nvSpPr>
          <p:spPr>
            <a:xfrm>
              <a:off x="884896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664C4C"/>
            </a:solidFill>
            <a:ln>
              <a:noFill/>
            </a:ln>
          </p:spPr>
        </p:sp>
        <p:sp>
          <p:nvSpPr>
            <p:cNvPr id="17982" name="Graph element 2675"/>
            <p:cNvSpPr/>
            <p:nvPr/>
          </p:nvSpPr>
          <p:spPr>
            <a:xfrm>
              <a:off x="859828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664C4C"/>
            </a:solidFill>
            <a:ln>
              <a:noFill/>
            </a:ln>
          </p:spPr>
        </p:sp>
        <p:sp>
          <p:nvSpPr>
            <p:cNvPr id="17983" name="Graph element 2676"/>
            <p:cNvSpPr/>
            <p:nvPr/>
          </p:nvSpPr>
          <p:spPr>
            <a:xfrm>
              <a:off x="1035723" y="1343700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664C4C"/>
            </a:solidFill>
            <a:ln>
              <a:noFill/>
            </a:ln>
          </p:spPr>
        </p:sp>
        <p:sp>
          <p:nvSpPr>
            <p:cNvPr id="17984" name="Graph element 2677"/>
            <p:cNvSpPr/>
            <p:nvPr/>
          </p:nvSpPr>
          <p:spPr>
            <a:xfrm>
              <a:off x="1035304" y="1328598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664C4C"/>
            </a:solidFill>
            <a:ln>
              <a:noFill/>
            </a:ln>
          </p:spPr>
        </p:sp>
        <p:sp>
          <p:nvSpPr>
            <p:cNvPr id="17985" name="Graph element 2678"/>
            <p:cNvSpPr/>
            <p:nvPr/>
          </p:nvSpPr>
          <p:spPr>
            <a:xfrm>
              <a:off x="1035304" y="1314273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664C4C"/>
            </a:solidFill>
            <a:ln>
              <a:noFill/>
            </a:ln>
          </p:spPr>
        </p:sp>
        <p:sp>
          <p:nvSpPr>
            <p:cNvPr id="17986" name="Graph element 2679"/>
            <p:cNvSpPr/>
            <p:nvPr/>
          </p:nvSpPr>
          <p:spPr>
            <a:xfrm>
              <a:off x="1035304" y="1299949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664C4C"/>
            </a:solidFill>
            <a:ln>
              <a:noFill/>
            </a:ln>
          </p:spPr>
        </p:sp>
        <p:sp>
          <p:nvSpPr>
            <p:cNvPr id="17987" name="Graph element 2680"/>
            <p:cNvSpPr/>
            <p:nvPr/>
          </p:nvSpPr>
          <p:spPr>
            <a:xfrm>
              <a:off x="1035304" y="1282401"/>
              <a:ext cx="5014" cy="5014"/>
            </a:xfrm>
            <a:custGeom>
              <a:avLst/>
              <a:gdLst/>
              <a:ahLst/>
              <a:cxnLst/>
              <a:rect l="0" t="0" r="r" b="b"/>
              <a:pathLst>
                <a:path w="5014" h="5014" stroke="0" extrusionOk="0">
                  <a:moveTo>
                    <a:pt x="0" y="2630"/>
                  </a:moveTo>
                  <a:lnTo>
                    <a:pt x="0" y="5014"/>
                  </a:lnTo>
                  <a:lnTo>
                    <a:pt x="2865" y="5014"/>
                  </a:lnTo>
                  <a:lnTo>
                    <a:pt x="2865" y="3816"/>
                  </a:lnTo>
                  <a:lnTo>
                    <a:pt x="3816" y="2865"/>
                  </a:lnTo>
                  <a:lnTo>
                    <a:pt x="5014" y="2865"/>
                  </a:lnTo>
                  <a:lnTo>
                    <a:pt x="5014" y="0"/>
                  </a:lnTo>
                  <a:lnTo>
                    <a:pt x="2630" y="0"/>
                  </a:lnTo>
                  <a:lnTo>
                    <a:pt x="0" y="2630"/>
                  </a:lnTo>
                  <a:close/>
                </a:path>
              </a:pathLst>
            </a:custGeom>
            <a:solidFill>
              <a:srgbClr val="664C4C"/>
            </a:solidFill>
            <a:ln>
              <a:noFill/>
            </a:ln>
          </p:spPr>
        </p:sp>
        <p:sp>
          <p:nvSpPr>
            <p:cNvPr id="17988" name="Graph element 2681"/>
            <p:cNvSpPr/>
            <p:nvPr/>
          </p:nvSpPr>
          <p:spPr>
            <a:xfrm>
              <a:off x="1035304" y="1269509"/>
              <a:ext cx="5014" cy="5014"/>
            </a:xfrm>
            <a:custGeom>
              <a:avLst/>
              <a:gdLst/>
              <a:ahLst/>
              <a:cxnLst/>
              <a:rect l="0" t="0" r="r" b="b"/>
              <a:pathLst>
                <a:path w="5014" h="5014" stroke="0" extrusionOk="0">
                  <a:moveTo>
                    <a:pt x="0" y="2384"/>
                  </a:moveTo>
                  <a:lnTo>
                    <a:pt x="2630" y="5014"/>
                  </a:lnTo>
                  <a:lnTo>
                    <a:pt x="5014" y="5014"/>
                  </a:lnTo>
                  <a:lnTo>
                    <a:pt x="5014" y="2149"/>
                  </a:lnTo>
                  <a:lnTo>
                    <a:pt x="3816" y="2149"/>
                  </a:lnTo>
                  <a:lnTo>
                    <a:pt x="2865" y="1197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2384"/>
                  </a:lnTo>
                  <a:close/>
                </a:path>
              </a:pathLst>
            </a:custGeom>
            <a:solidFill>
              <a:srgbClr val="664C4C"/>
            </a:solidFill>
            <a:ln>
              <a:noFill/>
            </a:ln>
          </p:spPr>
        </p:sp>
        <p:sp>
          <p:nvSpPr>
            <p:cNvPr id="17989" name="Graph element 2682"/>
            <p:cNvSpPr/>
            <p:nvPr/>
          </p:nvSpPr>
          <p:spPr>
            <a:xfrm>
              <a:off x="1035304" y="1255185"/>
              <a:ext cx="5014" cy="5014"/>
            </a:xfrm>
            <a:custGeom>
              <a:avLst/>
              <a:gdLst/>
              <a:ahLst/>
              <a:cxnLst/>
              <a:rect l="0" t="0" r="r" b="b"/>
              <a:pathLst>
                <a:path w="5014" h="5014" stroke="0" extrusionOk="0">
                  <a:moveTo>
                    <a:pt x="0" y="2384"/>
                  </a:moveTo>
                  <a:lnTo>
                    <a:pt x="2630" y="5014"/>
                  </a:lnTo>
                  <a:lnTo>
                    <a:pt x="5014" y="5014"/>
                  </a:lnTo>
                  <a:lnTo>
                    <a:pt x="5014" y="2149"/>
                  </a:lnTo>
                  <a:lnTo>
                    <a:pt x="3816" y="2149"/>
                  </a:lnTo>
                  <a:lnTo>
                    <a:pt x="2865" y="1197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2384"/>
                  </a:lnTo>
                  <a:close/>
                </a:path>
              </a:pathLst>
            </a:custGeom>
            <a:solidFill>
              <a:srgbClr val="664C4C"/>
            </a:solidFill>
            <a:ln>
              <a:noFill/>
            </a:ln>
          </p:spPr>
        </p:sp>
        <p:sp>
          <p:nvSpPr>
            <p:cNvPr id="17990" name="Graph element 2683"/>
            <p:cNvSpPr/>
            <p:nvPr/>
          </p:nvSpPr>
          <p:spPr>
            <a:xfrm>
              <a:off x="1035304" y="124086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664C4C"/>
            </a:solidFill>
            <a:ln>
              <a:noFill/>
            </a:ln>
          </p:spPr>
        </p:sp>
        <p:sp>
          <p:nvSpPr>
            <p:cNvPr id="17991" name="Graph element 2684"/>
            <p:cNvSpPr/>
            <p:nvPr/>
          </p:nvSpPr>
          <p:spPr>
            <a:xfrm>
              <a:off x="1035304" y="1226536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664C4C"/>
            </a:solidFill>
            <a:ln>
              <a:noFill/>
            </a:ln>
          </p:spPr>
        </p:sp>
        <p:sp>
          <p:nvSpPr>
            <p:cNvPr id="17992" name="Graph element 2685"/>
            <p:cNvSpPr/>
            <p:nvPr/>
          </p:nvSpPr>
          <p:spPr>
            <a:xfrm>
              <a:off x="1038527" y="1208988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664C4C"/>
            </a:solidFill>
            <a:ln>
              <a:noFill/>
            </a:ln>
          </p:spPr>
        </p:sp>
        <p:sp>
          <p:nvSpPr>
            <p:cNvPr id="17993" name="Graph element 2686"/>
            <p:cNvSpPr/>
            <p:nvPr/>
          </p:nvSpPr>
          <p:spPr>
            <a:xfrm>
              <a:off x="1035304" y="1194664"/>
              <a:ext cx="5014" cy="5014"/>
            </a:xfrm>
            <a:custGeom>
              <a:avLst/>
              <a:gdLst/>
              <a:ahLst/>
              <a:cxnLst/>
              <a:rect l="0" t="0" r="r" b="b"/>
              <a:pathLst>
                <a:path w="5014" h="5014" stroke="0" extrusionOk="0">
                  <a:moveTo>
                    <a:pt x="0" y="2630"/>
                  </a:moveTo>
                  <a:lnTo>
                    <a:pt x="0" y="5014"/>
                  </a:lnTo>
                  <a:lnTo>
                    <a:pt x="2865" y="5014"/>
                  </a:lnTo>
                  <a:lnTo>
                    <a:pt x="2865" y="3816"/>
                  </a:lnTo>
                  <a:lnTo>
                    <a:pt x="3816" y="2865"/>
                  </a:lnTo>
                  <a:lnTo>
                    <a:pt x="5014" y="2865"/>
                  </a:lnTo>
                  <a:lnTo>
                    <a:pt x="5014" y="0"/>
                  </a:lnTo>
                  <a:lnTo>
                    <a:pt x="2630" y="0"/>
                  </a:lnTo>
                  <a:lnTo>
                    <a:pt x="0" y="2630"/>
                  </a:lnTo>
                  <a:close/>
                </a:path>
              </a:pathLst>
            </a:custGeom>
            <a:solidFill>
              <a:srgbClr val="664C4C"/>
            </a:solidFill>
            <a:ln>
              <a:noFill/>
            </a:ln>
          </p:spPr>
        </p:sp>
        <p:sp>
          <p:nvSpPr>
            <p:cNvPr id="17994" name="Graph element 2687"/>
            <p:cNvSpPr/>
            <p:nvPr/>
          </p:nvSpPr>
          <p:spPr>
            <a:xfrm>
              <a:off x="1035304" y="1181772"/>
              <a:ext cx="5014" cy="5014"/>
            </a:xfrm>
            <a:custGeom>
              <a:avLst/>
              <a:gdLst/>
              <a:ahLst/>
              <a:cxnLst/>
              <a:rect l="0" t="0" r="r" b="b"/>
              <a:pathLst>
                <a:path w="5014" h="5014" stroke="0" extrusionOk="0">
                  <a:moveTo>
                    <a:pt x="0" y="2384"/>
                  </a:moveTo>
                  <a:lnTo>
                    <a:pt x="2630" y="5014"/>
                  </a:lnTo>
                  <a:lnTo>
                    <a:pt x="5014" y="5014"/>
                  </a:lnTo>
                  <a:lnTo>
                    <a:pt x="5014" y="2149"/>
                  </a:lnTo>
                  <a:lnTo>
                    <a:pt x="3816" y="2149"/>
                  </a:lnTo>
                  <a:lnTo>
                    <a:pt x="2865" y="1197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2384"/>
                  </a:lnTo>
                  <a:close/>
                </a:path>
              </a:pathLst>
            </a:custGeom>
            <a:solidFill>
              <a:srgbClr val="664C4C"/>
            </a:solidFill>
            <a:ln>
              <a:noFill/>
            </a:ln>
          </p:spPr>
        </p:sp>
        <p:sp>
          <p:nvSpPr>
            <p:cNvPr id="17995" name="Graph element 2688"/>
            <p:cNvSpPr/>
            <p:nvPr/>
          </p:nvSpPr>
          <p:spPr>
            <a:xfrm>
              <a:off x="1035304" y="1167447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664C4C"/>
            </a:solidFill>
            <a:ln>
              <a:noFill/>
            </a:ln>
          </p:spPr>
        </p:sp>
        <p:sp>
          <p:nvSpPr>
            <p:cNvPr id="17996" name="Graph element 2689"/>
            <p:cNvSpPr/>
            <p:nvPr/>
          </p:nvSpPr>
          <p:spPr>
            <a:xfrm>
              <a:off x="1035304" y="1153123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664C4C"/>
            </a:solidFill>
            <a:ln>
              <a:noFill/>
            </a:ln>
          </p:spPr>
        </p:sp>
        <p:sp>
          <p:nvSpPr>
            <p:cNvPr id="17997" name="Graph element 2690"/>
            <p:cNvSpPr/>
            <p:nvPr/>
          </p:nvSpPr>
          <p:spPr>
            <a:xfrm>
              <a:off x="1035304" y="1138798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664C4C"/>
            </a:solidFill>
            <a:ln>
              <a:noFill/>
            </a:ln>
          </p:spPr>
        </p:sp>
        <p:sp>
          <p:nvSpPr>
            <p:cNvPr id="17998" name="Graph element 2691"/>
            <p:cNvSpPr/>
            <p:nvPr/>
          </p:nvSpPr>
          <p:spPr>
            <a:xfrm>
              <a:off x="1035304" y="1121251"/>
              <a:ext cx="5014" cy="5014"/>
            </a:xfrm>
            <a:custGeom>
              <a:avLst/>
              <a:gdLst/>
              <a:ahLst/>
              <a:cxnLst/>
              <a:rect l="0" t="0" r="r" b="b"/>
              <a:pathLst>
                <a:path w="5014" h="5014" stroke="0" extrusionOk="0">
                  <a:moveTo>
                    <a:pt x="0" y="2630"/>
                  </a:moveTo>
                  <a:lnTo>
                    <a:pt x="0" y="5014"/>
                  </a:lnTo>
                  <a:lnTo>
                    <a:pt x="2865" y="5014"/>
                  </a:lnTo>
                  <a:lnTo>
                    <a:pt x="2865" y="3816"/>
                  </a:lnTo>
                  <a:lnTo>
                    <a:pt x="3816" y="2865"/>
                  </a:lnTo>
                  <a:lnTo>
                    <a:pt x="5014" y="2865"/>
                  </a:lnTo>
                  <a:lnTo>
                    <a:pt x="5014" y="0"/>
                  </a:lnTo>
                  <a:lnTo>
                    <a:pt x="2630" y="0"/>
                  </a:lnTo>
                  <a:lnTo>
                    <a:pt x="0" y="2630"/>
                  </a:lnTo>
                  <a:close/>
                </a:path>
              </a:pathLst>
            </a:custGeom>
            <a:solidFill>
              <a:srgbClr val="664C4C"/>
            </a:solidFill>
            <a:ln>
              <a:noFill/>
            </a:ln>
          </p:spPr>
        </p:sp>
        <p:sp>
          <p:nvSpPr>
            <p:cNvPr id="17999" name="Graph element 2692"/>
            <p:cNvSpPr/>
            <p:nvPr/>
          </p:nvSpPr>
          <p:spPr>
            <a:xfrm>
              <a:off x="1035304" y="1094034"/>
              <a:ext cx="5014" cy="5014"/>
            </a:xfrm>
            <a:custGeom>
              <a:avLst/>
              <a:gdLst/>
              <a:ahLst/>
              <a:cxnLst/>
              <a:rect l="0" t="0" r="r" b="b"/>
              <a:pathLst>
                <a:path w="5014" h="5014" stroke="0" extrusionOk="0">
                  <a:moveTo>
                    <a:pt x="0" y="2384"/>
                  </a:moveTo>
                  <a:lnTo>
                    <a:pt x="2630" y="5014"/>
                  </a:lnTo>
                  <a:lnTo>
                    <a:pt x="5014" y="5014"/>
                  </a:lnTo>
                  <a:lnTo>
                    <a:pt x="5014" y="2149"/>
                  </a:lnTo>
                  <a:lnTo>
                    <a:pt x="3816" y="2149"/>
                  </a:lnTo>
                  <a:lnTo>
                    <a:pt x="2865" y="1197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2384"/>
                  </a:lnTo>
                  <a:close/>
                </a:path>
              </a:pathLst>
            </a:custGeom>
            <a:solidFill>
              <a:srgbClr val="664C4C"/>
            </a:solidFill>
            <a:ln>
              <a:noFill/>
            </a:ln>
          </p:spPr>
        </p:sp>
        <p:sp>
          <p:nvSpPr>
            <p:cNvPr id="18000" name="Graph element 2693"/>
            <p:cNvSpPr/>
            <p:nvPr/>
          </p:nvSpPr>
          <p:spPr>
            <a:xfrm>
              <a:off x="1035304" y="1065385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664C4C"/>
            </a:solidFill>
            <a:ln>
              <a:noFill/>
            </a:ln>
          </p:spPr>
        </p:sp>
        <p:sp>
          <p:nvSpPr>
            <p:cNvPr id="18001" name="Graph element 2694"/>
            <p:cNvSpPr/>
            <p:nvPr/>
          </p:nvSpPr>
          <p:spPr>
            <a:xfrm>
              <a:off x="1035304" y="105106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664C4C"/>
            </a:solidFill>
            <a:ln>
              <a:noFill/>
            </a:ln>
          </p:spPr>
        </p:sp>
        <p:sp>
          <p:nvSpPr>
            <p:cNvPr id="18002" name="Graph element 2695"/>
            <p:cNvSpPr/>
            <p:nvPr/>
          </p:nvSpPr>
          <p:spPr>
            <a:xfrm>
              <a:off x="1035304" y="1020621"/>
              <a:ext cx="5014" cy="5014"/>
            </a:xfrm>
            <a:custGeom>
              <a:avLst/>
              <a:gdLst/>
              <a:ahLst/>
              <a:cxnLst/>
              <a:rect l="0" t="0" r="r" b="b"/>
              <a:pathLst>
                <a:path w="5014" h="5014" stroke="0" extrusionOk="0">
                  <a:moveTo>
                    <a:pt x="0" y="2384"/>
                  </a:moveTo>
                  <a:lnTo>
                    <a:pt x="2630" y="5014"/>
                  </a:lnTo>
                  <a:lnTo>
                    <a:pt x="5014" y="5014"/>
                  </a:lnTo>
                  <a:lnTo>
                    <a:pt x="5014" y="2149"/>
                  </a:lnTo>
                  <a:lnTo>
                    <a:pt x="3816" y="2149"/>
                  </a:lnTo>
                  <a:lnTo>
                    <a:pt x="2865" y="1197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2384"/>
                  </a:lnTo>
                  <a:close/>
                </a:path>
              </a:pathLst>
            </a:custGeom>
            <a:solidFill>
              <a:srgbClr val="664C4C"/>
            </a:solidFill>
            <a:ln>
              <a:noFill/>
            </a:ln>
          </p:spPr>
        </p:sp>
        <p:sp>
          <p:nvSpPr>
            <p:cNvPr id="18003" name="Graph element 2696"/>
            <p:cNvSpPr/>
            <p:nvPr/>
          </p:nvSpPr>
          <p:spPr>
            <a:xfrm>
              <a:off x="1035304" y="1006296"/>
              <a:ext cx="5014" cy="5014"/>
            </a:xfrm>
            <a:custGeom>
              <a:avLst/>
              <a:gdLst/>
              <a:ahLst/>
              <a:cxnLst/>
              <a:rect l="0" t="0" r="r" b="b"/>
              <a:pathLst>
                <a:path w="5014" h="5014" stroke="0" extrusionOk="0">
                  <a:moveTo>
                    <a:pt x="0" y="2384"/>
                  </a:moveTo>
                  <a:lnTo>
                    <a:pt x="2630" y="5014"/>
                  </a:lnTo>
                  <a:lnTo>
                    <a:pt x="5014" y="5014"/>
                  </a:lnTo>
                  <a:lnTo>
                    <a:pt x="5014" y="2149"/>
                  </a:lnTo>
                  <a:lnTo>
                    <a:pt x="3816" y="2149"/>
                  </a:lnTo>
                  <a:lnTo>
                    <a:pt x="2865" y="1197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2384"/>
                  </a:lnTo>
                  <a:close/>
                </a:path>
              </a:pathLst>
            </a:custGeom>
            <a:solidFill>
              <a:srgbClr val="664C4C"/>
            </a:solidFill>
            <a:ln>
              <a:noFill/>
            </a:ln>
          </p:spPr>
        </p:sp>
        <p:sp>
          <p:nvSpPr>
            <p:cNvPr id="18004" name="Graph element 2697"/>
            <p:cNvSpPr/>
            <p:nvPr/>
          </p:nvSpPr>
          <p:spPr>
            <a:xfrm>
              <a:off x="1035304" y="960100"/>
              <a:ext cx="5014" cy="5014"/>
            </a:xfrm>
            <a:custGeom>
              <a:avLst/>
              <a:gdLst/>
              <a:ahLst/>
              <a:cxnLst/>
              <a:rect l="0" t="0" r="r" b="b"/>
              <a:pathLst>
                <a:path w="5014" h="5014" stroke="0" extrusionOk="0">
                  <a:moveTo>
                    <a:pt x="0" y="2630"/>
                  </a:moveTo>
                  <a:lnTo>
                    <a:pt x="0" y="5014"/>
                  </a:lnTo>
                  <a:lnTo>
                    <a:pt x="2865" y="5014"/>
                  </a:lnTo>
                  <a:lnTo>
                    <a:pt x="2865" y="3816"/>
                  </a:lnTo>
                  <a:lnTo>
                    <a:pt x="3816" y="2865"/>
                  </a:lnTo>
                  <a:lnTo>
                    <a:pt x="5014" y="2865"/>
                  </a:lnTo>
                  <a:lnTo>
                    <a:pt x="5014" y="0"/>
                  </a:lnTo>
                  <a:lnTo>
                    <a:pt x="2630" y="0"/>
                  </a:lnTo>
                  <a:lnTo>
                    <a:pt x="0" y="2630"/>
                  </a:lnTo>
                  <a:close/>
                </a:path>
              </a:pathLst>
            </a:custGeom>
            <a:solidFill>
              <a:srgbClr val="664C4C"/>
            </a:solidFill>
            <a:ln>
              <a:noFill/>
            </a:ln>
          </p:spPr>
        </p:sp>
        <p:sp>
          <p:nvSpPr>
            <p:cNvPr id="18005" name="Graph element 2698"/>
            <p:cNvSpPr/>
            <p:nvPr/>
          </p:nvSpPr>
          <p:spPr>
            <a:xfrm>
              <a:off x="1035304" y="945775"/>
              <a:ext cx="5014" cy="5014"/>
            </a:xfrm>
            <a:custGeom>
              <a:avLst/>
              <a:gdLst/>
              <a:ahLst/>
              <a:cxnLst/>
              <a:rect l="0" t="0" r="r" b="b"/>
              <a:pathLst>
                <a:path w="5014" h="5014" stroke="0" extrusionOk="0">
                  <a:moveTo>
                    <a:pt x="0" y="2630"/>
                  </a:moveTo>
                  <a:lnTo>
                    <a:pt x="0" y="5014"/>
                  </a:lnTo>
                  <a:lnTo>
                    <a:pt x="2865" y="5014"/>
                  </a:lnTo>
                  <a:lnTo>
                    <a:pt x="2865" y="3816"/>
                  </a:lnTo>
                  <a:lnTo>
                    <a:pt x="3816" y="2865"/>
                  </a:lnTo>
                  <a:lnTo>
                    <a:pt x="5014" y="2865"/>
                  </a:lnTo>
                  <a:lnTo>
                    <a:pt x="5014" y="0"/>
                  </a:lnTo>
                  <a:lnTo>
                    <a:pt x="2630" y="0"/>
                  </a:lnTo>
                  <a:lnTo>
                    <a:pt x="0" y="2630"/>
                  </a:lnTo>
                  <a:close/>
                </a:path>
              </a:pathLst>
            </a:custGeom>
            <a:solidFill>
              <a:srgbClr val="664C4C"/>
            </a:solidFill>
            <a:ln>
              <a:noFill/>
            </a:ln>
          </p:spPr>
        </p:sp>
        <p:sp>
          <p:nvSpPr>
            <p:cNvPr id="18006" name="Graph element 2699"/>
            <p:cNvSpPr/>
            <p:nvPr/>
          </p:nvSpPr>
          <p:spPr>
            <a:xfrm>
              <a:off x="1035304" y="932883"/>
              <a:ext cx="5014" cy="5014"/>
            </a:xfrm>
            <a:custGeom>
              <a:avLst/>
              <a:gdLst/>
              <a:ahLst/>
              <a:cxnLst/>
              <a:rect l="0" t="0" r="r" b="b"/>
              <a:pathLst>
                <a:path w="5014" h="5014" stroke="0" extrusionOk="0">
                  <a:moveTo>
                    <a:pt x="0" y="2384"/>
                  </a:moveTo>
                  <a:lnTo>
                    <a:pt x="2630" y="5014"/>
                  </a:lnTo>
                  <a:lnTo>
                    <a:pt x="5014" y="5014"/>
                  </a:lnTo>
                  <a:lnTo>
                    <a:pt x="5014" y="2149"/>
                  </a:lnTo>
                  <a:lnTo>
                    <a:pt x="3816" y="2149"/>
                  </a:lnTo>
                  <a:lnTo>
                    <a:pt x="2865" y="1197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2384"/>
                  </a:lnTo>
                  <a:close/>
                </a:path>
              </a:pathLst>
            </a:custGeom>
            <a:solidFill>
              <a:srgbClr val="664C4C"/>
            </a:solidFill>
            <a:ln>
              <a:noFill/>
            </a:ln>
          </p:spPr>
        </p:sp>
        <p:sp>
          <p:nvSpPr>
            <p:cNvPr id="18007" name="Graph element 2700"/>
            <p:cNvSpPr/>
            <p:nvPr/>
          </p:nvSpPr>
          <p:spPr>
            <a:xfrm>
              <a:off x="1035304" y="918559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664C4C"/>
            </a:solidFill>
            <a:ln>
              <a:noFill/>
            </a:ln>
          </p:spPr>
        </p:sp>
        <p:sp>
          <p:nvSpPr>
            <p:cNvPr id="18008" name="Graph element 2701"/>
            <p:cNvSpPr/>
            <p:nvPr/>
          </p:nvSpPr>
          <p:spPr>
            <a:xfrm>
              <a:off x="1035304" y="88991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664C4C"/>
            </a:solidFill>
            <a:ln>
              <a:noFill/>
            </a:ln>
          </p:spPr>
        </p:sp>
        <p:sp>
          <p:nvSpPr>
            <p:cNvPr id="18009" name="Graph element 2702"/>
            <p:cNvSpPr/>
            <p:nvPr/>
          </p:nvSpPr>
          <p:spPr>
            <a:xfrm>
              <a:off x="2055924" y="886329"/>
              <a:ext cx="2865" cy="5372"/>
            </a:xfrm>
            <a:custGeom>
              <a:avLst/>
              <a:gdLst/>
              <a:ahLst/>
              <a:cxnLst/>
              <a:rect l="0" t="0" r="r" b="b"/>
              <a:pathLst>
                <a:path w="2865" h="5372" stroke="0" extrusionOk="0">
                  <a:moveTo>
                    <a:pt x="0" y="5372"/>
                  </a:moveTo>
                  <a:lnTo>
                    <a:pt x="2865" y="5372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5372"/>
                  </a:lnTo>
                  <a:close/>
                </a:path>
              </a:pathLst>
            </a:custGeom>
            <a:solidFill>
              <a:srgbClr val="664C4C"/>
            </a:solidFill>
            <a:ln>
              <a:noFill/>
            </a:ln>
          </p:spPr>
        </p:sp>
        <p:sp>
          <p:nvSpPr>
            <p:cNvPr id="18010" name="Graph element 2703"/>
            <p:cNvSpPr/>
            <p:nvPr/>
          </p:nvSpPr>
          <p:spPr>
            <a:xfrm>
              <a:off x="1035304" y="872362"/>
              <a:ext cx="5014" cy="5014"/>
            </a:xfrm>
            <a:custGeom>
              <a:avLst/>
              <a:gdLst/>
              <a:ahLst/>
              <a:cxnLst/>
              <a:rect l="0" t="0" r="r" b="b"/>
              <a:pathLst>
                <a:path w="5014" h="5014" stroke="0" extrusionOk="0">
                  <a:moveTo>
                    <a:pt x="0" y="2630"/>
                  </a:moveTo>
                  <a:lnTo>
                    <a:pt x="0" y="5014"/>
                  </a:lnTo>
                  <a:lnTo>
                    <a:pt x="2865" y="5014"/>
                  </a:lnTo>
                  <a:lnTo>
                    <a:pt x="2865" y="3816"/>
                  </a:lnTo>
                  <a:lnTo>
                    <a:pt x="3816" y="2865"/>
                  </a:lnTo>
                  <a:lnTo>
                    <a:pt x="5014" y="2865"/>
                  </a:lnTo>
                  <a:lnTo>
                    <a:pt x="5014" y="0"/>
                  </a:lnTo>
                  <a:lnTo>
                    <a:pt x="2630" y="0"/>
                  </a:lnTo>
                  <a:lnTo>
                    <a:pt x="0" y="2630"/>
                  </a:lnTo>
                  <a:close/>
                </a:path>
              </a:pathLst>
            </a:custGeom>
            <a:solidFill>
              <a:srgbClr val="664C4C"/>
            </a:solidFill>
            <a:ln>
              <a:noFill/>
            </a:ln>
          </p:spPr>
        </p:sp>
        <p:sp>
          <p:nvSpPr>
            <p:cNvPr id="18011" name="Graph element 2704"/>
            <p:cNvSpPr/>
            <p:nvPr/>
          </p:nvSpPr>
          <p:spPr>
            <a:xfrm>
              <a:off x="2106060" y="811125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664C4C"/>
            </a:solidFill>
            <a:ln>
              <a:noFill/>
            </a:ln>
          </p:spPr>
        </p:sp>
        <p:sp>
          <p:nvSpPr>
            <p:cNvPr id="18012" name="Graph element 2705"/>
            <p:cNvSpPr/>
            <p:nvPr/>
          </p:nvSpPr>
          <p:spPr>
            <a:xfrm>
              <a:off x="2057715" y="809334"/>
              <a:ext cx="2865" cy="5372"/>
            </a:xfrm>
            <a:custGeom>
              <a:avLst/>
              <a:gdLst/>
              <a:ahLst/>
              <a:cxnLst/>
              <a:rect l="0" t="0" r="r" b="b"/>
              <a:pathLst>
                <a:path w="2865" h="5372" stroke="0" extrusionOk="0">
                  <a:moveTo>
                    <a:pt x="0" y="5372"/>
                  </a:moveTo>
                  <a:lnTo>
                    <a:pt x="2865" y="5372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5372"/>
                  </a:lnTo>
                  <a:close/>
                </a:path>
              </a:pathLst>
            </a:custGeom>
            <a:solidFill>
              <a:srgbClr val="664C4C"/>
            </a:solidFill>
            <a:ln>
              <a:noFill/>
            </a:ln>
          </p:spPr>
        </p:sp>
        <p:sp>
          <p:nvSpPr>
            <p:cNvPr id="18013" name="Graph element 2706"/>
            <p:cNvSpPr/>
            <p:nvPr/>
          </p:nvSpPr>
          <p:spPr>
            <a:xfrm>
              <a:off x="2086006" y="786415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664C4C"/>
            </a:solidFill>
            <a:ln>
              <a:noFill/>
            </a:ln>
          </p:spPr>
        </p:sp>
        <p:sp>
          <p:nvSpPr>
            <p:cNvPr id="18014" name="Graph element 2707"/>
            <p:cNvSpPr/>
            <p:nvPr/>
          </p:nvSpPr>
          <p:spPr>
            <a:xfrm>
              <a:off x="2078844" y="786415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664C4C"/>
            </a:solidFill>
            <a:ln>
              <a:noFill/>
            </a:ln>
          </p:spPr>
        </p:sp>
        <p:sp>
          <p:nvSpPr>
            <p:cNvPr id="18015" name="Graph element 2708"/>
            <p:cNvSpPr/>
            <p:nvPr/>
          </p:nvSpPr>
          <p:spPr>
            <a:xfrm>
              <a:off x="2065297" y="747442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664C4C"/>
            </a:solidFill>
            <a:ln>
              <a:noFill/>
            </a:ln>
          </p:spPr>
        </p:sp>
        <p:sp>
          <p:nvSpPr>
            <p:cNvPr id="18016" name="Graph element 2709"/>
            <p:cNvSpPr/>
            <p:nvPr/>
          </p:nvSpPr>
          <p:spPr>
            <a:xfrm>
              <a:off x="2097527" y="717003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664C4C"/>
            </a:solidFill>
            <a:ln>
              <a:noFill/>
            </a:ln>
          </p:spPr>
        </p:sp>
        <p:sp>
          <p:nvSpPr>
            <p:cNvPr id="18017" name="Graph element 2710"/>
            <p:cNvSpPr/>
            <p:nvPr/>
          </p:nvSpPr>
          <p:spPr>
            <a:xfrm>
              <a:off x="195171" y="399654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664C4C"/>
            </a:solidFill>
            <a:ln>
              <a:noFill/>
            </a:ln>
          </p:spPr>
        </p:sp>
        <p:sp>
          <p:nvSpPr>
            <p:cNvPr id="18018" name="Graph element 2711"/>
            <p:cNvSpPr/>
            <p:nvPr/>
          </p:nvSpPr>
          <p:spPr>
            <a:xfrm>
              <a:off x="845504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195388"/>
            </a:solidFill>
            <a:ln>
              <a:noFill/>
            </a:ln>
          </p:spPr>
        </p:sp>
        <p:sp>
          <p:nvSpPr>
            <p:cNvPr id="18019" name="Graph element 2712"/>
            <p:cNvSpPr/>
            <p:nvPr/>
          </p:nvSpPr>
          <p:spPr>
            <a:xfrm>
              <a:off x="845504" y="1328721"/>
              <a:ext cx="33304" cy="31749"/>
            </a:xfrm>
            <a:custGeom>
              <a:avLst/>
              <a:gdLst/>
              <a:ahLst/>
              <a:cxnLst/>
              <a:rect l="0" t="0" r="r" b="b"/>
              <a:pathLst>
                <a:path w="33304" h="31749" stroke="0" extrusionOk="0">
                  <a:moveTo>
                    <a:pt x="31514" y="0"/>
                  </a:moveTo>
                  <a:lnTo>
                    <a:pt x="26858" y="4655"/>
                  </a:lnTo>
                  <a:lnTo>
                    <a:pt x="26858" y="6446"/>
                  </a:lnTo>
                  <a:lnTo>
                    <a:pt x="25068" y="8237"/>
                  </a:lnTo>
                  <a:lnTo>
                    <a:pt x="25068" y="17189"/>
                  </a:lnTo>
                  <a:lnTo>
                    <a:pt x="24116" y="18141"/>
                  </a:lnTo>
                  <a:lnTo>
                    <a:pt x="21722" y="18141"/>
                  </a:lnTo>
                  <a:lnTo>
                    <a:pt x="19931" y="16350"/>
                  </a:lnTo>
                  <a:lnTo>
                    <a:pt x="9792" y="16350"/>
                  </a:lnTo>
                  <a:lnTo>
                    <a:pt x="8001" y="18141"/>
                  </a:lnTo>
                  <a:lnTo>
                    <a:pt x="6211" y="18141"/>
                  </a:lnTo>
                  <a:lnTo>
                    <a:pt x="4420" y="19931"/>
                  </a:lnTo>
                  <a:lnTo>
                    <a:pt x="2630" y="19931"/>
                  </a:lnTo>
                  <a:lnTo>
                    <a:pt x="0" y="22561"/>
                  </a:lnTo>
                  <a:lnTo>
                    <a:pt x="0" y="25538"/>
                  </a:lnTo>
                  <a:lnTo>
                    <a:pt x="4420" y="29959"/>
                  </a:lnTo>
                  <a:lnTo>
                    <a:pt x="8001" y="29959"/>
                  </a:lnTo>
                  <a:lnTo>
                    <a:pt x="9792" y="31749"/>
                  </a:lnTo>
                  <a:lnTo>
                    <a:pt x="16350" y="31749"/>
                  </a:lnTo>
                  <a:lnTo>
                    <a:pt x="18141" y="29959"/>
                  </a:lnTo>
                  <a:lnTo>
                    <a:pt x="21722" y="29959"/>
                  </a:lnTo>
                  <a:lnTo>
                    <a:pt x="23513" y="28168"/>
                  </a:lnTo>
                  <a:lnTo>
                    <a:pt x="25303" y="28168"/>
                  </a:lnTo>
                  <a:lnTo>
                    <a:pt x="27094" y="26377"/>
                  </a:lnTo>
                  <a:lnTo>
                    <a:pt x="27698" y="26377"/>
                  </a:lnTo>
                  <a:lnTo>
                    <a:pt x="30859" y="29539"/>
                  </a:lnTo>
                  <a:lnTo>
                    <a:pt x="32885" y="27513"/>
                  </a:lnTo>
                  <a:lnTo>
                    <a:pt x="31514" y="26142"/>
                  </a:lnTo>
                  <a:lnTo>
                    <a:pt x="31514" y="24352"/>
                  </a:lnTo>
                  <a:lnTo>
                    <a:pt x="29723" y="22561"/>
                  </a:lnTo>
                  <a:lnTo>
                    <a:pt x="29723" y="21957"/>
                  </a:lnTo>
                  <a:lnTo>
                    <a:pt x="31514" y="20167"/>
                  </a:lnTo>
                  <a:lnTo>
                    <a:pt x="31514" y="16586"/>
                  </a:lnTo>
                  <a:lnTo>
                    <a:pt x="33304" y="14795"/>
                  </a:lnTo>
                  <a:lnTo>
                    <a:pt x="33304" y="8237"/>
                  </a:lnTo>
                  <a:lnTo>
                    <a:pt x="31514" y="6446"/>
                  </a:lnTo>
                  <a:lnTo>
                    <a:pt x="31514" y="0"/>
                  </a:lnTo>
                  <a:close/>
                </a:path>
              </a:pathLst>
            </a:custGeom>
            <a:solidFill>
              <a:srgbClr val="195388"/>
            </a:solidFill>
            <a:ln>
              <a:noFill/>
            </a:ln>
          </p:spPr>
        </p:sp>
        <p:sp>
          <p:nvSpPr>
            <p:cNvPr id="18020" name="Graph element 2713"/>
            <p:cNvSpPr/>
            <p:nvPr/>
          </p:nvSpPr>
          <p:spPr>
            <a:xfrm>
              <a:off x="777462" y="1320003"/>
              <a:ext cx="40467" cy="39270"/>
            </a:xfrm>
            <a:custGeom>
              <a:avLst/>
              <a:gdLst/>
              <a:ahLst/>
              <a:cxnLst/>
              <a:rect l="0" t="0" r="r" b="b"/>
              <a:pathLst>
                <a:path w="40467" h="39270" stroke="0" extrusionOk="0">
                  <a:moveTo>
                    <a:pt x="15164" y="0"/>
                  </a:moveTo>
                  <a:lnTo>
                    <a:pt x="13373" y="1791"/>
                  </a:lnTo>
                  <a:lnTo>
                    <a:pt x="11582" y="1791"/>
                  </a:lnTo>
                  <a:lnTo>
                    <a:pt x="5372" y="8001"/>
                  </a:lnTo>
                  <a:lnTo>
                    <a:pt x="5372" y="9792"/>
                  </a:lnTo>
                  <a:lnTo>
                    <a:pt x="1791" y="13373"/>
                  </a:lnTo>
                  <a:lnTo>
                    <a:pt x="1791" y="16954"/>
                  </a:lnTo>
                  <a:lnTo>
                    <a:pt x="0" y="18745"/>
                  </a:lnTo>
                  <a:lnTo>
                    <a:pt x="0" y="25303"/>
                  </a:lnTo>
                  <a:lnTo>
                    <a:pt x="1791" y="27094"/>
                  </a:lnTo>
                  <a:lnTo>
                    <a:pt x="1791" y="30675"/>
                  </a:lnTo>
                  <a:lnTo>
                    <a:pt x="3581" y="32465"/>
                  </a:lnTo>
                  <a:lnTo>
                    <a:pt x="3581" y="34256"/>
                  </a:lnTo>
                  <a:lnTo>
                    <a:pt x="8595" y="39270"/>
                  </a:lnTo>
                  <a:lnTo>
                    <a:pt x="10979" y="36886"/>
                  </a:lnTo>
                  <a:lnTo>
                    <a:pt x="18745" y="36886"/>
                  </a:lnTo>
                  <a:lnTo>
                    <a:pt x="20535" y="38676"/>
                  </a:lnTo>
                  <a:lnTo>
                    <a:pt x="28884" y="38676"/>
                  </a:lnTo>
                  <a:lnTo>
                    <a:pt x="30675" y="36886"/>
                  </a:lnTo>
                  <a:lnTo>
                    <a:pt x="34256" y="36886"/>
                  </a:lnTo>
                  <a:lnTo>
                    <a:pt x="40467" y="30675"/>
                  </a:lnTo>
                  <a:lnTo>
                    <a:pt x="40467" y="13373"/>
                  </a:lnTo>
                  <a:lnTo>
                    <a:pt x="36886" y="9792"/>
                  </a:lnTo>
                  <a:lnTo>
                    <a:pt x="36886" y="7162"/>
                  </a:lnTo>
                  <a:lnTo>
                    <a:pt x="34256" y="7162"/>
                  </a:lnTo>
                  <a:lnTo>
                    <a:pt x="30675" y="3581"/>
                  </a:lnTo>
                  <a:lnTo>
                    <a:pt x="28884" y="3581"/>
                  </a:lnTo>
                  <a:lnTo>
                    <a:pt x="27094" y="1791"/>
                  </a:lnTo>
                  <a:lnTo>
                    <a:pt x="21722" y="1791"/>
                  </a:lnTo>
                  <a:lnTo>
                    <a:pt x="19931" y="0"/>
                  </a:lnTo>
                  <a:lnTo>
                    <a:pt x="15164" y="0"/>
                  </a:lnTo>
                  <a:close/>
                </a:path>
              </a:pathLst>
            </a:custGeom>
            <a:solidFill>
              <a:srgbClr val="195388"/>
            </a:solidFill>
            <a:ln>
              <a:noFill/>
            </a:ln>
          </p:spPr>
        </p:sp>
        <p:sp>
          <p:nvSpPr>
            <p:cNvPr id="18021" name="Graph element 2714"/>
            <p:cNvSpPr/>
            <p:nvPr/>
          </p:nvSpPr>
          <p:spPr>
            <a:xfrm>
              <a:off x="406816" y="1309260"/>
              <a:ext cx="26736" cy="36886"/>
            </a:xfrm>
            <a:custGeom>
              <a:avLst/>
              <a:gdLst/>
              <a:ahLst/>
              <a:cxnLst/>
              <a:rect l="0" t="0" r="r" b="b"/>
              <a:pathLst>
                <a:path w="26736" h="36886" stroke="0" extrusionOk="0">
                  <a:moveTo>
                    <a:pt x="4420" y="0"/>
                  </a:moveTo>
                  <a:lnTo>
                    <a:pt x="1791" y="2630"/>
                  </a:lnTo>
                  <a:lnTo>
                    <a:pt x="1791" y="6211"/>
                  </a:lnTo>
                  <a:lnTo>
                    <a:pt x="0" y="8001"/>
                  </a:lnTo>
                  <a:lnTo>
                    <a:pt x="0" y="21722"/>
                  </a:lnTo>
                  <a:lnTo>
                    <a:pt x="1791" y="23513"/>
                  </a:lnTo>
                  <a:lnTo>
                    <a:pt x="1791" y="25303"/>
                  </a:lnTo>
                  <a:lnTo>
                    <a:pt x="5372" y="28884"/>
                  </a:lnTo>
                  <a:lnTo>
                    <a:pt x="5372" y="30675"/>
                  </a:lnTo>
                  <a:lnTo>
                    <a:pt x="8001" y="33304"/>
                  </a:lnTo>
                  <a:lnTo>
                    <a:pt x="9792" y="33304"/>
                  </a:lnTo>
                  <a:lnTo>
                    <a:pt x="13373" y="36886"/>
                  </a:lnTo>
                  <a:lnTo>
                    <a:pt x="19931" y="36886"/>
                  </a:lnTo>
                  <a:lnTo>
                    <a:pt x="24352" y="32465"/>
                  </a:lnTo>
                  <a:lnTo>
                    <a:pt x="24352" y="25303"/>
                  </a:lnTo>
                  <a:lnTo>
                    <a:pt x="26736" y="22919"/>
                  </a:lnTo>
                  <a:lnTo>
                    <a:pt x="24352" y="20535"/>
                  </a:lnTo>
                  <a:lnTo>
                    <a:pt x="24352" y="13373"/>
                  </a:lnTo>
                  <a:lnTo>
                    <a:pt x="20771" y="9792"/>
                  </a:lnTo>
                  <a:lnTo>
                    <a:pt x="20771" y="8001"/>
                  </a:lnTo>
                  <a:lnTo>
                    <a:pt x="16350" y="3581"/>
                  </a:lnTo>
                  <a:lnTo>
                    <a:pt x="14560" y="3581"/>
                  </a:lnTo>
                  <a:lnTo>
                    <a:pt x="10979" y="0"/>
                  </a:lnTo>
                  <a:lnTo>
                    <a:pt x="4420" y="0"/>
                  </a:lnTo>
                  <a:close/>
                </a:path>
              </a:pathLst>
            </a:custGeom>
            <a:solidFill>
              <a:srgbClr val="195388"/>
            </a:solidFill>
            <a:ln>
              <a:noFill/>
            </a:ln>
          </p:spPr>
        </p:sp>
        <p:sp>
          <p:nvSpPr>
            <p:cNvPr id="18022" name="Graph element 2715"/>
            <p:cNvSpPr/>
            <p:nvPr/>
          </p:nvSpPr>
          <p:spPr>
            <a:xfrm>
              <a:off x="704049" y="1285982"/>
              <a:ext cx="42257" cy="58372"/>
            </a:xfrm>
            <a:custGeom>
              <a:avLst/>
              <a:gdLst/>
              <a:ahLst/>
              <a:cxnLst/>
              <a:rect l="0" t="0" r="r" b="b"/>
              <a:pathLst>
                <a:path w="42257" h="58372" stroke="0" extrusionOk="0">
                  <a:moveTo>
                    <a:pt x="16954" y="0"/>
                  </a:moveTo>
                  <a:lnTo>
                    <a:pt x="15164" y="1791"/>
                  </a:lnTo>
                  <a:lnTo>
                    <a:pt x="11582" y="1791"/>
                  </a:lnTo>
                  <a:lnTo>
                    <a:pt x="7162" y="6211"/>
                  </a:lnTo>
                  <a:lnTo>
                    <a:pt x="7162" y="9188"/>
                  </a:lnTo>
                  <a:lnTo>
                    <a:pt x="10743" y="12769"/>
                  </a:lnTo>
                  <a:lnTo>
                    <a:pt x="10743" y="15399"/>
                  </a:lnTo>
                  <a:lnTo>
                    <a:pt x="13373" y="15399"/>
                  </a:lnTo>
                  <a:lnTo>
                    <a:pt x="17906" y="19931"/>
                  </a:lnTo>
                  <a:lnTo>
                    <a:pt x="17906" y="20535"/>
                  </a:lnTo>
                  <a:lnTo>
                    <a:pt x="16954" y="21487"/>
                  </a:lnTo>
                  <a:lnTo>
                    <a:pt x="4420" y="21487"/>
                  </a:lnTo>
                  <a:lnTo>
                    <a:pt x="2630" y="23277"/>
                  </a:lnTo>
                  <a:lnTo>
                    <a:pt x="0" y="23277"/>
                  </a:lnTo>
                  <a:lnTo>
                    <a:pt x="0" y="27094"/>
                  </a:lnTo>
                  <a:lnTo>
                    <a:pt x="1791" y="28884"/>
                  </a:lnTo>
                  <a:lnTo>
                    <a:pt x="1791" y="30675"/>
                  </a:lnTo>
                  <a:lnTo>
                    <a:pt x="3581" y="32465"/>
                  </a:lnTo>
                  <a:lnTo>
                    <a:pt x="3581" y="34256"/>
                  </a:lnTo>
                  <a:lnTo>
                    <a:pt x="7162" y="37837"/>
                  </a:lnTo>
                  <a:lnTo>
                    <a:pt x="7162" y="39628"/>
                  </a:lnTo>
                  <a:lnTo>
                    <a:pt x="8953" y="41418"/>
                  </a:lnTo>
                  <a:lnTo>
                    <a:pt x="8953" y="46790"/>
                  </a:lnTo>
                  <a:lnTo>
                    <a:pt x="12534" y="50371"/>
                  </a:lnTo>
                  <a:lnTo>
                    <a:pt x="12534" y="52162"/>
                  </a:lnTo>
                  <a:lnTo>
                    <a:pt x="15164" y="54791"/>
                  </a:lnTo>
                  <a:lnTo>
                    <a:pt x="16954" y="54791"/>
                  </a:lnTo>
                  <a:lnTo>
                    <a:pt x="20535" y="58372"/>
                  </a:lnTo>
                  <a:lnTo>
                    <a:pt x="26142" y="58372"/>
                  </a:lnTo>
                  <a:lnTo>
                    <a:pt x="26142" y="55743"/>
                  </a:lnTo>
                  <a:lnTo>
                    <a:pt x="29723" y="52162"/>
                  </a:lnTo>
                  <a:lnTo>
                    <a:pt x="29723" y="43209"/>
                  </a:lnTo>
                  <a:lnTo>
                    <a:pt x="34256" y="38676"/>
                  </a:lnTo>
                  <a:lnTo>
                    <a:pt x="36046" y="38676"/>
                  </a:lnTo>
                  <a:lnTo>
                    <a:pt x="38676" y="36046"/>
                  </a:lnTo>
                  <a:lnTo>
                    <a:pt x="38676" y="34256"/>
                  </a:lnTo>
                  <a:lnTo>
                    <a:pt x="42257" y="30675"/>
                  </a:lnTo>
                  <a:lnTo>
                    <a:pt x="42257" y="19696"/>
                  </a:lnTo>
                  <a:lnTo>
                    <a:pt x="39628" y="19696"/>
                  </a:lnTo>
                  <a:lnTo>
                    <a:pt x="38676" y="18745"/>
                  </a:lnTo>
                  <a:lnTo>
                    <a:pt x="39628" y="17189"/>
                  </a:lnTo>
                  <a:lnTo>
                    <a:pt x="42257" y="17189"/>
                  </a:lnTo>
                  <a:lnTo>
                    <a:pt x="42257" y="13373"/>
                  </a:lnTo>
                  <a:lnTo>
                    <a:pt x="40467" y="11582"/>
                  </a:lnTo>
                  <a:lnTo>
                    <a:pt x="40467" y="9792"/>
                  </a:lnTo>
                  <a:lnTo>
                    <a:pt x="34256" y="3581"/>
                  </a:lnTo>
                  <a:lnTo>
                    <a:pt x="32465" y="3581"/>
                  </a:lnTo>
                  <a:lnTo>
                    <a:pt x="30675" y="1791"/>
                  </a:lnTo>
                  <a:lnTo>
                    <a:pt x="28884" y="1791"/>
                  </a:lnTo>
                  <a:lnTo>
                    <a:pt x="27094" y="0"/>
                  </a:lnTo>
                  <a:lnTo>
                    <a:pt x="16954" y="0"/>
                  </a:lnTo>
                  <a:close/>
                </a:path>
              </a:pathLst>
            </a:custGeom>
            <a:solidFill>
              <a:srgbClr val="195388"/>
            </a:solidFill>
            <a:ln>
              <a:noFill/>
            </a:ln>
          </p:spPr>
        </p:sp>
        <p:sp>
          <p:nvSpPr>
            <p:cNvPr id="18023" name="Graph element 2716"/>
            <p:cNvSpPr/>
            <p:nvPr/>
          </p:nvSpPr>
          <p:spPr>
            <a:xfrm>
              <a:off x="850282" y="1257333"/>
              <a:ext cx="87615" cy="101346"/>
            </a:xfrm>
            <a:custGeom>
              <a:avLst/>
              <a:gdLst/>
              <a:ahLst/>
              <a:cxnLst/>
              <a:rect l="0" t="0" r="r" b="b"/>
              <a:pathLst>
                <a:path w="87615" h="101346" stroke="0" extrusionOk="0">
                  <a:moveTo>
                    <a:pt x="15757" y="0"/>
                  </a:moveTo>
                  <a:lnTo>
                    <a:pt x="13966" y="1791"/>
                  </a:lnTo>
                  <a:lnTo>
                    <a:pt x="12176" y="1791"/>
                  </a:lnTo>
                  <a:lnTo>
                    <a:pt x="10385" y="3581"/>
                  </a:lnTo>
                  <a:lnTo>
                    <a:pt x="8595" y="3581"/>
                  </a:lnTo>
                  <a:lnTo>
                    <a:pt x="4174" y="8001"/>
                  </a:lnTo>
                  <a:lnTo>
                    <a:pt x="4174" y="9792"/>
                  </a:lnTo>
                  <a:lnTo>
                    <a:pt x="2384" y="11582"/>
                  </a:lnTo>
                  <a:lnTo>
                    <a:pt x="2384" y="16954"/>
                  </a:lnTo>
                  <a:lnTo>
                    <a:pt x="0" y="19338"/>
                  </a:lnTo>
                  <a:lnTo>
                    <a:pt x="2384" y="21722"/>
                  </a:lnTo>
                  <a:lnTo>
                    <a:pt x="2384" y="27094"/>
                  </a:lnTo>
                  <a:lnTo>
                    <a:pt x="5014" y="29723"/>
                  </a:lnTo>
                  <a:lnTo>
                    <a:pt x="8595" y="29723"/>
                  </a:lnTo>
                  <a:lnTo>
                    <a:pt x="8953" y="30081"/>
                  </a:lnTo>
                  <a:lnTo>
                    <a:pt x="8595" y="30440"/>
                  </a:lnTo>
                  <a:lnTo>
                    <a:pt x="3939" y="30440"/>
                  </a:lnTo>
                  <a:lnTo>
                    <a:pt x="8595" y="35095"/>
                  </a:lnTo>
                  <a:lnTo>
                    <a:pt x="10385" y="35095"/>
                  </a:lnTo>
                  <a:lnTo>
                    <a:pt x="12176" y="36886"/>
                  </a:lnTo>
                  <a:lnTo>
                    <a:pt x="13966" y="36886"/>
                  </a:lnTo>
                  <a:lnTo>
                    <a:pt x="15757" y="38676"/>
                  </a:lnTo>
                  <a:lnTo>
                    <a:pt x="17548" y="38676"/>
                  </a:lnTo>
                  <a:lnTo>
                    <a:pt x="26500" y="47629"/>
                  </a:lnTo>
                  <a:lnTo>
                    <a:pt x="28291" y="47629"/>
                  </a:lnTo>
                  <a:lnTo>
                    <a:pt x="31033" y="50371"/>
                  </a:lnTo>
                  <a:lnTo>
                    <a:pt x="31033" y="53952"/>
                  </a:lnTo>
                  <a:lnTo>
                    <a:pt x="32823" y="55743"/>
                  </a:lnTo>
                  <a:lnTo>
                    <a:pt x="32823" y="60398"/>
                  </a:lnTo>
                  <a:lnTo>
                    <a:pt x="37479" y="55743"/>
                  </a:lnTo>
                  <a:lnTo>
                    <a:pt x="37479" y="52162"/>
                  </a:lnTo>
                  <a:lnTo>
                    <a:pt x="40221" y="49420"/>
                  </a:lnTo>
                  <a:lnTo>
                    <a:pt x="42012" y="49420"/>
                  </a:lnTo>
                  <a:lnTo>
                    <a:pt x="43802" y="47629"/>
                  </a:lnTo>
                  <a:lnTo>
                    <a:pt x="45593" y="47629"/>
                  </a:lnTo>
                  <a:lnTo>
                    <a:pt x="46790" y="46432"/>
                  </a:lnTo>
                  <a:lnTo>
                    <a:pt x="50729" y="50371"/>
                  </a:lnTo>
                  <a:lnTo>
                    <a:pt x="50729" y="52162"/>
                  </a:lnTo>
                  <a:lnTo>
                    <a:pt x="53359" y="54791"/>
                  </a:lnTo>
                  <a:lnTo>
                    <a:pt x="55149" y="54791"/>
                  </a:lnTo>
                  <a:lnTo>
                    <a:pt x="56101" y="55743"/>
                  </a:lnTo>
                  <a:lnTo>
                    <a:pt x="56101" y="56347"/>
                  </a:lnTo>
                  <a:lnTo>
                    <a:pt x="54310" y="58137"/>
                  </a:lnTo>
                  <a:lnTo>
                    <a:pt x="54310" y="59928"/>
                  </a:lnTo>
                  <a:lnTo>
                    <a:pt x="50494" y="63744"/>
                  </a:lnTo>
                  <a:lnTo>
                    <a:pt x="56336" y="63744"/>
                  </a:lnTo>
                  <a:lnTo>
                    <a:pt x="57533" y="62547"/>
                  </a:lnTo>
                  <a:lnTo>
                    <a:pt x="57891" y="64695"/>
                  </a:lnTo>
                  <a:lnTo>
                    <a:pt x="59682" y="66486"/>
                  </a:lnTo>
                  <a:lnTo>
                    <a:pt x="58730" y="68041"/>
                  </a:lnTo>
                  <a:lnTo>
                    <a:pt x="58127" y="68041"/>
                  </a:lnTo>
                  <a:lnTo>
                    <a:pt x="56336" y="66251"/>
                  </a:lnTo>
                  <a:lnTo>
                    <a:pt x="52520" y="66251"/>
                  </a:lnTo>
                  <a:lnTo>
                    <a:pt x="52520" y="72462"/>
                  </a:lnTo>
                  <a:lnTo>
                    <a:pt x="52162" y="72820"/>
                  </a:lnTo>
                  <a:lnTo>
                    <a:pt x="49174" y="69832"/>
                  </a:lnTo>
                  <a:lnTo>
                    <a:pt x="47383" y="69832"/>
                  </a:lnTo>
                  <a:lnTo>
                    <a:pt x="45593" y="68041"/>
                  </a:lnTo>
                  <a:lnTo>
                    <a:pt x="37244" y="68041"/>
                  </a:lnTo>
                  <a:lnTo>
                    <a:pt x="31033" y="74252"/>
                  </a:lnTo>
                  <a:lnTo>
                    <a:pt x="31033" y="79624"/>
                  </a:lnTo>
                  <a:lnTo>
                    <a:pt x="29242" y="81414"/>
                  </a:lnTo>
                  <a:lnTo>
                    <a:pt x="29242" y="86182"/>
                  </a:lnTo>
                  <a:lnTo>
                    <a:pt x="31033" y="87973"/>
                  </a:lnTo>
                  <a:lnTo>
                    <a:pt x="31033" y="91554"/>
                  </a:lnTo>
                  <a:lnTo>
                    <a:pt x="32823" y="93345"/>
                  </a:lnTo>
                  <a:lnTo>
                    <a:pt x="32823" y="95135"/>
                  </a:lnTo>
                  <a:lnTo>
                    <a:pt x="35453" y="97765"/>
                  </a:lnTo>
                  <a:lnTo>
                    <a:pt x="39034" y="97765"/>
                  </a:lnTo>
                  <a:lnTo>
                    <a:pt x="40825" y="99555"/>
                  </a:lnTo>
                  <a:lnTo>
                    <a:pt x="44406" y="99555"/>
                  </a:lnTo>
                  <a:lnTo>
                    <a:pt x="46197" y="101346"/>
                  </a:lnTo>
                  <a:lnTo>
                    <a:pt x="50964" y="101346"/>
                  </a:lnTo>
                  <a:lnTo>
                    <a:pt x="55385" y="96926"/>
                  </a:lnTo>
                  <a:lnTo>
                    <a:pt x="55385" y="95135"/>
                  </a:lnTo>
                  <a:lnTo>
                    <a:pt x="57175" y="93345"/>
                  </a:lnTo>
                  <a:lnTo>
                    <a:pt x="57175" y="82601"/>
                  </a:lnTo>
                  <a:lnTo>
                    <a:pt x="57533" y="82243"/>
                  </a:lnTo>
                  <a:lnTo>
                    <a:pt x="58730" y="83440"/>
                  </a:lnTo>
                  <a:lnTo>
                    <a:pt x="60521" y="83440"/>
                  </a:lnTo>
                  <a:lnTo>
                    <a:pt x="62312" y="85231"/>
                  </a:lnTo>
                  <a:lnTo>
                    <a:pt x="66128" y="85231"/>
                  </a:lnTo>
                  <a:lnTo>
                    <a:pt x="66128" y="79020"/>
                  </a:lnTo>
                  <a:lnTo>
                    <a:pt x="67079" y="78069"/>
                  </a:lnTo>
                  <a:lnTo>
                    <a:pt x="67683" y="78069"/>
                  </a:lnTo>
                  <a:lnTo>
                    <a:pt x="69474" y="79859"/>
                  </a:lnTo>
                  <a:lnTo>
                    <a:pt x="83194" y="79859"/>
                  </a:lnTo>
                  <a:lnTo>
                    <a:pt x="85824" y="77229"/>
                  </a:lnTo>
                  <a:lnTo>
                    <a:pt x="85824" y="75439"/>
                  </a:lnTo>
                  <a:lnTo>
                    <a:pt x="87615" y="73648"/>
                  </a:lnTo>
                  <a:lnTo>
                    <a:pt x="87615" y="63509"/>
                  </a:lnTo>
                  <a:lnTo>
                    <a:pt x="85824" y="61718"/>
                  </a:lnTo>
                  <a:lnTo>
                    <a:pt x="85824" y="59928"/>
                  </a:lnTo>
                  <a:lnTo>
                    <a:pt x="84034" y="58137"/>
                  </a:lnTo>
                  <a:lnTo>
                    <a:pt x="84034" y="56347"/>
                  </a:lnTo>
                  <a:lnTo>
                    <a:pt x="80452" y="52765"/>
                  </a:lnTo>
                  <a:lnTo>
                    <a:pt x="80452" y="50371"/>
                  </a:lnTo>
                  <a:lnTo>
                    <a:pt x="82243" y="48580"/>
                  </a:lnTo>
                  <a:lnTo>
                    <a:pt x="82243" y="46790"/>
                  </a:lnTo>
                  <a:lnTo>
                    <a:pt x="84034" y="44999"/>
                  </a:lnTo>
                  <a:lnTo>
                    <a:pt x="84034" y="33069"/>
                  </a:lnTo>
                  <a:lnTo>
                    <a:pt x="82243" y="31279"/>
                  </a:lnTo>
                  <a:lnTo>
                    <a:pt x="82243" y="28291"/>
                  </a:lnTo>
                  <a:lnTo>
                    <a:pt x="79378" y="28291"/>
                  </a:lnTo>
                  <a:lnTo>
                    <a:pt x="79378" y="29488"/>
                  </a:lnTo>
                  <a:lnTo>
                    <a:pt x="78427" y="30440"/>
                  </a:lnTo>
                  <a:lnTo>
                    <a:pt x="76871" y="29488"/>
                  </a:lnTo>
                  <a:lnTo>
                    <a:pt x="76871" y="28884"/>
                  </a:lnTo>
                  <a:lnTo>
                    <a:pt x="79255" y="26500"/>
                  </a:lnTo>
                  <a:lnTo>
                    <a:pt x="74242" y="21487"/>
                  </a:lnTo>
                  <a:lnTo>
                    <a:pt x="68870" y="21487"/>
                  </a:lnTo>
                  <a:lnTo>
                    <a:pt x="67079" y="19696"/>
                  </a:lnTo>
                  <a:lnTo>
                    <a:pt x="62312" y="19696"/>
                  </a:lnTo>
                  <a:lnTo>
                    <a:pt x="60521" y="21487"/>
                  </a:lnTo>
                  <a:lnTo>
                    <a:pt x="56940" y="21487"/>
                  </a:lnTo>
                  <a:lnTo>
                    <a:pt x="55149" y="23277"/>
                  </a:lnTo>
                  <a:lnTo>
                    <a:pt x="54545" y="23277"/>
                  </a:lnTo>
                  <a:lnTo>
                    <a:pt x="53594" y="22326"/>
                  </a:lnTo>
                  <a:lnTo>
                    <a:pt x="53594" y="20535"/>
                  </a:lnTo>
                  <a:lnTo>
                    <a:pt x="47383" y="14325"/>
                  </a:lnTo>
                  <a:lnTo>
                    <a:pt x="45593" y="14325"/>
                  </a:lnTo>
                  <a:lnTo>
                    <a:pt x="43802" y="12534"/>
                  </a:lnTo>
                  <a:lnTo>
                    <a:pt x="42012" y="12534"/>
                  </a:lnTo>
                  <a:lnTo>
                    <a:pt x="40221" y="10743"/>
                  </a:lnTo>
                  <a:lnTo>
                    <a:pt x="38430" y="10743"/>
                  </a:lnTo>
                  <a:lnTo>
                    <a:pt x="37479" y="9792"/>
                  </a:lnTo>
                  <a:lnTo>
                    <a:pt x="37479" y="8001"/>
                  </a:lnTo>
                  <a:lnTo>
                    <a:pt x="34849" y="5372"/>
                  </a:lnTo>
                  <a:lnTo>
                    <a:pt x="31872" y="5372"/>
                  </a:lnTo>
                  <a:lnTo>
                    <a:pt x="30081" y="7162"/>
                  </a:lnTo>
                  <a:lnTo>
                    <a:pt x="26500" y="7162"/>
                  </a:lnTo>
                  <a:lnTo>
                    <a:pt x="25303" y="8359"/>
                  </a:lnTo>
                  <a:lnTo>
                    <a:pt x="24945" y="8001"/>
                  </a:lnTo>
                  <a:lnTo>
                    <a:pt x="24945" y="4420"/>
                  </a:lnTo>
                  <a:lnTo>
                    <a:pt x="23154" y="2630"/>
                  </a:lnTo>
                  <a:lnTo>
                    <a:pt x="23154" y="0"/>
                  </a:lnTo>
                  <a:lnTo>
                    <a:pt x="15757" y="0"/>
                  </a:lnTo>
                  <a:close/>
                  <a:moveTo>
                    <a:pt x="76871" y="43209"/>
                  </a:moveTo>
                  <a:lnTo>
                    <a:pt x="78427" y="42257"/>
                  </a:lnTo>
                  <a:lnTo>
                    <a:pt x="79378" y="43813"/>
                  </a:lnTo>
                  <a:lnTo>
                    <a:pt x="77823" y="44764"/>
                  </a:lnTo>
                  <a:lnTo>
                    <a:pt x="76871" y="43209"/>
                  </a:lnTo>
                  <a:close/>
                  <a:moveTo>
                    <a:pt x="76871" y="57533"/>
                  </a:moveTo>
                  <a:lnTo>
                    <a:pt x="78427" y="56582"/>
                  </a:lnTo>
                  <a:lnTo>
                    <a:pt x="79378" y="58137"/>
                  </a:lnTo>
                  <a:lnTo>
                    <a:pt x="77823" y="59089"/>
                  </a:lnTo>
                  <a:lnTo>
                    <a:pt x="76871" y="57533"/>
                  </a:lnTo>
                  <a:close/>
                  <a:moveTo>
                    <a:pt x="76871" y="71858"/>
                  </a:moveTo>
                  <a:lnTo>
                    <a:pt x="78427" y="70906"/>
                  </a:lnTo>
                  <a:lnTo>
                    <a:pt x="79378" y="72462"/>
                  </a:lnTo>
                  <a:lnTo>
                    <a:pt x="77823" y="73413"/>
                  </a:lnTo>
                  <a:lnTo>
                    <a:pt x="76871" y="71858"/>
                  </a:lnTo>
                  <a:close/>
                </a:path>
              </a:pathLst>
            </a:custGeom>
            <a:solidFill>
              <a:srgbClr val="195388"/>
            </a:solidFill>
            <a:ln>
              <a:noFill/>
            </a:ln>
          </p:spPr>
        </p:sp>
        <p:sp>
          <p:nvSpPr>
            <p:cNvPr id="18024" name="Graph element 2717"/>
            <p:cNvSpPr/>
            <p:nvPr/>
          </p:nvSpPr>
          <p:spPr>
            <a:xfrm>
              <a:off x="680537" y="1201826"/>
              <a:ext cx="17783" cy="8237"/>
            </a:xfrm>
            <a:custGeom>
              <a:avLst/>
              <a:gdLst/>
              <a:ahLst/>
              <a:cxnLst/>
              <a:rect l="0" t="0" r="r" b="b"/>
              <a:pathLst>
                <a:path w="17783" h="8237" stroke="0" extrusionOk="0">
                  <a:moveTo>
                    <a:pt x="0" y="0"/>
                  </a:moveTo>
                  <a:lnTo>
                    <a:pt x="4655" y="4655"/>
                  </a:lnTo>
                  <a:lnTo>
                    <a:pt x="6446" y="4655"/>
                  </a:lnTo>
                  <a:lnTo>
                    <a:pt x="8237" y="6446"/>
                  </a:lnTo>
                  <a:lnTo>
                    <a:pt x="10027" y="6446"/>
                  </a:lnTo>
                  <a:lnTo>
                    <a:pt x="11818" y="8237"/>
                  </a:lnTo>
                  <a:lnTo>
                    <a:pt x="17783" y="8237"/>
                  </a:lnTo>
                  <a:lnTo>
                    <a:pt x="17783" y="5372"/>
                  </a:lnTo>
                  <a:lnTo>
                    <a:pt x="16586" y="5372"/>
                  </a:lnTo>
                  <a:lnTo>
                    <a:pt x="13004" y="1791"/>
                  </a:lnTo>
                  <a:lnTo>
                    <a:pt x="11214" y="1791"/>
                  </a:lnTo>
                  <a:lnTo>
                    <a:pt x="942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5388"/>
            </a:solidFill>
            <a:ln>
              <a:noFill/>
            </a:ln>
          </p:spPr>
        </p:sp>
        <p:sp>
          <p:nvSpPr>
            <p:cNvPr id="18025" name="Graph element 2718"/>
            <p:cNvSpPr/>
            <p:nvPr/>
          </p:nvSpPr>
          <p:spPr>
            <a:xfrm>
              <a:off x="677191" y="1166015"/>
              <a:ext cx="20771" cy="18980"/>
            </a:xfrm>
            <a:custGeom>
              <a:avLst/>
              <a:gdLst/>
              <a:ahLst/>
              <a:cxnLst/>
              <a:rect l="0" t="0" r="r" b="b"/>
              <a:pathLst>
                <a:path w="20771" h="18980" stroke="0" extrusionOk="0">
                  <a:moveTo>
                    <a:pt x="13373" y="0"/>
                  </a:moveTo>
                  <a:lnTo>
                    <a:pt x="11582" y="1791"/>
                  </a:lnTo>
                  <a:lnTo>
                    <a:pt x="9792" y="1791"/>
                  </a:lnTo>
                  <a:lnTo>
                    <a:pt x="1791" y="9792"/>
                  </a:lnTo>
                  <a:lnTo>
                    <a:pt x="1791" y="11582"/>
                  </a:lnTo>
                  <a:lnTo>
                    <a:pt x="0" y="13373"/>
                  </a:lnTo>
                  <a:lnTo>
                    <a:pt x="0" y="18980"/>
                  </a:lnTo>
                  <a:lnTo>
                    <a:pt x="3816" y="18980"/>
                  </a:lnTo>
                  <a:lnTo>
                    <a:pt x="5607" y="17189"/>
                  </a:lnTo>
                  <a:lnTo>
                    <a:pt x="9188" y="17189"/>
                  </a:lnTo>
                  <a:lnTo>
                    <a:pt x="12769" y="13608"/>
                  </a:lnTo>
                  <a:lnTo>
                    <a:pt x="14560" y="13608"/>
                  </a:lnTo>
                  <a:lnTo>
                    <a:pt x="17189" y="10979"/>
                  </a:lnTo>
                  <a:lnTo>
                    <a:pt x="17189" y="9188"/>
                  </a:lnTo>
                  <a:lnTo>
                    <a:pt x="20771" y="5607"/>
                  </a:lnTo>
                  <a:lnTo>
                    <a:pt x="20771" y="0"/>
                  </a:lnTo>
                  <a:lnTo>
                    <a:pt x="13373" y="0"/>
                  </a:lnTo>
                  <a:close/>
                </a:path>
              </a:pathLst>
            </a:custGeom>
            <a:solidFill>
              <a:srgbClr val="195388"/>
            </a:solidFill>
            <a:ln>
              <a:noFill/>
            </a:ln>
          </p:spPr>
        </p:sp>
        <p:sp>
          <p:nvSpPr>
            <p:cNvPr id="18026" name="Graph element 2719"/>
            <p:cNvSpPr/>
            <p:nvPr/>
          </p:nvSpPr>
          <p:spPr>
            <a:xfrm>
              <a:off x="829389" y="1162433"/>
              <a:ext cx="18980" cy="20771"/>
            </a:xfrm>
            <a:custGeom>
              <a:avLst/>
              <a:gdLst/>
              <a:ahLst/>
              <a:cxnLst/>
              <a:rect l="0" t="0" r="r" b="b"/>
              <a:pathLst>
                <a:path w="18980" h="20771" stroke="0" extrusionOk="0">
                  <a:moveTo>
                    <a:pt x="13373" y="0"/>
                  </a:moveTo>
                  <a:lnTo>
                    <a:pt x="11582" y="1791"/>
                  </a:lnTo>
                  <a:lnTo>
                    <a:pt x="9792" y="1791"/>
                  </a:lnTo>
                  <a:lnTo>
                    <a:pt x="3581" y="8001"/>
                  </a:lnTo>
                  <a:lnTo>
                    <a:pt x="3581" y="9792"/>
                  </a:lnTo>
                  <a:lnTo>
                    <a:pt x="1791" y="11582"/>
                  </a:lnTo>
                  <a:lnTo>
                    <a:pt x="1791" y="15164"/>
                  </a:lnTo>
                  <a:lnTo>
                    <a:pt x="0" y="16954"/>
                  </a:lnTo>
                  <a:lnTo>
                    <a:pt x="0" y="20771"/>
                  </a:lnTo>
                  <a:lnTo>
                    <a:pt x="3816" y="20771"/>
                  </a:lnTo>
                  <a:lnTo>
                    <a:pt x="5607" y="18980"/>
                  </a:lnTo>
                  <a:lnTo>
                    <a:pt x="7397" y="18980"/>
                  </a:lnTo>
                  <a:lnTo>
                    <a:pt x="9188" y="17189"/>
                  </a:lnTo>
                  <a:lnTo>
                    <a:pt x="10979" y="17189"/>
                  </a:lnTo>
                  <a:lnTo>
                    <a:pt x="13608" y="14560"/>
                  </a:lnTo>
                  <a:lnTo>
                    <a:pt x="13608" y="12769"/>
                  </a:lnTo>
                  <a:lnTo>
                    <a:pt x="17189" y="9188"/>
                  </a:lnTo>
                  <a:lnTo>
                    <a:pt x="17189" y="5607"/>
                  </a:lnTo>
                  <a:lnTo>
                    <a:pt x="18980" y="3816"/>
                  </a:lnTo>
                  <a:lnTo>
                    <a:pt x="18980" y="0"/>
                  </a:lnTo>
                  <a:lnTo>
                    <a:pt x="13373" y="0"/>
                  </a:lnTo>
                  <a:close/>
                </a:path>
              </a:pathLst>
            </a:custGeom>
            <a:solidFill>
              <a:srgbClr val="195388"/>
            </a:solidFill>
            <a:ln>
              <a:noFill/>
            </a:ln>
          </p:spPr>
        </p:sp>
        <p:sp>
          <p:nvSpPr>
            <p:cNvPr id="18027" name="Graph element 2720"/>
            <p:cNvSpPr/>
            <p:nvPr/>
          </p:nvSpPr>
          <p:spPr>
            <a:xfrm>
              <a:off x="713002" y="1162433"/>
              <a:ext cx="71500" cy="78069"/>
            </a:xfrm>
            <a:custGeom>
              <a:avLst/>
              <a:gdLst/>
              <a:ahLst/>
              <a:cxnLst/>
              <a:rect l="0" t="0" r="r" b="b"/>
              <a:pathLst>
                <a:path w="71500" h="78069" stroke="0" extrusionOk="0">
                  <a:moveTo>
                    <a:pt x="16954" y="0"/>
                  </a:moveTo>
                  <a:lnTo>
                    <a:pt x="13373" y="3581"/>
                  </a:lnTo>
                  <a:lnTo>
                    <a:pt x="11582" y="3581"/>
                  </a:lnTo>
                  <a:lnTo>
                    <a:pt x="7162" y="8001"/>
                  </a:lnTo>
                  <a:lnTo>
                    <a:pt x="7162" y="9792"/>
                  </a:lnTo>
                  <a:lnTo>
                    <a:pt x="5372" y="11582"/>
                  </a:lnTo>
                  <a:lnTo>
                    <a:pt x="5014" y="13731"/>
                  </a:lnTo>
                  <a:lnTo>
                    <a:pt x="1791" y="10508"/>
                  </a:lnTo>
                  <a:lnTo>
                    <a:pt x="1791" y="15164"/>
                  </a:lnTo>
                  <a:lnTo>
                    <a:pt x="0" y="16954"/>
                  </a:lnTo>
                  <a:lnTo>
                    <a:pt x="0" y="25303"/>
                  </a:lnTo>
                  <a:lnTo>
                    <a:pt x="1791" y="27094"/>
                  </a:lnTo>
                  <a:lnTo>
                    <a:pt x="1791" y="30675"/>
                  </a:lnTo>
                  <a:lnTo>
                    <a:pt x="4420" y="33304"/>
                  </a:lnTo>
                  <a:lnTo>
                    <a:pt x="8001" y="33304"/>
                  </a:lnTo>
                  <a:lnTo>
                    <a:pt x="8953" y="34256"/>
                  </a:lnTo>
                  <a:lnTo>
                    <a:pt x="8953" y="36046"/>
                  </a:lnTo>
                  <a:lnTo>
                    <a:pt x="11582" y="38676"/>
                  </a:lnTo>
                  <a:lnTo>
                    <a:pt x="13373" y="38676"/>
                  </a:lnTo>
                  <a:lnTo>
                    <a:pt x="14325" y="39628"/>
                  </a:lnTo>
                  <a:lnTo>
                    <a:pt x="14325" y="41418"/>
                  </a:lnTo>
                  <a:lnTo>
                    <a:pt x="19696" y="46790"/>
                  </a:lnTo>
                  <a:lnTo>
                    <a:pt x="19696" y="49420"/>
                  </a:lnTo>
                  <a:lnTo>
                    <a:pt x="22326" y="49420"/>
                  </a:lnTo>
                  <a:lnTo>
                    <a:pt x="25907" y="53001"/>
                  </a:lnTo>
                  <a:lnTo>
                    <a:pt x="29488" y="53001"/>
                  </a:lnTo>
                  <a:lnTo>
                    <a:pt x="31279" y="54791"/>
                  </a:lnTo>
                  <a:lnTo>
                    <a:pt x="33069" y="54791"/>
                  </a:lnTo>
                  <a:lnTo>
                    <a:pt x="34021" y="55743"/>
                  </a:lnTo>
                  <a:lnTo>
                    <a:pt x="34021" y="59324"/>
                  </a:lnTo>
                  <a:lnTo>
                    <a:pt x="35811" y="61114"/>
                  </a:lnTo>
                  <a:lnTo>
                    <a:pt x="35811" y="62905"/>
                  </a:lnTo>
                  <a:lnTo>
                    <a:pt x="37602" y="64695"/>
                  </a:lnTo>
                  <a:lnTo>
                    <a:pt x="37602" y="67090"/>
                  </a:lnTo>
                  <a:lnTo>
                    <a:pt x="34021" y="70671"/>
                  </a:lnTo>
                  <a:lnTo>
                    <a:pt x="34021" y="74252"/>
                  </a:lnTo>
                  <a:lnTo>
                    <a:pt x="30204" y="78069"/>
                  </a:lnTo>
                  <a:lnTo>
                    <a:pt x="36046" y="78069"/>
                  </a:lnTo>
                  <a:lnTo>
                    <a:pt x="37837" y="76278"/>
                  </a:lnTo>
                  <a:lnTo>
                    <a:pt x="39628" y="76278"/>
                  </a:lnTo>
                  <a:lnTo>
                    <a:pt x="41418" y="74487"/>
                  </a:lnTo>
                  <a:lnTo>
                    <a:pt x="43209" y="74487"/>
                  </a:lnTo>
                  <a:lnTo>
                    <a:pt x="44999" y="72697"/>
                  </a:lnTo>
                  <a:lnTo>
                    <a:pt x="45603" y="72697"/>
                  </a:lnTo>
                  <a:lnTo>
                    <a:pt x="47394" y="74487"/>
                  </a:lnTo>
                  <a:lnTo>
                    <a:pt x="62905" y="74487"/>
                  </a:lnTo>
                  <a:lnTo>
                    <a:pt x="64695" y="72697"/>
                  </a:lnTo>
                  <a:lnTo>
                    <a:pt x="66486" y="72697"/>
                  </a:lnTo>
                  <a:lnTo>
                    <a:pt x="71500" y="67683"/>
                  </a:lnTo>
                  <a:lnTo>
                    <a:pt x="64695" y="60879"/>
                  </a:lnTo>
                  <a:lnTo>
                    <a:pt x="62905" y="60879"/>
                  </a:lnTo>
                  <a:lnTo>
                    <a:pt x="61114" y="59089"/>
                  </a:lnTo>
                  <a:lnTo>
                    <a:pt x="53952" y="59089"/>
                  </a:lnTo>
                  <a:lnTo>
                    <a:pt x="53001" y="58137"/>
                  </a:lnTo>
                  <a:lnTo>
                    <a:pt x="53001" y="56347"/>
                  </a:lnTo>
                  <a:lnTo>
                    <a:pt x="51210" y="54556"/>
                  </a:lnTo>
                  <a:lnTo>
                    <a:pt x="51210" y="48580"/>
                  </a:lnTo>
                  <a:lnTo>
                    <a:pt x="53001" y="46790"/>
                  </a:lnTo>
                  <a:lnTo>
                    <a:pt x="53001" y="44999"/>
                  </a:lnTo>
                  <a:lnTo>
                    <a:pt x="56582" y="41418"/>
                  </a:lnTo>
                  <a:lnTo>
                    <a:pt x="56582" y="32230"/>
                  </a:lnTo>
                  <a:lnTo>
                    <a:pt x="50975" y="32230"/>
                  </a:lnTo>
                  <a:lnTo>
                    <a:pt x="49184" y="34021"/>
                  </a:lnTo>
                  <a:lnTo>
                    <a:pt x="45603" y="34021"/>
                  </a:lnTo>
                  <a:lnTo>
                    <a:pt x="42022" y="37602"/>
                  </a:lnTo>
                  <a:lnTo>
                    <a:pt x="41060" y="37244"/>
                  </a:lnTo>
                  <a:lnTo>
                    <a:pt x="44048" y="34256"/>
                  </a:lnTo>
                  <a:lnTo>
                    <a:pt x="44048" y="32465"/>
                  </a:lnTo>
                  <a:lnTo>
                    <a:pt x="45838" y="30675"/>
                  </a:lnTo>
                  <a:lnTo>
                    <a:pt x="45838" y="28884"/>
                  </a:lnTo>
                  <a:lnTo>
                    <a:pt x="47629" y="27094"/>
                  </a:lnTo>
                  <a:lnTo>
                    <a:pt x="47629" y="15164"/>
                  </a:lnTo>
                  <a:lnTo>
                    <a:pt x="32465" y="0"/>
                  </a:lnTo>
                  <a:lnTo>
                    <a:pt x="16954" y="0"/>
                  </a:lnTo>
                  <a:close/>
                </a:path>
              </a:pathLst>
            </a:custGeom>
            <a:solidFill>
              <a:srgbClr val="195388"/>
            </a:solidFill>
            <a:ln>
              <a:noFill/>
            </a:ln>
          </p:spPr>
        </p:sp>
        <p:sp>
          <p:nvSpPr>
            <p:cNvPr id="18028" name="Graph element 2721"/>
            <p:cNvSpPr/>
            <p:nvPr/>
          </p:nvSpPr>
          <p:spPr>
            <a:xfrm>
              <a:off x="866991" y="1110507"/>
              <a:ext cx="33304" cy="35095"/>
            </a:xfrm>
            <a:custGeom>
              <a:avLst/>
              <a:gdLst/>
              <a:ahLst/>
              <a:cxnLst/>
              <a:rect l="0" t="0" r="r" b="b"/>
              <a:pathLst>
                <a:path w="33304" h="35095" stroke="0" extrusionOk="0">
                  <a:moveTo>
                    <a:pt x="13373" y="0"/>
                  </a:moveTo>
                  <a:lnTo>
                    <a:pt x="11582" y="1791"/>
                  </a:lnTo>
                  <a:lnTo>
                    <a:pt x="9792" y="1791"/>
                  </a:lnTo>
                  <a:lnTo>
                    <a:pt x="8001" y="3581"/>
                  </a:lnTo>
                  <a:lnTo>
                    <a:pt x="6211" y="3581"/>
                  </a:lnTo>
                  <a:lnTo>
                    <a:pt x="3581" y="6211"/>
                  </a:lnTo>
                  <a:lnTo>
                    <a:pt x="3581" y="8001"/>
                  </a:lnTo>
                  <a:lnTo>
                    <a:pt x="0" y="11582"/>
                  </a:lnTo>
                  <a:lnTo>
                    <a:pt x="0" y="27094"/>
                  </a:lnTo>
                  <a:lnTo>
                    <a:pt x="1791" y="28884"/>
                  </a:lnTo>
                  <a:lnTo>
                    <a:pt x="1791" y="30675"/>
                  </a:lnTo>
                  <a:lnTo>
                    <a:pt x="4420" y="33304"/>
                  </a:lnTo>
                  <a:lnTo>
                    <a:pt x="6211" y="33304"/>
                  </a:lnTo>
                  <a:lnTo>
                    <a:pt x="8001" y="35095"/>
                  </a:lnTo>
                  <a:lnTo>
                    <a:pt x="18141" y="35095"/>
                  </a:lnTo>
                  <a:lnTo>
                    <a:pt x="19931" y="33304"/>
                  </a:lnTo>
                  <a:lnTo>
                    <a:pt x="21722" y="33304"/>
                  </a:lnTo>
                  <a:lnTo>
                    <a:pt x="23513" y="31514"/>
                  </a:lnTo>
                  <a:lnTo>
                    <a:pt x="25303" y="31514"/>
                  </a:lnTo>
                  <a:lnTo>
                    <a:pt x="29723" y="27094"/>
                  </a:lnTo>
                  <a:lnTo>
                    <a:pt x="29723" y="25303"/>
                  </a:lnTo>
                  <a:lnTo>
                    <a:pt x="31514" y="23513"/>
                  </a:lnTo>
                  <a:lnTo>
                    <a:pt x="31514" y="21722"/>
                  </a:lnTo>
                  <a:lnTo>
                    <a:pt x="33304" y="19931"/>
                  </a:lnTo>
                  <a:lnTo>
                    <a:pt x="33304" y="11582"/>
                  </a:lnTo>
                  <a:lnTo>
                    <a:pt x="31514" y="9792"/>
                  </a:lnTo>
                  <a:lnTo>
                    <a:pt x="31514" y="6211"/>
                  </a:lnTo>
                  <a:lnTo>
                    <a:pt x="25303" y="0"/>
                  </a:lnTo>
                  <a:lnTo>
                    <a:pt x="13373" y="0"/>
                  </a:lnTo>
                  <a:close/>
                </a:path>
              </a:pathLst>
            </a:custGeom>
            <a:solidFill>
              <a:srgbClr val="195388"/>
            </a:solidFill>
            <a:ln>
              <a:noFill/>
            </a:ln>
          </p:spPr>
        </p:sp>
        <p:sp>
          <p:nvSpPr>
            <p:cNvPr id="18029" name="Graph element 2722"/>
            <p:cNvSpPr/>
            <p:nvPr/>
          </p:nvSpPr>
          <p:spPr>
            <a:xfrm>
              <a:off x="768510" y="1071115"/>
              <a:ext cx="10027" cy="26377"/>
            </a:xfrm>
            <a:custGeom>
              <a:avLst/>
              <a:gdLst/>
              <a:ahLst/>
              <a:cxnLst/>
              <a:rect l="0" t="0" r="r" b="b"/>
              <a:pathLst>
                <a:path w="10027" h="26377" stroke="0" extrusionOk="0">
                  <a:moveTo>
                    <a:pt x="5372" y="0"/>
                  </a:moveTo>
                  <a:lnTo>
                    <a:pt x="5372" y="2630"/>
                  </a:lnTo>
                  <a:lnTo>
                    <a:pt x="1791" y="6211"/>
                  </a:lnTo>
                  <a:lnTo>
                    <a:pt x="1791" y="9792"/>
                  </a:lnTo>
                  <a:lnTo>
                    <a:pt x="0" y="11582"/>
                  </a:lnTo>
                  <a:lnTo>
                    <a:pt x="0" y="19931"/>
                  </a:lnTo>
                  <a:lnTo>
                    <a:pt x="1791" y="21722"/>
                  </a:lnTo>
                  <a:lnTo>
                    <a:pt x="1791" y="26377"/>
                  </a:lnTo>
                  <a:lnTo>
                    <a:pt x="8237" y="19931"/>
                  </a:lnTo>
                  <a:lnTo>
                    <a:pt x="8237" y="18141"/>
                  </a:lnTo>
                  <a:lnTo>
                    <a:pt x="10027" y="16350"/>
                  </a:lnTo>
                  <a:lnTo>
                    <a:pt x="10027" y="0"/>
                  </a:lnTo>
                  <a:lnTo>
                    <a:pt x="5372" y="0"/>
                  </a:lnTo>
                  <a:close/>
                </a:path>
              </a:pathLst>
            </a:custGeom>
            <a:solidFill>
              <a:srgbClr val="195388"/>
            </a:solidFill>
            <a:ln>
              <a:noFill/>
            </a:ln>
          </p:spPr>
        </p:sp>
        <p:sp>
          <p:nvSpPr>
            <p:cNvPr id="18030" name="Graph element 2723"/>
            <p:cNvSpPr/>
            <p:nvPr/>
          </p:nvSpPr>
          <p:spPr>
            <a:xfrm>
              <a:off x="734489" y="1067298"/>
              <a:ext cx="10027" cy="28168"/>
            </a:xfrm>
            <a:custGeom>
              <a:avLst/>
              <a:gdLst/>
              <a:ahLst/>
              <a:cxnLst/>
              <a:rect l="0" t="0" r="r" b="b"/>
              <a:pathLst>
                <a:path w="10027" h="28168" stroke="0" extrusionOk="0">
                  <a:moveTo>
                    <a:pt x="1791" y="0"/>
                  </a:moveTo>
                  <a:lnTo>
                    <a:pt x="1791" y="6446"/>
                  </a:lnTo>
                  <a:lnTo>
                    <a:pt x="0" y="8237"/>
                  </a:lnTo>
                  <a:lnTo>
                    <a:pt x="0" y="16586"/>
                  </a:lnTo>
                  <a:lnTo>
                    <a:pt x="1791" y="18376"/>
                  </a:lnTo>
                  <a:lnTo>
                    <a:pt x="1791" y="21957"/>
                  </a:lnTo>
                  <a:lnTo>
                    <a:pt x="5372" y="25538"/>
                  </a:lnTo>
                  <a:lnTo>
                    <a:pt x="5372" y="28168"/>
                  </a:lnTo>
                  <a:lnTo>
                    <a:pt x="10027" y="28168"/>
                  </a:lnTo>
                  <a:lnTo>
                    <a:pt x="10027" y="10027"/>
                  </a:lnTo>
                  <a:lnTo>
                    <a:pt x="6446" y="6446"/>
                  </a:lnTo>
                  <a:lnTo>
                    <a:pt x="6446" y="4655"/>
                  </a:lnTo>
                  <a:lnTo>
                    <a:pt x="1791" y="0"/>
                  </a:lnTo>
                  <a:close/>
                </a:path>
              </a:pathLst>
            </a:custGeom>
            <a:solidFill>
              <a:srgbClr val="195388"/>
            </a:solidFill>
            <a:ln>
              <a:noFill/>
            </a:ln>
          </p:spPr>
        </p:sp>
        <p:sp>
          <p:nvSpPr>
            <p:cNvPr id="18031" name="Graph element 2724"/>
            <p:cNvSpPr/>
            <p:nvPr/>
          </p:nvSpPr>
          <p:spPr>
            <a:xfrm>
              <a:off x="702259" y="1038885"/>
              <a:ext cx="35095" cy="45838"/>
            </a:xfrm>
            <a:custGeom>
              <a:avLst/>
              <a:gdLst/>
              <a:ahLst/>
              <a:cxnLst/>
              <a:rect l="0" t="0" r="r" b="b"/>
              <a:pathLst>
                <a:path w="35095" h="45838" stroke="0" extrusionOk="0">
                  <a:moveTo>
                    <a:pt x="5372" y="0"/>
                  </a:moveTo>
                  <a:lnTo>
                    <a:pt x="5372" y="10979"/>
                  </a:lnTo>
                  <a:lnTo>
                    <a:pt x="7162" y="12769"/>
                  </a:lnTo>
                  <a:lnTo>
                    <a:pt x="7162" y="14560"/>
                  </a:lnTo>
                  <a:lnTo>
                    <a:pt x="8953" y="16350"/>
                  </a:lnTo>
                  <a:lnTo>
                    <a:pt x="8953" y="18141"/>
                  </a:lnTo>
                  <a:lnTo>
                    <a:pt x="13373" y="22561"/>
                  </a:lnTo>
                  <a:lnTo>
                    <a:pt x="15164" y="22561"/>
                  </a:lnTo>
                  <a:lnTo>
                    <a:pt x="17312" y="24710"/>
                  </a:lnTo>
                  <a:lnTo>
                    <a:pt x="16954" y="25068"/>
                  </a:lnTo>
                  <a:lnTo>
                    <a:pt x="13373" y="25068"/>
                  </a:lnTo>
                  <a:lnTo>
                    <a:pt x="11582" y="26858"/>
                  </a:lnTo>
                  <a:lnTo>
                    <a:pt x="9792" y="26858"/>
                  </a:lnTo>
                  <a:lnTo>
                    <a:pt x="6211" y="30440"/>
                  </a:lnTo>
                  <a:lnTo>
                    <a:pt x="3581" y="30440"/>
                  </a:lnTo>
                  <a:lnTo>
                    <a:pt x="3581" y="33069"/>
                  </a:lnTo>
                  <a:lnTo>
                    <a:pt x="0" y="36650"/>
                  </a:lnTo>
                  <a:lnTo>
                    <a:pt x="0" y="42257"/>
                  </a:lnTo>
                  <a:lnTo>
                    <a:pt x="2630" y="42257"/>
                  </a:lnTo>
                  <a:lnTo>
                    <a:pt x="4420" y="44048"/>
                  </a:lnTo>
                  <a:lnTo>
                    <a:pt x="8001" y="44048"/>
                  </a:lnTo>
                  <a:lnTo>
                    <a:pt x="9792" y="45838"/>
                  </a:lnTo>
                  <a:lnTo>
                    <a:pt x="16350" y="45838"/>
                  </a:lnTo>
                  <a:lnTo>
                    <a:pt x="18141" y="44048"/>
                  </a:lnTo>
                  <a:lnTo>
                    <a:pt x="21722" y="44048"/>
                  </a:lnTo>
                  <a:lnTo>
                    <a:pt x="23513" y="42257"/>
                  </a:lnTo>
                  <a:lnTo>
                    <a:pt x="25303" y="42257"/>
                  </a:lnTo>
                  <a:lnTo>
                    <a:pt x="31514" y="36046"/>
                  </a:lnTo>
                  <a:lnTo>
                    <a:pt x="31514" y="34256"/>
                  </a:lnTo>
                  <a:lnTo>
                    <a:pt x="33304" y="32465"/>
                  </a:lnTo>
                  <a:lnTo>
                    <a:pt x="33304" y="29488"/>
                  </a:lnTo>
                  <a:lnTo>
                    <a:pt x="30317" y="26500"/>
                  </a:lnTo>
                  <a:lnTo>
                    <a:pt x="30675" y="26142"/>
                  </a:lnTo>
                  <a:lnTo>
                    <a:pt x="35095" y="26142"/>
                  </a:lnTo>
                  <a:lnTo>
                    <a:pt x="35095" y="16954"/>
                  </a:lnTo>
                  <a:lnTo>
                    <a:pt x="33304" y="15164"/>
                  </a:lnTo>
                  <a:lnTo>
                    <a:pt x="33304" y="11582"/>
                  </a:lnTo>
                  <a:lnTo>
                    <a:pt x="23513" y="1791"/>
                  </a:lnTo>
                  <a:lnTo>
                    <a:pt x="19931" y="1791"/>
                  </a:lnTo>
                  <a:lnTo>
                    <a:pt x="18141" y="0"/>
                  </a:lnTo>
                  <a:lnTo>
                    <a:pt x="5372" y="0"/>
                  </a:lnTo>
                  <a:close/>
                </a:path>
              </a:pathLst>
            </a:custGeom>
            <a:solidFill>
              <a:srgbClr val="195388"/>
            </a:solidFill>
            <a:ln>
              <a:noFill/>
            </a:ln>
          </p:spPr>
        </p:sp>
        <p:sp>
          <p:nvSpPr>
            <p:cNvPr id="18032" name="Graph element 2725"/>
            <p:cNvSpPr/>
            <p:nvPr/>
          </p:nvSpPr>
          <p:spPr>
            <a:xfrm>
              <a:off x="928289" y="974844"/>
              <a:ext cx="4236" cy="4594"/>
            </a:xfrm>
            <a:custGeom>
              <a:avLst/>
              <a:gdLst/>
              <a:ahLst/>
              <a:cxnLst/>
              <a:rect l="0" t="0" r="r" b="b"/>
              <a:pathLst>
                <a:path w="4236" h="4594" stroke="0" extrusionOk="0">
                  <a:moveTo>
                    <a:pt x="1371" y="3397"/>
                  </a:moveTo>
                  <a:lnTo>
                    <a:pt x="1371" y="4594"/>
                  </a:lnTo>
                  <a:lnTo>
                    <a:pt x="4236" y="4594"/>
                  </a:lnTo>
                  <a:lnTo>
                    <a:pt x="4236" y="2210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371" y="3397"/>
                  </a:lnTo>
                  <a:close/>
                </a:path>
              </a:pathLst>
            </a:custGeom>
            <a:solidFill>
              <a:srgbClr val="195388"/>
            </a:solidFill>
            <a:ln>
              <a:noFill/>
            </a:ln>
          </p:spPr>
        </p:sp>
        <p:sp>
          <p:nvSpPr>
            <p:cNvPr id="18033" name="Graph element 2726"/>
            <p:cNvSpPr/>
            <p:nvPr/>
          </p:nvSpPr>
          <p:spPr>
            <a:xfrm>
              <a:off x="879166" y="936823"/>
              <a:ext cx="7162" cy="2865"/>
            </a:xfrm>
            <a:custGeom>
              <a:avLst/>
              <a:gdLst/>
              <a:ahLst/>
              <a:cxnLst/>
              <a:rect l="0" t="0" r="r" b="b"/>
              <a:pathLst>
                <a:path w="7162" h="2865" stroke="0" extrusionOk="0">
                  <a:moveTo>
                    <a:pt x="7162" y="2865"/>
                  </a:moveTo>
                  <a:lnTo>
                    <a:pt x="7162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7162" y="2865"/>
                  </a:lnTo>
                  <a:close/>
                </a:path>
              </a:pathLst>
            </a:custGeom>
            <a:solidFill>
              <a:srgbClr val="195388"/>
            </a:solidFill>
            <a:ln>
              <a:noFill/>
            </a:ln>
          </p:spPr>
        </p:sp>
        <p:sp>
          <p:nvSpPr>
            <p:cNvPr id="18034" name="Graph element 2727"/>
            <p:cNvSpPr/>
            <p:nvPr/>
          </p:nvSpPr>
          <p:spPr>
            <a:xfrm>
              <a:off x="451345" y="668238"/>
              <a:ext cx="38911" cy="22561"/>
            </a:xfrm>
            <a:custGeom>
              <a:avLst/>
              <a:gdLst/>
              <a:ahLst/>
              <a:cxnLst/>
              <a:rect l="0" t="0" r="r" b="b"/>
              <a:pathLst>
                <a:path w="38911" h="22561" stroke="0" extrusionOk="0">
                  <a:moveTo>
                    <a:pt x="26142" y="0"/>
                  </a:moveTo>
                  <a:lnTo>
                    <a:pt x="24352" y="1791"/>
                  </a:lnTo>
                  <a:lnTo>
                    <a:pt x="17189" y="1791"/>
                  </a:lnTo>
                  <a:lnTo>
                    <a:pt x="13608" y="5372"/>
                  </a:lnTo>
                  <a:lnTo>
                    <a:pt x="11818" y="5372"/>
                  </a:lnTo>
                  <a:lnTo>
                    <a:pt x="5607" y="11582"/>
                  </a:lnTo>
                  <a:lnTo>
                    <a:pt x="5607" y="13373"/>
                  </a:lnTo>
                  <a:lnTo>
                    <a:pt x="3816" y="15164"/>
                  </a:lnTo>
                  <a:lnTo>
                    <a:pt x="3816" y="16954"/>
                  </a:lnTo>
                  <a:lnTo>
                    <a:pt x="0" y="20771"/>
                  </a:lnTo>
                  <a:lnTo>
                    <a:pt x="4655" y="20771"/>
                  </a:lnTo>
                  <a:lnTo>
                    <a:pt x="6446" y="22561"/>
                  </a:lnTo>
                  <a:lnTo>
                    <a:pt x="21957" y="22561"/>
                  </a:lnTo>
                  <a:lnTo>
                    <a:pt x="23748" y="20771"/>
                  </a:lnTo>
                  <a:lnTo>
                    <a:pt x="27329" y="20771"/>
                  </a:lnTo>
                  <a:lnTo>
                    <a:pt x="37121" y="10979"/>
                  </a:lnTo>
                  <a:lnTo>
                    <a:pt x="37121" y="9188"/>
                  </a:lnTo>
                  <a:lnTo>
                    <a:pt x="38911" y="7397"/>
                  </a:lnTo>
                  <a:lnTo>
                    <a:pt x="38911" y="4420"/>
                  </a:lnTo>
                  <a:lnTo>
                    <a:pt x="36282" y="1791"/>
                  </a:lnTo>
                  <a:lnTo>
                    <a:pt x="30910" y="1791"/>
                  </a:lnTo>
                  <a:lnTo>
                    <a:pt x="29119" y="0"/>
                  </a:lnTo>
                  <a:lnTo>
                    <a:pt x="26142" y="0"/>
                  </a:lnTo>
                  <a:close/>
                </a:path>
              </a:pathLst>
            </a:custGeom>
            <a:solidFill>
              <a:srgbClr val="195388"/>
            </a:solidFill>
            <a:ln>
              <a:noFill/>
            </a:ln>
          </p:spPr>
        </p:sp>
        <p:sp>
          <p:nvSpPr>
            <p:cNvPr id="18035" name="Graph element 2728"/>
            <p:cNvSpPr/>
            <p:nvPr/>
          </p:nvSpPr>
          <p:spPr>
            <a:xfrm>
              <a:off x="467695" y="639589"/>
              <a:ext cx="24352" cy="29723"/>
            </a:xfrm>
            <a:custGeom>
              <a:avLst/>
              <a:gdLst/>
              <a:ahLst/>
              <a:cxnLst/>
              <a:rect l="0" t="0" r="r" b="b"/>
              <a:pathLst>
                <a:path w="24352" h="29723" stroke="0" extrusionOk="0">
                  <a:moveTo>
                    <a:pt x="0" y="0"/>
                  </a:moveTo>
                  <a:lnTo>
                    <a:pt x="0" y="10979"/>
                  </a:lnTo>
                  <a:lnTo>
                    <a:pt x="1791" y="12769"/>
                  </a:lnTo>
                  <a:lnTo>
                    <a:pt x="1791" y="14560"/>
                  </a:lnTo>
                  <a:lnTo>
                    <a:pt x="3581" y="16350"/>
                  </a:lnTo>
                  <a:lnTo>
                    <a:pt x="3581" y="18141"/>
                  </a:lnTo>
                  <a:lnTo>
                    <a:pt x="13373" y="27933"/>
                  </a:lnTo>
                  <a:lnTo>
                    <a:pt x="16954" y="27933"/>
                  </a:lnTo>
                  <a:lnTo>
                    <a:pt x="18745" y="29723"/>
                  </a:lnTo>
                  <a:lnTo>
                    <a:pt x="24352" y="29723"/>
                  </a:lnTo>
                  <a:lnTo>
                    <a:pt x="24352" y="22326"/>
                  </a:lnTo>
                  <a:lnTo>
                    <a:pt x="22561" y="20535"/>
                  </a:lnTo>
                  <a:lnTo>
                    <a:pt x="22561" y="15164"/>
                  </a:lnTo>
                  <a:lnTo>
                    <a:pt x="20771" y="13373"/>
                  </a:lnTo>
                  <a:lnTo>
                    <a:pt x="20771" y="11582"/>
                  </a:lnTo>
                  <a:lnTo>
                    <a:pt x="12769" y="3581"/>
                  </a:lnTo>
                  <a:lnTo>
                    <a:pt x="10979" y="3581"/>
                  </a:lnTo>
                  <a:lnTo>
                    <a:pt x="9188" y="1791"/>
                  </a:lnTo>
                  <a:lnTo>
                    <a:pt x="7397" y="1791"/>
                  </a:lnTo>
                  <a:lnTo>
                    <a:pt x="560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5388"/>
            </a:solidFill>
            <a:ln>
              <a:noFill/>
            </a:ln>
          </p:spPr>
        </p:sp>
        <p:sp>
          <p:nvSpPr>
            <p:cNvPr id="18036" name="Graph element 2729"/>
            <p:cNvSpPr/>
            <p:nvPr/>
          </p:nvSpPr>
          <p:spPr>
            <a:xfrm>
              <a:off x="501716" y="628846"/>
              <a:ext cx="17189" cy="35095"/>
            </a:xfrm>
            <a:custGeom>
              <a:avLst/>
              <a:gdLst/>
              <a:ahLst/>
              <a:cxnLst/>
              <a:rect l="0" t="0" r="r" b="b"/>
              <a:pathLst>
                <a:path w="17189" h="35095" stroke="0" extrusionOk="0">
                  <a:moveTo>
                    <a:pt x="7162" y="0"/>
                  </a:moveTo>
                  <a:lnTo>
                    <a:pt x="7162" y="2630"/>
                  </a:lnTo>
                  <a:lnTo>
                    <a:pt x="3581" y="6211"/>
                  </a:lnTo>
                  <a:lnTo>
                    <a:pt x="3581" y="8001"/>
                  </a:lnTo>
                  <a:lnTo>
                    <a:pt x="1791" y="9792"/>
                  </a:lnTo>
                  <a:lnTo>
                    <a:pt x="1791" y="13373"/>
                  </a:lnTo>
                  <a:lnTo>
                    <a:pt x="0" y="15164"/>
                  </a:lnTo>
                  <a:lnTo>
                    <a:pt x="0" y="23513"/>
                  </a:lnTo>
                  <a:lnTo>
                    <a:pt x="1791" y="25303"/>
                  </a:lnTo>
                  <a:lnTo>
                    <a:pt x="1791" y="28884"/>
                  </a:lnTo>
                  <a:lnTo>
                    <a:pt x="3581" y="30675"/>
                  </a:lnTo>
                  <a:lnTo>
                    <a:pt x="3581" y="32465"/>
                  </a:lnTo>
                  <a:lnTo>
                    <a:pt x="6211" y="35095"/>
                  </a:lnTo>
                  <a:lnTo>
                    <a:pt x="9188" y="35095"/>
                  </a:lnTo>
                  <a:lnTo>
                    <a:pt x="11818" y="32465"/>
                  </a:lnTo>
                  <a:lnTo>
                    <a:pt x="11818" y="30675"/>
                  </a:lnTo>
                  <a:lnTo>
                    <a:pt x="15399" y="27094"/>
                  </a:lnTo>
                  <a:lnTo>
                    <a:pt x="15399" y="25303"/>
                  </a:lnTo>
                  <a:lnTo>
                    <a:pt x="17189" y="23513"/>
                  </a:lnTo>
                  <a:lnTo>
                    <a:pt x="17189" y="6211"/>
                  </a:lnTo>
                  <a:lnTo>
                    <a:pt x="15399" y="4420"/>
                  </a:lnTo>
                  <a:lnTo>
                    <a:pt x="15399" y="2630"/>
                  </a:lnTo>
                  <a:lnTo>
                    <a:pt x="12769" y="0"/>
                  </a:lnTo>
                  <a:lnTo>
                    <a:pt x="7162" y="0"/>
                  </a:lnTo>
                  <a:close/>
                </a:path>
              </a:pathLst>
            </a:custGeom>
            <a:solidFill>
              <a:srgbClr val="195388"/>
            </a:solidFill>
            <a:ln>
              <a:noFill/>
            </a:ln>
          </p:spPr>
        </p:sp>
        <p:sp>
          <p:nvSpPr>
            <p:cNvPr id="18037" name="Graph element 2730"/>
            <p:cNvSpPr/>
            <p:nvPr/>
          </p:nvSpPr>
          <p:spPr>
            <a:xfrm>
              <a:off x="1037514" y="1694650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038" name="Graph element 2731"/>
            <p:cNvSpPr/>
            <p:nvPr/>
          </p:nvSpPr>
          <p:spPr>
            <a:xfrm>
              <a:off x="926499" y="1694650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039" name="Graph element 2732"/>
            <p:cNvSpPr/>
            <p:nvPr/>
          </p:nvSpPr>
          <p:spPr>
            <a:xfrm>
              <a:off x="1037514" y="1678535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040" name="Graph element 2733"/>
            <p:cNvSpPr/>
            <p:nvPr/>
          </p:nvSpPr>
          <p:spPr>
            <a:xfrm>
              <a:off x="926499" y="1678535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041" name="Graph element 2734"/>
            <p:cNvSpPr/>
            <p:nvPr/>
          </p:nvSpPr>
          <p:spPr>
            <a:xfrm>
              <a:off x="1038885" y="1665224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042" name="Graph element 2735"/>
            <p:cNvSpPr/>
            <p:nvPr/>
          </p:nvSpPr>
          <p:spPr>
            <a:xfrm>
              <a:off x="926079" y="1665224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043" name="Graph element 2736"/>
            <p:cNvSpPr/>
            <p:nvPr/>
          </p:nvSpPr>
          <p:spPr>
            <a:xfrm>
              <a:off x="1038885" y="1650899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044" name="Graph element 2737"/>
            <p:cNvSpPr/>
            <p:nvPr/>
          </p:nvSpPr>
          <p:spPr>
            <a:xfrm>
              <a:off x="926079" y="1650899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045" name="Graph element 2738"/>
            <p:cNvSpPr/>
            <p:nvPr/>
          </p:nvSpPr>
          <p:spPr>
            <a:xfrm>
              <a:off x="1038885" y="1636575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046" name="Graph element 2739"/>
            <p:cNvSpPr/>
            <p:nvPr/>
          </p:nvSpPr>
          <p:spPr>
            <a:xfrm>
              <a:off x="926079" y="1636575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047" name="Graph element 2740"/>
            <p:cNvSpPr/>
            <p:nvPr/>
          </p:nvSpPr>
          <p:spPr>
            <a:xfrm>
              <a:off x="926079" y="1461099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048" name="Graph element 2741"/>
            <p:cNvSpPr/>
            <p:nvPr/>
          </p:nvSpPr>
          <p:spPr>
            <a:xfrm>
              <a:off x="926499" y="1445762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049" name="Graph element 2742"/>
            <p:cNvSpPr/>
            <p:nvPr/>
          </p:nvSpPr>
          <p:spPr>
            <a:xfrm>
              <a:off x="1957443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050" name="Graph element 2743"/>
            <p:cNvSpPr/>
            <p:nvPr/>
          </p:nvSpPr>
          <p:spPr>
            <a:xfrm>
              <a:off x="1943119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051" name="Graph element 2744"/>
            <p:cNvSpPr/>
            <p:nvPr/>
          </p:nvSpPr>
          <p:spPr>
            <a:xfrm>
              <a:off x="1925213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052" name="Graph element 2745"/>
            <p:cNvSpPr/>
            <p:nvPr/>
          </p:nvSpPr>
          <p:spPr>
            <a:xfrm>
              <a:off x="1869706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053" name="Graph element 2746"/>
            <p:cNvSpPr/>
            <p:nvPr/>
          </p:nvSpPr>
          <p:spPr>
            <a:xfrm>
              <a:off x="1851800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054" name="Graph element 2747"/>
            <p:cNvSpPr/>
            <p:nvPr/>
          </p:nvSpPr>
          <p:spPr>
            <a:xfrm>
              <a:off x="1837476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055" name="Graph element 2748"/>
            <p:cNvSpPr/>
            <p:nvPr/>
          </p:nvSpPr>
          <p:spPr>
            <a:xfrm>
              <a:off x="1781968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056" name="Graph element 2749"/>
            <p:cNvSpPr/>
            <p:nvPr/>
          </p:nvSpPr>
          <p:spPr>
            <a:xfrm>
              <a:off x="1764063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057" name="Graph element 2750"/>
            <p:cNvSpPr/>
            <p:nvPr/>
          </p:nvSpPr>
          <p:spPr>
            <a:xfrm>
              <a:off x="1708555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058" name="Graph element 2751"/>
            <p:cNvSpPr/>
            <p:nvPr/>
          </p:nvSpPr>
          <p:spPr>
            <a:xfrm>
              <a:off x="1694231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059" name="Graph element 2752"/>
            <p:cNvSpPr/>
            <p:nvPr/>
          </p:nvSpPr>
          <p:spPr>
            <a:xfrm>
              <a:off x="1690650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060" name="Graph element 2753"/>
            <p:cNvSpPr/>
            <p:nvPr/>
          </p:nvSpPr>
          <p:spPr>
            <a:xfrm>
              <a:off x="1676325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061" name="Graph element 2754"/>
            <p:cNvSpPr/>
            <p:nvPr/>
          </p:nvSpPr>
          <p:spPr>
            <a:xfrm>
              <a:off x="1620818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062" name="Graph element 2755"/>
            <p:cNvSpPr/>
            <p:nvPr/>
          </p:nvSpPr>
          <p:spPr>
            <a:xfrm>
              <a:off x="1602912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063" name="Graph element 2756"/>
            <p:cNvSpPr/>
            <p:nvPr/>
          </p:nvSpPr>
          <p:spPr>
            <a:xfrm>
              <a:off x="1547405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064" name="Graph element 2757"/>
            <p:cNvSpPr/>
            <p:nvPr/>
          </p:nvSpPr>
          <p:spPr>
            <a:xfrm>
              <a:off x="1533080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065" name="Graph element 2758"/>
            <p:cNvSpPr/>
            <p:nvPr/>
          </p:nvSpPr>
          <p:spPr>
            <a:xfrm>
              <a:off x="1515174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066" name="Graph element 2759"/>
            <p:cNvSpPr/>
            <p:nvPr/>
          </p:nvSpPr>
          <p:spPr>
            <a:xfrm>
              <a:off x="1459667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067" name="Graph element 2760"/>
            <p:cNvSpPr/>
            <p:nvPr/>
          </p:nvSpPr>
          <p:spPr>
            <a:xfrm>
              <a:off x="1441761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068" name="Graph element 2761"/>
            <p:cNvSpPr/>
            <p:nvPr/>
          </p:nvSpPr>
          <p:spPr>
            <a:xfrm>
              <a:off x="1427437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069" name="Graph element 2762"/>
            <p:cNvSpPr/>
            <p:nvPr/>
          </p:nvSpPr>
          <p:spPr>
            <a:xfrm>
              <a:off x="1371929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070" name="Graph element 2763"/>
            <p:cNvSpPr/>
            <p:nvPr/>
          </p:nvSpPr>
          <p:spPr>
            <a:xfrm>
              <a:off x="1354024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071" name="Graph element 2764"/>
            <p:cNvSpPr/>
            <p:nvPr/>
          </p:nvSpPr>
          <p:spPr>
            <a:xfrm>
              <a:off x="1298516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072" name="Graph element 2765"/>
            <p:cNvSpPr/>
            <p:nvPr/>
          </p:nvSpPr>
          <p:spPr>
            <a:xfrm>
              <a:off x="1284192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073" name="Graph element 2766"/>
            <p:cNvSpPr/>
            <p:nvPr/>
          </p:nvSpPr>
          <p:spPr>
            <a:xfrm>
              <a:off x="1280611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074" name="Graph element 2767"/>
            <p:cNvSpPr/>
            <p:nvPr/>
          </p:nvSpPr>
          <p:spPr>
            <a:xfrm>
              <a:off x="1266286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075" name="Graph element 2768"/>
            <p:cNvSpPr/>
            <p:nvPr/>
          </p:nvSpPr>
          <p:spPr>
            <a:xfrm>
              <a:off x="1210779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076" name="Graph element 2769"/>
            <p:cNvSpPr/>
            <p:nvPr/>
          </p:nvSpPr>
          <p:spPr>
            <a:xfrm>
              <a:off x="1192873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077" name="Graph element 2770"/>
            <p:cNvSpPr/>
            <p:nvPr/>
          </p:nvSpPr>
          <p:spPr>
            <a:xfrm>
              <a:off x="961890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078" name="Graph element 2771"/>
            <p:cNvSpPr/>
            <p:nvPr/>
          </p:nvSpPr>
          <p:spPr>
            <a:xfrm>
              <a:off x="943985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079" name="Graph element 2772"/>
            <p:cNvSpPr/>
            <p:nvPr/>
          </p:nvSpPr>
          <p:spPr>
            <a:xfrm>
              <a:off x="800740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080" name="Graph element 2773"/>
            <p:cNvSpPr/>
            <p:nvPr/>
          </p:nvSpPr>
          <p:spPr>
            <a:xfrm>
              <a:off x="782834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081" name="Graph element 2774"/>
            <p:cNvSpPr/>
            <p:nvPr/>
          </p:nvSpPr>
          <p:spPr>
            <a:xfrm>
              <a:off x="713002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082" name="Graph element 2775"/>
            <p:cNvSpPr/>
            <p:nvPr/>
          </p:nvSpPr>
          <p:spPr>
            <a:xfrm>
              <a:off x="695097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083" name="Graph element 2776"/>
            <p:cNvSpPr/>
            <p:nvPr/>
          </p:nvSpPr>
          <p:spPr>
            <a:xfrm>
              <a:off x="639589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084" name="Graph element 2777"/>
            <p:cNvSpPr/>
            <p:nvPr/>
          </p:nvSpPr>
          <p:spPr>
            <a:xfrm>
              <a:off x="625265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085" name="Graph element 2778"/>
            <p:cNvSpPr/>
            <p:nvPr/>
          </p:nvSpPr>
          <p:spPr>
            <a:xfrm>
              <a:off x="621683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086" name="Graph element 2779"/>
            <p:cNvSpPr/>
            <p:nvPr/>
          </p:nvSpPr>
          <p:spPr>
            <a:xfrm>
              <a:off x="607359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087" name="Graph element 2780"/>
            <p:cNvSpPr/>
            <p:nvPr/>
          </p:nvSpPr>
          <p:spPr>
            <a:xfrm>
              <a:off x="551852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088" name="Graph element 2781"/>
            <p:cNvSpPr/>
            <p:nvPr/>
          </p:nvSpPr>
          <p:spPr>
            <a:xfrm>
              <a:off x="533946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089" name="Graph element 2782"/>
            <p:cNvSpPr/>
            <p:nvPr/>
          </p:nvSpPr>
          <p:spPr>
            <a:xfrm>
              <a:off x="478438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090" name="Graph element 2783"/>
            <p:cNvSpPr/>
            <p:nvPr/>
          </p:nvSpPr>
          <p:spPr>
            <a:xfrm>
              <a:off x="464114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091" name="Graph element 2784"/>
            <p:cNvSpPr/>
            <p:nvPr/>
          </p:nvSpPr>
          <p:spPr>
            <a:xfrm>
              <a:off x="460533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092" name="Graph element 2785"/>
            <p:cNvSpPr/>
            <p:nvPr/>
          </p:nvSpPr>
          <p:spPr>
            <a:xfrm>
              <a:off x="446208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093" name="Graph element 2786"/>
            <p:cNvSpPr/>
            <p:nvPr/>
          </p:nvSpPr>
          <p:spPr>
            <a:xfrm>
              <a:off x="390701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094" name="Graph element 2787"/>
            <p:cNvSpPr/>
            <p:nvPr/>
          </p:nvSpPr>
          <p:spPr>
            <a:xfrm>
              <a:off x="372795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095" name="Graph element 2788"/>
            <p:cNvSpPr/>
            <p:nvPr/>
          </p:nvSpPr>
          <p:spPr>
            <a:xfrm>
              <a:off x="358471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096" name="Graph element 2789"/>
            <p:cNvSpPr/>
            <p:nvPr/>
          </p:nvSpPr>
          <p:spPr>
            <a:xfrm>
              <a:off x="302963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097" name="Graph element 2790"/>
            <p:cNvSpPr/>
            <p:nvPr/>
          </p:nvSpPr>
          <p:spPr>
            <a:xfrm>
              <a:off x="285058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098" name="Graph element 2791"/>
            <p:cNvSpPr/>
            <p:nvPr/>
          </p:nvSpPr>
          <p:spPr>
            <a:xfrm>
              <a:off x="229550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099" name="Graph element 2792"/>
            <p:cNvSpPr/>
            <p:nvPr/>
          </p:nvSpPr>
          <p:spPr>
            <a:xfrm>
              <a:off x="215226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00" name="Graph element 2793"/>
            <p:cNvSpPr/>
            <p:nvPr/>
          </p:nvSpPr>
          <p:spPr>
            <a:xfrm>
              <a:off x="211645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01" name="Graph element 2794"/>
            <p:cNvSpPr/>
            <p:nvPr/>
          </p:nvSpPr>
          <p:spPr>
            <a:xfrm>
              <a:off x="925486" y="1356234"/>
              <a:ext cx="4829" cy="5607"/>
            </a:xfrm>
            <a:custGeom>
              <a:avLst/>
              <a:gdLst/>
              <a:ahLst/>
              <a:cxnLst/>
              <a:rect l="0" t="0" r="r" b="b"/>
              <a:pathLst>
                <a:path w="4829" h="5607" stroke="0" extrusionOk="0">
                  <a:moveTo>
                    <a:pt x="0" y="2803"/>
                  </a:moveTo>
                  <a:lnTo>
                    <a:pt x="2803" y="5607"/>
                  </a:lnTo>
                  <a:lnTo>
                    <a:pt x="4829" y="3581"/>
                  </a:lnTo>
                  <a:lnTo>
                    <a:pt x="4052" y="2803"/>
                  </a:lnTo>
                  <a:lnTo>
                    <a:pt x="4829" y="2026"/>
                  </a:lnTo>
                  <a:lnTo>
                    <a:pt x="2803" y="0"/>
                  </a:lnTo>
                  <a:lnTo>
                    <a:pt x="0" y="2803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02" name="Graph element 2795"/>
            <p:cNvSpPr/>
            <p:nvPr/>
          </p:nvSpPr>
          <p:spPr>
            <a:xfrm>
              <a:off x="926499" y="1341909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03" name="Graph element 2796"/>
            <p:cNvSpPr/>
            <p:nvPr/>
          </p:nvSpPr>
          <p:spPr>
            <a:xfrm>
              <a:off x="926079" y="1255185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04" name="Graph element 2797"/>
            <p:cNvSpPr/>
            <p:nvPr/>
          </p:nvSpPr>
          <p:spPr>
            <a:xfrm>
              <a:off x="926079" y="124086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05" name="Graph element 2798"/>
            <p:cNvSpPr/>
            <p:nvPr/>
          </p:nvSpPr>
          <p:spPr>
            <a:xfrm>
              <a:off x="926079" y="1226536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06" name="Graph element 2799"/>
            <p:cNvSpPr/>
            <p:nvPr/>
          </p:nvSpPr>
          <p:spPr>
            <a:xfrm>
              <a:off x="926499" y="1211198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07" name="Graph element 2800"/>
            <p:cNvSpPr/>
            <p:nvPr/>
          </p:nvSpPr>
          <p:spPr>
            <a:xfrm>
              <a:off x="926499" y="1196874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08" name="Graph element 2801"/>
            <p:cNvSpPr/>
            <p:nvPr/>
          </p:nvSpPr>
          <p:spPr>
            <a:xfrm>
              <a:off x="926499" y="1180759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09" name="Graph element 2802"/>
            <p:cNvSpPr/>
            <p:nvPr/>
          </p:nvSpPr>
          <p:spPr>
            <a:xfrm>
              <a:off x="926079" y="1167447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10" name="Graph element 2803"/>
            <p:cNvSpPr/>
            <p:nvPr/>
          </p:nvSpPr>
          <p:spPr>
            <a:xfrm>
              <a:off x="926079" y="1153123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11" name="Graph element 2804"/>
            <p:cNvSpPr/>
            <p:nvPr/>
          </p:nvSpPr>
          <p:spPr>
            <a:xfrm>
              <a:off x="926079" y="1138798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12" name="Graph element 2805"/>
            <p:cNvSpPr/>
            <p:nvPr/>
          </p:nvSpPr>
          <p:spPr>
            <a:xfrm>
              <a:off x="926499" y="1123461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13" name="Graph element 2806"/>
            <p:cNvSpPr/>
            <p:nvPr/>
          </p:nvSpPr>
          <p:spPr>
            <a:xfrm>
              <a:off x="925486" y="1107346"/>
              <a:ext cx="4829" cy="5607"/>
            </a:xfrm>
            <a:custGeom>
              <a:avLst/>
              <a:gdLst/>
              <a:ahLst/>
              <a:cxnLst/>
              <a:rect l="0" t="0" r="r" b="b"/>
              <a:pathLst>
                <a:path w="4829" h="5607" stroke="0" extrusionOk="0">
                  <a:moveTo>
                    <a:pt x="0" y="2803"/>
                  </a:moveTo>
                  <a:lnTo>
                    <a:pt x="2803" y="5607"/>
                  </a:lnTo>
                  <a:lnTo>
                    <a:pt x="4829" y="3581"/>
                  </a:lnTo>
                  <a:lnTo>
                    <a:pt x="4052" y="2803"/>
                  </a:lnTo>
                  <a:lnTo>
                    <a:pt x="4829" y="2026"/>
                  </a:lnTo>
                  <a:lnTo>
                    <a:pt x="2803" y="0"/>
                  </a:lnTo>
                  <a:lnTo>
                    <a:pt x="0" y="2803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14" name="Graph element 2807"/>
            <p:cNvSpPr/>
            <p:nvPr/>
          </p:nvSpPr>
          <p:spPr>
            <a:xfrm>
              <a:off x="926499" y="1093021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15" name="Graph element 2808"/>
            <p:cNvSpPr/>
            <p:nvPr/>
          </p:nvSpPr>
          <p:spPr>
            <a:xfrm>
              <a:off x="926079" y="1079709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16" name="Graph element 2809"/>
            <p:cNvSpPr/>
            <p:nvPr/>
          </p:nvSpPr>
          <p:spPr>
            <a:xfrm>
              <a:off x="926079" y="1065385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17" name="Graph element 2810"/>
            <p:cNvSpPr/>
            <p:nvPr/>
          </p:nvSpPr>
          <p:spPr>
            <a:xfrm>
              <a:off x="926079" y="105106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18" name="Graph element 2811"/>
            <p:cNvSpPr/>
            <p:nvPr/>
          </p:nvSpPr>
          <p:spPr>
            <a:xfrm>
              <a:off x="1037514" y="1035723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19" name="Graph element 2812"/>
            <p:cNvSpPr/>
            <p:nvPr/>
          </p:nvSpPr>
          <p:spPr>
            <a:xfrm>
              <a:off x="926499" y="1035723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20" name="Graph element 2813"/>
            <p:cNvSpPr/>
            <p:nvPr/>
          </p:nvSpPr>
          <p:spPr>
            <a:xfrm>
              <a:off x="926499" y="1019608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21" name="Graph element 2814"/>
            <p:cNvSpPr/>
            <p:nvPr/>
          </p:nvSpPr>
          <p:spPr>
            <a:xfrm>
              <a:off x="926079" y="1006296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22" name="Graph element 2815"/>
            <p:cNvSpPr/>
            <p:nvPr/>
          </p:nvSpPr>
          <p:spPr>
            <a:xfrm>
              <a:off x="1038885" y="991972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23" name="Graph element 2816"/>
            <p:cNvSpPr/>
            <p:nvPr/>
          </p:nvSpPr>
          <p:spPr>
            <a:xfrm>
              <a:off x="926079" y="991972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24" name="Graph element 2817"/>
            <p:cNvSpPr/>
            <p:nvPr/>
          </p:nvSpPr>
          <p:spPr>
            <a:xfrm>
              <a:off x="1038885" y="977647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25" name="Graph element 2818"/>
            <p:cNvSpPr/>
            <p:nvPr/>
          </p:nvSpPr>
          <p:spPr>
            <a:xfrm>
              <a:off x="926499" y="947985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26" name="Graph element 2819"/>
            <p:cNvSpPr/>
            <p:nvPr/>
          </p:nvSpPr>
          <p:spPr>
            <a:xfrm>
              <a:off x="926499" y="931870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27" name="Graph element 2820"/>
            <p:cNvSpPr/>
            <p:nvPr/>
          </p:nvSpPr>
          <p:spPr>
            <a:xfrm>
              <a:off x="926079" y="918559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28" name="Graph element 2821"/>
            <p:cNvSpPr/>
            <p:nvPr/>
          </p:nvSpPr>
          <p:spPr>
            <a:xfrm>
              <a:off x="1038885" y="904234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29" name="Graph element 2822"/>
            <p:cNvSpPr/>
            <p:nvPr/>
          </p:nvSpPr>
          <p:spPr>
            <a:xfrm>
              <a:off x="926079" y="904234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30" name="Graph element 2823"/>
            <p:cNvSpPr/>
            <p:nvPr/>
          </p:nvSpPr>
          <p:spPr>
            <a:xfrm>
              <a:off x="926079" y="88991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31" name="Graph element 2824"/>
            <p:cNvSpPr/>
            <p:nvPr/>
          </p:nvSpPr>
          <p:spPr>
            <a:xfrm>
              <a:off x="926499" y="874572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32" name="Graph element 2825"/>
            <p:cNvSpPr/>
            <p:nvPr/>
          </p:nvSpPr>
          <p:spPr>
            <a:xfrm>
              <a:off x="2099317" y="869201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33" name="Graph element 2826"/>
            <p:cNvSpPr/>
            <p:nvPr/>
          </p:nvSpPr>
          <p:spPr>
            <a:xfrm>
              <a:off x="2061716" y="869201"/>
              <a:ext cx="5607" cy="5607"/>
            </a:xfrm>
            <a:custGeom>
              <a:avLst/>
              <a:gdLst/>
              <a:ahLst/>
              <a:cxnLst/>
              <a:rect l="0" t="0" r="r" b="b"/>
              <a:pathLst>
                <a:path w="5607" h="5607" stroke="0" extrusionOk="0">
                  <a:moveTo>
                    <a:pt x="0" y="3581"/>
                  </a:moveTo>
                  <a:lnTo>
                    <a:pt x="2026" y="5607"/>
                  </a:lnTo>
                  <a:lnTo>
                    <a:pt x="5607" y="2026"/>
                  </a:lnTo>
                  <a:lnTo>
                    <a:pt x="3581" y="0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34" name="Graph element 2827"/>
            <p:cNvSpPr/>
            <p:nvPr/>
          </p:nvSpPr>
          <p:spPr>
            <a:xfrm>
              <a:off x="1037514" y="858457"/>
              <a:ext cx="4829" cy="5607"/>
            </a:xfrm>
            <a:custGeom>
              <a:avLst/>
              <a:gdLst/>
              <a:ahLst/>
              <a:cxnLst/>
              <a:rect l="0" t="0" r="r" b="b"/>
              <a:pathLst>
                <a:path w="4829" h="5607" stroke="0" extrusionOk="0">
                  <a:moveTo>
                    <a:pt x="0" y="3581"/>
                  </a:moveTo>
                  <a:lnTo>
                    <a:pt x="2026" y="5607"/>
                  </a:lnTo>
                  <a:lnTo>
                    <a:pt x="4829" y="2803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778" y="2803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35" name="Graph element 2828"/>
            <p:cNvSpPr/>
            <p:nvPr/>
          </p:nvSpPr>
          <p:spPr>
            <a:xfrm>
              <a:off x="925486" y="858457"/>
              <a:ext cx="4829" cy="5607"/>
            </a:xfrm>
            <a:custGeom>
              <a:avLst/>
              <a:gdLst/>
              <a:ahLst/>
              <a:cxnLst/>
              <a:rect l="0" t="0" r="r" b="b"/>
              <a:pathLst>
                <a:path w="4829" h="5607" stroke="0" extrusionOk="0">
                  <a:moveTo>
                    <a:pt x="0" y="2803"/>
                  </a:moveTo>
                  <a:lnTo>
                    <a:pt x="2803" y="5607"/>
                  </a:lnTo>
                  <a:lnTo>
                    <a:pt x="4829" y="3581"/>
                  </a:lnTo>
                  <a:lnTo>
                    <a:pt x="4052" y="2803"/>
                  </a:lnTo>
                  <a:lnTo>
                    <a:pt x="4829" y="2026"/>
                  </a:lnTo>
                  <a:lnTo>
                    <a:pt x="2803" y="0"/>
                  </a:lnTo>
                  <a:lnTo>
                    <a:pt x="0" y="2803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36" name="Graph element 2829"/>
            <p:cNvSpPr/>
            <p:nvPr/>
          </p:nvSpPr>
          <p:spPr>
            <a:xfrm>
              <a:off x="1037514" y="844133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37" name="Graph element 2830"/>
            <p:cNvSpPr/>
            <p:nvPr/>
          </p:nvSpPr>
          <p:spPr>
            <a:xfrm>
              <a:off x="926499" y="844133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38" name="Graph element 2831"/>
            <p:cNvSpPr/>
            <p:nvPr/>
          </p:nvSpPr>
          <p:spPr>
            <a:xfrm>
              <a:off x="1038885" y="830821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39" name="Graph element 2832"/>
            <p:cNvSpPr/>
            <p:nvPr/>
          </p:nvSpPr>
          <p:spPr>
            <a:xfrm>
              <a:off x="926079" y="830821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40" name="Graph element 2833"/>
            <p:cNvSpPr/>
            <p:nvPr/>
          </p:nvSpPr>
          <p:spPr>
            <a:xfrm>
              <a:off x="1038885" y="816497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41" name="Graph element 2834"/>
            <p:cNvSpPr/>
            <p:nvPr/>
          </p:nvSpPr>
          <p:spPr>
            <a:xfrm>
              <a:off x="926079" y="816497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42" name="Graph element 2835"/>
            <p:cNvSpPr/>
            <p:nvPr/>
          </p:nvSpPr>
          <p:spPr>
            <a:xfrm>
              <a:off x="1038885" y="802172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43" name="Graph element 2836"/>
            <p:cNvSpPr/>
            <p:nvPr/>
          </p:nvSpPr>
          <p:spPr>
            <a:xfrm>
              <a:off x="926079" y="802172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44" name="Graph element 2837"/>
            <p:cNvSpPr/>
            <p:nvPr/>
          </p:nvSpPr>
          <p:spPr>
            <a:xfrm>
              <a:off x="1037514" y="786835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45" name="Graph element 2838"/>
            <p:cNvSpPr/>
            <p:nvPr/>
          </p:nvSpPr>
          <p:spPr>
            <a:xfrm>
              <a:off x="926499" y="786835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46" name="Graph element 2839"/>
            <p:cNvSpPr/>
            <p:nvPr/>
          </p:nvSpPr>
          <p:spPr>
            <a:xfrm>
              <a:off x="1037514" y="770720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47" name="Graph element 2840"/>
            <p:cNvSpPr/>
            <p:nvPr/>
          </p:nvSpPr>
          <p:spPr>
            <a:xfrm>
              <a:off x="926499" y="770720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48" name="Graph element 2841"/>
            <p:cNvSpPr/>
            <p:nvPr/>
          </p:nvSpPr>
          <p:spPr>
            <a:xfrm>
              <a:off x="1038885" y="757408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49" name="Graph element 2842"/>
            <p:cNvSpPr/>
            <p:nvPr/>
          </p:nvSpPr>
          <p:spPr>
            <a:xfrm>
              <a:off x="926079" y="757408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50" name="Graph element 2843"/>
            <p:cNvSpPr/>
            <p:nvPr/>
          </p:nvSpPr>
          <p:spPr>
            <a:xfrm>
              <a:off x="1038885" y="743084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51" name="Graph element 2844"/>
            <p:cNvSpPr/>
            <p:nvPr/>
          </p:nvSpPr>
          <p:spPr>
            <a:xfrm>
              <a:off x="926079" y="743084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52" name="Graph element 2845"/>
            <p:cNvSpPr/>
            <p:nvPr/>
          </p:nvSpPr>
          <p:spPr>
            <a:xfrm>
              <a:off x="1038885" y="728759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53" name="Graph element 2846"/>
            <p:cNvSpPr/>
            <p:nvPr/>
          </p:nvSpPr>
          <p:spPr>
            <a:xfrm>
              <a:off x="926079" y="728759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54" name="Graph element 2847"/>
            <p:cNvSpPr/>
            <p:nvPr/>
          </p:nvSpPr>
          <p:spPr>
            <a:xfrm>
              <a:off x="1037514" y="713422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55" name="Graph element 2848"/>
            <p:cNvSpPr/>
            <p:nvPr/>
          </p:nvSpPr>
          <p:spPr>
            <a:xfrm>
              <a:off x="926499" y="713422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56" name="Graph element 2849"/>
            <p:cNvSpPr/>
            <p:nvPr/>
          </p:nvSpPr>
          <p:spPr>
            <a:xfrm>
              <a:off x="1037514" y="699097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57" name="Graph element 2850"/>
            <p:cNvSpPr/>
            <p:nvPr/>
          </p:nvSpPr>
          <p:spPr>
            <a:xfrm>
              <a:off x="926499" y="699097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58" name="Graph element 2851"/>
            <p:cNvSpPr/>
            <p:nvPr/>
          </p:nvSpPr>
          <p:spPr>
            <a:xfrm>
              <a:off x="1037514" y="682982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59" name="Graph element 2852"/>
            <p:cNvSpPr/>
            <p:nvPr/>
          </p:nvSpPr>
          <p:spPr>
            <a:xfrm>
              <a:off x="926499" y="682982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60" name="Graph element 2853"/>
            <p:cNvSpPr/>
            <p:nvPr/>
          </p:nvSpPr>
          <p:spPr>
            <a:xfrm>
              <a:off x="1038885" y="669671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61" name="Graph element 2854"/>
            <p:cNvSpPr/>
            <p:nvPr/>
          </p:nvSpPr>
          <p:spPr>
            <a:xfrm>
              <a:off x="926079" y="669671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62" name="Graph element 2855"/>
            <p:cNvSpPr/>
            <p:nvPr/>
          </p:nvSpPr>
          <p:spPr>
            <a:xfrm>
              <a:off x="1038885" y="655346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63" name="Graph element 2856"/>
            <p:cNvSpPr/>
            <p:nvPr/>
          </p:nvSpPr>
          <p:spPr>
            <a:xfrm>
              <a:off x="926079" y="655346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64" name="Graph element 2857"/>
            <p:cNvSpPr/>
            <p:nvPr/>
          </p:nvSpPr>
          <p:spPr>
            <a:xfrm>
              <a:off x="1038885" y="641022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65" name="Graph element 2858"/>
            <p:cNvSpPr/>
            <p:nvPr/>
          </p:nvSpPr>
          <p:spPr>
            <a:xfrm>
              <a:off x="926079" y="641022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66" name="Graph element 2859"/>
            <p:cNvSpPr/>
            <p:nvPr/>
          </p:nvSpPr>
          <p:spPr>
            <a:xfrm>
              <a:off x="1037514" y="625684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67" name="Graph element 2860"/>
            <p:cNvSpPr/>
            <p:nvPr/>
          </p:nvSpPr>
          <p:spPr>
            <a:xfrm>
              <a:off x="926499" y="625684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68" name="Graph element 2861"/>
            <p:cNvSpPr/>
            <p:nvPr/>
          </p:nvSpPr>
          <p:spPr>
            <a:xfrm>
              <a:off x="1037514" y="609569"/>
              <a:ext cx="4829" cy="5607"/>
            </a:xfrm>
            <a:custGeom>
              <a:avLst/>
              <a:gdLst/>
              <a:ahLst/>
              <a:cxnLst/>
              <a:rect l="0" t="0" r="r" b="b"/>
              <a:pathLst>
                <a:path w="4829" h="5607" stroke="0" extrusionOk="0">
                  <a:moveTo>
                    <a:pt x="0" y="3581"/>
                  </a:moveTo>
                  <a:lnTo>
                    <a:pt x="2026" y="5607"/>
                  </a:lnTo>
                  <a:lnTo>
                    <a:pt x="4829" y="2803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778" y="2803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69" name="Graph element 2862"/>
            <p:cNvSpPr/>
            <p:nvPr/>
          </p:nvSpPr>
          <p:spPr>
            <a:xfrm>
              <a:off x="925486" y="609569"/>
              <a:ext cx="4829" cy="5607"/>
            </a:xfrm>
            <a:custGeom>
              <a:avLst/>
              <a:gdLst/>
              <a:ahLst/>
              <a:cxnLst/>
              <a:rect l="0" t="0" r="r" b="b"/>
              <a:pathLst>
                <a:path w="4829" h="5607" stroke="0" extrusionOk="0">
                  <a:moveTo>
                    <a:pt x="0" y="2803"/>
                  </a:moveTo>
                  <a:lnTo>
                    <a:pt x="2803" y="5607"/>
                  </a:lnTo>
                  <a:lnTo>
                    <a:pt x="4829" y="3581"/>
                  </a:lnTo>
                  <a:lnTo>
                    <a:pt x="4052" y="2803"/>
                  </a:lnTo>
                  <a:lnTo>
                    <a:pt x="4829" y="2026"/>
                  </a:lnTo>
                  <a:lnTo>
                    <a:pt x="2803" y="0"/>
                  </a:lnTo>
                  <a:lnTo>
                    <a:pt x="0" y="2803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70" name="Graph element 2863"/>
            <p:cNvSpPr/>
            <p:nvPr/>
          </p:nvSpPr>
          <p:spPr>
            <a:xfrm>
              <a:off x="1037514" y="595245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71" name="Graph element 2864"/>
            <p:cNvSpPr/>
            <p:nvPr/>
          </p:nvSpPr>
          <p:spPr>
            <a:xfrm>
              <a:off x="926499" y="595245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72" name="Graph element 2865"/>
            <p:cNvSpPr/>
            <p:nvPr/>
          </p:nvSpPr>
          <p:spPr>
            <a:xfrm>
              <a:off x="1038885" y="581933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73" name="Graph element 2866"/>
            <p:cNvSpPr/>
            <p:nvPr/>
          </p:nvSpPr>
          <p:spPr>
            <a:xfrm>
              <a:off x="926079" y="581933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74" name="Graph element 2867"/>
            <p:cNvSpPr/>
            <p:nvPr/>
          </p:nvSpPr>
          <p:spPr>
            <a:xfrm>
              <a:off x="1038885" y="567608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75" name="Graph element 2868"/>
            <p:cNvSpPr/>
            <p:nvPr/>
          </p:nvSpPr>
          <p:spPr>
            <a:xfrm>
              <a:off x="926079" y="567608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76" name="Graph element 2869"/>
            <p:cNvSpPr/>
            <p:nvPr/>
          </p:nvSpPr>
          <p:spPr>
            <a:xfrm>
              <a:off x="1038885" y="553284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77" name="Graph element 2870"/>
            <p:cNvSpPr/>
            <p:nvPr/>
          </p:nvSpPr>
          <p:spPr>
            <a:xfrm>
              <a:off x="926079" y="553284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78" name="Graph element 2871"/>
            <p:cNvSpPr/>
            <p:nvPr/>
          </p:nvSpPr>
          <p:spPr>
            <a:xfrm>
              <a:off x="1037514" y="537947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79" name="Graph element 2872"/>
            <p:cNvSpPr/>
            <p:nvPr/>
          </p:nvSpPr>
          <p:spPr>
            <a:xfrm>
              <a:off x="926499" y="537947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80" name="Graph element 2873"/>
            <p:cNvSpPr/>
            <p:nvPr/>
          </p:nvSpPr>
          <p:spPr>
            <a:xfrm>
              <a:off x="1037514" y="521831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81" name="Graph element 2874"/>
            <p:cNvSpPr/>
            <p:nvPr/>
          </p:nvSpPr>
          <p:spPr>
            <a:xfrm>
              <a:off x="926499" y="521831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82" name="Graph element 2875"/>
            <p:cNvSpPr/>
            <p:nvPr/>
          </p:nvSpPr>
          <p:spPr>
            <a:xfrm>
              <a:off x="1038885" y="50852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83" name="Graph element 2876"/>
            <p:cNvSpPr/>
            <p:nvPr/>
          </p:nvSpPr>
          <p:spPr>
            <a:xfrm>
              <a:off x="926079" y="50852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84" name="Graph element 2877"/>
            <p:cNvSpPr/>
            <p:nvPr/>
          </p:nvSpPr>
          <p:spPr>
            <a:xfrm>
              <a:off x="1038885" y="494195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85" name="Graph element 2878"/>
            <p:cNvSpPr/>
            <p:nvPr/>
          </p:nvSpPr>
          <p:spPr>
            <a:xfrm>
              <a:off x="926079" y="494195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86" name="Graph element 2879"/>
            <p:cNvSpPr/>
            <p:nvPr/>
          </p:nvSpPr>
          <p:spPr>
            <a:xfrm>
              <a:off x="1038885" y="479871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87" name="Graph element 2880"/>
            <p:cNvSpPr/>
            <p:nvPr/>
          </p:nvSpPr>
          <p:spPr>
            <a:xfrm>
              <a:off x="926079" y="479871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88" name="Graph element 2881"/>
            <p:cNvSpPr/>
            <p:nvPr/>
          </p:nvSpPr>
          <p:spPr>
            <a:xfrm>
              <a:off x="1037514" y="464533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89" name="Graph element 2882"/>
            <p:cNvSpPr/>
            <p:nvPr/>
          </p:nvSpPr>
          <p:spPr>
            <a:xfrm>
              <a:off x="926499" y="464533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90" name="Graph element 2883"/>
            <p:cNvSpPr/>
            <p:nvPr/>
          </p:nvSpPr>
          <p:spPr>
            <a:xfrm>
              <a:off x="1037514" y="450209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91" name="Graph element 2884"/>
            <p:cNvSpPr/>
            <p:nvPr/>
          </p:nvSpPr>
          <p:spPr>
            <a:xfrm>
              <a:off x="926499" y="450209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92" name="Graph element 2885"/>
            <p:cNvSpPr/>
            <p:nvPr/>
          </p:nvSpPr>
          <p:spPr>
            <a:xfrm>
              <a:off x="1037514" y="434094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93" name="Graph element 2886"/>
            <p:cNvSpPr/>
            <p:nvPr/>
          </p:nvSpPr>
          <p:spPr>
            <a:xfrm>
              <a:off x="926499" y="434094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94" name="Graph element 2887"/>
            <p:cNvSpPr/>
            <p:nvPr/>
          </p:nvSpPr>
          <p:spPr>
            <a:xfrm>
              <a:off x="1038885" y="420782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95" name="Graph element 2888"/>
            <p:cNvSpPr/>
            <p:nvPr/>
          </p:nvSpPr>
          <p:spPr>
            <a:xfrm>
              <a:off x="926079" y="420782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96" name="Graph element 2889"/>
            <p:cNvSpPr/>
            <p:nvPr/>
          </p:nvSpPr>
          <p:spPr>
            <a:xfrm>
              <a:off x="1038885" y="406458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97" name="Graph element 2890"/>
            <p:cNvSpPr/>
            <p:nvPr/>
          </p:nvSpPr>
          <p:spPr>
            <a:xfrm>
              <a:off x="926079" y="406458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98" name="Graph element 2891"/>
            <p:cNvSpPr/>
            <p:nvPr/>
          </p:nvSpPr>
          <p:spPr>
            <a:xfrm>
              <a:off x="1038885" y="392133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199" name="Graph element 2892"/>
            <p:cNvSpPr/>
            <p:nvPr/>
          </p:nvSpPr>
          <p:spPr>
            <a:xfrm>
              <a:off x="926079" y="392133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200" name="Graph element 2893"/>
            <p:cNvSpPr/>
            <p:nvPr/>
          </p:nvSpPr>
          <p:spPr>
            <a:xfrm>
              <a:off x="1037514" y="376796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201" name="Graph element 2894"/>
            <p:cNvSpPr/>
            <p:nvPr/>
          </p:nvSpPr>
          <p:spPr>
            <a:xfrm>
              <a:off x="926499" y="376796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202" name="Graph element 2895"/>
            <p:cNvSpPr/>
            <p:nvPr/>
          </p:nvSpPr>
          <p:spPr>
            <a:xfrm>
              <a:off x="1037514" y="360681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203" name="Graph element 2896"/>
            <p:cNvSpPr/>
            <p:nvPr/>
          </p:nvSpPr>
          <p:spPr>
            <a:xfrm>
              <a:off x="926499" y="360681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204" name="Graph element 2897"/>
            <p:cNvSpPr/>
            <p:nvPr/>
          </p:nvSpPr>
          <p:spPr>
            <a:xfrm>
              <a:off x="1037514" y="346356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205" name="Graph element 2898"/>
            <p:cNvSpPr/>
            <p:nvPr/>
          </p:nvSpPr>
          <p:spPr>
            <a:xfrm>
              <a:off x="926499" y="346356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206" name="Graph element 2899"/>
            <p:cNvSpPr/>
            <p:nvPr/>
          </p:nvSpPr>
          <p:spPr>
            <a:xfrm>
              <a:off x="1038885" y="333045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207" name="Graph element 2900"/>
            <p:cNvSpPr/>
            <p:nvPr/>
          </p:nvSpPr>
          <p:spPr>
            <a:xfrm>
              <a:off x="926079" y="333045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208" name="Graph element 2901"/>
            <p:cNvSpPr/>
            <p:nvPr/>
          </p:nvSpPr>
          <p:spPr>
            <a:xfrm>
              <a:off x="1038885" y="31872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209" name="Graph element 2902"/>
            <p:cNvSpPr/>
            <p:nvPr/>
          </p:nvSpPr>
          <p:spPr>
            <a:xfrm>
              <a:off x="926079" y="31872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210" name="Graph element 2903"/>
            <p:cNvSpPr/>
            <p:nvPr/>
          </p:nvSpPr>
          <p:spPr>
            <a:xfrm>
              <a:off x="1038885" y="304396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211" name="Graph element 2904"/>
            <p:cNvSpPr/>
            <p:nvPr/>
          </p:nvSpPr>
          <p:spPr>
            <a:xfrm>
              <a:off x="926079" y="304396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212" name="Graph element 2905"/>
            <p:cNvSpPr/>
            <p:nvPr/>
          </p:nvSpPr>
          <p:spPr>
            <a:xfrm>
              <a:off x="1037514" y="289058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213" name="Graph element 2906"/>
            <p:cNvSpPr/>
            <p:nvPr/>
          </p:nvSpPr>
          <p:spPr>
            <a:xfrm>
              <a:off x="926499" y="289058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214" name="Graph element 2907"/>
            <p:cNvSpPr/>
            <p:nvPr/>
          </p:nvSpPr>
          <p:spPr>
            <a:xfrm>
              <a:off x="1037514" y="272943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215" name="Graph element 2908"/>
            <p:cNvSpPr/>
            <p:nvPr/>
          </p:nvSpPr>
          <p:spPr>
            <a:xfrm>
              <a:off x="926499" y="272943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216" name="Graph element 2909"/>
            <p:cNvSpPr/>
            <p:nvPr/>
          </p:nvSpPr>
          <p:spPr>
            <a:xfrm>
              <a:off x="1038885" y="259632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217" name="Graph element 2910"/>
            <p:cNvSpPr/>
            <p:nvPr/>
          </p:nvSpPr>
          <p:spPr>
            <a:xfrm>
              <a:off x="926079" y="259632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218" name="Graph element 2911"/>
            <p:cNvSpPr/>
            <p:nvPr/>
          </p:nvSpPr>
          <p:spPr>
            <a:xfrm>
              <a:off x="1038885" y="245307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219" name="Graph element 2912"/>
            <p:cNvSpPr/>
            <p:nvPr/>
          </p:nvSpPr>
          <p:spPr>
            <a:xfrm>
              <a:off x="926079" y="245307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220" name="Graph element 2913"/>
            <p:cNvSpPr/>
            <p:nvPr/>
          </p:nvSpPr>
          <p:spPr>
            <a:xfrm>
              <a:off x="1038885" y="230983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221" name="Graph element 2914"/>
            <p:cNvSpPr/>
            <p:nvPr/>
          </p:nvSpPr>
          <p:spPr>
            <a:xfrm>
              <a:off x="926079" y="230983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222" name="Graph element 2915"/>
            <p:cNvSpPr/>
            <p:nvPr/>
          </p:nvSpPr>
          <p:spPr>
            <a:xfrm>
              <a:off x="1037514" y="215645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223" name="Graph element 2916"/>
            <p:cNvSpPr/>
            <p:nvPr/>
          </p:nvSpPr>
          <p:spPr>
            <a:xfrm>
              <a:off x="926499" y="215645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224" name="Graph element 2917"/>
            <p:cNvSpPr/>
            <p:nvPr/>
          </p:nvSpPr>
          <p:spPr>
            <a:xfrm>
              <a:off x="1037514" y="201321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225" name="Graph element 2918"/>
            <p:cNvSpPr/>
            <p:nvPr/>
          </p:nvSpPr>
          <p:spPr>
            <a:xfrm>
              <a:off x="926499" y="201321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226" name="Graph element 2919"/>
            <p:cNvSpPr/>
            <p:nvPr/>
          </p:nvSpPr>
          <p:spPr>
            <a:xfrm>
              <a:off x="1037514" y="185206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227" name="Graph element 2920"/>
            <p:cNvSpPr/>
            <p:nvPr/>
          </p:nvSpPr>
          <p:spPr>
            <a:xfrm>
              <a:off x="926499" y="185206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228" name="Graph element 2921"/>
            <p:cNvSpPr/>
            <p:nvPr/>
          </p:nvSpPr>
          <p:spPr>
            <a:xfrm>
              <a:off x="1038885" y="171894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229" name="Graph element 2922"/>
            <p:cNvSpPr/>
            <p:nvPr/>
          </p:nvSpPr>
          <p:spPr>
            <a:xfrm>
              <a:off x="926079" y="171894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230" name="Graph element 2923"/>
            <p:cNvSpPr/>
            <p:nvPr/>
          </p:nvSpPr>
          <p:spPr>
            <a:xfrm>
              <a:off x="1038885" y="15757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231" name="Graph element 2924"/>
            <p:cNvSpPr/>
            <p:nvPr/>
          </p:nvSpPr>
          <p:spPr>
            <a:xfrm>
              <a:off x="926079" y="15757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232" name="Graph element 2925"/>
            <p:cNvSpPr/>
            <p:nvPr/>
          </p:nvSpPr>
          <p:spPr>
            <a:xfrm>
              <a:off x="1038885" y="143245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233" name="Graph element 2926"/>
            <p:cNvSpPr/>
            <p:nvPr/>
          </p:nvSpPr>
          <p:spPr>
            <a:xfrm>
              <a:off x="926079" y="143245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234" name="Graph element 2927"/>
            <p:cNvSpPr/>
            <p:nvPr/>
          </p:nvSpPr>
          <p:spPr>
            <a:xfrm>
              <a:off x="1037514" y="127908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235" name="Graph element 2928"/>
            <p:cNvSpPr/>
            <p:nvPr/>
          </p:nvSpPr>
          <p:spPr>
            <a:xfrm>
              <a:off x="926499" y="127908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236" name="Graph element 2929"/>
            <p:cNvSpPr/>
            <p:nvPr/>
          </p:nvSpPr>
          <p:spPr>
            <a:xfrm>
              <a:off x="1037514" y="111793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237" name="Graph element 2930"/>
            <p:cNvSpPr/>
            <p:nvPr/>
          </p:nvSpPr>
          <p:spPr>
            <a:xfrm>
              <a:off x="926499" y="111793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238" name="Graph element 2931"/>
            <p:cNvSpPr/>
            <p:nvPr/>
          </p:nvSpPr>
          <p:spPr>
            <a:xfrm>
              <a:off x="1037514" y="97468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239" name="Graph element 2932"/>
            <p:cNvSpPr/>
            <p:nvPr/>
          </p:nvSpPr>
          <p:spPr>
            <a:xfrm>
              <a:off x="926499" y="97468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240" name="Graph element 2933"/>
            <p:cNvSpPr/>
            <p:nvPr/>
          </p:nvSpPr>
          <p:spPr>
            <a:xfrm>
              <a:off x="1038885" y="84156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241" name="Graph element 2934"/>
            <p:cNvSpPr/>
            <p:nvPr/>
          </p:nvSpPr>
          <p:spPr>
            <a:xfrm>
              <a:off x="926079" y="84156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242" name="Graph element 2935"/>
            <p:cNvSpPr/>
            <p:nvPr/>
          </p:nvSpPr>
          <p:spPr>
            <a:xfrm>
              <a:off x="1038885" y="69832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243" name="Graph element 2936"/>
            <p:cNvSpPr/>
            <p:nvPr/>
          </p:nvSpPr>
          <p:spPr>
            <a:xfrm>
              <a:off x="926079" y="69832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83B3E"/>
            </a:solidFill>
            <a:ln>
              <a:noFill/>
            </a:ln>
          </p:spPr>
        </p:sp>
        <p:sp>
          <p:nvSpPr>
            <p:cNvPr id="18244" name="Graph element 2937"/>
            <p:cNvSpPr/>
            <p:nvPr/>
          </p:nvSpPr>
          <p:spPr>
            <a:xfrm>
              <a:off x="1037514" y="1621237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</p:sp>
        <p:sp>
          <p:nvSpPr>
            <p:cNvPr id="18245" name="Graph element 2938"/>
            <p:cNvSpPr/>
            <p:nvPr/>
          </p:nvSpPr>
          <p:spPr>
            <a:xfrm>
              <a:off x="926499" y="1621237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</p:sp>
        <p:sp>
          <p:nvSpPr>
            <p:cNvPr id="18246" name="Graph element 2939"/>
            <p:cNvSpPr/>
            <p:nvPr/>
          </p:nvSpPr>
          <p:spPr>
            <a:xfrm>
              <a:off x="1037514" y="1605122"/>
              <a:ext cx="4829" cy="5607"/>
            </a:xfrm>
            <a:custGeom>
              <a:avLst/>
              <a:gdLst/>
              <a:ahLst/>
              <a:cxnLst/>
              <a:rect l="0" t="0" r="r" b="b"/>
              <a:pathLst>
                <a:path w="4829" h="5607" stroke="0" extrusionOk="0">
                  <a:moveTo>
                    <a:pt x="0" y="3581"/>
                  </a:moveTo>
                  <a:lnTo>
                    <a:pt x="2026" y="5607"/>
                  </a:lnTo>
                  <a:lnTo>
                    <a:pt x="4829" y="2803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778" y="2803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</p:sp>
        <p:sp>
          <p:nvSpPr>
            <p:cNvPr id="18247" name="Graph element 2940"/>
            <p:cNvSpPr/>
            <p:nvPr/>
          </p:nvSpPr>
          <p:spPr>
            <a:xfrm>
              <a:off x="925486" y="1605122"/>
              <a:ext cx="4829" cy="5607"/>
            </a:xfrm>
            <a:custGeom>
              <a:avLst/>
              <a:gdLst/>
              <a:ahLst/>
              <a:cxnLst/>
              <a:rect l="0" t="0" r="r" b="b"/>
              <a:pathLst>
                <a:path w="4829" h="5607" stroke="0" extrusionOk="0">
                  <a:moveTo>
                    <a:pt x="0" y="2803"/>
                  </a:moveTo>
                  <a:lnTo>
                    <a:pt x="2803" y="5607"/>
                  </a:lnTo>
                  <a:lnTo>
                    <a:pt x="4829" y="3581"/>
                  </a:lnTo>
                  <a:lnTo>
                    <a:pt x="4052" y="2803"/>
                  </a:lnTo>
                  <a:lnTo>
                    <a:pt x="4829" y="2026"/>
                  </a:lnTo>
                  <a:lnTo>
                    <a:pt x="2803" y="0"/>
                  </a:lnTo>
                  <a:lnTo>
                    <a:pt x="0" y="2803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</p:sp>
        <p:sp>
          <p:nvSpPr>
            <p:cNvPr id="18248" name="Graph element 2941"/>
            <p:cNvSpPr/>
            <p:nvPr/>
          </p:nvSpPr>
          <p:spPr>
            <a:xfrm>
              <a:off x="1037514" y="1590798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</p:sp>
        <p:sp>
          <p:nvSpPr>
            <p:cNvPr id="18249" name="Graph element 2942"/>
            <p:cNvSpPr/>
            <p:nvPr/>
          </p:nvSpPr>
          <p:spPr>
            <a:xfrm>
              <a:off x="926499" y="1590798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</p:sp>
        <p:sp>
          <p:nvSpPr>
            <p:cNvPr id="18250" name="Graph element 2943"/>
            <p:cNvSpPr/>
            <p:nvPr/>
          </p:nvSpPr>
          <p:spPr>
            <a:xfrm>
              <a:off x="1038885" y="1577486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</p:sp>
        <p:sp>
          <p:nvSpPr>
            <p:cNvPr id="18251" name="Graph element 2944"/>
            <p:cNvSpPr/>
            <p:nvPr/>
          </p:nvSpPr>
          <p:spPr>
            <a:xfrm>
              <a:off x="926079" y="1577486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</p:sp>
        <p:sp>
          <p:nvSpPr>
            <p:cNvPr id="18252" name="Graph element 2945"/>
            <p:cNvSpPr/>
            <p:nvPr/>
          </p:nvSpPr>
          <p:spPr>
            <a:xfrm>
              <a:off x="1038885" y="1563161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</p:sp>
        <p:sp>
          <p:nvSpPr>
            <p:cNvPr id="18253" name="Graph element 2946"/>
            <p:cNvSpPr/>
            <p:nvPr/>
          </p:nvSpPr>
          <p:spPr>
            <a:xfrm>
              <a:off x="926079" y="1563161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</p:sp>
        <p:sp>
          <p:nvSpPr>
            <p:cNvPr id="18254" name="Graph element 2947"/>
            <p:cNvSpPr/>
            <p:nvPr/>
          </p:nvSpPr>
          <p:spPr>
            <a:xfrm>
              <a:off x="1038885" y="1548837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</p:sp>
        <p:sp>
          <p:nvSpPr>
            <p:cNvPr id="18255" name="Graph element 2948"/>
            <p:cNvSpPr/>
            <p:nvPr/>
          </p:nvSpPr>
          <p:spPr>
            <a:xfrm>
              <a:off x="926079" y="1548837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</p:sp>
        <p:sp>
          <p:nvSpPr>
            <p:cNvPr id="18256" name="Graph element 2949"/>
            <p:cNvSpPr/>
            <p:nvPr/>
          </p:nvSpPr>
          <p:spPr>
            <a:xfrm>
              <a:off x="1037514" y="1533500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</p:sp>
        <p:sp>
          <p:nvSpPr>
            <p:cNvPr id="18257" name="Graph element 2950"/>
            <p:cNvSpPr/>
            <p:nvPr/>
          </p:nvSpPr>
          <p:spPr>
            <a:xfrm>
              <a:off x="926499" y="1533500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</p:sp>
        <p:sp>
          <p:nvSpPr>
            <p:cNvPr id="18258" name="Graph element 2951"/>
            <p:cNvSpPr/>
            <p:nvPr/>
          </p:nvSpPr>
          <p:spPr>
            <a:xfrm>
              <a:off x="1037514" y="1517385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</p:sp>
        <p:sp>
          <p:nvSpPr>
            <p:cNvPr id="18259" name="Graph element 2952"/>
            <p:cNvSpPr/>
            <p:nvPr/>
          </p:nvSpPr>
          <p:spPr>
            <a:xfrm>
              <a:off x="926499" y="1517385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</p:sp>
        <p:sp>
          <p:nvSpPr>
            <p:cNvPr id="18260" name="Graph element 2953"/>
            <p:cNvSpPr/>
            <p:nvPr/>
          </p:nvSpPr>
          <p:spPr>
            <a:xfrm>
              <a:off x="1038885" y="1504073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</p:sp>
        <p:sp>
          <p:nvSpPr>
            <p:cNvPr id="18261" name="Graph element 2954"/>
            <p:cNvSpPr/>
            <p:nvPr/>
          </p:nvSpPr>
          <p:spPr>
            <a:xfrm>
              <a:off x="926079" y="1504073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</p:sp>
        <p:sp>
          <p:nvSpPr>
            <p:cNvPr id="18262" name="Graph element 2955"/>
            <p:cNvSpPr/>
            <p:nvPr/>
          </p:nvSpPr>
          <p:spPr>
            <a:xfrm>
              <a:off x="1038885" y="1489748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</p:sp>
        <p:sp>
          <p:nvSpPr>
            <p:cNvPr id="18263" name="Graph element 2956"/>
            <p:cNvSpPr/>
            <p:nvPr/>
          </p:nvSpPr>
          <p:spPr>
            <a:xfrm>
              <a:off x="926079" y="1489748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</p:sp>
        <p:sp>
          <p:nvSpPr>
            <p:cNvPr id="18264" name="Graph element 2957"/>
            <p:cNvSpPr/>
            <p:nvPr/>
          </p:nvSpPr>
          <p:spPr>
            <a:xfrm>
              <a:off x="1038885" y="1475424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</p:sp>
        <p:sp>
          <p:nvSpPr>
            <p:cNvPr id="18265" name="Graph element 2958"/>
            <p:cNvSpPr/>
            <p:nvPr/>
          </p:nvSpPr>
          <p:spPr>
            <a:xfrm>
              <a:off x="926079" y="1475424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</p:sp>
        <p:sp>
          <p:nvSpPr>
            <p:cNvPr id="18266" name="Graph element 2959"/>
            <p:cNvSpPr/>
            <p:nvPr/>
          </p:nvSpPr>
          <p:spPr>
            <a:xfrm>
              <a:off x="1038885" y="1461099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</p:sp>
        <p:sp>
          <p:nvSpPr>
            <p:cNvPr id="18267" name="Graph element 2960"/>
            <p:cNvSpPr/>
            <p:nvPr/>
          </p:nvSpPr>
          <p:spPr>
            <a:xfrm>
              <a:off x="1037514" y="1445762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</p:sp>
        <p:sp>
          <p:nvSpPr>
            <p:cNvPr id="18268" name="Graph element 2961"/>
            <p:cNvSpPr/>
            <p:nvPr/>
          </p:nvSpPr>
          <p:spPr>
            <a:xfrm>
              <a:off x="1037514" y="1429647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</p:sp>
        <p:sp>
          <p:nvSpPr>
            <p:cNvPr id="18269" name="Graph element 2962"/>
            <p:cNvSpPr/>
            <p:nvPr/>
          </p:nvSpPr>
          <p:spPr>
            <a:xfrm>
              <a:off x="926499" y="1429647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</p:sp>
        <p:sp>
          <p:nvSpPr>
            <p:cNvPr id="18270" name="Graph element 2963"/>
            <p:cNvSpPr/>
            <p:nvPr/>
          </p:nvSpPr>
          <p:spPr>
            <a:xfrm>
              <a:off x="1038885" y="1416335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</p:sp>
        <p:sp>
          <p:nvSpPr>
            <p:cNvPr id="18271" name="Graph element 2964"/>
            <p:cNvSpPr/>
            <p:nvPr/>
          </p:nvSpPr>
          <p:spPr>
            <a:xfrm>
              <a:off x="926079" y="1416335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</p:sp>
        <p:sp>
          <p:nvSpPr>
            <p:cNvPr id="18272" name="Graph element 2965"/>
            <p:cNvSpPr/>
            <p:nvPr/>
          </p:nvSpPr>
          <p:spPr>
            <a:xfrm>
              <a:off x="1038885" y="1402011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</p:sp>
        <p:sp>
          <p:nvSpPr>
            <p:cNvPr id="18273" name="Graph element 2966"/>
            <p:cNvSpPr/>
            <p:nvPr/>
          </p:nvSpPr>
          <p:spPr>
            <a:xfrm>
              <a:off x="926079" y="1402011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</p:sp>
        <p:sp>
          <p:nvSpPr>
            <p:cNvPr id="18274" name="Graph element 2967"/>
            <p:cNvSpPr/>
            <p:nvPr/>
          </p:nvSpPr>
          <p:spPr>
            <a:xfrm>
              <a:off x="1038885" y="1387686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</p:sp>
        <p:sp>
          <p:nvSpPr>
            <p:cNvPr id="18275" name="Graph element 2968"/>
            <p:cNvSpPr/>
            <p:nvPr/>
          </p:nvSpPr>
          <p:spPr>
            <a:xfrm>
              <a:off x="926079" y="1387686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</p:sp>
        <p:sp>
          <p:nvSpPr>
            <p:cNvPr id="18276" name="Graph element 2969"/>
            <p:cNvSpPr/>
            <p:nvPr/>
          </p:nvSpPr>
          <p:spPr>
            <a:xfrm>
              <a:off x="1037514" y="1372349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0" y="1791"/>
                  </a:moveTo>
                  <a:lnTo>
                    <a:pt x="2026" y="3816"/>
                  </a:lnTo>
                  <a:lnTo>
                    <a:pt x="3816" y="2026"/>
                  </a:lnTo>
                  <a:lnTo>
                    <a:pt x="179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</p:sp>
        <p:sp>
          <p:nvSpPr>
            <p:cNvPr id="18277" name="Graph element 2970"/>
            <p:cNvSpPr/>
            <p:nvPr/>
          </p:nvSpPr>
          <p:spPr>
            <a:xfrm>
              <a:off x="926499" y="1372349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</p:sp>
        <p:sp>
          <p:nvSpPr>
            <p:cNvPr id="18278" name="Graph element 2971"/>
            <p:cNvSpPr/>
            <p:nvPr/>
          </p:nvSpPr>
          <p:spPr>
            <a:xfrm>
              <a:off x="1137366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</p:sp>
        <p:sp>
          <p:nvSpPr>
            <p:cNvPr id="18279" name="Graph element 2972"/>
            <p:cNvSpPr/>
            <p:nvPr/>
          </p:nvSpPr>
          <p:spPr>
            <a:xfrm>
              <a:off x="1123041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</p:sp>
        <p:sp>
          <p:nvSpPr>
            <p:cNvPr id="18280" name="Graph element 2973"/>
            <p:cNvSpPr/>
            <p:nvPr/>
          </p:nvSpPr>
          <p:spPr>
            <a:xfrm>
              <a:off x="1049628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</p:sp>
        <p:sp>
          <p:nvSpPr>
            <p:cNvPr id="18281" name="Graph element 2974"/>
            <p:cNvSpPr/>
            <p:nvPr/>
          </p:nvSpPr>
          <p:spPr>
            <a:xfrm>
              <a:off x="1035304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</p:sp>
        <p:sp>
          <p:nvSpPr>
            <p:cNvPr id="18282" name="Graph element 2975"/>
            <p:cNvSpPr/>
            <p:nvPr/>
          </p:nvSpPr>
          <p:spPr>
            <a:xfrm>
              <a:off x="1031722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</p:sp>
        <p:sp>
          <p:nvSpPr>
            <p:cNvPr id="18283" name="Graph element 2976"/>
            <p:cNvSpPr/>
            <p:nvPr/>
          </p:nvSpPr>
          <p:spPr>
            <a:xfrm>
              <a:off x="1017398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</p:sp>
        <p:sp>
          <p:nvSpPr>
            <p:cNvPr id="18284" name="Graph element 2977"/>
            <p:cNvSpPr/>
            <p:nvPr/>
          </p:nvSpPr>
          <p:spPr>
            <a:xfrm>
              <a:off x="888477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</p:sp>
        <p:sp>
          <p:nvSpPr>
            <p:cNvPr id="18285" name="Graph element 2978"/>
            <p:cNvSpPr/>
            <p:nvPr/>
          </p:nvSpPr>
          <p:spPr>
            <a:xfrm>
              <a:off x="874153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</p:sp>
        <p:sp>
          <p:nvSpPr>
            <p:cNvPr id="18286" name="Graph element 2979"/>
            <p:cNvSpPr/>
            <p:nvPr/>
          </p:nvSpPr>
          <p:spPr>
            <a:xfrm>
              <a:off x="870572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</p:sp>
        <p:sp>
          <p:nvSpPr>
            <p:cNvPr id="18287" name="Graph element 2980"/>
            <p:cNvSpPr/>
            <p:nvPr/>
          </p:nvSpPr>
          <p:spPr>
            <a:xfrm>
              <a:off x="856247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</p:sp>
        <p:sp>
          <p:nvSpPr>
            <p:cNvPr id="18288" name="Graph element 2981"/>
            <p:cNvSpPr/>
            <p:nvPr/>
          </p:nvSpPr>
          <p:spPr>
            <a:xfrm>
              <a:off x="1037514" y="1356234"/>
              <a:ext cx="4829" cy="5607"/>
            </a:xfrm>
            <a:custGeom>
              <a:avLst/>
              <a:gdLst/>
              <a:ahLst/>
              <a:cxnLst/>
              <a:rect l="0" t="0" r="r" b="b"/>
              <a:pathLst>
                <a:path w="4829" h="5607" stroke="0" extrusionOk="0">
                  <a:moveTo>
                    <a:pt x="0" y="3581"/>
                  </a:moveTo>
                  <a:lnTo>
                    <a:pt x="2026" y="5607"/>
                  </a:lnTo>
                  <a:lnTo>
                    <a:pt x="4829" y="2803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778" y="2803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</p:sp>
        <p:sp>
          <p:nvSpPr>
            <p:cNvPr id="18289" name="Graph element 2982"/>
            <p:cNvSpPr/>
            <p:nvPr/>
          </p:nvSpPr>
          <p:spPr>
            <a:xfrm>
              <a:off x="1037514" y="1341909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</p:sp>
        <p:sp>
          <p:nvSpPr>
            <p:cNvPr id="18290" name="Graph element 2983"/>
            <p:cNvSpPr/>
            <p:nvPr/>
          </p:nvSpPr>
          <p:spPr>
            <a:xfrm>
              <a:off x="926079" y="1328598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</p:sp>
        <p:sp>
          <p:nvSpPr>
            <p:cNvPr id="18291" name="Graph element 2984"/>
            <p:cNvSpPr/>
            <p:nvPr/>
          </p:nvSpPr>
          <p:spPr>
            <a:xfrm>
              <a:off x="926079" y="1314273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</p:sp>
        <p:sp>
          <p:nvSpPr>
            <p:cNvPr id="18292" name="Graph element 2985"/>
            <p:cNvSpPr/>
            <p:nvPr/>
          </p:nvSpPr>
          <p:spPr>
            <a:xfrm>
              <a:off x="1038885" y="1299949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</p:sp>
        <p:sp>
          <p:nvSpPr>
            <p:cNvPr id="18293" name="Graph element 2986"/>
            <p:cNvSpPr/>
            <p:nvPr/>
          </p:nvSpPr>
          <p:spPr>
            <a:xfrm>
              <a:off x="926079" y="1299949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</p:sp>
        <p:sp>
          <p:nvSpPr>
            <p:cNvPr id="18294" name="Graph element 2987"/>
            <p:cNvSpPr/>
            <p:nvPr/>
          </p:nvSpPr>
          <p:spPr>
            <a:xfrm>
              <a:off x="926079" y="1282166"/>
              <a:ext cx="6681" cy="6681"/>
            </a:xfrm>
            <a:custGeom>
              <a:avLst/>
              <a:gdLst/>
              <a:ahLst/>
              <a:cxnLst/>
              <a:rect l="0" t="0" r="r" b="b"/>
              <a:pathLst>
                <a:path w="6681" h="6681" stroke="0" extrusionOk="0">
                  <a:moveTo>
                    <a:pt x="0" y="0"/>
                  </a:moveTo>
                  <a:lnTo>
                    <a:pt x="0" y="6681"/>
                  </a:lnTo>
                  <a:lnTo>
                    <a:pt x="6681" y="66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</p:sp>
        <p:sp>
          <p:nvSpPr>
            <p:cNvPr id="18295" name="Graph element 2988"/>
            <p:cNvSpPr/>
            <p:nvPr/>
          </p:nvSpPr>
          <p:spPr>
            <a:xfrm>
              <a:off x="1038885" y="1226536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</p:sp>
        <p:sp>
          <p:nvSpPr>
            <p:cNvPr id="18296" name="Graph element 2989"/>
            <p:cNvSpPr/>
            <p:nvPr/>
          </p:nvSpPr>
          <p:spPr>
            <a:xfrm>
              <a:off x="1038885" y="1153123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</p:sp>
        <p:sp>
          <p:nvSpPr>
            <p:cNvPr id="18297" name="Graph element 2990"/>
            <p:cNvSpPr/>
            <p:nvPr/>
          </p:nvSpPr>
          <p:spPr>
            <a:xfrm>
              <a:off x="926079" y="977647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</p:sp>
        <p:sp>
          <p:nvSpPr>
            <p:cNvPr id="18298" name="Graph element 2991"/>
            <p:cNvSpPr/>
            <p:nvPr/>
          </p:nvSpPr>
          <p:spPr>
            <a:xfrm>
              <a:off x="926499" y="962310"/>
              <a:ext cx="3816" cy="3816"/>
            </a:xfrm>
            <a:custGeom>
              <a:avLst/>
              <a:gdLst/>
              <a:ahLst/>
              <a:cxnLst/>
              <a:rect l="0" t="0" r="r" b="b"/>
              <a:pathLst>
                <a:path w="3816" h="3816" stroke="0" extrusionOk="0">
                  <a:moveTo>
                    <a:pt x="1791" y="3816"/>
                  </a:moveTo>
                  <a:lnTo>
                    <a:pt x="3816" y="1791"/>
                  </a:lnTo>
                  <a:lnTo>
                    <a:pt x="2026" y="0"/>
                  </a:lnTo>
                  <a:lnTo>
                    <a:pt x="0" y="2026"/>
                  </a:lnTo>
                  <a:lnTo>
                    <a:pt x="1791" y="381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</p:sp>
        <p:sp>
          <p:nvSpPr>
            <p:cNvPr id="18299" name="Graph element 2992"/>
            <p:cNvSpPr/>
            <p:nvPr/>
          </p:nvSpPr>
          <p:spPr>
            <a:xfrm>
              <a:off x="2057715" y="863409"/>
              <a:ext cx="51210" cy="53001"/>
            </a:xfrm>
            <a:custGeom>
              <a:avLst/>
              <a:gdLst/>
              <a:ahLst/>
              <a:cxnLst/>
              <a:rect l="0" t="0" r="r" b="b"/>
              <a:pathLst>
                <a:path w="51210" h="53001" stroke="0" extrusionOk="0">
                  <a:moveTo>
                    <a:pt x="18745" y="0"/>
                  </a:moveTo>
                  <a:lnTo>
                    <a:pt x="16954" y="1791"/>
                  </a:lnTo>
                  <a:lnTo>
                    <a:pt x="15164" y="1791"/>
                  </a:lnTo>
                  <a:lnTo>
                    <a:pt x="13373" y="3581"/>
                  </a:lnTo>
                  <a:lnTo>
                    <a:pt x="11582" y="3581"/>
                  </a:lnTo>
                  <a:lnTo>
                    <a:pt x="1791" y="13373"/>
                  </a:lnTo>
                  <a:lnTo>
                    <a:pt x="1791" y="15164"/>
                  </a:lnTo>
                  <a:lnTo>
                    <a:pt x="0" y="16954"/>
                  </a:lnTo>
                  <a:lnTo>
                    <a:pt x="0" y="34256"/>
                  </a:lnTo>
                  <a:lnTo>
                    <a:pt x="1791" y="36046"/>
                  </a:lnTo>
                  <a:lnTo>
                    <a:pt x="1791" y="37837"/>
                  </a:lnTo>
                  <a:lnTo>
                    <a:pt x="3581" y="39628"/>
                  </a:lnTo>
                  <a:lnTo>
                    <a:pt x="3581" y="41418"/>
                  </a:lnTo>
                  <a:lnTo>
                    <a:pt x="9792" y="47629"/>
                  </a:lnTo>
                  <a:lnTo>
                    <a:pt x="11582" y="47629"/>
                  </a:lnTo>
                  <a:lnTo>
                    <a:pt x="13373" y="49420"/>
                  </a:lnTo>
                  <a:lnTo>
                    <a:pt x="15164" y="49420"/>
                  </a:lnTo>
                  <a:lnTo>
                    <a:pt x="16954" y="51210"/>
                  </a:lnTo>
                  <a:lnTo>
                    <a:pt x="22326" y="51210"/>
                  </a:lnTo>
                  <a:lnTo>
                    <a:pt x="24116" y="53001"/>
                  </a:lnTo>
                  <a:lnTo>
                    <a:pt x="27094" y="53001"/>
                  </a:lnTo>
                  <a:lnTo>
                    <a:pt x="28884" y="51210"/>
                  </a:lnTo>
                  <a:lnTo>
                    <a:pt x="34256" y="51210"/>
                  </a:lnTo>
                  <a:lnTo>
                    <a:pt x="36046" y="49420"/>
                  </a:lnTo>
                  <a:lnTo>
                    <a:pt x="37837" y="49420"/>
                  </a:lnTo>
                  <a:lnTo>
                    <a:pt x="39628" y="47629"/>
                  </a:lnTo>
                  <a:lnTo>
                    <a:pt x="41418" y="47629"/>
                  </a:lnTo>
                  <a:lnTo>
                    <a:pt x="47629" y="41418"/>
                  </a:lnTo>
                  <a:lnTo>
                    <a:pt x="47629" y="39628"/>
                  </a:lnTo>
                  <a:lnTo>
                    <a:pt x="49420" y="37837"/>
                  </a:lnTo>
                  <a:lnTo>
                    <a:pt x="49420" y="36046"/>
                  </a:lnTo>
                  <a:lnTo>
                    <a:pt x="51210" y="34256"/>
                  </a:lnTo>
                  <a:lnTo>
                    <a:pt x="51210" y="18745"/>
                  </a:lnTo>
                  <a:lnTo>
                    <a:pt x="49420" y="16954"/>
                  </a:lnTo>
                  <a:lnTo>
                    <a:pt x="49420" y="15164"/>
                  </a:lnTo>
                  <a:lnTo>
                    <a:pt x="47629" y="13373"/>
                  </a:lnTo>
                  <a:lnTo>
                    <a:pt x="47629" y="11582"/>
                  </a:lnTo>
                  <a:lnTo>
                    <a:pt x="39628" y="3581"/>
                  </a:lnTo>
                  <a:lnTo>
                    <a:pt x="37837" y="3581"/>
                  </a:lnTo>
                  <a:lnTo>
                    <a:pt x="36046" y="1791"/>
                  </a:lnTo>
                  <a:lnTo>
                    <a:pt x="34256" y="1791"/>
                  </a:lnTo>
                  <a:lnTo>
                    <a:pt x="32465" y="0"/>
                  </a:lnTo>
                  <a:lnTo>
                    <a:pt x="18745" y="0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</p:sp>
        <p:sp>
          <p:nvSpPr>
            <p:cNvPr id="18300" name="Graph element 2993"/>
            <p:cNvSpPr/>
            <p:nvPr/>
          </p:nvSpPr>
          <p:spPr>
            <a:xfrm>
              <a:off x="2059506" y="786415"/>
              <a:ext cx="47629" cy="49420"/>
            </a:xfrm>
            <a:custGeom>
              <a:avLst/>
              <a:gdLst/>
              <a:ahLst/>
              <a:cxnLst/>
              <a:rect l="0" t="0" r="r" b="b"/>
              <a:pathLst>
                <a:path w="47629" h="49420" stroke="0" extrusionOk="0">
                  <a:moveTo>
                    <a:pt x="22326" y="0"/>
                  </a:moveTo>
                  <a:lnTo>
                    <a:pt x="20535" y="1791"/>
                  </a:lnTo>
                  <a:lnTo>
                    <a:pt x="15164" y="1791"/>
                  </a:lnTo>
                  <a:lnTo>
                    <a:pt x="13373" y="3581"/>
                  </a:lnTo>
                  <a:lnTo>
                    <a:pt x="11582" y="3581"/>
                  </a:lnTo>
                  <a:lnTo>
                    <a:pt x="8001" y="7162"/>
                  </a:lnTo>
                  <a:lnTo>
                    <a:pt x="5372" y="7162"/>
                  </a:lnTo>
                  <a:lnTo>
                    <a:pt x="5372" y="9792"/>
                  </a:lnTo>
                  <a:lnTo>
                    <a:pt x="1791" y="13373"/>
                  </a:lnTo>
                  <a:lnTo>
                    <a:pt x="1791" y="15164"/>
                  </a:lnTo>
                  <a:lnTo>
                    <a:pt x="0" y="16954"/>
                  </a:lnTo>
                  <a:lnTo>
                    <a:pt x="0" y="34256"/>
                  </a:lnTo>
                  <a:lnTo>
                    <a:pt x="3581" y="37837"/>
                  </a:lnTo>
                  <a:lnTo>
                    <a:pt x="3581" y="39628"/>
                  </a:lnTo>
                  <a:lnTo>
                    <a:pt x="9792" y="45838"/>
                  </a:lnTo>
                  <a:lnTo>
                    <a:pt x="11582" y="45838"/>
                  </a:lnTo>
                  <a:lnTo>
                    <a:pt x="13373" y="47629"/>
                  </a:lnTo>
                  <a:lnTo>
                    <a:pt x="15164" y="47629"/>
                  </a:lnTo>
                  <a:lnTo>
                    <a:pt x="16954" y="49420"/>
                  </a:lnTo>
                  <a:lnTo>
                    <a:pt x="30675" y="49420"/>
                  </a:lnTo>
                  <a:lnTo>
                    <a:pt x="32465" y="47629"/>
                  </a:lnTo>
                  <a:lnTo>
                    <a:pt x="34256" y="47629"/>
                  </a:lnTo>
                  <a:lnTo>
                    <a:pt x="36046" y="45838"/>
                  </a:lnTo>
                  <a:lnTo>
                    <a:pt x="37837" y="45838"/>
                  </a:lnTo>
                  <a:lnTo>
                    <a:pt x="44048" y="39628"/>
                  </a:lnTo>
                  <a:lnTo>
                    <a:pt x="44048" y="37837"/>
                  </a:lnTo>
                  <a:lnTo>
                    <a:pt x="45838" y="36046"/>
                  </a:lnTo>
                  <a:lnTo>
                    <a:pt x="45838" y="34256"/>
                  </a:lnTo>
                  <a:lnTo>
                    <a:pt x="47629" y="32465"/>
                  </a:lnTo>
                  <a:lnTo>
                    <a:pt x="47629" y="16954"/>
                  </a:lnTo>
                  <a:lnTo>
                    <a:pt x="44048" y="13373"/>
                  </a:lnTo>
                  <a:lnTo>
                    <a:pt x="44048" y="11582"/>
                  </a:lnTo>
                  <a:lnTo>
                    <a:pt x="37837" y="5372"/>
                  </a:lnTo>
                  <a:lnTo>
                    <a:pt x="36046" y="5372"/>
                  </a:lnTo>
                  <a:lnTo>
                    <a:pt x="32465" y="1791"/>
                  </a:lnTo>
                  <a:lnTo>
                    <a:pt x="27094" y="1791"/>
                  </a:lnTo>
                  <a:lnTo>
                    <a:pt x="25303" y="0"/>
                  </a:lnTo>
                  <a:lnTo>
                    <a:pt x="22326" y="0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</p:sp>
        <p:sp>
          <p:nvSpPr>
            <p:cNvPr id="18301" name="Graph element 2994"/>
            <p:cNvSpPr/>
            <p:nvPr/>
          </p:nvSpPr>
          <p:spPr>
            <a:xfrm>
              <a:off x="2061296" y="711212"/>
              <a:ext cx="44048" cy="45838"/>
            </a:xfrm>
            <a:custGeom>
              <a:avLst/>
              <a:gdLst/>
              <a:ahLst/>
              <a:cxnLst/>
              <a:rect l="0" t="0" r="r" b="b"/>
              <a:pathLst>
                <a:path w="44048" h="45838" stroke="0" extrusionOk="0">
                  <a:moveTo>
                    <a:pt x="16954" y="0"/>
                  </a:moveTo>
                  <a:lnTo>
                    <a:pt x="15164" y="1791"/>
                  </a:lnTo>
                  <a:lnTo>
                    <a:pt x="13373" y="1791"/>
                  </a:lnTo>
                  <a:lnTo>
                    <a:pt x="11582" y="3581"/>
                  </a:lnTo>
                  <a:lnTo>
                    <a:pt x="9792" y="3581"/>
                  </a:lnTo>
                  <a:lnTo>
                    <a:pt x="1791" y="11582"/>
                  </a:lnTo>
                  <a:lnTo>
                    <a:pt x="1791" y="13373"/>
                  </a:lnTo>
                  <a:lnTo>
                    <a:pt x="0" y="15164"/>
                  </a:lnTo>
                  <a:lnTo>
                    <a:pt x="0" y="30675"/>
                  </a:lnTo>
                  <a:lnTo>
                    <a:pt x="3581" y="34256"/>
                  </a:lnTo>
                  <a:lnTo>
                    <a:pt x="3581" y="36046"/>
                  </a:lnTo>
                  <a:lnTo>
                    <a:pt x="8001" y="40467"/>
                  </a:lnTo>
                  <a:lnTo>
                    <a:pt x="9792" y="40467"/>
                  </a:lnTo>
                  <a:lnTo>
                    <a:pt x="13373" y="44048"/>
                  </a:lnTo>
                  <a:lnTo>
                    <a:pt x="16954" y="44048"/>
                  </a:lnTo>
                  <a:lnTo>
                    <a:pt x="18745" y="45838"/>
                  </a:lnTo>
                  <a:lnTo>
                    <a:pt x="23513" y="45838"/>
                  </a:lnTo>
                  <a:lnTo>
                    <a:pt x="25303" y="44048"/>
                  </a:lnTo>
                  <a:lnTo>
                    <a:pt x="30675" y="44048"/>
                  </a:lnTo>
                  <a:lnTo>
                    <a:pt x="34256" y="40467"/>
                  </a:lnTo>
                  <a:lnTo>
                    <a:pt x="36046" y="40467"/>
                  </a:lnTo>
                  <a:lnTo>
                    <a:pt x="40467" y="36046"/>
                  </a:lnTo>
                  <a:lnTo>
                    <a:pt x="40467" y="34256"/>
                  </a:lnTo>
                  <a:lnTo>
                    <a:pt x="42257" y="32465"/>
                  </a:lnTo>
                  <a:lnTo>
                    <a:pt x="42257" y="30675"/>
                  </a:lnTo>
                  <a:lnTo>
                    <a:pt x="44048" y="28884"/>
                  </a:lnTo>
                  <a:lnTo>
                    <a:pt x="44048" y="16954"/>
                  </a:lnTo>
                  <a:lnTo>
                    <a:pt x="42257" y="15164"/>
                  </a:lnTo>
                  <a:lnTo>
                    <a:pt x="42257" y="13373"/>
                  </a:lnTo>
                  <a:lnTo>
                    <a:pt x="40467" y="11582"/>
                  </a:lnTo>
                  <a:lnTo>
                    <a:pt x="40467" y="9792"/>
                  </a:lnTo>
                  <a:lnTo>
                    <a:pt x="34256" y="3581"/>
                  </a:lnTo>
                  <a:lnTo>
                    <a:pt x="32465" y="3581"/>
                  </a:lnTo>
                  <a:lnTo>
                    <a:pt x="30675" y="1791"/>
                  </a:lnTo>
                  <a:lnTo>
                    <a:pt x="28884" y="1791"/>
                  </a:lnTo>
                  <a:lnTo>
                    <a:pt x="27094" y="0"/>
                  </a:lnTo>
                  <a:lnTo>
                    <a:pt x="16954" y="0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</p:sp>
        <p:sp>
          <p:nvSpPr>
            <p:cNvPr id="18302" name="Graph element 2995"/>
            <p:cNvSpPr/>
            <p:nvPr/>
          </p:nvSpPr>
          <p:spPr>
            <a:xfrm>
              <a:off x="2063087" y="636008"/>
              <a:ext cx="40467" cy="40467"/>
            </a:xfrm>
            <a:custGeom>
              <a:avLst/>
              <a:gdLst/>
              <a:ahLst/>
              <a:cxnLst/>
              <a:rect l="0" t="0" r="r" b="b"/>
              <a:pathLst>
                <a:path w="40467" h="40467" stroke="0" extrusionOk="0">
                  <a:moveTo>
                    <a:pt x="16954" y="0"/>
                  </a:moveTo>
                  <a:lnTo>
                    <a:pt x="15164" y="1791"/>
                  </a:lnTo>
                  <a:lnTo>
                    <a:pt x="11582" y="1791"/>
                  </a:lnTo>
                  <a:lnTo>
                    <a:pt x="9792" y="3581"/>
                  </a:lnTo>
                  <a:lnTo>
                    <a:pt x="8001" y="3581"/>
                  </a:lnTo>
                  <a:lnTo>
                    <a:pt x="3581" y="8001"/>
                  </a:lnTo>
                  <a:lnTo>
                    <a:pt x="3581" y="9792"/>
                  </a:lnTo>
                  <a:lnTo>
                    <a:pt x="1791" y="11582"/>
                  </a:lnTo>
                  <a:lnTo>
                    <a:pt x="1791" y="15164"/>
                  </a:lnTo>
                  <a:lnTo>
                    <a:pt x="0" y="16954"/>
                  </a:lnTo>
                  <a:lnTo>
                    <a:pt x="0" y="23513"/>
                  </a:lnTo>
                  <a:lnTo>
                    <a:pt x="1791" y="25303"/>
                  </a:lnTo>
                  <a:lnTo>
                    <a:pt x="1791" y="28884"/>
                  </a:lnTo>
                  <a:lnTo>
                    <a:pt x="5372" y="32465"/>
                  </a:lnTo>
                  <a:lnTo>
                    <a:pt x="5372" y="35095"/>
                  </a:lnTo>
                  <a:lnTo>
                    <a:pt x="8001" y="35095"/>
                  </a:lnTo>
                  <a:lnTo>
                    <a:pt x="11582" y="38676"/>
                  </a:lnTo>
                  <a:lnTo>
                    <a:pt x="15164" y="38676"/>
                  </a:lnTo>
                  <a:lnTo>
                    <a:pt x="16954" y="40467"/>
                  </a:lnTo>
                  <a:lnTo>
                    <a:pt x="23513" y="40467"/>
                  </a:lnTo>
                  <a:lnTo>
                    <a:pt x="25303" y="38676"/>
                  </a:lnTo>
                  <a:lnTo>
                    <a:pt x="28884" y="38676"/>
                  </a:lnTo>
                  <a:lnTo>
                    <a:pt x="32465" y="35095"/>
                  </a:lnTo>
                  <a:lnTo>
                    <a:pt x="35095" y="35095"/>
                  </a:lnTo>
                  <a:lnTo>
                    <a:pt x="35095" y="32465"/>
                  </a:lnTo>
                  <a:lnTo>
                    <a:pt x="38676" y="28884"/>
                  </a:lnTo>
                  <a:lnTo>
                    <a:pt x="38676" y="25303"/>
                  </a:lnTo>
                  <a:lnTo>
                    <a:pt x="40467" y="23513"/>
                  </a:lnTo>
                  <a:lnTo>
                    <a:pt x="40467" y="16954"/>
                  </a:lnTo>
                  <a:lnTo>
                    <a:pt x="38676" y="15164"/>
                  </a:lnTo>
                  <a:lnTo>
                    <a:pt x="38676" y="11582"/>
                  </a:lnTo>
                  <a:lnTo>
                    <a:pt x="35095" y="8001"/>
                  </a:lnTo>
                  <a:lnTo>
                    <a:pt x="35095" y="5372"/>
                  </a:lnTo>
                  <a:lnTo>
                    <a:pt x="32465" y="5372"/>
                  </a:lnTo>
                  <a:lnTo>
                    <a:pt x="28884" y="1791"/>
                  </a:lnTo>
                  <a:lnTo>
                    <a:pt x="25303" y="1791"/>
                  </a:lnTo>
                  <a:lnTo>
                    <a:pt x="23513" y="0"/>
                  </a:lnTo>
                  <a:lnTo>
                    <a:pt x="16954" y="0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</p:sp>
        <p:sp>
          <p:nvSpPr>
            <p:cNvPr id="18303" name="Graph element 2996"/>
            <p:cNvSpPr/>
            <p:nvPr/>
          </p:nvSpPr>
          <p:spPr>
            <a:xfrm>
              <a:off x="2066668" y="560211"/>
              <a:ext cx="33304" cy="35688"/>
            </a:xfrm>
            <a:custGeom>
              <a:avLst/>
              <a:gdLst/>
              <a:ahLst/>
              <a:cxnLst/>
              <a:rect l="0" t="0" r="r" b="b"/>
              <a:pathLst>
                <a:path w="33304" h="35688" stroke="0" extrusionOk="0">
                  <a:moveTo>
                    <a:pt x="15757" y="0"/>
                  </a:moveTo>
                  <a:lnTo>
                    <a:pt x="13373" y="2384"/>
                  </a:lnTo>
                  <a:lnTo>
                    <a:pt x="9792" y="2384"/>
                  </a:lnTo>
                  <a:lnTo>
                    <a:pt x="8001" y="4174"/>
                  </a:lnTo>
                  <a:lnTo>
                    <a:pt x="6211" y="4174"/>
                  </a:lnTo>
                  <a:lnTo>
                    <a:pt x="3581" y="6804"/>
                  </a:lnTo>
                  <a:lnTo>
                    <a:pt x="3581" y="8595"/>
                  </a:lnTo>
                  <a:lnTo>
                    <a:pt x="0" y="12176"/>
                  </a:lnTo>
                  <a:lnTo>
                    <a:pt x="0" y="24106"/>
                  </a:lnTo>
                  <a:lnTo>
                    <a:pt x="3581" y="27687"/>
                  </a:lnTo>
                  <a:lnTo>
                    <a:pt x="3581" y="29478"/>
                  </a:lnTo>
                  <a:lnTo>
                    <a:pt x="6211" y="32107"/>
                  </a:lnTo>
                  <a:lnTo>
                    <a:pt x="8001" y="32107"/>
                  </a:lnTo>
                  <a:lnTo>
                    <a:pt x="9792" y="33898"/>
                  </a:lnTo>
                  <a:lnTo>
                    <a:pt x="13373" y="33898"/>
                  </a:lnTo>
                  <a:lnTo>
                    <a:pt x="15164" y="35688"/>
                  </a:lnTo>
                  <a:lnTo>
                    <a:pt x="18141" y="35688"/>
                  </a:lnTo>
                  <a:lnTo>
                    <a:pt x="19931" y="33898"/>
                  </a:lnTo>
                  <a:lnTo>
                    <a:pt x="23513" y="33898"/>
                  </a:lnTo>
                  <a:lnTo>
                    <a:pt x="25303" y="32107"/>
                  </a:lnTo>
                  <a:lnTo>
                    <a:pt x="27094" y="32107"/>
                  </a:lnTo>
                  <a:lnTo>
                    <a:pt x="29723" y="29478"/>
                  </a:lnTo>
                  <a:lnTo>
                    <a:pt x="29723" y="27687"/>
                  </a:lnTo>
                  <a:lnTo>
                    <a:pt x="31514" y="25896"/>
                  </a:lnTo>
                  <a:lnTo>
                    <a:pt x="31514" y="24106"/>
                  </a:lnTo>
                  <a:lnTo>
                    <a:pt x="33304" y="22315"/>
                  </a:lnTo>
                  <a:lnTo>
                    <a:pt x="33304" y="13966"/>
                  </a:lnTo>
                  <a:lnTo>
                    <a:pt x="31514" y="12176"/>
                  </a:lnTo>
                  <a:lnTo>
                    <a:pt x="31514" y="10385"/>
                  </a:lnTo>
                  <a:lnTo>
                    <a:pt x="29723" y="8595"/>
                  </a:lnTo>
                  <a:lnTo>
                    <a:pt x="29723" y="5965"/>
                  </a:lnTo>
                  <a:lnTo>
                    <a:pt x="27094" y="5965"/>
                  </a:lnTo>
                  <a:lnTo>
                    <a:pt x="23513" y="2384"/>
                  </a:lnTo>
                  <a:lnTo>
                    <a:pt x="18141" y="2384"/>
                  </a:lnTo>
                  <a:lnTo>
                    <a:pt x="15757" y="0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</p:sp>
        <p:sp>
          <p:nvSpPr>
            <p:cNvPr id="18304" name="Graph element 2997"/>
            <p:cNvSpPr/>
            <p:nvPr/>
          </p:nvSpPr>
          <p:spPr>
            <a:xfrm>
              <a:off x="188367" y="63028"/>
              <a:ext cx="1800590" cy="1657703"/>
            </a:xfrm>
            <a:custGeom>
              <a:avLst/>
              <a:gdLst/>
              <a:ahLst/>
              <a:cxnLst/>
              <a:rect l="0" t="0" r="r" b="b"/>
              <a:pathLst>
                <a:path w="1800590" h="1657703" stroke="0" extrusionOk="0">
                  <a:moveTo>
                    <a:pt x="8953" y="0"/>
                  </a:moveTo>
                  <a:lnTo>
                    <a:pt x="8953" y="333884"/>
                  </a:lnTo>
                  <a:lnTo>
                    <a:pt x="8001" y="334835"/>
                  </a:lnTo>
                  <a:lnTo>
                    <a:pt x="6804" y="334835"/>
                  </a:lnTo>
                  <a:lnTo>
                    <a:pt x="6804" y="337700"/>
                  </a:lnTo>
                  <a:lnTo>
                    <a:pt x="8001" y="337700"/>
                  </a:lnTo>
                  <a:lnTo>
                    <a:pt x="8953" y="338652"/>
                  </a:lnTo>
                  <a:lnTo>
                    <a:pt x="8953" y="745713"/>
                  </a:lnTo>
                  <a:lnTo>
                    <a:pt x="7162" y="747504"/>
                  </a:lnTo>
                  <a:lnTo>
                    <a:pt x="7162" y="750481"/>
                  </a:lnTo>
                  <a:lnTo>
                    <a:pt x="8953" y="752272"/>
                  </a:lnTo>
                  <a:lnTo>
                    <a:pt x="8953" y="1159333"/>
                  </a:lnTo>
                  <a:lnTo>
                    <a:pt x="8001" y="1160285"/>
                  </a:lnTo>
                  <a:lnTo>
                    <a:pt x="5014" y="1160285"/>
                  </a:lnTo>
                  <a:lnTo>
                    <a:pt x="5014" y="1163150"/>
                  </a:lnTo>
                  <a:lnTo>
                    <a:pt x="8001" y="1163150"/>
                  </a:lnTo>
                  <a:lnTo>
                    <a:pt x="8953" y="1164101"/>
                  </a:lnTo>
                  <a:lnTo>
                    <a:pt x="8953" y="1571163"/>
                  </a:lnTo>
                  <a:lnTo>
                    <a:pt x="8001" y="1572114"/>
                  </a:lnTo>
                  <a:lnTo>
                    <a:pt x="0" y="1572114"/>
                  </a:lnTo>
                  <a:lnTo>
                    <a:pt x="0" y="1576770"/>
                  </a:lnTo>
                  <a:lnTo>
                    <a:pt x="8001" y="1576770"/>
                  </a:lnTo>
                  <a:lnTo>
                    <a:pt x="8953" y="1577721"/>
                  </a:lnTo>
                  <a:lnTo>
                    <a:pt x="8953" y="1650183"/>
                  </a:lnTo>
                  <a:lnTo>
                    <a:pt x="375067" y="1650183"/>
                  </a:lnTo>
                  <a:lnTo>
                    <a:pt x="376018" y="1651134"/>
                  </a:lnTo>
                  <a:lnTo>
                    <a:pt x="376018" y="1657703"/>
                  </a:lnTo>
                  <a:lnTo>
                    <a:pt x="378883" y="1657703"/>
                  </a:lnTo>
                  <a:lnTo>
                    <a:pt x="378883" y="1651134"/>
                  </a:lnTo>
                  <a:lnTo>
                    <a:pt x="379835" y="1650183"/>
                  </a:lnTo>
                  <a:lnTo>
                    <a:pt x="792268" y="1650183"/>
                  </a:lnTo>
                  <a:lnTo>
                    <a:pt x="794059" y="1651973"/>
                  </a:lnTo>
                  <a:lnTo>
                    <a:pt x="797036" y="1651973"/>
                  </a:lnTo>
                  <a:lnTo>
                    <a:pt x="798826" y="1650183"/>
                  </a:lnTo>
                  <a:lnTo>
                    <a:pt x="1209469" y="1650183"/>
                  </a:lnTo>
                  <a:lnTo>
                    <a:pt x="1211260" y="1651973"/>
                  </a:lnTo>
                  <a:lnTo>
                    <a:pt x="1214237" y="1651973"/>
                  </a:lnTo>
                  <a:lnTo>
                    <a:pt x="1216027" y="1650183"/>
                  </a:lnTo>
                  <a:lnTo>
                    <a:pt x="1628461" y="1650183"/>
                  </a:lnTo>
                  <a:lnTo>
                    <a:pt x="1629412" y="1651134"/>
                  </a:lnTo>
                  <a:lnTo>
                    <a:pt x="1629412" y="1655913"/>
                  </a:lnTo>
                  <a:lnTo>
                    <a:pt x="1632277" y="1655913"/>
                  </a:lnTo>
                  <a:lnTo>
                    <a:pt x="1632277" y="1651134"/>
                  </a:lnTo>
                  <a:lnTo>
                    <a:pt x="1633229" y="1650183"/>
                  </a:lnTo>
                  <a:lnTo>
                    <a:pt x="1800590" y="1650183"/>
                  </a:lnTo>
                  <a:lnTo>
                    <a:pt x="1800590" y="0"/>
                  </a:lnTo>
                  <a:lnTo>
                    <a:pt x="8953" y="0"/>
                  </a:lnTo>
                  <a:close/>
                  <a:moveTo>
                    <a:pt x="11818" y="3816"/>
                  </a:moveTo>
                  <a:lnTo>
                    <a:pt x="12769" y="2865"/>
                  </a:lnTo>
                  <a:lnTo>
                    <a:pt x="1796774" y="2865"/>
                  </a:lnTo>
                  <a:lnTo>
                    <a:pt x="1797725" y="3816"/>
                  </a:lnTo>
                  <a:lnTo>
                    <a:pt x="1797725" y="1646366"/>
                  </a:lnTo>
                  <a:lnTo>
                    <a:pt x="1796774" y="1647318"/>
                  </a:lnTo>
                  <a:lnTo>
                    <a:pt x="854334" y="1647318"/>
                  </a:lnTo>
                  <a:lnTo>
                    <a:pt x="851950" y="1644934"/>
                  </a:lnTo>
                  <a:lnTo>
                    <a:pt x="849566" y="1647318"/>
                  </a:lnTo>
                  <a:lnTo>
                    <a:pt x="741528" y="1647318"/>
                  </a:lnTo>
                  <a:lnTo>
                    <a:pt x="739144" y="1644934"/>
                  </a:lnTo>
                  <a:lnTo>
                    <a:pt x="736760" y="1647318"/>
                  </a:lnTo>
                  <a:lnTo>
                    <a:pt x="12769" y="1647318"/>
                  </a:lnTo>
                  <a:lnTo>
                    <a:pt x="11818" y="1646366"/>
                  </a:lnTo>
                  <a:lnTo>
                    <a:pt x="11818" y="381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</p:sp>
        <p:sp>
          <p:nvSpPr>
            <p:cNvPr id="18305" name="Graph element 2998"/>
            <p:cNvSpPr/>
            <p:nvPr/>
          </p:nvSpPr>
          <p:spPr>
            <a:xfrm>
              <a:off x="1037094" y="1665224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306" name="Graph element 2999"/>
            <p:cNvSpPr/>
            <p:nvPr/>
          </p:nvSpPr>
          <p:spPr>
            <a:xfrm>
              <a:off x="927870" y="1665224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307" name="Graph element 3000"/>
            <p:cNvSpPr/>
            <p:nvPr/>
          </p:nvSpPr>
          <p:spPr>
            <a:xfrm>
              <a:off x="1037094" y="1650899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308" name="Graph element 3001"/>
            <p:cNvSpPr/>
            <p:nvPr/>
          </p:nvSpPr>
          <p:spPr>
            <a:xfrm>
              <a:off x="927870" y="1650899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309" name="Graph element 3002"/>
            <p:cNvSpPr/>
            <p:nvPr/>
          </p:nvSpPr>
          <p:spPr>
            <a:xfrm>
              <a:off x="1037094" y="1636575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310" name="Graph element 3003"/>
            <p:cNvSpPr/>
            <p:nvPr/>
          </p:nvSpPr>
          <p:spPr>
            <a:xfrm>
              <a:off x="927870" y="1636575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311" name="Graph element 3004"/>
            <p:cNvSpPr/>
            <p:nvPr/>
          </p:nvSpPr>
          <p:spPr>
            <a:xfrm>
              <a:off x="1037094" y="1577486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312" name="Graph element 3005"/>
            <p:cNvSpPr/>
            <p:nvPr/>
          </p:nvSpPr>
          <p:spPr>
            <a:xfrm>
              <a:off x="927870" y="1577486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313" name="Graph element 3006"/>
            <p:cNvSpPr/>
            <p:nvPr/>
          </p:nvSpPr>
          <p:spPr>
            <a:xfrm>
              <a:off x="1037094" y="1563161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314" name="Graph element 3007"/>
            <p:cNvSpPr/>
            <p:nvPr/>
          </p:nvSpPr>
          <p:spPr>
            <a:xfrm>
              <a:off x="927870" y="1563161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315" name="Graph element 3008"/>
            <p:cNvSpPr/>
            <p:nvPr/>
          </p:nvSpPr>
          <p:spPr>
            <a:xfrm>
              <a:off x="1037094" y="1548837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316" name="Graph element 3009"/>
            <p:cNvSpPr/>
            <p:nvPr/>
          </p:nvSpPr>
          <p:spPr>
            <a:xfrm>
              <a:off x="927870" y="1548837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317" name="Graph element 3010"/>
            <p:cNvSpPr/>
            <p:nvPr/>
          </p:nvSpPr>
          <p:spPr>
            <a:xfrm>
              <a:off x="1037094" y="1504073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318" name="Graph element 3011"/>
            <p:cNvSpPr/>
            <p:nvPr/>
          </p:nvSpPr>
          <p:spPr>
            <a:xfrm>
              <a:off x="927870" y="1504073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319" name="Graph element 3012"/>
            <p:cNvSpPr/>
            <p:nvPr/>
          </p:nvSpPr>
          <p:spPr>
            <a:xfrm>
              <a:off x="1037094" y="1489748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320" name="Graph element 3013"/>
            <p:cNvSpPr/>
            <p:nvPr/>
          </p:nvSpPr>
          <p:spPr>
            <a:xfrm>
              <a:off x="927870" y="1489748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321" name="Graph element 3014"/>
            <p:cNvSpPr/>
            <p:nvPr/>
          </p:nvSpPr>
          <p:spPr>
            <a:xfrm>
              <a:off x="1037094" y="1475424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322" name="Graph element 3015"/>
            <p:cNvSpPr/>
            <p:nvPr/>
          </p:nvSpPr>
          <p:spPr>
            <a:xfrm>
              <a:off x="927870" y="1475424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323" name="Graph element 3016"/>
            <p:cNvSpPr/>
            <p:nvPr/>
          </p:nvSpPr>
          <p:spPr>
            <a:xfrm>
              <a:off x="1037094" y="1461099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324" name="Graph element 3017"/>
            <p:cNvSpPr/>
            <p:nvPr/>
          </p:nvSpPr>
          <p:spPr>
            <a:xfrm>
              <a:off x="927870" y="1461099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325" name="Graph element 3018"/>
            <p:cNvSpPr/>
            <p:nvPr/>
          </p:nvSpPr>
          <p:spPr>
            <a:xfrm>
              <a:off x="1037094" y="1416335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326" name="Graph element 3019"/>
            <p:cNvSpPr/>
            <p:nvPr/>
          </p:nvSpPr>
          <p:spPr>
            <a:xfrm>
              <a:off x="927870" y="1416335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327" name="Graph element 3020"/>
            <p:cNvSpPr/>
            <p:nvPr/>
          </p:nvSpPr>
          <p:spPr>
            <a:xfrm>
              <a:off x="1037094" y="1402011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328" name="Graph element 3021"/>
            <p:cNvSpPr/>
            <p:nvPr/>
          </p:nvSpPr>
          <p:spPr>
            <a:xfrm>
              <a:off x="927870" y="1402011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329" name="Graph element 3022"/>
            <p:cNvSpPr/>
            <p:nvPr/>
          </p:nvSpPr>
          <p:spPr>
            <a:xfrm>
              <a:off x="1037094" y="1387686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330" name="Graph element 3023"/>
            <p:cNvSpPr/>
            <p:nvPr/>
          </p:nvSpPr>
          <p:spPr>
            <a:xfrm>
              <a:off x="927870" y="1387686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331" name="Graph element 3024"/>
            <p:cNvSpPr/>
            <p:nvPr/>
          </p:nvSpPr>
          <p:spPr>
            <a:xfrm>
              <a:off x="1984302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332" name="Graph element 3025"/>
            <p:cNvSpPr/>
            <p:nvPr/>
          </p:nvSpPr>
          <p:spPr>
            <a:xfrm>
              <a:off x="1969977" y="1366558"/>
              <a:ext cx="4655" cy="4655"/>
            </a:xfrm>
            <a:custGeom>
              <a:avLst/>
              <a:gdLst/>
              <a:ahLst/>
              <a:cxnLst/>
              <a:rect l="0" t="0" r="r" b="b"/>
              <a:pathLst>
                <a:path w="4655" h="4655" stroke="0" extrusionOk="0">
                  <a:moveTo>
                    <a:pt x="0" y="0"/>
                  </a:moveTo>
                  <a:lnTo>
                    <a:pt x="0" y="4655"/>
                  </a:lnTo>
                  <a:lnTo>
                    <a:pt x="4655" y="4655"/>
                  </a:lnTo>
                  <a:lnTo>
                    <a:pt x="46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333" name="Graph element 3026"/>
            <p:cNvSpPr/>
            <p:nvPr/>
          </p:nvSpPr>
          <p:spPr>
            <a:xfrm>
              <a:off x="1955653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334" name="Graph element 3027"/>
            <p:cNvSpPr/>
            <p:nvPr/>
          </p:nvSpPr>
          <p:spPr>
            <a:xfrm>
              <a:off x="1941328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335" name="Graph element 3028"/>
            <p:cNvSpPr/>
            <p:nvPr/>
          </p:nvSpPr>
          <p:spPr>
            <a:xfrm>
              <a:off x="1927004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336" name="Graph element 3029"/>
            <p:cNvSpPr/>
            <p:nvPr/>
          </p:nvSpPr>
          <p:spPr>
            <a:xfrm>
              <a:off x="1910889" y="1366558"/>
              <a:ext cx="4655" cy="4655"/>
            </a:xfrm>
            <a:custGeom>
              <a:avLst/>
              <a:gdLst/>
              <a:ahLst/>
              <a:cxnLst/>
              <a:rect l="0" t="0" r="r" b="b"/>
              <a:pathLst>
                <a:path w="4655" h="4655" stroke="0" extrusionOk="0">
                  <a:moveTo>
                    <a:pt x="0" y="0"/>
                  </a:moveTo>
                  <a:lnTo>
                    <a:pt x="0" y="4655"/>
                  </a:lnTo>
                  <a:lnTo>
                    <a:pt x="4655" y="4655"/>
                  </a:lnTo>
                  <a:lnTo>
                    <a:pt x="46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337" name="Graph element 3030"/>
            <p:cNvSpPr/>
            <p:nvPr/>
          </p:nvSpPr>
          <p:spPr>
            <a:xfrm>
              <a:off x="1896564" y="1366558"/>
              <a:ext cx="4655" cy="4655"/>
            </a:xfrm>
            <a:custGeom>
              <a:avLst/>
              <a:gdLst/>
              <a:ahLst/>
              <a:cxnLst/>
              <a:rect l="0" t="0" r="r" b="b"/>
              <a:pathLst>
                <a:path w="4655" h="4655" stroke="0" extrusionOk="0">
                  <a:moveTo>
                    <a:pt x="0" y="0"/>
                  </a:moveTo>
                  <a:lnTo>
                    <a:pt x="0" y="4655"/>
                  </a:lnTo>
                  <a:lnTo>
                    <a:pt x="4655" y="4655"/>
                  </a:lnTo>
                  <a:lnTo>
                    <a:pt x="46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338" name="Graph element 3031"/>
            <p:cNvSpPr/>
            <p:nvPr/>
          </p:nvSpPr>
          <p:spPr>
            <a:xfrm>
              <a:off x="1882240" y="1366558"/>
              <a:ext cx="4655" cy="4655"/>
            </a:xfrm>
            <a:custGeom>
              <a:avLst/>
              <a:gdLst/>
              <a:ahLst/>
              <a:cxnLst/>
              <a:rect l="0" t="0" r="r" b="b"/>
              <a:pathLst>
                <a:path w="4655" h="4655" stroke="0" extrusionOk="0">
                  <a:moveTo>
                    <a:pt x="0" y="0"/>
                  </a:moveTo>
                  <a:lnTo>
                    <a:pt x="0" y="4655"/>
                  </a:lnTo>
                  <a:lnTo>
                    <a:pt x="4655" y="4655"/>
                  </a:lnTo>
                  <a:lnTo>
                    <a:pt x="46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339" name="Graph element 3032"/>
            <p:cNvSpPr/>
            <p:nvPr/>
          </p:nvSpPr>
          <p:spPr>
            <a:xfrm>
              <a:off x="1867915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340" name="Graph element 3033"/>
            <p:cNvSpPr/>
            <p:nvPr/>
          </p:nvSpPr>
          <p:spPr>
            <a:xfrm>
              <a:off x="1853591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341" name="Graph element 3034"/>
            <p:cNvSpPr/>
            <p:nvPr/>
          </p:nvSpPr>
          <p:spPr>
            <a:xfrm>
              <a:off x="1839266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342" name="Graph element 3035"/>
            <p:cNvSpPr/>
            <p:nvPr/>
          </p:nvSpPr>
          <p:spPr>
            <a:xfrm>
              <a:off x="1823151" y="1366558"/>
              <a:ext cx="4655" cy="4655"/>
            </a:xfrm>
            <a:custGeom>
              <a:avLst/>
              <a:gdLst/>
              <a:ahLst/>
              <a:cxnLst/>
              <a:rect l="0" t="0" r="r" b="b"/>
              <a:pathLst>
                <a:path w="4655" h="4655" stroke="0" extrusionOk="0">
                  <a:moveTo>
                    <a:pt x="0" y="0"/>
                  </a:moveTo>
                  <a:lnTo>
                    <a:pt x="0" y="4655"/>
                  </a:lnTo>
                  <a:lnTo>
                    <a:pt x="4655" y="4655"/>
                  </a:lnTo>
                  <a:lnTo>
                    <a:pt x="46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343" name="Graph element 3036"/>
            <p:cNvSpPr/>
            <p:nvPr/>
          </p:nvSpPr>
          <p:spPr>
            <a:xfrm>
              <a:off x="1808827" y="1366558"/>
              <a:ext cx="4655" cy="4655"/>
            </a:xfrm>
            <a:custGeom>
              <a:avLst/>
              <a:gdLst/>
              <a:ahLst/>
              <a:cxnLst/>
              <a:rect l="0" t="0" r="r" b="b"/>
              <a:pathLst>
                <a:path w="4655" h="4655" stroke="0" extrusionOk="0">
                  <a:moveTo>
                    <a:pt x="0" y="0"/>
                  </a:moveTo>
                  <a:lnTo>
                    <a:pt x="0" y="4655"/>
                  </a:lnTo>
                  <a:lnTo>
                    <a:pt x="4655" y="4655"/>
                  </a:lnTo>
                  <a:lnTo>
                    <a:pt x="46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344" name="Graph element 3037"/>
            <p:cNvSpPr/>
            <p:nvPr/>
          </p:nvSpPr>
          <p:spPr>
            <a:xfrm>
              <a:off x="1794502" y="1366558"/>
              <a:ext cx="4655" cy="4655"/>
            </a:xfrm>
            <a:custGeom>
              <a:avLst/>
              <a:gdLst/>
              <a:ahLst/>
              <a:cxnLst/>
              <a:rect l="0" t="0" r="r" b="b"/>
              <a:pathLst>
                <a:path w="4655" h="4655" stroke="0" extrusionOk="0">
                  <a:moveTo>
                    <a:pt x="0" y="0"/>
                  </a:moveTo>
                  <a:lnTo>
                    <a:pt x="0" y="4655"/>
                  </a:lnTo>
                  <a:lnTo>
                    <a:pt x="4655" y="4655"/>
                  </a:lnTo>
                  <a:lnTo>
                    <a:pt x="46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345" name="Graph element 3038"/>
            <p:cNvSpPr/>
            <p:nvPr/>
          </p:nvSpPr>
          <p:spPr>
            <a:xfrm>
              <a:off x="1780178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346" name="Graph element 3039"/>
            <p:cNvSpPr/>
            <p:nvPr/>
          </p:nvSpPr>
          <p:spPr>
            <a:xfrm>
              <a:off x="1765853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347" name="Graph element 3040"/>
            <p:cNvSpPr/>
            <p:nvPr/>
          </p:nvSpPr>
          <p:spPr>
            <a:xfrm>
              <a:off x="1749738" y="1366558"/>
              <a:ext cx="4655" cy="4655"/>
            </a:xfrm>
            <a:custGeom>
              <a:avLst/>
              <a:gdLst/>
              <a:ahLst/>
              <a:cxnLst/>
              <a:rect l="0" t="0" r="r" b="b"/>
              <a:pathLst>
                <a:path w="4655" h="4655" stroke="0" extrusionOk="0">
                  <a:moveTo>
                    <a:pt x="0" y="0"/>
                  </a:moveTo>
                  <a:lnTo>
                    <a:pt x="0" y="4655"/>
                  </a:lnTo>
                  <a:lnTo>
                    <a:pt x="4655" y="4655"/>
                  </a:lnTo>
                  <a:lnTo>
                    <a:pt x="46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348" name="Graph element 3041"/>
            <p:cNvSpPr/>
            <p:nvPr/>
          </p:nvSpPr>
          <p:spPr>
            <a:xfrm>
              <a:off x="1735414" y="1366558"/>
              <a:ext cx="4655" cy="4655"/>
            </a:xfrm>
            <a:custGeom>
              <a:avLst/>
              <a:gdLst/>
              <a:ahLst/>
              <a:cxnLst/>
              <a:rect l="0" t="0" r="r" b="b"/>
              <a:pathLst>
                <a:path w="4655" h="4655" stroke="0" extrusionOk="0">
                  <a:moveTo>
                    <a:pt x="0" y="0"/>
                  </a:moveTo>
                  <a:lnTo>
                    <a:pt x="0" y="4655"/>
                  </a:lnTo>
                  <a:lnTo>
                    <a:pt x="4655" y="4655"/>
                  </a:lnTo>
                  <a:lnTo>
                    <a:pt x="46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349" name="Graph element 3042"/>
            <p:cNvSpPr/>
            <p:nvPr/>
          </p:nvSpPr>
          <p:spPr>
            <a:xfrm>
              <a:off x="1721089" y="1366558"/>
              <a:ext cx="4655" cy="4655"/>
            </a:xfrm>
            <a:custGeom>
              <a:avLst/>
              <a:gdLst/>
              <a:ahLst/>
              <a:cxnLst/>
              <a:rect l="0" t="0" r="r" b="b"/>
              <a:pathLst>
                <a:path w="4655" h="4655" stroke="0" extrusionOk="0">
                  <a:moveTo>
                    <a:pt x="0" y="0"/>
                  </a:moveTo>
                  <a:lnTo>
                    <a:pt x="0" y="4655"/>
                  </a:lnTo>
                  <a:lnTo>
                    <a:pt x="4655" y="4655"/>
                  </a:lnTo>
                  <a:lnTo>
                    <a:pt x="46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350" name="Graph element 3043"/>
            <p:cNvSpPr/>
            <p:nvPr/>
          </p:nvSpPr>
          <p:spPr>
            <a:xfrm>
              <a:off x="1706765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351" name="Graph element 3044"/>
            <p:cNvSpPr/>
            <p:nvPr/>
          </p:nvSpPr>
          <p:spPr>
            <a:xfrm>
              <a:off x="1692440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352" name="Graph element 3045"/>
            <p:cNvSpPr/>
            <p:nvPr/>
          </p:nvSpPr>
          <p:spPr>
            <a:xfrm>
              <a:off x="1678116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353" name="Graph element 3046"/>
            <p:cNvSpPr/>
            <p:nvPr/>
          </p:nvSpPr>
          <p:spPr>
            <a:xfrm>
              <a:off x="1662001" y="1366558"/>
              <a:ext cx="4655" cy="4655"/>
            </a:xfrm>
            <a:custGeom>
              <a:avLst/>
              <a:gdLst/>
              <a:ahLst/>
              <a:cxnLst/>
              <a:rect l="0" t="0" r="r" b="b"/>
              <a:pathLst>
                <a:path w="4655" h="4655" stroke="0" extrusionOk="0">
                  <a:moveTo>
                    <a:pt x="0" y="0"/>
                  </a:moveTo>
                  <a:lnTo>
                    <a:pt x="0" y="4655"/>
                  </a:lnTo>
                  <a:lnTo>
                    <a:pt x="4655" y="4655"/>
                  </a:lnTo>
                  <a:lnTo>
                    <a:pt x="46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354" name="Graph element 3047"/>
            <p:cNvSpPr/>
            <p:nvPr/>
          </p:nvSpPr>
          <p:spPr>
            <a:xfrm>
              <a:off x="1647676" y="1366558"/>
              <a:ext cx="4655" cy="4655"/>
            </a:xfrm>
            <a:custGeom>
              <a:avLst/>
              <a:gdLst/>
              <a:ahLst/>
              <a:cxnLst/>
              <a:rect l="0" t="0" r="r" b="b"/>
              <a:pathLst>
                <a:path w="4655" h="4655" stroke="0" extrusionOk="0">
                  <a:moveTo>
                    <a:pt x="0" y="0"/>
                  </a:moveTo>
                  <a:lnTo>
                    <a:pt x="0" y="4655"/>
                  </a:lnTo>
                  <a:lnTo>
                    <a:pt x="4655" y="4655"/>
                  </a:lnTo>
                  <a:lnTo>
                    <a:pt x="46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355" name="Graph element 3048"/>
            <p:cNvSpPr/>
            <p:nvPr/>
          </p:nvSpPr>
          <p:spPr>
            <a:xfrm>
              <a:off x="1633352" y="1366558"/>
              <a:ext cx="4655" cy="4655"/>
            </a:xfrm>
            <a:custGeom>
              <a:avLst/>
              <a:gdLst/>
              <a:ahLst/>
              <a:cxnLst/>
              <a:rect l="0" t="0" r="r" b="b"/>
              <a:pathLst>
                <a:path w="4655" h="4655" stroke="0" extrusionOk="0">
                  <a:moveTo>
                    <a:pt x="0" y="0"/>
                  </a:moveTo>
                  <a:lnTo>
                    <a:pt x="0" y="4655"/>
                  </a:lnTo>
                  <a:lnTo>
                    <a:pt x="4655" y="4655"/>
                  </a:lnTo>
                  <a:lnTo>
                    <a:pt x="46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356" name="Graph element 3049"/>
            <p:cNvSpPr/>
            <p:nvPr/>
          </p:nvSpPr>
          <p:spPr>
            <a:xfrm>
              <a:off x="1619027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357" name="Graph element 3050"/>
            <p:cNvSpPr/>
            <p:nvPr/>
          </p:nvSpPr>
          <p:spPr>
            <a:xfrm>
              <a:off x="1604703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358" name="Graph element 3051"/>
            <p:cNvSpPr/>
            <p:nvPr/>
          </p:nvSpPr>
          <p:spPr>
            <a:xfrm>
              <a:off x="1588587" y="1366558"/>
              <a:ext cx="4655" cy="4655"/>
            </a:xfrm>
            <a:custGeom>
              <a:avLst/>
              <a:gdLst/>
              <a:ahLst/>
              <a:cxnLst/>
              <a:rect l="0" t="0" r="r" b="b"/>
              <a:pathLst>
                <a:path w="4655" h="4655" stroke="0" extrusionOk="0">
                  <a:moveTo>
                    <a:pt x="0" y="0"/>
                  </a:moveTo>
                  <a:lnTo>
                    <a:pt x="0" y="4655"/>
                  </a:lnTo>
                  <a:lnTo>
                    <a:pt x="4655" y="4655"/>
                  </a:lnTo>
                  <a:lnTo>
                    <a:pt x="46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359" name="Graph element 3052"/>
            <p:cNvSpPr/>
            <p:nvPr/>
          </p:nvSpPr>
          <p:spPr>
            <a:xfrm>
              <a:off x="1574263" y="1366558"/>
              <a:ext cx="4655" cy="4655"/>
            </a:xfrm>
            <a:custGeom>
              <a:avLst/>
              <a:gdLst/>
              <a:ahLst/>
              <a:cxnLst/>
              <a:rect l="0" t="0" r="r" b="b"/>
              <a:pathLst>
                <a:path w="4655" h="4655" stroke="0" extrusionOk="0">
                  <a:moveTo>
                    <a:pt x="0" y="0"/>
                  </a:moveTo>
                  <a:lnTo>
                    <a:pt x="0" y="4655"/>
                  </a:lnTo>
                  <a:lnTo>
                    <a:pt x="4655" y="4655"/>
                  </a:lnTo>
                  <a:lnTo>
                    <a:pt x="46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360" name="Graph element 3053"/>
            <p:cNvSpPr/>
            <p:nvPr/>
          </p:nvSpPr>
          <p:spPr>
            <a:xfrm>
              <a:off x="1559938" y="1366558"/>
              <a:ext cx="4655" cy="4655"/>
            </a:xfrm>
            <a:custGeom>
              <a:avLst/>
              <a:gdLst/>
              <a:ahLst/>
              <a:cxnLst/>
              <a:rect l="0" t="0" r="r" b="b"/>
              <a:pathLst>
                <a:path w="4655" h="4655" stroke="0" extrusionOk="0">
                  <a:moveTo>
                    <a:pt x="0" y="0"/>
                  </a:moveTo>
                  <a:lnTo>
                    <a:pt x="0" y="4655"/>
                  </a:lnTo>
                  <a:lnTo>
                    <a:pt x="4655" y="4655"/>
                  </a:lnTo>
                  <a:lnTo>
                    <a:pt x="46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361" name="Graph element 3054"/>
            <p:cNvSpPr/>
            <p:nvPr/>
          </p:nvSpPr>
          <p:spPr>
            <a:xfrm>
              <a:off x="1545614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362" name="Graph element 3055"/>
            <p:cNvSpPr/>
            <p:nvPr/>
          </p:nvSpPr>
          <p:spPr>
            <a:xfrm>
              <a:off x="1531289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363" name="Graph element 3056"/>
            <p:cNvSpPr/>
            <p:nvPr/>
          </p:nvSpPr>
          <p:spPr>
            <a:xfrm>
              <a:off x="1516965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364" name="Graph element 3057"/>
            <p:cNvSpPr/>
            <p:nvPr/>
          </p:nvSpPr>
          <p:spPr>
            <a:xfrm>
              <a:off x="1500850" y="1366558"/>
              <a:ext cx="4655" cy="4655"/>
            </a:xfrm>
            <a:custGeom>
              <a:avLst/>
              <a:gdLst/>
              <a:ahLst/>
              <a:cxnLst/>
              <a:rect l="0" t="0" r="r" b="b"/>
              <a:pathLst>
                <a:path w="4655" h="4655" stroke="0" extrusionOk="0">
                  <a:moveTo>
                    <a:pt x="0" y="0"/>
                  </a:moveTo>
                  <a:lnTo>
                    <a:pt x="0" y="4655"/>
                  </a:lnTo>
                  <a:lnTo>
                    <a:pt x="4655" y="4655"/>
                  </a:lnTo>
                  <a:lnTo>
                    <a:pt x="46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365" name="Graph element 3058"/>
            <p:cNvSpPr/>
            <p:nvPr/>
          </p:nvSpPr>
          <p:spPr>
            <a:xfrm>
              <a:off x="1486525" y="1366558"/>
              <a:ext cx="4655" cy="4655"/>
            </a:xfrm>
            <a:custGeom>
              <a:avLst/>
              <a:gdLst/>
              <a:ahLst/>
              <a:cxnLst/>
              <a:rect l="0" t="0" r="r" b="b"/>
              <a:pathLst>
                <a:path w="4655" h="4655" stroke="0" extrusionOk="0">
                  <a:moveTo>
                    <a:pt x="0" y="0"/>
                  </a:moveTo>
                  <a:lnTo>
                    <a:pt x="0" y="4655"/>
                  </a:lnTo>
                  <a:lnTo>
                    <a:pt x="4655" y="4655"/>
                  </a:lnTo>
                  <a:lnTo>
                    <a:pt x="46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366" name="Graph element 3059"/>
            <p:cNvSpPr/>
            <p:nvPr/>
          </p:nvSpPr>
          <p:spPr>
            <a:xfrm>
              <a:off x="1472201" y="1366558"/>
              <a:ext cx="4655" cy="4655"/>
            </a:xfrm>
            <a:custGeom>
              <a:avLst/>
              <a:gdLst/>
              <a:ahLst/>
              <a:cxnLst/>
              <a:rect l="0" t="0" r="r" b="b"/>
              <a:pathLst>
                <a:path w="4655" h="4655" stroke="0" extrusionOk="0">
                  <a:moveTo>
                    <a:pt x="0" y="0"/>
                  </a:moveTo>
                  <a:lnTo>
                    <a:pt x="0" y="4655"/>
                  </a:lnTo>
                  <a:lnTo>
                    <a:pt x="4655" y="4655"/>
                  </a:lnTo>
                  <a:lnTo>
                    <a:pt x="46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367" name="Graph element 3060"/>
            <p:cNvSpPr/>
            <p:nvPr/>
          </p:nvSpPr>
          <p:spPr>
            <a:xfrm>
              <a:off x="1457876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368" name="Graph element 3061"/>
            <p:cNvSpPr/>
            <p:nvPr/>
          </p:nvSpPr>
          <p:spPr>
            <a:xfrm>
              <a:off x="1443552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369" name="Graph element 3062"/>
            <p:cNvSpPr/>
            <p:nvPr/>
          </p:nvSpPr>
          <p:spPr>
            <a:xfrm>
              <a:off x="1429227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370" name="Graph element 3063"/>
            <p:cNvSpPr/>
            <p:nvPr/>
          </p:nvSpPr>
          <p:spPr>
            <a:xfrm>
              <a:off x="1413112" y="1366558"/>
              <a:ext cx="4655" cy="4655"/>
            </a:xfrm>
            <a:custGeom>
              <a:avLst/>
              <a:gdLst/>
              <a:ahLst/>
              <a:cxnLst/>
              <a:rect l="0" t="0" r="r" b="b"/>
              <a:pathLst>
                <a:path w="4655" h="4655" stroke="0" extrusionOk="0">
                  <a:moveTo>
                    <a:pt x="0" y="0"/>
                  </a:moveTo>
                  <a:lnTo>
                    <a:pt x="0" y="4655"/>
                  </a:lnTo>
                  <a:lnTo>
                    <a:pt x="4655" y="4655"/>
                  </a:lnTo>
                  <a:lnTo>
                    <a:pt x="46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371" name="Graph element 3064"/>
            <p:cNvSpPr/>
            <p:nvPr/>
          </p:nvSpPr>
          <p:spPr>
            <a:xfrm>
              <a:off x="1398788" y="1366558"/>
              <a:ext cx="4655" cy="4655"/>
            </a:xfrm>
            <a:custGeom>
              <a:avLst/>
              <a:gdLst/>
              <a:ahLst/>
              <a:cxnLst/>
              <a:rect l="0" t="0" r="r" b="b"/>
              <a:pathLst>
                <a:path w="4655" h="4655" stroke="0" extrusionOk="0">
                  <a:moveTo>
                    <a:pt x="0" y="0"/>
                  </a:moveTo>
                  <a:lnTo>
                    <a:pt x="0" y="4655"/>
                  </a:lnTo>
                  <a:lnTo>
                    <a:pt x="4655" y="4655"/>
                  </a:lnTo>
                  <a:lnTo>
                    <a:pt x="46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372" name="Graph element 3065"/>
            <p:cNvSpPr/>
            <p:nvPr/>
          </p:nvSpPr>
          <p:spPr>
            <a:xfrm>
              <a:off x="1384463" y="1366558"/>
              <a:ext cx="4655" cy="4655"/>
            </a:xfrm>
            <a:custGeom>
              <a:avLst/>
              <a:gdLst/>
              <a:ahLst/>
              <a:cxnLst/>
              <a:rect l="0" t="0" r="r" b="b"/>
              <a:pathLst>
                <a:path w="4655" h="4655" stroke="0" extrusionOk="0">
                  <a:moveTo>
                    <a:pt x="0" y="0"/>
                  </a:moveTo>
                  <a:lnTo>
                    <a:pt x="0" y="4655"/>
                  </a:lnTo>
                  <a:lnTo>
                    <a:pt x="4655" y="4655"/>
                  </a:lnTo>
                  <a:lnTo>
                    <a:pt x="46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373" name="Graph element 3066"/>
            <p:cNvSpPr/>
            <p:nvPr/>
          </p:nvSpPr>
          <p:spPr>
            <a:xfrm>
              <a:off x="1370139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374" name="Graph element 3067"/>
            <p:cNvSpPr/>
            <p:nvPr/>
          </p:nvSpPr>
          <p:spPr>
            <a:xfrm>
              <a:off x="1355814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375" name="Graph element 3068"/>
            <p:cNvSpPr/>
            <p:nvPr/>
          </p:nvSpPr>
          <p:spPr>
            <a:xfrm>
              <a:off x="1339699" y="1366558"/>
              <a:ext cx="4655" cy="4655"/>
            </a:xfrm>
            <a:custGeom>
              <a:avLst/>
              <a:gdLst/>
              <a:ahLst/>
              <a:cxnLst/>
              <a:rect l="0" t="0" r="r" b="b"/>
              <a:pathLst>
                <a:path w="4655" h="4655" stroke="0" extrusionOk="0">
                  <a:moveTo>
                    <a:pt x="0" y="0"/>
                  </a:moveTo>
                  <a:lnTo>
                    <a:pt x="0" y="4655"/>
                  </a:lnTo>
                  <a:lnTo>
                    <a:pt x="4655" y="4655"/>
                  </a:lnTo>
                  <a:lnTo>
                    <a:pt x="46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376" name="Graph element 3069"/>
            <p:cNvSpPr/>
            <p:nvPr/>
          </p:nvSpPr>
          <p:spPr>
            <a:xfrm>
              <a:off x="1325375" y="1366558"/>
              <a:ext cx="4655" cy="4655"/>
            </a:xfrm>
            <a:custGeom>
              <a:avLst/>
              <a:gdLst/>
              <a:ahLst/>
              <a:cxnLst/>
              <a:rect l="0" t="0" r="r" b="b"/>
              <a:pathLst>
                <a:path w="4655" h="4655" stroke="0" extrusionOk="0">
                  <a:moveTo>
                    <a:pt x="0" y="0"/>
                  </a:moveTo>
                  <a:lnTo>
                    <a:pt x="0" y="4655"/>
                  </a:lnTo>
                  <a:lnTo>
                    <a:pt x="4655" y="4655"/>
                  </a:lnTo>
                  <a:lnTo>
                    <a:pt x="46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377" name="Graph element 3070"/>
            <p:cNvSpPr/>
            <p:nvPr/>
          </p:nvSpPr>
          <p:spPr>
            <a:xfrm>
              <a:off x="1311050" y="1366558"/>
              <a:ext cx="4655" cy="4655"/>
            </a:xfrm>
            <a:custGeom>
              <a:avLst/>
              <a:gdLst/>
              <a:ahLst/>
              <a:cxnLst/>
              <a:rect l="0" t="0" r="r" b="b"/>
              <a:pathLst>
                <a:path w="4655" h="4655" stroke="0" extrusionOk="0">
                  <a:moveTo>
                    <a:pt x="0" y="0"/>
                  </a:moveTo>
                  <a:lnTo>
                    <a:pt x="0" y="4655"/>
                  </a:lnTo>
                  <a:lnTo>
                    <a:pt x="4655" y="4655"/>
                  </a:lnTo>
                  <a:lnTo>
                    <a:pt x="46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378" name="Graph element 3071"/>
            <p:cNvSpPr/>
            <p:nvPr/>
          </p:nvSpPr>
          <p:spPr>
            <a:xfrm>
              <a:off x="1296726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379" name="Graph element 3072"/>
            <p:cNvSpPr/>
            <p:nvPr/>
          </p:nvSpPr>
          <p:spPr>
            <a:xfrm>
              <a:off x="1282401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380" name="Graph element 3073"/>
            <p:cNvSpPr/>
            <p:nvPr/>
          </p:nvSpPr>
          <p:spPr>
            <a:xfrm>
              <a:off x="1268077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381" name="Graph element 3074"/>
            <p:cNvSpPr/>
            <p:nvPr/>
          </p:nvSpPr>
          <p:spPr>
            <a:xfrm>
              <a:off x="1251962" y="1366558"/>
              <a:ext cx="4655" cy="4655"/>
            </a:xfrm>
            <a:custGeom>
              <a:avLst/>
              <a:gdLst/>
              <a:ahLst/>
              <a:cxnLst/>
              <a:rect l="0" t="0" r="r" b="b"/>
              <a:pathLst>
                <a:path w="4655" h="4655" stroke="0" extrusionOk="0">
                  <a:moveTo>
                    <a:pt x="0" y="0"/>
                  </a:moveTo>
                  <a:lnTo>
                    <a:pt x="0" y="4655"/>
                  </a:lnTo>
                  <a:lnTo>
                    <a:pt x="4655" y="4655"/>
                  </a:lnTo>
                  <a:lnTo>
                    <a:pt x="46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382" name="Graph element 3075"/>
            <p:cNvSpPr/>
            <p:nvPr/>
          </p:nvSpPr>
          <p:spPr>
            <a:xfrm>
              <a:off x="1237637" y="1366558"/>
              <a:ext cx="4655" cy="4655"/>
            </a:xfrm>
            <a:custGeom>
              <a:avLst/>
              <a:gdLst/>
              <a:ahLst/>
              <a:cxnLst/>
              <a:rect l="0" t="0" r="r" b="b"/>
              <a:pathLst>
                <a:path w="4655" h="4655" stroke="0" extrusionOk="0">
                  <a:moveTo>
                    <a:pt x="0" y="0"/>
                  </a:moveTo>
                  <a:lnTo>
                    <a:pt x="0" y="4655"/>
                  </a:lnTo>
                  <a:lnTo>
                    <a:pt x="4655" y="4655"/>
                  </a:lnTo>
                  <a:lnTo>
                    <a:pt x="46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383" name="Graph element 3076"/>
            <p:cNvSpPr/>
            <p:nvPr/>
          </p:nvSpPr>
          <p:spPr>
            <a:xfrm>
              <a:off x="1223313" y="1366558"/>
              <a:ext cx="4655" cy="4655"/>
            </a:xfrm>
            <a:custGeom>
              <a:avLst/>
              <a:gdLst/>
              <a:ahLst/>
              <a:cxnLst/>
              <a:rect l="0" t="0" r="r" b="b"/>
              <a:pathLst>
                <a:path w="4655" h="4655" stroke="0" extrusionOk="0">
                  <a:moveTo>
                    <a:pt x="0" y="0"/>
                  </a:moveTo>
                  <a:lnTo>
                    <a:pt x="0" y="4655"/>
                  </a:lnTo>
                  <a:lnTo>
                    <a:pt x="4655" y="4655"/>
                  </a:lnTo>
                  <a:lnTo>
                    <a:pt x="46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384" name="Graph element 3077"/>
            <p:cNvSpPr/>
            <p:nvPr/>
          </p:nvSpPr>
          <p:spPr>
            <a:xfrm>
              <a:off x="1208988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385" name="Graph element 3078"/>
            <p:cNvSpPr/>
            <p:nvPr/>
          </p:nvSpPr>
          <p:spPr>
            <a:xfrm>
              <a:off x="1194664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386" name="Graph element 3079"/>
            <p:cNvSpPr/>
            <p:nvPr/>
          </p:nvSpPr>
          <p:spPr>
            <a:xfrm>
              <a:off x="1178549" y="1366558"/>
              <a:ext cx="4655" cy="4655"/>
            </a:xfrm>
            <a:custGeom>
              <a:avLst/>
              <a:gdLst/>
              <a:ahLst/>
              <a:cxnLst/>
              <a:rect l="0" t="0" r="r" b="b"/>
              <a:pathLst>
                <a:path w="4655" h="4655" stroke="0" extrusionOk="0">
                  <a:moveTo>
                    <a:pt x="0" y="0"/>
                  </a:moveTo>
                  <a:lnTo>
                    <a:pt x="0" y="4655"/>
                  </a:lnTo>
                  <a:lnTo>
                    <a:pt x="4655" y="4655"/>
                  </a:lnTo>
                  <a:lnTo>
                    <a:pt x="46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387" name="Graph element 3080"/>
            <p:cNvSpPr/>
            <p:nvPr/>
          </p:nvSpPr>
          <p:spPr>
            <a:xfrm>
              <a:off x="1164224" y="1366558"/>
              <a:ext cx="4655" cy="4655"/>
            </a:xfrm>
            <a:custGeom>
              <a:avLst/>
              <a:gdLst/>
              <a:ahLst/>
              <a:cxnLst/>
              <a:rect l="0" t="0" r="r" b="b"/>
              <a:pathLst>
                <a:path w="4655" h="4655" stroke="0" extrusionOk="0">
                  <a:moveTo>
                    <a:pt x="0" y="0"/>
                  </a:moveTo>
                  <a:lnTo>
                    <a:pt x="0" y="4655"/>
                  </a:lnTo>
                  <a:lnTo>
                    <a:pt x="4655" y="4655"/>
                  </a:lnTo>
                  <a:lnTo>
                    <a:pt x="46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388" name="Graph element 3081"/>
            <p:cNvSpPr/>
            <p:nvPr/>
          </p:nvSpPr>
          <p:spPr>
            <a:xfrm>
              <a:off x="1149900" y="1366558"/>
              <a:ext cx="4655" cy="4655"/>
            </a:xfrm>
            <a:custGeom>
              <a:avLst/>
              <a:gdLst/>
              <a:ahLst/>
              <a:cxnLst/>
              <a:rect l="0" t="0" r="r" b="b"/>
              <a:pathLst>
                <a:path w="4655" h="4655" stroke="0" extrusionOk="0">
                  <a:moveTo>
                    <a:pt x="0" y="0"/>
                  </a:moveTo>
                  <a:lnTo>
                    <a:pt x="0" y="4655"/>
                  </a:lnTo>
                  <a:lnTo>
                    <a:pt x="4655" y="4655"/>
                  </a:lnTo>
                  <a:lnTo>
                    <a:pt x="46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389" name="Graph element 3082"/>
            <p:cNvSpPr/>
            <p:nvPr/>
          </p:nvSpPr>
          <p:spPr>
            <a:xfrm>
              <a:off x="1135575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390" name="Graph element 3083"/>
            <p:cNvSpPr/>
            <p:nvPr/>
          </p:nvSpPr>
          <p:spPr>
            <a:xfrm>
              <a:off x="1121251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391" name="Graph element 3084"/>
            <p:cNvSpPr/>
            <p:nvPr/>
          </p:nvSpPr>
          <p:spPr>
            <a:xfrm>
              <a:off x="1106926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392" name="Graph element 3085"/>
            <p:cNvSpPr/>
            <p:nvPr/>
          </p:nvSpPr>
          <p:spPr>
            <a:xfrm>
              <a:off x="1090811" y="1366558"/>
              <a:ext cx="4655" cy="4655"/>
            </a:xfrm>
            <a:custGeom>
              <a:avLst/>
              <a:gdLst/>
              <a:ahLst/>
              <a:cxnLst/>
              <a:rect l="0" t="0" r="r" b="b"/>
              <a:pathLst>
                <a:path w="4655" h="4655" stroke="0" extrusionOk="0">
                  <a:moveTo>
                    <a:pt x="0" y="0"/>
                  </a:moveTo>
                  <a:lnTo>
                    <a:pt x="0" y="4655"/>
                  </a:lnTo>
                  <a:lnTo>
                    <a:pt x="4655" y="4655"/>
                  </a:lnTo>
                  <a:lnTo>
                    <a:pt x="46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393" name="Graph element 3086"/>
            <p:cNvSpPr/>
            <p:nvPr/>
          </p:nvSpPr>
          <p:spPr>
            <a:xfrm>
              <a:off x="1076486" y="1366558"/>
              <a:ext cx="4655" cy="4655"/>
            </a:xfrm>
            <a:custGeom>
              <a:avLst/>
              <a:gdLst/>
              <a:ahLst/>
              <a:cxnLst/>
              <a:rect l="0" t="0" r="r" b="b"/>
              <a:pathLst>
                <a:path w="4655" h="4655" stroke="0" extrusionOk="0">
                  <a:moveTo>
                    <a:pt x="0" y="0"/>
                  </a:moveTo>
                  <a:lnTo>
                    <a:pt x="0" y="4655"/>
                  </a:lnTo>
                  <a:lnTo>
                    <a:pt x="4655" y="4655"/>
                  </a:lnTo>
                  <a:lnTo>
                    <a:pt x="46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394" name="Graph element 3087"/>
            <p:cNvSpPr/>
            <p:nvPr/>
          </p:nvSpPr>
          <p:spPr>
            <a:xfrm>
              <a:off x="1062162" y="1366558"/>
              <a:ext cx="4655" cy="4655"/>
            </a:xfrm>
            <a:custGeom>
              <a:avLst/>
              <a:gdLst/>
              <a:ahLst/>
              <a:cxnLst/>
              <a:rect l="0" t="0" r="r" b="b"/>
              <a:pathLst>
                <a:path w="4655" h="4655" stroke="0" extrusionOk="0">
                  <a:moveTo>
                    <a:pt x="0" y="0"/>
                  </a:moveTo>
                  <a:lnTo>
                    <a:pt x="0" y="4655"/>
                  </a:lnTo>
                  <a:lnTo>
                    <a:pt x="4655" y="4655"/>
                  </a:lnTo>
                  <a:lnTo>
                    <a:pt x="46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395" name="Graph element 3088"/>
            <p:cNvSpPr/>
            <p:nvPr/>
          </p:nvSpPr>
          <p:spPr>
            <a:xfrm>
              <a:off x="1047837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396" name="Graph element 3089"/>
            <p:cNvSpPr/>
            <p:nvPr/>
          </p:nvSpPr>
          <p:spPr>
            <a:xfrm>
              <a:off x="1033513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397" name="Graph element 3090"/>
            <p:cNvSpPr/>
            <p:nvPr/>
          </p:nvSpPr>
          <p:spPr>
            <a:xfrm>
              <a:off x="1019188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398" name="Graph element 3091"/>
            <p:cNvSpPr/>
            <p:nvPr/>
          </p:nvSpPr>
          <p:spPr>
            <a:xfrm>
              <a:off x="1003073" y="1366558"/>
              <a:ext cx="4655" cy="4655"/>
            </a:xfrm>
            <a:custGeom>
              <a:avLst/>
              <a:gdLst/>
              <a:ahLst/>
              <a:cxnLst/>
              <a:rect l="0" t="0" r="r" b="b"/>
              <a:pathLst>
                <a:path w="4655" h="4655" stroke="0" extrusionOk="0">
                  <a:moveTo>
                    <a:pt x="0" y="0"/>
                  </a:moveTo>
                  <a:lnTo>
                    <a:pt x="0" y="4655"/>
                  </a:lnTo>
                  <a:lnTo>
                    <a:pt x="4655" y="4655"/>
                  </a:lnTo>
                  <a:lnTo>
                    <a:pt x="46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399" name="Graph element 3092"/>
            <p:cNvSpPr/>
            <p:nvPr/>
          </p:nvSpPr>
          <p:spPr>
            <a:xfrm>
              <a:off x="988749" y="1366558"/>
              <a:ext cx="4655" cy="4655"/>
            </a:xfrm>
            <a:custGeom>
              <a:avLst/>
              <a:gdLst/>
              <a:ahLst/>
              <a:cxnLst/>
              <a:rect l="0" t="0" r="r" b="b"/>
              <a:pathLst>
                <a:path w="4655" h="4655" stroke="0" extrusionOk="0">
                  <a:moveTo>
                    <a:pt x="0" y="0"/>
                  </a:moveTo>
                  <a:lnTo>
                    <a:pt x="0" y="4655"/>
                  </a:lnTo>
                  <a:lnTo>
                    <a:pt x="4655" y="4655"/>
                  </a:lnTo>
                  <a:lnTo>
                    <a:pt x="46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00" name="Graph element 3093"/>
            <p:cNvSpPr/>
            <p:nvPr/>
          </p:nvSpPr>
          <p:spPr>
            <a:xfrm>
              <a:off x="974424" y="1366558"/>
              <a:ext cx="4655" cy="4655"/>
            </a:xfrm>
            <a:custGeom>
              <a:avLst/>
              <a:gdLst/>
              <a:ahLst/>
              <a:cxnLst/>
              <a:rect l="0" t="0" r="r" b="b"/>
              <a:pathLst>
                <a:path w="4655" h="4655" stroke="0" extrusionOk="0">
                  <a:moveTo>
                    <a:pt x="0" y="0"/>
                  </a:moveTo>
                  <a:lnTo>
                    <a:pt x="0" y="4655"/>
                  </a:lnTo>
                  <a:lnTo>
                    <a:pt x="4655" y="4655"/>
                  </a:lnTo>
                  <a:lnTo>
                    <a:pt x="46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01" name="Graph element 3094"/>
            <p:cNvSpPr/>
            <p:nvPr/>
          </p:nvSpPr>
          <p:spPr>
            <a:xfrm>
              <a:off x="960100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02" name="Graph element 3095"/>
            <p:cNvSpPr/>
            <p:nvPr/>
          </p:nvSpPr>
          <p:spPr>
            <a:xfrm>
              <a:off x="945775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03" name="Graph element 3096"/>
            <p:cNvSpPr/>
            <p:nvPr/>
          </p:nvSpPr>
          <p:spPr>
            <a:xfrm>
              <a:off x="929660" y="1366558"/>
              <a:ext cx="4655" cy="4655"/>
            </a:xfrm>
            <a:custGeom>
              <a:avLst/>
              <a:gdLst/>
              <a:ahLst/>
              <a:cxnLst/>
              <a:rect l="0" t="0" r="r" b="b"/>
              <a:pathLst>
                <a:path w="4655" h="4655" stroke="0" extrusionOk="0">
                  <a:moveTo>
                    <a:pt x="0" y="0"/>
                  </a:moveTo>
                  <a:lnTo>
                    <a:pt x="0" y="4655"/>
                  </a:lnTo>
                  <a:lnTo>
                    <a:pt x="4655" y="4655"/>
                  </a:lnTo>
                  <a:lnTo>
                    <a:pt x="46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04" name="Graph element 3097"/>
            <p:cNvSpPr/>
            <p:nvPr/>
          </p:nvSpPr>
          <p:spPr>
            <a:xfrm>
              <a:off x="915336" y="1366558"/>
              <a:ext cx="4655" cy="4655"/>
            </a:xfrm>
            <a:custGeom>
              <a:avLst/>
              <a:gdLst/>
              <a:ahLst/>
              <a:cxnLst/>
              <a:rect l="0" t="0" r="r" b="b"/>
              <a:pathLst>
                <a:path w="4655" h="4655" stroke="0" extrusionOk="0">
                  <a:moveTo>
                    <a:pt x="0" y="0"/>
                  </a:moveTo>
                  <a:lnTo>
                    <a:pt x="0" y="4655"/>
                  </a:lnTo>
                  <a:lnTo>
                    <a:pt x="4655" y="4655"/>
                  </a:lnTo>
                  <a:lnTo>
                    <a:pt x="46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05" name="Graph element 3098"/>
            <p:cNvSpPr/>
            <p:nvPr/>
          </p:nvSpPr>
          <p:spPr>
            <a:xfrm>
              <a:off x="901011" y="1366558"/>
              <a:ext cx="4655" cy="4655"/>
            </a:xfrm>
            <a:custGeom>
              <a:avLst/>
              <a:gdLst/>
              <a:ahLst/>
              <a:cxnLst/>
              <a:rect l="0" t="0" r="r" b="b"/>
              <a:pathLst>
                <a:path w="4655" h="4655" stroke="0" extrusionOk="0">
                  <a:moveTo>
                    <a:pt x="0" y="0"/>
                  </a:moveTo>
                  <a:lnTo>
                    <a:pt x="0" y="4655"/>
                  </a:lnTo>
                  <a:lnTo>
                    <a:pt x="4655" y="4655"/>
                  </a:lnTo>
                  <a:lnTo>
                    <a:pt x="46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06" name="Graph element 3099"/>
            <p:cNvSpPr/>
            <p:nvPr/>
          </p:nvSpPr>
          <p:spPr>
            <a:xfrm>
              <a:off x="886687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07" name="Graph element 3100"/>
            <p:cNvSpPr/>
            <p:nvPr/>
          </p:nvSpPr>
          <p:spPr>
            <a:xfrm>
              <a:off x="872362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08" name="Graph element 3101"/>
            <p:cNvSpPr/>
            <p:nvPr/>
          </p:nvSpPr>
          <p:spPr>
            <a:xfrm>
              <a:off x="858038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09" name="Graph element 3102"/>
            <p:cNvSpPr/>
            <p:nvPr/>
          </p:nvSpPr>
          <p:spPr>
            <a:xfrm>
              <a:off x="841923" y="1366558"/>
              <a:ext cx="4655" cy="4655"/>
            </a:xfrm>
            <a:custGeom>
              <a:avLst/>
              <a:gdLst/>
              <a:ahLst/>
              <a:cxnLst/>
              <a:rect l="0" t="0" r="r" b="b"/>
              <a:pathLst>
                <a:path w="4655" h="4655" stroke="0" extrusionOk="0">
                  <a:moveTo>
                    <a:pt x="0" y="0"/>
                  </a:moveTo>
                  <a:lnTo>
                    <a:pt x="0" y="4655"/>
                  </a:lnTo>
                  <a:lnTo>
                    <a:pt x="4655" y="4655"/>
                  </a:lnTo>
                  <a:lnTo>
                    <a:pt x="46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10" name="Graph element 3103"/>
            <p:cNvSpPr/>
            <p:nvPr/>
          </p:nvSpPr>
          <p:spPr>
            <a:xfrm>
              <a:off x="827598" y="1366558"/>
              <a:ext cx="4655" cy="4655"/>
            </a:xfrm>
            <a:custGeom>
              <a:avLst/>
              <a:gdLst/>
              <a:ahLst/>
              <a:cxnLst/>
              <a:rect l="0" t="0" r="r" b="b"/>
              <a:pathLst>
                <a:path w="4655" h="4655" stroke="0" extrusionOk="0">
                  <a:moveTo>
                    <a:pt x="0" y="0"/>
                  </a:moveTo>
                  <a:lnTo>
                    <a:pt x="0" y="4655"/>
                  </a:lnTo>
                  <a:lnTo>
                    <a:pt x="4655" y="4655"/>
                  </a:lnTo>
                  <a:lnTo>
                    <a:pt x="46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11" name="Graph element 3104"/>
            <p:cNvSpPr/>
            <p:nvPr/>
          </p:nvSpPr>
          <p:spPr>
            <a:xfrm>
              <a:off x="813274" y="1366558"/>
              <a:ext cx="4655" cy="4655"/>
            </a:xfrm>
            <a:custGeom>
              <a:avLst/>
              <a:gdLst/>
              <a:ahLst/>
              <a:cxnLst/>
              <a:rect l="0" t="0" r="r" b="b"/>
              <a:pathLst>
                <a:path w="4655" h="4655" stroke="0" extrusionOk="0">
                  <a:moveTo>
                    <a:pt x="0" y="0"/>
                  </a:moveTo>
                  <a:lnTo>
                    <a:pt x="0" y="4655"/>
                  </a:lnTo>
                  <a:lnTo>
                    <a:pt x="4655" y="4655"/>
                  </a:lnTo>
                  <a:lnTo>
                    <a:pt x="46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12" name="Graph element 3105"/>
            <p:cNvSpPr/>
            <p:nvPr/>
          </p:nvSpPr>
          <p:spPr>
            <a:xfrm>
              <a:off x="798949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13" name="Graph element 3106"/>
            <p:cNvSpPr/>
            <p:nvPr/>
          </p:nvSpPr>
          <p:spPr>
            <a:xfrm>
              <a:off x="784625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14" name="Graph element 3107"/>
            <p:cNvSpPr/>
            <p:nvPr/>
          </p:nvSpPr>
          <p:spPr>
            <a:xfrm>
              <a:off x="768510" y="1366558"/>
              <a:ext cx="4655" cy="4655"/>
            </a:xfrm>
            <a:custGeom>
              <a:avLst/>
              <a:gdLst/>
              <a:ahLst/>
              <a:cxnLst/>
              <a:rect l="0" t="0" r="r" b="b"/>
              <a:pathLst>
                <a:path w="4655" h="4655" stroke="0" extrusionOk="0">
                  <a:moveTo>
                    <a:pt x="0" y="0"/>
                  </a:moveTo>
                  <a:lnTo>
                    <a:pt x="0" y="4655"/>
                  </a:lnTo>
                  <a:lnTo>
                    <a:pt x="4655" y="4655"/>
                  </a:lnTo>
                  <a:lnTo>
                    <a:pt x="46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15" name="Graph element 3108"/>
            <p:cNvSpPr/>
            <p:nvPr/>
          </p:nvSpPr>
          <p:spPr>
            <a:xfrm>
              <a:off x="754185" y="1366558"/>
              <a:ext cx="4655" cy="4655"/>
            </a:xfrm>
            <a:custGeom>
              <a:avLst/>
              <a:gdLst/>
              <a:ahLst/>
              <a:cxnLst/>
              <a:rect l="0" t="0" r="r" b="b"/>
              <a:pathLst>
                <a:path w="4655" h="4655" stroke="0" extrusionOk="0">
                  <a:moveTo>
                    <a:pt x="0" y="0"/>
                  </a:moveTo>
                  <a:lnTo>
                    <a:pt x="0" y="4655"/>
                  </a:lnTo>
                  <a:lnTo>
                    <a:pt x="4655" y="4655"/>
                  </a:lnTo>
                  <a:lnTo>
                    <a:pt x="46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16" name="Graph element 3109"/>
            <p:cNvSpPr/>
            <p:nvPr/>
          </p:nvSpPr>
          <p:spPr>
            <a:xfrm>
              <a:off x="739861" y="1366558"/>
              <a:ext cx="4655" cy="4655"/>
            </a:xfrm>
            <a:custGeom>
              <a:avLst/>
              <a:gdLst/>
              <a:ahLst/>
              <a:cxnLst/>
              <a:rect l="0" t="0" r="r" b="b"/>
              <a:pathLst>
                <a:path w="4655" h="4655" stroke="0" extrusionOk="0">
                  <a:moveTo>
                    <a:pt x="0" y="0"/>
                  </a:moveTo>
                  <a:lnTo>
                    <a:pt x="0" y="4655"/>
                  </a:lnTo>
                  <a:lnTo>
                    <a:pt x="4655" y="4655"/>
                  </a:lnTo>
                  <a:lnTo>
                    <a:pt x="46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17" name="Graph element 3110"/>
            <p:cNvSpPr/>
            <p:nvPr/>
          </p:nvSpPr>
          <p:spPr>
            <a:xfrm>
              <a:off x="725536" y="1366558"/>
              <a:ext cx="4655" cy="4655"/>
            </a:xfrm>
            <a:custGeom>
              <a:avLst/>
              <a:gdLst/>
              <a:ahLst/>
              <a:cxnLst/>
              <a:rect l="0" t="0" r="r" b="b"/>
              <a:pathLst>
                <a:path w="4655" h="4655" stroke="0" extrusionOk="0">
                  <a:moveTo>
                    <a:pt x="0" y="0"/>
                  </a:moveTo>
                  <a:lnTo>
                    <a:pt x="0" y="4655"/>
                  </a:lnTo>
                  <a:lnTo>
                    <a:pt x="4655" y="4655"/>
                  </a:lnTo>
                  <a:lnTo>
                    <a:pt x="46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18" name="Graph element 3111"/>
            <p:cNvSpPr/>
            <p:nvPr/>
          </p:nvSpPr>
          <p:spPr>
            <a:xfrm>
              <a:off x="711212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19" name="Graph element 3112"/>
            <p:cNvSpPr/>
            <p:nvPr/>
          </p:nvSpPr>
          <p:spPr>
            <a:xfrm>
              <a:off x="696887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20" name="Graph element 3113"/>
            <p:cNvSpPr/>
            <p:nvPr/>
          </p:nvSpPr>
          <p:spPr>
            <a:xfrm>
              <a:off x="680772" y="1366558"/>
              <a:ext cx="4655" cy="4655"/>
            </a:xfrm>
            <a:custGeom>
              <a:avLst/>
              <a:gdLst/>
              <a:ahLst/>
              <a:cxnLst/>
              <a:rect l="0" t="0" r="r" b="b"/>
              <a:pathLst>
                <a:path w="4655" h="4655" stroke="0" extrusionOk="0">
                  <a:moveTo>
                    <a:pt x="0" y="0"/>
                  </a:moveTo>
                  <a:lnTo>
                    <a:pt x="0" y="4655"/>
                  </a:lnTo>
                  <a:lnTo>
                    <a:pt x="4655" y="4655"/>
                  </a:lnTo>
                  <a:lnTo>
                    <a:pt x="46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21" name="Graph element 3114"/>
            <p:cNvSpPr/>
            <p:nvPr/>
          </p:nvSpPr>
          <p:spPr>
            <a:xfrm>
              <a:off x="666448" y="1366558"/>
              <a:ext cx="4655" cy="4655"/>
            </a:xfrm>
            <a:custGeom>
              <a:avLst/>
              <a:gdLst/>
              <a:ahLst/>
              <a:cxnLst/>
              <a:rect l="0" t="0" r="r" b="b"/>
              <a:pathLst>
                <a:path w="4655" h="4655" stroke="0" extrusionOk="0">
                  <a:moveTo>
                    <a:pt x="0" y="0"/>
                  </a:moveTo>
                  <a:lnTo>
                    <a:pt x="0" y="4655"/>
                  </a:lnTo>
                  <a:lnTo>
                    <a:pt x="4655" y="4655"/>
                  </a:lnTo>
                  <a:lnTo>
                    <a:pt x="46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22" name="Graph element 3115"/>
            <p:cNvSpPr/>
            <p:nvPr/>
          </p:nvSpPr>
          <p:spPr>
            <a:xfrm>
              <a:off x="652123" y="1366558"/>
              <a:ext cx="4655" cy="4655"/>
            </a:xfrm>
            <a:custGeom>
              <a:avLst/>
              <a:gdLst/>
              <a:ahLst/>
              <a:cxnLst/>
              <a:rect l="0" t="0" r="r" b="b"/>
              <a:pathLst>
                <a:path w="4655" h="4655" stroke="0" extrusionOk="0">
                  <a:moveTo>
                    <a:pt x="0" y="0"/>
                  </a:moveTo>
                  <a:lnTo>
                    <a:pt x="0" y="4655"/>
                  </a:lnTo>
                  <a:lnTo>
                    <a:pt x="4655" y="4655"/>
                  </a:lnTo>
                  <a:lnTo>
                    <a:pt x="46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23" name="Graph element 3116"/>
            <p:cNvSpPr/>
            <p:nvPr/>
          </p:nvSpPr>
          <p:spPr>
            <a:xfrm>
              <a:off x="637799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24" name="Graph element 3117"/>
            <p:cNvSpPr/>
            <p:nvPr/>
          </p:nvSpPr>
          <p:spPr>
            <a:xfrm>
              <a:off x="623474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25" name="Graph element 3118"/>
            <p:cNvSpPr/>
            <p:nvPr/>
          </p:nvSpPr>
          <p:spPr>
            <a:xfrm>
              <a:off x="609150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26" name="Graph element 3119"/>
            <p:cNvSpPr/>
            <p:nvPr/>
          </p:nvSpPr>
          <p:spPr>
            <a:xfrm>
              <a:off x="593034" y="1366558"/>
              <a:ext cx="4655" cy="4655"/>
            </a:xfrm>
            <a:custGeom>
              <a:avLst/>
              <a:gdLst/>
              <a:ahLst/>
              <a:cxnLst/>
              <a:rect l="0" t="0" r="r" b="b"/>
              <a:pathLst>
                <a:path w="4655" h="4655" stroke="0" extrusionOk="0">
                  <a:moveTo>
                    <a:pt x="0" y="0"/>
                  </a:moveTo>
                  <a:lnTo>
                    <a:pt x="0" y="4655"/>
                  </a:lnTo>
                  <a:lnTo>
                    <a:pt x="4655" y="4655"/>
                  </a:lnTo>
                  <a:lnTo>
                    <a:pt x="46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27" name="Graph element 3120"/>
            <p:cNvSpPr/>
            <p:nvPr/>
          </p:nvSpPr>
          <p:spPr>
            <a:xfrm>
              <a:off x="578710" y="1366558"/>
              <a:ext cx="4655" cy="4655"/>
            </a:xfrm>
            <a:custGeom>
              <a:avLst/>
              <a:gdLst/>
              <a:ahLst/>
              <a:cxnLst/>
              <a:rect l="0" t="0" r="r" b="b"/>
              <a:pathLst>
                <a:path w="4655" h="4655" stroke="0" extrusionOk="0">
                  <a:moveTo>
                    <a:pt x="0" y="0"/>
                  </a:moveTo>
                  <a:lnTo>
                    <a:pt x="0" y="4655"/>
                  </a:lnTo>
                  <a:lnTo>
                    <a:pt x="4655" y="4655"/>
                  </a:lnTo>
                  <a:lnTo>
                    <a:pt x="46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28" name="Graph element 3121"/>
            <p:cNvSpPr/>
            <p:nvPr/>
          </p:nvSpPr>
          <p:spPr>
            <a:xfrm>
              <a:off x="564385" y="1366558"/>
              <a:ext cx="4655" cy="4655"/>
            </a:xfrm>
            <a:custGeom>
              <a:avLst/>
              <a:gdLst/>
              <a:ahLst/>
              <a:cxnLst/>
              <a:rect l="0" t="0" r="r" b="b"/>
              <a:pathLst>
                <a:path w="4655" h="4655" stroke="0" extrusionOk="0">
                  <a:moveTo>
                    <a:pt x="0" y="0"/>
                  </a:moveTo>
                  <a:lnTo>
                    <a:pt x="0" y="4655"/>
                  </a:lnTo>
                  <a:lnTo>
                    <a:pt x="4655" y="4655"/>
                  </a:lnTo>
                  <a:lnTo>
                    <a:pt x="46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29" name="Graph element 3122"/>
            <p:cNvSpPr/>
            <p:nvPr/>
          </p:nvSpPr>
          <p:spPr>
            <a:xfrm>
              <a:off x="550061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30" name="Graph element 3123"/>
            <p:cNvSpPr/>
            <p:nvPr/>
          </p:nvSpPr>
          <p:spPr>
            <a:xfrm>
              <a:off x="535736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31" name="Graph element 3124"/>
            <p:cNvSpPr/>
            <p:nvPr/>
          </p:nvSpPr>
          <p:spPr>
            <a:xfrm>
              <a:off x="519621" y="1366558"/>
              <a:ext cx="4655" cy="4655"/>
            </a:xfrm>
            <a:custGeom>
              <a:avLst/>
              <a:gdLst/>
              <a:ahLst/>
              <a:cxnLst/>
              <a:rect l="0" t="0" r="r" b="b"/>
              <a:pathLst>
                <a:path w="4655" h="4655" stroke="0" extrusionOk="0">
                  <a:moveTo>
                    <a:pt x="0" y="0"/>
                  </a:moveTo>
                  <a:lnTo>
                    <a:pt x="0" y="4655"/>
                  </a:lnTo>
                  <a:lnTo>
                    <a:pt x="4655" y="4655"/>
                  </a:lnTo>
                  <a:lnTo>
                    <a:pt x="46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32" name="Graph element 3125"/>
            <p:cNvSpPr/>
            <p:nvPr/>
          </p:nvSpPr>
          <p:spPr>
            <a:xfrm>
              <a:off x="505297" y="1366558"/>
              <a:ext cx="4655" cy="4655"/>
            </a:xfrm>
            <a:custGeom>
              <a:avLst/>
              <a:gdLst/>
              <a:ahLst/>
              <a:cxnLst/>
              <a:rect l="0" t="0" r="r" b="b"/>
              <a:pathLst>
                <a:path w="4655" h="4655" stroke="0" extrusionOk="0">
                  <a:moveTo>
                    <a:pt x="0" y="0"/>
                  </a:moveTo>
                  <a:lnTo>
                    <a:pt x="0" y="4655"/>
                  </a:lnTo>
                  <a:lnTo>
                    <a:pt x="4655" y="4655"/>
                  </a:lnTo>
                  <a:lnTo>
                    <a:pt x="46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33" name="Graph element 3126"/>
            <p:cNvSpPr/>
            <p:nvPr/>
          </p:nvSpPr>
          <p:spPr>
            <a:xfrm>
              <a:off x="490972" y="1366558"/>
              <a:ext cx="4655" cy="4655"/>
            </a:xfrm>
            <a:custGeom>
              <a:avLst/>
              <a:gdLst/>
              <a:ahLst/>
              <a:cxnLst/>
              <a:rect l="0" t="0" r="r" b="b"/>
              <a:pathLst>
                <a:path w="4655" h="4655" stroke="0" extrusionOk="0">
                  <a:moveTo>
                    <a:pt x="0" y="0"/>
                  </a:moveTo>
                  <a:lnTo>
                    <a:pt x="0" y="4655"/>
                  </a:lnTo>
                  <a:lnTo>
                    <a:pt x="4655" y="4655"/>
                  </a:lnTo>
                  <a:lnTo>
                    <a:pt x="46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34" name="Graph element 3127"/>
            <p:cNvSpPr/>
            <p:nvPr/>
          </p:nvSpPr>
          <p:spPr>
            <a:xfrm>
              <a:off x="476648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35" name="Graph element 3128"/>
            <p:cNvSpPr/>
            <p:nvPr/>
          </p:nvSpPr>
          <p:spPr>
            <a:xfrm>
              <a:off x="462323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36" name="Graph element 3129"/>
            <p:cNvSpPr/>
            <p:nvPr/>
          </p:nvSpPr>
          <p:spPr>
            <a:xfrm>
              <a:off x="447999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37" name="Graph element 3130"/>
            <p:cNvSpPr/>
            <p:nvPr/>
          </p:nvSpPr>
          <p:spPr>
            <a:xfrm>
              <a:off x="431884" y="1366558"/>
              <a:ext cx="4655" cy="4655"/>
            </a:xfrm>
            <a:custGeom>
              <a:avLst/>
              <a:gdLst/>
              <a:ahLst/>
              <a:cxnLst/>
              <a:rect l="0" t="0" r="r" b="b"/>
              <a:pathLst>
                <a:path w="4655" h="4655" stroke="0" extrusionOk="0">
                  <a:moveTo>
                    <a:pt x="0" y="0"/>
                  </a:moveTo>
                  <a:lnTo>
                    <a:pt x="0" y="4655"/>
                  </a:lnTo>
                  <a:lnTo>
                    <a:pt x="4655" y="4655"/>
                  </a:lnTo>
                  <a:lnTo>
                    <a:pt x="46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38" name="Graph element 3131"/>
            <p:cNvSpPr/>
            <p:nvPr/>
          </p:nvSpPr>
          <p:spPr>
            <a:xfrm>
              <a:off x="417559" y="1366558"/>
              <a:ext cx="4655" cy="4655"/>
            </a:xfrm>
            <a:custGeom>
              <a:avLst/>
              <a:gdLst/>
              <a:ahLst/>
              <a:cxnLst/>
              <a:rect l="0" t="0" r="r" b="b"/>
              <a:pathLst>
                <a:path w="4655" h="4655" stroke="0" extrusionOk="0">
                  <a:moveTo>
                    <a:pt x="0" y="0"/>
                  </a:moveTo>
                  <a:lnTo>
                    <a:pt x="0" y="4655"/>
                  </a:lnTo>
                  <a:lnTo>
                    <a:pt x="4655" y="4655"/>
                  </a:lnTo>
                  <a:lnTo>
                    <a:pt x="46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39" name="Graph element 3132"/>
            <p:cNvSpPr/>
            <p:nvPr/>
          </p:nvSpPr>
          <p:spPr>
            <a:xfrm>
              <a:off x="403235" y="1366558"/>
              <a:ext cx="4655" cy="4655"/>
            </a:xfrm>
            <a:custGeom>
              <a:avLst/>
              <a:gdLst/>
              <a:ahLst/>
              <a:cxnLst/>
              <a:rect l="0" t="0" r="r" b="b"/>
              <a:pathLst>
                <a:path w="4655" h="4655" stroke="0" extrusionOk="0">
                  <a:moveTo>
                    <a:pt x="0" y="0"/>
                  </a:moveTo>
                  <a:lnTo>
                    <a:pt x="0" y="4655"/>
                  </a:lnTo>
                  <a:lnTo>
                    <a:pt x="4655" y="4655"/>
                  </a:lnTo>
                  <a:lnTo>
                    <a:pt x="46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40" name="Graph element 3133"/>
            <p:cNvSpPr/>
            <p:nvPr/>
          </p:nvSpPr>
          <p:spPr>
            <a:xfrm>
              <a:off x="388910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41" name="Graph element 3134"/>
            <p:cNvSpPr/>
            <p:nvPr/>
          </p:nvSpPr>
          <p:spPr>
            <a:xfrm>
              <a:off x="374586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42" name="Graph element 3135"/>
            <p:cNvSpPr/>
            <p:nvPr/>
          </p:nvSpPr>
          <p:spPr>
            <a:xfrm>
              <a:off x="360261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43" name="Graph element 3136"/>
            <p:cNvSpPr/>
            <p:nvPr/>
          </p:nvSpPr>
          <p:spPr>
            <a:xfrm>
              <a:off x="344146" y="1366558"/>
              <a:ext cx="4655" cy="4655"/>
            </a:xfrm>
            <a:custGeom>
              <a:avLst/>
              <a:gdLst/>
              <a:ahLst/>
              <a:cxnLst/>
              <a:rect l="0" t="0" r="r" b="b"/>
              <a:pathLst>
                <a:path w="4655" h="4655" stroke="0" extrusionOk="0">
                  <a:moveTo>
                    <a:pt x="0" y="0"/>
                  </a:moveTo>
                  <a:lnTo>
                    <a:pt x="0" y="4655"/>
                  </a:lnTo>
                  <a:lnTo>
                    <a:pt x="4655" y="4655"/>
                  </a:lnTo>
                  <a:lnTo>
                    <a:pt x="46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44" name="Graph element 3137"/>
            <p:cNvSpPr/>
            <p:nvPr/>
          </p:nvSpPr>
          <p:spPr>
            <a:xfrm>
              <a:off x="329822" y="1366558"/>
              <a:ext cx="4655" cy="4655"/>
            </a:xfrm>
            <a:custGeom>
              <a:avLst/>
              <a:gdLst/>
              <a:ahLst/>
              <a:cxnLst/>
              <a:rect l="0" t="0" r="r" b="b"/>
              <a:pathLst>
                <a:path w="4655" h="4655" stroke="0" extrusionOk="0">
                  <a:moveTo>
                    <a:pt x="0" y="0"/>
                  </a:moveTo>
                  <a:lnTo>
                    <a:pt x="0" y="4655"/>
                  </a:lnTo>
                  <a:lnTo>
                    <a:pt x="4655" y="4655"/>
                  </a:lnTo>
                  <a:lnTo>
                    <a:pt x="46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45" name="Graph element 3138"/>
            <p:cNvSpPr/>
            <p:nvPr/>
          </p:nvSpPr>
          <p:spPr>
            <a:xfrm>
              <a:off x="315497" y="1366558"/>
              <a:ext cx="4655" cy="4655"/>
            </a:xfrm>
            <a:custGeom>
              <a:avLst/>
              <a:gdLst/>
              <a:ahLst/>
              <a:cxnLst/>
              <a:rect l="0" t="0" r="r" b="b"/>
              <a:pathLst>
                <a:path w="4655" h="4655" stroke="0" extrusionOk="0">
                  <a:moveTo>
                    <a:pt x="0" y="0"/>
                  </a:moveTo>
                  <a:lnTo>
                    <a:pt x="0" y="4655"/>
                  </a:lnTo>
                  <a:lnTo>
                    <a:pt x="4655" y="4655"/>
                  </a:lnTo>
                  <a:lnTo>
                    <a:pt x="46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46" name="Graph element 3139"/>
            <p:cNvSpPr/>
            <p:nvPr/>
          </p:nvSpPr>
          <p:spPr>
            <a:xfrm>
              <a:off x="301173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47" name="Graph element 3140"/>
            <p:cNvSpPr/>
            <p:nvPr/>
          </p:nvSpPr>
          <p:spPr>
            <a:xfrm>
              <a:off x="286848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48" name="Graph element 3141"/>
            <p:cNvSpPr/>
            <p:nvPr/>
          </p:nvSpPr>
          <p:spPr>
            <a:xfrm>
              <a:off x="270733" y="1366558"/>
              <a:ext cx="4655" cy="4655"/>
            </a:xfrm>
            <a:custGeom>
              <a:avLst/>
              <a:gdLst/>
              <a:ahLst/>
              <a:cxnLst/>
              <a:rect l="0" t="0" r="r" b="b"/>
              <a:pathLst>
                <a:path w="4655" h="4655" stroke="0" extrusionOk="0">
                  <a:moveTo>
                    <a:pt x="0" y="0"/>
                  </a:moveTo>
                  <a:lnTo>
                    <a:pt x="0" y="4655"/>
                  </a:lnTo>
                  <a:lnTo>
                    <a:pt x="4655" y="4655"/>
                  </a:lnTo>
                  <a:lnTo>
                    <a:pt x="46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49" name="Graph element 3142"/>
            <p:cNvSpPr/>
            <p:nvPr/>
          </p:nvSpPr>
          <p:spPr>
            <a:xfrm>
              <a:off x="256409" y="1366558"/>
              <a:ext cx="4655" cy="4655"/>
            </a:xfrm>
            <a:custGeom>
              <a:avLst/>
              <a:gdLst/>
              <a:ahLst/>
              <a:cxnLst/>
              <a:rect l="0" t="0" r="r" b="b"/>
              <a:pathLst>
                <a:path w="4655" h="4655" stroke="0" extrusionOk="0">
                  <a:moveTo>
                    <a:pt x="0" y="0"/>
                  </a:moveTo>
                  <a:lnTo>
                    <a:pt x="0" y="4655"/>
                  </a:lnTo>
                  <a:lnTo>
                    <a:pt x="4655" y="4655"/>
                  </a:lnTo>
                  <a:lnTo>
                    <a:pt x="46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50" name="Graph element 3143"/>
            <p:cNvSpPr/>
            <p:nvPr/>
          </p:nvSpPr>
          <p:spPr>
            <a:xfrm>
              <a:off x="242084" y="1366558"/>
              <a:ext cx="4655" cy="4655"/>
            </a:xfrm>
            <a:custGeom>
              <a:avLst/>
              <a:gdLst/>
              <a:ahLst/>
              <a:cxnLst/>
              <a:rect l="0" t="0" r="r" b="b"/>
              <a:pathLst>
                <a:path w="4655" h="4655" stroke="0" extrusionOk="0">
                  <a:moveTo>
                    <a:pt x="0" y="0"/>
                  </a:moveTo>
                  <a:lnTo>
                    <a:pt x="0" y="4655"/>
                  </a:lnTo>
                  <a:lnTo>
                    <a:pt x="4655" y="4655"/>
                  </a:lnTo>
                  <a:lnTo>
                    <a:pt x="46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51" name="Graph element 3144"/>
            <p:cNvSpPr/>
            <p:nvPr/>
          </p:nvSpPr>
          <p:spPr>
            <a:xfrm>
              <a:off x="227760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52" name="Graph element 3145"/>
            <p:cNvSpPr/>
            <p:nvPr/>
          </p:nvSpPr>
          <p:spPr>
            <a:xfrm>
              <a:off x="213435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53" name="Graph element 3146"/>
            <p:cNvSpPr/>
            <p:nvPr/>
          </p:nvSpPr>
          <p:spPr>
            <a:xfrm>
              <a:off x="199111" y="136799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54" name="Graph element 3147"/>
            <p:cNvSpPr/>
            <p:nvPr/>
          </p:nvSpPr>
          <p:spPr>
            <a:xfrm>
              <a:off x="1037094" y="1327165"/>
              <a:ext cx="4655" cy="4655"/>
            </a:xfrm>
            <a:custGeom>
              <a:avLst/>
              <a:gdLst/>
              <a:ahLst/>
              <a:cxnLst/>
              <a:rect l="0" t="0" r="r" b="b"/>
              <a:pathLst>
                <a:path w="4655" h="4655" stroke="0" extrusionOk="0">
                  <a:moveTo>
                    <a:pt x="0" y="0"/>
                  </a:moveTo>
                  <a:lnTo>
                    <a:pt x="0" y="4655"/>
                  </a:lnTo>
                  <a:lnTo>
                    <a:pt x="4655" y="4655"/>
                  </a:lnTo>
                  <a:lnTo>
                    <a:pt x="46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55" name="Graph element 3148"/>
            <p:cNvSpPr/>
            <p:nvPr/>
          </p:nvSpPr>
          <p:spPr>
            <a:xfrm>
              <a:off x="927870" y="1328598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56" name="Graph element 3149"/>
            <p:cNvSpPr/>
            <p:nvPr/>
          </p:nvSpPr>
          <p:spPr>
            <a:xfrm>
              <a:off x="1037094" y="1312841"/>
              <a:ext cx="4655" cy="4655"/>
            </a:xfrm>
            <a:custGeom>
              <a:avLst/>
              <a:gdLst/>
              <a:ahLst/>
              <a:cxnLst/>
              <a:rect l="0" t="0" r="r" b="b"/>
              <a:pathLst>
                <a:path w="4655" h="4655" stroke="0" extrusionOk="0">
                  <a:moveTo>
                    <a:pt x="0" y="0"/>
                  </a:moveTo>
                  <a:lnTo>
                    <a:pt x="0" y="4655"/>
                  </a:lnTo>
                  <a:lnTo>
                    <a:pt x="4655" y="4655"/>
                  </a:lnTo>
                  <a:lnTo>
                    <a:pt x="46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57" name="Graph element 3150"/>
            <p:cNvSpPr/>
            <p:nvPr/>
          </p:nvSpPr>
          <p:spPr>
            <a:xfrm>
              <a:off x="927870" y="1314273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58" name="Graph element 3151"/>
            <p:cNvSpPr/>
            <p:nvPr/>
          </p:nvSpPr>
          <p:spPr>
            <a:xfrm>
              <a:off x="1037094" y="1299949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59" name="Graph element 3152"/>
            <p:cNvSpPr/>
            <p:nvPr/>
          </p:nvSpPr>
          <p:spPr>
            <a:xfrm>
              <a:off x="927870" y="1299949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60" name="Graph element 3153"/>
            <p:cNvSpPr/>
            <p:nvPr/>
          </p:nvSpPr>
          <p:spPr>
            <a:xfrm>
              <a:off x="1037094" y="1284192"/>
              <a:ext cx="6681" cy="6681"/>
            </a:xfrm>
            <a:custGeom>
              <a:avLst/>
              <a:gdLst/>
              <a:ahLst/>
              <a:cxnLst/>
              <a:rect l="0" t="0" r="r" b="b"/>
              <a:pathLst>
                <a:path w="6681" h="6681" stroke="0" extrusionOk="0">
                  <a:moveTo>
                    <a:pt x="0" y="0"/>
                  </a:moveTo>
                  <a:lnTo>
                    <a:pt x="0" y="6681"/>
                  </a:lnTo>
                  <a:lnTo>
                    <a:pt x="668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61" name="Graph element 3154"/>
            <p:cNvSpPr/>
            <p:nvPr/>
          </p:nvSpPr>
          <p:spPr>
            <a:xfrm>
              <a:off x="1037094" y="1266051"/>
              <a:ext cx="6681" cy="6681"/>
            </a:xfrm>
            <a:custGeom>
              <a:avLst/>
              <a:gdLst/>
              <a:ahLst/>
              <a:cxnLst/>
              <a:rect l="0" t="0" r="r" b="b"/>
              <a:pathLst>
                <a:path w="6681" h="6681" stroke="0" extrusionOk="0">
                  <a:moveTo>
                    <a:pt x="0" y="0"/>
                  </a:moveTo>
                  <a:lnTo>
                    <a:pt x="0" y="6681"/>
                  </a:lnTo>
                  <a:lnTo>
                    <a:pt x="6681" y="66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62" name="Graph element 3155"/>
            <p:cNvSpPr/>
            <p:nvPr/>
          </p:nvSpPr>
          <p:spPr>
            <a:xfrm>
              <a:off x="1037094" y="1253752"/>
              <a:ext cx="4655" cy="4655"/>
            </a:xfrm>
            <a:custGeom>
              <a:avLst/>
              <a:gdLst/>
              <a:ahLst/>
              <a:cxnLst/>
              <a:rect l="0" t="0" r="r" b="b"/>
              <a:pathLst>
                <a:path w="4655" h="4655" stroke="0" extrusionOk="0">
                  <a:moveTo>
                    <a:pt x="0" y="0"/>
                  </a:moveTo>
                  <a:lnTo>
                    <a:pt x="0" y="4655"/>
                  </a:lnTo>
                  <a:lnTo>
                    <a:pt x="4655" y="4655"/>
                  </a:lnTo>
                  <a:lnTo>
                    <a:pt x="46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63" name="Graph element 3156"/>
            <p:cNvSpPr/>
            <p:nvPr/>
          </p:nvSpPr>
          <p:spPr>
            <a:xfrm>
              <a:off x="927870" y="1255185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64" name="Graph element 3157"/>
            <p:cNvSpPr/>
            <p:nvPr/>
          </p:nvSpPr>
          <p:spPr>
            <a:xfrm>
              <a:off x="1037094" y="1237402"/>
              <a:ext cx="6681" cy="6681"/>
            </a:xfrm>
            <a:custGeom>
              <a:avLst/>
              <a:gdLst/>
              <a:ahLst/>
              <a:cxnLst/>
              <a:rect l="0" t="0" r="r" b="b"/>
              <a:pathLst>
                <a:path w="6681" h="6681" stroke="0" extrusionOk="0">
                  <a:moveTo>
                    <a:pt x="0" y="0"/>
                  </a:moveTo>
                  <a:lnTo>
                    <a:pt x="0" y="6681"/>
                  </a:lnTo>
                  <a:lnTo>
                    <a:pt x="6681" y="66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65" name="Graph element 3158"/>
            <p:cNvSpPr/>
            <p:nvPr/>
          </p:nvSpPr>
          <p:spPr>
            <a:xfrm>
              <a:off x="927870" y="124086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66" name="Graph element 3159"/>
            <p:cNvSpPr/>
            <p:nvPr/>
          </p:nvSpPr>
          <p:spPr>
            <a:xfrm>
              <a:off x="1037094" y="1226536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67" name="Graph element 3160"/>
            <p:cNvSpPr/>
            <p:nvPr/>
          </p:nvSpPr>
          <p:spPr>
            <a:xfrm>
              <a:off x="927870" y="1226536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68" name="Graph element 3161"/>
            <p:cNvSpPr/>
            <p:nvPr/>
          </p:nvSpPr>
          <p:spPr>
            <a:xfrm>
              <a:off x="1038527" y="1210779"/>
              <a:ext cx="1791" cy="2865"/>
            </a:xfrm>
            <a:custGeom>
              <a:avLst/>
              <a:gdLst/>
              <a:ahLst/>
              <a:cxnLst/>
              <a:rect l="0" t="0" r="r" b="b"/>
              <a:pathLst>
                <a:path w="1791" h="2865" stroke="0" extrusionOk="0">
                  <a:moveTo>
                    <a:pt x="1791" y="2865"/>
                  </a:moveTo>
                  <a:lnTo>
                    <a:pt x="1791" y="0"/>
                  </a:lnTo>
                  <a:lnTo>
                    <a:pt x="0" y="0"/>
                  </a:lnTo>
                  <a:lnTo>
                    <a:pt x="0" y="2865"/>
                  </a:lnTo>
                  <a:lnTo>
                    <a:pt x="1791" y="2865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69" name="Graph element 3162"/>
            <p:cNvSpPr/>
            <p:nvPr/>
          </p:nvSpPr>
          <p:spPr>
            <a:xfrm>
              <a:off x="1037094" y="1196454"/>
              <a:ext cx="6681" cy="6681"/>
            </a:xfrm>
            <a:custGeom>
              <a:avLst/>
              <a:gdLst/>
              <a:ahLst/>
              <a:cxnLst/>
              <a:rect l="0" t="0" r="r" b="b"/>
              <a:pathLst>
                <a:path w="6681" h="6681" stroke="0" extrusionOk="0">
                  <a:moveTo>
                    <a:pt x="0" y="0"/>
                  </a:moveTo>
                  <a:lnTo>
                    <a:pt x="0" y="6681"/>
                  </a:lnTo>
                  <a:lnTo>
                    <a:pt x="668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70" name="Graph element 3163"/>
            <p:cNvSpPr/>
            <p:nvPr/>
          </p:nvSpPr>
          <p:spPr>
            <a:xfrm>
              <a:off x="1037094" y="1178313"/>
              <a:ext cx="6681" cy="6681"/>
            </a:xfrm>
            <a:custGeom>
              <a:avLst/>
              <a:gdLst/>
              <a:ahLst/>
              <a:cxnLst/>
              <a:rect l="0" t="0" r="r" b="b"/>
              <a:pathLst>
                <a:path w="6681" h="6681" stroke="0" extrusionOk="0">
                  <a:moveTo>
                    <a:pt x="0" y="0"/>
                  </a:moveTo>
                  <a:lnTo>
                    <a:pt x="0" y="6681"/>
                  </a:lnTo>
                  <a:lnTo>
                    <a:pt x="6681" y="66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71" name="Graph element 3164"/>
            <p:cNvSpPr/>
            <p:nvPr/>
          </p:nvSpPr>
          <p:spPr>
            <a:xfrm>
              <a:off x="1037094" y="1166015"/>
              <a:ext cx="4655" cy="4655"/>
            </a:xfrm>
            <a:custGeom>
              <a:avLst/>
              <a:gdLst/>
              <a:ahLst/>
              <a:cxnLst/>
              <a:rect l="0" t="0" r="r" b="b"/>
              <a:pathLst>
                <a:path w="4655" h="4655" stroke="0" extrusionOk="0">
                  <a:moveTo>
                    <a:pt x="0" y="0"/>
                  </a:moveTo>
                  <a:lnTo>
                    <a:pt x="0" y="4655"/>
                  </a:lnTo>
                  <a:lnTo>
                    <a:pt x="4655" y="4655"/>
                  </a:lnTo>
                  <a:lnTo>
                    <a:pt x="46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72" name="Graph element 3165"/>
            <p:cNvSpPr/>
            <p:nvPr/>
          </p:nvSpPr>
          <p:spPr>
            <a:xfrm>
              <a:off x="927870" y="1167447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73" name="Graph element 3166"/>
            <p:cNvSpPr/>
            <p:nvPr/>
          </p:nvSpPr>
          <p:spPr>
            <a:xfrm>
              <a:off x="1037094" y="1153123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74" name="Graph element 3167"/>
            <p:cNvSpPr/>
            <p:nvPr/>
          </p:nvSpPr>
          <p:spPr>
            <a:xfrm>
              <a:off x="927870" y="1153123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75" name="Graph element 3168"/>
            <p:cNvSpPr/>
            <p:nvPr/>
          </p:nvSpPr>
          <p:spPr>
            <a:xfrm>
              <a:off x="1037094" y="1137366"/>
              <a:ext cx="4655" cy="4655"/>
            </a:xfrm>
            <a:custGeom>
              <a:avLst/>
              <a:gdLst/>
              <a:ahLst/>
              <a:cxnLst/>
              <a:rect l="0" t="0" r="r" b="b"/>
              <a:pathLst>
                <a:path w="4655" h="4655" stroke="0" extrusionOk="0">
                  <a:moveTo>
                    <a:pt x="0" y="0"/>
                  </a:moveTo>
                  <a:lnTo>
                    <a:pt x="0" y="4655"/>
                  </a:lnTo>
                  <a:lnTo>
                    <a:pt x="4655" y="4655"/>
                  </a:lnTo>
                  <a:lnTo>
                    <a:pt x="46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76" name="Graph element 3169"/>
            <p:cNvSpPr/>
            <p:nvPr/>
          </p:nvSpPr>
          <p:spPr>
            <a:xfrm>
              <a:off x="927870" y="1138798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77" name="Graph element 3170"/>
            <p:cNvSpPr/>
            <p:nvPr/>
          </p:nvSpPr>
          <p:spPr>
            <a:xfrm>
              <a:off x="1037094" y="1123041"/>
              <a:ext cx="6681" cy="6681"/>
            </a:xfrm>
            <a:custGeom>
              <a:avLst/>
              <a:gdLst/>
              <a:ahLst/>
              <a:cxnLst/>
              <a:rect l="0" t="0" r="r" b="b"/>
              <a:pathLst>
                <a:path w="6681" h="6681" stroke="0" extrusionOk="0">
                  <a:moveTo>
                    <a:pt x="0" y="0"/>
                  </a:moveTo>
                  <a:lnTo>
                    <a:pt x="0" y="6681"/>
                  </a:lnTo>
                  <a:lnTo>
                    <a:pt x="668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78" name="Graph element 3171"/>
            <p:cNvSpPr/>
            <p:nvPr/>
          </p:nvSpPr>
          <p:spPr>
            <a:xfrm>
              <a:off x="1037094" y="1104900"/>
              <a:ext cx="6681" cy="6681"/>
            </a:xfrm>
            <a:custGeom>
              <a:avLst/>
              <a:gdLst/>
              <a:ahLst/>
              <a:cxnLst/>
              <a:rect l="0" t="0" r="r" b="b"/>
              <a:pathLst>
                <a:path w="6681" h="6681" stroke="0" extrusionOk="0">
                  <a:moveTo>
                    <a:pt x="0" y="0"/>
                  </a:moveTo>
                  <a:lnTo>
                    <a:pt x="0" y="6681"/>
                  </a:lnTo>
                  <a:lnTo>
                    <a:pt x="6681" y="66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79" name="Graph element 3172"/>
            <p:cNvSpPr/>
            <p:nvPr/>
          </p:nvSpPr>
          <p:spPr>
            <a:xfrm>
              <a:off x="1037094" y="1090576"/>
              <a:ext cx="6681" cy="6681"/>
            </a:xfrm>
            <a:custGeom>
              <a:avLst/>
              <a:gdLst/>
              <a:ahLst/>
              <a:cxnLst/>
              <a:rect l="0" t="0" r="r" b="b"/>
              <a:pathLst>
                <a:path w="6681" h="6681" stroke="0" extrusionOk="0">
                  <a:moveTo>
                    <a:pt x="0" y="0"/>
                  </a:moveTo>
                  <a:lnTo>
                    <a:pt x="0" y="6681"/>
                  </a:lnTo>
                  <a:lnTo>
                    <a:pt x="6681" y="66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80" name="Graph element 3173"/>
            <p:cNvSpPr/>
            <p:nvPr/>
          </p:nvSpPr>
          <p:spPr>
            <a:xfrm>
              <a:off x="1037094" y="1079709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81" name="Graph element 3174"/>
            <p:cNvSpPr/>
            <p:nvPr/>
          </p:nvSpPr>
          <p:spPr>
            <a:xfrm>
              <a:off x="927870" y="1079709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82" name="Graph element 3175"/>
            <p:cNvSpPr/>
            <p:nvPr/>
          </p:nvSpPr>
          <p:spPr>
            <a:xfrm>
              <a:off x="1037094" y="1063953"/>
              <a:ext cx="4655" cy="4655"/>
            </a:xfrm>
            <a:custGeom>
              <a:avLst/>
              <a:gdLst/>
              <a:ahLst/>
              <a:cxnLst/>
              <a:rect l="0" t="0" r="r" b="b"/>
              <a:pathLst>
                <a:path w="4655" h="4655" stroke="0" extrusionOk="0">
                  <a:moveTo>
                    <a:pt x="0" y="0"/>
                  </a:moveTo>
                  <a:lnTo>
                    <a:pt x="0" y="4655"/>
                  </a:lnTo>
                  <a:lnTo>
                    <a:pt x="4655" y="4655"/>
                  </a:lnTo>
                  <a:lnTo>
                    <a:pt x="46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83" name="Graph element 3176"/>
            <p:cNvSpPr/>
            <p:nvPr/>
          </p:nvSpPr>
          <p:spPr>
            <a:xfrm>
              <a:off x="927870" y="1065385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84" name="Graph element 3177"/>
            <p:cNvSpPr/>
            <p:nvPr/>
          </p:nvSpPr>
          <p:spPr>
            <a:xfrm>
              <a:off x="1037094" y="1049628"/>
              <a:ext cx="4655" cy="4655"/>
            </a:xfrm>
            <a:custGeom>
              <a:avLst/>
              <a:gdLst/>
              <a:ahLst/>
              <a:cxnLst/>
              <a:rect l="0" t="0" r="r" b="b"/>
              <a:pathLst>
                <a:path w="4655" h="4655" stroke="0" extrusionOk="0">
                  <a:moveTo>
                    <a:pt x="0" y="0"/>
                  </a:moveTo>
                  <a:lnTo>
                    <a:pt x="0" y="4655"/>
                  </a:lnTo>
                  <a:lnTo>
                    <a:pt x="4655" y="4655"/>
                  </a:lnTo>
                  <a:lnTo>
                    <a:pt x="46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85" name="Graph element 3178"/>
            <p:cNvSpPr/>
            <p:nvPr/>
          </p:nvSpPr>
          <p:spPr>
            <a:xfrm>
              <a:off x="927870" y="105106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86" name="Graph element 3179"/>
            <p:cNvSpPr/>
            <p:nvPr/>
          </p:nvSpPr>
          <p:spPr>
            <a:xfrm>
              <a:off x="1037094" y="1017163"/>
              <a:ext cx="6681" cy="6681"/>
            </a:xfrm>
            <a:custGeom>
              <a:avLst/>
              <a:gdLst/>
              <a:ahLst/>
              <a:cxnLst/>
              <a:rect l="0" t="0" r="r" b="b"/>
              <a:pathLst>
                <a:path w="6681" h="6681" stroke="0" extrusionOk="0">
                  <a:moveTo>
                    <a:pt x="0" y="0"/>
                  </a:moveTo>
                  <a:lnTo>
                    <a:pt x="0" y="6681"/>
                  </a:lnTo>
                  <a:lnTo>
                    <a:pt x="6681" y="66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87" name="Graph element 3180"/>
            <p:cNvSpPr/>
            <p:nvPr/>
          </p:nvSpPr>
          <p:spPr>
            <a:xfrm>
              <a:off x="1037094" y="1004864"/>
              <a:ext cx="4655" cy="4655"/>
            </a:xfrm>
            <a:custGeom>
              <a:avLst/>
              <a:gdLst/>
              <a:ahLst/>
              <a:cxnLst/>
              <a:rect l="0" t="0" r="r" b="b"/>
              <a:pathLst>
                <a:path w="4655" h="4655" stroke="0" extrusionOk="0">
                  <a:moveTo>
                    <a:pt x="0" y="0"/>
                  </a:moveTo>
                  <a:lnTo>
                    <a:pt x="0" y="4655"/>
                  </a:lnTo>
                  <a:lnTo>
                    <a:pt x="4655" y="4655"/>
                  </a:lnTo>
                  <a:lnTo>
                    <a:pt x="46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88" name="Graph element 3181"/>
            <p:cNvSpPr/>
            <p:nvPr/>
          </p:nvSpPr>
          <p:spPr>
            <a:xfrm>
              <a:off x="927870" y="1006296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89" name="Graph element 3182"/>
            <p:cNvSpPr/>
            <p:nvPr/>
          </p:nvSpPr>
          <p:spPr>
            <a:xfrm>
              <a:off x="1037094" y="991972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90" name="Graph element 3183"/>
            <p:cNvSpPr/>
            <p:nvPr/>
          </p:nvSpPr>
          <p:spPr>
            <a:xfrm>
              <a:off x="927870" y="991972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91" name="Graph element 3184"/>
            <p:cNvSpPr/>
            <p:nvPr/>
          </p:nvSpPr>
          <p:spPr>
            <a:xfrm>
              <a:off x="1037094" y="977647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92" name="Graph element 3185"/>
            <p:cNvSpPr/>
            <p:nvPr/>
          </p:nvSpPr>
          <p:spPr>
            <a:xfrm>
              <a:off x="927870" y="977647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93" name="Graph element 3186"/>
            <p:cNvSpPr/>
            <p:nvPr/>
          </p:nvSpPr>
          <p:spPr>
            <a:xfrm>
              <a:off x="1037094" y="961890"/>
              <a:ext cx="6681" cy="6681"/>
            </a:xfrm>
            <a:custGeom>
              <a:avLst/>
              <a:gdLst/>
              <a:ahLst/>
              <a:cxnLst/>
              <a:rect l="0" t="0" r="r" b="b"/>
              <a:pathLst>
                <a:path w="6681" h="6681" stroke="0" extrusionOk="0">
                  <a:moveTo>
                    <a:pt x="0" y="0"/>
                  </a:moveTo>
                  <a:lnTo>
                    <a:pt x="0" y="6681"/>
                  </a:lnTo>
                  <a:lnTo>
                    <a:pt x="668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94" name="Graph element 3187"/>
            <p:cNvSpPr/>
            <p:nvPr/>
          </p:nvSpPr>
          <p:spPr>
            <a:xfrm>
              <a:off x="1037094" y="947566"/>
              <a:ext cx="6681" cy="6681"/>
            </a:xfrm>
            <a:custGeom>
              <a:avLst/>
              <a:gdLst/>
              <a:ahLst/>
              <a:cxnLst/>
              <a:rect l="0" t="0" r="r" b="b"/>
              <a:pathLst>
                <a:path w="6681" h="6681" stroke="0" extrusionOk="0">
                  <a:moveTo>
                    <a:pt x="0" y="0"/>
                  </a:moveTo>
                  <a:lnTo>
                    <a:pt x="0" y="6681"/>
                  </a:lnTo>
                  <a:lnTo>
                    <a:pt x="668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95" name="Graph element 3188"/>
            <p:cNvSpPr/>
            <p:nvPr/>
          </p:nvSpPr>
          <p:spPr>
            <a:xfrm>
              <a:off x="1037094" y="929425"/>
              <a:ext cx="6681" cy="6681"/>
            </a:xfrm>
            <a:custGeom>
              <a:avLst/>
              <a:gdLst/>
              <a:ahLst/>
              <a:cxnLst/>
              <a:rect l="0" t="0" r="r" b="b"/>
              <a:pathLst>
                <a:path w="6681" h="6681" stroke="0" extrusionOk="0">
                  <a:moveTo>
                    <a:pt x="0" y="0"/>
                  </a:moveTo>
                  <a:lnTo>
                    <a:pt x="0" y="6681"/>
                  </a:lnTo>
                  <a:lnTo>
                    <a:pt x="6681" y="66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96" name="Graph element 3189"/>
            <p:cNvSpPr/>
            <p:nvPr/>
          </p:nvSpPr>
          <p:spPr>
            <a:xfrm>
              <a:off x="1037094" y="917126"/>
              <a:ext cx="4655" cy="4655"/>
            </a:xfrm>
            <a:custGeom>
              <a:avLst/>
              <a:gdLst/>
              <a:ahLst/>
              <a:cxnLst/>
              <a:rect l="0" t="0" r="r" b="b"/>
              <a:pathLst>
                <a:path w="4655" h="4655" stroke="0" extrusionOk="0">
                  <a:moveTo>
                    <a:pt x="0" y="0"/>
                  </a:moveTo>
                  <a:lnTo>
                    <a:pt x="0" y="4655"/>
                  </a:lnTo>
                  <a:lnTo>
                    <a:pt x="4655" y="4655"/>
                  </a:lnTo>
                  <a:lnTo>
                    <a:pt x="46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97" name="Graph element 3190"/>
            <p:cNvSpPr/>
            <p:nvPr/>
          </p:nvSpPr>
          <p:spPr>
            <a:xfrm>
              <a:off x="927870" y="918559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98" name="Graph element 3191"/>
            <p:cNvSpPr/>
            <p:nvPr/>
          </p:nvSpPr>
          <p:spPr>
            <a:xfrm>
              <a:off x="1037094" y="904234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499" name="Graph element 3192"/>
            <p:cNvSpPr/>
            <p:nvPr/>
          </p:nvSpPr>
          <p:spPr>
            <a:xfrm>
              <a:off x="927870" y="904234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500" name="Graph element 3193"/>
            <p:cNvSpPr/>
            <p:nvPr/>
          </p:nvSpPr>
          <p:spPr>
            <a:xfrm>
              <a:off x="1037094" y="888477"/>
              <a:ext cx="4655" cy="4655"/>
            </a:xfrm>
            <a:custGeom>
              <a:avLst/>
              <a:gdLst/>
              <a:ahLst/>
              <a:cxnLst/>
              <a:rect l="0" t="0" r="r" b="b"/>
              <a:pathLst>
                <a:path w="4655" h="4655" stroke="0" extrusionOk="0">
                  <a:moveTo>
                    <a:pt x="0" y="0"/>
                  </a:moveTo>
                  <a:lnTo>
                    <a:pt x="0" y="4655"/>
                  </a:lnTo>
                  <a:lnTo>
                    <a:pt x="4655" y="4655"/>
                  </a:lnTo>
                  <a:lnTo>
                    <a:pt x="46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501" name="Graph element 3194"/>
            <p:cNvSpPr/>
            <p:nvPr/>
          </p:nvSpPr>
          <p:spPr>
            <a:xfrm>
              <a:off x="927870" y="88991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502" name="Graph element 3195"/>
            <p:cNvSpPr/>
            <p:nvPr/>
          </p:nvSpPr>
          <p:spPr>
            <a:xfrm>
              <a:off x="1037094" y="874153"/>
              <a:ext cx="6681" cy="6681"/>
            </a:xfrm>
            <a:custGeom>
              <a:avLst/>
              <a:gdLst/>
              <a:ahLst/>
              <a:cxnLst/>
              <a:rect l="0" t="0" r="r" b="b"/>
              <a:pathLst>
                <a:path w="6681" h="6681" stroke="0" extrusionOk="0">
                  <a:moveTo>
                    <a:pt x="0" y="0"/>
                  </a:moveTo>
                  <a:lnTo>
                    <a:pt x="0" y="6681"/>
                  </a:lnTo>
                  <a:lnTo>
                    <a:pt x="668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503" name="Graph element 3196"/>
            <p:cNvSpPr/>
            <p:nvPr/>
          </p:nvSpPr>
          <p:spPr>
            <a:xfrm>
              <a:off x="1037094" y="830821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504" name="Graph element 3197"/>
            <p:cNvSpPr/>
            <p:nvPr/>
          </p:nvSpPr>
          <p:spPr>
            <a:xfrm>
              <a:off x="927870" y="830821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505" name="Graph element 3198"/>
            <p:cNvSpPr/>
            <p:nvPr/>
          </p:nvSpPr>
          <p:spPr>
            <a:xfrm>
              <a:off x="1037094" y="816497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506" name="Graph element 3199"/>
            <p:cNvSpPr/>
            <p:nvPr/>
          </p:nvSpPr>
          <p:spPr>
            <a:xfrm>
              <a:off x="927870" y="816497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507" name="Graph element 3200"/>
            <p:cNvSpPr/>
            <p:nvPr/>
          </p:nvSpPr>
          <p:spPr>
            <a:xfrm>
              <a:off x="1037094" y="802172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508" name="Graph element 3201"/>
            <p:cNvSpPr/>
            <p:nvPr/>
          </p:nvSpPr>
          <p:spPr>
            <a:xfrm>
              <a:off x="927870" y="802172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509" name="Graph element 3202"/>
            <p:cNvSpPr/>
            <p:nvPr/>
          </p:nvSpPr>
          <p:spPr>
            <a:xfrm>
              <a:off x="1037094" y="757408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510" name="Graph element 3203"/>
            <p:cNvSpPr/>
            <p:nvPr/>
          </p:nvSpPr>
          <p:spPr>
            <a:xfrm>
              <a:off x="927870" y="757408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511" name="Graph element 3204"/>
            <p:cNvSpPr/>
            <p:nvPr/>
          </p:nvSpPr>
          <p:spPr>
            <a:xfrm>
              <a:off x="1037094" y="743084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512" name="Graph element 3205"/>
            <p:cNvSpPr/>
            <p:nvPr/>
          </p:nvSpPr>
          <p:spPr>
            <a:xfrm>
              <a:off x="927870" y="743084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513" name="Graph element 3206"/>
            <p:cNvSpPr/>
            <p:nvPr/>
          </p:nvSpPr>
          <p:spPr>
            <a:xfrm>
              <a:off x="1037094" y="728759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514" name="Graph element 3207"/>
            <p:cNvSpPr/>
            <p:nvPr/>
          </p:nvSpPr>
          <p:spPr>
            <a:xfrm>
              <a:off x="927870" y="728759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515" name="Graph element 3208"/>
            <p:cNvSpPr/>
            <p:nvPr/>
          </p:nvSpPr>
          <p:spPr>
            <a:xfrm>
              <a:off x="1037094" y="669671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516" name="Graph element 3209"/>
            <p:cNvSpPr/>
            <p:nvPr/>
          </p:nvSpPr>
          <p:spPr>
            <a:xfrm>
              <a:off x="927870" y="669671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517" name="Graph element 3210"/>
            <p:cNvSpPr/>
            <p:nvPr/>
          </p:nvSpPr>
          <p:spPr>
            <a:xfrm>
              <a:off x="1037094" y="655346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518" name="Graph element 3211"/>
            <p:cNvSpPr/>
            <p:nvPr/>
          </p:nvSpPr>
          <p:spPr>
            <a:xfrm>
              <a:off x="927870" y="655346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519" name="Graph element 3212"/>
            <p:cNvSpPr/>
            <p:nvPr/>
          </p:nvSpPr>
          <p:spPr>
            <a:xfrm>
              <a:off x="1037094" y="641022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520" name="Graph element 3213"/>
            <p:cNvSpPr/>
            <p:nvPr/>
          </p:nvSpPr>
          <p:spPr>
            <a:xfrm>
              <a:off x="927870" y="641022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521" name="Graph element 3214"/>
            <p:cNvSpPr/>
            <p:nvPr/>
          </p:nvSpPr>
          <p:spPr>
            <a:xfrm>
              <a:off x="1037094" y="581933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522" name="Graph element 3215"/>
            <p:cNvSpPr/>
            <p:nvPr/>
          </p:nvSpPr>
          <p:spPr>
            <a:xfrm>
              <a:off x="927870" y="581933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523" name="Graph element 3216"/>
            <p:cNvSpPr/>
            <p:nvPr/>
          </p:nvSpPr>
          <p:spPr>
            <a:xfrm>
              <a:off x="1037094" y="567608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524" name="Graph element 3217"/>
            <p:cNvSpPr/>
            <p:nvPr/>
          </p:nvSpPr>
          <p:spPr>
            <a:xfrm>
              <a:off x="927870" y="567608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525" name="Graph element 3218"/>
            <p:cNvSpPr/>
            <p:nvPr/>
          </p:nvSpPr>
          <p:spPr>
            <a:xfrm>
              <a:off x="1037094" y="553284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526" name="Graph element 3219"/>
            <p:cNvSpPr/>
            <p:nvPr/>
          </p:nvSpPr>
          <p:spPr>
            <a:xfrm>
              <a:off x="927870" y="553284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527" name="Graph element 3220"/>
            <p:cNvSpPr/>
            <p:nvPr/>
          </p:nvSpPr>
          <p:spPr>
            <a:xfrm>
              <a:off x="1037094" y="50852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528" name="Graph element 3221"/>
            <p:cNvSpPr/>
            <p:nvPr/>
          </p:nvSpPr>
          <p:spPr>
            <a:xfrm>
              <a:off x="927870" y="50852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529" name="Graph element 3222"/>
            <p:cNvSpPr/>
            <p:nvPr/>
          </p:nvSpPr>
          <p:spPr>
            <a:xfrm>
              <a:off x="1037094" y="494195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530" name="Graph element 3223"/>
            <p:cNvSpPr/>
            <p:nvPr/>
          </p:nvSpPr>
          <p:spPr>
            <a:xfrm>
              <a:off x="927870" y="494195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531" name="Graph element 3224"/>
            <p:cNvSpPr/>
            <p:nvPr/>
          </p:nvSpPr>
          <p:spPr>
            <a:xfrm>
              <a:off x="1037094" y="479871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532" name="Graph element 3225"/>
            <p:cNvSpPr/>
            <p:nvPr/>
          </p:nvSpPr>
          <p:spPr>
            <a:xfrm>
              <a:off x="927870" y="479871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533" name="Graph element 3226"/>
            <p:cNvSpPr/>
            <p:nvPr/>
          </p:nvSpPr>
          <p:spPr>
            <a:xfrm>
              <a:off x="1037094" y="420782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534" name="Graph element 3227"/>
            <p:cNvSpPr/>
            <p:nvPr/>
          </p:nvSpPr>
          <p:spPr>
            <a:xfrm>
              <a:off x="927870" y="420782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535" name="Graph element 3228"/>
            <p:cNvSpPr/>
            <p:nvPr/>
          </p:nvSpPr>
          <p:spPr>
            <a:xfrm>
              <a:off x="1037094" y="406458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536" name="Graph element 3229"/>
            <p:cNvSpPr/>
            <p:nvPr/>
          </p:nvSpPr>
          <p:spPr>
            <a:xfrm>
              <a:off x="927870" y="406458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537" name="Graph element 3230"/>
            <p:cNvSpPr/>
            <p:nvPr/>
          </p:nvSpPr>
          <p:spPr>
            <a:xfrm>
              <a:off x="1037094" y="392133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538" name="Graph element 3231"/>
            <p:cNvSpPr/>
            <p:nvPr/>
          </p:nvSpPr>
          <p:spPr>
            <a:xfrm>
              <a:off x="927870" y="392133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539" name="Graph element 3232"/>
            <p:cNvSpPr/>
            <p:nvPr/>
          </p:nvSpPr>
          <p:spPr>
            <a:xfrm>
              <a:off x="1037094" y="333045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540" name="Graph element 3233"/>
            <p:cNvSpPr/>
            <p:nvPr/>
          </p:nvSpPr>
          <p:spPr>
            <a:xfrm>
              <a:off x="927870" y="333045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541" name="Graph element 3234"/>
            <p:cNvSpPr/>
            <p:nvPr/>
          </p:nvSpPr>
          <p:spPr>
            <a:xfrm>
              <a:off x="1037094" y="31872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542" name="Graph element 3235"/>
            <p:cNvSpPr/>
            <p:nvPr/>
          </p:nvSpPr>
          <p:spPr>
            <a:xfrm>
              <a:off x="927870" y="31872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543" name="Graph element 3236"/>
            <p:cNvSpPr/>
            <p:nvPr/>
          </p:nvSpPr>
          <p:spPr>
            <a:xfrm>
              <a:off x="1037094" y="304396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544" name="Graph element 3237"/>
            <p:cNvSpPr/>
            <p:nvPr/>
          </p:nvSpPr>
          <p:spPr>
            <a:xfrm>
              <a:off x="927870" y="304396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545" name="Graph element 3238"/>
            <p:cNvSpPr/>
            <p:nvPr/>
          </p:nvSpPr>
          <p:spPr>
            <a:xfrm>
              <a:off x="1037094" y="259632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546" name="Graph element 3239"/>
            <p:cNvSpPr/>
            <p:nvPr/>
          </p:nvSpPr>
          <p:spPr>
            <a:xfrm>
              <a:off x="927870" y="259632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547" name="Graph element 3240"/>
            <p:cNvSpPr/>
            <p:nvPr/>
          </p:nvSpPr>
          <p:spPr>
            <a:xfrm>
              <a:off x="1037094" y="245307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548" name="Graph element 3241"/>
            <p:cNvSpPr/>
            <p:nvPr/>
          </p:nvSpPr>
          <p:spPr>
            <a:xfrm>
              <a:off x="927870" y="245307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549" name="Graph element 3242"/>
            <p:cNvSpPr/>
            <p:nvPr/>
          </p:nvSpPr>
          <p:spPr>
            <a:xfrm>
              <a:off x="1037094" y="230983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550" name="Graph element 3243"/>
            <p:cNvSpPr/>
            <p:nvPr/>
          </p:nvSpPr>
          <p:spPr>
            <a:xfrm>
              <a:off x="927870" y="230983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551" name="Graph element 3244"/>
            <p:cNvSpPr/>
            <p:nvPr/>
          </p:nvSpPr>
          <p:spPr>
            <a:xfrm>
              <a:off x="1037094" y="171894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552" name="Graph element 3245"/>
            <p:cNvSpPr/>
            <p:nvPr/>
          </p:nvSpPr>
          <p:spPr>
            <a:xfrm>
              <a:off x="927870" y="171894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553" name="Graph element 3246"/>
            <p:cNvSpPr/>
            <p:nvPr/>
          </p:nvSpPr>
          <p:spPr>
            <a:xfrm>
              <a:off x="1037094" y="15757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554" name="Graph element 3247"/>
            <p:cNvSpPr/>
            <p:nvPr/>
          </p:nvSpPr>
          <p:spPr>
            <a:xfrm>
              <a:off x="927870" y="157570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555" name="Graph element 3248"/>
            <p:cNvSpPr/>
            <p:nvPr/>
          </p:nvSpPr>
          <p:spPr>
            <a:xfrm>
              <a:off x="1037094" y="143245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556" name="Graph element 3249"/>
            <p:cNvSpPr/>
            <p:nvPr/>
          </p:nvSpPr>
          <p:spPr>
            <a:xfrm>
              <a:off x="927870" y="143245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557" name="Graph element 3250"/>
            <p:cNvSpPr/>
            <p:nvPr/>
          </p:nvSpPr>
          <p:spPr>
            <a:xfrm>
              <a:off x="1037094" y="84156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558" name="Graph element 3251"/>
            <p:cNvSpPr/>
            <p:nvPr/>
          </p:nvSpPr>
          <p:spPr>
            <a:xfrm>
              <a:off x="927870" y="84156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559" name="Graph element 3252"/>
            <p:cNvSpPr/>
            <p:nvPr/>
          </p:nvSpPr>
          <p:spPr>
            <a:xfrm>
              <a:off x="1037094" y="69832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560" name="Graph element 3253"/>
            <p:cNvSpPr/>
            <p:nvPr/>
          </p:nvSpPr>
          <p:spPr>
            <a:xfrm>
              <a:off x="927870" y="69832"/>
              <a:ext cx="2865" cy="1791"/>
            </a:xfrm>
            <a:custGeom>
              <a:avLst/>
              <a:gdLst/>
              <a:ahLst/>
              <a:cxnLst/>
              <a:rect l="0" t="0" r="r" b="b"/>
              <a:pathLst>
                <a:path w="2865" h="1791" stroke="0" extrusionOk="0">
                  <a:moveTo>
                    <a:pt x="0" y="1791"/>
                  </a:moveTo>
                  <a:lnTo>
                    <a:pt x="2865" y="1791"/>
                  </a:lnTo>
                  <a:lnTo>
                    <a:pt x="2865" y="0"/>
                  </a:lnTo>
                  <a:lnTo>
                    <a:pt x="0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3D1F1F"/>
            </a:solidFill>
            <a:ln>
              <a:noFill/>
            </a:ln>
          </p:spPr>
        </p:sp>
        <p:sp>
          <p:nvSpPr>
            <p:cNvPr id="18561" name="Text: 6"/>
            <p:cNvSpPr/>
            <p:nvPr/>
          </p:nvSpPr>
          <p:spPr>
            <a:xfrm>
              <a:off x="155779" y="377500"/>
              <a:ext cx="36846" cy="66683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89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6</a:t>
              </a:r>
            </a:p>
          </p:txBody>
        </p:sp>
        <p:sp>
          <p:nvSpPr>
            <p:cNvPr id="18562" name="Text: VIP_Total"/>
            <p:cNvSpPr/>
            <p:nvPr/>
          </p:nvSpPr>
          <p:spPr>
            <a:xfrm>
              <a:off x="2046613" y="452533"/>
              <a:ext cx="268584" cy="68687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401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VIP_Total</a:t>
              </a:r>
            </a:p>
          </p:txBody>
        </p:sp>
        <p:sp>
          <p:nvSpPr>
            <p:cNvPr id="18563" name="Text: 1"/>
            <p:cNvSpPr/>
            <p:nvPr/>
          </p:nvSpPr>
          <p:spPr>
            <a:xfrm>
              <a:off x="2159419" y="551744"/>
              <a:ext cx="42806" cy="81139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473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18564" name="Text: 2"/>
            <p:cNvSpPr/>
            <p:nvPr/>
          </p:nvSpPr>
          <p:spPr>
            <a:xfrm>
              <a:off x="2157628" y="628738"/>
              <a:ext cx="42806" cy="81139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473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18565" name="Text: −log10 p-value"/>
            <p:cNvSpPr/>
            <p:nvPr/>
          </p:nvSpPr>
          <p:spPr>
            <a:xfrm rot="16200000">
              <a:off x="-132502" y="831332"/>
              <a:ext cx="388552" cy="77763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454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−log10 p-value</a:t>
              </a:r>
            </a:p>
          </p:txBody>
        </p:sp>
        <p:sp>
          <p:nvSpPr>
            <p:cNvPr id="18566" name="Text: 3"/>
            <p:cNvSpPr/>
            <p:nvPr/>
          </p:nvSpPr>
          <p:spPr>
            <a:xfrm>
              <a:off x="2157628" y="707334"/>
              <a:ext cx="42806" cy="83354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486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18567" name="Text: 4"/>
            <p:cNvSpPr/>
            <p:nvPr/>
          </p:nvSpPr>
          <p:spPr>
            <a:xfrm>
              <a:off x="2157628" y="784517"/>
              <a:ext cx="42806" cy="81139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473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18568" name="Text: 4"/>
            <p:cNvSpPr/>
            <p:nvPr/>
          </p:nvSpPr>
          <p:spPr>
            <a:xfrm>
              <a:off x="155779" y="789250"/>
              <a:ext cx="36846" cy="67616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94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18569" name="Text: 5"/>
            <p:cNvSpPr/>
            <p:nvPr/>
          </p:nvSpPr>
          <p:spPr>
            <a:xfrm>
              <a:off x="2157628" y="862388"/>
              <a:ext cx="43813" cy="84520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493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5</a:t>
              </a:r>
            </a:p>
          </p:txBody>
        </p:sp>
        <p:sp>
          <p:nvSpPr>
            <p:cNvPr id="18570" name="Text: change"/>
            <p:cNvSpPr/>
            <p:nvPr/>
          </p:nvSpPr>
          <p:spPr>
            <a:xfrm>
              <a:off x="2046613" y="1002909"/>
              <a:ext cx="208657" cy="81804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477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change</a:t>
              </a:r>
            </a:p>
          </p:txBody>
        </p:sp>
        <p:sp>
          <p:nvSpPr>
            <p:cNvPr id="18571" name="Text: Up"/>
            <p:cNvSpPr/>
            <p:nvPr/>
          </p:nvSpPr>
          <p:spPr>
            <a:xfrm>
              <a:off x="2159419" y="1103714"/>
              <a:ext cx="80575" cy="75539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441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Up</a:t>
              </a:r>
            </a:p>
          </p:txBody>
        </p:sp>
        <p:sp>
          <p:nvSpPr>
            <p:cNvPr id="18572" name="Text: Equals"/>
            <p:cNvSpPr/>
            <p:nvPr/>
          </p:nvSpPr>
          <p:spPr>
            <a:xfrm>
              <a:off x="2159419" y="1180347"/>
              <a:ext cx="189800" cy="79785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46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Equals</a:t>
              </a:r>
            </a:p>
          </p:txBody>
        </p:sp>
        <p:sp>
          <p:nvSpPr>
            <p:cNvPr id="18573" name="Text: 2"/>
            <p:cNvSpPr/>
            <p:nvPr/>
          </p:nvSpPr>
          <p:spPr>
            <a:xfrm>
              <a:off x="157570" y="1202870"/>
              <a:ext cx="36846" cy="67616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94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18574" name="Text: Down"/>
            <p:cNvSpPr/>
            <p:nvPr/>
          </p:nvSpPr>
          <p:spPr>
            <a:xfrm>
              <a:off x="2159419" y="1257529"/>
              <a:ext cx="155779" cy="77579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452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Down</a:t>
              </a:r>
            </a:p>
          </p:txBody>
        </p:sp>
        <p:sp>
          <p:nvSpPr>
            <p:cNvPr id="18575" name="Text: 0"/>
            <p:cNvSpPr/>
            <p:nvPr/>
          </p:nvSpPr>
          <p:spPr>
            <a:xfrm>
              <a:off x="155779" y="1614779"/>
              <a:ext cx="36846" cy="66683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89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18576" name="Text: -2"/>
            <p:cNvSpPr/>
            <p:nvPr/>
          </p:nvSpPr>
          <p:spPr>
            <a:xfrm>
              <a:off x="542541" y="1725715"/>
              <a:ext cx="59089" cy="67616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94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-2</a:t>
              </a:r>
            </a:p>
          </p:txBody>
        </p:sp>
        <p:sp>
          <p:nvSpPr>
            <p:cNvPr id="18577" name="Text: 0"/>
            <p:cNvSpPr/>
            <p:nvPr/>
          </p:nvSpPr>
          <p:spPr>
            <a:xfrm>
              <a:off x="972276" y="1725794"/>
              <a:ext cx="36846" cy="66683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89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18578" name="Text: 2"/>
            <p:cNvSpPr/>
            <p:nvPr/>
          </p:nvSpPr>
          <p:spPr>
            <a:xfrm>
              <a:off x="1391267" y="1725715"/>
              <a:ext cx="36846" cy="67616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94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18579" name="Text: 4"/>
            <p:cNvSpPr/>
            <p:nvPr/>
          </p:nvSpPr>
          <p:spPr>
            <a:xfrm>
              <a:off x="1808469" y="1725715"/>
              <a:ext cx="36846" cy="67616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94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18580" name="Text: log2 Fold Change"/>
            <p:cNvSpPr/>
            <p:nvPr/>
          </p:nvSpPr>
          <p:spPr>
            <a:xfrm>
              <a:off x="854099" y="1821783"/>
              <a:ext cx="489495" cy="82055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479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log2 Fold Change</a:t>
              </a:r>
            </a:p>
          </p:txBody>
        </p: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6B61710F-1EC6-33E8-E5CD-0B3D442CAF62}"/>
              </a:ext>
            </a:extLst>
          </p:cNvPr>
          <p:cNvSpPr txBox="1"/>
          <p:nvPr/>
        </p:nvSpPr>
        <p:spPr>
          <a:xfrm>
            <a:off x="2638106" y="288362"/>
            <a:ext cx="67839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1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Up:</a:t>
            </a:r>
            <a:r>
              <a:rPr kumimoji="1" lang="zh-CN" altLang="en-US" sz="11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 </a:t>
            </a:r>
            <a:r>
              <a:rPr kumimoji="1" lang="en-US" altLang="zh-CN" sz="11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158</a:t>
            </a:r>
            <a:endParaRPr kumimoji="1" lang="zh-CN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BF2F0A3-591B-553D-A017-883A3D54CECE}"/>
              </a:ext>
            </a:extLst>
          </p:cNvPr>
          <p:cNvSpPr txBox="1"/>
          <p:nvPr/>
        </p:nvSpPr>
        <p:spPr>
          <a:xfrm>
            <a:off x="5886029" y="335294"/>
            <a:ext cx="80823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1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Down:</a:t>
            </a:r>
            <a:r>
              <a:rPr kumimoji="1" lang="zh-CN" altLang="en-US" sz="11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 </a:t>
            </a:r>
            <a:r>
              <a:rPr kumimoji="1" lang="en-US" altLang="zh-CN" sz="11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63</a:t>
            </a:r>
            <a:endParaRPr kumimoji="1" lang="zh-CN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4" name="图片 23 — editable">
            <a:extLst>
              <a:ext uri="{FF2B5EF4-FFF2-40B4-BE49-F238E27FC236}">
                <a16:creationId xmlns:a16="http://schemas.microsoft.com/office/drawing/2014/main" id="{467F51E2-BF4B-C02E-E275-BC593F562F91}"/>
              </a:ext>
            </a:extLst>
          </p:cNvPr>
          <p:cNvGrpSpPr/>
          <p:nvPr/>
        </p:nvGrpSpPr>
        <p:grpSpPr>
          <a:xfrm>
            <a:off x="6650024" y="565425"/>
            <a:ext cx="316883" cy="1662703"/>
            <a:chOff x="0" y="0"/>
            <a:chExt cx="316883" cy="1662704"/>
          </a:xfrm>
        </p:grpSpPr>
        <p:sp>
          <p:nvSpPr>
            <p:cNvPr id="18581" name="Panel background"/>
            <p:cNvSpPr/>
            <p:nvPr/>
          </p:nvSpPr>
          <p:spPr>
            <a:xfrm>
              <a:off x="0" y="0"/>
              <a:ext cx="316883" cy="166270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582" name="Colorbar gradient 6"/>
            <p:cNvSpPr/>
            <p:nvPr/>
          </p:nvSpPr>
          <p:spPr>
            <a:xfrm>
              <a:off x="33552" y="11184"/>
              <a:ext cx="106249" cy="1957"/>
            </a:xfrm>
            <a:prstGeom prst="rect">
              <a:avLst/>
            </a:prstGeom>
            <a:solidFill>
              <a:srgbClr val="530A0E"/>
            </a:solidFill>
            <a:ln>
              <a:noFill/>
            </a:ln>
          </p:spPr>
        </p:sp>
        <p:sp>
          <p:nvSpPr>
            <p:cNvPr id="18583" name="Colorbar gradient 7"/>
            <p:cNvSpPr/>
            <p:nvPr/>
          </p:nvSpPr>
          <p:spPr>
            <a:xfrm>
              <a:off x="33552" y="13048"/>
              <a:ext cx="106249" cy="1957"/>
            </a:xfrm>
            <a:prstGeom prst="rect">
              <a:avLst/>
            </a:prstGeom>
            <a:solidFill>
              <a:srgbClr val="530A0E"/>
            </a:solidFill>
            <a:ln>
              <a:noFill/>
            </a:ln>
          </p:spPr>
        </p:sp>
        <p:sp>
          <p:nvSpPr>
            <p:cNvPr id="18584" name="Colorbar gradient 8"/>
            <p:cNvSpPr/>
            <p:nvPr/>
          </p:nvSpPr>
          <p:spPr>
            <a:xfrm>
              <a:off x="33552" y="14912"/>
              <a:ext cx="106249" cy="1957"/>
            </a:xfrm>
            <a:prstGeom prst="rect">
              <a:avLst/>
            </a:prstGeom>
            <a:solidFill>
              <a:srgbClr val="530A0E"/>
            </a:solidFill>
            <a:ln>
              <a:noFill/>
            </a:ln>
          </p:spPr>
        </p:sp>
        <p:sp>
          <p:nvSpPr>
            <p:cNvPr id="18585" name="Colorbar gradient 9"/>
            <p:cNvSpPr/>
            <p:nvPr/>
          </p:nvSpPr>
          <p:spPr>
            <a:xfrm>
              <a:off x="33552" y="16776"/>
              <a:ext cx="106249" cy="1957"/>
            </a:xfrm>
            <a:prstGeom prst="rect">
              <a:avLst/>
            </a:prstGeom>
            <a:solidFill>
              <a:srgbClr val="540B0D"/>
            </a:solidFill>
            <a:ln>
              <a:noFill/>
            </a:ln>
          </p:spPr>
        </p:sp>
        <p:sp>
          <p:nvSpPr>
            <p:cNvPr id="18586" name="Colorbar gradient 10"/>
            <p:cNvSpPr/>
            <p:nvPr/>
          </p:nvSpPr>
          <p:spPr>
            <a:xfrm>
              <a:off x="33552" y="18640"/>
              <a:ext cx="106249" cy="1957"/>
            </a:xfrm>
            <a:prstGeom prst="rect">
              <a:avLst/>
            </a:prstGeom>
            <a:solidFill>
              <a:srgbClr val="540B0D"/>
            </a:solidFill>
            <a:ln>
              <a:noFill/>
            </a:ln>
          </p:spPr>
        </p:sp>
        <p:sp>
          <p:nvSpPr>
            <p:cNvPr id="18587" name="Colorbar gradient 11"/>
            <p:cNvSpPr/>
            <p:nvPr/>
          </p:nvSpPr>
          <p:spPr>
            <a:xfrm>
              <a:off x="33552" y="20504"/>
              <a:ext cx="106249" cy="1957"/>
            </a:xfrm>
            <a:prstGeom prst="rect">
              <a:avLst/>
            </a:prstGeom>
            <a:solidFill>
              <a:srgbClr val="550A0D"/>
            </a:solidFill>
            <a:ln>
              <a:noFill/>
            </a:ln>
          </p:spPr>
        </p:sp>
        <p:sp>
          <p:nvSpPr>
            <p:cNvPr id="18588" name="Colorbar gradient 12"/>
            <p:cNvSpPr/>
            <p:nvPr/>
          </p:nvSpPr>
          <p:spPr>
            <a:xfrm>
              <a:off x="33552" y="22368"/>
              <a:ext cx="106249" cy="1957"/>
            </a:xfrm>
            <a:prstGeom prst="rect">
              <a:avLst/>
            </a:prstGeom>
            <a:solidFill>
              <a:srgbClr val="560A0D"/>
            </a:solidFill>
            <a:ln>
              <a:noFill/>
            </a:ln>
          </p:spPr>
        </p:sp>
        <p:sp>
          <p:nvSpPr>
            <p:cNvPr id="18589" name="Colorbar gradient 13"/>
            <p:cNvSpPr/>
            <p:nvPr/>
          </p:nvSpPr>
          <p:spPr>
            <a:xfrm>
              <a:off x="33552" y="24232"/>
              <a:ext cx="106249" cy="1957"/>
            </a:xfrm>
            <a:prstGeom prst="rect">
              <a:avLst/>
            </a:prstGeom>
            <a:solidFill>
              <a:srgbClr val="560A0D"/>
            </a:solidFill>
            <a:ln>
              <a:noFill/>
            </a:ln>
          </p:spPr>
        </p:sp>
        <p:sp>
          <p:nvSpPr>
            <p:cNvPr id="18590" name="Colorbar gradient 14"/>
            <p:cNvSpPr/>
            <p:nvPr/>
          </p:nvSpPr>
          <p:spPr>
            <a:xfrm>
              <a:off x="33552" y="26096"/>
              <a:ext cx="106249" cy="1957"/>
            </a:xfrm>
            <a:prstGeom prst="rect">
              <a:avLst/>
            </a:prstGeom>
            <a:solidFill>
              <a:srgbClr val="570A0F"/>
            </a:solidFill>
            <a:ln>
              <a:noFill/>
            </a:ln>
          </p:spPr>
        </p:sp>
        <p:sp>
          <p:nvSpPr>
            <p:cNvPr id="18591" name="Colorbar gradient 15"/>
            <p:cNvSpPr/>
            <p:nvPr/>
          </p:nvSpPr>
          <p:spPr>
            <a:xfrm>
              <a:off x="33552" y="27960"/>
              <a:ext cx="106249" cy="1957"/>
            </a:xfrm>
            <a:prstGeom prst="rect">
              <a:avLst/>
            </a:prstGeom>
            <a:solidFill>
              <a:srgbClr val="570A0F"/>
            </a:solidFill>
            <a:ln>
              <a:noFill/>
            </a:ln>
          </p:spPr>
        </p:sp>
        <p:sp>
          <p:nvSpPr>
            <p:cNvPr id="18592" name="Colorbar gradient 16"/>
            <p:cNvSpPr/>
            <p:nvPr/>
          </p:nvSpPr>
          <p:spPr>
            <a:xfrm>
              <a:off x="33552" y="29824"/>
              <a:ext cx="106249" cy="1957"/>
            </a:xfrm>
            <a:prstGeom prst="rect">
              <a:avLst/>
            </a:prstGeom>
            <a:solidFill>
              <a:srgbClr val="580A0F"/>
            </a:solidFill>
            <a:ln>
              <a:noFill/>
            </a:ln>
          </p:spPr>
        </p:sp>
        <p:sp>
          <p:nvSpPr>
            <p:cNvPr id="18593" name="Colorbar gradient 17"/>
            <p:cNvSpPr/>
            <p:nvPr/>
          </p:nvSpPr>
          <p:spPr>
            <a:xfrm>
              <a:off x="33552" y="31688"/>
              <a:ext cx="106249" cy="1957"/>
            </a:xfrm>
            <a:prstGeom prst="rect">
              <a:avLst/>
            </a:prstGeom>
            <a:solidFill>
              <a:srgbClr val="580A0F"/>
            </a:solidFill>
            <a:ln>
              <a:noFill/>
            </a:ln>
          </p:spPr>
        </p:sp>
        <p:sp>
          <p:nvSpPr>
            <p:cNvPr id="18594" name="Colorbar gradient 18"/>
            <p:cNvSpPr/>
            <p:nvPr/>
          </p:nvSpPr>
          <p:spPr>
            <a:xfrm>
              <a:off x="33552" y="33552"/>
              <a:ext cx="106249" cy="1957"/>
            </a:xfrm>
            <a:prstGeom prst="rect">
              <a:avLst/>
            </a:prstGeom>
            <a:solidFill>
              <a:srgbClr val="5A0B10"/>
            </a:solidFill>
            <a:ln>
              <a:noFill/>
            </a:ln>
          </p:spPr>
        </p:sp>
        <p:sp>
          <p:nvSpPr>
            <p:cNvPr id="18595" name="Colorbar gradient 19"/>
            <p:cNvSpPr/>
            <p:nvPr/>
          </p:nvSpPr>
          <p:spPr>
            <a:xfrm>
              <a:off x="33552" y="35416"/>
              <a:ext cx="106249" cy="1957"/>
            </a:xfrm>
            <a:prstGeom prst="rect">
              <a:avLst/>
            </a:prstGeom>
            <a:solidFill>
              <a:srgbClr val="5A0B10"/>
            </a:solidFill>
            <a:ln>
              <a:noFill/>
            </a:ln>
          </p:spPr>
        </p:sp>
        <p:sp>
          <p:nvSpPr>
            <p:cNvPr id="18596" name="Colorbar gradient 20"/>
            <p:cNvSpPr/>
            <p:nvPr/>
          </p:nvSpPr>
          <p:spPr>
            <a:xfrm>
              <a:off x="33552" y="37280"/>
              <a:ext cx="106249" cy="1957"/>
            </a:xfrm>
            <a:prstGeom prst="rect">
              <a:avLst/>
            </a:prstGeom>
            <a:solidFill>
              <a:srgbClr val="5A0B10"/>
            </a:solidFill>
            <a:ln>
              <a:noFill/>
            </a:ln>
          </p:spPr>
        </p:sp>
        <p:sp>
          <p:nvSpPr>
            <p:cNvPr id="18597" name="Colorbar gradient 21"/>
            <p:cNvSpPr/>
            <p:nvPr/>
          </p:nvSpPr>
          <p:spPr>
            <a:xfrm>
              <a:off x="33552" y="39144"/>
              <a:ext cx="106249" cy="1957"/>
            </a:xfrm>
            <a:prstGeom prst="rect">
              <a:avLst/>
            </a:prstGeom>
            <a:solidFill>
              <a:srgbClr val="5C0A0F"/>
            </a:solidFill>
            <a:ln>
              <a:noFill/>
            </a:ln>
          </p:spPr>
        </p:sp>
        <p:sp>
          <p:nvSpPr>
            <p:cNvPr id="18598" name="Colorbar gradient 22"/>
            <p:cNvSpPr/>
            <p:nvPr/>
          </p:nvSpPr>
          <p:spPr>
            <a:xfrm>
              <a:off x="33552" y="41008"/>
              <a:ext cx="106249" cy="1957"/>
            </a:xfrm>
            <a:prstGeom prst="rect">
              <a:avLst/>
            </a:prstGeom>
            <a:solidFill>
              <a:srgbClr val="5C0A0F"/>
            </a:solidFill>
            <a:ln>
              <a:noFill/>
            </a:ln>
          </p:spPr>
        </p:sp>
        <p:sp>
          <p:nvSpPr>
            <p:cNvPr id="18599" name="Colorbar gradient 23"/>
            <p:cNvSpPr/>
            <p:nvPr/>
          </p:nvSpPr>
          <p:spPr>
            <a:xfrm>
              <a:off x="33552" y="42872"/>
              <a:ext cx="106249" cy="1957"/>
            </a:xfrm>
            <a:prstGeom prst="rect">
              <a:avLst/>
            </a:prstGeom>
            <a:solidFill>
              <a:srgbClr val="5D0A0F"/>
            </a:solidFill>
            <a:ln>
              <a:noFill/>
            </a:ln>
          </p:spPr>
        </p:sp>
        <p:sp>
          <p:nvSpPr>
            <p:cNvPr id="18600" name="Colorbar gradient 24"/>
            <p:cNvSpPr/>
            <p:nvPr/>
          </p:nvSpPr>
          <p:spPr>
            <a:xfrm>
              <a:off x="33552" y="44736"/>
              <a:ext cx="106249" cy="1957"/>
            </a:xfrm>
            <a:prstGeom prst="rect">
              <a:avLst/>
            </a:prstGeom>
            <a:solidFill>
              <a:srgbClr val="5E0A10"/>
            </a:solidFill>
            <a:ln>
              <a:noFill/>
            </a:ln>
          </p:spPr>
        </p:sp>
        <p:sp>
          <p:nvSpPr>
            <p:cNvPr id="18601" name="Colorbar gradient 25"/>
            <p:cNvSpPr/>
            <p:nvPr/>
          </p:nvSpPr>
          <p:spPr>
            <a:xfrm>
              <a:off x="33552" y="46600"/>
              <a:ext cx="106249" cy="1957"/>
            </a:xfrm>
            <a:prstGeom prst="rect">
              <a:avLst/>
            </a:prstGeom>
            <a:solidFill>
              <a:srgbClr val="5E0A10"/>
            </a:solidFill>
            <a:ln>
              <a:noFill/>
            </a:ln>
          </p:spPr>
        </p:sp>
        <p:sp>
          <p:nvSpPr>
            <p:cNvPr id="18602" name="Colorbar gradient 26"/>
            <p:cNvSpPr/>
            <p:nvPr/>
          </p:nvSpPr>
          <p:spPr>
            <a:xfrm>
              <a:off x="33552" y="48464"/>
              <a:ext cx="106249" cy="1957"/>
            </a:xfrm>
            <a:prstGeom prst="rect">
              <a:avLst/>
            </a:prstGeom>
            <a:solidFill>
              <a:srgbClr val="5F0B10"/>
            </a:solidFill>
            <a:ln>
              <a:noFill/>
            </a:ln>
          </p:spPr>
        </p:sp>
        <p:sp>
          <p:nvSpPr>
            <p:cNvPr id="18603" name="Colorbar gradient 27"/>
            <p:cNvSpPr/>
            <p:nvPr/>
          </p:nvSpPr>
          <p:spPr>
            <a:xfrm>
              <a:off x="33552" y="50328"/>
              <a:ext cx="106249" cy="1957"/>
            </a:xfrm>
            <a:prstGeom prst="rect">
              <a:avLst/>
            </a:prstGeom>
            <a:solidFill>
              <a:srgbClr val="5F0B10"/>
            </a:solidFill>
            <a:ln>
              <a:noFill/>
            </a:ln>
          </p:spPr>
        </p:sp>
        <p:sp>
          <p:nvSpPr>
            <p:cNvPr id="18604" name="Colorbar gradient 28"/>
            <p:cNvSpPr/>
            <p:nvPr/>
          </p:nvSpPr>
          <p:spPr>
            <a:xfrm>
              <a:off x="33552" y="52192"/>
              <a:ext cx="106249" cy="1957"/>
            </a:xfrm>
            <a:prstGeom prst="rect">
              <a:avLst/>
            </a:prstGeom>
            <a:solidFill>
              <a:srgbClr val="5F0B10"/>
            </a:solidFill>
            <a:ln>
              <a:noFill/>
            </a:ln>
          </p:spPr>
        </p:sp>
        <p:sp>
          <p:nvSpPr>
            <p:cNvPr id="18605" name="Colorbar gradient 29"/>
            <p:cNvSpPr/>
            <p:nvPr/>
          </p:nvSpPr>
          <p:spPr>
            <a:xfrm>
              <a:off x="33552" y="54057"/>
              <a:ext cx="106249" cy="1957"/>
            </a:xfrm>
            <a:prstGeom prst="rect">
              <a:avLst/>
            </a:prstGeom>
            <a:solidFill>
              <a:srgbClr val="600B10"/>
            </a:solidFill>
            <a:ln>
              <a:noFill/>
            </a:ln>
          </p:spPr>
        </p:sp>
        <p:sp>
          <p:nvSpPr>
            <p:cNvPr id="18606" name="Colorbar gradient 30"/>
            <p:cNvSpPr/>
            <p:nvPr/>
          </p:nvSpPr>
          <p:spPr>
            <a:xfrm>
              <a:off x="33552" y="55921"/>
              <a:ext cx="106249" cy="1957"/>
            </a:xfrm>
            <a:prstGeom prst="rect">
              <a:avLst/>
            </a:prstGeom>
            <a:solidFill>
              <a:srgbClr val="600B10"/>
            </a:solidFill>
            <a:ln>
              <a:noFill/>
            </a:ln>
          </p:spPr>
        </p:sp>
        <p:sp>
          <p:nvSpPr>
            <p:cNvPr id="18607" name="Colorbar gradient 31"/>
            <p:cNvSpPr/>
            <p:nvPr/>
          </p:nvSpPr>
          <p:spPr>
            <a:xfrm>
              <a:off x="33552" y="57785"/>
              <a:ext cx="106249" cy="1957"/>
            </a:xfrm>
            <a:prstGeom prst="rect">
              <a:avLst/>
            </a:prstGeom>
            <a:solidFill>
              <a:srgbClr val="610A10"/>
            </a:solidFill>
            <a:ln>
              <a:noFill/>
            </a:ln>
          </p:spPr>
        </p:sp>
        <p:sp>
          <p:nvSpPr>
            <p:cNvPr id="18608" name="Colorbar gradient 32"/>
            <p:cNvSpPr/>
            <p:nvPr/>
          </p:nvSpPr>
          <p:spPr>
            <a:xfrm>
              <a:off x="33552" y="59649"/>
              <a:ext cx="106249" cy="1957"/>
            </a:xfrm>
            <a:prstGeom prst="rect">
              <a:avLst/>
            </a:prstGeom>
            <a:solidFill>
              <a:srgbClr val="610A12"/>
            </a:solidFill>
            <a:ln>
              <a:noFill/>
            </a:ln>
          </p:spPr>
        </p:sp>
        <p:sp>
          <p:nvSpPr>
            <p:cNvPr id="18609" name="Colorbar gradient 33"/>
            <p:cNvSpPr/>
            <p:nvPr/>
          </p:nvSpPr>
          <p:spPr>
            <a:xfrm>
              <a:off x="33552" y="61513"/>
              <a:ext cx="106249" cy="1957"/>
            </a:xfrm>
            <a:prstGeom prst="rect">
              <a:avLst/>
            </a:prstGeom>
            <a:solidFill>
              <a:srgbClr val="620C11"/>
            </a:solidFill>
            <a:ln>
              <a:noFill/>
            </a:ln>
          </p:spPr>
        </p:sp>
        <p:sp>
          <p:nvSpPr>
            <p:cNvPr id="18610" name="Colorbar gradient 34"/>
            <p:cNvSpPr/>
            <p:nvPr/>
          </p:nvSpPr>
          <p:spPr>
            <a:xfrm>
              <a:off x="33552" y="63377"/>
              <a:ext cx="106249" cy="1957"/>
            </a:xfrm>
            <a:prstGeom prst="rect">
              <a:avLst/>
            </a:prstGeom>
            <a:solidFill>
              <a:srgbClr val="620C11"/>
            </a:solidFill>
            <a:ln>
              <a:noFill/>
            </a:ln>
          </p:spPr>
        </p:sp>
        <p:sp>
          <p:nvSpPr>
            <p:cNvPr id="18611" name="Colorbar gradient 35"/>
            <p:cNvSpPr/>
            <p:nvPr/>
          </p:nvSpPr>
          <p:spPr>
            <a:xfrm>
              <a:off x="33552" y="65241"/>
              <a:ext cx="106249" cy="1957"/>
            </a:xfrm>
            <a:prstGeom prst="rect">
              <a:avLst/>
            </a:prstGeom>
            <a:solidFill>
              <a:srgbClr val="630C11"/>
            </a:solidFill>
            <a:ln>
              <a:noFill/>
            </a:ln>
          </p:spPr>
        </p:sp>
        <p:sp>
          <p:nvSpPr>
            <p:cNvPr id="18612" name="Colorbar gradient 36"/>
            <p:cNvSpPr/>
            <p:nvPr/>
          </p:nvSpPr>
          <p:spPr>
            <a:xfrm>
              <a:off x="33552" y="67105"/>
              <a:ext cx="106249" cy="1957"/>
            </a:xfrm>
            <a:prstGeom prst="rect">
              <a:avLst/>
            </a:prstGeom>
            <a:solidFill>
              <a:srgbClr val="640B11"/>
            </a:solidFill>
            <a:ln>
              <a:noFill/>
            </a:ln>
          </p:spPr>
        </p:sp>
        <p:sp>
          <p:nvSpPr>
            <p:cNvPr id="18613" name="Colorbar gradient 37"/>
            <p:cNvSpPr/>
            <p:nvPr/>
          </p:nvSpPr>
          <p:spPr>
            <a:xfrm>
              <a:off x="33552" y="68969"/>
              <a:ext cx="106249" cy="1957"/>
            </a:xfrm>
            <a:prstGeom prst="rect">
              <a:avLst/>
            </a:prstGeom>
            <a:solidFill>
              <a:srgbClr val="640B11"/>
            </a:solidFill>
            <a:ln>
              <a:noFill/>
            </a:ln>
          </p:spPr>
        </p:sp>
        <p:sp>
          <p:nvSpPr>
            <p:cNvPr id="18614" name="Colorbar gradient 38"/>
            <p:cNvSpPr/>
            <p:nvPr/>
          </p:nvSpPr>
          <p:spPr>
            <a:xfrm>
              <a:off x="33552" y="70833"/>
              <a:ext cx="106249" cy="1957"/>
            </a:xfrm>
            <a:prstGeom prst="rect">
              <a:avLst/>
            </a:prstGeom>
            <a:solidFill>
              <a:srgbClr val="660A11"/>
            </a:solidFill>
            <a:ln>
              <a:noFill/>
            </a:ln>
          </p:spPr>
        </p:sp>
        <p:sp>
          <p:nvSpPr>
            <p:cNvPr id="18615" name="Colorbar gradient 39"/>
            <p:cNvSpPr/>
            <p:nvPr/>
          </p:nvSpPr>
          <p:spPr>
            <a:xfrm>
              <a:off x="33552" y="72697"/>
              <a:ext cx="106249" cy="1957"/>
            </a:xfrm>
            <a:prstGeom prst="rect">
              <a:avLst/>
            </a:prstGeom>
            <a:solidFill>
              <a:srgbClr val="660A11"/>
            </a:solidFill>
            <a:ln>
              <a:noFill/>
            </a:ln>
          </p:spPr>
        </p:sp>
        <p:sp>
          <p:nvSpPr>
            <p:cNvPr id="18616" name="Colorbar gradient 40"/>
            <p:cNvSpPr/>
            <p:nvPr/>
          </p:nvSpPr>
          <p:spPr>
            <a:xfrm>
              <a:off x="33552" y="74561"/>
              <a:ext cx="106249" cy="1957"/>
            </a:xfrm>
            <a:prstGeom prst="rect">
              <a:avLst/>
            </a:prstGeom>
            <a:solidFill>
              <a:srgbClr val="680A10"/>
            </a:solidFill>
            <a:ln>
              <a:noFill/>
            </a:ln>
          </p:spPr>
        </p:sp>
        <p:sp>
          <p:nvSpPr>
            <p:cNvPr id="18617" name="Colorbar gradient 41"/>
            <p:cNvSpPr/>
            <p:nvPr/>
          </p:nvSpPr>
          <p:spPr>
            <a:xfrm>
              <a:off x="33552" y="76425"/>
              <a:ext cx="106249" cy="1957"/>
            </a:xfrm>
            <a:prstGeom prst="rect">
              <a:avLst/>
            </a:prstGeom>
            <a:solidFill>
              <a:srgbClr val="670C12"/>
            </a:solidFill>
            <a:ln>
              <a:noFill/>
            </a:ln>
          </p:spPr>
        </p:sp>
        <p:sp>
          <p:nvSpPr>
            <p:cNvPr id="18618" name="Colorbar gradient 42"/>
            <p:cNvSpPr/>
            <p:nvPr/>
          </p:nvSpPr>
          <p:spPr>
            <a:xfrm>
              <a:off x="33552" y="78289"/>
              <a:ext cx="106249" cy="1957"/>
            </a:xfrm>
            <a:prstGeom prst="rect">
              <a:avLst/>
            </a:prstGeom>
            <a:solidFill>
              <a:srgbClr val="670C12"/>
            </a:solidFill>
            <a:ln>
              <a:noFill/>
            </a:ln>
          </p:spPr>
        </p:sp>
        <p:sp>
          <p:nvSpPr>
            <p:cNvPr id="18619" name="Colorbar gradient 43"/>
            <p:cNvSpPr/>
            <p:nvPr/>
          </p:nvSpPr>
          <p:spPr>
            <a:xfrm>
              <a:off x="33552" y="80153"/>
              <a:ext cx="106249" cy="1957"/>
            </a:xfrm>
            <a:prstGeom prst="rect">
              <a:avLst/>
            </a:prstGeom>
            <a:solidFill>
              <a:srgbClr val="690C12"/>
            </a:solidFill>
            <a:ln>
              <a:noFill/>
            </a:ln>
          </p:spPr>
        </p:sp>
        <p:sp>
          <p:nvSpPr>
            <p:cNvPr id="18620" name="Colorbar gradient 44"/>
            <p:cNvSpPr/>
            <p:nvPr/>
          </p:nvSpPr>
          <p:spPr>
            <a:xfrm>
              <a:off x="33552" y="82017"/>
              <a:ext cx="106249" cy="1957"/>
            </a:xfrm>
            <a:prstGeom prst="rect">
              <a:avLst/>
            </a:prstGeom>
            <a:solidFill>
              <a:srgbClr val="690C12"/>
            </a:solidFill>
            <a:ln>
              <a:noFill/>
            </a:ln>
          </p:spPr>
        </p:sp>
        <p:sp>
          <p:nvSpPr>
            <p:cNvPr id="18621" name="Colorbar gradient 45"/>
            <p:cNvSpPr/>
            <p:nvPr/>
          </p:nvSpPr>
          <p:spPr>
            <a:xfrm>
              <a:off x="33552" y="83881"/>
              <a:ext cx="106249" cy="1957"/>
            </a:xfrm>
            <a:prstGeom prst="rect">
              <a:avLst/>
            </a:prstGeom>
            <a:solidFill>
              <a:srgbClr val="6A0B12"/>
            </a:solidFill>
            <a:ln>
              <a:noFill/>
            </a:ln>
          </p:spPr>
        </p:sp>
        <p:sp>
          <p:nvSpPr>
            <p:cNvPr id="18622" name="Colorbar gradient 46"/>
            <p:cNvSpPr/>
            <p:nvPr/>
          </p:nvSpPr>
          <p:spPr>
            <a:xfrm>
              <a:off x="33552" y="85745"/>
              <a:ext cx="106249" cy="1957"/>
            </a:xfrm>
            <a:prstGeom prst="rect">
              <a:avLst/>
            </a:prstGeom>
            <a:solidFill>
              <a:srgbClr val="6A0D12"/>
            </a:solidFill>
            <a:ln>
              <a:noFill/>
            </a:ln>
          </p:spPr>
        </p:sp>
        <p:sp>
          <p:nvSpPr>
            <p:cNvPr id="18623" name="Colorbar gradient 47"/>
            <p:cNvSpPr/>
            <p:nvPr/>
          </p:nvSpPr>
          <p:spPr>
            <a:xfrm>
              <a:off x="33552" y="87609"/>
              <a:ext cx="106249" cy="1957"/>
            </a:xfrm>
            <a:prstGeom prst="rect">
              <a:avLst/>
            </a:prstGeom>
            <a:solidFill>
              <a:srgbClr val="6B0D13"/>
            </a:solidFill>
            <a:ln>
              <a:noFill/>
            </a:ln>
          </p:spPr>
        </p:sp>
        <p:sp>
          <p:nvSpPr>
            <p:cNvPr id="18624" name="Colorbar gradient 48"/>
            <p:cNvSpPr/>
            <p:nvPr/>
          </p:nvSpPr>
          <p:spPr>
            <a:xfrm>
              <a:off x="33552" y="89473"/>
              <a:ext cx="106249" cy="1957"/>
            </a:xfrm>
            <a:prstGeom prst="rect">
              <a:avLst/>
            </a:prstGeom>
            <a:solidFill>
              <a:srgbClr val="6C0C13"/>
            </a:solidFill>
            <a:ln>
              <a:noFill/>
            </a:ln>
          </p:spPr>
        </p:sp>
        <p:sp>
          <p:nvSpPr>
            <p:cNvPr id="18625" name="Colorbar gradient 49"/>
            <p:cNvSpPr/>
            <p:nvPr/>
          </p:nvSpPr>
          <p:spPr>
            <a:xfrm>
              <a:off x="33552" y="91337"/>
              <a:ext cx="106249" cy="1957"/>
            </a:xfrm>
            <a:prstGeom prst="rect">
              <a:avLst/>
            </a:prstGeom>
            <a:solidFill>
              <a:srgbClr val="6C0C13"/>
            </a:solidFill>
            <a:ln>
              <a:noFill/>
            </a:ln>
          </p:spPr>
        </p:sp>
        <p:sp>
          <p:nvSpPr>
            <p:cNvPr id="18626" name="Colorbar gradient 50"/>
            <p:cNvSpPr/>
            <p:nvPr/>
          </p:nvSpPr>
          <p:spPr>
            <a:xfrm>
              <a:off x="33552" y="93201"/>
              <a:ext cx="106249" cy="1957"/>
            </a:xfrm>
            <a:prstGeom prst="rect">
              <a:avLst/>
            </a:prstGeom>
            <a:solidFill>
              <a:srgbClr val="6C0C13"/>
            </a:solidFill>
            <a:ln>
              <a:noFill/>
            </a:ln>
          </p:spPr>
        </p:sp>
        <p:sp>
          <p:nvSpPr>
            <p:cNvPr id="18627" name="Colorbar gradient 51"/>
            <p:cNvSpPr/>
            <p:nvPr/>
          </p:nvSpPr>
          <p:spPr>
            <a:xfrm>
              <a:off x="33552" y="95065"/>
              <a:ext cx="106249" cy="1957"/>
            </a:xfrm>
            <a:prstGeom prst="rect">
              <a:avLst/>
            </a:prstGeom>
            <a:solidFill>
              <a:srgbClr val="6C0C13"/>
            </a:solidFill>
            <a:ln>
              <a:noFill/>
            </a:ln>
          </p:spPr>
        </p:sp>
        <p:sp>
          <p:nvSpPr>
            <p:cNvPr id="18628" name="Colorbar gradient 52"/>
            <p:cNvSpPr/>
            <p:nvPr/>
          </p:nvSpPr>
          <p:spPr>
            <a:xfrm>
              <a:off x="33552" y="96929"/>
              <a:ext cx="106249" cy="1957"/>
            </a:xfrm>
            <a:prstGeom prst="rect">
              <a:avLst/>
            </a:prstGeom>
            <a:solidFill>
              <a:srgbClr val="6D0D12"/>
            </a:solidFill>
            <a:ln>
              <a:noFill/>
            </a:ln>
          </p:spPr>
        </p:sp>
        <p:sp>
          <p:nvSpPr>
            <p:cNvPr id="18629" name="Colorbar gradient 53"/>
            <p:cNvSpPr/>
            <p:nvPr/>
          </p:nvSpPr>
          <p:spPr>
            <a:xfrm>
              <a:off x="33552" y="98793"/>
              <a:ext cx="106249" cy="1957"/>
            </a:xfrm>
            <a:prstGeom prst="rect">
              <a:avLst/>
            </a:prstGeom>
            <a:solidFill>
              <a:srgbClr val="6E0D13"/>
            </a:solidFill>
            <a:ln>
              <a:noFill/>
            </a:ln>
          </p:spPr>
        </p:sp>
        <p:sp>
          <p:nvSpPr>
            <p:cNvPr id="18630" name="Colorbar gradient 54"/>
            <p:cNvSpPr/>
            <p:nvPr/>
          </p:nvSpPr>
          <p:spPr>
            <a:xfrm>
              <a:off x="33552" y="100657"/>
              <a:ext cx="106249" cy="1957"/>
            </a:xfrm>
            <a:prstGeom prst="rect">
              <a:avLst/>
            </a:prstGeom>
            <a:solidFill>
              <a:srgbClr val="6E0D13"/>
            </a:solidFill>
            <a:ln>
              <a:noFill/>
            </a:ln>
          </p:spPr>
        </p:sp>
        <p:sp>
          <p:nvSpPr>
            <p:cNvPr id="18631" name="Colorbar gradient 55"/>
            <p:cNvSpPr/>
            <p:nvPr/>
          </p:nvSpPr>
          <p:spPr>
            <a:xfrm>
              <a:off x="33552" y="102521"/>
              <a:ext cx="106249" cy="1957"/>
            </a:xfrm>
            <a:prstGeom prst="rect">
              <a:avLst/>
            </a:prstGeom>
            <a:solidFill>
              <a:srgbClr val="6F0D13"/>
            </a:solidFill>
            <a:ln>
              <a:noFill/>
            </a:ln>
          </p:spPr>
        </p:sp>
        <p:sp>
          <p:nvSpPr>
            <p:cNvPr id="18632" name="Colorbar gradient 56"/>
            <p:cNvSpPr/>
            <p:nvPr/>
          </p:nvSpPr>
          <p:spPr>
            <a:xfrm>
              <a:off x="33552" y="104385"/>
              <a:ext cx="106249" cy="1957"/>
            </a:xfrm>
            <a:prstGeom prst="rect">
              <a:avLst/>
            </a:prstGeom>
            <a:solidFill>
              <a:srgbClr val="6F0D13"/>
            </a:solidFill>
            <a:ln>
              <a:noFill/>
            </a:ln>
          </p:spPr>
        </p:sp>
        <p:sp>
          <p:nvSpPr>
            <p:cNvPr id="18633" name="Colorbar gradient 57"/>
            <p:cNvSpPr/>
            <p:nvPr/>
          </p:nvSpPr>
          <p:spPr>
            <a:xfrm>
              <a:off x="33552" y="106249"/>
              <a:ext cx="106249" cy="1957"/>
            </a:xfrm>
            <a:prstGeom prst="rect">
              <a:avLst/>
            </a:prstGeom>
            <a:solidFill>
              <a:srgbClr val="700D13"/>
            </a:solidFill>
            <a:ln>
              <a:noFill/>
            </a:ln>
          </p:spPr>
        </p:sp>
        <p:sp>
          <p:nvSpPr>
            <p:cNvPr id="18634" name="Colorbar gradient 58"/>
            <p:cNvSpPr/>
            <p:nvPr/>
          </p:nvSpPr>
          <p:spPr>
            <a:xfrm>
              <a:off x="33552" y="108113"/>
              <a:ext cx="106249" cy="1957"/>
            </a:xfrm>
            <a:prstGeom prst="rect">
              <a:avLst/>
            </a:prstGeom>
            <a:solidFill>
              <a:srgbClr val="710C13"/>
            </a:solidFill>
            <a:ln>
              <a:noFill/>
            </a:ln>
          </p:spPr>
        </p:sp>
        <p:sp>
          <p:nvSpPr>
            <p:cNvPr id="18635" name="Colorbar gradient 59"/>
            <p:cNvSpPr/>
            <p:nvPr/>
          </p:nvSpPr>
          <p:spPr>
            <a:xfrm>
              <a:off x="33552" y="109977"/>
              <a:ext cx="106249" cy="1957"/>
            </a:xfrm>
            <a:prstGeom prst="rect">
              <a:avLst/>
            </a:prstGeom>
            <a:solidFill>
              <a:srgbClr val="710C13"/>
            </a:solidFill>
            <a:ln>
              <a:noFill/>
            </a:ln>
          </p:spPr>
        </p:sp>
        <p:sp>
          <p:nvSpPr>
            <p:cNvPr id="18636" name="Colorbar gradient 60"/>
            <p:cNvSpPr/>
            <p:nvPr/>
          </p:nvSpPr>
          <p:spPr>
            <a:xfrm>
              <a:off x="33552" y="111841"/>
              <a:ext cx="106249" cy="1957"/>
            </a:xfrm>
            <a:prstGeom prst="rect">
              <a:avLst/>
            </a:prstGeom>
            <a:solidFill>
              <a:srgbClr val="730D13"/>
            </a:solidFill>
            <a:ln>
              <a:noFill/>
            </a:ln>
          </p:spPr>
        </p:sp>
        <p:sp>
          <p:nvSpPr>
            <p:cNvPr id="18637" name="Colorbar gradient 61"/>
            <p:cNvSpPr/>
            <p:nvPr/>
          </p:nvSpPr>
          <p:spPr>
            <a:xfrm>
              <a:off x="33552" y="113705"/>
              <a:ext cx="106249" cy="1957"/>
            </a:xfrm>
            <a:prstGeom prst="rect">
              <a:avLst/>
            </a:prstGeom>
            <a:solidFill>
              <a:srgbClr val="730D13"/>
            </a:solidFill>
            <a:ln>
              <a:noFill/>
            </a:ln>
          </p:spPr>
        </p:sp>
        <p:sp>
          <p:nvSpPr>
            <p:cNvPr id="18638" name="Colorbar gradient 62"/>
            <p:cNvSpPr/>
            <p:nvPr/>
          </p:nvSpPr>
          <p:spPr>
            <a:xfrm>
              <a:off x="33552" y="115569"/>
              <a:ext cx="106249" cy="1957"/>
            </a:xfrm>
            <a:prstGeom prst="rect">
              <a:avLst/>
            </a:prstGeom>
            <a:solidFill>
              <a:srgbClr val="740D13"/>
            </a:solidFill>
            <a:ln>
              <a:noFill/>
            </a:ln>
          </p:spPr>
        </p:sp>
        <p:sp>
          <p:nvSpPr>
            <p:cNvPr id="18639" name="Colorbar gradient 63"/>
            <p:cNvSpPr/>
            <p:nvPr/>
          </p:nvSpPr>
          <p:spPr>
            <a:xfrm>
              <a:off x="33552" y="117433"/>
              <a:ext cx="106249" cy="1957"/>
            </a:xfrm>
            <a:prstGeom prst="rect">
              <a:avLst/>
            </a:prstGeom>
            <a:solidFill>
              <a:srgbClr val="740D13"/>
            </a:solidFill>
            <a:ln>
              <a:noFill/>
            </a:ln>
          </p:spPr>
        </p:sp>
        <p:sp>
          <p:nvSpPr>
            <p:cNvPr id="18640" name="Colorbar gradient 64"/>
            <p:cNvSpPr/>
            <p:nvPr/>
          </p:nvSpPr>
          <p:spPr>
            <a:xfrm>
              <a:off x="33552" y="119297"/>
              <a:ext cx="106249" cy="1957"/>
            </a:xfrm>
            <a:prstGeom prst="rect">
              <a:avLst/>
            </a:prstGeom>
            <a:solidFill>
              <a:srgbClr val="750D13"/>
            </a:solidFill>
            <a:ln>
              <a:noFill/>
            </a:ln>
          </p:spPr>
        </p:sp>
        <p:sp>
          <p:nvSpPr>
            <p:cNvPr id="18641" name="Colorbar gradient 65"/>
            <p:cNvSpPr/>
            <p:nvPr/>
          </p:nvSpPr>
          <p:spPr>
            <a:xfrm>
              <a:off x="33552" y="121161"/>
              <a:ext cx="106249" cy="1957"/>
            </a:xfrm>
            <a:prstGeom prst="rect">
              <a:avLst/>
            </a:prstGeom>
            <a:solidFill>
              <a:srgbClr val="750F12"/>
            </a:solidFill>
            <a:ln>
              <a:noFill/>
            </a:ln>
          </p:spPr>
        </p:sp>
        <p:sp>
          <p:nvSpPr>
            <p:cNvPr id="18642" name="Colorbar gradient 66"/>
            <p:cNvSpPr/>
            <p:nvPr/>
          </p:nvSpPr>
          <p:spPr>
            <a:xfrm>
              <a:off x="33552" y="123025"/>
              <a:ext cx="106249" cy="1957"/>
            </a:xfrm>
            <a:prstGeom prst="rect">
              <a:avLst/>
            </a:prstGeom>
            <a:solidFill>
              <a:srgbClr val="750F14"/>
            </a:solidFill>
            <a:ln>
              <a:noFill/>
            </a:ln>
          </p:spPr>
        </p:sp>
        <p:sp>
          <p:nvSpPr>
            <p:cNvPr id="18643" name="Colorbar gradient 67"/>
            <p:cNvSpPr/>
            <p:nvPr/>
          </p:nvSpPr>
          <p:spPr>
            <a:xfrm>
              <a:off x="33552" y="124889"/>
              <a:ext cx="106249" cy="1957"/>
            </a:xfrm>
            <a:prstGeom prst="rect">
              <a:avLst/>
            </a:prstGeom>
            <a:solidFill>
              <a:srgbClr val="750F14"/>
            </a:solidFill>
            <a:ln>
              <a:noFill/>
            </a:ln>
          </p:spPr>
        </p:sp>
        <p:sp>
          <p:nvSpPr>
            <p:cNvPr id="18644" name="Colorbar gradient 68"/>
            <p:cNvSpPr/>
            <p:nvPr/>
          </p:nvSpPr>
          <p:spPr>
            <a:xfrm>
              <a:off x="33552" y="126753"/>
              <a:ext cx="106249" cy="1957"/>
            </a:xfrm>
            <a:prstGeom prst="rect">
              <a:avLst/>
            </a:prstGeom>
            <a:solidFill>
              <a:srgbClr val="770E14"/>
            </a:solidFill>
            <a:ln>
              <a:noFill/>
            </a:ln>
          </p:spPr>
        </p:sp>
        <p:sp>
          <p:nvSpPr>
            <p:cNvPr id="18645" name="Colorbar gradient 69"/>
            <p:cNvSpPr/>
            <p:nvPr/>
          </p:nvSpPr>
          <p:spPr>
            <a:xfrm>
              <a:off x="33552" y="128617"/>
              <a:ext cx="106249" cy="1957"/>
            </a:xfrm>
            <a:prstGeom prst="rect">
              <a:avLst/>
            </a:prstGeom>
            <a:solidFill>
              <a:srgbClr val="770E14"/>
            </a:solidFill>
            <a:ln>
              <a:noFill/>
            </a:ln>
          </p:spPr>
        </p:sp>
        <p:sp>
          <p:nvSpPr>
            <p:cNvPr id="18646" name="Colorbar gradient 70"/>
            <p:cNvSpPr/>
            <p:nvPr/>
          </p:nvSpPr>
          <p:spPr>
            <a:xfrm>
              <a:off x="33552" y="130481"/>
              <a:ext cx="106249" cy="1957"/>
            </a:xfrm>
            <a:prstGeom prst="rect">
              <a:avLst/>
            </a:prstGeom>
            <a:solidFill>
              <a:srgbClr val="780E14"/>
            </a:solidFill>
            <a:ln>
              <a:noFill/>
            </a:ln>
          </p:spPr>
        </p:sp>
        <p:sp>
          <p:nvSpPr>
            <p:cNvPr id="18647" name="Colorbar gradient 71"/>
            <p:cNvSpPr/>
            <p:nvPr/>
          </p:nvSpPr>
          <p:spPr>
            <a:xfrm>
              <a:off x="33552" y="132345"/>
              <a:ext cx="106249" cy="1957"/>
            </a:xfrm>
            <a:prstGeom prst="rect">
              <a:avLst/>
            </a:prstGeom>
            <a:solidFill>
              <a:srgbClr val="790D14"/>
            </a:solidFill>
            <a:ln>
              <a:noFill/>
            </a:ln>
          </p:spPr>
        </p:sp>
        <p:sp>
          <p:nvSpPr>
            <p:cNvPr id="18648" name="Colorbar gradient 72"/>
            <p:cNvSpPr/>
            <p:nvPr/>
          </p:nvSpPr>
          <p:spPr>
            <a:xfrm>
              <a:off x="33552" y="134209"/>
              <a:ext cx="106249" cy="1957"/>
            </a:xfrm>
            <a:prstGeom prst="rect">
              <a:avLst/>
            </a:prstGeom>
            <a:solidFill>
              <a:srgbClr val="790D14"/>
            </a:solidFill>
            <a:ln>
              <a:noFill/>
            </a:ln>
          </p:spPr>
        </p:sp>
        <p:sp>
          <p:nvSpPr>
            <p:cNvPr id="18649" name="Colorbar gradient 73"/>
            <p:cNvSpPr/>
            <p:nvPr/>
          </p:nvSpPr>
          <p:spPr>
            <a:xfrm>
              <a:off x="33552" y="136073"/>
              <a:ext cx="106249" cy="1957"/>
            </a:xfrm>
            <a:prstGeom prst="rect">
              <a:avLst/>
            </a:prstGeom>
            <a:solidFill>
              <a:srgbClr val="790D14"/>
            </a:solidFill>
            <a:ln>
              <a:noFill/>
            </a:ln>
          </p:spPr>
        </p:sp>
        <p:sp>
          <p:nvSpPr>
            <p:cNvPr id="18650" name="Colorbar gradient 74"/>
            <p:cNvSpPr/>
            <p:nvPr/>
          </p:nvSpPr>
          <p:spPr>
            <a:xfrm>
              <a:off x="33552" y="137937"/>
              <a:ext cx="106249" cy="1957"/>
            </a:xfrm>
            <a:prstGeom prst="rect">
              <a:avLst/>
            </a:prstGeom>
            <a:solidFill>
              <a:srgbClr val="790D14"/>
            </a:solidFill>
            <a:ln>
              <a:noFill/>
            </a:ln>
          </p:spPr>
        </p:sp>
        <p:sp>
          <p:nvSpPr>
            <p:cNvPr id="18651" name="Colorbar gradient 75"/>
            <p:cNvSpPr/>
            <p:nvPr/>
          </p:nvSpPr>
          <p:spPr>
            <a:xfrm>
              <a:off x="33552" y="139801"/>
              <a:ext cx="106249" cy="1957"/>
            </a:xfrm>
            <a:prstGeom prst="rect">
              <a:avLst/>
            </a:prstGeom>
            <a:solidFill>
              <a:srgbClr val="7A0D15"/>
            </a:solidFill>
            <a:ln>
              <a:noFill/>
            </a:ln>
          </p:spPr>
        </p:sp>
        <p:sp>
          <p:nvSpPr>
            <p:cNvPr id="18652" name="Colorbar gradient 76"/>
            <p:cNvSpPr/>
            <p:nvPr/>
          </p:nvSpPr>
          <p:spPr>
            <a:xfrm>
              <a:off x="33552" y="141665"/>
              <a:ext cx="106249" cy="1957"/>
            </a:xfrm>
            <a:prstGeom prst="rect">
              <a:avLst/>
            </a:prstGeom>
            <a:solidFill>
              <a:srgbClr val="7B0F14"/>
            </a:solidFill>
            <a:ln>
              <a:noFill/>
            </a:ln>
          </p:spPr>
        </p:sp>
        <p:sp>
          <p:nvSpPr>
            <p:cNvPr id="18653" name="Colorbar gradient 77"/>
            <p:cNvSpPr/>
            <p:nvPr/>
          </p:nvSpPr>
          <p:spPr>
            <a:xfrm>
              <a:off x="33552" y="143529"/>
              <a:ext cx="106249" cy="1957"/>
            </a:xfrm>
            <a:prstGeom prst="rect">
              <a:avLst/>
            </a:prstGeom>
            <a:solidFill>
              <a:srgbClr val="7B0F14"/>
            </a:solidFill>
            <a:ln>
              <a:noFill/>
            </a:ln>
          </p:spPr>
        </p:sp>
        <p:sp>
          <p:nvSpPr>
            <p:cNvPr id="18654" name="Colorbar gradient 78"/>
            <p:cNvSpPr/>
            <p:nvPr/>
          </p:nvSpPr>
          <p:spPr>
            <a:xfrm>
              <a:off x="33552" y="145393"/>
              <a:ext cx="106249" cy="1957"/>
            </a:xfrm>
            <a:prstGeom prst="rect">
              <a:avLst/>
            </a:prstGeom>
            <a:solidFill>
              <a:srgbClr val="7C0F14"/>
            </a:solidFill>
            <a:ln>
              <a:noFill/>
            </a:ln>
          </p:spPr>
        </p:sp>
        <p:sp>
          <p:nvSpPr>
            <p:cNvPr id="18655" name="Colorbar gradient 79"/>
            <p:cNvSpPr/>
            <p:nvPr/>
          </p:nvSpPr>
          <p:spPr>
            <a:xfrm>
              <a:off x="33552" y="147257"/>
              <a:ext cx="106249" cy="1957"/>
            </a:xfrm>
            <a:prstGeom prst="rect">
              <a:avLst/>
            </a:prstGeom>
            <a:solidFill>
              <a:srgbClr val="7C0F14"/>
            </a:solidFill>
            <a:ln>
              <a:noFill/>
            </a:ln>
          </p:spPr>
        </p:sp>
        <p:sp>
          <p:nvSpPr>
            <p:cNvPr id="18656" name="Colorbar gradient 80"/>
            <p:cNvSpPr/>
            <p:nvPr/>
          </p:nvSpPr>
          <p:spPr>
            <a:xfrm>
              <a:off x="33552" y="149121"/>
              <a:ext cx="106249" cy="1957"/>
            </a:xfrm>
            <a:prstGeom prst="rect">
              <a:avLst/>
            </a:prstGeom>
            <a:solidFill>
              <a:srgbClr val="7D0E16"/>
            </a:solidFill>
            <a:ln>
              <a:noFill/>
            </a:ln>
          </p:spPr>
        </p:sp>
        <p:sp>
          <p:nvSpPr>
            <p:cNvPr id="18657" name="Colorbar gradient 81"/>
            <p:cNvSpPr/>
            <p:nvPr/>
          </p:nvSpPr>
          <p:spPr>
            <a:xfrm>
              <a:off x="33552" y="150985"/>
              <a:ext cx="106249" cy="1957"/>
            </a:xfrm>
            <a:prstGeom prst="rect">
              <a:avLst/>
            </a:prstGeom>
            <a:solidFill>
              <a:srgbClr val="7E0D16"/>
            </a:solidFill>
            <a:ln>
              <a:noFill/>
            </a:ln>
          </p:spPr>
        </p:sp>
        <p:sp>
          <p:nvSpPr>
            <p:cNvPr id="18658" name="Colorbar gradient 82"/>
            <p:cNvSpPr/>
            <p:nvPr/>
          </p:nvSpPr>
          <p:spPr>
            <a:xfrm>
              <a:off x="33552" y="152849"/>
              <a:ext cx="106249" cy="1957"/>
            </a:xfrm>
            <a:prstGeom prst="rect">
              <a:avLst/>
            </a:prstGeom>
            <a:solidFill>
              <a:srgbClr val="7E0D16"/>
            </a:solidFill>
            <a:ln>
              <a:noFill/>
            </a:ln>
          </p:spPr>
        </p:sp>
        <p:sp>
          <p:nvSpPr>
            <p:cNvPr id="18659" name="Colorbar gradient 83"/>
            <p:cNvSpPr/>
            <p:nvPr/>
          </p:nvSpPr>
          <p:spPr>
            <a:xfrm>
              <a:off x="33552" y="154713"/>
              <a:ext cx="106249" cy="1957"/>
            </a:xfrm>
            <a:prstGeom prst="rect">
              <a:avLst/>
            </a:prstGeom>
            <a:solidFill>
              <a:srgbClr val="800F17"/>
            </a:solidFill>
            <a:ln>
              <a:noFill/>
            </a:ln>
          </p:spPr>
        </p:sp>
        <p:sp>
          <p:nvSpPr>
            <p:cNvPr id="18660" name="Colorbar gradient 84"/>
            <p:cNvSpPr/>
            <p:nvPr/>
          </p:nvSpPr>
          <p:spPr>
            <a:xfrm>
              <a:off x="33552" y="156577"/>
              <a:ext cx="106249" cy="1957"/>
            </a:xfrm>
            <a:prstGeom prst="rect">
              <a:avLst/>
            </a:prstGeom>
            <a:solidFill>
              <a:srgbClr val="800F17"/>
            </a:solidFill>
            <a:ln>
              <a:noFill/>
            </a:ln>
          </p:spPr>
        </p:sp>
        <p:sp>
          <p:nvSpPr>
            <p:cNvPr id="18661" name="Colorbar gradient 85"/>
            <p:cNvSpPr/>
            <p:nvPr/>
          </p:nvSpPr>
          <p:spPr>
            <a:xfrm>
              <a:off x="33552" y="158442"/>
              <a:ext cx="106249" cy="1957"/>
            </a:xfrm>
            <a:prstGeom prst="rect">
              <a:avLst/>
            </a:prstGeom>
            <a:solidFill>
              <a:srgbClr val="810F17"/>
            </a:solidFill>
            <a:ln>
              <a:noFill/>
            </a:ln>
          </p:spPr>
        </p:sp>
        <p:sp>
          <p:nvSpPr>
            <p:cNvPr id="18662" name="Colorbar gradient 86"/>
            <p:cNvSpPr/>
            <p:nvPr/>
          </p:nvSpPr>
          <p:spPr>
            <a:xfrm>
              <a:off x="33552" y="160306"/>
              <a:ext cx="106249" cy="1957"/>
            </a:xfrm>
            <a:prstGeom prst="rect">
              <a:avLst/>
            </a:prstGeom>
            <a:solidFill>
              <a:srgbClr val="810F17"/>
            </a:solidFill>
            <a:ln>
              <a:noFill/>
            </a:ln>
          </p:spPr>
        </p:sp>
        <p:sp>
          <p:nvSpPr>
            <p:cNvPr id="18663" name="Colorbar gradient 87"/>
            <p:cNvSpPr/>
            <p:nvPr/>
          </p:nvSpPr>
          <p:spPr>
            <a:xfrm>
              <a:off x="33552" y="162170"/>
              <a:ext cx="106249" cy="1957"/>
            </a:xfrm>
            <a:prstGeom prst="rect">
              <a:avLst/>
            </a:prstGeom>
            <a:solidFill>
              <a:srgbClr val="820E17"/>
            </a:solidFill>
            <a:ln>
              <a:noFill/>
            </a:ln>
          </p:spPr>
        </p:sp>
        <p:sp>
          <p:nvSpPr>
            <p:cNvPr id="18664" name="Colorbar gradient 88"/>
            <p:cNvSpPr/>
            <p:nvPr/>
          </p:nvSpPr>
          <p:spPr>
            <a:xfrm>
              <a:off x="33552" y="164034"/>
              <a:ext cx="106249" cy="1957"/>
            </a:xfrm>
            <a:prstGeom prst="rect">
              <a:avLst/>
            </a:prstGeom>
            <a:solidFill>
              <a:srgbClr val="840F17"/>
            </a:solidFill>
            <a:ln>
              <a:noFill/>
            </a:ln>
          </p:spPr>
        </p:sp>
        <p:sp>
          <p:nvSpPr>
            <p:cNvPr id="18665" name="Colorbar gradient 89"/>
            <p:cNvSpPr/>
            <p:nvPr/>
          </p:nvSpPr>
          <p:spPr>
            <a:xfrm>
              <a:off x="33552" y="165898"/>
              <a:ext cx="106249" cy="1957"/>
            </a:xfrm>
            <a:prstGeom prst="rect">
              <a:avLst/>
            </a:prstGeom>
            <a:solidFill>
              <a:srgbClr val="840F17"/>
            </a:solidFill>
            <a:ln>
              <a:noFill/>
            </a:ln>
          </p:spPr>
        </p:sp>
        <p:sp>
          <p:nvSpPr>
            <p:cNvPr id="18666" name="Colorbar gradient 90"/>
            <p:cNvSpPr/>
            <p:nvPr/>
          </p:nvSpPr>
          <p:spPr>
            <a:xfrm>
              <a:off x="33552" y="167762"/>
              <a:ext cx="106249" cy="1957"/>
            </a:xfrm>
            <a:prstGeom prst="rect">
              <a:avLst/>
            </a:prstGeom>
            <a:solidFill>
              <a:srgbClr val="840F17"/>
            </a:solidFill>
            <a:ln>
              <a:noFill/>
            </a:ln>
          </p:spPr>
        </p:sp>
        <p:sp>
          <p:nvSpPr>
            <p:cNvPr id="18667" name="Colorbar gradient 91"/>
            <p:cNvSpPr/>
            <p:nvPr/>
          </p:nvSpPr>
          <p:spPr>
            <a:xfrm>
              <a:off x="33552" y="169626"/>
              <a:ext cx="106249" cy="1957"/>
            </a:xfrm>
            <a:prstGeom prst="rect">
              <a:avLst/>
            </a:prstGeom>
            <a:solidFill>
              <a:srgbClr val="840F17"/>
            </a:solidFill>
            <a:ln>
              <a:noFill/>
            </a:ln>
          </p:spPr>
        </p:sp>
        <p:sp>
          <p:nvSpPr>
            <p:cNvPr id="18668" name="Colorbar gradient 92"/>
            <p:cNvSpPr/>
            <p:nvPr/>
          </p:nvSpPr>
          <p:spPr>
            <a:xfrm>
              <a:off x="33552" y="171490"/>
              <a:ext cx="106249" cy="1957"/>
            </a:xfrm>
            <a:prstGeom prst="rect">
              <a:avLst/>
            </a:prstGeom>
            <a:solidFill>
              <a:srgbClr val="850F17"/>
            </a:solidFill>
            <a:ln>
              <a:noFill/>
            </a:ln>
          </p:spPr>
        </p:sp>
        <p:sp>
          <p:nvSpPr>
            <p:cNvPr id="18669" name="Colorbar gradient 93"/>
            <p:cNvSpPr/>
            <p:nvPr/>
          </p:nvSpPr>
          <p:spPr>
            <a:xfrm>
              <a:off x="33552" y="173354"/>
              <a:ext cx="106249" cy="1957"/>
            </a:xfrm>
            <a:prstGeom prst="rect">
              <a:avLst/>
            </a:prstGeom>
            <a:solidFill>
              <a:srgbClr val="850F17"/>
            </a:solidFill>
            <a:ln>
              <a:noFill/>
            </a:ln>
          </p:spPr>
        </p:sp>
        <p:sp>
          <p:nvSpPr>
            <p:cNvPr id="18670" name="Colorbar gradient 94"/>
            <p:cNvSpPr/>
            <p:nvPr/>
          </p:nvSpPr>
          <p:spPr>
            <a:xfrm>
              <a:off x="33552" y="175218"/>
              <a:ext cx="106249" cy="1957"/>
            </a:xfrm>
            <a:prstGeom prst="rect">
              <a:avLst/>
            </a:prstGeom>
            <a:solidFill>
              <a:srgbClr val="850F17"/>
            </a:solidFill>
            <a:ln>
              <a:noFill/>
            </a:ln>
          </p:spPr>
        </p:sp>
        <p:sp>
          <p:nvSpPr>
            <p:cNvPr id="18671" name="Colorbar gradient 95"/>
            <p:cNvSpPr/>
            <p:nvPr/>
          </p:nvSpPr>
          <p:spPr>
            <a:xfrm>
              <a:off x="33552" y="177082"/>
              <a:ext cx="106249" cy="1957"/>
            </a:xfrm>
            <a:prstGeom prst="rect">
              <a:avLst/>
            </a:prstGeom>
            <a:solidFill>
              <a:srgbClr val="860F17"/>
            </a:solidFill>
            <a:ln>
              <a:noFill/>
            </a:ln>
          </p:spPr>
        </p:sp>
        <p:sp>
          <p:nvSpPr>
            <p:cNvPr id="18672" name="Colorbar gradient 96"/>
            <p:cNvSpPr/>
            <p:nvPr/>
          </p:nvSpPr>
          <p:spPr>
            <a:xfrm>
              <a:off x="33552" y="178946"/>
              <a:ext cx="106249" cy="1957"/>
            </a:xfrm>
            <a:prstGeom prst="rect">
              <a:avLst/>
            </a:prstGeom>
            <a:solidFill>
              <a:srgbClr val="860F17"/>
            </a:solidFill>
            <a:ln>
              <a:noFill/>
            </a:ln>
          </p:spPr>
        </p:sp>
        <p:sp>
          <p:nvSpPr>
            <p:cNvPr id="18673" name="Colorbar gradient 97"/>
            <p:cNvSpPr/>
            <p:nvPr/>
          </p:nvSpPr>
          <p:spPr>
            <a:xfrm>
              <a:off x="33552" y="180810"/>
              <a:ext cx="106249" cy="1957"/>
            </a:xfrm>
            <a:prstGeom prst="rect">
              <a:avLst/>
            </a:prstGeom>
            <a:solidFill>
              <a:srgbClr val="870E17"/>
            </a:solidFill>
            <a:ln>
              <a:noFill/>
            </a:ln>
          </p:spPr>
        </p:sp>
        <p:sp>
          <p:nvSpPr>
            <p:cNvPr id="18674" name="Colorbar gradient 98"/>
            <p:cNvSpPr/>
            <p:nvPr/>
          </p:nvSpPr>
          <p:spPr>
            <a:xfrm>
              <a:off x="33552" y="182674"/>
              <a:ext cx="106249" cy="1957"/>
            </a:xfrm>
            <a:prstGeom prst="rect">
              <a:avLst/>
            </a:prstGeom>
            <a:solidFill>
              <a:srgbClr val="881017"/>
            </a:solidFill>
            <a:ln>
              <a:noFill/>
            </a:ln>
          </p:spPr>
        </p:sp>
        <p:sp>
          <p:nvSpPr>
            <p:cNvPr id="18675" name="Colorbar gradient 99"/>
            <p:cNvSpPr/>
            <p:nvPr/>
          </p:nvSpPr>
          <p:spPr>
            <a:xfrm>
              <a:off x="33552" y="184538"/>
              <a:ext cx="106249" cy="1957"/>
            </a:xfrm>
            <a:prstGeom prst="rect">
              <a:avLst/>
            </a:prstGeom>
            <a:solidFill>
              <a:srgbClr val="881017"/>
            </a:solidFill>
            <a:ln>
              <a:noFill/>
            </a:ln>
          </p:spPr>
        </p:sp>
        <p:sp>
          <p:nvSpPr>
            <p:cNvPr id="18676" name="Colorbar gradient 100"/>
            <p:cNvSpPr/>
            <p:nvPr/>
          </p:nvSpPr>
          <p:spPr>
            <a:xfrm>
              <a:off x="33552" y="186402"/>
              <a:ext cx="106249" cy="1957"/>
            </a:xfrm>
            <a:prstGeom prst="rect">
              <a:avLst/>
            </a:prstGeom>
            <a:solidFill>
              <a:srgbClr val="890F18"/>
            </a:solidFill>
            <a:ln>
              <a:noFill/>
            </a:ln>
          </p:spPr>
        </p:sp>
        <p:sp>
          <p:nvSpPr>
            <p:cNvPr id="18677" name="Colorbar gradient 101"/>
            <p:cNvSpPr/>
            <p:nvPr/>
          </p:nvSpPr>
          <p:spPr>
            <a:xfrm>
              <a:off x="33552" y="188266"/>
              <a:ext cx="106249" cy="1957"/>
            </a:xfrm>
            <a:prstGeom prst="rect">
              <a:avLst/>
            </a:prstGeom>
            <a:solidFill>
              <a:srgbClr val="890F18"/>
            </a:solidFill>
            <a:ln>
              <a:noFill/>
            </a:ln>
          </p:spPr>
        </p:sp>
        <p:sp>
          <p:nvSpPr>
            <p:cNvPr id="18678" name="Colorbar gradient 102"/>
            <p:cNvSpPr/>
            <p:nvPr/>
          </p:nvSpPr>
          <p:spPr>
            <a:xfrm>
              <a:off x="33552" y="190130"/>
              <a:ext cx="106249" cy="1957"/>
            </a:xfrm>
            <a:prstGeom prst="rect">
              <a:avLst/>
            </a:prstGeom>
            <a:solidFill>
              <a:srgbClr val="8A0F18"/>
            </a:solidFill>
            <a:ln>
              <a:noFill/>
            </a:ln>
          </p:spPr>
        </p:sp>
        <p:sp>
          <p:nvSpPr>
            <p:cNvPr id="18679" name="Colorbar gradient 103"/>
            <p:cNvSpPr/>
            <p:nvPr/>
          </p:nvSpPr>
          <p:spPr>
            <a:xfrm>
              <a:off x="33552" y="191994"/>
              <a:ext cx="106249" cy="1957"/>
            </a:xfrm>
            <a:prstGeom prst="rect">
              <a:avLst/>
            </a:prstGeom>
            <a:solidFill>
              <a:srgbClr val="8A0F18"/>
            </a:solidFill>
            <a:ln>
              <a:noFill/>
            </a:ln>
          </p:spPr>
        </p:sp>
        <p:sp>
          <p:nvSpPr>
            <p:cNvPr id="18680" name="Colorbar gradient 104"/>
            <p:cNvSpPr/>
            <p:nvPr/>
          </p:nvSpPr>
          <p:spPr>
            <a:xfrm>
              <a:off x="33552" y="193858"/>
              <a:ext cx="106249" cy="1957"/>
            </a:xfrm>
            <a:prstGeom prst="rect">
              <a:avLst/>
            </a:prstGeom>
            <a:solidFill>
              <a:srgbClr val="8B1018"/>
            </a:solidFill>
            <a:ln>
              <a:noFill/>
            </a:ln>
          </p:spPr>
        </p:sp>
        <p:sp>
          <p:nvSpPr>
            <p:cNvPr id="18681" name="Colorbar gradient 105"/>
            <p:cNvSpPr/>
            <p:nvPr/>
          </p:nvSpPr>
          <p:spPr>
            <a:xfrm>
              <a:off x="33552" y="195722"/>
              <a:ext cx="106249" cy="1957"/>
            </a:xfrm>
            <a:prstGeom prst="rect">
              <a:avLst/>
            </a:prstGeom>
            <a:solidFill>
              <a:srgbClr val="8D1017"/>
            </a:solidFill>
            <a:ln>
              <a:noFill/>
            </a:ln>
          </p:spPr>
        </p:sp>
        <p:sp>
          <p:nvSpPr>
            <p:cNvPr id="18682" name="Colorbar gradient 106"/>
            <p:cNvSpPr/>
            <p:nvPr/>
          </p:nvSpPr>
          <p:spPr>
            <a:xfrm>
              <a:off x="33552" y="197586"/>
              <a:ext cx="106249" cy="1957"/>
            </a:xfrm>
            <a:prstGeom prst="rect">
              <a:avLst/>
            </a:prstGeom>
            <a:solidFill>
              <a:srgbClr val="8D1017"/>
            </a:solidFill>
            <a:ln>
              <a:noFill/>
            </a:ln>
          </p:spPr>
        </p:sp>
        <p:sp>
          <p:nvSpPr>
            <p:cNvPr id="18683" name="Colorbar gradient 107"/>
            <p:cNvSpPr/>
            <p:nvPr/>
          </p:nvSpPr>
          <p:spPr>
            <a:xfrm>
              <a:off x="33552" y="199450"/>
              <a:ext cx="106249" cy="1957"/>
            </a:xfrm>
            <a:prstGeom prst="rect">
              <a:avLst/>
            </a:prstGeom>
            <a:solidFill>
              <a:srgbClr val="8E0F17"/>
            </a:solidFill>
            <a:ln>
              <a:noFill/>
            </a:ln>
          </p:spPr>
        </p:sp>
        <p:sp>
          <p:nvSpPr>
            <p:cNvPr id="18684" name="Colorbar gradient 108"/>
            <p:cNvSpPr/>
            <p:nvPr/>
          </p:nvSpPr>
          <p:spPr>
            <a:xfrm>
              <a:off x="33552" y="201314"/>
              <a:ext cx="106249" cy="1957"/>
            </a:xfrm>
            <a:prstGeom prst="rect">
              <a:avLst/>
            </a:prstGeom>
            <a:solidFill>
              <a:srgbClr val="8E0F17"/>
            </a:solidFill>
            <a:ln>
              <a:noFill/>
            </a:ln>
          </p:spPr>
        </p:sp>
        <p:sp>
          <p:nvSpPr>
            <p:cNvPr id="18685" name="Colorbar gradient 109"/>
            <p:cNvSpPr/>
            <p:nvPr/>
          </p:nvSpPr>
          <p:spPr>
            <a:xfrm>
              <a:off x="33552" y="203178"/>
              <a:ext cx="106249" cy="1957"/>
            </a:xfrm>
            <a:prstGeom prst="rect">
              <a:avLst/>
            </a:prstGeom>
            <a:solidFill>
              <a:srgbClr val="8F0F1A"/>
            </a:solidFill>
            <a:ln>
              <a:noFill/>
            </a:ln>
          </p:spPr>
        </p:sp>
        <p:sp>
          <p:nvSpPr>
            <p:cNvPr id="18686" name="Colorbar gradient 110"/>
            <p:cNvSpPr/>
            <p:nvPr/>
          </p:nvSpPr>
          <p:spPr>
            <a:xfrm>
              <a:off x="33552" y="205042"/>
              <a:ext cx="106249" cy="1957"/>
            </a:xfrm>
            <a:prstGeom prst="rect">
              <a:avLst/>
            </a:prstGeom>
            <a:solidFill>
              <a:srgbClr val="911019"/>
            </a:solidFill>
            <a:ln>
              <a:noFill/>
            </a:ln>
          </p:spPr>
        </p:sp>
        <p:sp>
          <p:nvSpPr>
            <p:cNvPr id="18687" name="Colorbar gradient 111"/>
            <p:cNvSpPr/>
            <p:nvPr/>
          </p:nvSpPr>
          <p:spPr>
            <a:xfrm>
              <a:off x="33552" y="206906"/>
              <a:ext cx="106249" cy="1957"/>
            </a:xfrm>
            <a:prstGeom prst="rect">
              <a:avLst/>
            </a:prstGeom>
            <a:solidFill>
              <a:srgbClr val="911019"/>
            </a:solidFill>
            <a:ln>
              <a:noFill/>
            </a:ln>
          </p:spPr>
        </p:sp>
        <p:sp>
          <p:nvSpPr>
            <p:cNvPr id="18688" name="Colorbar gradient 112"/>
            <p:cNvSpPr/>
            <p:nvPr/>
          </p:nvSpPr>
          <p:spPr>
            <a:xfrm>
              <a:off x="33552" y="208770"/>
              <a:ext cx="106249" cy="1957"/>
            </a:xfrm>
            <a:prstGeom prst="rect">
              <a:avLst/>
            </a:prstGeom>
            <a:solidFill>
              <a:srgbClr val="911019"/>
            </a:solidFill>
            <a:ln>
              <a:noFill/>
            </a:ln>
          </p:spPr>
        </p:sp>
        <p:sp>
          <p:nvSpPr>
            <p:cNvPr id="18689" name="Colorbar gradient 113"/>
            <p:cNvSpPr/>
            <p:nvPr/>
          </p:nvSpPr>
          <p:spPr>
            <a:xfrm>
              <a:off x="33552" y="210634"/>
              <a:ext cx="106249" cy="1957"/>
            </a:xfrm>
            <a:prstGeom prst="rect">
              <a:avLst/>
            </a:prstGeom>
            <a:solidFill>
              <a:srgbClr val="911019"/>
            </a:solidFill>
            <a:ln>
              <a:noFill/>
            </a:ln>
          </p:spPr>
        </p:sp>
        <p:sp>
          <p:nvSpPr>
            <p:cNvPr id="18690" name="Colorbar gradient 114"/>
            <p:cNvSpPr/>
            <p:nvPr/>
          </p:nvSpPr>
          <p:spPr>
            <a:xfrm>
              <a:off x="33552" y="212498"/>
              <a:ext cx="106249" cy="1957"/>
            </a:xfrm>
            <a:prstGeom prst="rect">
              <a:avLst/>
            </a:prstGeom>
            <a:solidFill>
              <a:srgbClr val="921019"/>
            </a:solidFill>
            <a:ln>
              <a:noFill/>
            </a:ln>
          </p:spPr>
        </p:sp>
        <p:sp>
          <p:nvSpPr>
            <p:cNvPr id="18691" name="Colorbar gradient 115"/>
            <p:cNvSpPr/>
            <p:nvPr/>
          </p:nvSpPr>
          <p:spPr>
            <a:xfrm>
              <a:off x="33552" y="214362"/>
              <a:ext cx="106249" cy="1957"/>
            </a:xfrm>
            <a:prstGeom prst="rect">
              <a:avLst/>
            </a:prstGeom>
            <a:solidFill>
              <a:srgbClr val="921019"/>
            </a:solidFill>
            <a:ln>
              <a:noFill/>
            </a:ln>
          </p:spPr>
        </p:sp>
        <p:sp>
          <p:nvSpPr>
            <p:cNvPr id="18692" name="Colorbar gradient 116"/>
            <p:cNvSpPr/>
            <p:nvPr/>
          </p:nvSpPr>
          <p:spPr>
            <a:xfrm>
              <a:off x="33552" y="216226"/>
              <a:ext cx="106249" cy="1957"/>
            </a:xfrm>
            <a:prstGeom prst="rect">
              <a:avLst/>
            </a:prstGeom>
            <a:solidFill>
              <a:srgbClr val="921019"/>
            </a:solidFill>
            <a:ln>
              <a:noFill/>
            </a:ln>
          </p:spPr>
        </p:sp>
        <p:sp>
          <p:nvSpPr>
            <p:cNvPr id="18693" name="Colorbar gradient 117"/>
            <p:cNvSpPr/>
            <p:nvPr/>
          </p:nvSpPr>
          <p:spPr>
            <a:xfrm>
              <a:off x="33552" y="218090"/>
              <a:ext cx="106249" cy="1957"/>
            </a:xfrm>
            <a:prstGeom prst="rect">
              <a:avLst/>
            </a:prstGeom>
            <a:solidFill>
              <a:srgbClr val="93101B"/>
            </a:solidFill>
            <a:ln>
              <a:noFill/>
            </a:ln>
          </p:spPr>
        </p:sp>
        <p:sp>
          <p:nvSpPr>
            <p:cNvPr id="18694" name="Colorbar gradient 118"/>
            <p:cNvSpPr/>
            <p:nvPr/>
          </p:nvSpPr>
          <p:spPr>
            <a:xfrm>
              <a:off x="33552" y="219954"/>
              <a:ext cx="106249" cy="1957"/>
            </a:xfrm>
            <a:prstGeom prst="rect">
              <a:avLst/>
            </a:prstGeom>
            <a:solidFill>
              <a:srgbClr val="93101B"/>
            </a:solidFill>
            <a:ln>
              <a:noFill/>
            </a:ln>
          </p:spPr>
        </p:sp>
        <p:sp>
          <p:nvSpPr>
            <p:cNvPr id="18695" name="Colorbar gradient 119"/>
            <p:cNvSpPr/>
            <p:nvPr/>
          </p:nvSpPr>
          <p:spPr>
            <a:xfrm>
              <a:off x="33552" y="221818"/>
              <a:ext cx="106249" cy="1957"/>
            </a:xfrm>
            <a:prstGeom prst="rect">
              <a:avLst/>
            </a:prstGeom>
            <a:solidFill>
              <a:srgbClr val="940F1B"/>
            </a:solidFill>
            <a:ln>
              <a:noFill/>
            </a:ln>
          </p:spPr>
        </p:sp>
        <p:sp>
          <p:nvSpPr>
            <p:cNvPr id="18696" name="Colorbar gradient 120"/>
            <p:cNvSpPr/>
            <p:nvPr/>
          </p:nvSpPr>
          <p:spPr>
            <a:xfrm>
              <a:off x="33552" y="223682"/>
              <a:ext cx="106249" cy="1957"/>
            </a:xfrm>
            <a:prstGeom prst="rect">
              <a:avLst/>
            </a:prstGeom>
            <a:solidFill>
              <a:srgbClr val="940F1B"/>
            </a:solidFill>
            <a:ln>
              <a:noFill/>
            </a:ln>
          </p:spPr>
        </p:sp>
        <p:sp>
          <p:nvSpPr>
            <p:cNvPr id="18697" name="Colorbar gradient 121"/>
            <p:cNvSpPr/>
            <p:nvPr/>
          </p:nvSpPr>
          <p:spPr>
            <a:xfrm>
              <a:off x="33552" y="225546"/>
              <a:ext cx="106249" cy="1957"/>
            </a:xfrm>
            <a:prstGeom prst="rect">
              <a:avLst/>
            </a:prstGeom>
            <a:solidFill>
              <a:srgbClr val="95101A"/>
            </a:solidFill>
            <a:ln>
              <a:noFill/>
            </a:ln>
          </p:spPr>
        </p:sp>
        <p:sp>
          <p:nvSpPr>
            <p:cNvPr id="18698" name="Colorbar gradient 122"/>
            <p:cNvSpPr/>
            <p:nvPr/>
          </p:nvSpPr>
          <p:spPr>
            <a:xfrm>
              <a:off x="33552" y="227410"/>
              <a:ext cx="106249" cy="1957"/>
            </a:xfrm>
            <a:prstGeom prst="rect">
              <a:avLst/>
            </a:prstGeom>
            <a:solidFill>
              <a:srgbClr val="95101A"/>
            </a:solidFill>
            <a:ln>
              <a:noFill/>
            </a:ln>
          </p:spPr>
        </p:sp>
        <p:sp>
          <p:nvSpPr>
            <p:cNvPr id="18699" name="Colorbar gradient 123"/>
            <p:cNvSpPr/>
            <p:nvPr/>
          </p:nvSpPr>
          <p:spPr>
            <a:xfrm>
              <a:off x="33552" y="229274"/>
              <a:ext cx="106249" cy="1957"/>
            </a:xfrm>
            <a:prstGeom prst="rect">
              <a:avLst/>
            </a:prstGeom>
            <a:solidFill>
              <a:srgbClr val="96101C"/>
            </a:solidFill>
            <a:ln>
              <a:noFill/>
            </a:ln>
          </p:spPr>
        </p:sp>
        <p:sp>
          <p:nvSpPr>
            <p:cNvPr id="18700" name="Colorbar gradient 124"/>
            <p:cNvSpPr/>
            <p:nvPr/>
          </p:nvSpPr>
          <p:spPr>
            <a:xfrm>
              <a:off x="33552" y="231138"/>
              <a:ext cx="106249" cy="1957"/>
            </a:xfrm>
            <a:prstGeom prst="rect">
              <a:avLst/>
            </a:prstGeom>
            <a:solidFill>
              <a:srgbClr val="96101C"/>
            </a:solidFill>
            <a:ln>
              <a:noFill/>
            </a:ln>
          </p:spPr>
        </p:sp>
        <p:sp>
          <p:nvSpPr>
            <p:cNvPr id="18701" name="Colorbar gradient 125"/>
            <p:cNvSpPr/>
            <p:nvPr/>
          </p:nvSpPr>
          <p:spPr>
            <a:xfrm>
              <a:off x="33552" y="233002"/>
              <a:ext cx="106249" cy="1957"/>
            </a:xfrm>
            <a:prstGeom prst="rect">
              <a:avLst/>
            </a:prstGeom>
            <a:solidFill>
              <a:srgbClr val="97101C"/>
            </a:solidFill>
            <a:ln>
              <a:noFill/>
            </a:ln>
          </p:spPr>
        </p:sp>
        <p:sp>
          <p:nvSpPr>
            <p:cNvPr id="18702" name="Colorbar gradient 126"/>
            <p:cNvSpPr/>
            <p:nvPr/>
          </p:nvSpPr>
          <p:spPr>
            <a:xfrm>
              <a:off x="33552" y="234866"/>
              <a:ext cx="106249" cy="1957"/>
            </a:xfrm>
            <a:prstGeom prst="rect">
              <a:avLst/>
            </a:prstGeom>
            <a:solidFill>
              <a:srgbClr val="97101C"/>
            </a:solidFill>
            <a:ln>
              <a:noFill/>
            </a:ln>
          </p:spPr>
        </p:sp>
        <p:sp>
          <p:nvSpPr>
            <p:cNvPr id="18703" name="Colorbar gradient 127"/>
            <p:cNvSpPr/>
            <p:nvPr/>
          </p:nvSpPr>
          <p:spPr>
            <a:xfrm>
              <a:off x="33552" y="236730"/>
              <a:ext cx="106249" cy="1957"/>
            </a:xfrm>
            <a:prstGeom prst="rect">
              <a:avLst/>
            </a:prstGeom>
            <a:solidFill>
              <a:srgbClr val="99121D"/>
            </a:solidFill>
            <a:ln>
              <a:noFill/>
            </a:ln>
          </p:spPr>
        </p:sp>
        <p:sp>
          <p:nvSpPr>
            <p:cNvPr id="18704" name="Colorbar gradient 128"/>
            <p:cNvSpPr/>
            <p:nvPr/>
          </p:nvSpPr>
          <p:spPr>
            <a:xfrm>
              <a:off x="33552" y="238594"/>
              <a:ext cx="106249" cy="1957"/>
            </a:xfrm>
            <a:prstGeom prst="rect">
              <a:avLst/>
            </a:prstGeom>
            <a:solidFill>
              <a:srgbClr val="9A111D"/>
            </a:solidFill>
            <a:ln>
              <a:noFill/>
            </a:ln>
          </p:spPr>
        </p:sp>
        <p:sp>
          <p:nvSpPr>
            <p:cNvPr id="18705" name="Colorbar gradient 129"/>
            <p:cNvSpPr/>
            <p:nvPr/>
          </p:nvSpPr>
          <p:spPr>
            <a:xfrm>
              <a:off x="33552" y="240458"/>
              <a:ext cx="106249" cy="1957"/>
            </a:xfrm>
            <a:prstGeom prst="rect">
              <a:avLst/>
            </a:prstGeom>
            <a:solidFill>
              <a:srgbClr val="9A111D"/>
            </a:solidFill>
            <a:ln>
              <a:noFill/>
            </a:ln>
          </p:spPr>
        </p:sp>
        <p:sp>
          <p:nvSpPr>
            <p:cNvPr id="18706" name="Colorbar gradient 130"/>
            <p:cNvSpPr/>
            <p:nvPr/>
          </p:nvSpPr>
          <p:spPr>
            <a:xfrm>
              <a:off x="33552" y="242322"/>
              <a:ext cx="106249" cy="1957"/>
            </a:xfrm>
            <a:prstGeom prst="rect">
              <a:avLst/>
            </a:prstGeom>
            <a:solidFill>
              <a:srgbClr val="9B101D"/>
            </a:solidFill>
            <a:ln>
              <a:noFill/>
            </a:ln>
          </p:spPr>
        </p:sp>
        <p:sp>
          <p:nvSpPr>
            <p:cNvPr id="18707" name="Colorbar gradient 131"/>
            <p:cNvSpPr/>
            <p:nvPr/>
          </p:nvSpPr>
          <p:spPr>
            <a:xfrm>
              <a:off x="33552" y="244186"/>
              <a:ext cx="106249" cy="1957"/>
            </a:xfrm>
            <a:prstGeom prst="rect">
              <a:avLst/>
            </a:prstGeom>
            <a:solidFill>
              <a:srgbClr val="9B101D"/>
            </a:solidFill>
            <a:ln>
              <a:noFill/>
            </a:ln>
          </p:spPr>
        </p:sp>
        <p:sp>
          <p:nvSpPr>
            <p:cNvPr id="18708" name="Colorbar gradient 132"/>
            <p:cNvSpPr/>
            <p:nvPr/>
          </p:nvSpPr>
          <p:spPr>
            <a:xfrm>
              <a:off x="33552" y="246050"/>
              <a:ext cx="106249" cy="1957"/>
            </a:xfrm>
            <a:prstGeom prst="rect">
              <a:avLst/>
            </a:prstGeom>
            <a:solidFill>
              <a:srgbClr val="9C101C"/>
            </a:solidFill>
            <a:ln>
              <a:noFill/>
            </a:ln>
          </p:spPr>
        </p:sp>
        <p:sp>
          <p:nvSpPr>
            <p:cNvPr id="18709" name="Colorbar gradient 133"/>
            <p:cNvSpPr/>
            <p:nvPr/>
          </p:nvSpPr>
          <p:spPr>
            <a:xfrm>
              <a:off x="33552" y="247914"/>
              <a:ext cx="106249" cy="1957"/>
            </a:xfrm>
            <a:prstGeom prst="rect">
              <a:avLst/>
            </a:prstGeom>
            <a:solidFill>
              <a:srgbClr val="9E121C"/>
            </a:solidFill>
            <a:ln>
              <a:noFill/>
            </a:ln>
          </p:spPr>
        </p:sp>
        <p:sp>
          <p:nvSpPr>
            <p:cNvPr id="18710" name="Colorbar gradient 134"/>
            <p:cNvSpPr/>
            <p:nvPr/>
          </p:nvSpPr>
          <p:spPr>
            <a:xfrm>
              <a:off x="33552" y="249778"/>
              <a:ext cx="106249" cy="1957"/>
            </a:xfrm>
            <a:prstGeom prst="rect">
              <a:avLst/>
            </a:prstGeom>
            <a:solidFill>
              <a:srgbClr val="9E121D"/>
            </a:solidFill>
            <a:ln>
              <a:noFill/>
            </a:ln>
          </p:spPr>
        </p:sp>
        <p:sp>
          <p:nvSpPr>
            <p:cNvPr id="18711" name="Colorbar gradient 135"/>
            <p:cNvSpPr/>
            <p:nvPr/>
          </p:nvSpPr>
          <p:spPr>
            <a:xfrm>
              <a:off x="33552" y="251642"/>
              <a:ext cx="106249" cy="1957"/>
            </a:xfrm>
            <a:prstGeom prst="rect">
              <a:avLst/>
            </a:prstGeom>
            <a:solidFill>
              <a:srgbClr val="9E121D"/>
            </a:solidFill>
            <a:ln>
              <a:noFill/>
            </a:ln>
          </p:spPr>
        </p:sp>
        <p:sp>
          <p:nvSpPr>
            <p:cNvPr id="18712" name="Colorbar gradient 136"/>
            <p:cNvSpPr/>
            <p:nvPr/>
          </p:nvSpPr>
          <p:spPr>
            <a:xfrm>
              <a:off x="33552" y="253506"/>
              <a:ext cx="106249" cy="1957"/>
            </a:xfrm>
            <a:prstGeom prst="rect">
              <a:avLst/>
            </a:prstGeom>
            <a:solidFill>
              <a:srgbClr val="9E121D"/>
            </a:solidFill>
            <a:ln>
              <a:noFill/>
            </a:ln>
          </p:spPr>
        </p:sp>
        <p:sp>
          <p:nvSpPr>
            <p:cNvPr id="18713" name="Colorbar gradient 137"/>
            <p:cNvSpPr/>
            <p:nvPr/>
          </p:nvSpPr>
          <p:spPr>
            <a:xfrm>
              <a:off x="33552" y="255370"/>
              <a:ext cx="106249" cy="1957"/>
            </a:xfrm>
            <a:prstGeom prst="rect">
              <a:avLst/>
            </a:prstGeom>
            <a:solidFill>
              <a:srgbClr val="9F111D"/>
            </a:solidFill>
            <a:ln>
              <a:noFill/>
            </a:ln>
          </p:spPr>
        </p:sp>
        <p:sp>
          <p:nvSpPr>
            <p:cNvPr id="18714" name="Colorbar gradient 138"/>
            <p:cNvSpPr/>
            <p:nvPr/>
          </p:nvSpPr>
          <p:spPr>
            <a:xfrm>
              <a:off x="33552" y="257234"/>
              <a:ext cx="106249" cy="1957"/>
            </a:xfrm>
            <a:prstGeom prst="rect">
              <a:avLst/>
            </a:prstGeom>
            <a:solidFill>
              <a:srgbClr val="9F111D"/>
            </a:solidFill>
            <a:ln>
              <a:noFill/>
            </a:ln>
          </p:spPr>
        </p:sp>
        <p:sp>
          <p:nvSpPr>
            <p:cNvPr id="18715" name="Colorbar gradient 139"/>
            <p:cNvSpPr/>
            <p:nvPr/>
          </p:nvSpPr>
          <p:spPr>
            <a:xfrm>
              <a:off x="33552" y="259098"/>
              <a:ext cx="106249" cy="1957"/>
            </a:xfrm>
            <a:prstGeom prst="rect">
              <a:avLst/>
            </a:prstGeom>
            <a:solidFill>
              <a:srgbClr val="9F111D"/>
            </a:solidFill>
            <a:ln>
              <a:noFill/>
            </a:ln>
          </p:spPr>
        </p:sp>
        <p:sp>
          <p:nvSpPr>
            <p:cNvPr id="18716" name="Colorbar gradient 140"/>
            <p:cNvSpPr/>
            <p:nvPr/>
          </p:nvSpPr>
          <p:spPr>
            <a:xfrm>
              <a:off x="33552" y="260962"/>
              <a:ext cx="106249" cy="1957"/>
            </a:xfrm>
            <a:prstGeom prst="rect">
              <a:avLst/>
            </a:prstGeom>
            <a:solidFill>
              <a:srgbClr val="A0111D"/>
            </a:solidFill>
            <a:ln>
              <a:noFill/>
            </a:ln>
          </p:spPr>
        </p:sp>
        <p:sp>
          <p:nvSpPr>
            <p:cNvPr id="18717" name="Colorbar gradient 141"/>
            <p:cNvSpPr/>
            <p:nvPr/>
          </p:nvSpPr>
          <p:spPr>
            <a:xfrm>
              <a:off x="33552" y="262826"/>
              <a:ext cx="106249" cy="1957"/>
            </a:xfrm>
            <a:prstGeom prst="rect">
              <a:avLst/>
            </a:prstGeom>
            <a:solidFill>
              <a:srgbClr val="A0111D"/>
            </a:solidFill>
            <a:ln>
              <a:noFill/>
            </a:ln>
          </p:spPr>
        </p:sp>
        <p:sp>
          <p:nvSpPr>
            <p:cNvPr id="18718" name="Colorbar gradient 142"/>
            <p:cNvSpPr/>
            <p:nvPr/>
          </p:nvSpPr>
          <p:spPr>
            <a:xfrm>
              <a:off x="33552" y="264691"/>
              <a:ext cx="106249" cy="1957"/>
            </a:xfrm>
            <a:prstGeom prst="rect">
              <a:avLst/>
            </a:prstGeom>
            <a:solidFill>
              <a:srgbClr val="A1121D"/>
            </a:solidFill>
            <a:ln>
              <a:noFill/>
            </a:ln>
          </p:spPr>
        </p:sp>
        <p:sp>
          <p:nvSpPr>
            <p:cNvPr id="18719" name="Colorbar gradient 143"/>
            <p:cNvSpPr/>
            <p:nvPr/>
          </p:nvSpPr>
          <p:spPr>
            <a:xfrm>
              <a:off x="33552" y="266555"/>
              <a:ext cx="106249" cy="1957"/>
            </a:xfrm>
            <a:prstGeom prst="rect">
              <a:avLst/>
            </a:prstGeom>
            <a:solidFill>
              <a:srgbClr val="A1121E"/>
            </a:solidFill>
            <a:ln>
              <a:noFill/>
            </a:ln>
          </p:spPr>
        </p:sp>
        <p:sp>
          <p:nvSpPr>
            <p:cNvPr id="18720" name="Colorbar gradient 144"/>
            <p:cNvSpPr/>
            <p:nvPr/>
          </p:nvSpPr>
          <p:spPr>
            <a:xfrm>
              <a:off x="33552" y="268419"/>
              <a:ext cx="106249" cy="1957"/>
            </a:xfrm>
            <a:prstGeom prst="rect">
              <a:avLst/>
            </a:prstGeom>
            <a:solidFill>
              <a:srgbClr val="A2121E"/>
            </a:solidFill>
            <a:ln>
              <a:noFill/>
            </a:ln>
          </p:spPr>
        </p:sp>
        <p:sp>
          <p:nvSpPr>
            <p:cNvPr id="18721" name="Colorbar gradient 145"/>
            <p:cNvSpPr/>
            <p:nvPr/>
          </p:nvSpPr>
          <p:spPr>
            <a:xfrm>
              <a:off x="33552" y="270283"/>
              <a:ext cx="106249" cy="1957"/>
            </a:xfrm>
            <a:prstGeom prst="rect">
              <a:avLst/>
            </a:prstGeom>
            <a:solidFill>
              <a:srgbClr val="A3121E"/>
            </a:solidFill>
            <a:ln>
              <a:noFill/>
            </a:ln>
          </p:spPr>
        </p:sp>
        <p:sp>
          <p:nvSpPr>
            <p:cNvPr id="18722" name="Colorbar gradient 146"/>
            <p:cNvSpPr/>
            <p:nvPr/>
          </p:nvSpPr>
          <p:spPr>
            <a:xfrm>
              <a:off x="33552" y="272147"/>
              <a:ext cx="106249" cy="1957"/>
            </a:xfrm>
            <a:prstGeom prst="rect">
              <a:avLst/>
            </a:prstGeom>
            <a:solidFill>
              <a:srgbClr val="A3121E"/>
            </a:solidFill>
            <a:ln>
              <a:noFill/>
            </a:ln>
          </p:spPr>
        </p:sp>
        <p:sp>
          <p:nvSpPr>
            <p:cNvPr id="18723" name="Colorbar gradient 147"/>
            <p:cNvSpPr/>
            <p:nvPr/>
          </p:nvSpPr>
          <p:spPr>
            <a:xfrm>
              <a:off x="33552" y="274011"/>
              <a:ext cx="106249" cy="1957"/>
            </a:xfrm>
            <a:prstGeom prst="rect">
              <a:avLst/>
            </a:prstGeom>
            <a:solidFill>
              <a:srgbClr val="A4111E"/>
            </a:solidFill>
            <a:ln>
              <a:noFill/>
            </a:ln>
          </p:spPr>
        </p:sp>
        <p:sp>
          <p:nvSpPr>
            <p:cNvPr id="18724" name="Colorbar gradient 148"/>
            <p:cNvSpPr/>
            <p:nvPr/>
          </p:nvSpPr>
          <p:spPr>
            <a:xfrm>
              <a:off x="33552" y="275875"/>
              <a:ext cx="106249" cy="1957"/>
            </a:xfrm>
            <a:prstGeom prst="rect">
              <a:avLst/>
            </a:prstGeom>
            <a:solidFill>
              <a:srgbClr val="A4111E"/>
            </a:solidFill>
            <a:ln>
              <a:noFill/>
            </a:ln>
          </p:spPr>
        </p:sp>
        <p:sp>
          <p:nvSpPr>
            <p:cNvPr id="18725" name="Colorbar gradient 149"/>
            <p:cNvSpPr/>
            <p:nvPr/>
          </p:nvSpPr>
          <p:spPr>
            <a:xfrm>
              <a:off x="33552" y="277739"/>
              <a:ext cx="106249" cy="1957"/>
            </a:xfrm>
            <a:prstGeom prst="rect">
              <a:avLst/>
            </a:prstGeom>
            <a:solidFill>
              <a:srgbClr val="A6131E"/>
            </a:solidFill>
            <a:ln>
              <a:noFill/>
            </a:ln>
          </p:spPr>
        </p:sp>
        <p:sp>
          <p:nvSpPr>
            <p:cNvPr id="18726" name="Colorbar gradient 150"/>
            <p:cNvSpPr/>
            <p:nvPr/>
          </p:nvSpPr>
          <p:spPr>
            <a:xfrm>
              <a:off x="33552" y="279603"/>
              <a:ext cx="106249" cy="1957"/>
            </a:xfrm>
            <a:prstGeom prst="rect">
              <a:avLst/>
            </a:prstGeom>
            <a:solidFill>
              <a:srgbClr val="A7121E"/>
            </a:solidFill>
            <a:ln>
              <a:noFill/>
            </a:ln>
          </p:spPr>
        </p:sp>
        <p:sp>
          <p:nvSpPr>
            <p:cNvPr id="18727" name="Colorbar gradient 151"/>
            <p:cNvSpPr/>
            <p:nvPr/>
          </p:nvSpPr>
          <p:spPr>
            <a:xfrm>
              <a:off x="33552" y="281467"/>
              <a:ext cx="106249" cy="1957"/>
            </a:xfrm>
            <a:prstGeom prst="rect">
              <a:avLst/>
            </a:prstGeom>
            <a:solidFill>
              <a:srgbClr val="A7121F"/>
            </a:solidFill>
            <a:ln>
              <a:noFill/>
            </a:ln>
          </p:spPr>
        </p:sp>
        <p:sp>
          <p:nvSpPr>
            <p:cNvPr id="18728" name="Colorbar gradient 152"/>
            <p:cNvSpPr/>
            <p:nvPr/>
          </p:nvSpPr>
          <p:spPr>
            <a:xfrm>
              <a:off x="33552" y="283331"/>
              <a:ext cx="106249" cy="1957"/>
            </a:xfrm>
            <a:prstGeom prst="rect">
              <a:avLst/>
            </a:prstGeom>
            <a:solidFill>
              <a:srgbClr val="A8121F"/>
            </a:solidFill>
            <a:ln>
              <a:noFill/>
            </a:ln>
          </p:spPr>
        </p:sp>
        <p:sp>
          <p:nvSpPr>
            <p:cNvPr id="18729" name="Colorbar gradient 153"/>
            <p:cNvSpPr/>
            <p:nvPr/>
          </p:nvSpPr>
          <p:spPr>
            <a:xfrm>
              <a:off x="33552" y="285195"/>
              <a:ext cx="106249" cy="1957"/>
            </a:xfrm>
            <a:prstGeom prst="rect">
              <a:avLst/>
            </a:prstGeom>
            <a:solidFill>
              <a:srgbClr val="A8121F"/>
            </a:solidFill>
            <a:ln>
              <a:noFill/>
            </a:ln>
          </p:spPr>
        </p:sp>
        <p:sp>
          <p:nvSpPr>
            <p:cNvPr id="18730" name="Colorbar gradient 154"/>
            <p:cNvSpPr/>
            <p:nvPr/>
          </p:nvSpPr>
          <p:spPr>
            <a:xfrm>
              <a:off x="33552" y="287059"/>
              <a:ext cx="106249" cy="1957"/>
            </a:xfrm>
            <a:prstGeom prst="rect">
              <a:avLst/>
            </a:prstGeom>
            <a:solidFill>
              <a:srgbClr val="A9111E"/>
            </a:solidFill>
            <a:ln>
              <a:noFill/>
            </a:ln>
          </p:spPr>
        </p:sp>
        <p:sp>
          <p:nvSpPr>
            <p:cNvPr id="18731" name="Colorbar gradient 155"/>
            <p:cNvSpPr/>
            <p:nvPr/>
          </p:nvSpPr>
          <p:spPr>
            <a:xfrm>
              <a:off x="33552" y="288923"/>
              <a:ext cx="106249" cy="1957"/>
            </a:xfrm>
            <a:prstGeom prst="rect">
              <a:avLst/>
            </a:prstGeom>
            <a:solidFill>
              <a:srgbClr val="AA131E"/>
            </a:solidFill>
            <a:ln>
              <a:noFill/>
            </a:ln>
          </p:spPr>
        </p:sp>
        <p:sp>
          <p:nvSpPr>
            <p:cNvPr id="18732" name="Colorbar gradient 156"/>
            <p:cNvSpPr/>
            <p:nvPr/>
          </p:nvSpPr>
          <p:spPr>
            <a:xfrm>
              <a:off x="33552" y="290787"/>
              <a:ext cx="106249" cy="1957"/>
            </a:xfrm>
            <a:prstGeom prst="rect">
              <a:avLst/>
            </a:prstGeom>
            <a:solidFill>
              <a:srgbClr val="AA131E"/>
            </a:solidFill>
            <a:ln>
              <a:noFill/>
            </a:ln>
          </p:spPr>
        </p:sp>
        <p:sp>
          <p:nvSpPr>
            <p:cNvPr id="18733" name="Colorbar gradient 157"/>
            <p:cNvSpPr/>
            <p:nvPr/>
          </p:nvSpPr>
          <p:spPr>
            <a:xfrm>
              <a:off x="33552" y="292651"/>
              <a:ext cx="106249" cy="1957"/>
            </a:xfrm>
            <a:prstGeom prst="rect">
              <a:avLst/>
            </a:prstGeom>
            <a:solidFill>
              <a:srgbClr val="AC1220"/>
            </a:solidFill>
            <a:ln>
              <a:noFill/>
            </a:ln>
          </p:spPr>
        </p:sp>
        <p:sp>
          <p:nvSpPr>
            <p:cNvPr id="18734" name="Colorbar gradient 158"/>
            <p:cNvSpPr/>
            <p:nvPr/>
          </p:nvSpPr>
          <p:spPr>
            <a:xfrm>
              <a:off x="33552" y="294515"/>
              <a:ext cx="106249" cy="1957"/>
            </a:xfrm>
            <a:prstGeom prst="rect">
              <a:avLst/>
            </a:prstGeom>
            <a:solidFill>
              <a:srgbClr val="AC1220"/>
            </a:solidFill>
            <a:ln>
              <a:noFill/>
            </a:ln>
          </p:spPr>
        </p:sp>
        <p:sp>
          <p:nvSpPr>
            <p:cNvPr id="18735" name="Colorbar gradient 159"/>
            <p:cNvSpPr/>
            <p:nvPr/>
          </p:nvSpPr>
          <p:spPr>
            <a:xfrm>
              <a:off x="33552" y="296379"/>
              <a:ext cx="106249" cy="1957"/>
            </a:xfrm>
            <a:prstGeom prst="rect">
              <a:avLst/>
            </a:prstGeom>
            <a:solidFill>
              <a:srgbClr val="AC1220"/>
            </a:solidFill>
            <a:ln>
              <a:noFill/>
            </a:ln>
          </p:spPr>
        </p:sp>
        <p:sp>
          <p:nvSpPr>
            <p:cNvPr id="18736" name="Colorbar gradient 160"/>
            <p:cNvSpPr/>
            <p:nvPr/>
          </p:nvSpPr>
          <p:spPr>
            <a:xfrm>
              <a:off x="33552" y="298243"/>
              <a:ext cx="106249" cy="1957"/>
            </a:xfrm>
            <a:prstGeom prst="rect">
              <a:avLst/>
            </a:prstGeom>
            <a:solidFill>
              <a:srgbClr val="AC1220"/>
            </a:solidFill>
            <a:ln>
              <a:noFill/>
            </a:ln>
          </p:spPr>
        </p:sp>
        <p:sp>
          <p:nvSpPr>
            <p:cNvPr id="18737" name="Colorbar gradient 161"/>
            <p:cNvSpPr/>
            <p:nvPr/>
          </p:nvSpPr>
          <p:spPr>
            <a:xfrm>
              <a:off x="33552" y="300107"/>
              <a:ext cx="106249" cy="1957"/>
            </a:xfrm>
            <a:prstGeom prst="rect">
              <a:avLst/>
            </a:prstGeom>
            <a:solidFill>
              <a:srgbClr val="AC1220"/>
            </a:solidFill>
            <a:ln>
              <a:noFill/>
            </a:ln>
          </p:spPr>
        </p:sp>
        <p:sp>
          <p:nvSpPr>
            <p:cNvPr id="18738" name="Colorbar gradient 162"/>
            <p:cNvSpPr/>
            <p:nvPr/>
          </p:nvSpPr>
          <p:spPr>
            <a:xfrm>
              <a:off x="33552" y="301971"/>
              <a:ext cx="106249" cy="1957"/>
            </a:xfrm>
            <a:prstGeom prst="rect">
              <a:avLst/>
            </a:prstGeom>
            <a:solidFill>
              <a:srgbClr val="AD141F"/>
            </a:solidFill>
            <a:ln>
              <a:noFill/>
            </a:ln>
          </p:spPr>
        </p:sp>
        <p:sp>
          <p:nvSpPr>
            <p:cNvPr id="18739" name="Colorbar gradient 163"/>
            <p:cNvSpPr/>
            <p:nvPr/>
          </p:nvSpPr>
          <p:spPr>
            <a:xfrm>
              <a:off x="33552" y="303835"/>
              <a:ext cx="106249" cy="1957"/>
            </a:xfrm>
            <a:prstGeom prst="rect">
              <a:avLst/>
            </a:prstGeom>
            <a:solidFill>
              <a:srgbClr val="AD141F"/>
            </a:solidFill>
            <a:ln>
              <a:noFill/>
            </a:ln>
          </p:spPr>
        </p:sp>
        <p:sp>
          <p:nvSpPr>
            <p:cNvPr id="18740" name="Colorbar gradient 164"/>
            <p:cNvSpPr/>
            <p:nvPr/>
          </p:nvSpPr>
          <p:spPr>
            <a:xfrm>
              <a:off x="33552" y="305699"/>
              <a:ext cx="106249" cy="1957"/>
            </a:xfrm>
            <a:prstGeom prst="rect">
              <a:avLst/>
            </a:prstGeom>
            <a:solidFill>
              <a:srgbClr val="AE131F"/>
            </a:solidFill>
            <a:ln>
              <a:noFill/>
            </a:ln>
          </p:spPr>
        </p:sp>
        <p:sp>
          <p:nvSpPr>
            <p:cNvPr id="18741" name="Colorbar gradient 165"/>
            <p:cNvSpPr/>
            <p:nvPr/>
          </p:nvSpPr>
          <p:spPr>
            <a:xfrm>
              <a:off x="33552" y="307563"/>
              <a:ext cx="106249" cy="1957"/>
            </a:xfrm>
            <a:prstGeom prst="rect">
              <a:avLst/>
            </a:prstGeom>
            <a:solidFill>
              <a:srgbClr val="AE131F"/>
            </a:solidFill>
            <a:ln>
              <a:noFill/>
            </a:ln>
          </p:spPr>
        </p:sp>
        <p:sp>
          <p:nvSpPr>
            <p:cNvPr id="18742" name="Colorbar gradient 166"/>
            <p:cNvSpPr/>
            <p:nvPr/>
          </p:nvSpPr>
          <p:spPr>
            <a:xfrm>
              <a:off x="33552" y="309427"/>
              <a:ext cx="106249" cy="1957"/>
            </a:xfrm>
            <a:prstGeom prst="rect">
              <a:avLst/>
            </a:prstGeom>
            <a:solidFill>
              <a:srgbClr val="AF131F"/>
            </a:solidFill>
            <a:ln>
              <a:noFill/>
            </a:ln>
          </p:spPr>
        </p:sp>
        <p:sp>
          <p:nvSpPr>
            <p:cNvPr id="18743" name="Colorbar gradient 167"/>
            <p:cNvSpPr/>
            <p:nvPr/>
          </p:nvSpPr>
          <p:spPr>
            <a:xfrm>
              <a:off x="33552" y="311291"/>
              <a:ext cx="106249" cy="1957"/>
            </a:xfrm>
            <a:prstGeom prst="rect">
              <a:avLst/>
            </a:prstGeom>
            <a:solidFill>
              <a:srgbClr val="B0131F"/>
            </a:solidFill>
            <a:ln>
              <a:noFill/>
            </a:ln>
          </p:spPr>
        </p:sp>
        <p:sp>
          <p:nvSpPr>
            <p:cNvPr id="18744" name="Colorbar gradient 168"/>
            <p:cNvSpPr/>
            <p:nvPr/>
          </p:nvSpPr>
          <p:spPr>
            <a:xfrm>
              <a:off x="33552" y="313155"/>
              <a:ext cx="106249" cy="1957"/>
            </a:xfrm>
            <a:prstGeom prst="rect">
              <a:avLst/>
            </a:prstGeom>
            <a:solidFill>
              <a:srgbClr val="B01320"/>
            </a:solidFill>
            <a:ln>
              <a:noFill/>
            </a:ln>
          </p:spPr>
        </p:sp>
        <p:sp>
          <p:nvSpPr>
            <p:cNvPr id="18745" name="Colorbar gradient 169"/>
            <p:cNvSpPr/>
            <p:nvPr/>
          </p:nvSpPr>
          <p:spPr>
            <a:xfrm>
              <a:off x="33552" y="315019"/>
              <a:ext cx="106249" cy="1957"/>
            </a:xfrm>
            <a:prstGeom prst="rect">
              <a:avLst/>
            </a:prstGeom>
            <a:solidFill>
              <a:srgbClr val="B11220"/>
            </a:solidFill>
            <a:ln>
              <a:noFill/>
            </a:ln>
          </p:spPr>
        </p:sp>
        <p:sp>
          <p:nvSpPr>
            <p:cNvPr id="18746" name="Colorbar gradient 170"/>
            <p:cNvSpPr/>
            <p:nvPr/>
          </p:nvSpPr>
          <p:spPr>
            <a:xfrm>
              <a:off x="33552" y="316883"/>
              <a:ext cx="106249" cy="1957"/>
            </a:xfrm>
            <a:prstGeom prst="rect">
              <a:avLst/>
            </a:prstGeom>
            <a:solidFill>
              <a:srgbClr val="B11220"/>
            </a:solidFill>
            <a:ln>
              <a:noFill/>
            </a:ln>
          </p:spPr>
        </p:sp>
        <p:sp>
          <p:nvSpPr>
            <p:cNvPr id="18747" name="Colorbar gradient 171"/>
            <p:cNvSpPr/>
            <p:nvPr/>
          </p:nvSpPr>
          <p:spPr>
            <a:xfrm>
              <a:off x="33552" y="318747"/>
              <a:ext cx="106249" cy="1957"/>
            </a:xfrm>
            <a:prstGeom prst="rect">
              <a:avLst/>
            </a:prstGeom>
            <a:solidFill>
              <a:srgbClr val="B31320"/>
            </a:solidFill>
            <a:ln>
              <a:noFill/>
            </a:ln>
          </p:spPr>
        </p:sp>
        <p:sp>
          <p:nvSpPr>
            <p:cNvPr id="18748" name="Colorbar gradient 172"/>
            <p:cNvSpPr/>
            <p:nvPr/>
          </p:nvSpPr>
          <p:spPr>
            <a:xfrm>
              <a:off x="33552" y="320611"/>
              <a:ext cx="106249" cy="1957"/>
            </a:xfrm>
            <a:prstGeom prst="rect">
              <a:avLst/>
            </a:prstGeom>
            <a:solidFill>
              <a:srgbClr val="B31320"/>
            </a:solidFill>
            <a:ln>
              <a:noFill/>
            </a:ln>
          </p:spPr>
        </p:sp>
        <p:sp>
          <p:nvSpPr>
            <p:cNvPr id="18749" name="Colorbar gradient 173"/>
            <p:cNvSpPr/>
            <p:nvPr/>
          </p:nvSpPr>
          <p:spPr>
            <a:xfrm>
              <a:off x="33552" y="322475"/>
              <a:ext cx="106249" cy="1957"/>
            </a:xfrm>
            <a:prstGeom prst="rect">
              <a:avLst/>
            </a:prstGeom>
            <a:solidFill>
              <a:srgbClr val="B41320"/>
            </a:solidFill>
            <a:ln>
              <a:noFill/>
            </a:ln>
          </p:spPr>
        </p:sp>
        <p:sp>
          <p:nvSpPr>
            <p:cNvPr id="18750" name="Colorbar gradient 174"/>
            <p:cNvSpPr/>
            <p:nvPr/>
          </p:nvSpPr>
          <p:spPr>
            <a:xfrm>
              <a:off x="33552" y="324339"/>
              <a:ext cx="106249" cy="1957"/>
            </a:xfrm>
            <a:prstGeom prst="rect">
              <a:avLst/>
            </a:prstGeom>
            <a:solidFill>
              <a:srgbClr val="B51320"/>
            </a:solidFill>
            <a:ln>
              <a:noFill/>
            </a:ln>
          </p:spPr>
        </p:sp>
        <p:sp>
          <p:nvSpPr>
            <p:cNvPr id="18751" name="Colorbar gradient 175"/>
            <p:cNvSpPr/>
            <p:nvPr/>
          </p:nvSpPr>
          <p:spPr>
            <a:xfrm>
              <a:off x="33552" y="326203"/>
              <a:ext cx="106249" cy="1957"/>
            </a:xfrm>
            <a:prstGeom prst="rect">
              <a:avLst/>
            </a:prstGeom>
            <a:solidFill>
              <a:srgbClr val="B51320"/>
            </a:solidFill>
            <a:ln>
              <a:noFill/>
            </a:ln>
          </p:spPr>
        </p:sp>
        <p:sp>
          <p:nvSpPr>
            <p:cNvPr id="18752" name="Colorbar gradient 176"/>
            <p:cNvSpPr/>
            <p:nvPr/>
          </p:nvSpPr>
          <p:spPr>
            <a:xfrm>
              <a:off x="33552" y="328067"/>
              <a:ext cx="106249" cy="1957"/>
            </a:xfrm>
            <a:prstGeom prst="rect">
              <a:avLst/>
            </a:prstGeom>
            <a:solidFill>
              <a:srgbClr val="B6121F"/>
            </a:solidFill>
            <a:ln>
              <a:noFill/>
            </a:ln>
          </p:spPr>
        </p:sp>
        <p:sp>
          <p:nvSpPr>
            <p:cNvPr id="18753" name="Colorbar gradient 177"/>
            <p:cNvSpPr/>
            <p:nvPr/>
          </p:nvSpPr>
          <p:spPr>
            <a:xfrm>
              <a:off x="33552" y="329931"/>
              <a:ext cx="106249" cy="1957"/>
            </a:xfrm>
            <a:prstGeom prst="rect">
              <a:avLst/>
            </a:prstGeom>
            <a:solidFill>
              <a:srgbClr val="B61221"/>
            </a:solidFill>
            <a:ln>
              <a:noFill/>
            </a:ln>
          </p:spPr>
        </p:sp>
        <p:sp>
          <p:nvSpPr>
            <p:cNvPr id="18754" name="Colorbar gradient 178"/>
            <p:cNvSpPr/>
            <p:nvPr/>
          </p:nvSpPr>
          <p:spPr>
            <a:xfrm>
              <a:off x="33552" y="331795"/>
              <a:ext cx="106249" cy="1957"/>
            </a:xfrm>
            <a:prstGeom prst="rect">
              <a:avLst/>
            </a:prstGeom>
            <a:solidFill>
              <a:srgbClr val="B71421"/>
            </a:solidFill>
            <a:ln>
              <a:noFill/>
            </a:ln>
          </p:spPr>
        </p:sp>
        <p:sp>
          <p:nvSpPr>
            <p:cNvPr id="18755" name="Colorbar gradient 179"/>
            <p:cNvSpPr/>
            <p:nvPr/>
          </p:nvSpPr>
          <p:spPr>
            <a:xfrm>
              <a:off x="33552" y="333659"/>
              <a:ext cx="106249" cy="1957"/>
            </a:xfrm>
            <a:prstGeom prst="rect">
              <a:avLst/>
            </a:prstGeom>
            <a:solidFill>
              <a:srgbClr val="B71421"/>
            </a:solidFill>
            <a:ln>
              <a:noFill/>
            </a:ln>
          </p:spPr>
        </p:sp>
        <p:sp>
          <p:nvSpPr>
            <p:cNvPr id="18756" name="Colorbar gradient 180"/>
            <p:cNvSpPr/>
            <p:nvPr/>
          </p:nvSpPr>
          <p:spPr>
            <a:xfrm>
              <a:off x="33552" y="335523"/>
              <a:ext cx="106249" cy="1957"/>
            </a:xfrm>
            <a:prstGeom prst="rect">
              <a:avLst/>
            </a:prstGeom>
            <a:solidFill>
              <a:srgbClr val="B91321"/>
            </a:solidFill>
            <a:ln>
              <a:noFill/>
            </a:ln>
          </p:spPr>
        </p:sp>
        <p:sp>
          <p:nvSpPr>
            <p:cNvPr id="18757" name="Colorbar gradient 181"/>
            <p:cNvSpPr/>
            <p:nvPr/>
          </p:nvSpPr>
          <p:spPr>
            <a:xfrm>
              <a:off x="33552" y="337387"/>
              <a:ext cx="106249" cy="1957"/>
            </a:xfrm>
            <a:prstGeom prst="rect">
              <a:avLst/>
            </a:prstGeom>
            <a:solidFill>
              <a:srgbClr val="B91321"/>
            </a:solidFill>
            <a:ln>
              <a:noFill/>
            </a:ln>
          </p:spPr>
        </p:sp>
        <p:sp>
          <p:nvSpPr>
            <p:cNvPr id="18758" name="Colorbar gradient 182"/>
            <p:cNvSpPr/>
            <p:nvPr/>
          </p:nvSpPr>
          <p:spPr>
            <a:xfrm>
              <a:off x="33552" y="339251"/>
              <a:ext cx="106249" cy="1957"/>
            </a:xfrm>
            <a:prstGeom prst="rect">
              <a:avLst/>
            </a:prstGeom>
            <a:solidFill>
              <a:srgbClr val="B91321"/>
            </a:solidFill>
            <a:ln>
              <a:noFill/>
            </a:ln>
          </p:spPr>
        </p:sp>
        <p:sp>
          <p:nvSpPr>
            <p:cNvPr id="18759" name="Colorbar gradient 183"/>
            <p:cNvSpPr/>
            <p:nvPr/>
          </p:nvSpPr>
          <p:spPr>
            <a:xfrm>
              <a:off x="33552" y="341115"/>
              <a:ext cx="106249" cy="1957"/>
            </a:xfrm>
            <a:prstGeom prst="rect">
              <a:avLst/>
            </a:prstGeom>
            <a:solidFill>
              <a:srgbClr val="B91321"/>
            </a:solidFill>
            <a:ln>
              <a:noFill/>
            </a:ln>
          </p:spPr>
        </p:sp>
        <p:sp>
          <p:nvSpPr>
            <p:cNvPr id="18760" name="Colorbar gradient 184"/>
            <p:cNvSpPr/>
            <p:nvPr/>
          </p:nvSpPr>
          <p:spPr>
            <a:xfrm>
              <a:off x="33552" y="342979"/>
              <a:ext cx="106249" cy="1957"/>
            </a:xfrm>
            <a:prstGeom prst="rect">
              <a:avLst/>
            </a:prstGeom>
            <a:solidFill>
              <a:srgbClr val="B91321"/>
            </a:solidFill>
            <a:ln>
              <a:noFill/>
            </a:ln>
          </p:spPr>
        </p:sp>
        <p:sp>
          <p:nvSpPr>
            <p:cNvPr id="18761" name="Colorbar gradient 185"/>
            <p:cNvSpPr/>
            <p:nvPr/>
          </p:nvSpPr>
          <p:spPr>
            <a:xfrm>
              <a:off x="33552" y="344843"/>
              <a:ext cx="106249" cy="1957"/>
            </a:xfrm>
            <a:prstGeom prst="rect">
              <a:avLst/>
            </a:prstGeom>
            <a:solidFill>
              <a:srgbClr val="BA1322"/>
            </a:solidFill>
            <a:ln>
              <a:noFill/>
            </a:ln>
          </p:spPr>
        </p:sp>
        <p:sp>
          <p:nvSpPr>
            <p:cNvPr id="18762" name="Colorbar gradient 186"/>
            <p:cNvSpPr/>
            <p:nvPr/>
          </p:nvSpPr>
          <p:spPr>
            <a:xfrm>
              <a:off x="33552" y="346707"/>
              <a:ext cx="106249" cy="1957"/>
            </a:xfrm>
            <a:prstGeom prst="rect">
              <a:avLst/>
            </a:prstGeom>
            <a:solidFill>
              <a:srgbClr val="BA1322"/>
            </a:solidFill>
            <a:ln>
              <a:noFill/>
            </a:ln>
          </p:spPr>
        </p:sp>
        <p:sp>
          <p:nvSpPr>
            <p:cNvPr id="18763" name="Colorbar gradient 187"/>
            <p:cNvSpPr/>
            <p:nvPr/>
          </p:nvSpPr>
          <p:spPr>
            <a:xfrm>
              <a:off x="33552" y="348571"/>
              <a:ext cx="106249" cy="1957"/>
            </a:xfrm>
            <a:prstGeom prst="rect">
              <a:avLst/>
            </a:prstGeom>
            <a:solidFill>
              <a:srgbClr val="BB1222"/>
            </a:solidFill>
            <a:ln>
              <a:noFill/>
            </a:ln>
          </p:spPr>
        </p:sp>
        <p:sp>
          <p:nvSpPr>
            <p:cNvPr id="18764" name="Colorbar gradient 188"/>
            <p:cNvSpPr/>
            <p:nvPr/>
          </p:nvSpPr>
          <p:spPr>
            <a:xfrm>
              <a:off x="33552" y="350435"/>
              <a:ext cx="106249" cy="1957"/>
            </a:xfrm>
            <a:prstGeom prst="rect">
              <a:avLst/>
            </a:prstGeom>
            <a:solidFill>
              <a:srgbClr val="BB1222"/>
            </a:solidFill>
            <a:ln>
              <a:noFill/>
            </a:ln>
          </p:spPr>
        </p:sp>
        <p:sp>
          <p:nvSpPr>
            <p:cNvPr id="18765" name="Colorbar gradient 189"/>
            <p:cNvSpPr/>
            <p:nvPr/>
          </p:nvSpPr>
          <p:spPr>
            <a:xfrm>
              <a:off x="33552" y="352299"/>
              <a:ext cx="106249" cy="1957"/>
            </a:xfrm>
            <a:prstGeom prst="rect">
              <a:avLst/>
            </a:prstGeom>
            <a:solidFill>
              <a:srgbClr val="BC1422"/>
            </a:solidFill>
            <a:ln>
              <a:noFill/>
            </a:ln>
          </p:spPr>
        </p:sp>
        <p:sp>
          <p:nvSpPr>
            <p:cNvPr id="18766" name="Colorbar gradient 190"/>
            <p:cNvSpPr/>
            <p:nvPr/>
          </p:nvSpPr>
          <p:spPr>
            <a:xfrm>
              <a:off x="33552" y="354163"/>
              <a:ext cx="106249" cy="1957"/>
            </a:xfrm>
            <a:prstGeom prst="rect">
              <a:avLst/>
            </a:prstGeom>
            <a:solidFill>
              <a:srgbClr val="BD1422"/>
            </a:solidFill>
            <a:ln>
              <a:noFill/>
            </a:ln>
          </p:spPr>
        </p:sp>
        <p:sp>
          <p:nvSpPr>
            <p:cNvPr id="18767" name="Colorbar gradient 191"/>
            <p:cNvSpPr/>
            <p:nvPr/>
          </p:nvSpPr>
          <p:spPr>
            <a:xfrm>
              <a:off x="33552" y="356027"/>
              <a:ext cx="106249" cy="1957"/>
            </a:xfrm>
            <a:prstGeom prst="rect">
              <a:avLst/>
            </a:prstGeom>
            <a:solidFill>
              <a:srgbClr val="BD1422"/>
            </a:solidFill>
            <a:ln>
              <a:noFill/>
            </a:ln>
          </p:spPr>
        </p:sp>
        <p:sp>
          <p:nvSpPr>
            <p:cNvPr id="18768" name="Colorbar gradient 192"/>
            <p:cNvSpPr/>
            <p:nvPr/>
          </p:nvSpPr>
          <p:spPr>
            <a:xfrm>
              <a:off x="33552" y="357891"/>
              <a:ext cx="106249" cy="1957"/>
            </a:xfrm>
            <a:prstGeom prst="rect">
              <a:avLst/>
            </a:prstGeom>
            <a:solidFill>
              <a:srgbClr val="BE1322"/>
            </a:solidFill>
            <a:ln>
              <a:noFill/>
            </a:ln>
          </p:spPr>
        </p:sp>
        <p:sp>
          <p:nvSpPr>
            <p:cNvPr id="18769" name="Colorbar gradient 193"/>
            <p:cNvSpPr/>
            <p:nvPr/>
          </p:nvSpPr>
          <p:spPr>
            <a:xfrm>
              <a:off x="33552" y="359755"/>
              <a:ext cx="106249" cy="1957"/>
            </a:xfrm>
            <a:prstGeom prst="rect">
              <a:avLst/>
            </a:prstGeom>
            <a:solidFill>
              <a:srgbClr val="BE1322"/>
            </a:solidFill>
            <a:ln>
              <a:noFill/>
            </a:ln>
          </p:spPr>
        </p:sp>
        <p:sp>
          <p:nvSpPr>
            <p:cNvPr id="18770" name="Colorbar gradient 194"/>
            <p:cNvSpPr/>
            <p:nvPr/>
          </p:nvSpPr>
          <p:spPr>
            <a:xfrm>
              <a:off x="33552" y="361619"/>
              <a:ext cx="106249" cy="1957"/>
            </a:xfrm>
            <a:prstGeom prst="rect">
              <a:avLst/>
            </a:prstGeom>
            <a:solidFill>
              <a:srgbClr val="C01224"/>
            </a:solidFill>
            <a:ln>
              <a:noFill/>
            </a:ln>
          </p:spPr>
        </p:sp>
        <p:sp>
          <p:nvSpPr>
            <p:cNvPr id="18771" name="Colorbar gradient 195"/>
            <p:cNvSpPr/>
            <p:nvPr/>
          </p:nvSpPr>
          <p:spPr>
            <a:xfrm>
              <a:off x="33552" y="363483"/>
              <a:ext cx="106249" cy="1957"/>
            </a:xfrm>
            <a:prstGeom prst="rect">
              <a:avLst/>
            </a:prstGeom>
            <a:solidFill>
              <a:srgbClr val="C01224"/>
            </a:solidFill>
            <a:ln>
              <a:noFill/>
            </a:ln>
          </p:spPr>
        </p:sp>
        <p:sp>
          <p:nvSpPr>
            <p:cNvPr id="18772" name="Colorbar gradient 196"/>
            <p:cNvSpPr/>
            <p:nvPr/>
          </p:nvSpPr>
          <p:spPr>
            <a:xfrm>
              <a:off x="33552" y="365347"/>
              <a:ext cx="106249" cy="1957"/>
            </a:xfrm>
            <a:prstGeom prst="rect">
              <a:avLst/>
            </a:prstGeom>
            <a:solidFill>
              <a:srgbClr val="C11423"/>
            </a:solidFill>
            <a:ln>
              <a:noFill/>
            </a:ln>
          </p:spPr>
        </p:sp>
        <p:sp>
          <p:nvSpPr>
            <p:cNvPr id="18773" name="Colorbar gradient 197"/>
            <p:cNvSpPr/>
            <p:nvPr/>
          </p:nvSpPr>
          <p:spPr>
            <a:xfrm>
              <a:off x="33552" y="367211"/>
              <a:ext cx="106249" cy="1957"/>
            </a:xfrm>
            <a:prstGeom prst="rect">
              <a:avLst/>
            </a:prstGeom>
            <a:solidFill>
              <a:srgbClr val="C21323"/>
            </a:solidFill>
            <a:ln>
              <a:noFill/>
            </a:ln>
          </p:spPr>
        </p:sp>
        <p:sp>
          <p:nvSpPr>
            <p:cNvPr id="18774" name="Colorbar gradient 198"/>
            <p:cNvSpPr/>
            <p:nvPr/>
          </p:nvSpPr>
          <p:spPr>
            <a:xfrm>
              <a:off x="33552" y="369075"/>
              <a:ext cx="106249" cy="1957"/>
            </a:xfrm>
            <a:prstGeom prst="rect">
              <a:avLst/>
            </a:prstGeom>
            <a:solidFill>
              <a:srgbClr val="C21323"/>
            </a:solidFill>
            <a:ln>
              <a:noFill/>
            </a:ln>
          </p:spPr>
        </p:sp>
        <p:sp>
          <p:nvSpPr>
            <p:cNvPr id="18775" name="Colorbar gradient 199"/>
            <p:cNvSpPr/>
            <p:nvPr/>
          </p:nvSpPr>
          <p:spPr>
            <a:xfrm>
              <a:off x="33552" y="370940"/>
              <a:ext cx="106249" cy="1957"/>
            </a:xfrm>
            <a:prstGeom prst="rect">
              <a:avLst/>
            </a:prstGeom>
            <a:solidFill>
              <a:srgbClr val="C31323"/>
            </a:solidFill>
            <a:ln>
              <a:noFill/>
            </a:ln>
          </p:spPr>
        </p:sp>
        <p:sp>
          <p:nvSpPr>
            <p:cNvPr id="18776" name="Colorbar gradient 200"/>
            <p:cNvSpPr/>
            <p:nvPr/>
          </p:nvSpPr>
          <p:spPr>
            <a:xfrm>
              <a:off x="33552" y="372804"/>
              <a:ext cx="106249" cy="1957"/>
            </a:xfrm>
            <a:prstGeom prst="rect">
              <a:avLst/>
            </a:prstGeom>
            <a:solidFill>
              <a:srgbClr val="C31323"/>
            </a:solidFill>
            <a:ln>
              <a:noFill/>
            </a:ln>
          </p:spPr>
        </p:sp>
        <p:sp>
          <p:nvSpPr>
            <p:cNvPr id="18777" name="Colorbar gradient 201"/>
            <p:cNvSpPr/>
            <p:nvPr/>
          </p:nvSpPr>
          <p:spPr>
            <a:xfrm>
              <a:off x="33552" y="374668"/>
              <a:ext cx="106249" cy="1957"/>
            </a:xfrm>
            <a:prstGeom prst="rect">
              <a:avLst/>
            </a:prstGeom>
            <a:solidFill>
              <a:srgbClr val="C41423"/>
            </a:solidFill>
            <a:ln>
              <a:noFill/>
            </a:ln>
          </p:spPr>
        </p:sp>
        <p:sp>
          <p:nvSpPr>
            <p:cNvPr id="18778" name="Colorbar gradient 202"/>
            <p:cNvSpPr/>
            <p:nvPr/>
          </p:nvSpPr>
          <p:spPr>
            <a:xfrm>
              <a:off x="33552" y="376532"/>
              <a:ext cx="106249" cy="1957"/>
            </a:xfrm>
            <a:prstGeom prst="rect">
              <a:avLst/>
            </a:prstGeom>
            <a:solidFill>
              <a:srgbClr val="C51424"/>
            </a:solidFill>
            <a:ln>
              <a:noFill/>
            </a:ln>
          </p:spPr>
        </p:sp>
        <p:sp>
          <p:nvSpPr>
            <p:cNvPr id="18779" name="Colorbar gradient 203"/>
            <p:cNvSpPr/>
            <p:nvPr/>
          </p:nvSpPr>
          <p:spPr>
            <a:xfrm>
              <a:off x="33552" y="378396"/>
              <a:ext cx="106249" cy="1957"/>
            </a:xfrm>
            <a:prstGeom prst="rect">
              <a:avLst/>
            </a:prstGeom>
            <a:solidFill>
              <a:srgbClr val="C51424"/>
            </a:solidFill>
            <a:ln>
              <a:noFill/>
            </a:ln>
          </p:spPr>
        </p:sp>
        <p:sp>
          <p:nvSpPr>
            <p:cNvPr id="18780" name="Colorbar gradient 204"/>
            <p:cNvSpPr/>
            <p:nvPr/>
          </p:nvSpPr>
          <p:spPr>
            <a:xfrm>
              <a:off x="33552" y="380260"/>
              <a:ext cx="106249" cy="1957"/>
            </a:xfrm>
            <a:prstGeom prst="rect">
              <a:avLst/>
            </a:prstGeom>
            <a:solidFill>
              <a:srgbClr val="C51424"/>
            </a:solidFill>
            <a:ln>
              <a:noFill/>
            </a:ln>
          </p:spPr>
        </p:sp>
        <p:sp>
          <p:nvSpPr>
            <p:cNvPr id="18781" name="Colorbar gradient 205"/>
            <p:cNvSpPr/>
            <p:nvPr/>
          </p:nvSpPr>
          <p:spPr>
            <a:xfrm>
              <a:off x="33552" y="382124"/>
              <a:ext cx="106249" cy="1957"/>
            </a:xfrm>
            <a:prstGeom prst="rect">
              <a:avLst/>
            </a:prstGeom>
            <a:solidFill>
              <a:srgbClr val="C51424"/>
            </a:solidFill>
            <a:ln>
              <a:noFill/>
            </a:ln>
          </p:spPr>
        </p:sp>
        <p:sp>
          <p:nvSpPr>
            <p:cNvPr id="18782" name="Colorbar gradient 206"/>
            <p:cNvSpPr/>
            <p:nvPr/>
          </p:nvSpPr>
          <p:spPr>
            <a:xfrm>
              <a:off x="33552" y="383988"/>
              <a:ext cx="106249" cy="1957"/>
            </a:xfrm>
            <a:prstGeom prst="rect">
              <a:avLst/>
            </a:prstGeom>
            <a:solidFill>
              <a:srgbClr val="C71324"/>
            </a:solidFill>
            <a:ln>
              <a:noFill/>
            </a:ln>
          </p:spPr>
        </p:sp>
        <p:sp>
          <p:nvSpPr>
            <p:cNvPr id="18783" name="Colorbar gradient 207"/>
            <p:cNvSpPr/>
            <p:nvPr/>
          </p:nvSpPr>
          <p:spPr>
            <a:xfrm>
              <a:off x="33552" y="385852"/>
              <a:ext cx="106249" cy="1957"/>
            </a:xfrm>
            <a:prstGeom prst="rect">
              <a:avLst/>
            </a:prstGeom>
            <a:solidFill>
              <a:srgbClr val="C71324"/>
            </a:solidFill>
            <a:ln>
              <a:noFill/>
            </a:ln>
          </p:spPr>
        </p:sp>
        <p:sp>
          <p:nvSpPr>
            <p:cNvPr id="18784" name="Colorbar gradient 208"/>
            <p:cNvSpPr/>
            <p:nvPr/>
          </p:nvSpPr>
          <p:spPr>
            <a:xfrm>
              <a:off x="33552" y="387716"/>
              <a:ext cx="106249" cy="1957"/>
            </a:xfrm>
            <a:prstGeom prst="rect">
              <a:avLst/>
            </a:prstGeom>
            <a:solidFill>
              <a:srgbClr val="C71324"/>
            </a:solidFill>
            <a:ln>
              <a:noFill/>
            </a:ln>
          </p:spPr>
        </p:sp>
        <p:sp>
          <p:nvSpPr>
            <p:cNvPr id="18785" name="Colorbar gradient 209"/>
            <p:cNvSpPr/>
            <p:nvPr/>
          </p:nvSpPr>
          <p:spPr>
            <a:xfrm>
              <a:off x="33552" y="389580"/>
              <a:ext cx="106249" cy="1957"/>
            </a:xfrm>
            <a:prstGeom prst="rect">
              <a:avLst/>
            </a:prstGeom>
            <a:solidFill>
              <a:srgbClr val="C81324"/>
            </a:solidFill>
            <a:ln>
              <a:noFill/>
            </a:ln>
          </p:spPr>
        </p:sp>
        <p:sp>
          <p:nvSpPr>
            <p:cNvPr id="18786" name="Colorbar gradient 210"/>
            <p:cNvSpPr/>
            <p:nvPr/>
          </p:nvSpPr>
          <p:spPr>
            <a:xfrm>
              <a:off x="33552" y="391444"/>
              <a:ext cx="106249" cy="1957"/>
            </a:xfrm>
            <a:prstGeom prst="rect">
              <a:avLst/>
            </a:prstGeom>
            <a:solidFill>
              <a:srgbClr val="C81324"/>
            </a:solidFill>
            <a:ln>
              <a:noFill/>
            </a:ln>
          </p:spPr>
        </p:sp>
        <p:sp>
          <p:nvSpPr>
            <p:cNvPr id="18787" name="Colorbar gradient 211"/>
            <p:cNvSpPr/>
            <p:nvPr/>
          </p:nvSpPr>
          <p:spPr>
            <a:xfrm>
              <a:off x="33552" y="393308"/>
              <a:ext cx="106249" cy="1957"/>
            </a:xfrm>
            <a:prstGeom prst="rect">
              <a:avLst/>
            </a:prstGeom>
            <a:solidFill>
              <a:srgbClr val="C91525"/>
            </a:solidFill>
            <a:ln>
              <a:noFill/>
            </a:ln>
          </p:spPr>
        </p:sp>
        <p:sp>
          <p:nvSpPr>
            <p:cNvPr id="18788" name="Colorbar gradient 212"/>
            <p:cNvSpPr/>
            <p:nvPr/>
          </p:nvSpPr>
          <p:spPr>
            <a:xfrm>
              <a:off x="33552" y="395172"/>
              <a:ext cx="106249" cy="1957"/>
            </a:xfrm>
            <a:prstGeom prst="rect">
              <a:avLst/>
            </a:prstGeom>
            <a:solidFill>
              <a:srgbClr val="C91525"/>
            </a:solidFill>
            <a:ln>
              <a:noFill/>
            </a:ln>
          </p:spPr>
        </p:sp>
        <p:sp>
          <p:nvSpPr>
            <p:cNvPr id="18789" name="Colorbar gradient 213"/>
            <p:cNvSpPr/>
            <p:nvPr/>
          </p:nvSpPr>
          <p:spPr>
            <a:xfrm>
              <a:off x="33552" y="397036"/>
              <a:ext cx="106249" cy="1957"/>
            </a:xfrm>
            <a:prstGeom prst="rect">
              <a:avLst/>
            </a:prstGeom>
            <a:solidFill>
              <a:srgbClr val="CA1425"/>
            </a:solidFill>
            <a:ln>
              <a:noFill/>
            </a:ln>
          </p:spPr>
        </p:sp>
        <p:sp>
          <p:nvSpPr>
            <p:cNvPr id="18790" name="Colorbar gradient 214"/>
            <p:cNvSpPr/>
            <p:nvPr/>
          </p:nvSpPr>
          <p:spPr>
            <a:xfrm>
              <a:off x="33552" y="398900"/>
              <a:ext cx="106249" cy="1957"/>
            </a:xfrm>
            <a:prstGeom prst="rect">
              <a:avLst/>
            </a:prstGeom>
            <a:solidFill>
              <a:srgbClr val="CC1324"/>
            </a:solidFill>
            <a:ln>
              <a:noFill/>
            </a:ln>
          </p:spPr>
        </p:sp>
        <p:sp>
          <p:nvSpPr>
            <p:cNvPr id="18791" name="Colorbar gradient 215"/>
            <p:cNvSpPr/>
            <p:nvPr/>
          </p:nvSpPr>
          <p:spPr>
            <a:xfrm>
              <a:off x="33552" y="400764"/>
              <a:ext cx="106249" cy="1957"/>
            </a:xfrm>
            <a:prstGeom prst="rect">
              <a:avLst/>
            </a:prstGeom>
            <a:solidFill>
              <a:srgbClr val="CC1324"/>
            </a:solidFill>
            <a:ln>
              <a:noFill/>
            </a:ln>
          </p:spPr>
        </p:sp>
        <p:sp>
          <p:nvSpPr>
            <p:cNvPr id="18792" name="Colorbar gradient 216"/>
            <p:cNvSpPr/>
            <p:nvPr/>
          </p:nvSpPr>
          <p:spPr>
            <a:xfrm>
              <a:off x="33552" y="402628"/>
              <a:ext cx="106249" cy="1957"/>
            </a:xfrm>
            <a:prstGeom prst="rect">
              <a:avLst/>
            </a:prstGeom>
            <a:solidFill>
              <a:srgbClr val="CD1524"/>
            </a:solidFill>
            <a:ln>
              <a:noFill/>
            </a:ln>
          </p:spPr>
        </p:sp>
        <p:sp>
          <p:nvSpPr>
            <p:cNvPr id="18793" name="Colorbar gradient 217"/>
            <p:cNvSpPr/>
            <p:nvPr/>
          </p:nvSpPr>
          <p:spPr>
            <a:xfrm>
              <a:off x="33552" y="404492"/>
              <a:ext cx="106249" cy="1957"/>
            </a:xfrm>
            <a:prstGeom prst="rect">
              <a:avLst/>
            </a:prstGeom>
            <a:solidFill>
              <a:srgbClr val="CD1524"/>
            </a:solidFill>
            <a:ln>
              <a:noFill/>
            </a:ln>
          </p:spPr>
        </p:sp>
        <p:sp>
          <p:nvSpPr>
            <p:cNvPr id="18794" name="Colorbar gradient 218"/>
            <p:cNvSpPr/>
            <p:nvPr/>
          </p:nvSpPr>
          <p:spPr>
            <a:xfrm>
              <a:off x="33552" y="406356"/>
              <a:ext cx="106249" cy="1957"/>
            </a:xfrm>
            <a:prstGeom prst="rect">
              <a:avLst/>
            </a:prstGeom>
            <a:solidFill>
              <a:srgbClr val="CE1526"/>
            </a:solidFill>
            <a:ln>
              <a:noFill/>
            </a:ln>
          </p:spPr>
        </p:sp>
        <p:sp>
          <p:nvSpPr>
            <p:cNvPr id="18795" name="Colorbar gradient 219"/>
            <p:cNvSpPr/>
            <p:nvPr/>
          </p:nvSpPr>
          <p:spPr>
            <a:xfrm>
              <a:off x="33552" y="408220"/>
              <a:ext cx="106249" cy="1957"/>
            </a:xfrm>
            <a:prstGeom prst="rect">
              <a:avLst/>
            </a:prstGeom>
            <a:solidFill>
              <a:srgbClr val="CF1427"/>
            </a:solidFill>
            <a:ln>
              <a:noFill/>
            </a:ln>
          </p:spPr>
        </p:sp>
        <p:sp>
          <p:nvSpPr>
            <p:cNvPr id="18796" name="Colorbar gradient 220"/>
            <p:cNvSpPr/>
            <p:nvPr/>
          </p:nvSpPr>
          <p:spPr>
            <a:xfrm>
              <a:off x="33552" y="410084"/>
              <a:ext cx="106249" cy="1957"/>
            </a:xfrm>
            <a:prstGeom prst="rect">
              <a:avLst/>
            </a:prstGeom>
            <a:solidFill>
              <a:srgbClr val="CF1628"/>
            </a:solidFill>
            <a:ln>
              <a:noFill/>
            </a:ln>
          </p:spPr>
        </p:sp>
        <p:sp>
          <p:nvSpPr>
            <p:cNvPr id="18797" name="Colorbar gradient 221"/>
            <p:cNvSpPr/>
            <p:nvPr/>
          </p:nvSpPr>
          <p:spPr>
            <a:xfrm>
              <a:off x="33552" y="411948"/>
              <a:ext cx="106249" cy="1957"/>
            </a:xfrm>
            <a:prstGeom prst="rect">
              <a:avLst/>
            </a:prstGeom>
            <a:solidFill>
              <a:srgbClr val="CF1628"/>
            </a:solidFill>
            <a:ln>
              <a:noFill/>
            </a:ln>
          </p:spPr>
        </p:sp>
        <p:sp>
          <p:nvSpPr>
            <p:cNvPr id="18798" name="Colorbar gradient 222"/>
            <p:cNvSpPr/>
            <p:nvPr/>
          </p:nvSpPr>
          <p:spPr>
            <a:xfrm>
              <a:off x="33552" y="413812"/>
              <a:ext cx="106249" cy="1957"/>
            </a:xfrm>
            <a:prstGeom prst="rect">
              <a:avLst/>
            </a:prstGeom>
            <a:solidFill>
              <a:srgbClr val="CF182A"/>
            </a:solidFill>
            <a:ln>
              <a:noFill/>
            </a:ln>
          </p:spPr>
        </p:sp>
        <p:sp>
          <p:nvSpPr>
            <p:cNvPr id="18799" name="Colorbar gradient 223"/>
            <p:cNvSpPr/>
            <p:nvPr/>
          </p:nvSpPr>
          <p:spPr>
            <a:xfrm>
              <a:off x="33552" y="415676"/>
              <a:ext cx="106249" cy="1957"/>
            </a:xfrm>
            <a:prstGeom prst="rect">
              <a:avLst/>
            </a:prstGeom>
            <a:solidFill>
              <a:srgbClr val="CF182A"/>
            </a:solidFill>
            <a:ln>
              <a:noFill/>
            </a:ln>
          </p:spPr>
        </p:sp>
        <p:sp>
          <p:nvSpPr>
            <p:cNvPr id="18800" name="Colorbar gradient 224"/>
            <p:cNvSpPr/>
            <p:nvPr/>
          </p:nvSpPr>
          <p:spPr>
            <a:xfrm>
              <a:off x="33552" y="417540"/>
              <a:ext cx="106249" cy="1957"/>
            </a:xfrm>
            <a:prstGeom prst="rect">
              <a:avLst/>
            </a:prstGeom>
            <a:solidFill>
              <a:srgbClr val="D01C2C"/>
            </a:solidFill>
            <a:ln>
              <a:noFill/>
            </a:ln>
          </p:spPr>
        </p:sp>
        <p:sp>
          <p:nvSpPr>
            <p:cNvPr id="18801" name="Colorbar gradient 225"/>
            <p:cNvSpPr/>
            <p:nvPr/>
          </p:nvSpPr>
          <p:spPr>
            <a:xfrm>
              <a:off x="33552" y="419404"/>
              <a:ext cx="106249" cy="1957"/>
            </a:xfrm>
            <a:prstGeom prst="rect">
              <a:avLst/>
            </a:prstGeom>
            <a:solidFill>
              <a:srgbClr val="D01C2C"/>
            </a:solidFill>
            <a:ln>
              <a:noFill/>
            </a:ln>
          </p:spPr>
        </p:sp>
        <p:sp>
          <p:nvSpPr>
            <p:cNvPr id="18802" name="Colorbar gradient 226"/>
            <p:cNvSpPr/>
            <p:nvPr/>
          </p:nvSpPr>
          <p:spPr>
            <a:xfrm>
              <a:off x="33552" y="421268"/>
              <a:ext cx="106249" cy="1957"/>
            </a:xfrm>
            <a:prstGeom prst="rect">
              <a:avLst/>
            </a:prstGeom>
            <a:solidFill>
              <a:srgbClr val="D01E2D"/>
            </a:solidFill>
            <a:ln>
              <a:noFill/>
            </a:ln>
          </p:spPr>
        </p:sp>
        <p:sp>
          <p:nvSpPr>
            <p:cNvPr id="18803" name="Colorbar gradient 227"/>
            <p:cNvSpPr/>
            <p:nvPr/>
          </p:nvSpPr>
          <p:spPr>
            <a:xfrm>
              <a:off x="33552" y="423132"/>
              <a:ext cx="106249" cy="1957"/>
            </a:xfrm>
            <a:prstGeom prst="rect">
              <a:avLst/>
            </a:prstGeom>
            <a:solidFill>
              <a:srgbClr val="D01E2E"/>
            </a:solidFill>
            <a:ln>
              <a:noFill/>
            </a:ln>
          </p:spPr>
        </p:sp>
        <p:sp>
          <p:nvSpPr>
            <p:cNvPr id="18804" name="Colorbar gradient 228"/>
            <p:cNvSpPr/>
            <p:nvPr/>
          </p:nvSpPr>
          <p:spPr>
            <a:xfrm>
              <a:off x="33552" y="424996"/>
              <a:ext cx="106249" cy="1957"/>
            </a:xfrm>
            <a:prstGeom prst="rect">
              <a:avLst/>
            </a:prstGeom>
            <a:solidFill>
              <a:srgbClr val="D0202E"/>
            </a:solidFill>
            <a:ln>
              <a:noFill/>
            </a:ln>
          </p:spPr>
        </p:sp>
        <p:sp>
          <p:nvSpPr>
            <p:cNvPr id="18805" name="Colorbar gradient 229"/>
            <p:cNvSpPr/>
            <p:nvPr/>
          </p:nvSpPr>
          <p:spPr>
            <a:xfrm>
              <a:off x="33552" y="426860"/>
              <a:ext cx="106249" cy="1957"/>
            </a:xfrm>
            <a:prstGeom prst="rect">
              <a:avLst/>
            </a:prstGeom>
            <a:solidFill>
              <a:srgbClr val="D11F2F"/>
            </a:solidFill>
            <a:ln>
              <a:noFill/>
            </a:ln>
          </p:spPr>
        </p:sp>
        <p:sp>
          <p:nvSpPr>
            <p:cNvPr id="18806" name="Colorbar gradient 230"/>
            <p:cNvSpPr/>
            <p:nvPr/>
          </p:nvSpPr>
          <p:spPr>
            <a:xfrm>
              <a:off x="33552" y="428724"/>
              <a:ext cx="106249" cy="1957"/>
            </a:xfrm>
            <a:prstGeom prst="rect">
              <a:avLst/>
            </a:prstGeom>
            <a:solidFill>
              <a:srgbClr val="D12131"/>
            </a:solidFill>
            <a:ln>
              <a:noFill/>
            </a:ln>
          </p:spPr>
        </p:sp>
        <p:sp>
          <p:nvSpPr>
            <p:cNvPr id="18807" name="Colorbar gradient 231"/>
            <p:cNvSpPr/>
            <p:nvPr/>
          </p:nvSpPr>
          <p:spPr>
            <a:xfrm>
              <a:off x="33552" y="430588"/>
              <a:ext cx="106249" cy="1957"/>
            </a:xfrm>
            <a:prstGeom prst="rect">
              <a:avLst/>
            </a:prstGeom>
            <a:solidFill>
              <a:srgbClr val="D12233"/>
            </a:solidFill>
            <a:ln>
              <a:noFill/>
            </a:ln>
          </p:spPr>
        </p:sp>
        <p:sp>
          <p:nvSpPr>
            <p:cNvPr id="18808" name="Colorbar gradient 232"/>
            <p:cNvSpPr/>
            <p:nvPr/>
          </p:nvSpPr>
          <p:spPr>
            <a:xfrm>
              <a:off x="33552" y="432452"/>
              <a:ext cx="106249" cy="1957"/>
            </a:xfrm>
            <a:prstGeom prst="rect">
              <a:avLst/>
            </a:prstGeom>
            <a:solidFill>
              <a:srgbClr val="D12234"/>
            </a:solidFill>
            <a:ln>
              <a:noFill/>
            </a:ln>
          </p:spPr>
        </p:sp>
        <p:sp>
          <p:nvSpPr>
            <p:cNvPr id="18809" name="Colorbar gradient 233"/>
            <p:cNvSpPr/>
            <p:nvPr/>
          </p:nvSpPr>
          <p:spPr>
            <a:xfrm>
              <a:off x="33552" y="434316"/>
              <a:ext cx="106249" cy="1957"/>
            </a:xfrm>
            <a:prstGeom prst="rect">
              <a:avLst/>
            </a:prstGeom>
            <a:solidFill>
              <a:srgbClr val="D22435"/>
            </a:solidFill>
            <a:ln>
              <a:noFill/>
            </a:ln>
          </p:spPr>
        </p:sp>
        <p:sp>
          <p:nvSpPr>
            <p:cNvPr id="18810" name="Colorbar gradient 234"/>
            <p:cNvSpPr/>
            <p:nvPr/>
          </p:nvSpPr>
          <p:spPr>
            <a:xfrm>
              <a:off x="33552" y="436180"/>
              <a:ext cx="106249" cy="1957"/>
            </a:xfrm>
            <a:prstGeom prst="rect">
              <a:avLst/>
            </a:prstGeom>
            <a:solidFill>
              <a:srgbClr val="D22535"/>
            </a:solidFill>
            <a:ln>
              <a:noFill/>
            </a:ln>
          </p:spPr>
        </p:sp>
        <p:sp>
          <p:nvSpPr>
            <p:cNvPr id="18811" name="Colorbar gradient 235"/>
            <p:cNvSpPr/>
            <p:nvPr/>
          </p:nvSpPr>
          <p:spPr>
            <a:xfrm>
              <a:off x="33552" y="438044"/>
              <a:ext cx="106249" cy="1957"/>
            </a:xfrm>
            <a:prstGeom prst="rect">
              <a:avLst/>
            </a:prstGeom>
            <a:solidFill>
              <a:srgbClr val="D22737"/>
            </a:solidFill>
            <a:ln>
              <a:noFill/>
            </a:ln>
          </p:spPr>
        </p:sp>
        <p:sp>
          <p:nvSpPr>
            <p:cNvPr id="18812" name="Colorbar gradient 236"/>
            <p:cNvSpPr/>
            <p:nvPr/>
          </p:nvSpPr>
          <p:spPr>
            <a:xfrm>
              <a:off x="33552" y="439908"/>
              <a:ext cx="106249" cy="1957"/>
            </a:xfrm>
            <a:prstGeom prst="rect">
              <a:avLst/>
            </a:prstGeom>
            <a:solidFill>
              <a:srgbClr val="D22938"/>
            </a:solidFill>
            <a:ln>
              <a:noFill/>
            </a:ln>
          </p:spPr>
        </p:sp>
        <p:sp>
          <p:nvSpPr>
            <p:cNvPr id="18813" name="Colorbar gradient 237"/>
            <p:cNvSpPr/>
            <p:nvPr/>
          </p:nvSpPr>
          <p:spPr>
            <a:xfrm>
              <a:off x="33552" y="441772"/>
              <a:ext cx="106249" cy="1957"/>
            </a:xfrm>
            <a:prstGeom prst="rect">
              <a:avLst/>
            </a:prstGeom>
            <a:solidFill>
              <a:srgbClr val="D22939"/>
            </a:solidFill>
            <a:ln>
              <a:noFill/>
            </a:ln>
          </p:spPr>
        </p:sp>
        <p:sp>
          <p:nvSpPr>
            <p:cNvPr id="18814" name="Colorbar gradient 238"/>
            <p:cNvSpPr/>
            <p:nvPr/>
          </p:nvSpPr>
          <p:spPr>
            <a:xfrm>
              <a:off x="33552" y="443636"/>
              <a:ext cx="106249" cy="1957"/>
            </a:xfrm>
            <a:prstGeom prst="rect">
              <a:avLst/>
            </a:prstGeom>
            <a:solidFill>
              <a:srgbClr val="D22A39"/>
            </a:solidFill>
            <a:ln>
              <a:noFill/>
            </a:ln>
          </p:spPr>
        </p:sp>
        <p:sp>
          <p:nvSpPr>
            <p:cNvPr id="18815" name="Colorbar gradient 239"/>
            <p:cNvSpPr/>
            <p:nvPr/>
          </p:nvSpPr>
          <p:spPr>
            <a:xfrm>
              <a:off x="33552" y="445500"/>
              <a:ext cx="106249" cy="1957"/>
            </a:xfrm>
            <a:prstGeom prst="rect">
              <a:avLst/>
            </a:prstGeom>
            <a:solidFill>
              <a:srgbClr val="D22C3A"/>
            </a:solidFill>
            <a:ln>
              <a:noFill/>
            </a:ln>
          </p:spPr>
        </p:sp>
        <p:sp>
          <p:nvSpPr>
            <p:cNvPr id="18816" name="Colorbar gradient 240"/>
            <p:cNvSpPr/>
            <p:nvPr/>
          </p:nvSpPr>
          <p:spPr>
            <a:xfrm>
              <a:off x="33552" y="447364"/>
              <a:ext cx="106249" cy="1957"/>
            </a:xfrm>
            <a:prstGeom prst="rect">
              <a:avLst/>
            </a:prstGeom>
            <a:solidFill>
              <a:srgbClr val="D22C3A"/>
            </a:solidFill>
            <a:ln>
              <a:noFill/>
            </a:ln>
          </p:spPr>
        </p:sp>
        <p:sp>
          <p:nvSpPr>
            <p:cNvPr id="18817" name="Colorbar gradient 241"/>
            <p:cNvSpPr/>
            <p:nvPr/>
          </p:nvSpPr>
          <p:spPr>
            <a:xfrm>
              <a:off x="33552" y="449228"/>
              <a:ext cx="106249" cy="1957"/>
            </a:xfrm>
            <a:prstGeom prst="rect">
              <a:avLst/>
            </a:prstGeom>
            <a:solidFill>
              <a:srgbClr val="D32D3C"/>
            </a:solidFill>
            <a:ln>
              <a:noFill/>
            </a:ln>
          </p:spPr>
        </p:sp>
        <p:sp>
          <p:nvSpPr>
            <p:cNvPr id="18818" name="Colorbar gradient 242"/>
            <p:cNvSpPr/>
            <p:nvPr/>
          </p:nvSpPr>
          <p:spPr>
            <a:xfrm>
              <a:off x="33552" y="451092"/>
              <a:ext cx="106249" cy="1957"/>
            </a:xfrm>
            <a:prstGeom prst="rect">
              <a:avLst/>
            </a:prstGeom>
            <a:solidFill>
              <a:srgbClr val="D32E3D"/>
            </a:solidFill>
            <a:ln>
              <a:noFill/>
            </a:ln>
          </p:spPr>
        </p:sp>
        <p:sp>
          <p:nvSpPr>
            <p:cNvPr id="18819" name="Colorbar gradient 243"/>
            <p:cNvSpPr/>
            <p:nvPr/>
          </p:nvSpPr>
          <p:spPr>
            <a:xfrm>
              <a:off x="33552" y="452956"/>
              <a:ext cx="106249" cy="1957"/>
            </a:xfrm>
            <a:prstGeom prst="rect">
              <a:avLst/>
            </a:prstGeom>
            <a:solidFill>
              <a:srgbClr val="D3303F"/>
            </a:solidFill>
            <a:ln>
              <a:noFill/>
            </a:ln>
          </p:spPr>
        </p:sp>
        <p:sp>
          <p:nvSpPr>
            <p:cNvPr id="18820" name="Colorbar gradient 244"/>
            <p:cNvSpPr/>
            <p:nvPr/>
          </p:nvSpPr>
          <p:spPr>
            <a:xfrm>
              <a:off x="33552" y="454820"/>
              <a:ext cx="106249" cy="1957"/>
            </a:xfrm>
            <a:prstGeom prst="rect">
              <a:avLst/>
            </a:prstGeom>
            <a:solidFill>
              <a:srgbClr val="D33040"/>
            </a:solidFill>
            <a:ln>
              <a:noFill/>
            </a:ln>
          </p:spPr>
        </p:sp>
        <p:sp>
          <p:nvSpPr>
            <p:cNvPr id="18821" name="Colorbar gradient 245"/>
            <p:cNvSpPr/>
            <p:nvPr/>
          </p:nvSpPr>
          <p:spPr>
            <a:xfrm>
              <a:off x="33552" y="456684"/>
              <a:ext cx="106249" cy="1957"/>
            </a:xfrm>
            <a:prstGeom prst="rect">
              <a:avLst/>
            </a:prstGeom>
            <a:solidFill>
              <a:srgbClr val="D33141"/>
            </a:solidFill>
            <a:ln>
              <a:noFill/>
            </a:ln>
          </p:spPr>
        </p:sp>
        <p:sp>
          <p:nvSpPr>
            <p:cNvPr id="18822" name="Colorbar gradient 246"/>
            <p:cNvSpPr/>
            <p:nvPr/>
          </p:nvSpPr>
          <p:spPr>
            <a:xfrm>
              <a:off x="33552" y="458548"/>
              <a:ext cx="106249" cy="1957"/>
            </a:xfrm>
            <a:prstGeom prst="rect">
              <a:avLst/>
            </a:prstGeom>
            <a:solidFill>
              <a:srgbClr val="D43442"/>
            </a:solidFill>
            <a:ln>
              <a:noFill/>
            </a:ln>
          </p:spPr>
        </p:sp>
        <p:sp>
          <p:nvSpPr>
            <p:cNvPr id="18823" name="Colorbar gradient 247"/>
            <p:cNvSpPr/>
            <p:nvPr/>
          </p:nvSpPr>
          <p:spPr>
            <a:xfrm>
              <a:off x="33552" y="460412"/>
              <a:ext cx="106249" cy="1957"/>
            </a:xfrm>
            <a:prstGeom prst="rect">
              <a:avLst/>
            </a:prstGeom>
            <a:solidFill>
              <a:srgbClr val="D43543"/>
            </a:solidFill>
            <a:ln>
              <a:noFill/>
            </a:ln>
          </p:spPr>
        </p:sp>
        <p:sp>
          <p:nvSpPr>
            <p:cNvPr id="18824" name="Colorbar gradient 248"/>
            <p:cNvSpPr/>
            <p:nvPr/>
          </p:nvSpPr>
          <p:spPr>
            <a:xfrm>
              <a:off x="33552" y="462276"/>
              <a:ext cx="106249" cy="1957"/>
            </a:xfrm>
            <a:prstGeom prst="rect">
              <a:avLst/>
            </a:prstGeom>
            <a:solidFill>
              <a:srgbClr val="D43544"/>
            </a:solidFill>
            <a:ln>
              <a:noFill/>
            </a:ln>
          </p:spPr>
        </p:sp>
        <p:sp>
          <p:nvSpPr>
            <p:cNvPr id="18825" name="Colorbar gradient 249"/>
            <p:cNvSpPr/>
            <p:nvPr/>
          </p:nvSpPr>
          <p:spPr>
            <a:xfrm>
              <a:off x="33552" y="464140"/>
              <a:ext cx="106249" cy="1957"/>
            </a:xfrm>
            <a:prstGeom prst="rect">
              <a:avLst/>
            </a:prstGeom>
            <a:solidFill>
              <a:srgbClr val="D43645"/>
            </a:solidFill>
            <a:ln>
              <a:noFill/>
            </a:ln>
          </p:spPr>
        </p:sp>
        <p:sp>
          <p:nvSpPr>
            <p:cNvPr id="18826" name="Colorbar gradient 250"/>
            <p:cNvSpPr/>
            <p:nvPr/>
          </p:nvSpPr>
          <p:spPr>
            <a:xfrm>
              <a:off x="33552" y="466004"/>
              <a:ext cx="106249" cy="1957"/>
            </a:xfrm>
            <a:prstGeom prst="rect">
              <a:avLst/>
            </a:prstGeom>
            <a:solidFill>
              <a:srgbClr val="D43846"/>
            </a:solidFill>
            <a:ln>
              <a:noFill/>
            </a:ln>
          </p:spPr>
        </p:sp>
        <p:sp>
          <p:nvSpPr>
            <p:cNvPr id="18827" name="Colorbar gradient 251"/>
            <p:cNvSpPr/>
            <p:nvPr/>
          </p:nvSpPr>
          <p:spPr>
            <a:xfrm>
              <a:off x="33552" y="467868"/>
              <a:ext cx="106249" cy="1957"/>
            </a:xfrm>
            <a:prstGeom prst="rect">
              <a:avLst/>
            </a:prstGeom>
            <a:solidFill>
              <a:srgbClr val="D53746"/>
            </a:solidFill>
            <a:ln>
              <a:noFill/>
            </a:ln>
          </p:spPr>
        </p:sp>
        <p:sp>
          <p:nvSpPr>
            <p:cNvPr id="18828" name="Colorbar gradient 252"/>
            <p:cNvSpPr/>
            <p:nvPr/>
          </p:nvSpPr>
          <p:spPr>
            <a:xfrm>
              <a:off x="33552" y="469732"/>
              <a:ext cx="106249" cy="1957"/>
            </a:xfrm>
            <a:prstGeom prst="rect">
              <a:avLst/>
            </a:prstGeom>
            <a:solidFill>
              <a:srgbClr val="D53947"/>
            </a:solidFill>
            <a:ln>
              <a:noFill/>
            </a:ln>
          </p:spPr>
        </p:sp>
        <p:sp>
          <p:nvSpPr>
            <p:cNvPr id="18829" name="Colorbar gradient 253"/>
            <p:cNvSpPr/>
            <p:nvPr/>
          </p:nvSpPr>
          <p:spPr>
            <a:xfrm>
              <a:off x="33552" y="471596"/>
              <a:ext cx="106249" cy="1957"/>
            </a:xfrm>
            <a:prstGeom prst="rect">
              <a:avLst/>
            </a:prstGeom>
            <a:solidFill>
              <a:srgbClr val="D53A48"/>
            </a:solidFill>
            <a:ln>
              <a:noFill/>
            </a:ln>
          </p:spPr>
        </p:sp>
        <p:sp>
          <p:nvSpPr>
            <p:cNvPr id="18830" name="Colorbar gradient 254"/>
            <p:cNvSpPr/>
            <p:nvPr/>
          </p:nvSpPr>
          <p:spPr>
            <a:xfrm>
              <a:off x="33552" y="473460"/>
              <a:ext cx="106249" cy="1957"/>
            </a:xfrm>
            <a:prstGeom prst="rect">
              <a:avLst/>
            </a:prstGeom>
            <a:solidFill>
              <a:srgbClr val="D53B4A"/>
            </a:solidFill>
            <a:ln>
              <a:noFill/>
            </a:ln>
          </p:spPr>
        </p:sp>
        <p:sp>
          <p:nvSpPr>
            <p:cNvPr id="18831" name="Colorbar gradient 255"/>
            <p:cNvSpPr/>
            <p:nvPr/>
          </p:nvSpPr>
          <p:spPr>
            <a:xfrm>
              <a:off x="33552" y="475324"/>
              <a:ext cx="106249" cy="1957"/>
            </a:xfrm>
            <a:prstGeom prst="rect">
              <a:avLst/>
            </a:prstGeom>
            <a:solidFill>
              <a:srgbClr val="D63D49"/>
            </a:solidFill>
            <a:ln>
              <a:noFill/>
            </a:ln>
          </p:spPr>
        </p:sp>
        <p:sp>
          <p:nvSpPr>
            <p:cNvPr id="18832" name="Colorbar gradient 256"/>
            <p:cNvSpPr/>
            <p:nvPr/>
          </p:nvSpPr>
          <p:spPr>
            <a:xfrm>
              <a:off x="33552" y="477189"/>
              <a:ext cx="106249" cy="1957"/>
            </a:xfrm>
            <a:prstGeom prst="rect">
              <a:avLst/>
            </a:prstGeom>
            <a:solidFill>
              <a:srgbClr val="D63D4B"/>
            </a:solidFill>
            <a:ln>
              <a:noFill/>
            </a:ln>
          </p:spPr>
        </p:sp>
        <p:sp>
          <p:nvSpPr>
            <p:cNvPr id="18833" name="Colorbar gradient 257"/>
            <p:cNvSpPr/>
            <p:nvPr/>
          </p:nvSpPr>
          <p:spPr>
            <a:xfrm>
              <a:off x="33552" y="479053"/>
              <a:ext cx="106249" cy="1957"/>
            </a:xfrm>
            <a:prstGeom prst="rect">
              <a:avLst/>
            </a:prstGeom>
            <a:solidFill>
              <a:srgbClr val="D63E4D"/>
            </a:solidFill>
            <a:ln>
              <a:noFill/>
            </a:ln>
          </p:spPr>
        </p:sp>
        <p:sp>
          <p:nvSpPr>
            <p:cNvPr id="18834" name="Colorbar gradient 258"/>
            <p:cNvSpPr/>
            <p:nvPr/>
          </p:nvSpPr>
          <p:spPr>
            <a:xfrm>
              <a:off x="33552" y="480917"/>
              <a:ext cx="106249" cy="1957"/>
            </a:xfrm>
            <a:prstGeom prst="rect">
              <a:avLst/>
            </a:prstGeom>
            <a:solidFill>
              <a:srgbClr val="D5404E"/>
            </a:solidFill>
            <a:ln>
              <a:noFill/>
            </a:ln>
          </p:spPr>
        </p:sp>
        <p:sp>
          <p:nvSpPr>
            <p:cNvPr id="18835" name="Colorbar gradient 259"/>
            <p:cNvSpPr/>
            <p:nvPr/>
          </p:nvSpPr>
          <p:spPr>
            <a:xfrm>
              <a:off x="33552" y="482781"/>
              <a:ext cx="106249" cy="1957"/>
            </a:xfrm>
            <a:prstGeom prst="rect">
              <a:avLst/>
            </a:prstGeom>
            <a:solidFill>
              <a:srgbClr val="D6434F"/>
            </a:solidFill>
            <a:ln>
              <a:noFill/>
            </a:ln>
          </p:spPr>
        </p:sp>
        <p:sp>
          <p:nvSpPr>
            <p:cNvPr id="18836" name="Colorbar gradient 260"/>
            <p:cNvSpPr/>
            <p:nvPr/>
          </p:nvSpPr>
          <p:spPr>
            <a:xfrm>
              <a:off x="33552" y="484645"/>
              <a:ext cx="106249" cy="1957"/>
            </a:xfrm>
            <a:prstGeom prst="rect">
              <a:avLst/>
            </a:prstGeom>
            <a:solidFill>
              <a:srgbClr val="D64350"/>
            </a:solidFill>
            <a:ln>
              <a:noFill/>
            </a:ln>
          </p:spPr>
        </p:sp>
        <p:sp>
          <p:nvSpPr>
            <p:cNvPr id="18837" name="Colorbar gradient 261"/>
            <p:cNvSpPr/>
            <p:nvPr/>
          </p:nvSpPr>
          <p:spPr>
            <a:xfrm>
              <a:off x="33552" y="486509"/>
              <a:ext cx="106249" cy="1957"/>
            </a:xfrm>
            <a:prstGeom prst="rect">
              <a:avLst/>
            </a:prstGeom>
            <a:solidFill>
              <a:srgbClr val="D74351"/>
            </a:solidFill>
            <a:ln>
              <a:noFill/>
            </a:ln>
          </p:spPr>
        </p:sp>
        <p:sp>
          <p:nvSpPr>
            <p:cNvPr id="18838" name="Colorbar gradient 262"/>
            <p:cNvSpPr/>
            <p:nvPr/>
          </p:nvSpPr>
          <p:spPr>
            <a:xfrm>
              <a:off x="33552" y="488373"/>
              <a:ext cx="106249" cy="1957"/>
            </a:xfrm>
            <a:prstGeom prst="rect">
              <a:avLst/>
            </a:prstGeom>
            <a:solidFill>
              <a:srgbClr val="D84452"/>
            </a:solidFill>
            <a:ln>
              <a:noFill/>
            </a:ln>
          </p:spPr>
        </p:sp>
        <p:sp>
          <p:nvSpPr>
            <p:cNvPr id="18839" name="Colorbar gradient 263"/>
            <p:cNvSpPr/>
            <p:nvPr/>
          </p:nvSpPr>
          <p:spPr>
            <a:xfrm>
              <a:off x="33552" y="490237"/>
              <a:ext cx="106249" cy="1957"/>
            </a:xfrm>
            <a:prstGeom prst="rect">
              <a:avLst/>
            </a:prstGeom>
            <a:solidFill>
              <a:srgbClr val="D84552"/>
            </a:solidFill>
            <a:ln>
              <a:noFill/>
            </a:ln>
          </p:spPr>
        </p:sp>
        <p:sp>
          <p:nvSpPr>
            <p:cNvPr id="18840" name="Colorbar gradient 264"/>
            <p:cNvSpPr/>
            <p:nvPr/>
          </p:nvSpPr>
          <p:spPr>
            <a:xfrm>
              <a:off x="33552" y="492101"/>
              <a:ext cx="106249" cy="1957"/>
            </a:xfrm>
            <a:prstGeom prst="rect">
              <a:avLst/>
            </a:prstGeom>
            <a:solidFill>
              <a:srgbClr val="D94654"/>
            </a:solidFill>
            <a:ln>
              <a:noFill/>
            </a:ln>
          </p:spPr>
        </p:sp>
        <p:sp>
          <p:nvSpPr>
            <p:cNvPr id="18841" name="Colorbar gradient 265"/>
            <p:cNvSpPr/>
            <p:nvPr/>
          </p:nvSpPr>
          <p:spPr>
            <a:xfrm>
              <a:off x="33552" y="493965"/>
              <a:ext cx="106249" cy="1957"/>
            </a:xfrm>
            <a:prstGeom prst="rect">
              <a:avLst/>
            </a:prstGeom>
            <a:solidFill>
              <a:srgbClr val="DA4754"/>
            </a:solidFill>
            <a:ln>
              <a:noFill/>
            </a:ln>
          </p:spPr>
        </p:sp>
        <p:sp>
          <p:nvSpPr>
            <p:cNvPr id="18842" name="Colorbar gradient 266"/>
            <p:cNvSpPr/>
            <p:nvPr/>
          </p:nvSpPr>
          <p:spPr>
            <a:xfrm>
              <a:off x="33552" y="495829"/>
              <a:ext cx="106249" cy="1957"/>
            </a:xfrm>
            <a:prstGeom prst="rect">
              <a:avLst/>
            </a:prstGeom>
            <a:solidFill>
              <a:srgbClr val="DA4855"/>
            </a:solidFill>
            <a:ln>
              <a:noFill/>
            </a:ln>
          </p:spPr>
        </p:sp>
        <p:sp>
          <p:nvSpPr>
            <p:cNvPr id="18843" name="Colorbar gradient 267"/>
            <p:cNvSpPr/>
            <p:nvPr/>
          </p:nvSpPr>
          <p:spPr>
            <a:xfrm>
              <a:off x="33552" y="497693"/>
              <a:ext cx="106249" cy="1957"/>
            </a:xfrm>
            <a:prstGeom prst="rect">
              <a:avLst/>
            </a:prstGeom>
            <a:solidFill>
              <a:srgbClr val="DA4856"/>
            </a:solidFill>
            <a:ln>
              <a:noFill/>
            </a:ln>
          </p:spPr>
        </p:sp>
        <p:sp>
          <p:nvSpPr>
            <p:cNvPr id="18844" name="Colorbar gradient 268"/>
            <p:cNvSpPr/>
            <p:nvPr/>
          </p:nvSpPr>
          <p:spPr>
            <a:xfrm>
              <a:off x="33552" y="499557"/>
              <a:ext cx="106249" cy="1957"/>
            </a:xfrm>
            <a:prstGeom prst="rect">
              <a:avLst/>
            </a:prstGeom>
            <a:solidFill>
              <a:srgbClr val="DB4957"/>
            </a:solidFill>
            <a:ln>
              <a:noFill/>
            </a:ln>
          </p:spPr>
        </p:sp>
        <p:sp>
          <p:nvSpPr>
            <p:cNvPr id="18845" name="Colorbar gradient 269"/>
            <p:cNvSpPr/>
            <p:nvPr/>
          </p:nvSpPr>
          <p:spPr>
            <a:xfrm>
              <a:off x="33552" y="501421"/>
              <a:ext cx="106249" cy="1957"/>
            </a:xfrm>
            <a:prstGeom prst="rect">
              <a:avLst/>
            </a:prstGeom>
            <a:solidFill>
              <a:srgbClr val="DA4B58"/>
            </a:solidFill>
            <a:ln>
              <a:noFill/>
            </a:ln>
          </p:spPr>
        </p:sp>
        <p:sp>
          <p:nvSpPr>
            <p:cNvPr id="18846" name="Colorbar gradient 270"/>
            <p:cNvSpPr/>
            <p:nvPr/>
          </p:nvSpPr>
          <p:spPr>
            <a:xfrm>
              <a:off x="33552" y="503285"/>
              <a:ext cx="106249" cy="1957"/>
            </a:xfrm>
            <a:prstGeom prst="rect">
              <a:avLst/>
            </a:prstGeom>
            <a:solidFill>
              <a:srgbClr val="DA4E5B"/>
            </a:solidFill>
            <a:ln>
              <a:noFill/>
            </a:ln>
          </p:spPr>
        </p:sp>
        <p:sp>
          <p:nvSpPr>
            <p:cNvPr id="18847" name="Colorbar gradient 271"/>
            <p:cNvSpPr/>
            <p:nvPr/>
          </p:nvSpPr>
          <p:spPr>
            <a:xfrm>
              <a:off x="33552" y="505149"/>
              <a:ext cx="106249" cy="1957"/>
            </a:xfrm>
            <a:prstGeom prst="rect">
              <a:avLst/>
            </a:prstGeom>
            <a:solidFill>
              <a:srgbClr val="DA4F5A"/>
            </a:solidFill>
            <a:ln>
              <a:noFill/>
            </a:ln>
          </p:spPr>
        </p:sp>
        <p:sp>
          <p:nvSpPr>
            <p:cNvPr id="18848" name="Colorbar gradient 272"/>
            <p:cNvSpPr/>
            <p:nvPr/>
          </p:nvSpPr>
          <p:spPr>
            <a:xfrm>
              <a:off x="33552" y="507013"/>
              <a:ext cx="106249" cy="1957"/>
            </a:xfrm>
            <a:prstGeom prst="rect">
              <a:avLst/>
            </a:prstGeom>
            <a:solidFill>
              <a:srgbClr val="DA4F5C"/>
            </a:solidFill>
            <a:ln>
              <a:noFill/>
            </a:ln>
          </p:spPr>
        </p:sp>
        <p:sp>
          <p:nvSpPr>
            <p:cNvPr id="18849" name="Colorbar gradient 273"/>
            <p:cNvSpPr/>
            <p:nvPr/>
          </p:nvSpPr>
          <p:spPr>
            <a:xfrm>
              <a:off x="33552" y="508877"/>
              <a:ext cx="106249" cy="1957"/>
            </a:xfrm>
            <a:prstGeom prst="rect">
              <a:avLst/>
            </a:prstGeom>
            <a:solidFill>
              <a:srgbClr val="DB505D"/>
            </a:solidFill>
            <a:ln>
              <a:noFill/>
            </a:ln>
          </p:spPr>
        </p:sp>
        <p:sp>
          <p:nvSpPr>
            <p:cNvPr id="18850" name="Colorbar gradient 274"/>
            <p:cNvSpPr/>
            <p:nvPr/>
          </p:nvSpPr>
          <p:spPr>
            <a:xfrm>
              <a:off x="33552" y="510741"/>
              <a:ext cx="106249" cy="1957"/>
            </a:xfrm>
            <a:prstGeom prst="rect">
              <a:avLst/>
            </a:prstGeom>
            <a:solidFill>
              <a:srgbClr val="DB505E"/>
            </a:solidFill>
            <a:ln>
              <a:noFill/>
            </a:ln>
          </p:spPr>
        </p:sp>
        <p:sp>
          <p:nvSpPr>
            <p:cNvPr id="18851" name="Colorbar gradient 275"/>
            <p:cNvSpPr/>
            <p:nvPr/>
          </p:nvSpPr>
          <p:spPr>
            <a:xfrm>
              <a:off x="33552" y="512605"/>
              <a:ext cx="106249" cy="1957"/>
            </a:xfrm>
            <a:prstGeom prst="rect">
              <a:avLst/>
            </a:prstGeom>
            <a:solidFill>
              <a:srgbClr val="DB525F"/>
            </a:solidFill>
            <a:ln>
              <a:noFill/>
            </a:ln>
          </p:spPr>
        </p:sp>
        <p:sp>
          <p:nvSpPr>
            <p:cNvPr id="18852" name="Colorbar gradient 276"/>
            <p:cNvSpPr/>
            <p:nvPr/>
          </p:nvSpPr>
          <p:spPr>
            <a:xfrm>
              <a:off x="33552" y="514469"/>
              <a:ext cx="106249" cy="1957"/>
            </a:xfrm>
            <a:prstGeom prst="rect">
              <a:avLst/>
            </a:prstGeom>
            <a:solidFill>
              <a:srgbClr val="DB5360"/>
            </a:solidFill>
            <a:ln>
              <a:noFill/>
            </a:ln>
          </p:spPr>
        </p:sp>
        <p:sp>
          <p:nvSpPr>
            <p:cNvPr id="18853" name="Colorbar gradient 277"/>
            <p:cNvSpPr/>
            <p:nvPr/>
          </p:nvSpPr>
          <p:spPr>
            <a:xfrm>
              <a:off x="33552" y="516333"/>
              <a:ext cx="106249" cy="1957"/>
            </a:xfrm>
            <a:prstGeom prst="rect">
              <a:avLst/>
            </a:prstGeom>
            <a:solidFill>
              <a:srgbClr val="DC5461"/>
            </a:solidFill>
            <a:ln>
              <a:noFill/>
            </a:ln>
          </p:spPr>
        </p:sp>
        <p:sp>
          <p:nvSpPr>
            <p:cNvPr id="18854" name="Colorbar gradient 278"/>
            <p:cNvSpPr/>
            <p:nvPr/>
          </p:nvSpPr>
          <p:spPr>
            <a:xfrm>
              <a:off x="33552" y="518197"/>
              <a:ext cx="106249" cy="1957"/>
            </a:xfrm>
            <a:prstGeom prst="rect">
              <a:avLst/>
            </a:prstGeom>
            <a:solidFill>
              <a:srgbClr val="DC5561"/>
            </a:solidFill>
            <a:ln>
              <a:noFill/>
            </a:ln>
          </p:spPr>
        </p:sp>
        <p:sp>
          <p:nvSpPr>
            <p:cNvPr id="18855" name="Colorbar gradient 279"/>
            <p:cNvSpPr/>
            <p:nvPr/>
          </p:nvSpPr>
          <p:spPr>
            <a:xfrm>
              <a:off x="33552" y="520061"/>
              <a:ext cx="106249" cy="1957"/>
            </a:xfrm>
            <a:prstGeom prst="rect">
              <a:avLst/>
            </a:prstGeom>
            <a:solidFill>
              <a:srgbClr val="DC5662"/>
            </a:solidFill>
            <a:ln>
              <a:noFill/>
            </a:ln>
          </p:spPr>
        </p:sp>
        <p:sp>
          <p:nvSpPr>
            <p:cNvPr id="18856" name="Colorbar gradient 280"/>
            <p:cNvSpPr/>
            <p:nvPr/>
          </p:nvSpPr>
          <p:spPr>
            <a:xfrm>
              <a:off x="33552" y="521925"/>
              <a:ext cx="106249" cy="1957"/>
            </a:xfrm>
            <a:prstGeom prst="rect">
              <a:avLst/>
            </a:prstGeom>
            <a:solidFill>
              <a:srgbClr val="DC5763"/>
            </a:solidFill>
            <a:ln>
              <a:noFill/>
            </a:ln>
          </p:spPr>
        </p:sp>
        <p:sp>
          <p:nvSpPr>
            <p:cNvPr id="18857" name="Colorbar gradient 281"/>
            <p:cNvSpPr/>
            <p:nvPr/>
          </p:nvSpPr>
          <p:spPr>
            <a:xfrm>
              <a:off x="33552" y="523789"/>
              <a:ext cx="106249" cy="1957"/>
            </a:xfrm>
            <a:prstGeom prst="rect">
              <a:avLst/>
            </a:prstGeom>
            <a:solidFill>
              <a:srgbClr val="DC5764"/>
            </a:solidFill>
            <a:ln>
              <a:noFill/>
            </a:ln>
          </p:spPr>
        </p:sp>
        <p:sp>
          <p:nvSpPr>
            <p:cNvPr id="18858" name="Colorbar gradient 282"/>
            <p:cNvSpPr/>
            <p:nvPr/>
          </p:nvSpPr>
          <p:spPr>
            <a:xfrm>
              <a:off x="33552" y="525653"/>
              <a:ext cx="106249" cy="1957"/>
            </a:xfrm>
            <a:prstGeom prst="rect">
              <a:avLst/>
            </a:prstGeom>
            <a:solidFill>
              <a:srgbClr val="DD5B67"/>
            </a:solidFill>
            <a:ln>
              <a:noFill/>
            </a:ln>
          </p:spPr>
        </p:sp>
        <p:sp>
          <p:nvSpPr>
            <p:cNvPr id="18859" name="Colorbar gradient 283"/>
            <p:cNvSpPr/>
            <p:nvPr/>
          </p:nvSpPr>
          <p:spPr>
            <a:xfrm>
              <a:off x="33552" y="527517"/>
              <a:ext cx="106249" cy="1957"/>
            </a:xfrm>
            <a:prstGeom prst="rect">
              <a:avLst/>
            </a:prstGeom>
            <a:solidFill>
              <a:srgbClr val="DD5C68"/>
            </a:solidFill>
            <a:ln>
              <a:noFill/>
            </a:ln>
          </p:spPr>
        </p:sp>
        <p:sp>
          <p:nvSpPr>
            <p:cNvPr id="18860" name="Colorbar gradient 284"/>
            <p:cNvSpPr/>
            <p:nvPr/>
          </p:nvSpPr>
          <p:spPr>
            <a:xfrm>
              <a:off x="33552" y="529381"/>
              <a:ext cx="106249" cy="1957"/>
            </a:xfrm>
            <a:prstGeom prst="rect">
              <a:avLst/>
            </a:prstGeom>
            <a:solidFill>
              <a:srgbClr val="DD5D68"/>
            </a:solidFill>
            <a:ln>
              <a:noFill/>
            </a:ln>
          </p:spPr>
        </p:sp>
        <p:sp>
          <p:nvSpPr>
            <p:cNvPr id="18861" name="Colorbar gradient 285"/>
            <p:cNvSpPr/>
            <p:nvPr/>
          </p:nvSpPr>
          <p:spPr>
            <a:xfrm>
              <a:off x="33552" y="531245"/>
              <a:ext cx="106249" cy="1957"/>
            </a:xfrm>
            <a:prstGeom prst="rect">
              <a:avLst/>
            </a:prstGeom>
            <a:solidFill>
              <a:srgbClr val="DD5E69"/>
            </a:solidFill>
            <a:ln>
              <a:noFill/>
            </a:ln>
          </p:spPr>
        </p:sp>
        <p:sp>
          <p:nvSpPr>
            <p:cNvPr id="18862" name="Colorbar gradient 286"/>
            <p:cNvSpPr/>
            <p:nvPr/>
          </p:nvSpPr>
          <p:spPr>
            <a:xfrm>
              <a:off x="33552" y="533109"/>
              <a:ext cx="106249" cy="1957"/>
            </a:xfrm>
            <a:prstGeom prst="rect">
              <a:avLst/>
            </a:prstGeom>
            <a:solidFill>
              <a:srgbClr val="DE5F6A"/>
            </a:solidFill>
            <a:ln>
              <a:noFill/>
            </a:ln>
          </p:spPr>
        </p:sp>
        <p:sp>
          <p:nvSpPr>
            <p:cNvPr id="18863" name="Colorbar gradient 287"/>
            <p:cNvSpPr/>
            <p:nvPr/>
          </p:nvSpPr>
          <p:spPr>
            <a:xfrm>
              <a:off x="33552" y="534973"/>
              <a:ext cx="106249" cy="1957"/>
            </a:xfrm>
            <a:prstGeom prst="rect">
              <a:avLst/>
            </a:prstGeom>
            <a:solidFill>
              <a:srgbClr val="DE5F6B"/>
            </a:solidFill>
            <a:ln>
              <a:noFill/>
            </a:ln>
          </p:spPr>
        </p:sp>
        <p:sp>
          <p:nvSpPr>
            <p:cNvPr id="18864" name="Colorbar gradient 288"/>
            <p:cNvSpPr/>
            <p:nvPr/>
          </p:nvSpPr>
          <p:spPr>
            <a:xfrm>
              <a:off x="33552" y="536837"/>
              <a:ext cx="106249" cy="1957"/>
            </a:xfrm>
            <a:prstGeom prst="rect">
              <a:avLst/>
            </a:prstGeom>
            <a:solidFill>
              <a:srgbClr val="DE606D"/>
            </a:solidFill>
            <a:ln>
              <a:noFill/>
            </a:ln>
          </p:spPr>
        </p:sp>
        <p:sp>
          <p:nvSpPr>
            <p:cNvPr id="18865" name="Colorbar gradient 289"/>
            <p:cNvSpPr/>
            <p:nvPr/>
          </p:nvSpPr>
          <p:spPr>
            <a:xfrm>
              <a:off x="33552" y="538701"/>
              <a:ext cx="106249" cy="1957"/>
            </a:xfrm>
            <a:prstGeom prst="rect">
              <a:avLst/>
            </a:prstGeom>
            <a:solidFill>
              <a:srgbClr val="DD626C"/>
            </a:solidFill>
            <a:ln>
              <a:noFill/>
            </a:ln>
          </p:spPr>
        </p:sp>
        <p:sp>
          <p:nvSpPr>
            <p:cNvPr id="18866" name="Colorbar gradient 290"/>
            <p:cNvSpPr/>
            <p:nvPr/>
          </p:nvSpPr>
          <p:spPr>
            <a:xfrm>
              <a:off x="33552" y="540565"/>
              <a:ext cx="106249" cy="1957"/>
            </a:xfrm>
            <a:prstGeom prst="rect">
              <a:avLst/>
            </a:prstGeom>
            <a:solidFill>
              <a:srgbClr val="DF636E"/>
            </a:solidFill>
            <a:ln>
              <a:noFill/>
            </a:ln>
          </p:spPr>
        </p:sp>
        <p:sp>
          <p:nvSpPr>
            <p:cNvPr id="18867" name="Colorbar gradient 291"/>
            <p:cNvSpPr/>
            <p:nvPr/>
          </p:nvSpPr>
          <p:spPr>
            <a:xfrm>
              <a:off x="33552" y="542429"/>
              <a:ext cx="106249" cy="1957"/>
            </a:xfrm>
            <a:prstGeom prst="rect">
              <a:avLst/>
            </a:prstGeom>
            <a:solidFill>
              <a:srgbClr val="E0626F"/>
            </a:solidFill>
            <a:ln>
              <a:noFill/>
            </a:ln>
          </p:spPr>
        </p:sp>
        <p:sp>
          <p:nvSpPr>
            <p:cNvPr id="18868" name="Colorbar gradient 292"/>
            <p:cNvSpPr/>
            <p:nvPr/>
          </p:nvSpPr>
          <p:spPr>
            <a:xfrm>
              <a:off x="33552" y="544293"/>
              <a:ext cx="106249" cy="1957"/>
            </a:xfrm>
            <a:prstGeom prst="rect">
              <a:avLst/>
            </a:prstGeom>
            <a:solidFill>
              <a:srgbClr val="DF646E"/>
            </a:solidFill>
            <a:ln>
              <a:noFill/>
            </a:ln>
          </p:spPr>
        </p:sp>
        <p:sp>
          <p:nvSpPr>
            <p:cNvPr id="18869" name="Colorbar gradient 293"/>
            <p:cNvSpPr/>
            <p:nvPr/>
          </p:nvSpPr>
          <p:spPr>
            <a:xfrm>
              <a:off x="33552" y="546157"/>
              <a:ext cx="106249" cy="1957"/>
            </a:xfrm>
            <a:prstGeom prst="rect">
              <a:avLst/>
            </a:prstGeom>
            <a:solidFill>
              <a:srgbClr val="DF6770"/>
            </a:solidFill>
            <a:ln>
              <a:noFill/>
            </a:ln>
          </p:spPr>
        </p:sp>
        <p:sp>
          <p:nvSpPr>
            <p:cNvPr id="18870" name="Colorbar gradient 294"/>
            <p:cNvSpPr/>
            <p:nvPr/>
          </p:nvSpPr>
          <p:spPr>
            <a:xfrm>
              <a:off x="33552" y="548021"/>
              <a:ext cx="106249" cy="1957"/>
            </a:xfrm>
            <a:prstGeom prst="rect">
              <a:avLst/>
            </a:prstGeom>
            <a:solidFill>
              <a:srgbClr val="DF6873"/>
            </a:solidFill>
            <a:ln>
              <a:noFill/>
            </a:ln>
          </p:spPr>
        </p:sp>
        <p:sp>
          <p:nvSpPr>
            <p:cNvPr id="18871" name="Colorbar gradient 295"/>
            <p:cNvSpPr/>
            <p:nvPr/>
          </p:nvSpPr>
          <p:spPr>
            <a:xfrm>
              <a:off x="33552" y="549885"/>
              <a:ext cx="106249" cy="1957"/>
            </a:xfrm>
            <a:prstGeom prst="rect">
              <a:avLst/>
            </a:prstGeom>
            <a:solidFill>
              <a:srgbClr val="DF6974"/>
            </a:solidFill>
            <a:ln>
              <a:noFill/>
            </a:ln>
          </p:spPr>
        </p:sp>
        <p:sp>
          <p:nvSpPr>
            <p:cNvPr id="18872" name="Colorbar gradient 296"/>
            <p:cNvSpPr/>
            <p:nvPr/>
          </p:nvSpPr>
          <p:spPr>
            <a:xfrm>
              <a:off x="33552" y="551749"/>
              <a:ext cx="106249" cy="1957"/>
            </a:xfrm>
            <a:prstGeom prst="rect">
              <a:avLst/>
            </a:prstGeom>
            <a:solidFill>
              <a:srgbClr val="DF6A75"/>
            </a:solidFill>
            <a:ln>
              <a:noFill/>
            </a:ln>
          </p:spPr>
        </p:sp>
        <p:sp>
          <p:nvSpPr>
            <p:cNvPr id="18873" name="Colorbar gradient 297"/>
            <p:cNvSpPr/>
            <p:nvPr/>
          </p:nvSpPr>
          <p:spPr>
            <a:xfrm>
              <a:off x="33552" y="553613"/>
              <a:ext cx="106249" cy="1957"/>
            </a:xfrm>
            <a:prstGeom prst="rect">
              <a:avLst/>
            </a:prstGeom>
            <a:solidFill>
              <a:srgbClr val="DF6C75"/>
            </a:solidFill>
            <a:ln>
              <a:noFill/>
            </a:ln>
          </p:spPr>
        </p:sp>
        <p:sp>
          <p:nvSpPr>
            <p:cNvPr id="18874" name="Colorbar gradient 298"/>
            <p:cNvSpPr/>
            <p:nvPr/>
          </p:nvSpPr>
          <p:spPr>
            <a:xfrm>
              <a:off x="33552" y="555477"/>
              <a:ext cx="106249" cy="1957"/>
            </a:xfrm>
            <a:prstGeom prst="rect">
              <a:avLst/>
            </a:prstGeom>
            <a:solidFill>
              <a:srgbClr val="DF6B76"/>
            </a:solidFill>
            <a:ln>
              <a:noFill/>
            </a:ln>
          </p:spPr>
        </p:sp>
        <p:sp>
          <p:nvSpPr>
            <p:cNvPr id="18875" name="Colorbar gradient 299"/>
            <p:cNvSpPr/>
            <p:nvPr/>
          </p:nvSpPr>
          <p:spPr>
            <a:xfrm>
              <a:off x="33552" y="557341"/>
              <a:ext cx="106249" cy="1957"/>
            </a:xfrm>
            <a:prstGeom prst="rect">
              <a:avLst/>
            </a:prstGeom>
            <a:solidFill>
              <a:srgbClr val="E06C78"/>
            </a:solidFill>
            <a:ln>
              <a:noFill/>
            </a:ln>
          </p:spPr>
        </p:sp>
        <p:sp>
          <p:nvSpPr>
            <p:cNvPr id="18876" name="Colorbar gradient 300"/>
            <p:cNvSpPr/>
            <p:nvPr/>
          </p:nvSpPr>
          <p:spPr>
            <a:xfrm>
              <a:off x="33552" y="559205"/>
              <a:ext cx="106249" cy="1957"/>
            </a:xfrm>
            <a:prstGeom prst="rect">
              <a:avLst/>
            </a:prstGeom>
            <a:solidFill>
              <a:srgbClr val="E06C79"/>
            </a:solidFill>
            <a:ln>
              <a:noFill/>
            </a:ln>
          </p:spPr>
        </p:sp>
        <p:sp>
          <p:nvSpPr>
            <p:cNvPr id="18877" name="Colorbar gradient 301"/>
            <p:cNvSpPr/>
            <p:nvPr/>
          </p:nvSpPr>
          <p:spPr>
            <a:xfrm>
              <a:off x="33552" y="561069"/>
              <a:ext cx="106249" cy="1957"/>
            </a:xfrm>
            <a:prstGeom prst="rect">
              <a:avLst/>
            </a:prstGeom>
            <a:solidFill>
              <a:srgbClr val="E06E79"/>
            </a:solidFill>
            <a:ln>
              <a:noFill/>
            </a:ln>
          </p:spPr>
        </p:sp>
        <p:sp>
          <p:nvSpPr>
            <p:cNvPr id="18878" name="Colorbar gradient 302"/>
            <p:cNvSpPr/>
            <p:nvPr/>
          </p:nvSpPr>
          <p:spPr>
            <a:xfrm>
              <a:off x="33552" y="562933"/>
              <a:ext cx="106249" cy="1957"/>
            </a:xfrm>
            <a:prstGeom prst="rect">
              <a:avLst/>
            </a:prstGeom>
            <a:solidFill>
              <a:srgbClr val="E06F7A"/>
            </a:solidFill>
            <a:ln>
              <a:noFill/>
            </a:ln>
          </p:spPr>
        </p:sp>
        <p:sp>
          <p:nvSpPr>
            <p:cNvPr id="18879" name="Colorbar gradient 303"/>
            <p:cNvSpPr/>
            <p:nvPr/>
          </p:nvSpPr>
          <p:spPr>
            <a:xfrm>
              <a:off x="33552" y="564797"/>
              <a:ext cx="106249" cy="1957"/>
            </a:xfrm>
            <a:prstGeom prst="rect">
              <a:avLst/>
            </a:prstGeom>
            <a:solidFill>
              <a:srgbClr val="E0707A"/>
            </a:solidFill>
            <a:ln>
              <a:noFill/>
            </a:ln>
          </p:spPr>
        </p:sp>
        <p:sp>
          <p:nvSpPr>
            <p:cNvPr id="18880" name="Colorbar gradient 304"/>
            <p:cNvSpPr/>
            <p:nvPr/>
          </p:nvSpPr>
          <p:spPr>
            <a:xfrm>
              <a:off x="33552" y="566661"/>
              <a:ext cx="106249" cy="1957"/>
            </a:xfrm>
            <a:prstGeom prst="rect">
              <a:avLst/>
            </a:prstGeom>
            <a:solidFill>
              <a:srgbClr val="E0737C"/>
            </a:solidFill>
            <a:ln>
              <a:noFill/>
            </a:ln>
          </p:spPr>
        </p:sp>
        <p:sp>
          <p:nvSpPr>
            <p:cNvPr id="18881" name="Colorbar gradient 305"/>
            <p:cNvSpPr/>
            <p:nvPr/>
          </p:nvSpPr>
          <p:spPr>
            <a:xfrm>
              <a:off x="33552" y="568525"/>
              <a:ext cx="106249" cy="1957"/>
            </a:xfrm>
            <a:prstGeom prst="rect">
              <a:avLst/>
            </a:prstGeom>
            <a:solidFill>
              <a:srgbClr val="E1747D"/>
            </a:solidFill>
            <a:ln>
              <a:noFill/>
            </a:ln>
          </p:spPr>
        </p:sp>
        <p:sp>
          <p:nvSpPr>
            <p:cNvPr id="18882" name="Colorbar gradient 306"/>
            <p:cNvSpPr/>
            <p:nvPr/>
          </p:nvSpPr>
          <p:spPr>
            <a:xfrm>
              <a:off x="33552" y="570389"/>
              <a:ext cx="106249" cy="1957"/>
            </a:xfrm>
            <a:prstGeom prst="rect">
              <a:avLst/>
            </a:prstGeom>
            <a:solidFill>
              <a:srgbClr val="E1757E"/>
            </a:solidFill>
            <a:ln>
              <a:noFill/>
            </a:ln>
          </p:spPr>
        </p:sp>
        <p:sp>
          <p:nvSpPr>
            <p:cNvPr id="18883" name="Colorbar gradient 307"/>
            <p:cNvSpPr/>
            <p:nvPr/>
          </p:nvSpPr>
          <p:spPr>
            <a:xfrm>
              <a:off x="33552" y="572253"/>
              <a:ext cx="106249" cy="1957"/>
            </a:xfrm>
            <a:prstGeom prst="rect">
              <a:avLst/>
            </a:prstGeom>
            <a:solidFill>
              <a:srgbClr val="E17680"/>
            </a:solidFill>
            <a:ln>
              <a:noFill/>
            </a:ln>
          </p:spPr>
        </p:sp>
        <p:sp>
          <p:nvSpPr>
            <p:cNvPr id="18884" name="Colorbar gradient 308"/>
            <p:cNvSpPr/>
            <p:nvPr/>
          </p:nvSpPr>
          <p:spPr>
            <a:xfrm>
              <a:off x="33552" y="574117"/>
              <a:ext cx="106249" cy="1957"/>
            </a:xfrm>
            <a:prstGeom prst="rect">
              <a:avLst/>
            </a:prstGeom>
            <a:solidFill>
              <a:srgbClr val="E27781"/>
            </a:solidFill>
            <a:ln>
              <a:noFill/>
            </a:ln>
          </p:spPr>
        </p:sp>
        <p:sp>
          <p:nvSpPr>
            <p:cNvPr id="18885" name="Colorbar gradient 309"/>
            <p:cNvSpPr/>
            <p:nvPr/>
          </p:nvSpPr>
          <p:spPr>
            <a:xfrm>
              <a:off x="33552" y="575981"/>
              <a:ext cx="106249" cy="1957"/>
            </a:xfrm>
            <a:prstGeom prst="rect">
              <a:avLst/>
            </a:prstGeom>
            <a:solidFill>
              <a:srgbClr val="E27882"/>
            </a:solidFill>
            <a:ln>
              <a:noFill/>
            </a:ln>
          </p:spPr>
        </p:sp>
        <p:sp>
          <p:nvSpPr>
            <p:cNvPr id="18886" name="Colorbar gradient 310"/>
            <p:cNvSpPr/>
            <p:nvPr/>
          </p:nvSpPr>
          <p:spPr>
            <a:xfrm>
              <a:off x="33552" y="577845"/>
              <a:ext cx="106249" cy="1957"/>
            </a:xfrm>
            <a:prstGeom prst="rect">
              <a:avLst/>
            </a:prstGeom>
            <a:solidFill>
              <a:srgbClr val="E27883"/>
            </a:solidFill>
            <a:ln>
              <a:noFill/>
            </a:ln>
          </p:spPr>
        </p:sp>
        <p:sp>
          <p:nvSpPr>
            <p:cNvPr id="18887" name="Colorbar gradient 311"/>
            <p:cNvSpPr/>
            <p:nvPr/>
          </p:nvSpPr>
          <p:spPr>
            <a:xfrm>
              <a:off x="33552" y="579709"/>
              <a:ext cx="106249" cy="1957"/>
            </a:xfrm>
            <a:prstGeom prst="rect">
              <a:avLst/>
            </a:prstGeom>
            <a:solidFill>
              <a:srgbClr val="E27884"/>
            </a:solidFill>
            <a:ln>
              <a:noFill/>
            </a:ln>
          </p:spPr>
        </p:sp>
        <p:sp>
          <p:nvSpPr>
            <p:cNvPr id="18888" name="Colorbar gradient 312"/>
            <p:cNvSpPr/>
            <p:nvPr/>
          </p:nvSpPr>
          <p:spPr>
            <a:xfrm>
              <a:off x="33552" y="581574"/>
              <a:ext cx="106249" cy="1957"/>
            </a:xfrm>
            <a:prstGeom prst="rect">
              <a:avLst/>
            </a:prstGeom>
            <a:solidFill>
              <a:srgbClr val="E27985"/>
            </a:solidFill>
            <a:ln>
              <a:noFill/>
            </a:ln>
          </p:spPr>
        </p:sp>
        <p:sp>
          <p:nvSpPr>
            <p:cNvPr id="18889" name="Colorbar gradient 313"/>
            <p:cNvSpPr/>
            <p:nvPr/>
          </p:nvSpPr>
          <p:spPr>
            <a:xfrm>
              <a:off x="33552" y="583438"/>
              <a:ext cx="106249" cy="1957"/>
            </a:xfrm>
            <a:prstGeom prst="rect">
              <a:avLst/>
            </a:prstGeom>
            <a:solidFill>
              <a:srgbClr val="E37B85"/>
            </a:solidFill>
            <a:ln>
              <a:noFill/>
            </a:ln>
          </p:spPr>
        </p:sp>
        <p:sp>
          <p:nvSpPr>
            <p:cNvPr id="18890" name="Colorbar gradient 314"/>
            <p:cNvSpPr/>
            <p:nvPr/>
          </p:nvSpPr>
          <p:spPr>
            <a:xfrm>
              <a:off x="33552" y="585302"/>
              <a:ext cx="106249" cy="1957"/>
            </a:xfrm>
            <a:prstGeom prst="rect">
              <a:avLst/>
            </a:prstGeom>
            <a:solidFill>
              <a:srgbClr val="E37C86"/>
            </a:solidFill>
            <a:ln>
              <a:noFill/>
            </a:ln>
          </p:spPr>
        </p:sp>
        <p:sp>
          <p:nvSpPr>
            <p:cNvPr id="18891" name="Colorbar gradient 315"/>
            <p:cNvSpPr/>
            <p:nvPr/>
          </p:nvSpPr>
          <p:spPr>
            <a:xfrm>
              <a:off x="33552" y="587166"/>
              <a:ext cx="106249" cy="1957"/>
            </a:xfrm>
            <a:prstGeom prst="rect">
              <a:avLst/>
            </a:prstGeom>
            <a:solidFill>
              <a:srgbClr val="E37D87"/>
            </a:solidFill>
            <a:ln>
              <a:noFill/>
            </a:ln>
          </p:spPr>
        </p:sp>
        <p:sp>
          <p:nvSpPr>
            <p:cNvPr id="18892" name="Colorbar gradient 316"/>
            <p:cNvSpPr/>
            <p:nvPr/>
          </p:nvSpPr>
          <p:spPr>
            <a:xfrm>
              <a:off x="33552" y="589030"/>
              <a:ext cx="106249" cy="1957"/>
            </a:xfrm>
            <a:prstGeom prst="rect">
              <a:avLst/>
            </a:prstGeom>
            <a:solidFill>
              <a:srgbClr val="E38088"/>
            </a:solidFill>
            <a:ln>
              <a:noFill/>
            </a:ln>
          </p:spPr>
        </p:sp>
        <p:sp>
          <p:nvSpPr>
            <p:cNvPr id="18893" name="Colorbar gradient 317"/>
            <p:cNvSpPr/>
            <p:nvPr/>
          </p:nvSpPr>
          <p:spPr>
            <a:xfrm>
              <a:off x="33552" y="590894"/>
              <a:ext cx="106249" cy="1957"/>
            </a:xfrm>
            <a:prstGeom prst="rect">
              <a:avLst/>
            </a:prstGeom>
            <a:solidFill>
              <a:srgbClr val="E48189"/>
            </a:solidFill>
            <a:ln>
              <a:noFill/>
            </a:ln>
          </p:spPr>
        </p:sp>
        <p:sp>
          <p:nvSpPr>
            <p:cNvPr id="18894" name="Colorbar gradient 318"/>
            <p:cNvSpPr/>
            <p:nvPr/>
          </p:nvSpPr>
          <p:spPr>
            <a:xfrm>
              <a:off x="33552" y="592758"/>
              <a:ext cx="106249" cy="1957"/>
            </a:xfrm>
            <a:prstGeom prst="rect">
              <a:avLst/>
            </a:prstGeom>
            <a:solidFill>
              <a:srgbClr val="E4828A"/>
            </a:solidFill>
            <a:ln>
              <a:noFill/>
            </a:ln>
          </p:spPr>
        </p:sp>
        <p:sp>
          <p:nvSpPr>
            <p:cNvPr id="18895" name="Colorbar gradient 319"/>
            <p:cNvSpPr/>
            <p:nvPr/>
          </p:nvSpPr>
          <p:spPr>
            <a:xfrm>
              <a:off x="33552" y="594622"/>
              <a:ext cx="106249" cy="1957"/>
            </a:xfrm>
            <a:prstGeom prst="rect">
              <a:avLst/>
            </a:prstGeom>
            <a:solidFill>
              <a:srgbClr val="E5838B"/>
            </a:solidFill>
            <a:ln>
              <a:noFill/>
            </a:ln>
          </p:spPr>
        </p:sp>
        <p:sp>
          <p:nvSpPr>
            <p:cNvPr id="18896" name="Colorbar gradient 320"/>
            <p:cNvSpPr/>
            <p:nvPr/>
          </p:nvSpPr>
          <p:spPr>
            <a:xfrm>
              <a:off x="33552" y="596486"/>
              <a:ext cx="106249" cy="1957"/>
            </a:xfrm>
            <a:prstGeom prst="rect">
              <a:avLst/>
            </a:prstGeom>
            <a:solidFill>
              <a:srgbClr val="E4848E"/>
            </a:solidFill>
            <a:ln>
              <a:noFill/>
            </a:ln>
          </p:spPr>
        </p:sp>
        <p:sp>
          <p:nvSpPr>
            <p:cNvPr id="18897" name="Colorbar gradient 321"/>
            <p:cNvSpPr/>
            <p:nvPr/>
          </p:nvSpPr>
          <p:spPr>
            <a:xfrm>
              <a:off x="33552" y="598350"/>
              <a:ext cx="106249" cy="1957"/>
            </a:xfrm>
            <a:prstGeom prst="rect">
              <a:avLst/>
            </a:prstGeom>
            <a:solidFill>
              <a:srgbClr val="E4858D"/>
            </a:solidFill>
            <a:ln>
              <a:noFill/>
            </a:ln>
          </p:spPr>
        </p:sp>
        <p:sp>
          <p:nvSpPr>
            <p:cNvPr id="18898" name="Colorbar gradient 322"/>
            <p:cNvSpPr/>
            <p:nvPr/>
          </p:nvSpPr>
          <p:spPr>
            <a:xfrm>
              <a:off x="33552" y="600214"/>
              <a:ext cx="106249" cy="1957"/>
            </a:xfrm>
            <a:prstGeom prst="rect">
              <a:avLst/>
            </a:prstGeom>
            <a:solidFill>
              <a:srgbClr val="E6868E"/>
            </a:solidFill>
            <a:ln>
              <a:noFill/>
            </a:ln>
          </p:spPr>
        </p:sp>
        <p:sp>
          <p:nvSpPr>
            <p:cNvPr id="18899" name="Colorbar gradient 323"/>
            <p:cNvSpPr/>
            <p:nvPr/>
          </p:nvSpPr>
          <p:spPr>
            <a:xfrm>
              <a:off x="33552" y="602078"/>
              <a:ext cx="106249" cy="1957"/>
            </a:xfrm>
            <a:prstGeom prst="rect">
              <a:avLst/>
            </a:prstGeom>
            <a:solidFill>
              <a:srgbClr val="E6878F"/>
            </a:solidFill>
            <a:ln>
              <a:noFill/>
            </a:ln>
          </p:spPr>
        </p:sp>
        <p:sp>
          <p:nvSpPr>
            <p:cNvPr id="18900" name="Colorbar gradient 324"/>
            <p:cNvSpPr/>
            <p:nvPr/>
          </p:nvSpPr>
          <p:spPr>
            <a:xfrm>
              <a:off x="33552" y="603942"/>
              <a:ext cx="106249" cy="1957"/>
            </a:xfrm>
            <a:prstGeom prst="rect">
              <a:avLst/>
            </a:prstGeom>
            <a:solidFill>
              <a:srgbClr val="E68791"/>
            </a:solidFill>
            <a:ln>
              <a:noFill/>
            </a:ln>
          </p:spPr>
        </p:sp>
        <p:sp>
          <p:nvSpPr>
            <p:cNvPr id="18901" name="Colorbar gradient 325"/>
            <p:cNvSpPr/>
            <p:nvPr/>
          </p:nvSpPr>
          <p:spPr>
            <a:xfrm>
              <a:off x="33552" y="605806"/>
              <a:ext cx="106249" cy="1957"/>
            </a:xfrm>
            <a:prstGeom prst="rect">
              <a:avLst/>
            </a:prstGeom>
            <a:solidFill>
              <a:srgbClr val="E68892"/>
            </a:solidFill>
            <a:ln>
              <a:noFill/>
            </a:ln>
          </p:spPr>
        </p:sp>
        <p:sp>
          <p:nvSpPr>
            <p:cNvPr id="18902" name="Colorbar gradient 326"/>
            <p:cNvSpPr/>
            <p:nvPr/>
          </p:nvSpPr>
          <p:spPr>
            <a:xfrm>
              <a:off x="33552" y="607670"/>
              <a:ext cx="106249" cy="1957"/>
            </a:xfrm>
            <a:prstGeom prst="rect">
              <a:avLst/>
            </a:prstGeom>
            <a:solidFill>
              <a:srgbClr val="E78992"/>
            </a:solidFill>
            <a:ln>
              <a:noFill/>
            </a:ln>
          </p:spPr>
        </p:sp>
        <p:sp>
          <p:nvSpPr>
            <p:cNvPr id="18903" name="Colorbar gradient 327"/>
            <p:cNvSpPr/>
            <p:nvPr/>
          </p:nvSpPr>
          <p:spPr>
            <a:xfrm>
              <a:off x="33552" y="609534"/>
              <a:ext cx="106249" cy="1957"/>
            </a:xfrm>
            <a:prstGeom prst="rect">
              <a:avLst/>
            </a:prstGeom>
            <a:solidFill>
              <a:srgbClr val="E78B94"/>
            </a:solidFill>
            <a:ln>
              <a:noFill/>
            </a:ln>
          </p:spPr>
        </p:sp>
        <p:sp>
          <p:nvSpPr>
            <p:cNvPr id="18904" name="Colorbar gradient 328"/>
            <p:cNvSpPr/>
            <p:nvPr/>
          </p:nvSpPr>
          <p:spPr>
            <a:xfrm>
              <a:off x="33552" y="611398"/>
              <a:ext cx="106249" cy="1957"/>
            </a:xfrm>
            <a:prstGeom prst="rect">
              <a:avLst/>
            </a:prstGeom>
            <a:solidFill>
              <a:srgbClr val="E78D93"/>
            </a:solidFill>
            <a:ln>
              <a:noFill/>
            </a:ln>
          </p:spPr>
        </p:sp>
        <p:sp>
          <p:nvSpPr>
            <p:cNvPr id="18905" name="Colorbar gradient 329"/>
            <p:cNvSpPr/>
            <p:nvPr/>
          </p:nvSpPr>
          <p:spPr>
            <a:xfrm>
              <a:off x="33552" y="613262"/>
              <a:ext cx="106249" cy="1957"/>
            </a:xfrm>
            <a:prstGeom prst="rect">
              <a:avLst/>
            </a:prstGeom>
            <a:solidFill>
              <a:srgbClr val="E78E95"/>
            </a:solidFill>
            <a:ln>
              <a:noFill/>
            </a:ln>
          </p:spPr>
        </p:sp>
        <p:sp>
          <p:nvSpPr>
            <p:cNvPr id="18906" name="Colorbar gradient 330"/>
            <p:cNvSpPr/>
            <p:nvPr/>
          </p:nvSpPr>
          <p:spPr>
            <a:xfrm>
              <a:off x="33552" y="615126"/>
              <a:ext cx="106249" cy="1957"/>
            </a:xfrm>
            <a:prstGeom prst="rect">
              <a:avLst/>
            </a:prstGeom>
            <a:solidFill>
              <a:srgbClr val="E88F96"/>
            </a:solidFill>
            <a:ln>
              <a:noFill/>
            </a:ln>
          </p:spPr>
        </p:sp>
        <p:sp>
          <p:nvSpPr>
            <p:cNvPr id="18907" name="Colorbar gradient 331"/>
            <p:cNvSpPr/>
            <p:nvPr/>
          </p:nvSpPr>
          <p:spPr>
            <a:xfrm>
              <a:off x="33552" y="616990"/>
              <a:ext cx="106249" cy="1957"/>
            </a:xfrm>
            <a:prstGeom prst="rect">
              <a:avLst/>
            </a:prstGeom>
            <a:solidFill>
              <a:srgbClr val="E89097"/>
            </a:solidFill>
            <a:ln>
              <a:noFill/>
            </a:ln>
          </p:spPr>
        </p:sp>
        <p:sp>
          <p:nvSpPr>
            <p:cNvPr id="18908" name="Colorbar gradient 332"/>
            <p:cNvSpPr/>
            <p:nvPr/>
          </p:nvSpPr>
          <p:spPr>
            <a:xfrm>
              <a:off x="33552" y="618854"/>
              <a:ext cx="106249" cy="1957"/>
            </a:xfrm>
            <a:prstGeom prst="rect">
              <a:avLst/>
            </a:prstGeom>
            <a:solidFill>
              <a:srgbClr val="E89199"/>
            </a:solidFill>
            <a:ln>
              <a:noFill/>
            </a:ln>
          </p:spPr>
        </p:sp>
        <p:sp>
          <p:nvSpPr>
            <p:cNvPr id="18909" name="Colorbar gradient 333"/>
            <p:cNvSpPr/>
            <p:nvPr/>
          </p:nvSpPr>
          <p:spPr>
            <a:xfrm>
              <a:off x="33552" y="620718"/>
              <a:ext cx="106249" cy="1957"/>
            </a:xfrm>
            <a:prstGeom prst="rect">
              <a:avLst/>
            </a:prstGeom>
            <a:solidFill>
              <a:srgbClr val="E7929B"/>
            </a:solidFill>
            <a:ln>
              <a:noFill/>
            </a:ln>
          </p:spPr>
        </p:sp>
        <p:sp>
          <p:nvSpPr>
            <p:cNvPr id="18910" name="Colorbar gradient 334"/>
            <p:cNvSpPr/>
            <p:nvPr/>
          </p:nvSpPr>
          <p:spPr>
            <a:xfrm>
              <a:off x="33552" y="622582"/>
              <a:ext cx="106249" cy="1957"/>
            </a:xfrm>
            <a:prstGeom prst="rect">
              <a:avLst/>
            </a:prstGeom>
            <a:solidFill>
              <a:srgbClr val="E9939B"/>
            </a:solidFill>
            <a:ln>
              <a:noFill/>
            </a:ln>
          </p:spPr>
        </p:sp>
        <p:sp>
          <p:nvSpPr>
            <p:cNvPr id="18911" name="Colorbar gradient 335"/>
            <p:cNvSpPr/>
            <p:nvPr/>
          </p:nvSpPr>
          <p:spPr>
            <a:xfrm>
              <a:off x="33552" y="624446"/>
              <a:ext cx="106249" cy="1957"/>
            </a:xfrm>
            <a:prstGeom prst="rect">
              <a:avLst/>
            </a:prstGeom>
            <a:solidFill>
              <a:srgbClr val="EA949C"/>
            </a:solidFill>
            <a:ln>
              <a:noFill/>
            </a:ln>
          </p:spPr>
        </p:sp>
        <p:sp>
          <p:nvSpPr>
            <p:cNvPr id="18912" name="Colorbar gradient 336"/>
            <p:cNvSpPr/>
            <p:nvPr/>
          </p:nvSpPr>
          <p:spPr>
            <a:xfrm>
              <a:off x="33552" y="626310"/>
              <a:ext cx="106249" cy="1957"/>
            </a:xfrm>
            <a:prstGeom prst="rect">
              <a:avLst/>
            </a:prstGeom>
            <a:solidFill>
              <a:srgbClr val="E9959D"/>
            </a:solidFill>
            <a:ln>
              <a:noFill/>
            </a:ln>
          </p:spPr>
        </p:sp>
        <p:sp>
          <p:nvSpPr>
            <p:cNvPr id="18913" name="Colorbar gradient 337"/>
            <p:cNvSpPr/>
            <p:nvPr/>
          </p:nvSpPr>
          <p:spPr>
            <a:xfrm>
              <a:off x="33552" y="628174"/>
              <a:ext cx="106249" cy="1957"/>
            </a:xfrm>
            <a:prstGeom prst="rect">
              <a:avLst/>
            </a:prstGeom>
            <a:solidFill>
              <a:srgbClr val="E9959E"/>
            </a:solidFill>
            <a:ln>
              <a:noFill/>
            </a:ln>
          </p:spPr>
        </p:sp>
        <p:sp>
          <p:nvSpPr>
            <p:cNvPr id="18914" name="Colorbar gradient 338"/>
            <p:cNvSpPr/>
            <p:nvPr/>
          </p:nvSpPr>
          <p:spPr>
            <a:xfrm>
              <a:off x="33552" y="630038"/>
              <a:ext cx="106249" cy="1957"/>
            </a:xfrm>
            <a:prstGeom prst="rect">
              <a:avLst/>
            </a:prstGeom>
            <a:solidFill>
              <a:srgbClr val="E9969F"/>
            </a:solidFill>
            <a:ln>
              <a:noFill/>
            </a:ln>
          </p:spPr>
        </p:sp>
        <p:sp>
          <p:nvSpPr>
            <p:cNvPr id="18915" name="Colorbar gradient 339"/>
            <p:cNvSpPr/>
            <p:nvPr/>
          </p:nvSpPr>
          <p:spPr>
            <a:xfrm>
              <a:off x="33552" y="631902"/>
              <a:ext cx="106249" cy="1957"/>
            </a:xfrm>
            <a:prstGeom prst="rect">
              <a:avLst/>
            </a:prstGeom>
            <a:solidFill>
              <a:srgbClr val="EA99A0"/>
            </a:solidFill>
            <a:ln>
              <a:noFill/>
            </a:ln>
          </p:spPr>
        </p:sp>
        <p:sp>
          <p:nvSpPr>
            <p:cNvPr id="18916" name="Colorbar gradient 340"/>
            <p:cNvSpPr/>
            <p:nvPr/>
          </p:nvSpPr>
          <p:spPr>
            <a:xfrm>
              <a:off x="33552" y="633766"/>
              <a:ext cx="106249" cy="1957"/>
            </a:xfrm>
            <a:prstGeom prst="rect">
              <a:avLst/>
            </a:prstGeom>
            <a:solidFill>
              <a:srgbClr val="EA9AA1"/>
            </a:solidFill>
            <a:ln>
              <a:noFill/>
            </a:ln>
          </p:spPr>
        </p:sp>
        <p:sp>
          <p:nvSpPr>
            <p:cNvPr id="18917" name="Colorbar gradient 341"/>
            <p:cNvSpPr/>
            <p:nvPr/>
          </p:nvSpPr>
          <p:spPr>
            <a:xfrm>
              <a:off x="33552" y="635630"/>
              <a:ext cx="106249" cy="1957"/>
            </a:xfrm>
            <a:prstGeom prst="rect">
              <a:avLst/>
            </a:prstGeom>
            <a:solidFill>
              <a:srgbClr val="EA9CA1"/>
            </a:solidFill>
            <a:ln>
              <a:noFill/>
            </a:ln>
          </p:spPr>
        </p:sp>
        <p:sp>
          <p:nvSpPr>
            <p:cNvPr id="18918" name="Colorbar gradient 342"/>
            <p:cNvSpPr/>
            <p:nvPr/>
          </p:nvSpPr>
          <p:spPr>
            <a:xfrm>
              <a:off x="33552" y="637494"/>
              <a:ext cx="106249" cy="1957"/>
            </a:xfrm>
            <a:prstGeom prst="rect">
              <a:avLst/>
            </a:prstGeom>
            <a:solidFill>
              <a:srgbClr val="EA9CA2"/>
            </a:solidFill>
            <a:ln>
              <a:noFill/>
            </a:ln>
          </p:spPr>
        </p:sp>
        <p:sp>
          <p:nvSpPr>
            <p:cNvPr id="18919" name="Colorbar gradient 343"/>
            <p:cNvSpPr/>
            <p:nvPr/>
          </p:nvSpPr>
          <p:spPr>
            <a:xfrm>
              <a:off x="33552" y="639358"/>
              <a:ext cx="106249" cy="1957"/>
            </a:xfrm>
            <a:prstGeom prst="rect">
              <a:avLst/>
            </a:prstGeom>
            <a:solidFill>
              <a:srgbClr val="EA9DA3"/>
            </a:solidFill>
            <a:ln>
              <a:noFill/>
            </a:ln>
          </p:spPr>
        </p:sp>
        <p:sp>
          <p:nvSpPr>
            <p:cNvPr id="18920" name="Colorbar gradient 344"/>
            <p:cNvSpPr/>
            <p:nvPr/>
          </p:nvSpPr>
          <p:spPr>
            <a:xfrm>
              <a:off x="33552" y="641222"/>
              <a:ext cx="106249" cy="1957"/>
            </a:xfrm>
            <a:prstGeom prst="rect">
              <a:avLst/>
            </a:prstGeom>
            <a:solidFill>
              <a:srgbClr val="EB9EA4"/>
            </a:solidFill>
            <a:ln>
              <a:noFill/>
            </a:ln>
          </p:spPr>
        </p:sp>
        <p:sp>
          <p:nvSpPr>
            <p:cNvPr id="18921" name="Colorbar gradient 345"/>
            <p:cNvSpPr/>
            <p:nvPr/>
          </p:nvSpPr>
          <p:spPr>
            <a:xfrm>
              <a:off x="33552" y="643086"/>
              <a:ext cx="106249" cy="1957"/>
            </a:xfrm>
            <a:prstGeom prst="rect">
              <a:avLst/>
            </a:prstGeom>
            <a:solidFill>
              <a:srgbClr val="EB9FA7"/>
            </a:solidFill>
            <a:ln>
              <a:noFill/>
            </a:ln>
          </p:spPr>
        </p:sp>
        <p:sp>
          <p:nvSpPr>
            <p:cNvPr id="18922" name="Colorbar gradient 346"/>
            <p:cNvSpPr/>
            <p:nvPr/>
          </p:nvSpPr>
          <p:spPr>
            <a:xfrm>
              <a:off x="33552" y="644950"/>
              <a:ext cx="106249" cy="1957"/>
            </a:xfrm>
            <a:prstGeom prst="rect">
              <a:avLst/>
            </a:prstGeom>
            <a:solidFill>
              <a:srgbClr val="ECA0A8"/>
            </a:solidFill>
            <a:ln>
              <a:noFill/>
            </a:ln>
          </p:spPr>
        </p:sp>
        <p:sp>
          <p:nvSpPr>
            <p:cNvPr id="18923" name="Colorbar gradient 347"/>
            <p:cNvSpPr/>
            <p:nvPr/>
          </p:nvSpPr>
          <p:spPr>
            <a:xfrm>
              <a:off x="33552" y="646814"/>
              <a:ext cx="106249" cy="1957"/>
            </a:xfrm>
            <a:prstGeom prst="rect">
              <a:avLst/>
            </a:prstGeom>
            <a:solidFill>
              <a:srgbClr val="EBA1A8"/>
            </a:solidFill>
            <a:ln>
              <a:noFill/>
            </a:ln>
          </p:spPr>
        </p:sp>
        <p:sp>
          <p:nvSpPr>
            <p:cNvPr id="18924" name="Colorbar gradient 348"/>
            <p:cNvSpPr/>
            <p:nvPr/>
          </p:nvSpPr>
          <p:spPr>
            <a:xfrm>
              <a:off x="33552" y="648678"/>
              <a:ext cx="106249" cy="1957"/>
            </a:xfrm>
            <a:prstGeom prst="rect">
              <a:avLst/>
            </a:prstGeom>
            <a:solidFill>
              <a:srgbClr val="EBA2A9"/>
            </a:solidFill>
            <a:ln>
              <a:noFill/>
            </a:ln>
          </p:spPr>
        </p:sp>
        <p:sp>
          <p:nvSpPr>
            <p:cNvPr id="18925" name="Colorbar gradient 349"/>
            <p:cNvSpPr/>
            <p:nvPr/>
          </p:nvSpPr>
          <p:spPr>
            <a:xfrm>
              <a:off x="33552" y="650542"/>
              <a:ext cx="106249" cy="1957"/>
            </a:xfrm>
            <a:prstGeom prst="rect">
              <a:avLst/>
            </a:prstGeom>
            <a:solidFill>
              <a:srgbClr val="EBA3AA"/>
            </a:solidFill>
            <a:ln>
              <a:noFill/>
            </a:ln>
          </p:spPr>
        </p:sp>
        <p:sp>
          <p:nvSpPr>
            <p:cNvPr id="18926" name="Colorbar gradient 350"/>
            <p:cNvSpPr/>
            <p:nvPr/>
          </p:nvSpPr>
          <p:spPr>
            <a:xfrm>
              <a:off x="33552" y="652406"/>
              <a:ext cx="106249" cy="1957"/>
            </a:xfrm>
            <a:prstGeom prst="rect">
              <a:avLst/>
            </a:prstGeom>
            <a:solidFill>
              <a:srgbClr val="EBA4AC"/>
            </a:solidFill>
            <a:ln>
              <a:noFill/>
            </a:ln>
          </p:spPr>
        </p:sp>
        <p:sp>
          <p:nvSpPr>
            <p:cNvPr id="18927" name="Colorbar gradient 351"/>
            <p:cNvSpPr/>
            <p:nvPr/>
          </p:nvSpPr>
          <p:spPr>
            <a:xfrm>
              <a:off x="33552" y="654270"/>
              <a:ext cx="106249" cy="1957"/>
            </a:xfrm>
            <a:prstGeom prst="rect">
              <a:avLst/>
            </a:prstGeom>
            <a:solidFill>
              <a:srgbClr val="EBA6AC"/>
            </a:solidFill>
            <a:ln>
              <a:noFill/>
            </a:ln>
          </p:spPr>
        </p:sp>
        <p:sp>
          <p:nvSpPr>
            <p:cNvPr id="18928" name="Colorbar gradient 352"/>
            <p:cNvSpPr/>
            <p:nvPr/>
          </p:nvSpPr>
          <p:spPr>
            <a:xfrm>
              <a:off x="33552" y="656134"/>
              <a:ext cx="106249" cy="1957"/>
            </a:xfrm>
            <a:prstGeom prst="rect">
              <a:avLst/>
            </a:prstGeom>
            <a:solidFill>
              <a:srgbClr val="ECA7AD"/>
            </a:solidFill>
            <a:ln>
              <a:noFill/>
            </a:ln>
          </p:spPr>
        </p:sp>
        <p:sp>
          <p:nvSpPr>
            <p:cNvPr id="18929" name="Colorbar gradient 353"/>
            <p:cNvSpPr/>
            <p:nvPr/>
          </p:nvSpPr>
          <p:spPr>
            <a:xfrm>
              <a:off x="33552" y="657998"/>
              <a:ext cx="106249" cy="1957"/>
            </a:xfrm>
            <a:prstGeom prst="rect">
              <a:avLst/>
            </a:prstGeom>
            <a:solidFill>
              <a:srgbClr val="ECA8AE"/>
            </a:solidFill>
            <a:ln>
              <a:noFill/>
            </a:ln>
          </p:spPr>
        </p:sp>
        <p:sp>
          <p:nvSpPr>
            <p:cNvPr id="18930" name="Colorbar gradient 354"/>
            <p:cNvSpPr/>
            <p:nvPr/>
          </p:nvSpPr>
          <p:spPr>
            <a:xfrm>
              <a:off x="33552" y="659862"/>
              <a:ext cx="106249" cy="1957"/>
            </a:xfrm>
            <a:prstGeom prst="rect">
              <a:avLst/>
            </a:prstGeom>
            <a:solidFill>
              <a:srgbClr val="EBA9AE"/>
            </a:solidFill>
            <a:ln>
              <a:noFill/>
            </a:ln>
          </p:spPr>
        </p:sp>
        <p:sp>
          <p:nvSpPr>
            <p:cNvPr id="18931" name="Colorbar gradient 355"/>
            <p:cNvSpPr/>
            <p:nvPr/>
          </p:nvSpPr>
          <p:spPr>
            <a:xfrm>
              <a:off x="33552" y="661726"/>
              <a:ext cx="106249" cy="1957"/>
            </a:xfrm>
            <a:prstGeom prst="rect">
              <a:avLst/>
            </a:prstGeom>
            <a:solidFill>
              <a:srgbClr val="ECAAAF"/>
            </a:solidFill>
            <a:ln>
              <a:noFill/>
            </a:ln>
          </p:spPr>
        </p:sp>
        <p:sp>
          <p:nvSpPr>
            <p:cNvPr id="18932" name="Colorbar gradient 356"/>
            <p:cNvSpPr/>
            <p:nvPr/>
          </p:nvSpPr>
          <p:spPr>
            <a:xfrm>
              <a:off x="33552" y="663590"/>
              <a:ext cx="106249" cy="1957"/>
            </a:xfrm>
            <a:prstGeom prst="rect">
              <a:avLst/>
            </a:prstGeom>
            <a:solidFill>
              <a:srgbClr val="ECACB1"/>
            </a:solidFill>
            <a:ln>
              <a:noFill/>
            </a:ln>
          </p:spPr>
        </p:sp>
        <p:sp>
          <p:nvSpPr>
            <p:cNvPr id="18933" name="Colorbar gradient 357"/>
            <p:cNvSpPr/>
            <p:nvPr/>
          </p:nvSpPr>
          <p:spPr>
            <a:xfrm>
              <a:off x="33552" y="665454"/>
              <a:ext cx="106249" cy="1957"/>
            </a:xfrm>
            <a:prstGeom prst="rect">
              <a:avLst/>
            </a:prstGeom>
            <a:solidFill>
              <a:srgbClr val="EDACB3"/>
            </a:solidFill>
            <a:ln>
              <a:noFill/>
            </a:ln>
          </p:spPr>
        </p:sp>
        <p:sp>
          <p:nvSpPr>
            <p:cNvPr id="18934" name="Colorbar gradient 358"/>
            <p:cNvSpPr/>
            <p:nvPr/>
          </p:nvSpPr>
          <p:spPr>
            <a:xfrm>
              <a:off x="33552" y="667318"/>
              <a:ext cx="106249" cy="1957"/>
            </a:xfrm>
            <a:prstGeom prst="rect">
              <a:avLst/>
            </a:prstGeom>
            <a:solidFill>
              <a:srgbClr val="EDADB4"/>
            </a:solidFill>
            <a:ln>
              <a:noFill/>
            </a:ln>
          </p:spPr>
        </p:sp>
        <p:sp>
          <p:nvSpPr>
            <p:cNvPr id="18935" name="Colorbar gradient 359"/>
            <p:cNvSpPr/>
            <p:nvPr/>
          </p:nvSpPr>
          <p:spPr>
            <a:xfrm>
              <a:off x="33552" y="669182"/>
              <a:ext cx="106249" cy="1957"/>
            </a:xfrm>
            <a:prstGeom prst="rect">
              <a:avLst/>
            </a:prstGeom>
            <a:solidFill>
              <a:srgbClr val="EDAEB5"/>
            </a:solidFill>
            <a:ln>
              <a:noFill/>
            </a:ln>
          </p:spPr>
        </p:sp>
        <p:sp>
          <p:nvSpPr>
            <p:cNvPr id="18936" name="Colorbar gradient 360"/>
            <p:cNvSpPr/>
            <p:nvPr/>
          </p:nvSpPr>
          <p:spPr>
            <a:xfrm>
              <a:off x="33552" y="671046"/>
              <a:ext cx="106249" cy="1957"/>
            </a:xfrm>
            <a:prstGeom prst="rect">
              <a:avLst/>
            </a:prstGeom>
            <a:solidFill>
              <a:srgbClr val="EDAFB5"/>
            </a:solidFill>
            <a:ln>
              <a:noFill/>
            </a:ln>
          </p:spPr>
        </p:sp>
        <p:sp>
          <p:nvSpPr>
            <p:cNvPr id="18937" name="Colorbar gradient 361"/>
            <p:cNvSpPr/>
            <p:nvPr/>
          </p:nvSpPr>
          <p:spPr>
            <a:xfrm>
              <a:off x="33552" y="672910"/>
              <a:ext cx="106249" cy="1957"/>
            </a:xfrm>
            <a:prstGeom prst="rect">
              <a:avLst/>
            </a:prstGeom>
            <a:solidFill>
              <a:srgbClr val="EDB0B6"/>
            </a:solidFill>
            <a:ln>
              <a:noFill/>
            </a:ln>
          </p:spPr>
        </p:sp>
        <p:sp>
          <p:nvSpPr>
            <p:cNvPr id="18938" name="Colorbar gradient 362"/>
            <p:cNvSpPr/>
            <p:nvPr/>
          </p:nvSpPr>
          <p:spPr>
            <a:xfrm>
              <a:off x="33552" y="674774"/>
              <a:ext cx="106249" cy="1957"/>
            </a:xfrm>
            <a:prstGeom prst="rect">
              <a:avLst/>
            </a:prstGeom>
            <a:solidFill>
              <a:srgbClr val="EEB1B8"/>
            </a:solidFill>
            <a:ln>
              <a:noFill/>
            </a:ln>
          </p:spPr>
        </p:sp>
        <p:sp>
          <p:nvSpPr>
            <p:cNvPr id="18939" name="Colorbar gradient 363"/>
            <p:cNvSpPr/>
            <p:nvPr/>
          </p:nvSpPr>
          <p:spPr>
            <a:xfrm>
              <a:off x="33552" y="676638"/>
              <a:ext cx="106249" cy="195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</p:sp>
        <p:sp>
          <p:nvSpPr>
            <p:cNvPr id="18940" name="Colorbar gradient 364"/>
            <p:cNvSpPr/>
            <p:nvPr/>
          </p:nvSpPr>
          <p:spPr>
            <a:xfrm>
              <a:off x="33552" y="678502"/>
              <a:ext cx="106249" cy="1957"/>
            </a:xfrm>
            <a:prstGeom prst="rect">
              <a:avLst/>
            </a:prstGeom>
            <a:solidFill>
              <a:srgbClr val="EFB4B9"/>
            </a:solidFill>
            <a:ln>
              <a:noFill/>
            </a:ln>
          </p:spPr>
        </p:sp>
        <p:sp>
          <p:nvSpPr>
            <p:cNvPr id="18941" name="Colorbar gradient 365"/>
            <p:cNvSpPr/>
            <p:nvPr/>
          </p:nvSpPr>
          <p:spPr>
            <a:xfrm>
              <a:off x="33552" y="680366"/>
              <a:ext cx="106249" cy="1957"/>
            </a:xfrm>
            <a:prstGeom prst="rect">
              <a:avLst/>
            </a:prstGeom>
            <a:solidFill>
              <a:srgbClr val="EFB5BA"/>
            </a:solidFill>
            <a:ln>
              <a:noFill/>
            </a:ln>
          </p:spPr>
        </p:sp>
        <p:sp>
          <p:nvSpPr>
            <p:cNvPr id="18942" name="Colorbar gradient 366"/>
            <p:cNvSpPr/>
            <p:nvPr/>
          </p:nvSpPr>
          <p:spPr>
            <a:xfrm>
              <a:off x="33552" y="682230"/>
              <a:ext cx="106249" cy="1957"/>
            </a:xfrm>
            <a:prstGeom prst="rect">
              <a:avLst/>
            </a:prstGeom>
            <a:solidFill>
              <a:srgbClr val="EFB6BA"/>
            </a:solidFill>
            <a:ln>
              <a:noFill/>
            </a:ln>
          </p:spPr>
        </p:sp>
        <p:sp>
          <p:nvSpPr>
            <p:cNvPr id="18943" name="Colorbar gradient 367"/>
            <p:cNvSpPr/>
            <p:nvPr/>
          </p:nvSpPr>
          <p:spPr>
            <a:xfrm>
              <a:off x="33552" y="684094"/>
              <a:ext cx="106249" cy="1957"/>
            </a:xfrm>
            <a:prstGeom prst="rect">
              <a:avLst/>
            </a:prstGeom>
            <a:solidFill>
              <a:srgbClr val="EFB7BB"/>
            </a:solidFill>
            <a:ln>
              <a:noFill/>
            </a:ln>
          </p:spPr>
        </p:sp>
        <p:sp>
          <p:nvSpPr>
            <p:cNvPr id="18944" name="Colorbar gradient 368"/>
            <p:cNvSpPr/>
            <p:nvPr/>
          </p:nvSpPr>
          <p:spPr>
            <a:xfrm>
              <a:off x="33552" y="685958"/>
              <a:ext cx="106249" cy="1957"/>
            </a:xfrm>
            <a:prstGeom prst="rect">
              <a:avLst/>
            </a:prstGeom>
            <a:solidFill>
              <a:srgbClr val="EFB8BD"/>
            </a:solidFill>
            <a:ln>
              <a:noFill/>
            </a:ln>
          </p:spPr>
        </p:sp>
        <p:sp>
          <p:nvSpPr>
            <p:cNvPr id="18945" name="Colorbar gradient 369"/>
            <p:cNvSpPr/>
            <p:nvPr/>
          </p:nvSpPr>
          <p:spPr>
            <a:xfrm>
              <a:off x="33552" y="687823"/>
              <a:ext cx="106249" cy="1957"/>
            </a:xfrm>
            <a:prstGeom prst="rect">
              <a:avLst/>
            </a:prstGeom>
            <a:solidFill>
              <a:srgbClr val="EFB9BE"/>
            </a:solidFill>
            <a:ln>
              <a:noFill/>
            </a:ln>
          </p:spPr>
        </p:sp>
        <p:sp>
          <p:nvSpPr>
            <p:cNvPr id="18946" name="Colorbar gradient 370"/>
            <p:cNvSpPr/>
            <p:nvPr/>
          </p:nvSpPr>
          <p:spPr>
            <a:xfrm>
              <a:off x="33552" y="689687"/>
              <a:ext cx="106249" cy="1957"/>
            </a:xfrm>
            <a:prstGeom prst="rect">
              <a:avLst/>
            </a:prstGeom>
            <a:solidFill>
              <a:srgbClr val="F0BAC0"/>
            </a:solidFill>
            <a:ln>
              <a:noFill/>
            </a:ln>
          </p:spPr>
        </p:sp>
        <p:sp>
          <p:nvSpPr>
            <p:cNvPr id="18947" name="Colorbar gradient 371"/>
            <p:cNvSpPr/>
            <p:nvPr/>
          </p:nvSpPr>
          <p:spPr>
            <a:xfrm>
              <a:off x="33552" y="691551"/>
              <a:ext cx="106249" cy="1957"/>
            </a:xfrm>
            <a:prstGeom prst="rect">
              <a:avLst/>
            </a:prstGeom>
            <a:solidFill>
              <a:srgbClr val="F0BBC2"/>
            </a:solidFill>
            <a:ln>
              <a:noFill/>
            </a:ln>
          </p:spPr>
        </p:sp>
        <p:sp>
          <p:nvSpPr>
            <p:cNvPr id="18948" name="Colorbar gradient 372"/>
            <p:cNvSpPr/>
            <p:nvPr/>
          </p:nvSpPr>
          <p:spPr>
            <a:xfrm>
              <a:off x="33552" y="693415"/>
              <a:ext cx="106249" cy="1957"/>
            </a:xfrm>
            <a:prstGeom prst="rect">
              <a:avLst/>
            </a:prstGeom>
            <a:solidFill>
              <a:srgbClr val="F0BCC3"/>
            </a:solidFill>
            <a:ln>
              <a:noFill/>
            </a:ln>
          </p:spPr>
        </p:sp>
        <p:sp>
          <p:nvSpPr>
            <p:cNvPr id="18949" name="Colorbar gradient 373"/>
            <p:cNvSpPr/>
            <p:nvPr/>
          </p:nvSpPr>
          <p:spPr>
            <a:xfrm>
              <a:off x="33552" y="695279"/>
              <a:ext cx="106249" cy="1957"/>
            </a:xfrm>
            <a:prstGeom prst="rect">
              <a:avLst/>
            </a:prstGeom>
            <a:solidFill>
              <a:srgbClr val="F1BEC3"/>
            </a:solidFill>
            <a:ln>
              <a:noFill/>
            </a:ln>
          </p:spPr>
        </p:sp>
        <p:sp>
          <p:nvSpPr>
            <p:cNvPr id="18950" name="Colorbar gradient 374"/>
            <p:cNvSpPr/>
            <p:nvPr/>
          </p:nvSpPr>
          <p:spPr>
            <a:xfrm>
              <a:off x="33552" y="697143"/>
              <a:ext cx="106249" cy="1957"/>
            </a:xfrm>
            <a:prstGeom prst="rect">
              <a:avLst/>
            </a:prstGeom>
            <a:solidFill>
              <a:srgbClr val="F1C0C4"/>
            </a:solidFill>
            <a:ln>
              <a:noFill/>
            </a:ln>
          </p:spPr>
        </p:sp>
        <p:sp>
          <p:nvSpPr>
            <p:cNvPr id="18951" name="Colorbar gradient 375"/>
            <p:cNvSpPr/>
            <p:nvPr/>
          </p:nvSpPr>
          <p:spPr>
            <a:xfrm>
              <a:off x="33552" y="699007"/>
              <a:ext cx="106249" cy="1957"/>
            </a:xfrm>
            <a:prstGeom prst="rect">
              <a:avLst/>
            </a:prstGeom>
            <a:solidFill>
              <a:srgbClr val="F1C0C6"/>
            </a:solidFill>
            <a:ln>
              <a:noFill/>
            </a:ln>
          </p:spPr>
        </p:sp>
        <p:sp>
          <p:nvSpPr>
            <p:cNvPr id="18952" name="Colorbar gradient 376"/>
            <p:cNvSpPr/>
            <p:nvPr/>
          </p:nvSpPr>
          <p:spPr>
            <a:xfrm>
              <a:off x="33552" y="700871"/>
              <a:ext cx="106249" cy="1957"/>
            </a:xfrm>
            <a:prstGeom prst="rect">
              <a:avLst/>
            </a:prstGeom>
            <a:solidFill>
              <a:srgbClr val="F1C1C5"/>
            </a:solidFill>
            <a:ln>
              <a:noFill/>
            </a:ln>
          </p:spPr>
        </p:sp>
        <p:sp>
          <p:nvSpPr>
            <p:cNvPr id="18953" name="Colorbar gradient 377"/>
            <p:cNvSpPr/>
            <p:nvPr/>
          </p:nvSpPr>
          <p:spPr>
            <a:xfrm>
              <a:off x="33552" y="702735"/>
              <a:ext cx="106249" cy="1957"/>
            </a:xfrm>
            <a:prstGeom prst="rect">
              <a:avLst/>
            </a:prstGeom>
            <a:solidFill>
              <a:srgbClr val="F1C2C6"/>
            </a:solidFill>
            <a:ln>
              <a:noFill/>
            </a:ln>
          </p:spPr>
        </p:sp>
        <p:sp>
          <p:nvSpPr>
            <p:cNvPr id="18954" name="Colorbar gradient 378"/>
            <p:cNvSpPr/>
            <p:nvPr/>
          </p:nvSpPr>
          <p:spPr>
            <a:xfrm>
              <a:off x="33552" y="704599"/>
              <a:ext cx="106249" cy="1957"/>
            </a:xfrm>
            <a:prstGeom prst="rect">
              <a:avLst/>
            </a:prstGeom>
            <a:solidFill>
              <a:srgbClr val="F1C3C8"/>
            </a:solidFill>
            <a:ln>
              <a:noFill/>
            </a:ln>
          </p:spPr>
        </p:sp>
        <p:sp>
          <p:nvSpPr>
            <p:cNvPr id="18955" name="Colorbar gradient 379"/>
            <p:cNvSpPr/>
            <p:nvPr/>
          </p:nvSpPr>
          <p:spPr>
            <a:xfrm>
              <a:off x="33552" y="706463"/>
              <a:ext cx="106249" cy="1957"/>
            </a:xfrm>
            <a:prstGeom prst="rect">
              <a:avLst/>
            </a:prstGeom>
            <a:solidFill>
              <a:srgbClr val="F3C5C8"/>
            </a:solidFill>
            <a:ln>
              <a:noFill/>
            </a:ln>
          </p:spPr>
        </p:sp>
        <p:sp>
          <p:nvSpPr>
            <p:cNvPr id="18956" name="Colorbar gradient 380"/>
            <p:cNvSpPr/>
            <p:nvPr/>
          </p:nvSpPr>
          <p:spPr>
            <a:xfrm>
              <a:off x="33552" y="708327"/>
              <a:ext cx="106249" cy="1957"/>
            </a:xfrm>
            <a:prstGeom prst="rect">
              <a:avLst/>
            </a:prstGeom>
            <a:solidFill>
              <a:srgbClr val="F3C5CA"/>
            </a:solidFill>
            <a:ln>
              <a:noFill/>
            </a:ln>
          </p:spPr>
        </p:sp>
        <p:sp>
          <p:nvSpPr>
            <p:cNvPr id="18957" name="Colorbar gradient 381"/>
            <p:cNvSpPr/>
            <p:nvPr/>
          </p:nvSpPr>
          <p:spPr>
            <a:xfrm>
              <a:off x="33552" y="710191"/>
              <a:ext cx="106249" cy="1957"/>
            </a:xfrm>
            <a:prstGeom prst="rect">
              <a:avLst/>
            </a:prstGeom>
            <a:solidFill>
              <a:srgbClr val="F3C6CB"/>
            </a:solidFill>
            <a:ln>
              <a:noFill/>
            </a:ln>
          </p:spPr>
        </p:sp>
        <p:sp>
          <p:nvSpPr>
            <p:cNvPr id="18958" name="Colorbar gradient 382"/>
            <p:cNvSpPr/>
            <p:nvPr/>
          </p:nvSpPr>
          <p:spPr>
            <a:xfrm>
              <a:off x="33552" y="712055"/>
              <a:ext cx="106249" cy="1957"/>
            </a:xfrm>
            <a:prstGeom prst="rect">
              <a:avLst/>
            </a:prstGeom>
            <a:solidFill>
              <a:srgbClr val="F3C7CC"/>
            </a:solidFill>
            <a:ln>
              <a:noFill/>
            </a:ln>
          </p:spPr>
        </p:sp>
        <p:sp>
          <p:nvSpPr>
            <p:cNvPr id="18959" name="Colorbar gradient 383"/>
            <p:cNvSpPr/>
            <p:nvPr/>
          </p:nvSpPr>
          <p:spPr>
            <a:xfrm>
              <a:off x="33552" y="713919"/>
              <a:ext cx="106249" cy="1957"/>
            </a:xfrm>
            <a:prstGeom prst="rect">
              <a:avLst/>
            </a:prstGeom>
            <a:solidFill>
              <a:srgbClr val="F2C8CD"/>
            </a:solidFill>
            <a:ln>
              <a:noFill/>
            </a:ln>
          </p:spPr>
        </p:sp>
        <p:sp>
          <p:nvSpPr>
            <p:cNvPr id="18960" name="Colorbar gradient 384"/>
            <p:cNvSpPr/>
            <p:nvPr/>
          </p:nvSpPr>
          <p:spPr>
            <a:xfrm>
              <a:off x="33552" y="715783"/>
              <a:ext cx="106249" cy="1957"/>
            </a:xfrm>
            <a:prstGeom prst="rect">
              <a:avLst/>
            </a:prstGeom>
            <a:solidFill>
              <a:srgbClr val="F3C9CE"/>
            </a:solidFill>
            <a:ln>
              <a:noFill/>
            </a:ln>
          </p:spPr>
        </p:sp>
        <p:sp>
          <p:nvSpPr>
            <p:cNvPr id="18961" name="Colorbar gradient 385"/>
            <p:cNvSpPr/>
            <p:nvPr/>
          </p:nvSpPr>
          <p:spPr>
            <a:xfrm>
              <a:off x="33552" y="717647"/>
              <a:ext cx="106249" cy="1957"/>
            </a:xfrm>
            <a:prstGeom prst="rect">
              <a:avLst/>
            </a:prstGeom>
            <a:solidFill>
              <a:srgbClr val="F4CDD0"/>
            </a:solidFill>
            <a:ln>
              <a:noFill/>
            </a:ln>
          </p:spPr>
        </p:sp>
        <p:sp>
          <p:nvSpPr>
            <p:cNvPr id="18962" name="Colorbar gradient 386"/>
            <p:cNvSpPr/>
            <p:nvPr/>
          </p:nvSpPr>
          <p:spPr>
            <a:xfrm>
              <a:off x="33552" y="719511"/>
              <a:ext cx="106249" cy="1957"/>
            </a:xfrm>
            <a:prstGeom prst="rect">
              <a:avLst/>
            </a:prstGeom>
            <a:solidFill>
              <a:srgbClr val="F4CCD1"/>
            </a:solidFill>
            <a:ln>
              <a:noFill/>
            </a:ln>
          </p:spPr>
        </p:sp>
        <p:sp>
          <p:nvSpPr>
            <p:cNvPr id="18963" name="Colorbar gradient 387"/>
            <p:cNvSpPr/>
            <p:nvPr/>
          </p:nvSpPr>
          <p:spPr>
            <a:xfrm>
              <a:off x="33552" y="721375"/>
              <a:ext cx="106249" cy="1957"/>
            </a:xfrm>
            <a:prstGeom prst="rect">
              <a:avLst/>
            </a:prstGeom>
            <a:solidFill>
              <a:srgbClr val="F4CED1"/>
            </a:solidFill>
            <a:ln>
              <a:noFill/>
            </a:ln>
          </p:spPr>
        </p:sp>
        <p:sp>
          <p:nvSpPr>
            <p:cNvPr id="18964" name="Colorbar gradient 388"/>
            <p:cNvSpPr/>
            <p:nvPr/>
          </p:nvSpPr>
          <p:spPr>
            <a:xfrm>
              <a:off x="33552" y="723239"/>
              <a:ext cx="106249" cy="1957"/>
            </a:xfrm>
            <a:prstGeom prst="rect">
              <a:avLst/>
            </a:prstGeom>
            <a:solidFill>
              <a:srgbClr val="F5CED2"/>
            </a:solidFill>
            <a:ln>
              <a:noFill/>
            </a:ln>
          </p:spPr>
        </p:sp>
        <p:sp>
          <p:nvSpPr>
            <p:cNvPr id="18965" name="Colorbar gradient 389"/>
            <p:cNvSpPr/>
            <p:nvPr/>
          </p:nvSpPr>
          <p:spPr>
            <a:xfrm>
              <a:off x="33552" y="725103"/>
              <a:ext cx="106249" cy="1957"/>
            </a:xfrm>
            <a:prstGeom prst="rect">
              <a:avLst/>
            </a:prstGeom>
            <a:solidFill>
              <a:srgbClr val="F5CFD2"/>
            </a:solidFill>
            <a:ln>
              <a:noFill/>
            </a:ln>
          </p:spPr>
        </p:sp>
        <p:sp>
          <p:nvSpPr>
            <p:cNvPr id="18966" name="Colorbar gradient 390"/>
            <p:cNvSpPr/>
            <p:nvPr/>
          </p:nvSpPr>
          <p:spPr>
            <a:xfrm>
              <a:off x="33552" y="726967"/>
              <a:ext cx="106249" cy="1957"/>
            </a:xfrm>
            <a:prstGeom prst="rect">
              <a:avLst/>
            </a:prstGeom>
            <a:solidFill>
              <a:srgbClr val="F5D1D4"/>
            </a:solidFill>
            <a:ln>
              <a:noFill/>
            </a:ln>
          </p:spPr>
        </p:sp>
        <p:sp>
          <p:nvSpPr>
            <p:cNvPr id="18967" name="Colorbar gradient 391"/>
            <p:cNvSpPr/>
            <p:nvPr/>
          </p:nvSpPr>
          <p:spPr>
            <a:xfrm>
              <a:off x="33552" y="728831"/>
              <a:ext cx="106249" cy="1957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18968" name="Colorbar gradient 392"/>
            <p:cNvSpPr/>
            <p:nvPr/>
          </p:nvSpPr>
          <p:spPr>
            <a:xfrm>
              <a:off x="33552" y="730695"/>
              <a:ext cx="106249" cy="1957"/>
            </a:xfrm>
            <a:prstGeom prst="rect">
              <a:avLst/>
            </a:prstGeom>
            <a:solidFill>
              <a:srgbClr val="F6D2D5"/>
            </a:solidFill>
            <a:ln>
              <a:noFill/>
            </a:ln>
          </p:spPr>
        </p:sp>
        <p:sp>
          <p:nvSpPr>
            <p:cNvPr id="18969" name="Colorbar gradient 393"/>
            <p:cNvSpPr/>
            <p:nvPr/>
          </p:nvSpPr>
          <p:spPr>
            <a:xfrm>
              <a:off x="33552" y="732559"/>
              <a:ext cx="106249" cy="1957"/>
            </a:xfrm>
            <a:prstGeom prst="rect">
              <a:avLst/>
            </a:prstGeom>
            <a:solidFill>
              <a:srgbClr val="F7D3D6"/>
            </a:solidFill>
            <a:ln>
              <a:noFill/>
            </a:ln>
          </p:spPr>
        </p:sp>
        <p:sp>
          <p:nvSpPr>
            <p:cNvPr id="18970" name="Colorbar gradient 394"/>
            <p:cNvSpPr/>
            <p:nvPr/>
          </p:nvSpPr>
          <p:spPr>
            <a:xfrm>
              <a:off x="33552" y="734423"/>
              <a:ext cx="106249" cy="1957"/>
            </a:xfrm>
            <a:prstGeom prst="rect">
              <a:avLst/>
            </a:prstGeom>
            <a:solidFill>
              <a:srgbClr val="F6D4D7"/>
            </a:solidFill>
            <a:ln>
              <a:noFill/>
            </a:ln>
          </p:spPr>
        </p:sp>
        <p:sp>
          <p:nvSpPr>
            <p:cNvPr id="18971" name="Colorbar gradient 395"/>
            <p:cNvSpPr/>
            <p:nvPr/>
          </p:nvSpPr>
          <p:spPr>
            <a:xfrm>
              <a:off x="33552" y="736287"/>
              <a:ext cx="106249" cy="1957"/>
            </a:xfrm>
            <a:prstGeom prst="rect">
              <a:avLst/>
            </a:prstGeom>
            <a:solidFill>
              <a:srgbClr val="F6D5D9"/>
            </a:solidFill>
            <a:ln>
              <a:noFill/>
            </a:ln>
          </p:spPr>
        </p:sp>
        <p:sp>
          <p:nvSpPr>
            <p:cNvPr id="18972" name="Colorbar gradient 396"/>
            <p:cNvSpPr/>
            <p:nvPr/>
          </p:nvSpPr>
          <p:spPr>
            <a:xfrm>
              <a:off x="33552" y="738151"/>
              <a:ext cx="106249" cy="1957"/>
            </a:xfrm>
            <a:prstGeom prst="rect">
              <a:avLst/>
            </a:prstGeom>
            <a:solidFill>
              <a:srgbClr val="F7D7DB"/>
            </a:solidFill>
            <a:ln>
              <a:noFill/>
            </a:ln>
          </p:spPr>
        </p:sp>
        <p:sp>
          <p:nvSpPr>
            <p:cNvPr id="18973" name="Colorbar gradient 397"/>
            <p:cNvSpPr/>
            <p:nvPr/>
          </p:nvSpPr>
          <p:spPr>
            <a:xfrm>
              <a:off x="33552" y="740015"/>
              <a:ext cx="106249" cy="1957"/>
            </a:xfrm>
            <a:prstGeom prst="rect">
              <a:avLst/>
            </a:prstGeom>
            <a:solidFill>
              <a:srgbClr val="F7D9DB"/>
            </a:solidFill>
            <a:ln>
              <a:noFill/>
            </a:ln>
          </p:spPr>
        </p:sp>
        <p:sp>
          <p:nvSpPr>
            <p:cNvPr id="18974" name="Colorbar gradient 398"/>
            <p:cNvSpPr/>
            <p:nvPr/>
          </p:nvSpPr>
          <p:spPr>
            <a:xfrm>
              <a:off x="33552" y="741879"/>
              <a:ext cx="106249" cy="1957"/>
            </a:xfrm>
            <a:prstGeom prst="rect">
              <a:avLst/>
            </a:prstGeom>
            <a:solidFill>
              <a:srgbClr val="F7DADC"/>
            </a:solidFill>
            <a:ln>
              <a:noFill/>
            </a:ln>
          </p:spPr>
        </p:sp>
        <p:sp>
          <p:nvSpPr>
            <p:cNvPr id="18975" name="Colorbar gradient 399"/>
            <p:cNvSpPr/>
            <p:nvPr/>
          </p:nvSpPr>
          <p:spPr>
            <a:xfrm>
              <a:off x="33552" y="743743"/>
              <a:ext cx="106249" cy="1957"/>
            </a:xfrm>
            <a:prstGeom prst="rect">
              <a:avLst/>
            </a:prstGeom>
            <a:solidFill>
              <a:srgbClr val="F8DBDD"/>
            </a:solidFill>
            <a:ln>
              <a:noFill/>
            </a:ln>
          </p:spPr>
        </p:sp>
        <p:sp>
          <p:nvSpPr>
            <p:cNvPr id="18976" name="Colorbar gradient 400"/>
            <p:cNvSpPr/>
            <p:nvPr/>
          </p:nvSpPr>
          <p:spPr>
            <a:xfrm>
              <a:off x="33552" y="745607"/>
              <a:ext cx="106249" cy="1957"/>
            </a:xfrm>
            <a:prstGeom prst="rect">
              <a:avLst/>
            </a:prstGeom>
            <a:solidFill>
              <a:srgbClr val="F7DCDE"/>
            </a:solidFill>
            <a:ln>
              <a:noFill/>
            </a:ln>
          </p:spPr>
        </p:sp>
        <p:sp>
          <p:nvSpPr>
            <p:cNvPr id="18977" name="Colorbar gradient 401"/>
            <p:cNvSpPr/>
            <p:nvPr/>
          </p:nvSpPr>
          <p:spPr>
            <a:xfrm>
              <a:off x="33552" y="747471"/>
              <a:ext cx="106249" cy="1957"/>
            </a:xfrm>
            <a:prstGeom prst="rect">
              <a:avLst/>
            </a:prstGeom>
            <a:solidFill>
              <a:srgbClr val="F7DCDF"/>
            </a:solidFill>
            <a:ln>
              <a:noFill/>
            </a:ln>
          </p:spPr>
        </p:sp>
        <p:sp>
          <p:nvSpPr>
            <p:cNvPr id="18978" name="Colorbar gradient 402"/>
            <p:cNvSpPr/>
            <p:nvPr/>
          </p:nvSpPr>
          <p:spPr>
            <a:xfrm>
              <a:off x="33552" y="749335"/>
              <a:ext cx="106249" cy="1957"/>
            </a:xfrm>
            <a:prstGeom prst="rect">
              <a:avLst/>
            </a:prstGeom>
            <a:solidFill>
              <a:srgbClr val="F8DEE0"/>
            </a:solidFill>
            <a:ln>
              <a:noFill/>
            </a:ln>
          </p:spPr>
        </p:sp>
        <p:sp>
          <p:nvSpPr>
            <p:cNvPr id="18979" name="Colorbar gradient 403"/>
            <p:cNvSpPr/>
            <p:nvPr/>
          </p:nvSpPr>
          <p:spPr>
            <a:xfrm>
              <a:off x="33552" y="751199"/>
              <a:ext cx="106249" cy="1957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18980" name="Colorbar gradient 404"/>
            <p:cNvSpPr/>
            <p:nvPr/>
          </p:nvSpPr>
          <p:spPr>
            <a:xfrm>
              <a:off x="33552" y="753063"/>
              <a:ext cx="106249" cy="1957"/>
            </a:xfrm>
            <a:prstGeom prst="rect">
              <a:avLst/>
            </a:prstGeom>
            <a:solidFill>
              <a:srgbClr val="F8DFE1"/>
            </a:solidFill>
            <a:ln>
              <a:noFill/>
            </a:ln>
          </p:spPr>
        </p:sp>
        <p:sp>
          <p:nvSpPr>
            <p:cNvPr id="18981" name="Colorbar gradient 405"/>
            <p:cNvSpPr/>
            <p:nvPr/>
          </p:nvSpPr>
          <p:spPr>
            <a:xfrm>
              <a:off x="33552" y="754927"/>
              <a:ext cx="106249" cy="1957"/>
            </a:xfrm>
            <a:prstGeom prst="rect">
              <a:avLst/>
            </a:prstGeom>
            <a:solidFill>
              <a:srgbClr val="F8E0E2"/>
            </a:solidFill>
            <a:ln>
              <a:noFill/>
            </a:ln>
          </p:spPr>
        </p:sp>
        <p:sp>
          <p:nvSpPr>
            <p:cNvPr id="18982" name="Colorbar gradient 406"/>
            <p:cNvSpPr/>
            <p:nvPr/>
          </p:nvSpPr>
          <p:spPr>
            <a:xfrm>
              <a:off x="33552" y="756791"/>
              <a:ext cx="106249" cy="1957"/>
            </a:xfrm>
            <a:prstGeom prst="rect">
              <a:avLst/>
            </a:prstGeom>
            <a:solidFill>
              <a:srgbClr val="F8E1E3"/>
            </a:solidFill>
            <a:ln>
              <a:noFill/>
            </a:ln>
          </p:spPr>
        </p:sp>
        <p:sp>
          <p:nvSpPr>
            <p:cNvPr id="18983" name="Colorbar gradient 407"/>
            <p:cNvSpPr/>
            <p:nvPr/>
          </p:nvSpPr>
          <p:spPr>
            <a:xfrm>
              <a:off x="33552" y="758655"/>
              <a:ext cx="106249" cy="1957"/>
            </a:xfrm>
            <a:prstGeom prst="rect">
              <a:avLst/>
            </a:prstGeom>
            <a:solidFill>
              <a:srgbClr val="F7E2E4"/>
            </a:solidFill>
            <a:ln>
              <a:noFill/>
            </a:ln>
          </p:spPr>
        </p:sp>
        <p:sp>
          <p:nvSpPr>
            <p:cNvPr id="18984" name="Colorbar gradient 408"/>
            <p:cNvSpPr/>
            <p:nvPr/>
          </p:nvSpPr>
          <p:spPr>
            <a:xfrm>
              <a:off x="33552" y="760519"/>
              <a:ext cx="106249" cy="1957"/>
            </a:xfrm>
            <a:prstGeom prst="rect">
              <a:avLst/>
            </a:prstGeom>
            <a:solidFill>
              <a:srgbClr val="F8E4E7"/>
            </a:solidFill>
            <a:ln>
              <a:noFill/>
            </a:ln>
          </p:spPr>
        </p:sp>
        <p:sp>
          <p:nvSpPr>
            <p:cNvPr id="18985" name="Colorbar gradient 409"/>
            <p:cNvSpPr/>
            <p:nvPr/>
          </p:nvSpPr>
          <p:spPr>
            <a:xfrm>
              <a:off x="33552" y="762383"/>
              <a:ext cx="106249" cy="1957"/>
            </a:xfrm>
            <a:prstGeom prst="rect">
              <a:avLst/>
            </a:prstGeom>
            <a:solidFill>
              <a:srgbClr val="F8E6E8"/>
            </a:solidFill>
            <a:ln>
              <a:noFill/>
            </a:ln>
          </p:spPr>
        </p:sp>
        <p:sp>
          <p:nvSpPr>
            <p:cNvPr id="18986" name="Colorbar gradient 410"/>
            <p:cNvSpPr/>
            <p:nvPr/>
          </p:nvSpPr>
          <p:spPr>
            <a:xfrm>
              <a:off x="33552" y="764247"/>
              <a:ext cx="106249" cy="1957"/>
            </a:xfrm>
            <a:prstGeom prst="rect">
              <a:avLst/>
            </a:prstGeom>
            <a:solidFill>
              <a:srgbClr val="F9E7E8"/>
            </a:solidFill>
            <a:ln>
              <a:noFill/>
            </a:ln>
          </p:spPr>
        </p:sp>
        <p:sp>
          <p:nvSpPr>
            <p:cNvPr id="18987" name="Colorbar gradient 411"/>
            <p:cNvSpPr/>
            <p:nvPr/>
          </p:nvSpPr>
          <p:spPr>
            <a:xfrm>
              <a:off x="33552" y="766111"/>
              <a:ext cx="106249" cy="1957"/>
            </a:xfrm>
            <a:prstGeom prst="rect">
              <a:avLst/>
            </a:prstGeom>
            <a:solidFill>
              <a:srgbClr val="F9E8E9"/>
            </a:solidFill>
            <a:ln>
              <a:noFill/>
            </a:ln>
          </p:spPr>
        </p:sp>
        <p:sp>
          <p:nvSpPr>
            <p:cNvPr id="18988" name="Colorbar gradient 412"/>
            <p:cNvSpPr/>
            <p:nvPr/>
          </p:nvSpPr>
          <p:spPr>
            <a:xfrm>
              <a:off x="33552" y="767975"/>
              <a:ext cx="106249" cy="1957"/>
            </a:xfrm>
            <a:prstGeom prst="rect">
              <a:avLst/>
            </a:prstGeom>
            <a:solidFill>
              <a:srgbClr val="F8E9EA"/>
            </a:solidFill>
            <a:ln>
              <a:noFill/>
            </a:ln>
          </p:spPr>
        </p:sp>
        <p:sp>
          <p:nvSpPr>
            <p:cNvPr id="18989" name="Colorbar gradient 413"/>
            <p:cNvSpPr/>
            <p:nvPr/>
          </p:nvSpPr>
          <p:spPr>
            <a:xfrm>
              <a:off x="33552" y="769839"/>
              <a:ext cx="106249" cy="1957"/>
            </a:xfrm>
            <a:prstGeom prst="rect">
              <a:avLst/>
            </a:prstGeom>
            <a:solidFill>
              <a:srgbClr val="F9EAEB"/>
            </a:solidFill>
            <a:ln>
              <a:noFill/>
            </a:ln>
          </p:spPr>
        </p:sp>
        <p:sp>
          <p:nvSpPr>
            <p:cNvPr id="18990" name="Colorbar gradient 414"/>
            <p:cNvSpPr/>
            <p:nvPr/>
          </p:nvSpPr>
          <p:spPr>
            <a:xfrm>
              <a:off x="33552" y="771703"/>
              <a:ext cx="106249" cy="1957"/>
            </a:xfrm>
            <a:prstGeom prst="rect">
              <a:avLst/>
            </a:prstGeom>
            <a:solidFill>
              <a:srgbClr val="FAECEC"/>
            </a:solidFill>
            <a:ln>
              <a:noFill/>
            </a:ln>
          </p:spPr>
        </p:sp>
        <p:sp>
          <p:nvSpPr>
            <p:cNvPr id="18991" name="Colorbar gradient 415"/>
            <p:cNvSpPr/>
            <p:nvPr/>
          </p:nvSpPr>
          <p:spPr>
            <a:xfrm>
              <a:off x="33552" y="773567"/>
              <a:ext cx="106249" cy="1957"/>
            </a:xfrm>
            <a:prstGeom prst="rect">
              <a:avLst/>
            </a:prstGeom>
            <a:solidFill>
              <a:srgbClr val="FAEBED"/>
            </a:solidFill>
            <a:ln>
              <a:noFill/>
            </a:ln>
          </p:spPr>
        </p:sp>
        <p:sp>
          <p:nvSpPr>
            <p:cNvPr id="18992" name="Colorbar gradient 416"/>
            <p:cNvSpPr/>
            <p:nvPr/>
          </p:nvSpPr>
          <p:spPr>
            <a:xfrm>
              <a:off x="33552" y="775431"/>
              <a:ext cx="106249" cy="1957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18993" name="Colorbar gradient 417"/>
            <p:cNvSpPr/>
            <p:nvPr/>
          </p:nvSpPr>
          <p:spPr>
            <a:xfrm>
              <a:off x="33552" y="777295"/>
              <a:ext cx="106249" cy="1957"/>
            </a:xfrm>
            <a:prstGeom prst="rect">
              <a:avLst/>
            </a:prstGeom>
            <a:solidFill>
              <a:srgbClr val="FAEDEE"/>
            </a:solidFill>
            <a:ln>
              <a:noFill/>
            </a:ln>
          </p:spPr>
        </p:sp>
        <p:sp>
          <p:nvSpPr>
            <p:cNvPr id="18994" name="Colorbar gradient 418"/>
            <p:cNvSpPr/>
            <p:nvPr/>
          </p:nvSpPr>
          <p:spPr>
            <a:xfrm>
              <a:off x="33552" y="779159"/>
              <a:ext cx="106249" cy="1957"/>
            </a:xfrm>
            <a:prstGeom prst="rect">
              <a:avLst/>
            </a:prstGeom>
            <a:solidFill>
              <a:srgbClr val="FAEEEF"/>
            </a:solidFill>
            <a:ln>
              <a:noFill/>
            </a:ln>
          </p:spPr>
        </p:sp>
        <p:sp>
          <p:nvSpPr>
            <p:cNvPr id="18995" name="Colorbar gradient 419"/>
            <p:cNvSpPr/>
            <p:nvPr/>
          </p:nvSpPr>
          <p:spPr>
            <a:xfrm>
              <a:off x="33552" y="781023"/>
              <a:ext cx="106249" cy="1957"/>
            </a:xfrm>
            <a:prstGeom prst="rect">
              <a:avLst/>
            </a:prstGeom>
            <a:solidFill>
              <a:srgbClr val="FBF0F1"/>
            </a:solidFill>
            <a:ln>
              <a:noFill/>
            </a:ln>
          </p:spPr>
        </p:sp>
        <p:sp>
          <p:nvSpPr>
            <p:cNvPr id="18996" name="Colorbar gradient 420"/>
            <p:cNvSpPr/>
            <p:nvPr/>
          </p:nvSpPr>
          <p:spPr>
            <a:xfrm>
              <a:off x="33552" y="782887"/>
              <a:ext cx="106249" cy="1957"/>
            </a:xfrm>
            <a:prstGeom prst="rect">
              <a:avLst/>
            </a:prstGeom>
            <a:solidFill>
              <a:srgbClr val="FBF1F3"/>
            </a:solidFill>
            <a:ln>
              <a:noFill/>
            </a:ln>
          </p:spPr>
        </p:sp>
        <p:sp>
          <p:nvSpPr>
            <p:cNvPr id="18997" name="Colorbar gradient 421"/>
            <p:cNvSpPr/>
            <p:nvPr/>
          </p:nvSpPr>
          <p:spPr>
            <a:xfrm>
              <a:off x="33552" y="784751"/>
              <a:ext cx="106249" cy="1957"/>
            </a:xfrm>
            <a:prstGeom prst="rect">
              <a:avLst/>
            </a:prstGeom>
            <a:solidFill>
              <a:srgbClr val="FBF3F4"/>
            </a:solidFill>
            <a:ln>
              <a:noFill/>
            </a:ln>
          </p:spPr>
        </p:sp>
        <p:sp>
          <p:nvSpPr>
            <p:cNvPr id="18998" name="Colorbar gradient 422"/>
            <p:cNvSpPr/>
            <p:nvPr/>
          </p:nvSpPr>
          <p:spPr>
            <a:xfrm>
              <a:off x="33552" y="786615"/>
              <a:ext cx="106249" cy="1957"/>
            </a:xfrm>
            <a:prstGeom prst="rect">
              <a:avLst/>
            </a:prstGeom>
            <a:solidFill>
              <a:srgbClr val="FBF4F5"/>
            </a:solidFill>
            <a:ln>
              <a:noFill/>
            </a:ln>
          </p:spPr>
        </p:sp>
        <p:sp>
          <p:nvSpPr>
            <p:cNvPr id="18999" name="Colorbar gradient 423"/>
            <p:cNvSpPr/>
            <p:nvPr/>
          </p:nvSpPr>
          <p:spPr>
            <a:xfrm>
              <a:off x="33552" y="788479"/>
              <a:ext cx="106249" cy="1957"/>
            </a:xfrm>
            <a:prstGeom prst="rect">
              <a:avLst/>
            </a:prstGeom>
            <a:solidFill>
              <a:srgbClr val="FBF5F5"/>
            </a:solidFill>
            <a:ln>
              <a:noFill/>
            </a:ln>
          </p:spPr>
        </p:sp>
        <p:sp>
          <p:nvSpPr>
            <p:cNvPr id="19000" name="Colorbar gradient 424"/>
            <p:cNvSpPr/>
            <p:nvPr/>
          </p:nvSpPr>
          <p:spPr>
            <a:xfrm>
              <a:off x="33552" y="790343"/>
              <a:ext cx="106249" cy="1957"/>
            </a:xfrm>
            <a:prstGeom prst="rect">
              <a:avLst/>
            </a:prstGeom>
            <a:solidFill>
              <a:srgbClr val="FCF6F6"/>
            </a:solidFill>
            <a:ln>
              <a:noFill/>
            </a:ln>
          </p:spPr>
        </p:sp>
        <p:sp>
          <p:nvSpPr>
            <p:cNvPr id="19001" name="Colorbar gradient 425"/>
            <p:cNvSpPr/>
            <p:nvPr/>
          </p:nvSpPr>
          <p:spPr>
            <a:xfrm>
              <a:off x="33552" y="792208"/>
              <a:ext cx="106249" cy="1957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19002" name="Colorbar gradient 426"/>
            <p:cNvSpPr/>
            <p:nvPr/>
          </p:nvSpPr>
          <p:spPr>
            <a:xfrm>
              <a:off x="33552" y="794072"/>
              <a:ext cx="106249" cy="1957"/>
            </a:xfrm>
            <a:prstGeom prst="rect">
              <a:avLst/>
            </a:prstGeom>
            <a:solidFill>
              <a:srgbClr val="FCF8F8"/>
            </a:solidFill>
            <a:ln>
              <a:noFill/>
            </a:ln>
          </p:spPr>
        </p:sp>
        <p:sp>
          <p:nvSpPr>
            <p:cNvPr id="19003" name="Colorbar gradient 427"/>
            <p:cNvSpPr/>
            <p:nvPr/>
          </p:nvSpPr>
          <p:spPr>
            <a:xfrm>
              <a:off x="33552" y="795936"/>
              <a:ext cx="106249" cy="1957"/>
            </a:xfrm>
            <a:prstGeom prst="rect">
              <a:avLst/>
            </a:prstGeom>
            <a:solidFill>
              <a:srgbClr val="FCF8F9"/>
            </a:solidFill>
            <a:ln>
              <a:noFill/>
            </a:ln>
          </p:spPr>
        </p:sp>
        <p:sp>
          <p:nvSpPr>
            <p:cNvPr id="19004" name="Colorbar gradient 428"/>
            <p:cNvSpPr/>
            <p:nvPr/>
          </p:nvSpPr>
          <p:spPr>
            <a:xfrm>
              <a:off x="33552" y="797800"/>
              <a:ext cx="106249" cy="1957"/>
            </a:xfrm>
            <a:prstGeom prst="rect">
              <a:avLst/>
            </a:prstGeom>
            <a:solidFill>
              <a:srgbClr val="FDF9FA"/>
            </a:solidFill>
            <a:ln>
              <a:noFill/>
            </a:ln>
          </p:spPr>
        </p:sp>
        <p:sp>
          <p:nvSpPr>
            <p:cNvPr id="19005" name="Colorbar gradient 429"/>
            <p:cNvSpPr/>
            <p:nvPr/>
          </p:nvSpPr>
          <p:spPr>
            <a:xfrm>
              <a:off x="33552" y="799664"/>
              <a:ext cx="106249" cy="1957"/>
            </a:xfrm>
            <a:prstGeom prst="rect">
              <a:avLst/>
            </a:prstGeom>
            <a:solidFill>
              <a:srgbClr val="FEFAFA"/>
            </a:solidFill>
            <a:ln>
              <a:noFill/>
            </a:ln>
          </p:spPr>
        </p:sp>
        <p:sp>
          <p:nvSpPr>
            <p:cNvPr id="19006" name="Colorbar gradient 430"/>
            <p:cNvSpPr/>
            <p:nvPr/>
          </p:nvSpPr>
          <p:spPr>
            <a:xfrm>
              <a:off x="33552" y="801528"/>
              <a:ext cx="106249" cy="1957"/>
            </a:xfrm>
            <a:prstGeom prst="rect">
              <a:avLst/>
            </a:prstGeom>
            <a:solidFill>
              <a:srgbClr val="FDFBFB"/>
            </a:solidFill>
            <a:ln>
              <a:noFill/>
            </a:ln>
          </p:spPr>
        </p:sp>
        <p:sp>
          <p:nvSpPr>
            <p:cNvPr id="19007" name="Colorbar gradient 431"/>
            <p:cNvSpPr/>
            <p:nvPr/>
          </p:nvSpPr>
          <p:spPr>
            <a:xfrm>
              <a:off x="33552" y="803392"/>
              <a:ext cx="106249" cy="1957"/>
            </a:xfrm>
            <a:prstGeom prst="rect">
              <a:avLst/>
            </a:prstGeom>
            <a:solidFill>
              <a:srgbClr val="FDFDFD"/>
            </a:solidFill>
            <a:ln>
              <a:noFill/>
            </a:ln>
          </p:spPr>
        </p:sp>
        <p:sp>
          <p:nvSpPr>
            <p:cNvPr id="19008" name="Colorbar gradient 432"/>
            <p:cNvSpPr/>
            <p:nvPr/>
          </p:nvSpPr>
          <p:spPr>
            <a:xfrm>
              <a:off x="33552" y="805256"/>
              <a:ext cx="106249" cy="1957"/>
            </a:xfrm>
            <a:prstGeom prst="rect">
              <a:avLst/>
            </a:prstGeom>
            <a:solidFill>
              <a:srgbClr val="FDFDFD"/>
            </a:solidFill>
            <a:ln>
              <a:noFill/>
            </a:ln>
          </p:spPr>
        </p:sp>
        <p:sp>
          <p:nvSpPr>
            <p:cNvPr id="19009" name="Colorbar gradient 433"/>
            <p:cNvSpPr/>
            <p:nvPr/>
          </p:nvSpPr>
          <p:spPr>
            <a:xfrm>
              <a:off x="33552" y="807120"/>
              <a:ext cx="106249" cy="1957"/>
            </a:xfrm>
            <a:prstGeom prst="rect">
              <a:avLst/>
            </a:prstGeom>
            <a:solidFill>
              <a:srgbClr val="FCFCFD"/>
            </a:solidFill>
            <a:ln>
              <a:noFill/>
            </a:ln>
          </p:spPr>
        </p:sp>
        <p:sp>
          <p:nvSpPr>
            <p:cNvPr id="19010" name="Colorbar gradient 434"/>
            <p:cNvSpPr/>
            <p:nvPr/>
          </p:nvSpPr>
          <p:spPr>
            <a:xfrm>
              <a:off x="33552" y="808984"/>
              <a:ext cx="106249" cy="1957"/>
            </a:xfrm>
            <a:prstGeom prst="rect">
              <a:avLst/>
            </a:prstGeom>
            <a:solidFill>
              <a:srgbClr val="FBFCFC"/>
            </a:solidFill>
            <a:ln>
              <a:noFill/>
            </a:ln>
          </p:spPr>
        </p:sp>
        <p:sp>
          <p:nvSpPr>
            <p:cNvPr id="19011" name="Colorbar gradient 435"/>
            <p:cNvSpPr/>
            <p:nvPr/>
          </p:nvSpPr>
          <p:spPr>
            <a:xfrm>
              <a:off x="33552" y="810848"/>
              <a:ext cx="106249" cy="1957"/>
            </a:xfrm>
            <a:prstGeom prst="rect">
              <a:avLst/>
            </a:prstGeom>
            <a:solidFill>
              <a:srgbClr val="FAFBFC"/>
            </a:solidFill>
            <a:ln>
              <a:noFill/>
            </a:ln>
          </p:spPr>
        </p:sp>
        <p:sp>
          <p:nvSpPr>
            <p:cNvPr id="19012" name="Colorbar gradient 436"/>
            <p:cNvSpPr/>
            <p:nvPr/>
          </p:nvSpPr>
          <p:spPr>
            <a:xfrm>
              <a:off x="33552" y="812712"/>
              <a:ext cx="106249" cy="1957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</p:sp>
        <p:sp>
          <p:nvSpPr>
            <p:cNvPr id="19013" name="Colorbar gradient 437"/>
            <p:cNvSpPr/>
            <p:nvPr/>
          </p:nvSpPr>
          <p:spPr>
            <a:xfrm>
              <a:off x="33552" y="814576"/>
              <a:ext cx="106249" cy="1957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</p:sp>
        <p:sp>
          <p:nvSpPr>
            <p:cNvPr id="19014" name="Colorbar gradient 438"/>
            <p:cNvSpPr/>
            <p:nvPr/>
          </p:nvSpPr>
          <p:spPr>
            <a:xfrm>
              <a:off x="33552" y="816440"/>
              <a:ext cx="106249" cy="1957"/>
            </a:xfrm>
            <a:prstGeom prst="rect">
              <a:avLst/>
            </a:prstGeom>
            <a:solidFill>
              <a:srgbClr val="F8F8FA"/>
            </a:solidFill>
            <a:ln>
              <a:noFill/>
            </a:ln>
          </p:spPr>
        </p:sp>
        <p:sp>
          <p:nvSpPr>
            <p:cNvPr id="19015" name="Colorbar gradient 439"/>
            <p:cNvSpPr/>
            <p:nvPr/>
          </p:nvSpPr>
          <p:spPr>
            <a:xfrm>
              <a:off x="33552" y="818304"/>
              <a:ext cx="106249" cy="1957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19016" name="Colorbar gradient 440"/>
            <p:cNvSpPr/>
            <p:nvPr/>
          </p:nvSpPr>
          <p:spPr>
            <a:xfrm>
              <a:off x="33552" y="820168"/>
              <a:ext cx="106249" cy="1957"/>
            </a:xfrm>
            <a:prstGeom prst="rect">
              <a:avLst/>
            </a:prstGeom>
            <a:solidFill>
              <a:srgbClr val="F6F8F9"/>
            </a:solidFill>
            <a:ln>
              <a:noFill/>
            </a:ln>
          </p:spPr>
        </p:sp>
        <p:sp>
          <p:nvSpPr>
            <p:cNvPr id="19017" name="Colorbar gradient 441"/>
            <p:cNvSpPr/>
            <p:nvPr/>
          </p:nvSpPr>
          <p:spPr>
            <a:xfrm>
              <a:off x="33552" y="822032"/>
              <a:ext cx="106249" cy="1957"/>
            </a:xfrm>
            <a:prstGeom prst="rect">
              <a:avLst/>
            </a:prstGeom>
            <a:solidFill>
              <a:srgbClr val="F5F7F9"/>
            </a:solidFill>
            <a:ln>
              <a:noFill/>
            </a:ln>
          </p:spPr>
        </p:sp>
        <p:sp>
          <p:nvSpPr>
            <p:cNvPr id="19018" name="Colorbar gradient 442"/>
            <p:cNvSpPr/>
            <p:nvPr/>
          </p:nvSpPr>
          <p:spPr>
            <a:xfrm>
              <a:off x="33552" y="823896"/>
              <a:ext cx="106249" cy="1957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19019" name="Colorbar gradient 443"/>
            <p:cNvSpPr/>
            <p:nvPr/>
          </p:nvSpPr>
          <p:spPr>
            <a:xfrm>
              <a:off x="33552" y="825760"/>
              <a:ext cx="106249" cy="1957"/>
            </a:xfrm>
            <a:prstGeom prst="rect">
              <a:avLst/>
            </a:prstGeom>
            <a:solidFill>
              <a:srgbClr val="F1F5F8"/>
            </a:solidFill>
            <a:ln>
              <a:noFill/>
            </a:ln>
          </p:spPr>
        </p:sp>
        <p:sp>
          <p:nvSpPr>
            <p:cNvPr id="19020" name="Colorbar gradient 444"/>
            <p:cNvSpPr/>
            <p:nvPr/>
          </p:nvSpPr>
          <p:spPr>
            <a:xfrm>
              <a:off x="33552" y="827624"/>
              <a:ext cx="106249" cy="1957"/>
            </a:xfrm>
            <a:prstGeom prst="rect">
              <a:avLst/>
            </a:prstGeom>
            <a:solidFill>
              <a:srgbClr val="F0F5F8"/>
            </a:solidFill>
            <a:ln>
              <a:noFill/>
            </a:ln>
          </p:spPr>
        </p:sp>
        <p:sp>
          <p:nvSpPr>
            <p:cNvPr id="19021" name="Colorbar gradient 445"/>
            <p:cNvSpPr/>
            <p:nvPr/>
          </p:nvSpPr>
          <p:spPr>
            <a:xfrm>
              <a:off x="33552" y="829488"/>
              <a:ext cx="106249" cy="1957"/>
            </a:xfrm>
            <a:prstGeom prst="rect">
              <a:avLst/>
            </a:prstGeom>
            <a:solidFill>
              <a:srgbClr val="F0F4F7"/>
            </a:solidFill>
            <a:ln>
              <a:noFill/>
            </a:ln>
          </p:spPr>
        </p:sp>
        <p:sp>
          <p:nvSpPr>
            <p:cNvPr id="19022" name="Colorbar gradient 446"/>
            <p:cNvSpPr/>
            <p:nvPr/>
          </p:nvSpPr>
          <p:spPr>
            <a:xfrm>
              <a:off x="33552" y="831352"/>
              <a:ext cx="106249" cy="1957"/>
            </a:xfrm>
            <a:prstGeom prst="rect">
              <a:avLst/>
            </a:prstGeom>
            <a:solidFill>
              <a:srgbClr val="EFF3F7"/>
            </a:solidFill>
            <a:ln>
              <a:noFill/>
            </a:ln>
          </p:spPr>
        </p:sp>
        <p:sp>
          <p:nvSpPr>
            <p:cNvPr id="19023" name="Colorbar gradient 447"/>
            <p:cNvSpPr/>
            <p:nvPr/>
          </p:nvSpPr>
          <p:spPr>
            <a:xfrm>
              <a:off x="33552" y="833216"/>
              <a:ext cx="106249" cy="1957"/>
            </a:xfrm>
            <a:prstGeom prst="rect">
              <a:avLst/>
            </a:prstGeom>
            <a:solidFill>
              <a:srgbClr val="EEF3F6"/>
            </a:solidFill>
            <a:ln>
              <a:noFill/>
            </a:ln>
          </p:spPr>
        </p:sp>
        <p:sp>
          <p:nvSpPr>
            <p:cNvPr id="19024" name="Colorbar gradient 448"/>
            <p:cNvSpPr/>
            <p:nvPr/>
          </p:nvSpPr>
          <p:spPr>
            <a:xfrm>
              <a:off x="33552" y="835080"/>
              <a:ext cx="106249" cy="1957"/>
            </a:xfrm>
            <a:prstGeom prst="rect">
              <a:avLst/>
            </a:prstGeom>
            <a:solidFill>
              <a:srgbClr val="ECF0F6"/>
            </a:solidFill>
            <a:ln>
              <a:noFill/>
            </a:ln>
          </p:spPr>
        </p:sp>
        <p:sp>
          <p:nvSpPr>
            <p:cNvPr id="19025" name="Colorbar gradient 449"/>
            <p:cNvSpPr/>
            <p:nvPr/>
          </p:nvSpPr>
          <p:spPr>
            <a:xfrm>
              <a:off x="33552" y="836944"/>
              <a:ext cx="106249" cy="1957"/>
            </a:xfrm>
            <a:prstGeom prst="rect">
              <a:avLst/>
            </a:prstGeom>
            <a:solidFill>
              <a:srgbClr val="EBF0F6"/>
            </a:solidFill>
            <a:ln>
              <a:noFill/>
            </a:ln>
          </p:spPr>
        </p:sp>
        <p:sp>
          <p:nvSpPr>
            <p:cNvPr id="19026" name="Colorbar gradient 450"/>
            <p:cNvSpPr/>
            <p:nvPr/>
          </p:nvSpPr>
          <p:spPr>
            <a:xfrm>
              <a:off x="33552" y="838808"/>
              <a:ext cx="106249" cy="1957"/>
            </a:xfrm>
            <a:prstGeom prst="rect">
              <a:avLst/>
            </a:prstGeom>
            <a:solidFill>
              <a:srgbClr val="EBEFF5"/>
            </a:solidFill>
            <a:ln>
              <a:noFill/>
            </a:ln>
          </p:spPr>
        </p:sp>
        <p:sp>
          <p:nvSpPr>
            <p:cNvPr id="19027" name="Colorbar gradient 451"/>
            <p:cNvSpPr/>
            <p:nvPr/>
          </p:nvSpPr>
          <p:spPr>
            <a:xfrm>
              <a:off x="33552" y="840672"/>
              <a:ext cx="106249" cy="1957"/>
            </a:xfrm>
            <a:prstGeom prst="rect">
              <a:avLst/>
            </a:prstGeom>
            <a:solidFill>
              <a:srgbClr val="EAEEF4"/>
            </a:solidFill>
            <a:ln>
              <a:noFill/>
            </a:ln>
          </p:spPr>
        </p:sp>
        <p:sp>
          <p:nvSpPr>
            <p:cNvPr id="19028" name="Colorbar gradient 452"/>
            <p:cNvSpPr/>
            <p:nvPr/>
          </p:nvSpPr>
          <p:spPr>
            <a:xfrm>
              <a:off x="33552" y="842536"/>
              <a:ext cx="106249" cy="1957"/>
            </a:xfrm>
            <a:prstGeom prst="rect">
              <a:avLst/>
            </a:prstGeom>
            <a:solidFill>
              <a:srgbClr val="E9EEF4"/>
            </a:solidFill>
            <a:ln>
              <a:noFill/>
            </a:ln>
          </p:spPr>
        </p:sp>
        <p:sp>
          <p:nvSpPr>
            <p:cNvPr id="19029" name="Colorbar gradient 453"/>
            <p:cNvSpPr/>
            <p:nvPr/>
          </p:nvSpPr>
          <p:spPr>
            <a:xfrm>
              <a:off x="33552" y="844400"/>
              <a:ext cx="106249" cy="1957"/>
            </a:xfrm>
            <a:prstGeom prst="rect">
              <a:avLst/>
            </a:prstGeom>
            <a:solidFill>
              <a:srgbClr val="E8ECF3"/>
            </a:solidFill>
            <a:ln>
              <a:noFill/>
            </a:ln>
          </p:spPr>
        </p:sp>
        <p:sp>
          <p:nvSpPr>
            <p:cNvPr id="19030" name="Colorbar gradient 454"/>
            <p:cNvSpPr/>
            <p:nvPr/>
          </p:nvSpPr>
          <p:spPr>
            <a:xfrm>
              <a:off x="33552" y="846264"/>
              <a:ext cx="106249" cy="1957"/>
            </a:xfrm>
            <a:prstGeom prst="rect">
              <a:avLst/>
            </a:prstGeom>
            <a:solidFill>
              <a:srgbClr val="E7EBF1"/>
            </a:solidFill>
            <a:ln>
              <a:noFill/>
            </a:ln>
          </p:spPr>
        </p:sp>
        <p:sp>
          <p:nvSpPr>
            <p:cNvPr id="19031" name="Colorbar gradient 455"/>
            <p:cNvSpPr/>
            <p:nvPr/>
          </p:nvSpPr>
          <p:spPr>
            <a:xfrm>
              <a:off x="33552" y="848128"/>
              <a:ext cx="106249" cy="1957"/>
            </a:xfrm>
            <a:prstGeom prst="rect">
              <a:avLst/>
            </a:prstGeom>
            <a:solidFill>
              <a:srgbClr val="E6EBF1"/>
            </a:solidFill>
            <a:ln>
              <a:noFill/>
            </a:ln>
          </p:spPr>
        </p:sp>
        <p:sp>
          <p:nvSpPr>
            <p:cNvPr id="19032" name="Colorbar gradient 456"/>
            <p:cNvSpPr/>
            <p:nvPr/>
          </p:nvSpPr>
          <p:spPr>
            <a:xfrm>
              <a:off x="33552" y="849992"/>
              <a:ext cx="106249" cy="1957"/>
            </a:xfrm>
            <a:prstGeom prst="rect">
              <a:avLst/>
            </a:prstGeom>
            <a:solidFill>
              <a:srgbClr val="E4EBEF"/>
            </a:solidFill>
            <a:ln>
              <a:noFill/>
            </a:ln>
          </p:spPr>
        </p:sp>
        <p:sp>
          <p:nvSpPr>
            <p:cNvPr id="19033" name="Colorbar gradient 457"/>
            <p:cNvSpPr/>
            <p:nvPr/>
          </p:nvSpPr>
          <p:spPr>
            <a:xfrm>
              <a:off x="33552" y="851856"/>
              <a:ext cx="106249" cy="1957"/>
            </a:xfrm>
            <a:prstGeom prst="rect">
              <a:avLst/>
            </a:prstGeom>
            <a:solidFill>
              <a:srgbClr val="E3EAF0"/>
            </a:solidFill>
            <a:ln>
              <a:noFill/>
            </a:ln>
          </p:spPr>
        </p:sp>
        <p:sp>
          <p:nvSpPr>
            <p:cNvPr id="19034" name="Colorbar gradient 458"/>
            <p:cNvSpPr/>
            <p:nvPr/>
          </p:nvSpPr>
          <p:spPr>
            <a:xfrm>
              <a:off x="33552" y="853720"/>
              <a:ext cx="106249" cy="1957"/>
            </a:xfrm>
            <a:prstGeom prst="rect">
              <a:avLst/>
            </a:prstGeom>
            <a:solidFill>
              <a:srgbClr val="E2EAEF"/>
            </a:solidFill>
            <a:ln>
              <a:noFill/>
            </a:ln>
          </p:spPr>
        </p:sp>
        <p:sp>
          <p:nvSpPr>
            <p:cNvPr id="19035" name="Colorbar gradient 459"/>
            <p:cNvSpPr/>
            <p:nvPr/>
          </p:nvSpPr>
          <p:spPr>
            <a:xfrm>
              <a:off x="33552" y="855584"/>
              <a:ext cx="106249" cy="1957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19036" name="Colorbar gradient 460"/>
            <p:cNvSpPr/>
            <p:nvPr/>
          </p:nvSpPr>
          <p:spPr>
            <a:xfrm>
              <a:off x="33552" y="857448"/>
              <a:ext cx="106249" cy="1957"/>
            </a:xfrm>
            <a:prstGeom prst="rect">
              <a:avLst/>
            </a:prstGeom>
            <a:solidFill>
              <a:srgbClr val="E0E8EE"/>
            </a:solidFill>
            <a:ln>
              <a:noFill/>
            </a:ln>
          </p:spPr>
        </p:sp>
        <p:sp>
          <p:nvSpPr>
            <p:cNvPr id="19037" name="Colorbar gradient 461"/>
            <p:cNvSpPr/>
            <p:nvPr/>
          </p:nvSpPr>
          <p:spPr>
            <a:xfrm>
              <a:off x="33552" y="859312"/>
              <a:ext cx="106249" cy="1957"/>
            </a:xfrm>
            <a:prstGeom prst="rect">
              <a:avLst/>
            </a:prstGeom>
            <a:solidFill>
              <a:srgbClr val="DFE7ED"/>
            </a:solidFill>
            <a:ln>
              <a:noFill/>
            </a:ln>
          </p:spPr>
        </p:sp>
        <p:sp>
          <p:nvSpPr>
            <p:cNvPr id="19038" name="Colorbar gradient 462"/>
            <p:cNvSpPr/>
            <p:nvPr/>
          </p:nvSpPr>
          <p:spPr>
            <a:xfrm>
              <a:off x="33552" y="861176"/>
              <a:ext cx="106249" cy="1957"/>
            </a:xfrm>
            <a:prstGeom prst="rect">
              <a:avLst/>
            </a:prstGeom>
            <a:solidFill>
              <a:srgbClr val="DFE6ED"/>
            </a:solidFill>
            <a:ln>
              <a:noFill/>
            </a:ln>
          </p:spPr>
        </p:sp>
        <p:sp>
          <p:nvSpPr>
            <p:cNvPr id="19039" name="Colorbar gradient 463"/>
            <p:cNvSpPr/>
            <p:nvPr/>
          </p:nvSpPr>
          <p:spPr>
            <a:xfrm>
              <a:off x="33552" y="863040"/>
              <a:ext cx="106249" cy="1957"/>
            </a:xfrm>
            <a:prstGeom prst="rect">
              <a:avLst/>
            </a:prstGeom>
            <a:solidFill>
              <a:srgbClr val="DEE6EC"/>
            </a:solidFill>
            <a:ln>
              <a:noFill/>
            </a:ln>
          </p:spPr>
        </p:sp>
        <p:sp>
          <p:nvSpPr>
            <p:cNvPr id="19040" name="Colorbar gradient 464"/>
            <p:cNvSpPr/>
            <p:nvPr/>
          </p:nvSpPr>
          <p:spPr>
            <a:xfrm>
              <a:off x="33552" y="864904"/>
              <a:ext cx="106249" cy="1957"/>
            </a:xfrm>
            <a:prstGeom prst="rect">
              <a:avLst/>
            </a:prstGeom>
            <a:solidFill>
              <a:srgbClr val="DDE4EC"/>
            </a:solidFill>
            <a:ln>
              <a:noFill/>
            </a:ln>
          </p:spPr>
        </p:sp>
        <p:sp>
          <p:nvSpPr>
            <p:cNvPr id="19041" name="Colorbar gradient 465"/>
            <p:cNvSpPr/>
            <p:nvPr/>
          </p:nvSpPr>
          <p:spPr>
            <a:xfrm>
              <a:off x="33552" y="866768"/>
              <a:ext cx="106249" cy="1957"/>
            </a:xfrm>
            <a:prstGeom prst="rect">
              <a:avLst/>
            </a:prstGeom>
            <a:solidFill>
              <a:srgbClr val="DBE3EB"/>
            </a:solidFill>
            <a:ln>
              <a:noFill/>
            </a:ln>
          </p:spPr>
        </p:sp>
        <p:sp>
          <p:nvSpPr>
            <p:cNvPr id="19042" name="Colorbar gradient 466"/>
            <p:cNvSpPr/>
            <p:nvPr/>
          </p:nvSpPr>
          <p:spPr>
            <a:xfrm>
              <a:off x="33552" y="868632"/>
              <a:ext cx="106249" cy="1957"/>
            </a:xfrm>
            <a:prstGeom prst="rect">
              <a:avLst/>
            </a:prstGeom>
            <a:solidFill>
              <a:srgbClr val="DAE2EB"/>
            </a:solidFill>
            <a:ln>
              <a:noFill/>
            </a:ln>
          </p:spPr>
        </p:sp>
        <p:sp>
          <p:nvSpPr>
            <p:cNvPr id="19043" name="Colorbar gradient 467"/>
            <p:cNvSpPr/>
            <p:nvPr/>
          </p:nvSpPr>
          <p:spPr>
            <a:xfrm>
              <a:off x="33552" y="870496"/>
              <a:ext cx="106249" cy="1957"/>
            </a:xfrm>
            <a:prstGeom prst="rect">
              <a:avLst/>
            </a:prstGeom>
            <a:solidFill>
              <a:srgbClr val="D9E1EB"/>
            </a:solidFill>
            <a:ln>
              <a:noFill/>
            </a:ln>
          </p:spPr>
        </p:sp>
        <p:sp>
          <p:nvSpPr>
            <p:cNvPr id="19044" name="Colorbar gradient 468"/>
            <p:cNvSpPr/>
            <p:nvPr/>
          </p:nvSpPr>
          <p:spPr>
            <a:xfrm>
              <a:off x="33552" y="872360"/>
              <a:ext cx="106249" cy="1957"/>
            </a:xfrm>
            <a:prstGeom prst="rect">
              <a:avLst/>
            </a:prstGeom>
            <a:solidFill>
              <a:srgbClr val="D7E1EB"/>
            </a:solidFill>
            <a:ln>
              <a:noFill/>
            </a:ln>
          </p:spPr>
        </p:sp>
        <p:sp>
          <p:nvSpPr>
            <p:cNvPr id="19045" name="Colorbar gradient 469"/>
            <p:cNvSpPr/>
            <p:nvPr/>
          </p:nvSpPr>
          <p:spPr>
            <a:xfrm>
              <a:off x="33552" y="874224"/>
              <a:ext cx="106249" cy="1957"/>
            </a:xfrm>
            <a:prstGeom prst="rect">
              <a:avLst/>
            </a:prstGeom>
            <a:solidFill>
              <a:srgbClr val="D6E0EA"/>
            </a:solidFill>
            <a:ln>
              <a:noFill/>
            </a:ln>
          </p:spPr>
        </p:sp>
        <p:sp>
          <p:nvSpPr>
            <p:cNvPr id="19046" name="Colorbar gradient 470"/>
            <p:cNvSpPr/>
            <p:nvPr/>
          </p:nvSpPr>
          <p:spPr>
            <a:xfrm>
              <a:off x="33552" y="876088"/>
              <a:ext cx="106249" cy="1957"/>
            </a:xfrm>
            <a:prstGeom prst="rect">
              <a:avLst/>
            </a:prstGeom>
            <a:solidFill>
              <a:srgbClr val="D5DFEA"/>
            </a:solidFill>
            <a:ln>
              <a:noFill/>
            </a:ln>
          </p:spPr>
        </p:sp>
        <p:sp>
          <p:nvSpPr>
            <p:cNvPr id="19047" name="Colorbar gradient 471"/>
            <p:cNvSpPr/>
            <p:nvPr/>
          </p:nvSpPr>
          <p:spPr>
            <a:xfrm>
              <a:off x="33552" y="877952"/>
              <a:ext cx="106249" cy="1957"/>
            </a:xfrm>
            <a:prstGeom prst="rect">
              <a:avLst/>
            </a:prstGeom>
            <a:solidFill>
              <a:srgbClr val="D4DFE9"/>
            </a:solidFill>
            <a:ln>
              <a:noFill/>
            </a:ln>
          </p:spPr>
        </p:sp>
        <p:sp>
          <p:nvSpPr>
            <p:cNvPr id="19048" name="Colorbar gradient 472"/>
            <p:cNvSpPr/>
            <p:nvPr/>
          </p:nvSpPr>
          <p:spPr>
            <a:xfrm>
              <a:off x="33552" y="879816"/>
              <a:ext cx="106249" cy="1957"/>
            </a:xfrm>
            <a:prstGeom prst="rect">
              <a:avLst/>
            </a:prstGeom>
            <a:solidFill>
              <a:srgbClr val="D3DEE8"/>
            </a:solidFill>
            <a:ln>
              <a:noFill/>
            </a:ln>
          </p:spPr>
        </p:sp>
        <p:sp>
          <p:nvSpPr>
            <p:cNvPr id="19049" name="Colorbar gradient 473"/>
            <p:cNvSpPr/>
            <p:nvPr/>
          </p:nvSpPr>
          <p:spPr>
            <a:xfrm>
              <a:off x="33552" y="881680"/>
              <a:ext cx="106249" cy="1957"/>
            </a:xfrm>
            <a:prstGeom prst="rect">
              <a:avLst/>
            </a:prstGeom>
            <a:solidFill>
              <a:srgbClr val="D2DDE8"/>
            </a:solidFill>
            <a:ln>
              <a:noFill/>
            </a:ln>
          </p:spPr>
        </p:sp>
        <p:sp>
          <p:nvSpPr>
            <p:cNvPr id="19050" name="Colorbar gradient 474"/>
            <p:cNvSpPr/>
            <p:nvPr/>
          </p:nvSpPr>
          <p:spPr>
            <a:xfrm>
              <a:off x="33552" y="883544"/>
              <a:ext cx="106249" cy="1957"/>
            </a:xfrm>
            <a:prstGeom prst="rect">
              <a:avLst/>
            </a:prstGeom>
            <a:solidFill>
              <a:srgbClr val="D2DDE7"/>
            </a:solidFill>
            <a:ln>
              <a:noFill/>
            </a:ln>
          </p:spPr>
        </p:sp>
        <p:sp>
          <p:nvSpPr>
            <p:cNvPr id="19051" name="Colorbar gradient 475"/>
            <p:cNvSpPr/>
            <p:nvPr/>
          </p:nvSpPr>
          <p:spPr>
            <a:xfrm>
              <a:off x="33552" y="885408"/>
              <a:ext cx="106249" cy="1957"/>
            </a:xfrm>
            <a:prstGeom prst="rect">
              <a:avLst/>
            </a:prstGeom>
            <a:solidFill>
              <a:srgbClr val="D1DCE7"/>
            </a:solidFill>
            <a:ln>
              <a:noFill/>
            </a:ln>
          </p:spPr>
        </p:sp>
        <p:sp>
          <p:nvSpPr>
            <p:cNvPr id="19052" name="Colorbar gradient 476"/>
            <p:cNvSpPr/>
            <p:nvPr/>
          </p:nvSpPr>
          <p:spPr>
            <a:xfrm>
              <a:off x="33552" y="887272"/>
              <a:ext cx="106249" cy="1957"/>
            </a:xfrm>
            <a:prstGeom prst="rect">
              <a:avLst/>
            </a:prstGeom>
            <a:solidFill>
              <a:srgbClr val="CFDBE6"/>
            </a:solidFill>
            <a:ln>
              <a:noFill/>
            </a:ln>
          </p:spPr>
        </p:sp>
        <p:sp>
          <p:nvSpPr>
            <p:cNvPr id="19053" name="Colorbar gradient 477"/>
            <p:cNvSpPr/>
            <p:nvPr/>
          </p:nvSpPr>
          <p:spPr>
            <a:xfrm>
              <a:off x="33552" y="889136"/>
              <a:ext cx="106249" cy="1957"/>
            </a:xfrm>
            <a:prstGeom prst="rect">
              <a:avLst/>
            </a:prstGeom>
            <a:solidFill>
              <a:srgbClr val="CFDAE4"/>
            </a:solidFill>
            <a:ln>
              <a:noFill/>
            </a:ln>
          </p:spPr>
        </p:sp>
        <p:sp>
          <p:nvSpPr>
            <p:cNvPr id="19054" name="Colorbar gradient 478"/>
            <p:cNvSpPr/>
            <p:nvPr/>
          </p:nvSpPr>
          <p:spPr>
            <a:xfrm>
              <a:off x="33552" y="891000"/>
              <a:ext cx="106249" cy="1957"/>
            </a:xfrm>
            <a:prstGeom prst="rect">
              <a:avLst/>
            </a:prstGeom>
            <a:solidFill>
              <a:srgbClr val="CED9E4"/>
            </a:solidFill>
            <a:ln>
              <a:noFill/>
            </a:ln>
          </p:spPr>
        </p:sp>
        <p:sp>
          <p:nvSpPr>
            <p:cNvPr id="19055" name="Colorbar gradient 479"/>
            <p:cNvSpPr/>
            <p:nvPr/>
          </p:nvSpPr>
          <p:spPr>
            <a:xfrm>
              <a:off x="33552" y="892864"/>
              <a:ext cx="106249" cy="1957"/>
            </a:xfrm>
            <a:prstGeom prst="rect">
              <a:avLst/>
            </a:prstGeom>
            <a:solidFill>
              <a:srgbClr val="CDD9E3"/>
            </a:solidFill>
            <a:ln>
              <a:noFill/>
            </a:ln>
          </p:spPr>
        </p:sp>
        <p:sp>
          <p:nvSpPr>
            <p:cNvPr id="19056" name="Colorbar gradient 480"/>
            <p:cNvSpPr/>
            <p:nvPr/>
          </p:nvSpPr>
          <p:spPr>
            <a:xfrm>
              <a:off x="33552" y="894728"/>
              <a:ext cx="106249" cy="1957"/>
            </a:xfrm>
            <a:prstGeom prst="rect">
              <a:avLst/>
            </a:prstGeom>
            <a:solidFill>
              <a:srgbClr val="CCD7E3"/>
            </a:solidFill>
            <a:ln>
              <a:noFill/>
            </a:ln>
          </p:spPr>
        </p:sp>
        <p:sp>
          <p:nvSpPr>
            <p:cNvPr id="19057" name="Colorbar gradient 481"/>
            <p:cNvSpPr/>
            <p:nvPr/>
          </p:nvSpPr>
          <p:spPr>
            <a:xfrm>
              <a:off x="33552" y="896592"/>
              <a:ext cx="106249" cy="1957"/>
            </a:xfrm>
            <a:prstGeom prst="rect">
              <a:avLst/>
            </a:prstGeom>
            <a:solidFill>
              <a:srgbClr val="CAD6E3"/>
            </a:solidFill>
            <a:ln>
              <a:noFill/>
            </a:ln>
          </p:spPr>
        </p:sp>
        <p:sp>
          <p:nvSpPr>
            <p:cNvPr id="19058" name="Colorbar gradient 482"/>
            <p:cNvSpPr/>
            <p:nvPr/>
          </p:nvSpPr>
          <p:spPr>
            <a:xfrm>
              <a:off x="33552" y="898457"/>
              <a:ext cx="106249" cy="1957"/>
            </a:xfrm>
            <a:prstGeom prst="rect">
              <a:avLst/>
            </a:prstGeom>
            <a:solidFill>
              <a:srgbClr val="C8D5E2"/>
            </a:solidFill>
            <a:ln>
              <a:noFill/>
            </a:ln>
          </p:spPr>
        </p:sp>
        <p:sp>
          <p:nvSpPr>
            <p:cNvPr id="19059" name="Colorbar gradient 483"/>
            <p:cNvSpPr/>
            <p:nvPr/>
          </p:nvSpPr>
          <p:spPr>
            <a:xfrm>
              <a:off x="33552" y="900321"/>
              <a:ext cx="106249" cy="1957"/>
            </a:xfrm>
            <a:prstGeom prst="rect">
              <a:avLst/>
            </a:prstGeom>
            <a:solidFill>
              <a:srgbClr val="C7D4E1"/>
            </a:solidFill>
            <a:ln>
              <a:noFill/>
            </a:ln>
          </p:spPr>
        </p:sp>
        <p:sp>
          <p:nvSpPr>
            <p:cNvPr id="19060" name="Colorbar gradient 484"/>
            <p:cNvSpPr/>
            <p:nvPr/>
          </p:nvSpPr>
          <p:spPr>
            <a:xfrm>
              <a:off x="33552" y="902185"/>
              <a:ext cx="106249" cy="1957"/>
            </a:xfrm>
            <a:prstGeom prst="rect">
              <a:avLst/>
            </a:prstGeom>
            <a:solidFill>
              <a:srgbClr val="C6D4E1"/>
            </a:solidFill>
            <a:ln>
              <a:noFill/>
            </a:ln>
          </p:spPr>
        </p:sp>
        <p:sp>
          <p:nvSpPr>
            <p:cNvPr id="19061" name="Colorbar gradient 485"/>
            <p:cNvSpPr/>
            <p:nvPr/>
          </p:nvSpPr>
          <p:spPr>
            <a:xfrm>
              <a:off x="33552" y="904049"/>
              <a:ext cx="106249" cy="1957"/>
            </a:xfrm>
            <a:prstGeom prst="rect">
              <a:avLst/>
            </a:prstGeom>
            <a:solidFill>
              <a:srgbClr val="C5D3E0"/>
            </a:solidFill>
            <a:ln>
              <a:noFill/>
            </a:ln>
          </p:spPr>
        </p:sp>
        <p:sp>
          <p:nvSpPr>
            <p:cNvPr id="19062" name="Colorbar gradient 486"/>
            <p:cNvSpPr/>
            <p:nvPr/>
          </p:nvSpPr>
          <p:spPr>
            <a:xfrm>
              <a:off x="33552" y="905913"/>
              <a:ext cx="106249" cy="1957"/>
            </a:xfrm>
            <a:prstGeom prst="rect">
              <a:avLst/>
            </a:prstGeom>
            <a:solidFill>
              <a:srgbClr val="C5D2E0"/>
            </a:solidFill>
            <a:ln>
              <a:noFill/>
            </a:ln>
          </p:spPr>
        </p:sp>
        <p:sp>
          <p:nvSpPr>
            <p:cNvPr id="19063" name="Colorbar gradient 487"/>
            <p:cNvSpPr/>
            <p:nvPr/>
          </p:nvSpPr>
          <p:spPr>
            <a:xfrm>
              <a:off x="33552" y="907777"/>
              <a:ext cx="106249" cy="1957"/>
            </a:xfrm>
            <a:prstGeom prst="rect">
              <a:avLst/>
            </a:prstGeom>
            <a:solidFill>
              <a:srgbClr val="C5D2DF"/>
            </a:solidFill>
            <a:ln>
              <a:noFill/>
            </a:ln>
          </p:spPr>
        </p:sp>
        <p:sp>
          <p:nvSpPr>
            <p:cNvPr id="19064" name="Colorbar gradient 488"/>
            <p:cNvSpPr/>
            <p:nvPr/>
          </p:nvSpPr>
          <p:spPr>
            <a:xfrm>
              <a:off x="33552" y="909641"/>
              <a:ext cx="106249" cy="1957"/>
            </a:xfrm>
            <a:prstGeom prst="rect">
              <a:avLst/>
            </a:prstGeom>
            <a:solidFill>
              <a:srgbClr val="C3D1DF"/>
            </a:solidFill>
            <a:ln>
              <a:noFill/>
            </a:ln>
          </p:spPr>
        </p:sp>
        <p:sp>
          <p:nvSpPr>
            <p:cNvPr id="19065" name="Colorbar gradient 489"/>
            <p:cNvSpPr/>
            <p:nvPr/>
          </p:nvSpPr>
          <p:spPr>
            <a:xfrm>
              <a:off x="33552" y="911505"/>
              <a:ext cx="106249" cy="1957"/>
            </a:xfrm>
            <a:prstGeom prst="rect">
              <a:avLst/>
            </a:prstGeom>
            <a:solidFill>
              <a:srgbClr val="C3D1DF"/>
            </a:solidFill>
            <a:ln>
              <a:noFill/>
            </a:ln>
          </p:spPr>
        </p:sp>
        <p:sp>
          <p:nvSpPr>
            <p:cNvPr id="19066" name="Colorbar gradient 490"/>
            <p:cNvSpPr/>
            <p:nvPr/>
          </p:nvSpPr>
          <p:spPr>
            <a:xfrm>
              <a:off x="33552" y="913369"/>
              <a:ext cx="106249" cy="1957"/>
            </a:xfrm>
            <a:prstGeom prst="rect">
              <a:avLst/>
            </a:prstGeom>
            <a:solidFill>
              <a:srgbClr val="C2D0DE"/>
            </a:solidFill>
            <a:ln>
              <a:noFill/>
            </a:ln>
          </p:spPr>
        </p:sp>
        <p:sp>
          <p:nvSpPr>
            <p:cNvPr id="19067" name="Colorbar gradient 491"/>
            <p:cNvSpPr/>
            <p:nvPr/>
          </p:nvSpPr>
          <p:spPr>
            <a:xfrm>
              <a:off x="33552" y="915233"/>
              <a:ext cx="106249" cy="1957"/>
            </a:xfrm>
            <a:prstGeom prst="rect">
              <a:avLst/>
            </a:prstGeom>
            <a:solidFill>
              <a:srgbClr val="BFCFDF"/>
            </a:solidFill>
            <a:ln>
              <a:noFill/>
            </a:ln>
          </p:spPr>
        </p:sp>
        <p:sp>
          <p:nvSpPr>
            <p:cNvPr id="19068" name="Colorbar gradient 492"/>
            <p:cNvSpPr/>
            <p:nvPr/>
          </p:nvSpPr>
          <p:spPr>
            <a:xfrm>
              <a:off x="33552" y="917097"/>
              <a:ext cx="106249" cy="1957"/>
            </a:xfrm>
            <a:prstGeom prst="rect">
              <a:avLst/>
            </a:prstGeom>
            <a:solidFill>
              <a:srgbClr val="BECFDD"/>
            </a:solidFill>
            <a:ln>
              <a:noFill/>
            </a:ln>
          </p:spPr>
        </p:sp>
        <p:sp>
          <p:nvSpPr>
            <p:cNvPr id="19069" name="Colorbar gradient 493"/>
            <p:cNvSpPr/>
            <p:nvPr/>
          </p:nvSpPr>
          <p:spPr>
            <a:xfrm>
              <a:off x="33552" y="918961"/>
              <a:ext cx="106249" cy="1957"/>
            </a:xfrm>
            <a:prstGeom prst="rect">
              <a:avLst/>
            </a:prstGeom>
            <a:solidFill>
              <a:srgbClr val="BDCEDD"/>
            </a:solidFill>
            <a:ln>
              <a:noFill/>
            </a:ln>
          </p:spPr>
        </p:sp>
        <p:sp>
          <p:nvSpPr>
            <p:cNvPr id="19070" name="Colorbar gradient 494"/>
            <p:cNvSpPr/>
            <p:nvPr/>
          </p:nvSpPr>
          <p:spPr>
            <a:xfrm>
              <a:off x="33552" y="920825"/>
              <a:ext cx="106249" cy="1957"/>
            </a:xfrm>
            <a:prstGeom prst="rect">
              <a:avLst/>
            </a:prstGeom>
            <a:solidFill>
              <a:srgbClr val="BCCCDC"/>
            </a:solidFill>
            <a:ln>
              <a:noFill/>
            </a:ln>
          </p:spPr>
        </p:sp>
        <p:sp>
          <p:nvSpPr>
            <p:cNvPr id="19071" name="Colorbar gradient 495"/>
            <p:cNvSpPr/>
            <p:nvPr/>
          </p:nvSpPr>
          <p:spPr>
            <a:xfrm>
              <a:off x="33552" y="922689"/>
              <a:ext cx="106249" cy="1957"/>
            </a:xfrm>
            <a:prstGeom prst="rect">
              <a:avLst/>
            </a:prstGeom>
            <a:solidFill>
              <a:srgbClr val="BBCCDC"/>
            </a:solidFill>
            <a:ln>
              <a:noFill/>
            </a:ln>
          </p:spPr>
        </p:sp>
        <p:sp>
          <p:nvSpPr>
            <p:cNvPr id="19072" name="Colorbar gradient 496"/>
            <p:cNvSpPr/>
            <p:nvPr/>
          </p:nvSpPr>
          <p:spPr>
            <a:xfrm>
              <a:off x="33552" y="924553"/>
              <a:ext cx="106249" cy="1957"/>
            </a:xfrm>
            <a:prstGeom prst="rect">
              <a:avLst/>
            </a:prstGeom>
            <a:solidFill>
              <a:srgbClr val="BACADB"/>
            </a:solidFill>
            <a:ln>
              <a:noFill/>
            </a:ln>
          </p:spPr>
        </p:sp>
        <p:sp>
          <p:nvSpPr>
            <p:cNvPr id="19073" name="Colorbar gradient 497"/>
            <p:cNvSpPr/>
            <p:nvPr/>
          </p:nvSpPr>
          <p:spPr>
            <a:xfrm>
              <a:off x="33552" y="926417"/>
              <a:ext cx="106249" cy="1957"/>
            </a:xfrm>
            <a:prstGeom prst="rect">
              <a:avLst/>
            </a:prstGeom>
            <a:solidFill>
              <a:srgbClr val="B9C9DB"/>
            </a:solidFill>
            <a:ln>
              <a:noFill/>
            </a:ln>
          </p:spPr>
        </p:sp>
        <p:sp>
          <p:nvSpPr>
            <p:cNvPr id="19074" name="Colorbar gradient 498"/>
            <p:cNvSpPr/>
            <p:nvPr/>
          </p:nvSpPr>
          <p:spPr>
            <a:xfrm>
              <a:off x="33552" y="928281"/>
              <a:ext cx="106249" cy="1957"/>
            </a:xfrm>
            <a:prstGeom prst="rect">
              <a:avLst/>
            </a:prstGeom>
            <a:solidFill>
              <a:srgbClr val="B8C9DA"/>
            </a:solidFill>
            <a:ln>
              <a:noFill/>
            </a:ln>
          </p:spPr>
        </p:sp>
        <p:sp>
          <p:nvSpPr>
            <p:cNvPr id="19075" name="Colorbar gradient 499"/>
            <p:cNvSpPr/>
            <p:nvPr/>
          </p:nvSpPr>
          <p:spPr>
            <a:xfrm>
              <a:off x="33552" y="930145"/>
              <a:ext cx="106249" cy="1957"/>
            </a:xfrm>
            <a:prstGeom prst="rect">
              <a:avLst/>
            </a:prstGeom>
            <a:solidFill>
              <a:srgbClr val="B7C7D9"/>
            </a:solidFill>
            <a:ln>
              <a:noFill/>
            </a:ln>
          </p:spPr>
        </p:sp>
        <p:sp>
          <p:nvSpPr>
            <p:cNvPr id="19076" name="Colorbar gradient 500"/>
            <p:cNvSpPr/>
            <p:nvPr/>
          </p:nvSpPr>
          <p:spPr>
            <a:xfrm>
              <a:off x="33552" y="932009"/>
              <a:ext cx="106249" cy="1957"/>
            </a:xfrm>
            <a:prstGeom prst="rect">
              <a:avLst/>
            </a:prstGeom>
            <a:solidFill>
              <a:srgbClr val="B6C7D9"/>
            </a:solidFill>
            <a:ln>
              <a:noFill/>
            </a:ln>
          </p:spPr>
        </p:sp>
        <p:sp>
          <p:nvSpPr>
            <p:cNvPr id="19077" name="Colorbar gradient 501"/>
            <p:cNvSpPr/>
            <p:nvPr/>
          </p:nvSpPr>
          <p:spPr>
            <a:xfrm>
              <a:off x="33552" y="933873"/>
              <a:ext cx="106249" cy="1957"/>
            </a:xfrm>
            <a:prstGeom prst="rect">
              <a:avLst/>
            </a:prstGeom>
            <a:solidFill>
              <a:srgbClr val="B5C6D7"/>
            </a:solidFill>
            <a:ln>
              <a:noFill/>
            </a:ln>
          </p:spPr>
        </p:sp>
        <p:sp>
          <p:nvSpPr>
            <p:cNvPr id="19078" name="Colorbar gradient 502"/>
            <p:cNvSpPr/>
            <p:nvPr/>
          </p:nvSpPr>
          <p:spPr>
            <a:xfrm>
              <a:off x="33552" y="935737"/>
              <a:ext cx="106249" cy="1957"/>
            </a:xfrm>
            <a:prstGeom prst="rect">
              <a:avLst/>
            </a:prstGeom>
            <a:solidFill>
              <a:srgbClr val="B5C5D7"/>
            </a:solidFill>
            <a:ln>
              <a:noFill/>
            </a:ln>
          </p:spPr>
        </p:sp>
        <p:sp>
          <p:nvSpPr>
            <p:cNvPr id="19079" name="Colorbar gradient 503"/>
            <p:cNvSpPr/>
            <p:nvPr/>
          </p:nvSpPr>
          <p:spPr>
            <a:xfrm>
              <a:off x="33552" y="937601"/>
              <a:ext cx="106249" cy="1957"/>
            </a:xfrm>
            <a:prstGeom prst="rect">
              <a:avLst/>
            </a:prstGeom>
            <a:solidFill>
              <a:srgbClr val="B4C5D6"/>
            </a:solidFill>
            <a:ln>
              <a:noFill/>
            </a:ln>
          </p:spPr>
        </p:sp>
        <p:sp>
          <p:nvSpPr>
            <p:cNvPr id="19080" name="Colorbar gradient 504"/>
            <p:cNvSpPr/>
            <p:nvPr/>
          </p:nvSpPr>
          <p:spPr>
            <a:xfrm>
              <a:off x="33552" y="939465"/>
              <a:ext cx="106249" cy="1957"/>
            </a:xfrm>
            <a:prstGeom prst="rect">
              <a:avLst/>
            </a:prstGeom>
            <a:solidFill>
              <a:srgbClr val="B3C5D6"/>
            </a:solidFill>
            <a:ln>
              <a:noFill/>
            </a:ln>
          </p:spPr>
        </p:sp>
        <p:sp>
          <p:nvSpPr>
            <p:cNvPr id="19081" name="Colorbar gradient 505"/>
            <p:cNvSpPr/>
            <p:nvPr/>
          </p:nvSpPr>
          <p:spPr>
            <a:xfrm>
              <a:off x="33552" y="941329"/>
              <a:ext cx="106249" cy="1957"/>
            </a:xfrm>
            <a:prstGeom prst="rect">
              <a:avLst/>
            </a:prstGeom>
            <a:solidFill>
              <a:srgbClr val="AFC4D5"/>
            </a:solidFill>
            <a:ln>
              <a:noFill/>
            </a:ln>
          </p:spPr>
        </p:sp>
        <p:sp>
          <p:nvSpPr>
            <p:cNvPr id="19082" name="Colorbar gradient 506"/>
            <p:cNvSpPr/>
            <p:nvPr/>
          </p:nvSpPr>
          <p:spPr>
            <a:xfrm>
              <a:off x="33552" y="943193"/>
              <a:ext cx="106249" cy="1957"/>
            </a:xfrm>
            <a:prstGeom prst="rect">
              <a:avLst/>
            </a:prstGeom>
            <a:solidFill>
              <a:srgbClr val="AFC3D5"/>
            </a:solidFill>
            <a:ln>
              <a:noFill/>
            </a:ln>
          </p:spPr>
        </p:sp>
        <p:sp>
          <p:nvSpPr>
            <p:cNvPr id="19083" name="Colorbar gradient 507"/>
            <p:cNvSpPr/>
            <p:nvPr/>
          </p:nvSpPr>
          <p:spPr>
            <a:xfrm>
              <a:off x="33552" y="945057"/>
              <a:ext cx="106249" cy="1957"/>
            </a:xfrm>
            <a:prstGeom prst="rect">
              <a:avLst/>
            </a:prstGeom>
            <a:solidFill>
              <a:srgbClr val="ADC2D4"/>
            </a:solidFill>
            <a:ln>
              <a:noFill/>
            </a:ln>
          </p:spPr>
        </p:sp>
        <p:sp>
          <p:nvSpPr>
            <p:cNvPr id="19084" name="Colorbar gradient 508"/>
            <p:cNvSpPr/>
            <p:nvPr/>
          </p:nvSpPr>
          <p:spPr>
            <a:xfrm>
              <a:off x="33552" y="946921"/>
              <a:ext cx="106249" cy="1957"/>
            </a:xfrm>
            <a:prstGeom prst="rect">
              <a:avLst/>
            </a:prstGeom>
            <a:solidFill>
              <a:srgbClr val="ADC2D4"/>
            </a:solidFill>
            <a:ln>
              <a:noFill/>
            </a:ln>
          </p:spPr>
        </p:sp>
        <p:sp>
          <p:nvSpPr>
            <p:cNvPr id="19085" name="Colorbar gradient 509"/>
            <p:cNvSpPr/>
            <p:nvPr/>
          </p:nvSpPr>
          <p:spPr>
            <a:xfrm>
              <a:off x="33552" y="948785"/>
              <a:ext cx="106249" cy="1957"/>
            </a:xfrm>
            <a:prstGeom prst="rect">
              <a:avLst/>
            </a:prstGeom>
            <a:solidFill>
              <a:srgbClr val="ACC1D3"/>
            </a:solidFill>
            <a:ln>
              <a:noFill/>
            </a:ln>
          </p:spPr>
        </p:sp>
        <p:sp>
          <p:nvSpPr>
            <p:cNvPr id="19086" name="Colorbar gradient 510"/>
            <p:cNvSpPr/>
            <p:nvPr/>
          </p:nvSpPr>
          <p:spPr>
            <a:xfrm>
              <a:off x="33552" y="950649"/>
              <a:ext cx="106249" cy="1957"/>
            </a:xfrm>
            <a:prstGeom prst="rect">
              <a:avLst/>
            </a:prstGeom>
            <a:solidFill>
              <a:srgbClr val="ACC0D3"/>
            </a:solidFill>
            <a:ln>
              <a:noFill/>
            </a:ln>
          </p:spPr>
        </p:sp>
        <p:sp>
          <p:nvSpPr>
            <p:cNvPr id="19087" name="Colorbar gradient 511"/>
            <p:cNvSpPr/>
            <p:nvPr/>
          </p:nvSpPr>
          <p:spPr>
            <a:xfrm>
              <a:off x="33552" y="952513"/>
              <a:ext cx="106249" cy="1957"/>
            </a:xfrm>
            <a:prstGeom prst="rect">
              <a:avLst/>
            </a:prstGeom>
            <a:solidFill>
              <a:srgbClr val="ABBED2"/>
            </a:solidFill>
            <a:ln>
              <a:noFill/>
            </a:ln>
          </p:spPr>
        </p:sp>
        <p:sp>
          <p:nvSpPr>
            <p:cNvPr id="19088" name="Colorbar gradient 512"/>
            <p:cNvSpPr/>
            <p:nvPr/>
          </p:nvSpPr>
          <p:spPr>
            <a:xfrm>
              <a:off x="33552" y="954377"/>
              <a:ext cx="106249" cy="1957"/>
            </a:xfrm>
            <a:prstGeom prst="rect">
              <a:avLst/>
            </a:prstGeom>
            <a:solidFill>
              <a:srgbClr val="AABDD2"/>
            </a:solidFill>
            <a:ln>
              <a:noFill/>
            </a:ln>
          </p:spPr>
        </p:sp>
        <p:sp>
          <p:nvSpPr>
            <p:cNvPr id="19089" name="Colorbar gradient 513"/>
            <p:cNvSpPr/>
            <p:nvPr/>
          </p:nvSpPr>
          <p:spPr>
            <a:xfrm>
              <a:off x="33552" y="956241"/>
              <a:ext cx="106249" cy="1957"/>
            </a:xfrm>
            <a:prstGeom prst="rect">
              <a:avLst/>
            </a:prstGeom>
            <a:solidFill>
              <a:srgbClr val="A9BCD2"/>
            </a:solidFill>
            <a:ln>
              <a:noFill/>
            </a:ln>
          </p:spPr>
        </p:sp>
        <p:sp>
          <p:nvSpPr>
            <p:cNvPr id="19090" name="Colorbar gradient 514"/>
            <p:cNvSpPr/>
            <p:nvPr/>
          </p:nvSpPr>
          <p:spPr>
            <a:xfrm>
              <a:off x="33552" y="958105"/>
              <a:ext cx="106249" cy="1957"/>
            </a:xfrm>
            <a:prstGeom prst="rect">
              <a:avLst/>
            </a:prstGeom>
            <a:solidFill>
              <a:srgbClr val="A8BCD1"/>
            </a:solidFill>
            <a:ln>
              <a:noFill/>
            </a:ln>
          </p:spPr>
        </p:sp>
        <p:sp>
          <p:nvSpPr>
            <p:cNvPr id="19091" name="Colorbar gradient 515"/>
            <p:cNvSpPr/>
            <p:nvPr/>
          </p:nvSpPr>
          <p:spPr>
            <a:xfrm>
              <a:off x="33552" y="959969"/>
              <a:ext cx="106249" cy="1957"/>
            </a:xfrm>
            <a:prstGeom prst="rect">
              <a:avLst/>
            </a:prstGeom>
            <a:solidFill>
              <a:srgbClr val="A7BBD1"/>
            </a:solidFill>
            <a:ln>
              <a:noFill/>
            </a:ln>
          </p:spPr>
        </p:sp>
        <p:sp>
          <p:nvSpPr>
            <p:cNvPr id="19092" name="Colorbar gradient 516"/>
            <p:cNvSpPr/>
            <p:nvPr/>
          </p:nvSpPr>
          <p:spPr>
            <a:xfrm>
              <a:off x="33552" y="961833"/>
              <a:ext cx="106249" cy="1957"/>
            </a:xfrm>
            <a:prstGeom prst="rect">
              <a:avLst/>
            </a:prstGeom>
            <a:solidFill>
              <a:srgbClr val="A6BAD0"/>
            </a:solidFill>
            <a:ln>
              <a:noFill/>
            </a:ln>
          </p:spPr>
        </p:sp>
        <p:sp>
          <p:nvSpPr>
            <p:cNvPr id="19093" name="Colorbar gradient 517"/>
            <p:cNvSpPr/>
            <p:nvPr/>
          </p:nvSpPr>
          <p:spPr>
            <a:xfrm>
              <a:off x="33552" y="963697"/>
              <a:ext cx="106249" cy="1957"/>
            </a:xfrm>
            <a:prstGeom prst="rect">
              <a:avLst/>
            </a:prstGeom>
            <a:solidFill>
              <a:srgbClr val="A3B9CF"/>
            </a:solidFill>
            <a:ln>
              <a:noFill/>
            </a:ln>
          </p:spPr>
        </p:sp>
        <p:sp>
          <p:nvSpPr>
            <p:cNvPr id="19094" name="Colorbar gradient 518"/>
            <p:cNvSpPr/>
            <p:nvPr/>
          </p:nvSpPr>
          <p:spPr>
            <a:xfrm>
              <a:off x="33552" y="965561"/>
              <a:ext cx="106249" cy="1957"/>
            </a:xfrm>
            <a:prstGeom prst="rect">
              <a:avLst/>
            </a:prstGeom>
            <a:solidFill>
              <a:srgbClr val="A2B8CF"/>
            </a:solidFill>
            <a:ln>
              <a:noFill/>
            </a:ln>
          </p:spPr>
        </p:sp>
        <p:sp>
          <p:nvSpPr>
            <p:cNvPr id="19095" name="Colorbar gradient 519"/>
            <p:cNvSpPr/>
            <p:nvPr/>
          </p:nvSpPr>
          <p:spPr>
            <a:xfrm>
              <a:off x="33552" y="967425"/>
              <a:ext cx="106249" cy="1957"/>
            </a:xfrm>
            <a:prstGeom prst="rect">
              <a:avLst/>
            </a:prstGeom>
            <a:solidFill>
              <a:srgbClr val="A2B8CE"/>
            </a:solidFill>
            <a:ln>
              <a:noFill/>
            </a:ln>
          </p:spPr>
        </p:sp>
        <p:sp>
          <p:nvSpPr>
            <p:cNvPr id="19096" name="Colorbar gradient 520"/>
            <p:cNvSpPr/>
            <p:nvPr/>
          </p:nvSpPr>
          <p:spPr>
            <a:xfrm>
              <a:off x="33552" y="969289"/>
              <a:ext cx="106249" cy="1957"/>
            </a:xfrm>
            <a:prstGeom prst="rect">
              <a:avLst/>
            </a:prstGeom>
            <a:solidFill>
              <a:srgbClr val="A1B8CE"/>
            </a:solidFill>
            <a:ln>
              <a:noFill/>
            </a:ln>
          </p:spPr>
        </p:sp>
        <p:sp>
          <p:nvSpPr>
            <p:cNvPr id="19097" name="Colorbar gradient 521"/>
            <p:cNvSpPr/>
            <p:nvPr/>
          </p:nvSpPr>
          <p:spPr>
            <a:xfrm>
              <a:off x="33552" y="971153"/>
              <a:ext cx="106249" cy="1957"/>
            </a:xfrm>
            <a:prstGeom prst="rect">
              <a:avLst/>
            </a:prstGeom>
            <a:solidFill>
              <a:srgbClr val="A0B7CE"/>
            </a:solidFill>
            <a:ln>
              <a:noFill/>
            </a:ln>
          </p:spPr>
        </p:sp>
        <p:sp>
          <p:nvSpPr>
            <p:cNvPr id="19098" name="Colorbar gradient 522"/>
            <p:cNvSpPr/>
            <p:nvPr/>
          </p:nvSpPr>
          <p:spPr>
            <a:xfrm>
              <a:off x="33552" y="973017"/>
              <a:ext cx="106249" cy="1957"/>
            </a:xfrm>
            <a:prstGeom prst="rect">
              <a:avLst/>
            </a:prstGeom>
            <a:solidFill>
              <a:srgbClr val="9FB6CD"/>
            </a:solidFill>
            <a:ln>
              <a:noFill/>
            </a:ln>
          </p:spPr>
        </p:sp>
        <p:sp>
          <p:nvSpPr>
            <p:cNvPr id="19099" name="Colorbar gradient 523"/>
            <p:cNvSpPr/>
            <p:nvPr/>
          </p:nvSpPr>
          <p:spPr>
            <a:xfrm>
              <a:off x="33552" y="974881"/>
              <a:ext cx="106249" cy="1957"/>
            </a:xfrm>
            <a:prstGeom prst="rect">
              <a:avLst/>
            </a:prstGeom>
            <a:solidFill>
              <a:srgbClr val="9EB5CC"/>
            </a:solidFill>
            <a:ln>
              <a:noFill/>
            </a:ln>
          </p:spPr>
        </p:sp>
        <p:sp>
          <p:nvSpPr>
            <p:cNvPr id="19100" name="Colorbar gradient 524"/>
            <p:cNvSpPr/>
            <p:nvPr/>
          </p:nvSpPr>
          <p:spPr>
            <a:xfrm>
              <a:off x="33552" y="976745"/>
              <a:ext cx="106249" cy="1957"/>
            </a:xfrm>
            <a:prstGeom prst="rect">
              <a:avLst/>
            </a:prstGeom>
            <a:solidFill>
              <a:srgbClr val="9DB5CC"/>
            </a:solidFill>
            <a:ln>
              <a:noFill/>
            </a:ln>
          </p:spPr>
        </p:sp>
        <p:sp>
          <p:nvSpPr>
            <p:cNvPr id="19101" name="Colorbar gradient 525"/>
            <p:cNvSpPr/>
            <p:nvPr/>
          </p:nvSpPr>
          <p:spPr>
            <a:xfrm>
              <a:off x="33552" y="978609"/>
              <a:ext cx="106249" cy="1957"/>
            </a:xfrm>
            <a:prstGeom prst="rect">
              <a:avLst/>
            </a:prstGeom>
            <a:solidFill>
              <a:srgbClr val="9CB4CA"/>
            </a:solidFill>
            <a:ln>
              <a:noFill/>
            </a:ln>
          </p:spPr>
        </p:sp>
        <p:sp>
          <p:nvSpPr>
            <p:cNvPr id="19102" name="Colorbar gradient 526"/>
            <p:cNvSpPr/>
            <p:nvPr/>
          </p:nvSpPr>
          <p:spPr>
            <a:xfrm>
              <a:off x="33552" y="980473"/>
              <a:ext cx="106249" cy="1957"/>
            </a:xfrm>
            <a:prstGeom prst="rect">
              <a:avLst/>
            </a:prstGeom>
            <a:solidFill>
              <a:srgbClr val="9BB3CA"/>
            </a:solidFill>
            <a:ln>
              <a:noFill/>
            </a:ln>
          </p:spPr>
        </p:sp>
        <p:sp>
          <p:nvSpPr>
            <p:cNvPr id="19103" name="Colorbar gradient 527"/>
            <p:cNvSpPr/>
            <p:nvPr/>
          </p:nvSpPr>
          <p:spPr>
            <a:xfrm>
              <a:off x="33552" y="982337"/>
              <a:ext cx="106249" cy="1957"/>
            </a:xfrm>
            <a:prstGeom prst="rect">
              <a:avLst/>
            </a:prstGeom>
            <a:solidFill>
              <a:srgbClr val="9AB3C9"/>
            </a:solidFill>
            <a:ln>
              <a:noFill/>
            </a:ln>
          </p:spPr>
        </p:sp>
        <p:sp>
          <p:nvSpPr>
            <p:cNvPr id="19104" name="Colorbar gradient 528"/>
            <p:cNvSpPr/>
            <p:nvPr/>
          </p:nvSpPr>
          <p:spPr>
            <a:xfrm>
              <a:off x="33552" y="984201"/>
              <a:ext cx="106249" cy="1957"/>
            </a:xfrm>
            <a:prstGeom prst="rect">
              <a:avLst/>
            </a:prstGeom>
            <a:solidFill>
              <a:srgbClr val="99B0C8"/>
            </a:solidFill>
            <a:ln>
              <a:noFill/>
            </a:ln>
          </p:spPr>
        </p:sp>
        <p:sp>
          <p:nvSpPr>
            <p:cNvPr id="19105" name="Colorbar gradient 529"/>
            <p:cNvSpPr/>
            <p:nvPr/>
          </p:nvSpPr>
          <p:spPr>
            <a:xfrm>
              <a:off x="33552" y="986065"/>
              <a:ext cx="106249" cy="1957"/>
            </a:xfrm>
            <a:prstGeom prst="rect">
              <a:avLst/>
            </a:prstGeom>
            <a:solidFill>
              <a:srgbClr val="97B0C8"/>
            </a:solidFill>
            <a:ln>
              <a:noFill/>
            </a:ln>
          </p:spPr>
        </p:sp>
        <p:sp>
          <p:nvSpPr>
            <p:cNvPr id="19106" name="Colorbar gradient 530"/>
            <p:cNvSpPr/>
            <p:nvPr/>
          </p:nvSpPr>
          <p:spPr>
            <a:xfrm>
              <a:off x="33552" y="987929"/>
              <a:ext cx="106249" cy="1957"/>
            </a:xfrm>
            <a:prstGeom prst="rect">
              <a:avLst/>
            </a:prstGeom>
            <a:solidFill>
              <a:srgbClr val="96AFC7"/>
            </a:solidFill>
            <a:ln>
              <a:noFill/>
            </a:ln>
          </p:spPr>
        </p:sp>
        <p:sp>
          <p:nvSpPr>
            <p:cNvPr id="19107" name="Colorbar gradient 531"/>
            <p:cNvSpPr/>
            <p:nvPr/>
          </p:nvSpPr>
          <p:spPr>
            <a:xfrm>
              <a:off x="33552" y="989793"/>
              <a:ext cx="106249" cy="1957"/>
            </a:xfrm>
            <a:prstGeom prst="rect">
              <a:avLst/>
            </a:prstGeom>
            <a:solidFill>
              <a:srgbClr val="95AEC7"/>
            </a:solidFill>
            <a:ln>
              <a:noFill/>
            </a:ln>
          </p:spPr>
        </p:sp>
        <p:sp>
          <p:nvSpPr>
            <p:cNvPr id="19108" name="Colorbar gradient 532"/>
            <p:cNvSpPr/>
            <p:nvPr/>
          </p:nvSpPr>
          <p:spPr>
            <a:xfrm>
              <a:off x="33552" y="991657"/>
              <a:ext cx="106249" cy="1957"/>
            </a:xfrm>
            <a:prstGeom prst="rect">
              <a:avLst/>
            </a:prstGeom>
            <a:solidFill>
              <a:srgbClr val="95AEC6"/>
            </a:solidFill>
            <a:ln>
              <a:noFill/>
            </a:ln>
          </p:spPr>
        </p:sp>
        <p:sp>
          <p:nvSpPr>
            <p:cNvPr id="19109" name="Colorbar gradient 533"/>
            <p:cNvSpPr/>
            <p:nvPr/>
          </p:nvSpPr>
          <p:spPr>
            <a:xfrm>
              <a:off x="33552" y="993521"/>
              <a:ext cx="106249" cy="1957"/>
            </a:xfrm>
            <a:prstGeom prst="rect">
              <a:avLst/>
            </a:prstGeom>
            <a:solidFill>
              <a:srgbClr val="92ADC6"/>
            </a:solidFill>
            <a:ln>
              <a:noFill/>
            </a:ln>
          </p:spPr>
        </p:sp>
        <p:sp>
          <p:nvSpPr>
            <p:cNvPr id="19110" name="Colorbar gradient 534"/>
            <p:cNvSpPr/>
            <p:nvPr/>
          </p:nvSpPr>
          <p:spPr>
            <a:xfrm>
              <a:off x="33552" y="995385"/>
              <a:ext cx="106249" cy="1957"/>
            </a:xfrm>
            <a:prstGeom prst="rect">
              <a:avLst/>
            </a:prstGeom>
            <a:solidFill>
              <a:srgbClr val="91ACC5"/>
            </a:solidFill>
            <a:ln>
              <a:noFill/>
            </a:ln>
          </p:spPr>
        </p:sp>
        <p:sp>
          <p:nvSpPr>
            <p:cNvPr id="19111" name="Colorbar gradient 535"/>
            <p:cNvSpPr/>
            <p:nvPr/>
          </p:nvSpPr>
          <p:spPr>
            <a:xfrm>
              <a:off x="33552" y="997249"/>
              <a:ext cx="106249" cy="1957"/>
            </a:xfrm>
            <a:prstGeom prst="rect">
              <a:avLst/>
            </a:prstGeom>
            <a:solidFill>
              <a:srgbClr val="91ACC5"/>
            </a:solidFill>
            <a:ln>
              <a:noFill/>
            </a:ln>
          </p:spPr>
        </p:sp>
        <p:sp>
          <p:nvSpPr>
            <p:cNvPr id="19112" name="Colorbar gradient 536"/>
            <p:cNvSpPr/>
            <p:nvPr/>
          </p:nvSpPr>
          <p:spPr>
            <a:xfrm>
              <a:off x="33552" y="999113"/>
              <a:ext cx="106249" cy="1957"/>
            </a:xfrm>
            <a:prstGeom prst="rect">
              <a:avLst/>
            </a:prstGeom>
            <a:solidFill>
              <a:srgbClr val="90ABC5"/>
            </a:solidFill>
            <a:ln>
              <a:noFill/>
            </a:ln>
          </p:spPr>
        </p:sp>
        <p:sp>
          <p:nvSpPr>
            <p:cNvPr id="19113" name="Colorbar gradient 537"/>
            <p:cNvSpPr/>
            <p:nvPr/>
          </p:nvSpPr>
          <p:spPr>
            <a:xfrm>
              <a:off x="33552" y="1000977"/>
              <a:ext cx="106249" cy="1957"/>
            </a:xfrm>
            <a:prstGeom prst="rect">
              <a:avLst/>
            </a:prstGeom>
            <a:solidFill>
              <a:srgbClr val="8FAAC5"/>
            </a:solidFill>
            <a:ln>
              <a:noFill/>
            </a:ln>
          </p:spPr>
        </p:sp>
        <p:sp>
          <p:nvSpPr>
            <p:cNvPr id="19114" name="Colorbar gradient 538"/>
            <p:cNvSpPr/>
            <p:nvPr/>
          </p:nvSpPr>
          <p:spPr>
            <a:xfrm>
              <a:off x="33552" y="1002841"/>
              <a:ext cx="106249" cy="1957"/>
            </a:xfrm>
            <a:prstGeom prst="rect">
              <a:avLst/>
            </a:prstGeom>
            <a:solidFill>
              <a:srgbClr val="8FAAC5"/>
            </a:solidFill>
            <a:ln>
              <a:noFill/>
            </a:ln>
          </p:spPr>
        </p:sp>
        <p:sp>
          <p:nvSpPr>
            <p:cNvPr id="19115" name="Colorbar gradient 539"/>
            <p:cNvSpPr/>
            <p:nvPr/>
          </p:nvSpPr>
          <p:spPr>
            <a:xfrm>
              <a:off x="33552" y="1004706"/>
              <a:ext cx="106249" cy="1957"/>
            </a:xfrm>
            <a:prstGeom prst="rect">
              <a:avLst/>
            </a:prstGeom>
            <a:solidFill>
              <a:srgbClr val="8DA8C3"/>
            </a:solidFill>
            <a:ln>
              <a:noFill/>
            </a:ln>
          </p:spPr>
        </p:sp>
        <p:sp>
          <p:nvSpPr>
            <p:cNvPr id="19116" name="Colorbar gradient 540"/>
            <p:cNvSpPr/>
            <p:nvPr/>
          </p:nvSpPr>
          <p:spPr>
            <a:xfrm>
              <a:off x="33552" y="1006570"/>
              <a:ext cx="106249" cy="1957"/>
            </a:xfrm>
            <a:prstGeom prst="rect">
              <a:avLst/>
            </a:prstGeom>
            <a:solidFill>
              <a:srgbClr val="8BA8C3"/>
            </a:solidFill>
            <a:ln>
              <a:noFill/>
            </a:ln>
          </p:spPr>
        </p:sp>
        <p:sp>
          <p:nvSpPr>
            <p:cNvPr id="19117" name="Colorbar gradient 541"/>
            <p:cNvSpPr/>
            <p:nvPr/>
          </p:nvSpPr>
          <p:spPr>
            <a:xfrm>
              <a:off x="33552" y="1008434"/>
              <a:ext cx="106249" cy="1957"/>
            </a:xfrm>
            <a:prstGeom prst="rect">
              <a:avLst/>
            </a:prstGeom>
            <a:solidFill>
              <a:srgbClr val="8AA7C2"/>
            </a:solidFill>
            <a:ln>
              <a:noFill/>
            </a:ln>
          </p:spPr>
        </p:sp>
        <p:sp>
          <p:nvSpPr>
            <p:cNvPr id="19118" name="Colorbar gradient 542"/>
            <p:cNvSpPr/>
            <p:nvPr/>
          </p:nvSpPr>
          <p:spPr>
            <a:xfrm>
              <a:off x="33552" y="1010298"/>
              <a:ext cx="106249" cy="1957"/>
            </a:xfrm>
            <a:prstGeom prst="rect">
              <a:avLst/>
            </a:prstGeom>
            <a:solidFill>
              <a:srgbClr val="89A6C2"/>
            </a:solidFill>
            <a:ln>
              <a:noFill/>
            </a:ln>
          </p:spPr>
        </p:sp>
        <p:sp>
          <p:nvSpPr>
            <p:cNvPr id="19119" name="Colorbar gradient 543"/>
            <p:cNvSpPr/>
            <p:nvPr/>
          </p:nvSpPr>
          <p:spPr>
            <a:xfrm>
              <a:off x="33552" y="1012162"/>
              <a:ext cx="106249" cy="1957"/>
            </a:xfrm>
            <a:prstGeom prst="rect">
              <a:avLst/>
            </a:prstGeom>
            <a:solidFill>
              <a:srgbClr val="88A6C1"/>
            </a:solidFill>
            <a:ln>
              <a:noFill/>
            </a:ln>
          </p:spPr>
        </p:sp>
        <p:sp>
          <p:nvSpPr>
            <p:cNvPr id="19120" name="Colorbar gradient 544"/>
            <p:cNvSpPr/>
            <p:nvPr/>
          </p:nvSpPr>
          <p:spPr>
            <a:xfrm>
              <a:off x="33552" y="1014026"/>
              <a:ext cx="106249" cy="1957"/>
            </a:xfrm>
            <a:prstGeom prst="rect">
              <a:avLst/>
            </a:prstGeom>
            <a:solidFill>
              <a:srgbClr val="88A4C1"/>
            </a:solidFill>
            <a:ln>
              <a:noFill/>
            </a:ln>
          </p:spPr>
        </p:sp>
        <p:sp>
          <p:nvSpPr>
            <p:cNvPr id="19121" name="Colorbar gradient 545"/>
            <p:cNvSpPr/>
            <p:nvPr/>
          </p:nvSpPr>
          <p:spPr>
            <a:xfrm>
              <a:off x="33552" y="1015890"/>
              <a:ext cx="106249" cy="1957"/>
            </a:xfrm>
            <a:prstGeom prst="rect">
              <a:avLst/>
            </a:prstGeom>
            <a:solidFill>
              <a:srgbClr val="86A3C0"/>
            </a:solidFill>
            <a:ln>
              <a:noFill/>
            </a:ln>
          </p:spPr>
        </p:sp>
        <p:sp>
          <p:nvSpPr>
            <p:cNvPr id="19122" name="Colorbar gradient 546"/>
            <p:cNvSpPr/>
            <p:nvPr/>
          </p:nvSpPr>
          <p:spPr>
            <a:xfrm>
              <a:off x="33552" y="1017754"/>
              <a:ext cx="106249" cy="1957"/>
            </a:xfrm>
            <a:prstGeom prst="rect">
              <a:avLst/>
            </a:prstGeom>
            <a:solidFill>
              <a:srgbClr val="85A2BE"/>
            </a:solidFill>
            <a:ln>
              <a:noFill/>
            </a:ln>
          </p:spPr>
        </p:sp>
        <p:sp>
          <p:nvSpPr>
            <p:cNvPr id="19123" name="Colorbar gradient 547"/>
            <p:cNvSpPr/>
            <p:nvPr/>
          </p:nvSpPr>
          <p:spPr>
            <a:xfrm>
              <a:off x="33552" y="1019618"/>
              <a:ext cx="106249" cy="1957"/>
            </a:xfrm>
            <a:prstGeom prst="rect">
              <a:avLst/>
            </a:prstGeom>
            <a:solidFill>
              <a:srgbClr val="85A1BE"/>
            </a:solidFill>
            <a:ln>
              <a:noFill/>
            </a:ln>
          </p:spPr>
        </p:sp>
        <p:sp>
          <p:nvSpPr>
            <p:cNvPr id="19124" name="Colorbar gradient 548"/>
            <p:cNvSpPr/>
            <p:nvPr/>
          </p:nvSpPr>
          <p:spPr>
            <a:xfrm>
              <a:off x="33552" y="1021482"/>
              <a:ext cx="106249" cy="1957"/>
            </a:xfrm>
            <a:prstGeom prst="rect">
              <a:avLst/>
            </a:prstGeom>
            <a:solidFill>
              <a:srgbClr val="84A1BE"/>
            </a:solidFill>
            <a:ln>
              <a:noFill/>
            </a:ln>
          </p:spPr>
        </p:sp>
        <p:sp>
          <p:nvSpPr>
            <p:cNvPr id="19125" name="Colorbar gradient 549"/>
            <p:cNvSpPr/>
            <p:nvPr/>
          </p:nvSpPr>
          <p:spPr>
            <a:xfrm>
              <a:off x="33552" y="1023346"/>
              <a:ext cx="106249" cy="1957"/>
            </a:xfrm>
            <a:prstGeom prst="rect">
              <a:avLst/>
            </a:prstGeom>
            <a:solidFill>
              <a:srgbClr val="83A0BD"/>
            </a:solidFill>
            <a:ln>
              <a:noFill/>
            </a:ln>
          </p:spPr>
        </p:sp>
        <p:sp>
          <p:nvSpPr>
            <p:cNvPr id="19126" name="Colorbar gradient 550"/>
            <p:cNvSpPr/>
            <p:nvPr/>
          </p:nvSpPr>
          <p:spPr>
            <a:xfrm>
              <a:off x="33552" y="1025210"/>
              <a:ext cx="106249" cy="1957"/>
            </a:xfrm>
            <a:prstGeom prst="rect">
              <a:avLst/>
            </a:prstGeom>
            <a:solidFill>
              <a:srgbClr val="829FBD"/>
            </a:solidFill>
            <a:ln>
              <a:noFill/>
            </a:ln>
          </p:spPr>
        </p:sp>
        <p:sp>
          <p:nvSpPr>
            <p:cNvPr id="19127" name="Colorbar gradient 551"/>
            <p:cNvSpPr/>
            <p:nvPr/>
          </p:nvSpPr>
          <p:spPr>
            <a:xfrm>
              <a:off x="33552" y="1027074"/>
              <a:ext cx="106249" cy="1957"/>
            </a:xfrm>
            <a:prstGeom prst="rect">
              <a:avLst/>
            </a:prstGeom>
            <a:solidFill>
              <a:srgbClr val="7F9FBC"/>
            </a:solidFill>
            <a:ln>
              <a:noFill/>
            </a:ln>
          </p:spPr>
        </p:sp>
        <p:sp>
          <p:nvSpPr>
            <p:cNvPr id="19128" name="Colorbar gradient 552"/>
            <p:cNvSpPr/>
            <p:nvPr/>
          </p:nvSpPr>
          <p:spPr>
            <a:xfrm>
              <a:off x="33552" y="1028938"/>
              <a:ext cx="106249" cy="1957"/>
            </a:xfrm>
            <a:prstGeom prst="rect">
              <a:avLst/>
            </a:prstGeom>
            <a:solidFill>
              <a:srgbClr val="809EBB"/>
            </a:solidFill>
            <a:ln>
              <a:noFill/>
            </a:ln>
          </p:spPr>
        </p:sp>
        <p:sp>
          <p:nvSpPr>
            <p:cNvPr id="19129" name="Colorbar gradient 553"/>
            <p:cNvSpPr/>
            <p:nvPr/>
          </p:nvSpPr>
          <p:spPr>
            <a:xfrm>
              <a:off x="33552" y="1030802"/>
              <a:ext cx="106249" cy="1957"/>
            </a:xfrm>
            <a:prstGeom prst="rect">
              <a:avLst/>
            </a:prstGeom>
            <a:solidFill>
              <a:srgbClr val="7E9EBB"/>
            </a:solidFill>
            <a:ln>
              <a:noFill/>
            </a:ln>
          </p:spPr>
        </p:sp>
        <p:sp>
          <p:nvSpPr>
            <p:cNvPr id="19130" name="Colorbar gradient 554"/>
            <p:cNvSpPr/>
            <p:nvPr/>
          </p:nvSpPr>
          <p:spPr>
            <a:xfrm>
              <a:off x="33552" y="1032666"/>
              <a:ext cx="106249" cy="1957"/>
            </a:xfrm>
            <a:prstGeom prst="rect">
              <a:avLst/>
            </a:prstGeom>
            <a:solidFill>
              <a:srgbClr val="7D9DBA"/>
            </a:solidFill>
            <a:ln>
              <a:noFill/>
            </a:ln>
          </p:spPr>
        </p:sp>
        <p:sp>
          <p:nvSpPr>
            <p:cNvPr id="19131" name="Colorbar gradient 555"/>
            <p:cNvSpPr/>
            <p:nvPr/>
          </p:nvSpPr>
          <p:spPr>
            <a:xfrm>
              <a:off x="33552" y="1034530"/>
              <a:ext cx="106249" cy="1957"/>
            </a:xfrm>
            <a:prstGeom prst="rect">
              <a:avLst/>
            </a:prstGeom>
            <a:solidFill>
              <a:srgbClr val="7C9CBA"/>
            </a:solidFill>
            <a:ln>
              <a:noFill/>
            </a:ln>
          </p:spPr>
        </p:sp>
        <p:sp>
          <p:nvSpPr>
            <p:cNvPr id="19132" name="Colorbar gradient 556"/>
            <p:cNvSpPr/>
            <p:nvPr/>
          </p:nvSpPr>
          <p:spPr>
            <a:xfrm>
              <a:off x="33552" y="1036394"/>
              <a:ext cx="106249" cy="1957"/>
            </a:xfrm>
            <a:prstGeom prst="rect">
              <a:avLst/>
            </a:prstGeom>
            <a:solidFill>
              <a:srgbClr val="7B9BB9"/>
            </a:solidFill>
            <a:ln>
              <a:noFill/>
            </a:ln>
          </p:spPr>
        </p:sp>
        <p:sp>
          <p:nvSpPr>
            <p:cNvPr id="19133" name="Colorbar gradient 557"/>
            <p:cNvSpPr/>
            <p:nvPr/>
          </p:nvSpPr>
          <p:spPr>
            <a:xfrm>
              <a:off x="33552" y="1038258"/>
              <a:ext cx="106249" cy="1957"/>
            </a:xfrm>
            <a:prstGeom prst="rect">
              <a:avLst/>
            </a:prstGeom>
            <a:solidFill>
              <a:srgbClr val="799AB8"/>
            </a:solidFill>
            <a:ln>
              <a:noFill/>
            </a:ln>
          </p:spPr>
        </p:sp>
        <p:sp>
          <p:nvSpPr>
            <p:cNvPr id="19134" name="Colorbar gradient 558"/>
            <p:cNvSpPr/>
            <p:nvPr/>
          </p:nvSpPr>
          <p:spPr>
            <a:xfrm>
              <a:off x="33552" y="1040122"/>
              <a:ext cx="106249" cy="1957"/>
            </a:xfrm>
            <a:prstGeom prst="rect">
              <a:avLst/>
            </a:prstGeom>
            <a:solidFill>
              <a:srgbClr val="7999B8"/>
            </a:solidFill>
            <a:ln>
              <a:noFill/>
            </a:ln>
          </p:spPr>
        </p:sp>
        <p:sp>
          <p:nvSpPr>
            <p:cNvPr id="19135" name="Colorbar gradient 559"/>
            <p:cNvSpPr/>
            <p:nvPr/>
          </p:nvSpPr>
          <p:spPr>
            <a:xfrm>
              <a:off x="33552" y="1041986"/>
              <a:ext cx="106249" cy="1957"/>
            </a:xfrm>
            <a:prstGeom prst="rect">
              <a:avLst/>
            </a:prstGeom>
            <a:solidFill>
              <a:srgbClr val="7899B8"/>
            </a:solidFill>
            <a:ln>
              <a:noFill/>
            </a:ln>
          </p:spPr>
        </p:sp>
        <p:sp>
          <p:nvSpPr>
            <p:cNvPr id="19136" name="Colorbar gradient 560"/>
            <p:cNvSpPr/>
            <p:nvPr/>
          </p:nvSpPr>
          <p:spPr>
            <a:xfrm>
              <a:off x="33552" y="1043850"/>
              <a:ext cx="106249" cy="1957"/>
            </a:xfrm>
            <a:prstGeom prst="rect">
              <a:avLst/>
            </a:prstGeom>
            <a:solidFill>
              <a:srgbClr val="7797B8"/>
            </a:solidFill>
            <a:ln>
              <a:noFill/>
            </a:ln>
          </p:spPr>
        </p:sp>
        <p:sp>
          <p:nvSpPr>
            <p:cNvPr id="19137" name="Colorbar gradient 561"/>
            <p:cNvSpPr/>
            <p:nvPr/>
          </p:nvSpPr>
          <p:spPr>
            <a:xfrm>
              <a:off x="33552" y="1045714"/>
              <a:ext cx="106249" cy="1957"/>
            </a:xfrm>
            <a:prstGeom prst="rect">
              <a:avLst/>
            </a:prstGeom>
            <a:solidFill>
              <a:srgbClr val="7696B8"/>
            </a:solidFill>
            <a:ln>
              <a:noFill/>
            </a:ln>
          </p:spPr>
        </p:sp>
        <p:sp>
          <p:nvSpPr>
            <p:cNvPr id="19138" name="Colorbar gradient 562"/>
            <p:cNvSpPr/>
            <p:nvPr/>
          </p:nvSpPr>
          <p:spPr>
            <a:xfrm>
              <a:off x="33552" y="1047578"/>
              <a:ext cx="106249" cy="1957"/>
            </a:xfrm>
            <a:prstGeom prst="rect">
              <a:avLst/>
            </a:prstGeom>
            <a:solidFill>
              <a:srgbClr val="7595B7"/>
            </a:solidFill>
            <a:ln>
              <a:noFill/>
            </a:ln>
          </p:spPr>
        </p:sp>
        <p:sp>
          <p:nvSpPr>
            <p:cNvPr id="19139" name="Colorbar gradient 563"/>
            <p:cNvSpPr/>
            <p:nvPr/>
          </p:nvSpPr>
          <p:spPr>
            <a:xfrm>
              <a:off x="33552" y="1049442"/>
              <a:ext cx="106249" cy="1957"/>
            </a:xfrm>
            <a:prstGeom prst="rect">
              <a:avLst/>
            </a:prstGeom>
            <a:solidFill>
              <a:srgbClr val="7494B6"/>
            </a:solidFill>
            <a:ln>
              <a:noFill/>
            </a:ln>
          </p:spPr>
        </p:sp>
        <p:sp>
          <p:nvSpPr>
            <p:cNvPr id="19140" name="Colorbar gradient 564"/>
            <p:cNvSpPr/>
            <p:nvPr/>
          </p:nvSpPr>
          <p:spPr>
            <a:xfrm>
              <a:off x="33552" y="1051306"/>
              <a:ext cx="106249" cy="1957"/>
            </a:xfrm>
            <a:prstGeom prst="rect">
              <a:avLst/>
            </a:prstGeom>
            <a:solidFill>
              <a:srgbClr val="7394B6"/>
            </a:solidFill>
            <a:ln>
              <a:noFill/>
            </a:ln>
          </p:spPr>
        </p:sp>
        <p:sp>
          <p:nvSpPr>
            <p:cNvPr id="19141" name="Colorbar gradient 565"/>
            <p:cNvSpPr/>
            <p:nvPr/>
          </p:nvSpPr>
          <p:spPr>
            <a:xfrm>
              <a:off x="33552" y="1053170"/>
              <a:ext cx="106249" cy="1957"/>
            </a:xfrm>
            <a:prstGeom prst="rect">
              <a:avLst/>
            </a:prstGeom>
            <a:solidFill>
              <a:srgbClr val="7193B5"/>
            </a:solidFill>
            <a:ln>
              <a:noFill/>
            </a:ln>
          </p:spPr>
        </p:sp>
        <p:sp>
          <p:nvSpPr>
            <p:cNvPr id="19142" name="Colorbar gradient 566"/>
            <p:cNvSpPr/>
            <p:nvPr/>
          </p:nvSpPr>
          <p:spPr>
            <a:xfrm>
              <a:off x="33552" y="1055034"/>
              <a:ext cx="106249" cy="1957"/>
            </a:xfrm>
            <a:prstGeom prst="rect">
              <a:avLst/>
            </a:prstGeom>
            <a:solidFill>
              <a:srgbClr val="7092B5"/>
            </a:solidFill>
            <a:ln>
              <a:noFill/>
            </a:ln>
          </p:spPr>
        </p:sp>
        <p:sp>
          <p:nvSpPr>
            <p:cNvPr id="19143" name="Colorbar gradient 567"/>
            <p:cNvSpPr/>
            <p:nvPr/>
          </p:nvSpPr>
          <p:spPr>
            <a:xfrm>
              <a:off x="33552" y="1056898"/>
              <a:ext cx="106249" cy="1957"/>
            </a:xfrm>
            <a:prstGeom prst="rect">
              <a:avLst/>
            </a:prstGeom>
            <a:solidFill>
              <a:srgbClr val="6F92B4"/>
            </a:solidFill>
            <a:ln>
              <a:noFill/>
            </a:ln>
          </p:spPr>
        </p:sp>
        <p:sp>
          <p:nvSpPr>
            <p:cNvPr id="19144" name="Colorbar gradient 568"/>
            <p:cNvSpPr/>
            <p:nvPr/>
          </p:nvSpPr>
          <p:spPr>
            <a:xfrm>
              <a:off x="33552" y="1058762"/>
              <a:ext cx="106249" cy="1957"/>
            </a:xfrm>
            <a:prstGeom prst="rect">
              <a:avLst/>
            </a:prstGeom>
            <a:solidFill>
              <a:srgbClr val="6D91B3"/>
            </a:solidFill>
            <a:ln>
              <a:noFill/>
            </a:ln>
          </p:spPr>
        </p:sp>
        <p:sp>
          <p:nvSpPr>
            <p:cNvPr id="19145" name="Colorbar gradient 569"/>
            <p:cNvSpPr/>
            <p:nvPr/>
          </p:nvSpPr>
          <p:spPr>
            <a:xfrm>
              <a:off x="33552" y="1060626"/>
              <a:ext cx="106249" cy="1957"/>
            </a:xfrm>
            <a:prstGeom prst="rect">
              <a:avLst/>
            </a:prstGeom>
            <a:solidFill>
              <a:srgbClr val="6D91B3"/>
            </a:solidFill>
            <a:ln>
              <a:noFill/>
            </a:ln>
          </p:spPr>
        </p:sp>
        <p:sp>
          <p:nvSpPr>
            <p:cNvPr id="19146" name="Colorbar gradient 570"/>
            <p:cNvSpPr/>
            <p:nvPr/>
          </p:nvSpPr>
          <p:spPr>
            <a:xfrm>
              <a:off x="33552" y="1062490"/>
              <a:ext cx="106249" cy="1957"/>
            </a:xfrm>
            <a:prstGeom prst="rect">
              <a:avLst/>
            </a:prstGeom>
            <a:solidFill>
              <a:srgbClr val="6C90B1"/>
            </a:solidFill>
            <a:ln>
              <a:noFill/>
            </a:ln>
          </p:spPr>
        </p:sp>
        <p:sp>
          <p:nvSpPr>
            <p:cNvPr id="19147" name="Colorbar gradient 571"/>
            <p:cNvSpPr/>
            <p:nvPr/>
          </p:nvSpPr>
          <p:spPr>
            <a:xfrm>
              <a:off x="33552" y="1064354"/>
              <a:ext cx="106249" cy="1957"/>
            </a:xfrm>
            <a:prstGeom prst="rect">
              <a:avLst/>
            </a:prstGeom>
            <a:solidFill>
              <a:srgbClr val="6B8FB1"/>
            </a:solidFill>
            <a:ln>
              <a:noFill/>
            </a:ln>
          </p:spPr>
        </p:sp>
        <p:sp>
          <p:nvSpPr>
            <p:cNvPr id="19148" name="Colorbar gradient 572"/>
            <p:cNvSpPr/>
            <p:nvPr/>
          </p:nvSpPr>
          <p:spPr>
            <a:xfrm>
              <a:off x="33552" y="1066218"/>
              <a:ext cx="106249" cy="1957"/>
            </a:xfrm>
            <a:prstGeom prst="rect">
              <a:avLst/>
            </a:prstGeom>
            <a:solidFill>
              <a:srgbClr val="6B8FB0"/>
            </a:solidFill>
            <a:ln>
              <a:noFill/>
            </a:ln>
          </p:spPr>
        </p:sp>
        <p:sp>
          <p:nvSpPr>
            <p:cNvPr id="19149" name="Colorbar gradient 573"/>
            <p:cNvSpPr/>
            <p:nvPr/>
          </p:nvSpPr>
          <p:spPr>
            <a:xfrm>
              <a:off x="33552" y="1068082"/>
              <a:ext cx="106249" cy="1957"/>
            </a:xfrm>
            <a:prstGeom prst="rect">
              <a:avLst/>
            </a:prstGeom>
            <a:solidFill>
              <a:srgbClr val="6A8EB0"/>
            </a:solidFill>
            <a:ln>
              <a:noFill/>
            </a:ln>
          </p:spPr>
        </p:sp>
        <p:sp>
          <p:nvSpPr>
            <p:cNvPr id="19150" name="Colorbar gradient 574"/>
            <p:cNvSpPr/>
            <p:nvPr/>
          </p:nvSpPr>
          <p:spPr>
            <a:xfrm>
              <a:off x="33552" y="1069946"/>
              <a:ext cx="106249" cy="1957"/>
            </a:xfrm>
            <a:prstGeom prst="rect">
              <a:avLst/>
            </a:prstGeom>
            <a:solidFill>
              <a:srgbClr val="688BAF"/>
            </a:solidFill>
            <a:ln>
              <a:noFill/>
            </a:ln>
          </p:spPr>
        </p:sp>
        <p:sp>
          <p:nvSpPr>
            <p:cNvPr id="19151" name="Colorbar gradient 575"/>
            <p:cNvSpPr/>
            <p:nvPr/>
          </p:nvSpPr>
          <p:spPr>
            <a:xfrm>
              <a:off x="33552" y="1071810"/>
              <a:ext cx="106249" cy="1957"/>
            </a:xfrm>
            <a:prstGeom prst="rect">
              <a:avLst/>
            </a:prstGeom>
            <a:solidFill>
              <a:srgbClr val="688BAF"/>
            </a:solidFill>
            <a:ln>
              <a:noFill/>
            </a:ln>
          </p:spPr>
        </p:sp>
        <p:sp>
          <p:nvSpPr>
            <p:cNvPr id="19152" name="Colorbar gradient 576"/>
            <p:cNvSpPr/>
            <p:nvPr/>
          </p:nvSpPr>
          <p:spPr>
            <a:xfrm>
              <a:off x="33552" y="1073674"/>
              <a:ext cx="106249" cy="1957"/>
            </a:xfrm>
            <a:prstGeom prst="rect">
              <a:avLst/>
            </a:prstGeom>
            <a:solidFill>
              <a:srgbClr val="678AAE"/>
            </a:solidFill>
            <a:ln>
              <a:noFill/>
            </a:ln>
          </p:spPr>
        </p:sp>
        <p:sp>
          <p:nvSpPr>
            <p:cNvPr id="19153" name="Colorbar gradient 577"/>
            <p:cNvSpPr/>
            <p:nvPr/>
          </p:nvSpPr>
          <p:spPr>
            <a:xfrm>
              <a:off x="33552" y="1075538"/>
              <a:ext cx="106249" cy="1957"/>
            </a:xfrm>
            <a:prstGeom prst="rect">
              <a:avLst/>
            </a:prstGeom>
            <a:solidFill>
              <a:srgbClr val="6689AE"/>
            </a:solidFill>
            <a:ln>
              <a:noFill/>
            </a:ln>
          </p:spPr>
        </p:sp>
        <p:sp>
          <p:nvSpPr>
            <p:cNvPr id="19154" name="Colorbar gradient 578"/>
            <p:cNvSpPr/>
            <p:nvPr/>
          </p:nvSpPr>
          <p:spPr>
            <a:xfrm>
              <a:off x="33552" y="1077402"/>
              <a:ext cx="106249" cy="1957"/>
            </a:xfrm>
            <a:prstGeom prst="rect">
              <a:avLst/>
            </a:prstGeom>
            <a:solidFill>
              <a:srgbClr val="6489AD"/>
            </a:solidFill>
            <a:ln>
              <a:noFill/>
            </a:ln>
          </p:spPr>
        </p:sp>
        <p:sp>
          <p:nvSpPr>
            <p:cNvPr id="19155" name="Colorbar gradient 579"/>
            <p:cNvSpPr/>
            <p:nvPr/>
          </p:nvSpPr>
          <p:spPr>
            <a:xfrm>
              <a:off x="33552" y="1079266"/>
              <a:ext cx="106249" cy="1957"/>
            </a:xfrm>
            <a:prstGeom prst="rect">
              <a:avLst/>
            </a:prstGeom>
            <a:solidFill>
              <a:srgbClr val="6388AD"/>
            </a:solidFill>
            <a:ln>
              <a:noFill/>
            </a:ln>
          </p:spPr>
        </p:sp>
        <p:sp>
          <p:nvSpPr>
            <p:cNvPr id="19156" name="Colorbar gradient 580"/>
            <p:cNvSpPr/>
            <p:nvPr/>
          </p:nvSpPr>
          <p:spPr>
            <a:xfrm>
              <a:off x="33552" y="1081130"/>
              <a:ext cx="106249" cy="1957"/>
            </a:xfrm>
            <a:prstGeom prst="rect">
              <a:avLst/>
            </a:prstGeom>
            <a:solidFill>
              <a:srgbClr val="6187AC"/>
            </a:solidFill>
            <a:ln>
              <a:noFill/>
            </a:ln>
          </p:spPr>
        </p:sp>
        <p:sp>
          <p:nvSpPr>
            <p:cNvPr id="19157" name="Colorbar gradient 581"/>
            <p:cNvSpPr/>
            <p:nvPr/>
          </p:nvSpPr>
          <p:spPr>
            <a:xfrm>
              <a:off x="33552" y="1082994"/>
              <a:ext cx="106249" cy="1957"/>
            </a:xfrm>
            <a:prstGeom prst="rect">
              <a:avLst/>
            </a:prstGeom>
            <a:solidFill>
              <a:srgbClr val="6086AC"/>
            </a:solidFill>
            <a:ln>
              <a:noFill/>
            </a:ln>
          </p:spPr>
        </p:sp>
        <p:sp>
          <p:nvSpPr>
            <p:cNvPr id="19158" name="Colorbar gradient 582"/>
            <p:cNvSpPr/>
            <p:nvPr/>
          </p:nvSpPr>
          <p:spPr>
            <a:xfrm>
              <a:off x="33552" y="1084858"/>
              <a:ext cx="106249" cy="1957"/>
            </a:xfrm>
            <a:prstGeom prst="rect">
              <a:avLst/>
            </a:prstGeom>
            <a:solidFill>
              <a:srgbClr val="5F85AC"/>
            </a:solidFill>
            <a:ln>
              <a:noFill/>
            </a:ln>
          </p:spPr>
        </p:sp>
        <p:sp>
          <p:nvSpPr>
            <p:cNvPr id="19159" name="Colorbar gradient 583"/>
            <p:cNvSpPr/>
            <p:nvPr/>
          </p:nvSpPr>
          <p:spPr>
            <a:xfrm>
              <a:off x="33552" y="1086722"/>
              <a:ext cx="106249" cy="1957"/>
            </a:xfrm>
            <a:prstGeom prst="rect">
              <a:avLst/>
            </a:prstGeom>
            <a:solidFill>
              <a:srgbClr val="5F85AB"/>
            </a:solidFill>
            <a:ln>
              <a:noFill/>
            </a:ln>
          </p:spPr>
        </p:sp>
        <p:sp>
          <p:nvSpPr>
            <p:cNvPr id="19160" name="Colorbar gradient 584"/>
            <p:cNvSpPr/>
            <p:nvPr/>
          </p:nvSpPr>
          <p:spPr>
            <a:xfrm>
              <a:off x="33552" y="1088586"/>
              <a:ext cx="106249" cy="1957"/>
            </a:xfrm>
            <a:prstGeom prst="rect">
              <a:avLst/>
            </a:prstGeom>
            <a:solidFill>
              <a:srgbClr val="5E85AB"/>
            </a:solidFill>
            <a:ln>
              <a:noFill/>
            </a:ln>
          </p:spPr>
        </p:sp>
        <p:sp>
          <p:nvSpPr>
            <p:cNvPr id="19161" name="Colorbar gradient 585"/>
            <p:cNvSpPr/>
            <p:nvPr/>
          </p:nvSpPr>
          <p:spPr>
            <a:xfrm>
              <a:off x="33552" y="1090450"/>
              <a:ext cx="106249" cy="1957"/>
            </a:xfrm>
            <a:prstGeom prst="rect">
              <a:avLst/>
            </a:prstGeom>
            <a:solidFill>
              <a:srgbClr val="5D84AA"/>
            </a:solidFill>
            <a:ln>
              <a:noFill/>
            </a:ln>
          </p:spPr>
        </p:sp>
        <p:sp>
          <p:nvSpPr>
            <p:cNvPr id="19162" name="Colorbar gradient 586"/>
            <p:cNvSpPr/>
            <p:nvPr/>
          </p:nvSpPr>
          <p:spPr>
            <a:xfrm>
              <a:off x="33552" y="1092314"/>
              <a:ext cx="106249" cy="1957"/>
            </a:xfrm>
            <a:prstGeom prst="rect">
              <a:avLst/>
            </a:prstGeom>
            <a:solidFill>
              <a:srgbClr val="5C83A9"/>
            </a:solidFill>
            <a:ln>
              <a:noFill/>
            </a:ln>
          </p:spPr>
        </p:sp>
        <p:sp>
          <p:nvSpPr>
            <p:cNvPr id="19163" name="Colorbar gradient 587"/>
            <p:cNvSpPr/>
            <p:nvPr/>
          </p:nvSpPr>
          <p:spPr>
            <a:xfrm>
              <a:off x="33552" y="1094178"/>
              <a:ext cx="106249" cy="1957"/>
            </a:xfrm>
            <a:prstGeom prst="rect">
              <a:avLst/>
            </a:prstGeom>
            <a:solidFill>
              <a:srgbClr val="5B82A9"/>
            </a:solidFill>
            <a:ln>
              <a:noFill/>
            </a:ln>
          </p:spPr>
        </p:sp>
        <p:sp>
          <p:nvSpPr>
            <p:cNvPr id="19164" name="Colorbar gradient 588"/>
            <p:cNvSpPr/>
            <p:nvPr/>
          </p:nvSpPr>
          <p:spPr>
            <a:xfrm>
              <a:off x="33552" y="1096042"/>
              <a:ext cx="106249" cy="1957"/>
            </a:xfrm>
            <a:prstGeom prst="rect">
              <a:avLst/>
            </a:prstGeom>
            <a:solidFill>
              <a:srgbClr val="5B82A9"/>
            </a:solidFill>
            <a:ln>
              <a:noFill/>
            </a:ln>
          </p:spPr>
        </p:sp>
        <p:sp>
          <p:nvSpPr>
            <p:cNvPr id="19165" name="Colorbar gradient 589"/>
            <p:cNvSpPr/>
            <p:nvPr/>
          </p:nvSpPr>
          <p:spPr>
            <a:xfrm>
              <a:off x="33552" y="1097906"/>
              <a:ext cx="106249" cy="1957"/>
            </a:xfrm>
            <a:prstGeom prst="rect">
              <a:avLst/>
            </a:prstGeom>
            <a:solidFill>
              <a:srgbClr val="5881A8"/>
            </a:solidFill>
            <a:ln>
              <a:noFill/>
            </a:ln>
          </p:spPr>
        </p:sp>
        <p:sp>
          <p:nvSpPr>
            <p:cNvPr id="19166" name="Colorbar gradient 590"/>
            <p:cNvSpPr/>
            <p:nvPr/>
          </p:nvSpPr>
          <p:spPr>
            <a:xfrm>
              <a:off x="33552" y="1099770"/>
              <a:ext cx="106249" cy="1957"/>
            </a:xfrm>
            <a:prstGeom prst="rect">
              <a:avLst/>
            </a:prstGeom>
            <a:solidFill>
              <a:srgbClr val="5780A9"/>
            </a:solidFill>
            <a:ln>
              <a:noFill/>
            </a:ln>
          </p:spPr>
        </p:sp>
        <p:sp>
          <p:nvSpPr>
            <p:cNvPr id="19167" name="Colorbar gradient 591"/>
            <p:cNvSpPr/>
            <p:nvPr/>
          </p:nvSpPr>
          <p:spPr>
            <a:xfrm>
              <a:off x="33552" y="1101634"/>
              <a:ext cx="106249" cy="1957"/>
            </a:xfrm>
            <a:prstGeom prst="rect">
              <a:avLst/>
            </a:prstGeom>
            <a:solidFill>
              <a:srgbClr val="557EA6"/>
            </a:solidFill>
            <a:ln>
              <a:noFill/>
            </a:ln>
          </p:spPr>
        </p:sp>
        <p:sp>
          <p:nvSpPr>
            <p:cNvPr id="19168" name="Colorbar gradient 592"/>
            <p:cNvSpPr/>
            <p:nvPr/>
          </p:nvSpPr>
          <p:spPr>
            <a:xfrm>
              <a:off x="33552" y="1103498"/>
              <a:ext cx="106249" cy="1957"/>
            </a:xfrm>
            <a:prstGeom prst="rect">
              <a:avLst/>
            </a:prstGeom>
            <a:solidFill>
              <a:srgbClr val="547DA6"/>
            </a:solidFill>
            <a:ln>
              <a:noFill/>
            </a:ln>
          </p:spPr>
        </p:sp>
        <p:sp>
          <p:nvSpPr>
            <p:cNvPr id="19169" name="Colorbar gradient 593"/>
            <p:cNvSpPr/>
            <p:nvPr/>
          </p:nvSpPr>
          <p:spPr>
            <a:xfrm>
              <a:off x="33552" y="1105362"/>
              <a:ext cx="106249" cy="1957"/>
            </a:xfrm>
            <a:prstGeom prst="rect">
              <a:avLst/>
            </a:prstGeom>
            <a:solidFill>
              <a:srgbClr val="547DA6"/>
            </a:solidFill>
            <a:ln>
              <a:noFill/>
            </a:ln>
          </p:spPr>
        </p:sp>
        <p:sp>
          <p:nvSpPr>
            <p:cNvPr id="19170" name="Colorbar gradient 594"/>
            <p:cNvSpPr/>
            <p:nvPr/>
          </p:nvSpPr>
          <p:spPr>
            <a:xfrm>
              <a:off x="33552" y="1107226"/>
              <a:ext cx="106249" cy="1957"/>
            </a:xfrm>
            <a:prstGeom prst="rect">
              <a:avLst/>
            </a:prstGeom>
            <a:solidFill>
              <a:srgbClr val="537CA4"/>
            </a:solidFill>
            <a:ln>
              <a:noFill/>
            </a:ln>
          </p:spPr>
        </p:sp>
        <p:sp>
          <p:nvSpPr>
            <p:cNvPr id="19171" name="Colorbar gradient 595"/>
            <p:cNvSpPr/>
            <p:nvPr/>
          </p:nvSpPr>
          <p:spPr>
            <a:xfrm>
              <a:off x="33552" y="1109090"/>
              <a:ext cx="106249" cy="1957"/>
            </a:xfrm>
            <a:prstGeom prst="rect">
              <a:avLst/>
            </a:prstGeom>
            <a:solidFill>
              <a:srgbClr val="527BA3"/>
            </a:solidFill>
            <a:ln>
              <a:noFill/>
            </a:ln>
          </p:spPr>
        </p:sp>
        <p:sp>
          <p:nvSpPr>
            <p:cNvPr id="19172" name="Colorbar gradient 596"/>
            <p:cNvSpPr/>
            <p:nvPr/>
          </p:nvSpPr>
          <p:spPr>
            <a:xfrm>
              <a:off x="33552" y="1110955"/>
              <a:ext cx="106249" cy="1957"/>
            </a:xfrm>
            <a:prstGeom prst="rect">
              <a:avLst/>
            </a:prstGeom>
            <a:solidFill>
              <a:srgbClr val="537AA4"/>
            </a:solidFill>
            <a:ln>
              <a:noFill/>
            </a:ln>
          </p:spPr>
        </p:sp>
        <p:sp>
          <p:nvSpPr>
            <p:cNvPr id="19173" name="Colorbar gradient 597"/>
            <p:cNvSpPr/>
            <p:nvPr/>
          </p:nvSpPr>
          <p:spPr>
            <a:xfrm>
              <a:off x="33552" y="1112819"/>
              <a:ext cx="106249" cy="1957"/>
            </a:xfrm>
            <a:prstGeom prst="rect">
              <a:avLst/>
            </a:prstGeom>
            <a:solidFill>
              <a:srgbClr val="5079A3"/>
            </a:solidFill>
            <a:ln>
              <a:noFill/>
            </a:ln>
          </p:spPr>
        </p:sp>
        <p:sp>
          <p:nvSpPr>
            <p:cNvPr id="19174" name="Colorbar gradient 598"/>
            <p:cNvSpPr/>
            <p:nvPr/>
          </p:nvSpPr>
          <p:spPr>
            <a:xfrm>
              <a:off x="33552" y="1114683"/>
              <a:ext cx="106249" cy="1957"/>
            </a:xfrm>
            <a:prstGeom prst="rect">
              <a:avLst/>
            </a:prstGeom>
            <a:solidFill>
              <a:srgbClr val="4F79A1"/>
            </a:solidFill>
            <a:ln>
              <a:noFill/>
            </a:ln>
          </p:spPr>
        </p:sp>
        <p:sp>
          <p:nvSpPr>
            <p:cNvPr id="19175" name="Colorbar gradient 599"/>
            <p:cNvSpPr/>
            <p:nvPr/>
          </p:nvSpPr>
          <p:spPr>
            <a:xfrm>
              <a:off x="33552" y="1116547"/>
              <a:ext cx="106249" cy="1957"/>
            </a:xfrm>
            <a:prstGeom prst="rect">
              <a:avLst/>
            </a:prstGeom>
            <a:solidFill>
              <a:srgbClr val="4D79A1"/>
            </a:solidFill>
            <a:ln>
              <a:noFill/>
            </a:ln>
          </p:spPr>
        </p:sp>
        <p:sp>
          <p:nvSpPr>
            <p:cNvPr id="19176" name="Colorbar gradient 600"/>
            <p:cNvSpPr/>
            <p:nvPr/>
          </p:nvSpPr>
          <p:spPr>
            <a:xfrm>
              <a:off x="33552" y="1118411"/>
              <a:ext cx="106249" cy="1957"/>
            </a:xfrm>
            <a:prstGeom prst="rect">
              <a:avLst/>
            </a:prstGeom>
            <a:solidFill>
              <a:srgbClr val="4C78A0"/>
            </a:solidFill>
            <a:ln>
              <a:noFill/>
            </a:ln>
          </p:spPr>
        </p:sp>
        <p:sp>
          <p:nvSpPr>
            <p:cNvPr id="19177" name="Colorbar gradient 601"/>
            <p:cNvSpPr/>
            <p:nvPr/>
          </p:nvSpPr>
          <p:spPr>
            <a:xfrm>
              <a:off x="33552" y="1120275"/>
              <a:ext cx="106249" cy="1957"/>
            </a:xfrm>
            <a:prstGeom prst="rect">
              <a:avLst/>
            </a:prstGeom>
            <a:solidFill>
              <a:srgbClr val="4B77A1"/>
            </a:solidFill>
            <a:ln>
              <a:noFill/>
            </a:ln>
          </p:spPr>
        </p:sp>
        <p:sp>
          <p:nvSpPr>
            <p:cNvPr id="19178" name="Colorbar gradient 602"/>
            <p:cNvSpPr/>
            <p:nvPr/>
          </p:nvSpPr>
          <p:spPr>
            <a:xfrm>
              <a:off x="33552" y="1122139"/>
              <a:ext cx="106249" cy="1957"/>
            </a:xfrm>
            <a:prstGeom prst="rect">
              <a:avLst/>
            </a:prstGeom>
            <a:solidFill>
              <a:srgbClr val="4A76A0"/>
            </a:solidFill>
            <a:ln>
              <a:noFill/>
            </a:ln>
          </p:spPr>
        </p:sp>
        <p:sp>
          <p:nvSpPr>
            <p:cNvPr id="19179" name="Colorbar gradient 603"/>
            <p:cNvSpPr/>
            <p:nvPr/>
          </p:nvSpPr>
          <p:spPr>
            <a:xfrm>
              <a:off x="33552" y="1124003"/>
              <a:ext cx="106249" cy="1957"/>
            </a:xfrm>
            <a:prstGeom prst="rect">
              <a:avLst/>
            </a:prstGeom>
            <a:solidFill>
              <a:srgbClr val="49759F"/>
            </a:solidFill>
            <a:ln>
              <a:noFill/>
            </a:ln>
          </p:spPr>
        </p:sp>
        <p:sp>
          <p:nvSpPr>
            <p:cNvPr id="19180" name="Colorbar gradient 604"/>
            <p:cNvSpPr/>
            <p:nvPr/>
          </p:nvSpPr>
          <p:spPr>
            <a:xfrm>
              <a:off x="33552" y="1125867"/>
              <a:ext cx="106249" cy="1957"/>
            </a:xfrm>
            <a:prstGeom prst="rect">
              <a:avLst/>
            </a:prstGeom>
            <a:solidFill>
              <a:srgbClr val="48759F"/>
            </a:solidFill>
            <a:ln>
              <a:noFill/>
            </a:ln>
          </p:spPr>
        </p:sp>
        <p:sp>
          <p:nvSpPr>
            <p:cNvPr id="19181" name="Colorbar gradient 605"/>
            <p:cNvSpPr/>
            <p:nvPr/>
          </p:nvSpPr>
          <p:spPr>
            <a:xfrm>
              <a:off x="33552" y="1127731"/>
              <a:ext cx="106249" cy="1957"/>
            </a:xfrm>
            <a:prstGeom prst="rect">
              <a:avLst/>
            </a:prstGeom>
            <a:solidFill>
              <a:srgbClr val="47749F"/>
            </a:solidFill>
            <a:ln>
              <a:noFill/>
            </a:ln>
          </p:spPr>
        </p:sp>
        <p:sp>
          <p:nvSpPr>
            <p:cNvPr id="19182" name="Colorbar gradient 606"/>
            <p:cNvSpPr/>
            <p:nvPr/>
          </p:nvSpPr>
          <p:spPr>
            <a:xfrm>
              <a:off x="33552" y="1129595"/>
              <a:ext cx="106249" cy="1957"/>
            </a:xfrm>
            <a:prstGeom prst="rect">
              <a:avLst/>
            </a:prstGeom>
            <a:solidFill>
              <a:srgbClr val="46739F"/>
            </a:solidFill>
            <a:ln>
              <a:noFill/>
            </a:ln>
          </p:spPr>
        </p:sp>
        <p:sp>
          <p:nvSpPr>
            <p:cNvPr id="19183" name="Colorbar gradient 607"/>
            <p:cNvSpPr/>
            <p:nvPr/>
          </p:nvSpPr>
          <p:spPr>
            <a:xfrm>
              <a:off x="33552" y="1131459"/>
              <a:ext cx="106249" cy="1957"/>
            </a:xfrm>
            <a:prstGeom prst="rect">
              <a:avLst/>
            </a:prstGeom>
            <a:solidFill>
              <a:srgbClr val="46739E"/>
            </a:solidFill>
            <a:ln>
              <a:noFill/>
            </a:ln>
          </p:spPr>
        </p:sp>
        <p:sp>
          <p:nvSpPr>
            <p:cNvPr id="19184" name="Colorbar gradient 608"/>
            <p:cNvSpPr/>
            <p:nvPr/>
          </p:nvSpPr>
          <p:spPr>
            <a:xfrm>
              <a:off x="33552" y="1133323"/>
              <a:ext cx="106249" cy="1957"/>
            </a:xfrm>
            <a:prstGeom prst="rect">
              <a:avLst/>
            </a:prstGeom>
            <a:solidFill>
              <a:srgbClr val="44709D"/>
            </a:solidFill>
            <a:ln>
              <a:noFill/>
            </a:ln>
          </p:spPr>
        </p:sp>
        <p:sp>
          <p:nvSpPr>
            <p:cNvPr id="19185" name="Colorbar gradient 609"/>
            <p:cNvSpPr/>
            <p:nvPr/>
          </p:nvSpPr>
          <p:spPr>
            <a:xfrm>
              <a:off x="33552" y="1135187"/>
              <a:ext cx="106249" cy="1957"/>
            </a:xfrm>
            <a:prstGeom prst="rect">
              <a:avLst/>
            </a:prstGeom>
            <a:solidFill>
              <a:srgbClr val="43709D"/>
            </a:solidFill>
            <a:ln>
              <a:noFill/>
            </a:ln>
          </p:spPr>
        </p:sp>
        <p:sp>
          <p:nvSpPr>
            <p:cNvPr id="19186" name="Colorbar gradient 610"/>
            <p:cNvSpPr/>
            <p:nvPr/>
          </p:nvSpPr>
          <p:spPr>
            <a:xfrm>
              <a:off x="33552" y="1137051"/>
              <a:ext cx="106249" cy="1957"/>
            </a:xfrm>
            <a:prstGeom prst="rect">
              <a:avLst/>
            </a:prstGeom>
            <a:solidFill>
              <a:srgbClr val="436F9C"/>
            </a:solidFill>
            <a:ln>
              <a:noFill/>
            </a:ln>
          </p:spPr>
        </p:sp>
        <p:sp>
          <p:nvSpPr>
            <p:cNvPr id="19187" name="Colorbar gradient 611"/>
            <p:cNvSpPr/>
            <p:nvPr/>
          </p:nvSpPr>
          <p:spPr>
            <a:xfrm>
              <a:off x="33552" y="1138915"/>
              <a:ext cx="106249" cy="1957"/>
            </a:xfrm>
            <a:prstGeom prst="rect">
              <a:avLst/>
            </a:prstGeom>
            <a:solidFill>
              <a:srgbClr val="426E9C"/>
            </a:solidFill>
            <a:ln>
              <a:noFill/>
            </a:ln>
          </p:spPr>
        </p:sp>
        <p:sp>
          <p:nvSpPr>
            <p:cNvPr id="19188" name="Colorbar gradient 612"/>
            <p:cNvSpPr/>
            <p:nvPr/>
          </p:nvSpPr>
          <p:spPr>
            <a:xfrm>
              <a:off x="33552" y="1140779"/>
              <a:ext cx="106249" cy="1957"/>
            </a:xfrm>
            <a:prstGeom prst="rect">
              <a:avLst/>
            </a:prstGeom>
            <a:solidFill>
              <a:srgbClr val="416E9B"/>
            </a:solidFill>
            <a:ln>
              <a:noFill/>
            </a:ln>
          </p:spPr>
        </p:sp>
        <p:sp>
          <p:nvSpPr>
            <p:cNvPr id="19189" name="Colorbar gradient 613"/>
            <p:cNvSpPr/>
            <p:nvPr/>
          </p:nvSpPr>
          <p:spPr>
            <a:xfrm>
              <a:off x="33552" y="1142643"/>
              <a:ext cx="106249" cy="1957"/>
            </a:xfrm>
            <a:prstGeom prst="rect">
              <a:avLst/>
            </a:prstGeom>
            <a:solidFill>
              <a:srgbClr val="406D9B"/>
            </a:solidFill>
            <a:ln>
              <a:noFill/>
            </a:ln>
          </p:spPr>
        </p:sp>
        <p:sp>
          <p:nvSpPr>
            <p:cNvPr id="19190" name="Colorbar gradient 614"/>
            <p:cNvSpPr/>
            <p:nvPr/>
          </p:nvSpPr>
          <p:spPr>
            <a:xfrm>
              <a:off x="33552" y="1144507"/>
              <a:ext cx="106249" cy="1957"/>
            </a:xfrm>
            <a:prstGeom prst="rect">
              <a:avLst/>
            </a:prstGeom>
            <a:solidFill>
              <a:srgbClr val="3D6C9A"/>
            </a:solidFill>
            <a:ln>
              <a:noFill/>
            </a:ln>
          </p:spPr>
        </p:sp>
        <p:sp>
          <p:nvSpPr>
            <p:cNvPr id="19191" name="Colorbar gradient 615"/>
            <p:cNvSpPr/>
            <p:nvPr/>
          </p:nvSpPr>
          <p:spPr>
            <a:xfrm>
              <a:off x="33552" y="1146371"/>
              <a:ext cx="106249" cy="1957"/>
            </a:xfrm>
            <a:prstGeom prst="rect">
              <a:avLst/>
            </a:prstGeom>
            <a:solidFill>
              <a:srgbClr val="3C6C9A"/>
            </a:solidFill>
            <a:ln>
              <a:noFill/>
            </a:ln>
          </p:spPr>
        </p:sp>
        <p:sp>
          <p:nvSpPr>
            <p:cNvPr id="19192" name="Colorbar gradient 616"/>
            <p:cNvSpPr/>
            <p:nvPr/>
          </p:nvSpPr>
          <p:spPr>
            <a:xfrm>
              <a:off x="33552" y="1148235"/>
              <a:ext cx="106249" cy="1957"/>
            </a:xfrm>
            <a:prstGeom prst="rect">
              <a:avLst/>
            </a:prstGeom>
            <a:solidFill>
              <a:srgbClr val="3B6B99"/>
            </a:solidFill>
            <a:ln>
              <a:noFill/>
            </a:ln>
          </p:spPr>
        </p:sp>
        <p:sp>
          <p:nvSpPr>
            <p:cNvPr id="19193" name="Colorbar gradient 617"/>
            <p:cNvSpPr/>
            <p:nvPr/>
          </p:nvSpPr>
          <p:spPr>
            <a:xfrm>
              <a:off x="33552" y="1150099"/>
              <a:ext cx="106249" cy="1957"/>
            </a:xfrm>
            <a:prstGeom prst="rect">
              <a:avLst/>
            </a:prstGeom>
            <a:solidFill>
              <a:srgbClr val="3A6A99"/>
            </a:solidFill>
            <a:ln>
              <a:noFill/>
            </a:ln>
          </p:spPr>
        </p:sp>
        <p:sp>
          <p:nvSpPr>
            <p:cNvPr id="19194" name="Colorbar gradient 618"/>
            <p:cNvSpPr/>
            <p:nvPr/>
          </p:nvSpPr>
          <p:spPr>
            <a:xfrm>
              <a:off x="33552" y="1151963"/>
              <a:ext cx="106249" cy="1957"/>
            </a:xfrm>
            <a:prstGeom prst="rect">
              <a:avLst/>
            </a:prstGeom>
            <a:solidFill>
              <a:srgbClr val="3A6A97"/>
            </a:solidFill>
            <a:ln>
              <a:noFill/>
            </a:ln>
          </p:spPr>
        </p:sp>
        <p:sp>
          <p:nvSpPr>
            <p:cNvPr id="19195" name="Colorbar gradient 619"/>
            <p:cNvSpPr/>
            <p:nvPr/>
          </p:nvSpPr>
          <p:spPr>
            <a:xfrm>
              <a:off x="33552" y="1153827"/>
              <a:ext cx="106249" cy="1957"/>
            </a:xfrm>
            <a:prstGeom prst="rect">
              <a:avLst/>
            </a:prstGeom>
            <a:solidFill>
              <a:srgbClr val="396997"/>
            </a:solidFill>
            <a:ln>
              <a:noFill/>
            </a:ln>
          </p:spPr>
        </p:sp>
        <p:sp>
          <p:nvSpPr>
            <p:cNvPr id="19196" name="Colorbar gradient 620"/>
            <p:cNvSpPr/>
            <p:nvPr/>
          </p:nvSpPr>
          <p:spPr>
            <a:xfrm>
              <a:off x="33552" y="1155691"/>
              <a:ext cx="106249" cy="1957"/>
            </a:xfrm>
            <a:prstGeom prst="rect">
              <a:avLst/>
            </a:prstGeom>
            <a:solidFill>
              <a:srgbClr val="386896"/>
            </a:solidFill>
            <a:ln>
              <a:noFill/>
            </a:ln>
          </p:spPr>
        </p:sp>
        <p:sp>
          <p:nvSpPr>
            <p:cNvPr id="19197" name="Colorbar gradient 621"/>
            <p:cNvSpPr/>
            <p:nvPr/>
          </p:nvSpPr>
          <p:spPr>
            <a:xfrm>
              <a:off x="33552" y="1157555"/>
              <a:ext cx="106249" cy="1957"/>
            </a:xfrm>
            <a:prstGeom prst="rect">
              <a:avLst/>
            </a:prstGeom>
            <a:solidFill>
              <a:srgbClr val="376795"/>
            </a:solidFill>
            <a:ln>
              <a:noFill/>
            </a:ln>
          </p:spPr>
        </p:sp>
        <p:sp>
          <p:nvSpPr>
            <p:cNvPr id="19198" name="Colorbar gradient 622"/>
            <p:cNvSpPr/>
            <p:nvPr/>
          </p:nvSpPr>
          <p:spPr>
            <a:xfrm>
              <a:off x="33552" y="1159419"/>
              <a:ext cx="106249" cy="1957"/>
            </a:xfrm>
            <a:prstGeom prst="rect">
              <a:avLst/>
            </a:prstGeom>
            <a:solidFill>
              <a:srgbClr val="366695"/>
            </a:solidFill>
            <a:ln>
              <a:noFill/>
            </a:ln>
          </p:spPr>
        </p:sp>
        <p:sp>
          <p:nvSpPr>
            <p:cNvPr id="19199" name="Colorbar gradient 623"/>
            <p:cNvSpPr/>
            <p:nvPr/>
          </p:nvSpPr>
          <p:spPr>
            <a:xfrm>
              <a:off x="33552" y="1161283"/>
              <a:ext cx="106249" cy="1957"/>
            </a:xfrm>
            <a:prstGeom prst="rect">
              <a:avLst/>
            </a:prstGeom>
            <a:solidFill>
              <a:srgbClr val="346694"/>
            </a:solidFill>
            <a:ln>
              <a:noFill/>
            </a:ln>
          </p:spPr>
        </p:sp>
        <p:sp>
          <p:nvSpPr>
            <p:cNvPr id="19200" name="Colorbar gradient 624"/>
            <p:cNvSpPr/>
            <p:nvPr/>
          </p:nvSpPr>
          <p:spPr>
            <a:xfrm>
              <a:off x="33552" y="1163147"/>
              <a:ext cx="106249" cy="1957"/>
            </a:xfrm>
            <a:prstGeom prst="rect">
              <a:avLst/>
            </a:prstGeom>
            <a:solidFill>
              <a:srgbClr val="346494"/>
            </a:solidFill>
            <a:ln>
              <a:noFill/>
            </a:ln>
          </p:spPr>
        </p:sp>
        <p:sp>
          <p:nvSpPr>
            <p:cNvPr id="19201" name="Colorbar gradient 625"/>
            <p:cNvSpPr/>
            <p:nvPr/>
          </p:nvSpPr>
          <p:spPr>
            <a:xfrm>
              <a:off x="33552" y="1165011"/>
              <a:ext cx="106249" cy="1957"/>
            </a:xfrm>
            <a:prstGeom prst="rect">
              <a:avLst/>
            </a:prstGeom>
            <a:solidFill>
              <a:srgbClr val="316393"/>
            </a:solidFill>
            <a:ln>
              <a:noFill/>
            </a:ln>
          </p:spPr>
        </p:sp>
        <p:sp>
          <p:nvSpPr>
            <p:cNvPr id="19202" name="Colorbar gradient 626"/>
            <p:cNvSpPr/>
            <p:nvPr/>
          </p:nvSpPr>
          <p:spPr>
            <a:xfrm>
              <a:off x="33552" y="1166875"/>
              <a:ext cx="106249" cy="1957"/>
            </a:xfrm>
            <a:prstGeom prst="rect">
              <a:avLst/>
            </a:prstGeom>
            <a:solidFill>
              <a:srgbClr val="326292"/>
            </a:solidFill>
            <a:ln>
              <a:noFill/>
            </a:ln>
          </p:spPr>
        </p:sp>
        <p:sp>
          <p:nvSpPr>
            <p:cNvPr id="19203" name="Colorbar gradient 627"/>
            <p:cNvSpPr/>
            <p:nvPr/>
          </p:nvSpPr>
          <p:spPr>
            <a:xfrm>
              <a:off x="33552" y="1168739"/>
              <a:ext cx="106249" cy="1957"/>
            </a:xfrm>
            <a:prstGeom prst="rect">
              <a:avLst/>
            </a:prstGeom>
            <a:solidFill>
              <a:srgbClr val="316192"/>
            </a:solidFill>
            <a:ln>
              <a:noFill/>
            </a:ln>
          </p:spPr>
        </p:sp>
        <p:sp>
          <p:nvSpPr>
            <p:cNvPr id="19204" name="Colorbar gradient 628"/>
            <p:cNvSpPr/>
            <p:nvPr/>
          </p:nvSpPr>
          <p:spPr>
            <a:xfrm>
              <a:off x="33552" y="1170603"/>
              <a:ext cx="106249" cy="1957"/>
            </a:xfrm>
            <a:prstGeom prst="rect">
              <a:avLst/>
            </a:prstGeom>
            <a:solidFill>
              <a:srgbClr val="2F6192"/>
            </a:solidFill>
            <a:ln>
              <a:noFill/>
            </a:ln>
          </p:spPr>
        </p:sp>
        <p:sp>
          <p:nvSpPr>
            <p:cNvPr id="19205" name="Colorbar gradient 629"/>
            <p:cNvSpPr/>
            <p:nvPr/>
          </p:nvSpPr>
          <p:spPr>
            <a:xfrm>
              <a:off x="33552" y="1172467"/>
              <a:ext cx="106249" cy="1957"/>
            </a:xfrm>
            <a:prstGeom prst="rect">
              <a:avLst/>
            </a:prstGeom>
            <a:solidFill>
              <a:srgbClr val="2E6092"/>
            </a:solidFill>
            <a:ln>
              <a:noFill/>
            </a:ln>
          </p:spPr>
        </p:sp>
        <p:sp>
          <p:nvSpPr>
            <p:cNvPr id="19206" name="Colorbar gradient 630"/>
            <p:cNvSpPr/>
            <p:nvPr/>
          </p:nvSpPr>
          <p:spPr>
            <a:xfrm>
              <a:off x="33552" y="1174331"/>
              <a:ext cx="106249" cy="1957"/>
            </a:xfrm>
            <a:prstGeom prst="rect">
              <a:avLst/>
            </a:prstGeom>
            <a:solidFill>
              <a:srgbClr val="2D5F92"/>
            </a:solidFill>
            <a:ln>
              <a:noFill/>
            </a:ln>
          </p:spPr>
        </p:sp>
        <p:sp>
          <p:nvSpPr>
            <p:cNvPr id="19207" name="Colorbar gradient 631"/>
            <p:cNvSpPr/>
            <p:nvPr/>
          </p:nvSpPr>
          <p:spPr>
            <a:xfrm>
              <a:off x="33552" y="1176195"/>
              <a:ext cx="106249" cy="1957"/>
            </a:xfrm>
            <a:prstGeom prst="rect">
              <a:avLst/>
            </a:prstGeom>
            <a:solidFill>
              <a:srgbClr val="2C5F91"/>
            </a:solidFill>
            <a:ln>
              <a:noFill/>
            </a:ln>
          </p:spPr>
        </p:sp>
        <p:sp>
          <p:nvSpPr>
            <p:cNvPr id="19208" name="Colorbar gradient 632"/>
            <p:cNvSpPr/>
            <p:nvPr/>
          </p:nvSpPr>
          <p:spPr>
            <a:xfrm>
              <a:off x="33552" y="1178059"/>
              <a:ext cx="106249" cy="1957"/>
            </a:xfrm>
            <a:prstGeom prst="rect">
              <a:avLst/>
            </a:prstGeom>
            <a:solidFill>
              <a:srgbClr val="2B5E90"/>
            </a:solidFill>
            <a:ln>
              <a:noFill/>
            </a:ln>
          </p:spPr>
        </p:sp>
        <p:sp>
          <p:nvSpPr>
            <p:cNvPr id="19209" name="Colorbar gradient 633"/>
            <p:cNvSpPr/>
            <p:nvPr/>
          </p:nvSpPr>
          <p:spPr>
            <a:xfrm>
              <a:off x="33552" y="1179923"/>
              <a:ext cx="106249" cy="1957"/>
            </a:xfrm>
            <a:prstGeom prst="rect">
              <a:avLst/>
            </a:prstGeom>
            <a:solidFill>
              <a:srgbClr val="2B5E90"/>
            </a:solidFill>
            <a:ln>
              <a:noFill/>
            </a:ln>
          </p:spPr>
        </p:sp>
        <p:sp>
          <p:nvSpPr>
            <p:cNvPr id="19210" name="Colorbar gradient 634"/>
            <p:cNvSpPr/>
            <p:nvPr/>
          </p:nvSpPr>
          <p:spPr>
            <a:xfrm>
              <a:off x="33552" y="1181787"/>
              <a:ext cx="106249" cy="1957"/>
            </a:xfrm>
            <a:prstGeom prst="rect">
              <a:avLst/>
            </a:prstGeom>
            <a:solidFill>
              <a:srgbClr val="2A5D8F"/>
            </a:solidFill>
            <a:ln>
              <a:noFill/>
            </a:ln>
          </p:spPr>
        </p:sp>
        <p:sp>
          <p:nvSpPr>
            <p:cNvPr id="19211" name="Colorbar gradient 635"/>
            <p:cNvSpPr/>
            <p:nvPr/>
          </p:nvSpPr>
          <p:spPr>
            <a:xfrm>
              <a:off x="33552" y="1183651"/>
              <a:ext cx="106249" cy="1957"/>
            </a:xfrm>
            <a:prstGeom prst="rect">
              <a:avLst/>
            </a:prstGeom>
            <a:solidFill>
              <a:srgbClr val="295C8F"/>
            </a:solidFill>
            <a:ln>
              <a:noFill/>
            </a:ln>
          </p:spPr>
        </p:sp>
        <p:sp>
          <p:nvSpPr>
            <p:cNvPr id="19212" name="Colorbar gradient 636"/>
            <p:cNvSpPr/>
            <p:nvPr/>
          </p:nvSpPr>
          <p:spPr>
            <a:xfrm>
              <a:off x="33552" y="1185515"/>
              <a:ext cx="106249" cy="1957"/>
            </a:xfrm>
            <a:prstGeom prst="rect">
              <a:avLst/>
            </a:prstGeom>
            <a:solidFill>
              <a:srgbClr val="275B8E"/>
            </a:solidFill>
            <a:ln>
              <a:noFill/>
            </a:ln>
          </p:spPr>
        </p:sp>
        <p:sp>
          <p:nvSpPr>
            <p:cNvPr id="19213" name="Colorbar gradient 637"/>
            <p:cNvSpPr/>
            <p:nvPr/>
          </p:nvSpPr>
          <p:spPr>
            <a:xfrm>
              <a:off x="33552" y="1187379"/>
              <a:ext cx="106249" cy="1957"/>
            </a:xfrm>
            <a:prstGeom prst="rect">
              <a:avLst/>
            </a:prstGeom>
            <a:solidFill>
              <a:srgbClr val="255A8D"/>
            </a:solidFill>
            <a:ln>
              <a:noFill/>
            </a:ln>
          </p:spPr>
        </p:sp>
        <p:sp>
          <p:nvSpPr>
            <p:cNvPr id="19214" name="Colorbar gradient 638"/>
            <p:cNvSpPr/>
            <p:nvPr/>
          </p:nvSpPr>
          <p:spPr>
            <a:xfrm>
              <a:off x="33552" y="1189243"/>
              <a:ext cx="106249" cy="1957"/>
            </a:xfrm>
            <a:prstGeom prst="rect">
              <a:avLst/>
            </a:prstGeom>
            <a:solidFill>
              <a:srgbClr val="24588D"/>
            </a:solidFill>
            <a:ln>
              <a:noFill/>
            </a:ln>
          </p:spPr>
        </p:sp>
        <p:sp>
          <p:nvSpPr>
            <p:cNvPr id="19215" name="Colorbar gradient 639"/>
            <p:cNvSpPr/>
            <p:nvPr/>
          </p:nvSpPr>
          <p:spPr>
            <a:xfrm>
              <a:off x="33552" y="1191107"/>
              <a:ext cx="106249" cy="1957"/>
            </a:xfrm>
            <a:prstGeom prst="rect">
              <a:avLst/>
            </a:prstGeom>
            <a:solidFill>
              <a:srgbClr val="22588B"/>
            </a:solidFill>
            <a:ln>
              <a:noFill/>
            </a:ln>
          </p:spPr>
        </p:sp>
        <p:sp>
          <p:nvSpPr>
            <p:cNvPr id="19216" name="Colorbar gradient 640"/>
            <p:cNvSpPr/>
            <p:nvPr/>
          </p:nvSpPr>
          <p:spPr>
            <a:xfrm>
              <a:off x="33552" y="1192971"/>
              <a:ext cx="106249" cy="1957"/>
            </a:xfrm>
            <a:prstGeom prst="rect">
              <a:avLst/>
            </a:prstGeom>
            <a:solidFill>
              <a:srgbClr val="22578B"/>
            </a:solidFill>
            <a:ln>
              <a:noFill/>
            </a:ln>
          </p:spPr>
        </p:sp>
        <p:sp>
          <p:nvSpPr>
            <p:cNvPr id="19217" name="Colorbar gradient 641"/>
            <p:cNvSpPr/>
            <p:nvPr/>
          </p:nvSpPr>
          <p:spPr>
            <a:xfrm>
              <a:off x="33552" y="1194835"/>
              <a:ext cx="106249" cy="1957"/>
            </a:xfrm>
            <a:prstGeom prst="rect">
              <a:avLst/>
            </a:prstGeom>
            <a:solidFill>
              <a:srgbClr val="20568A"/>
            </a:solidFill>
            <a:ln>
              <a:noFill/>
            </a:ln>
          </p:spPr>
        </p:sp>
        <p:sp>
          <p:nvSpPr>
            <p:cNvPr id="19218" name="Colorbar gradient 642"/>
            <p:cNvSpPr/>
            <p:nvPr/>
          </p:nvSpPr>
          <p:spPr>
            <a:xfrm>
              <a:off x="33552" y="1196699"/>
              <a:ext cx="106249" cy="1957"/>
            </a:xfrm>
            <a:prstGeom prst="rect">
              <a:avLst/>
            </a:prstGeom>
            <a:solidFill>
              <a:srgbClr val="20568A"/>
            </a:solidFill>
            <a:ln>
              <a:noFill/>
            </a:ln>
          </p:spPr>
        </p:sp>
        <p:sp>
          <p:nvSpPr>
            <p:cNvPr id="19219" name="Colorbar gradient 643"/>
            <p:cNvSpPr/>
            <p:nvPr/>
          </p:nvSpPr>
          <p:spPr>
            <a:xfrm>
              <a:off x="33552" y="1198563"/>
              <a:ext cx="106249" cy="1957"/>
            </a:xfrm>
            <a:prstGeom prst="rect">
              <a:avLst/>
            </a:prstGeom>
            <a:solidFill>
              <a:srgbClr val="205489"/>
            </a:solidFill>
            <a:ln>
              <a:noFill/>
            </a:ln>
          </p:spPr>
        </p:sp>
        <p:sp>
          <p:nvSpPr>
            <p:cNvPr id="19220" name="Colorbar gradient 644"/>
            <p:cNvSpPr/>
            <p:nvPr/>
          </p:nvSpPr>
          <p:spPr>
            <a:xfrm>
              <a:off x="33552" y="1200427"/>
              <a:ext cx="106249" cy="1957"/>
            </a:xfrm>
            <a:prstGeom prst="rect">
              <a:avLst/>
            </a:prstGeom>
            <a:solidFill>
              <a:srgbClr val="205489"/>
            </a:solidFill>
            <a:ln>
              <a:noFill/>
            </a:ln>
          </p:spPr>
        </p:sp>
        <p:sp>
          <p:nvSpPr>
            <p:cNvPr id="19221" name="Colorbar gradient 645"/>
            <p:cNvSpPr/>
            <p:nvPr/>
          </p:nvSpPr>
          <p:spPr>
            <a:xfrm>
              <a:off x="33552" y="1202291"/>
              <a:ext cx="106249" cy="1957"/>
            </a:xfrm>
            <a:prstGeom prst="rect">
              <a:avLst/>
            </a:prstGeom>
            <a:solidFill>
              <a:srgbClr val="1F5388"/>
            </a:solidFill>
            <a:ln>
              <a:noFill/>
            </a:ln>
          </p:spPr>
        </p:sp>
        <p:sp>
          <p:nvSpPr>
            <p:cNvPr id="19222" name="Colorbar gradient 646"/>
            <p:cNvSpPr/>
            <p:nvPr/>
          </p:nvSpPr>
          <p:spPr>
            <a:xfrm>
              <a:off x="33552" y="1204155"/>
              <a:ext cx="106249" cy="1957"/>
            </a:xfrm>
            <a:prstGeom prst="rect">
              <a:avLst/>
            </a:prstGeom>
            <a:solidFill>
              <a:srgbClr val="1F5388"/>
            </a:solidFill>
            <a:ln>
              <a:noFill/>
            </a:ln>
          </p:spPr>
        </p:sp>
        <p:sp>
          <p:nvSpPr>
            <p:cNvPr id="19223" name="Colorbar gradient 647"/>
            <p:cNvSpPr/>
            <p:nvPr/>
          </p:nvSpPr>
          <p:spPr>
            <a:xfrm>
              <a:off x="33552" y="1206019"/>
              <a:ext cx="106249" cy="1957"/>
            </a:xfrm>
            <a:prstGeom prst="rect">
              <a:avLst/>
            </a:prstGeom>
            <a:solidFill>
              <a:srgbClr val="1F5388"/>
            </a:solidFill>
            <a:ln>
              <a:noFill/>
            </a:ln>
          </p:spPr>
        </p:sp>
        <p:sp>
          <p:nvSpPr>
            <p:cNvPr id="19224" name="Colorbar gradient 648"/>
            <p:cNvSpPr/>
            <p:nvPr/>
          </p:nvSpPr>
          <p:spPr>
            <a:xfrm>
              <a:off x="33552" y="1207883"/>
              <a:ext cx="106249" cy="1957"/>
            </a:xfrm>
            <a:prstGeom prst="rect">
              <a:avLst/>
            </a:prstGeom>
            <a:solidFill>
              <a:srgbClr val="1E5288"/>
            </a:solidFill>
            <a:ln>
              <a:noFill/>
            </a:ln>
          </p:spPr>
        </p:sp>
        <p:sp>
          <p:nvSpPr>
            <p:cNvPr id="19225" name="Colorbar gradient 649"/>
            <p:cNvSpPr/>
            <p:nvPr/>
          </p:nvSpPr>
          <p:spPr>
            <a:xfrm>
              <a:off x="33552" y="1209747"/>
              <a:ext cx="106249" cy="1957"/>
            </a:xfrm>
            <a:prstGeom prst="rect">
              <a:avLst/>
            </a:prstGeom>
            <a:solidFill>
              <a:srgbClr val="1E5287"/>
            </a:solidFill>
            <a:ln>
              <a:noFill/>
            </a:ln>
          </p:spPr>
        </p:sp>
        <p:sp>
          <p:nvSpPr>
            <p:cNvPr id="19226" name="Colorbar gradient 650"/>
            <p:cNvSpPr/>
            <p:nvPr/>
          </p:nvSpPr>
          <p:spPr>
            <a:xfrm>
              <a:off x="33552" y="1211611"/>
              <a:ext cx="106249" cy="1957"/>
            </a:xfrm>
            <a:prstGeom prst="rect">
              <a:avLst/>
            </a:prstGeom>
            <a:solidFill>
              <a:srgbClr val="1E5287"/>
            </a:solidFill>
            <a:ln>
              <a:noFill/>
            </a:ln>
          </p:spPr>
        </p:sp>
        <p:sp>
          <p:nvSpPr>
            <p:cNvPr id="19227" name="Colorbar gradient 651"/>
            <p:cNvSpPr/>
            <p:nvPr/>
          </p:nvSpPr>
          <p:spPr>
            <a:xfrm>
              <a:off x="33552" y="1213475"/>
              <a:ext cx="106249" cy="1957"/>
            </a:xfrm>
            <a:prstGeom prst="rect">
              <a:avLst/>
            </a:prstGeom>
            <a:solidFill>
              <a:srgbClr val="1E5287"/>
            </a:solidFill>
            <a:ln>
              <a:noFill/>
            </a:ln>
          </p:spPr>
        </p:sp>
        <p:sp>
          <p:nvSpPr>
            <p:cNvPr id="19228" name="Colorbar gradient 652"/>
            <p:cNvSpPr/>
            <p:nvPr/>
          </p:nvSpPr>
          <p:spPr>
            <a:xfrm>
              <a:off x="33552" y="1215340"/>
              <a:ext cx="106249" cy="1957"/>
            </a:xfrm>
            <a:prstGeom prst="rect">
              <a:avLst/>
            </a:prstGeom>
            <a:solidFill>
              <a:srgbClr val="1E5287"/>
            </a:solidFill>
            <a:ln>
              <a:noFill/>
            </a:ln>
          </p:spPr>
        </p:sp>
        <p:sp>
          <p:nvSpPr>
            <p:cNvPr id="19229" name="Colorbar gradient 653"/>
            <p:cNvSpPr/>
            <p:nvPr/>
          </p:nvSpPr>
          <p:spPr>
            <a:xfrm>
              <a:off x="33552" y="1217204"/>
              <a:ext cx="106249" cy="1957"/>
            </a:xfrm>
            <a:prstGeom prst="rect">
              <a:avLst/>
            </a:prstGeom>
            <a:solidFill>
              <a:srgbClr val="1D5187"/>
            </a:solidFill>
            <a:ln>
              <a:noFill/>
            </a:ln>
          </p:spPr>
        </p:sp>
        <p:sp>
          <p:nvSpPr>
            <p:cNvPr id="19230" name="Colorbar gradient 654"/>
            <p:cNvSpPr/>
            <p:nvPr/>
          </p:nvSpPr>
          <p:spPr>
            <a:xfrm>
              <a:off x="33552" y="1219068"/>
              <a:ext cx="106249" cy="1957"/>
            </a:xfrm>
            <a:prstGeom prst="rect">
              <a:avLst/>
            </a:prstGeom>
            <a:solidFill>
              <a:srgbClr val="1D5186"/>
            </a:solidFill>
            <a:ln>
              <a:noFill/>
            </a:ln>
          </p:spPr>
        </p:sp>
        <p:sp>
          <p:nvSpPr>
            <p:cNvPr id="19231" name="Colorbar gradient 655"/>
            <p:cNvSpPr/>
            <p:nvPr/>
          </p:nvSpPr>
          <p:spPr>
            <a:xfrm>
              <a:off x="33552" y="1220932"/>
              <a:ext cx="106249" cy="1957"/>
            </a:xfrm>
            <a:prstGeom prst="rect">
              <a:avLst/>
            </a:prstGeom>
            <a:solidFill>
              <a:srgbClr val="1D5086"/>
            </a:solidFill>
            <a:ln>
              <a:noFill/>
            </a:ln>
          </p:spPr>
        </p:sp>
        <p:sp>
          <p:nvSpPr>
            <p:cNvPr id="19232" name="Colorbar gradient 656"/>
            <p:cNvSpPr/>
            <p:nvPr/>
          </p:nvSpPr>
          <p:spPr>
            <a:xfrm>
              <a:off x="33552" y="1222796"/>
              <a:ext cx="106249" cy="1957"/>
            </a:xfrm>
            <a:prstGeom prst="rect">
              <a:avLst/>
            </a:prstGeom>
            <a:solidFill>
              <a:srgbClr val="1D5086"/>
            </a:solidFill>
            <a:ln>
              <a:noFill/>
            </a:ln>
          </p:spPr>
        </p:sp>
        <p:sp>
          <p:nvSpPr>
            <p:cNvPr id="19233" name="Colorbar gradient 657"/>
            <p:cNvSpPr/>
            <p:nvPr/>
          </p:nvSpPr>
          <p:spPr>
            <a:xfrm>
              <a:off x="33552" y="1224660"/>
              <a:ext cx="106249" cy="1957"/>
            </a:xfrm>
            <a:prstGeom prst="rect">
              <a:avLst/>
            </a:prstGeom>
            <a:solidFill>
              <a:srgbClr val="1D5086"/>
            </a:solidFill>
            <a:ln>
              <a:noFill/>
            </a:ln>
          </p:spPr>
        </p:sp>
        <p:sp>
          <p:nvSpPr>
            <p:cNvPr id="19234" name="Colorbar gradient 658"/>
            <p:cNvSpPr/>
            <p:nvPr/>
          </p:nvSpPr>
          <p:spPr>
            <a:xfrm>
              <a:off x="33552" y="1226524"/>
              <a:ext cx="106249" cy="1957"/>
            </a:xfrm>
            <a:prstGeom prst="rect">
              <a:avLst/>
            </a:prstGeom>
            <a:solidFill>
              <a:srgbClr val="1E4F86"/>
            </a:solidFill>
            <a:ln>
              <a:noFill/>
            </a:ln>
          </p:spPr>
        </p:sp>
        <p:sp>
          <p:nvSpPr>
            <p:cNvPr id="19235" name="Colorbar gradient 659"/>
            <p:cNvSpPr/>
            <p:nvPr/>
          </p:nvSpPr>
          <p:spPr>
            <a:xfrm>
              <a:off x="33552" y="1228388"/>
              <a:ext cx="106249" cy="1957"/>
            </a:xfrm>
            <a:prstGeom prst="rect">
              <a:avLst/>
            </a:prstGeom>
            <a:solidFill>
              <a:srgbClr val="1E4F86"/>
            </a:solidFill>
            <a:ln>
              <a:noFill/>
            </a:ln>
          </p:spPr>
        </p:sp>
        <p:sp>
          <p:nvSpPr>
            <p:cNvPr id="19236" name="Colorbar gradient 660"/>
            <p:cNvSpPr/>
            <p:nvPr/>
          </p:nvSpPr>
          <p:spPr>
            <a:xfrm>
              <a:off x="33552" y="1230252"/>
              <a:ext cx="106249" cy="1957"/>
            </a:xfrm>
            <a:prstGeom prst="rect">
              <a:avLst/>
            </a:prstGeom>
            <a:solidFill>
              <a:srgbClr val="1D4E85"/>
            </a:solidFill>
            <a:ln>
              <a:noFill/>
            </a:ln>
          </p:spPr>
        </p:sp>
        <p:sp>
          <p:nvSpPr>
            <p:cNvPr id="19237" name="Colorbar gradient 661"/>
            <p:cNvSpPr/>
            <p:nvPr/>
          </p:nvSpPr>
          <p:spPr>
            <a:xfrm>
              <a:off x="33552" y="1232116"/>
              <a:ext cx="106249" cy="1957"/>
            </a:xfrm>
            <a:prstGeom prst="rect">
              <a:avLst/>
            </a:prstGeom>
            <a:solidFill>
              <a:srgbClr val="1D4E85"/>
            </a:solidFill>
            <a:ln>
              <a:noFill/>
            </a:ln>
          </p:spPr>
        </p:sp>
        <p:sp>
          <p:nvSpPr>
            <p:cNvPr id="19238" name="Colorbar gradient 662"/>
            <p:cNvSpPr/>
            <p:nvPr/>
          </p:nvSpPr>
          <p:spPr>
            <a:xfrm>
              <a:off x="33552" y="1233980"/>
              <a:ext cx="106249" cy="1957"/>
            </a:xfrm>
            <a:prstGeom prst="rect">
              <a:avLst/>
            </a:prstGeom>
            <a:solidFill>
              <a:srgbClr val="1D4E85"/>
            </a:solidFill>
            <a:ln>
              <a:noFill/>
            </a:ln>
          </p:spPr>
        </p:sp>
        <p:sp>
          <p:nvSpPr>
            <p:cNvPr id="19239" name="Colorbar gradient 663"/>
            <p:cNvSpPr/>
            <p:nvPr/>
          </p:nvSpPr>
          <p:spPr>
            <a:xfrm>
              <a:off x="33552" y="1235844"/>
              <a:ext cx="106249" cy="1957"/>
            </a:xfrm>
            <a:prstGeom prst="rect">
              <a:avLst/>
            </a:prstGeom>
            <a:solidFill>
              <a:srgbClr val="1C4D85"/>
            </a:solidFill>
            <a:ln>
              <a:noFill/>
            </a:ln>
          </p:spPr>
        </p:sp>
        <p:sp>
          <p:nvSpPr>
            <p:cNvPr id="19240" name="Colorbar gradient 664"/>
            <p:cNvSpPr/>
            <p:nvPr/>
          </p:nvSpPr>
          <p:spPr>
            <a:xfrm>
              <a:off x="33552" y="1237708"/>
              <a:ext cx="106249" cy="1957"/>
            </a:xfrm>
            <a:prstGeom prst="rect">
              <a:avLst/>
            </a:prstGeom>
            <a:solidFill>
              <a:srgbClr val="1C4D85"/>
            </a:solidFill>
            <a:ln>
              <a:noFill/>
            </a:ln>
          </p:spPr>
        </p:sp>
        <p:sp>
          <p:nvSpPr>
            <p:cNvPr id="19241" name="Colorbar gradient 665"/>
            <p:cNvSpPr/>
            <p:nvPr/>
          </p:nvSpPr>
          <p:spPr>
            <a:xfrm>
              <a:off x="33552" y="1239572"/>
              <a:ext cx="106249" cy="1957"/>
            </a:xfrm>
            <a:prstGeom prst="rect">
              <a:avLst/>
            </a:prstGeom>
            <a:solidFill>
              <a:srgbClr val="1C4D85"/>
            </a:solidFill>
            <a:ln>
              <a:noFill/>
            </a:ln>
          </p:spPr>
        </p:sp>
        <p:sp>
          <p:nvSpPr>
            <p:cNvPr id="19242" name="Colorbar gradient 666"/>
            <p:cNvSpPr/>
            <p:nvPr/>
          </p:nvSpPr>
          <p:spPr>
            <a:xfrm>
              <a:off x="33552" y="1241436"/>
              <a:ext cx="106249" cy="1957"/>
            </a:xfrm>
            <a:prstGeom prst="rect">
              <a:avLst/>
            </a:prstGeom>
            <a:solidFill>
              <a:srgbClr val="1D4C85"/>
            </a:solidFill>
            <a:ln>
              <a:noFill/>
            </a:ln>
          </p:spPr>
        </p:sp>
        <p:sp>
          <p:nvSpPr>
            <p:cNvPr id="19243" name="Colorbar gradient 667"/>
            <p:cNvSpPr/>
            <p:nvPr/>
          </p:nvSpPr>
          <p:spPr>
            <a:xfrm>
              <a:off x="33552" y="1243300"/>
              <a:ext cx="106249" cy="1957"/>
            </a:xfrm>
            <a:prstGeom prst="rect">
              <a:avLst/>
            </a:prstGeom>
            <a:solidFill>
              <a:srgbClr val="1D4C85"/>
            </a:solidFill>
            <a:ln>
              <a:noFill/>
            </a:ln>
          </p:spPr>
        </p:sp>
        <p:sp>
          <p:nvSpPr>
            <p:cNvPr id="19244" name="Colorbar gradient 668"/>
            <p:cNvSpPr/>
            <p:nvPr/>
          </p:nvSpPr>
          <p:spPr>
            <a:xfrm>
              <a:off x="33552" y="1245164"/>
              <a:ext cx="106249" cy="1957"/>
            </a:xfrm>
            <a:prstGeom prst="rect">
              <a:avLst/>
            </a:prstGeom>
            <a:solidFill>
              <a:srgbClr val="1B4A85"/>
            </a:solidFill>
            <a:ln>
              <a:noFill/>
            </a:ln>
          </p:spPr>
        </p:sp>
        <p:sp>
          <p:nvSpPr>
            <p:cNvPr id="19245" name="Colorbar gradient 669"/>
            <p:cNvSpPr/>
            <p:nvPr/>
          </p:nvSpPr>
          <p:spPr>
            <a:xfrm>
              <a:off x="33552" y="1247028"/>
              <a:ext cx="106249" cy="1957"/>
            </a:xfrm>
            <a:prstGeom prst="rect">
              <a:avLst/>
            </a:prstGeom>
            <a:solidFill>
              <a:srgbClr val="1B4A84"/>
            </a:solidFill>
            <a:ln>
              <a:noFill/>
            </a:ln>
          </p:spPr>
        </p:sp>
        <p:sp>
          <p:nvSpPr>
            <p:cNvPr id="19246" name="Colorbar gradient 670"/>
            <p:cNvSpPr/>
            <p:nvPr/>
          </p:nvSpPr>
          <p:spPr>
            <a:xfrm>
              <a:off x="33552" y="1248892"/>
              <a:ext cx="106249" cy="1957"/>
            </a:xfrm>
            <a:prstGeom prst="rect">
              <a:avLst/>
            </a:prstGeom>
            <a:solidFill>
              <a:srgbClr val="1B4A84"/>
            </a:solidFill>
            <a:ln>
              <a:noFill/>
            </a:ln>
          </p:spPr>
        </p:sp>
        <p:sp>
          <p:nvSpPr>
            <p:cNvPr id="19247" name="Colorbar gradient 671"/>
            <p:cNvSpPr/>
            <p:nvPr/>
          </p:nvSpPr>
          <p:spPr>
            <a:xfrm>
              <a:off x="33552" y="1250756"/>
              <a:ext cx="106249" cy="1957"/>
            </a:xfrm>
            <a:prstGeom prst="rect">
              <a:avLst/>
            </a:prstGeom>
            <a:solidFill>
              <a:srgbClr val="1B4984"/>
            </a:solidFill>
            <a:ln>
              <a:noFill/>
            </a:ln>
          </p:spPr>
        </p:sp>
        <p:sp>
          <p:nvSpPr>
            <p:cNvPr id="19248" name="Colorbar gradient 672"/>
            <p:cNvSpPr/>
            <p:nvPr/>
          </p:nvSpPr>
          <p:spPr>
            <a:xfrm>
              <a:off x="33552" y="1252620"/>
              <a:ext cx="106249" cy="1957"/>
            </a:xfrm>
            <a:prstGeom prst="rect">
              <a:avLst/>
            </a:prstGeom>
            <a:solidFill>
              <a:srgbClr val="1B4984"/>
            </a:solidFill>
            <a:ln>
              <a:noFill/>
            </a:ln>
          </p:spPr>
        </p:sp>
        <p:sp>
          <p:nvSpPr>
            <p:cNvPr id="19249" name="Colorbar gradient 673"/>
            <p:cNvSpPr/>
            <p:nvPr/>
          </p:nvSpPr>
          <p:spPr>
            <a:xfrm>
              <a:off x="33552" y="1254484"/>
              <a:ext cx="106249" cy="1957"/>
            </a:xfrm>
            <a:prstGeom prst="rect">
              <a:avLst/>
            </a:prstGeom>
            <a:solidFill>
              <a:srgbClr val="1B4984"/>
            </a:solidFill>
            <a:ln>
              <a:noFill/>
            </a:ln>
          </p:spPr>
        </p:sp>
        <p:sp>
          <p:nvSpPr>
            <p:cNvPr id="19250" name="Colorbar gradient 674"/>
            <p:cNvSpPr/>
            <p:nvPr/>
          </p:nvSpPr>
          <p:spPr>
            <a:xfrm>
              <a:off x="33552" y="1256348"/>
              <a:ext cx="106249" cy="1957"/>
            </a:xfrm>
            <a:prstGeom prst="rect">
              <a:avLst/>
            </a:prstGeom>
            <a:solidFill>
              <a:srgbClr val="1B4883"/>
            </a:solidFill>
            <a:ln>
              <a:noFill/>
            </a:ln>
          </p:spPr>
        </p:sp>
        <p:sp>
          <p:nvSpPr>
            <p:cNvPr id="19251" name="Colorbar gradient 675"/>
            <p:cNvSpPr/>
            <p:nvPr/>
          </p:nvSpPr>
          <p:spPr>
            <a:xfrm>
              <a:off x="33552" y="1258212"/>
              <a:ext cx="106249" cy="1957"/>
            </a:xfrm>
            <a:prstGeom prst="rect">
              <a:avLst/>
            </a:prstGeom>
            <a:solidFill>
              <a:srgbClr val="194883"/>
            </a:solidFill>
            <a:ln>
              <a:noFill/>
            </a:ln>
          </p:spPr>
        </p:sp>
        <p:sp>
          <p:nvSpPr>
            <p:cNvPr id="19252" name="Colorbar gradient 676"/>
            <p:cNvSpPr/>
            <p:nvPr/>
          </p:nvSpPr>
          <p:spPr>
            <a:xfrm>
              <a:off x="33552" y="1260076"/>
              <a:ext cx="106249" cy="1957"/>
            </a:xfrm>
            <a:prstGeom prst="rect">
              <a:avLst/>
            </a:prstGeom>
            <a:solidFill>
              <a:srgbClr val="194883"/>
            </a:solidFill>
            <a:ln>
              <a:noFill/>
            </a:ln>
          </p:spPr>
        </p:sp>
        <p:sp>
          <p:nvSpPr>
            <p:cNvPr id="19253" name="Colorbar gradient 677"/>
            <p:cNvSpPr/>
            <p:nvPr/>
          </p:nvSpPr>
          <p:spPr>
            <a:xfrm>
              <a:off x="33552" y="1261940"/>
              <a:ext cx="106249" cy="1957"/>
            </a:xfrm>
            <a:prstGeom prst="rect">
              <a:avLst/>
            </a:prstGeom>
            <a:solidFill>
              <a:srgbClr val="1A4783"/>
            </a:solidFill>
            <a:ln>
              <a:noFill/>
            </a:ln>
          </p:spPr>
        </p:sp>
        <p:sp>
          <p:nvSpPr>
            <p:cNvPr id="19254" name="Colorbar gradient 678"/>
            <p:cNvSpPr/>
            <p:nvPr/>
          </p:nvSpPr>
          <p:spPr>
            <a:xfrm>
              <a:off x="33552" y="1263804"/>
              <a:ext cx="106249" cy="1957"/>
            </a:xfrm>
            <a:prstGeom prst="rect">
              <a:avLst/>
            </a:prstGeom>
            <a:solidFill>
              <a:srgbClr val="1A4782"/>
            </a:solidFill>
            <a:ln>
              <a:noFill/>
            </a:ln>
          </p:spPr>
        </p:sp>
        <p:sp>
          <p:nvSpPr>
            <p:cNvPr id="19255" name="Colorbar gradient 679"/>
            <p:cNvSpPr/>
            <p:nvPr/>
          </p:nvSpPr>
          <p:spPr>
            <a:xfrm>
              <a:off x="33552" y="1265668"/>
              <a:ext cx="106249" cy="1957"/>
            </a:xfrm>
            <a:prstGeom prst="rect">
              <a:avLst/>
            </a:prstGeom>
            <a:solidFill>
              <a:srgbClr val="1A4682"/>
            </a:solidFill>
            <a:ln>
              <a:noFill/>
            </a:ln>
          </p:spPr>
        </p:sp>
        <p:sp>
          <p:nvSpPr>
            <p:cNvPr id="19256" name="Colorbar gradient 680"/>
            <p:cNvSpPr/>
            <p:nvPr/>
          </p:nvSpPr>
          <p:spPr>
            <a:xfrm>
              <a:off x="33552" y="1267532"/>
              <a:ext cx="106249" cy="1957"/>
            </a:xfrm>
            <a:prstGeom prst="rect">
              <a:avLst/>
            </a:prstGeom>
            <a:solidFill>
              <a:srgbClr val="1A4682"/>
            </a:solidFill>
            <a:ln>
              <a:noFill/>
            </a:ln>
          </p:spPr>
        </p:sp>
        <p:sp>
          <p:nvSpPr>
            <p:cNvPr id="19257" name="Colorbar gradient 681"/>
            <p:cNvSpPr/>
            <p:nvPr/>
          </p:nvSpPr>
          <p:spPr>
            <a:xfrm>
              <a:off x="33552" y="1269396"/>
              <a:ext cx="106249" cy="1957"/>
            </a:xfrm>
            <a:prstGeom prst="rect">
              <a:avLst/>
            </a:prstGeom>
            <a:solidFill>
              <a:srgbClr val="1A4682"/>
            </a:solidFill>
            <a:ln>
              <a:noFill/>
            </a:ln>
          </p:spPr>
        </p:sp>
        <p:sp>
          <p:nvSpPr>
            <p:cNvPr id="19258" name="Colorbar gradient 682"/>
            <p:cNvSpPr/>
            <p:nvPr/>
          </p:nvSpPr>
          <p:spPr>
            <a:xfrm>
              <a:off x="33552" y="1271260"/>
              <a:ext cx="106249" cy="1957"/>
            </a:xfrm>
            <a:prstGeom prst="rect">
              <a:avLst/>
            </a:prstGeom>
            <a:solidFill>
              <a:srgbClr val="1A4682"/>
            </a:solidFill>
            <a:ln>
              <a:noFill/>
            </a:ln>
          </p:spPr>
        </p:sp>
        <p:sp>
          <p:nvSpPr>
            <p:cNvPr id="19259" name="Colorbar gradient 683"/>
            <p:cNvSpPr/>
            <p:nvPr/>
          </p:nvSpPr>
          <p:spPr>
            <a:xfrm>
              <a:off x="33552" y="1273124"/>
              <a:ext cx="106249" cy="1957"/>
            </a:xfrm>
            <a:prstGeom prst="rect">
              <a:avLst/>
            </a:prstGeom>
            <a:solidFill>
              <a:srgbClr val="174681"/>
            </a:solidFill>
            <a:ln>
              <a:noFill/>
            </a:ln>
          </p:spPr>
        </p:sp>
        <p:sp>
          <p:nvSpPr>
            <p:cNvPr id="19260" name="Colorbar gradient 684"/>
            <p:cNvSpPr/>
            <p:nvPr/>
          </p:nvSpPr>
          <p:spPr>
            <a:xfrm>
              <a:off x="33552" y="1274988"/>
              <a:ext cx="106249" cy="1957"/>
            </a:xfrm>
            <a:prstGeom prst="rect">
              <a:avLst/>
            </a:prstGeom>
            <a:solidFill>
              <a:srgbClr val="184581"/>
            </a:solidFill>
            <a:ln>
              <a:noFill/>
            </a:ln>
          </p:spPr>
        </p:sp>
        <p:sp>
          <p:nvSpPr>
            <p:cNvPr id="19261" name="Colorbar gradient 685"/>
            <p:cNvSpPr/>
            <p:nvPr/>
          </p:nvSpPr>
          <p:spPr>
            <a:xfrm>
              <a:off x="33552" y="1276852"/>
              <a:ext cx="106249" cy="1957"/>
            </a:xfrm>
            <a:prstGeom prst="rect">
              <a:avLst/>
            </a:prstGeom>
            <a:solidFill>
              <a:srgbClr val="184581"/>
            </a:solidFill>
            <a:ln>
              <a:noFill/>
            </a:ln>
          </p:spPr>
        </p:sp>
        <p:sp>
          <p:nvSpPr>
            <p:cNvPr id="19262" name="Colorbar gradient 686"/>
            <p:cNvSpPr/>
            <p:nvPr/>
          </p:nvSpPr>
          <p:spPr>
            <a:xfrm>
              <a:off x="33552" y="1278716"/>
              <a:ext cx="106249" cy="1957"/>
            </a:xfrm>
            <a:prstGeom prst="rect">
              <a:avLst/>
            </a:prstGeom>
            <a:solidFill>
              <a:srgbClr val="184581"/>
            </a:solidFill>
            <a:ln>
              <a:noFill/>
            </a:ln>
          </p:spPr>
        </p:sp>
        <p:sp>
          <p:nvSpPr>
            <p:cNvPr id="19263" name="Colorbar gradient 687"/>
            <p:cNvSpPr/>
            <p:nvPr/>
          </p:nvSpPr>
          <p:spPr>
            <a:xfrm>
              <a:off x="33552" y="1280580"/>
              <a:ext cx="106249" cy="1957"/>
            </a:xfrm>
            <a:prstGeom prst="rect">
              <a:avLst/>
            </a:prstGeom>
            <a:solidFill>
              <a:srgbClr val="194481"/>
            </a:solidFill>
            <a:ln>
              <a:noFill/>
            </a:ln>
          </p:spPr>
        </p:sp>
        <p:sp>
          <p:nvSpPr>
            <p:cNvPr id="19264" name="Colorbar gradient 688"/>
            <p:cNvSpPr/>
            <p:nvPr/>
          </p:nvSpPr>
          <p:spPr>
            <a:xfrm>
              <a:off x="33552" y="1282444"/>
              <a:ext cx="106249" cy="1957"/>
            </a:xfrm>
            <a:prstGeom prst="rect">
              <a:avLst/>
            </a:prstGeom>
            <a:solidFill>
              <a:srgbClr val="194480"/>
            </a:solidFill>
            <a:ln>
              <a:noFill/>
            </a:ln>
          </p:spPr>
        </p:sp>
        <p:sp>
          <p:nvSpPr>
            <p:cNvPr id="19265" name="Colorbar gradient 689"/>
            <p:cNvSpPr/>
            <p:nvPr/>
          </p:nvSpPr>
          <p:spPr>
            <a:xfrm>
              <a:off x="33552" y="1284308"/>
              <a:ext cx="106249" cy="1957"/>
            </a:xfrm>
            <a:prstGeom prst="rect">
              <a:avLst/>
            </a:prstGeom>
            <a:solidFill>
              <a:srgbClr val="174380"/>
            </a:solidFill>
            <a:ln>
              <a:noFill/>
            </a:ln>
          </p:spPr>
        </p:sp>
        <p:sp>
          <p:nvSpPr>
            <p:cNvPr id="19266" name="Colorbar gradient 690"/>
            <p:cNvSpPr/>
            <p:nvPr/>
          </p:nvSpPr>
          <p:spPr>
            <a:xfrm>
              <a:off x="33552" y="1286172"/>
              <a:ext cx="106249" cy="1957"/>
            </a:xfrm>
            <a:prstGeom prst="rect">
              <a:avLst/>
            </a:prstGeom>
            <a:solidFill>
              <a:srgbClr val="174380"/>
            </a:solidFill>
            <a:ln>
              <a:noFill/>
            </a:ln>
          </p:spPr>
        </p:sp>
        <p:sp>
          <p:nvSpPr>
            <p:cNvPr id="19267" name="Colorbar gradient 691"/>
            <p:cNvSpPr/>
            <p:nvPr/>
          </p:nvSpPr>
          <p:spPr>
            <a:xfrm>
              <a:off x="33552" y="1288036"/>
              <a:ext cx="106249" cy="1957"/>
            </a:xfrm>
            <a:prstGeom prst="rect">
              <a:avLst/>
            </a:prstGeom>
            <a:solidFill>
              <a:srgbClr val="174380"/>
            </a:solidFill>
            <a:ln>
              <a:noFill/>
            </a:ln>
          </p:spPr>
        </p:sp>
        <p:sp>
          <p:nvSpPr>
            <p:cNvPr id="19268" name="Colorbar gradient 692"/>
            <p:cNvSpPr/>
            <p:nvPr/>
          </p:nvSpPr>
          <p:spPr>
            <a:xfrm>
              <a:off x="33552" y="1289900"/>
              <a:ext cx="106249" cy="1957"/>
            </a:xfrm>
            <a:prstGeom prst="rect">
              <a:avLst/>
            </a:prstGeom>
            <a:solidFill>
              <a:srgbClr val="174280"/>
            </a:solidFill>
            <a:ln>
              <a:noFill/>
            </a:ln>
          </p:spPr>
        </p:sp>
        <p:sp>
          <p:nvSpPr>
            <p:cNvPr id="19269" name="Colorbar gradient 693"/>
            <p:cNvSpPr/>
            <p:nvPr/>
          </p:nvSpPr>
          <p:spPr>
            <a:xfrm>
              <a:off x="33552" y="1291764"/>
              <a:ext cx="106249" cy="1957"/>
            </a:xfrm>
            <a:prstGeom prst="rect">
              <a:avLst/>
            </a:prstGeom>
            <a:solidFill>
              <a:srgbClr val="174280"/>
            </a:solidFill>
            <a:ln>
              <a:noFill/>
            </a:ln>
          </p:spPr>
        </p:sp>
        <p:sp>
          <p:nvSpPr>
            <p:cNvPr id="19270" name="Colorbar gradient 694"/>
            <p:cNvSpPr/>
            <p:nvPr/>
          </p:nvSpPr>
          <p:spPr>
            <a:xfrm>
              <a:off x="33552" y="1293628"/>
              <a:ext cx="106249" cy="1957"/>
            </a:xfrm>
            <a:prstGeom prst="rect">
              <a:avLst/>
            </a:prstGeom>
            <a:solidFill>
              <a:srgbClr val="17417E"/>
            </a:solidFill>
            <a:ln>
              <a:noFill/>
            </a:ln>
          </p:spPr>
        </p:sp>
        <p:sp>
          <p:nvSpPr>
            <p:cNvPr id="19271" name="Colorbar gradient 695"/>
            <p:cNvSpPr/>
            <p:nvPr/>
          </p:nvSpPr>
          <p:spPr>
            <a:xfrm>
              <a:off x="33552" y="1295492"/>
              <a:ext cx="106249" cy="1957"/>
            </a:xfrm>
            <a:prstGeom prst="rect">
              <a:avLst/>
            </a:prstGeom>
            <a:solidFill>
              <a:srgbClr val="17417E"/>
            </a:solidFill>
            <a:ln>
              <a:noFill/>
            </a:ln>
          </p:spPr>
        </p:sp>
        <p:sp>
          <p:nvSpPr>
            <p:cNvPr id="19272" name="Colorbar gradient 696"/>
            <p:cNvSpPr/>
            <p:nvPr/>
          </p:nvSpPr>
          <p:spPr>
            <a:xfrm>
              <a:off x="33552" y="1297356"/>
              <a:ext cx="106249" cy="1957"/>
            </a:xfrm>
            <a:prstGeom prst="rect">
              <a:avLst/>
            </a:prstGeom>
            <a:solidFill>
              <a:srgbClr val="17417E"/>
            </a:solidFill>
            <a:ln>
              <a:noFill/>
            </a:ln>
          </p:spPr>
        </p:sp>
        <p:sp>
          <p:nvSpPr>
            <p:cNvPr id="19273" name="Colorbar gradient 697"/>
            <p:cNvSpPr/>
            <p:nvPr/>
          </p:nvSpPr>
          <p:spPr>
            <a:xfrm>
              <a:off x="33552" y="1299220"/>
              <a:ext cx="106249" cy="1957"/>
            </a:xfrm>
            <a:prstGeom prst="rect">
              <a:avLst/>
            </a:prstGeom>
            <a:solidFill>
              <a:srgbClr val="17407E"/>
            </a:solidFill>
            <a:ln>
              <a:noFill/>
            </a:ln>
          </p:spPr>
        </p:sp>
        <p:sp>
          <p:nvSpPr>
            <p:cNvPr id="19274" name="Colorbar gradient 698"/>
            <p:cNvSpPr/>
            <p:nvPr/>
          </p:nvSpPr>
          <p:spPr>
            <a:xfrm>
              <a:off x="33552" y="1301084"/>
              <a:ext cx="106249" cy="1957"/>
            </a:xfrm>
            <a:prstGeom prst="rect">
              <a:avLst/>
            </a:prstGeom>
            <a:solidFill>
              <a:srgbClr val="16407D"/>
            </a:solidFill>
            <a:ln>
              <a:noFill/>
            </a:ln>
          </p:spPr>
        </p:sp>
        <p:sp>
          <p:nvSpPr>
            <p:cNvPr id="19275" name="Colorbar gradient 699"/>
            <p:cNvSpPr/>
            <p:nvPr/>
          </p:nvSpPr>
          <p:spPr>
            <a:xfrm>
              <a:off x="33552" y="1302948"/>
              <a:ext cx="106249" cy="1957"/>
            </a:xfrm>
            <a:prstGeom prst="rect">
              <a:avLst/>
            </a:prstGeom>
            <a:solidFill>
              <a:srgbClr val="16407D"/>
            </a:solidFill>
            <a:ln>
              <a:noFill/>
            </a:ln>
          </p:spPr>
        </p:sp>
        <p:sp>
          <p:nvSpPr>
            <p:cNvPr id="19276" name="Colorbar gradient 700"/>
            <p:cNvSpPr/>
            <p:nvPr/>
          </p:nvSpPr>
          <p:spPr>
            <a:xfrm>
              <a:off x="33552" y="1304812"/>
              <a:ext cx="106249" cy="1957"/>
            </a:xfrm>
            <a:prstGeom prst="rect">
              <a:avLst/>
            </a:prstGeom>
            <a:solidFill>
              <a:srgbClr val="153E7D"/>
            </a:solidFill>
            <a:ln>
              <a:noFill/>
            </a:ln>
          </p:spPr>
        </p:sp>
        <p:sp>
          <p:nvSpPr>
            <p:cNvPr id="19277" name="Colorbar gradient 701"/>
            <p:cNvSpPr/>
            <p:nvPr/>
          </p:nvSpPr>
          <p:spPr>
            <a:xfrm>
              <a:off x="33552" y="1306676"/>
              <a:ext cx="106249" cy="1957"/>
            </a:xfrm>
            <a:prstGeom prst="rect">
              <a:avLst/>
            </a:prstGeom>
            <a:solidFill>
              <a:srgbClr val="153E7D"/>
            </a:solidFill>
            <a:ln>
              <a:noFill/>
            </a:ln>
          </p:spPr>
        </p:sp>
        <p:sp>
          <p:nvSpPr>
            <p:cNvPr id="19278" name="Colorbar gradient 702"/>
            <p:cNvSpPr/>
            <p:nvPr/>
          </p:nvSpPr>
          <p:spPr>
            <a:xfrm>
              <a:off x="33552" y="1308540"/>
              <a:ext cx="106249" cy="1957"/>
            </a:xfrm>
            <a:prstGeom prst="rect">
              <a:avLst/>
            </a:prstGeom>
            <a:solidFill>
              <a:srgbClr val="153E7D"/>
            </a:solidFill>
            <a:ln>
              <a:noFill/>
            </a:ln>
          </p:spPr>
        </p:sp>
        <p:sp>
          <p:nvSpPr>
            <p:cNvPr id="19279" name="Colorbar gradient 703"/>
            <p:cNvSpPr/>
            <p:nvPr/>
          </p:nvSpPr>
          <p:spPr>
            <a:xfrm>
              <a:off x="33552" y="1310404"/>
              <a:ext cx="106249" cy="1957"/>
            </a:xfrm>
            <a:prstGeom prst="rect">
              <a:avLst/>
            </a:prstGeom>
            <a:solidFill>
              <a:srgbClr val="163D7C"/>
            </a:solidFill>
            <a:ln>
              <a:noFill/>
            </a:ln>
          </p:spPr>
        </p:sp>
        <p:sp>
          <p:nvSpPr>
            <p:cNvPr id="19280" name="Colorbar gradient 704"/>
            <p:cNvSpPr/>
            <p:nvPr/>
          </p:nvSpPr>
          <p:spPr>
            <a:xfrm>
              <a:off x="33552" y="1312268"/>
              <a:ext cx="106249" cy="1957"/>
            </a:xfrm>
            <a:prstGeom prst="rect">
              <a:avLst/>
            </a:prstGeom>
            <a:solidFill>
              <a:srgbClr val="163D7C"/>
            </a:solidFill>
            <a:ln>
              <a:noFill/>
            </a:ln>
          </p:spPr>
        </p:sp>
        <p:sp>
          <p:nvSpPr>
            <p:cNvPr id="19281" name="Colorbar gradient 705"/>
            <p:cNvSpPr/>
            <p:nvPr/>
          </p:nvSpPr>
          <p:spPr>
            <a:xfrm>
              <a:off x="33552" y="1314132"/>
              <a:ext cx="106249" cy="1957"/>
            </a:xfrm>
            <a:prstGeom prst="rect">
              <a:avLst/>
            </a:prstGeom>
            <a:solidFill>
              <a:srgbClr val="163D7C"/>
            </a:solidFill>
            <a:ln>
              <a:noFill/>
            </a:ln>
          </p:spPr>
        </p:sp>
        <p:sp>
          <p:nvSpPr>
            <p:cNvPr id="19282" name="Colorbar gradient 706"/>
            <p:cNvSpPr/>
            <p:nvPr/>
          </p:nvSpPr>
          <p:spPr>
            <a:xfrm>
              <a:off x="33552" y="1315996"/>
              <a:ext cx="106249" cy="1957"/>
            </a:xfrm>
            <a:prstGeom prst="rect">
              <a:avLst/>
            </a:prstGeom>
            <a:solidFill>
              <a:srgbClr val="153C7C"/>
            </a:solidFill>
            <a:ln>
              <a:noFill/>
            </a:ln>
          </p:spPr>
        </p:sp>
        <p:sp>
          <p:nvSpPr>
            <p:cNvPr id="19283" name="Colorbar gradient 707"/>
            <p:cNvSpPr/>
            <p:nvPr/>
          </p:nvSpPr>
          <p:spPr>
            <a:xfrm>
              <a:off x="33552" y="1317860"/>
              <a:ext cx="106249" cy="1957"/>
            </a:xfrm>
            <a:prstGeom prst="rect">
              <a:avLst/>
            </a:prstGeom>
            <a:solidFill>
              <a:srgbClr val="153C7C"/>
            </a:solidFill>
            <a:ln>
              <a:noFill/>
            </a:ln>
          </p:spPr>
        </p:sp>
        <p:sp>
          <p:nvSpPr>
            <p:cNvPr id="19284" name="Colorbar gradient 708"/>
            <p:cNvSpPr/>
            <p:nvPr/>
          </p:nvSpPr>
          <p:spPr>
            <a:xfrm>
              <a:off x="33552" y="1319724"/>
              <a:ext cx="106249" cy="1957"/>
            </a:xfrm>
            <a:prstGeom prst="rect">
              <a:avLst/>
            </a:prstGeom>
            <a:solidFill>
              <a:srgbClr val="163B7B"/>
            </a:solidFill>
            <a:ln>
              <a:noFill/>
            </a:ln>
          </p:spPr>
        </p:sp>
        <p:sp>
          <p:nvSpPr>
            <p:cNvPr id="19285" name="Colorbar gradient 709"/>
            <p:cNvSpPr/>
            <p:nvPr/>
          </p:nvSpPr>
          <p:spPr>
            <a:xfrm>
              <a:off x="33552" y="1321589"/>
              <a:ext cx="106249" cy="1957"/>
            </a:xfrm>
            <a:prstGeom prst="rect">
              <a:avLst/>
            </a:prstGeom>
            <a:solidFill>
              <a:srgbClr val="163B7B"/>
            </a:solidFill>
            <a:ln>
              <a:noFill/>
            </a:ln>
          </p:spPr>
        </p:sp>
        <p:sp>
          <p:nvSpPr>
            <p:cNvPr id="19286" name="Colorbar gradient 710"/>
            <p:cNvSpPr/>
            <p:nvPr/>
          </p:nvSpPr>
          <p:spPr>
            <a:xfrm>
              <a:off x="33552" y="1323453"/>
              <a:ext cx="106249" cy="1957"/>
            </a:xfrm>
            <a:prstGeom prst="rect">
              <a:avLst/>
            </a:prstGeom>
            <a:solidFill>
              <a:srgbClr val="163B7B"/>
            </a:solidFill>
            <a:ln>
              <a:noFill/>
            </a:ln>
          </p:spPr>
        </p:sp>
        <p:sp>
          <p:nvSpPr>
            <p:cNvPr id="19287" name="Colorbar gradient 711"/>
            <p:cNvSpPr/>
            <p:nvPr/>
          </p:nvSpPr>
          <p:spPr>
            <a:xfrm>
              <a:off x="33552" y="1325317"/>
              <a:ext cx="106249" cy="1957"/>
            </a:xfrm>
            <a:prstGeom prst="rect">
              <a:avLst/>
            </a:prstGeom>
            <a:solidFill>
              <a:srgbClr val="153A7B"/>
            </a:solidFill>
            <a:ln>
              <a:noFill/>
            </a:ln>
          </p:spPr>
        </p:sp>
        <p:sp>
          <p:nvSpPr>
            <p:cNvPr id="19288" name="Colorbar gradient 712"/>
            <p:cNvSpPr/>
            <p:nvPr/>
          </p:nvSpPr>
          <p:spPr>
            <a:xfrm>
              <a:off x="33552" y="1327181"/>
              <a:ext cx="106249" cy="1957"/>
            </a:xfrm>
            <a:prstGeom prst="rect">
              <a:avLst/>
            </a:prstGeom>
            <a:solidFill>
              <a:srgbClr val="153A7A"/>
            </a:solidFill>
            <a:ln>
              <a:noFill/>
            </a:ln>
          </p:spPr>
        </p:sp>
        <p:sp>
          <p:nvSpPr>
            <p:cNvPr id="19289" name="Colorbar gradient 713"/>
            <p:cNvSpPr/>
            <p:nvPr/>
          </p:nvSpPr>
          <p:spPr>
            <a:xfrm>
              <a:off x="33552" y="1329045"/>
              <a:ext cx="106249" cy="1957"/>
            </a:xfrm>
            <a:prstGeom prst="rect">
              <a:avLst/>
            </a:prstGeom>
            <a:solidFill>
              <a:srgbClr val="14397A"/>
            </a:solidFill>
            <a:ln>
              <a:noFill/>
            </a:ln>
          </p:spPr>
        </p:sp>
        <p:sp>
          <p:nvSpPr>
            <p:cNvPr id="19290" name="Colorbar gradient 714"/>
            <p:cNvSpPr/>
            <p:nvPr/>
          </p:nvSpPr>
          <p:spPr>
            <a:xfrm>
              <a:off x="33552" y="1330909"/>
              <a:ext cx="106249" cy="1957"/>
            </a:xfrm>
            <a:prstGeom prst="rect">
              <a:avLst/>
            </a:prstGeom>
            <a:solidFill>
              <a:srgbClr val="14397A"/>
            </a:solidFill>
            <a:ln>
              <a:noFill/>
            </a:ln>
          </p:spPr>
        </p:sp>
        <p:sp>
          <p:nvSpPr>
            <p:cNvPr id="19291" name="Colorbar gradient 715"/>
            <p:cNvSpPr/>
            <p:nvPr/>
          </p:nvSpPr>
          <p:spPr>
            <a:xfrm>
              <a:off x="33552" y="1332773"/>
              <a:ext cx="106249" cy="1957"/>
            </a:xfrm>
            <a:prstGeom prst="rect">
              <a:avLst/>
            </a:prstGeom>
            <a:solidFill>
              <a:srgbClr val="14397A"/>
            </a:solidFill>
            <a:ln>
              <a:noFill/>
            </a:ln>
          </p:spPr>
        </p:sp>
        <p:sp>
          <p:nvSpPr>
            <p:cNvPr id="19292" name="Colorbar gradient 716"/>
            <p:cNvSpPr/>
            <p:nvPr/>
          </p:nvSpPr>
          <p:spPr>
            <a:xfrm>
              <a:off x="33552" y="1334637"/>
              <a:ext cx="106249" cy="1957"/>
            </a:xfrm>
            <a:prstGeom prst="rect">
              <a:avLst/>
            </a:prstGeom>
            <a:solidFill>
              <a:srgbClr val="14397A"/>
            </a:solidFill>
            <a:ln>
              <a:noFill/>
            </a:ln>
          </p:spPr>
        </p:sp>
        <p:sp>
          <p:nvSpPr>
            <p:cNvPr id="19293" name="Colorbar gradient 717"/>
            <p:cNvSpPr/>
            <p:nvPr/>
          </p:nvSpPr>
          <p:spPr>
            <a:xfrm>
              <a:off x="33552" y="1336501"/>
              <a:ext cx="106249" cy="1957"/>
            </a:xfrm>
            <a:prstGeom prst="rect">
              <a:avLst/>
            </a:prstGeom>
            <a:solidFill>
              <a:srgbClr val="143979"/>
            </a:solidFill>
            <a:ln>
              <a:noFill/>
            </a:ln>
          </p:spPr>
        </p:sp>
        <p:sp>
          <p:nvSpPr>
            <p:cNvPr id="19294" name="Colorbar gradient 718"/>
            <p:cNvSpPr/>
            <p:nvPr/>
          </p:nvSpPr>
          <p:spPr>
            <a:xfrm>
              <a:off x="33552" y="1338365"/>
              <a:ext cx="106249" cy="1957"/>
            </a:xfrm>
            <a:prstGeom prst="rect">
              <a:avLst/>
            </a:prstGeom>
            <a:solidFill>
              <a:srgbClr val="143879"/>
            </a:solidFill>
            <a:ln>
              <a:noFill/>
            </a:ln>
          </p:spPr>
        </p:sp>
        <p:sp>
          <p:nvSpPr>
            <p:cNvPr id="19295" name="Colorbar gradient 719"/>
            <p:cNvSpPr/>
            <p:nvPr/>
          </p:nvSpPr>
          <p:spPr>
            <a:xfrm>
              <a:off x="33552" y="1340229"/>
              <a:ext cx="106249" cy="1957"/>
            </a:xfrm>
            <a:prstGeom prst="rect">
              <a:avLst/>
            </a:prstGeom>
            <a:solidFill>
              <a:srgbClr val="143879"/>
            </a:solidFill>
            <a:ln>
              <a:noFill/>
            </a:ln>
          </p:spPr>
        </p:sp>
        <p:sp>
          <p:nvSpPr>
            <p:cNvPr id="19296" name="Colorbar gradient 720"/>
            <p:cNvSpPr/>
            <p:nvPr/>
          </p:nvSpPr>
          <p:spPr>
            <a:xfrm>
              <a:off x="33552" y="1342093"/>
              <a:ext cx="106249" cy="1957"/>
            </a:xfrm>
            <a:prstGeom prst="rect">
              <a:avLst/>
            </a:prstGeom>
            <a:solidFill>
              <a:srgbClr val="143879"/>
            </a:solidFill>
            <a:ln>
              <a:noFill/>
            </a:ln>
          </p:spPr>
        </p:sp>
        <p:sp>
          <p:nvSpPr>
            <p:cNvPr id="19297" name="Colorbar gradient 721"/>
            <p:cNvSpPr/>
            <p:nvPr/>
          </p:nvSpPr>
          <p:spPr>
            <a:xfrm>
              <a:off x="33552" y="1343957"/>
              <a:ext cx="106249" cy="1957"/>
            </a:xfrm>
            <a:prstGeom prst="rect">
              <a:avLst/>
            </a:prstGeom>
            <a:solidFill>
              <a:srgbClr val="133779"/>
            </a:solidFill>
            <a:ln>
              <a:noFill/>
            </a:ln>
          </p:spPr>
        </p:sp>
        <p:sp>
          <p:nvSpPr>
            <p:cNvPr id="19298" name="Colorbar gradient 722"/>
            <p:cNvSpPr/>
            <p:nvPr/>
          </p:nvSpPr>
          <p:spPr>
            <a:xfrm>
              <a:off x="33552" y="1345821"/>
              <a:ext cx="106249" cy="1957"/>
            </a:xfrm>
            <a:prstGeom prst="rect">
              <a:avLst/>
            </a:prstGeom>
            <a:solidFill>
              <a:srgbClr val="133779"/>
            </a:solidFill>
            <a:ln>
              <a:noFill/>
            </a:ln>
          </p:spPr>
        </p:sp>
        <p:sp>
          <p:nvSpPr>
            <p:cNvPr id="19299" name="Colorbar gradient 723"/>
            <p:cNvSpPr/>
            <p:nvPr/>
          </p:nvSpPr>
          <p:spPr>
            <a:xfrm>
              <a:off x="33552" y="1347685"/>
              <a:ext cx="106249" cy="1957"/>
            </a:xfrm>
            <a:prstGeom prst="rect">
              <a:avLst/>
            </a:prstGeom>
            <a:solidFill>
              <a:srgbClr val="143579"/>
            </a:solidFill>
            <a:ln>
              <a:noFill/>
            </a:ln>
          </p:spPr>
        </p:sp>
        <p:sp>
          <p:nvSpPr>
            <p:cNvPr id="19300" name="Colorbar gradient 724"/>
            <p:cNvSpPr/>
            <p:nvPr/>
          </p:nvSpPr>
          <p:spPr>
            <a:xfrm>
              <a:off x="33552" y="1349549"/>
              <a:ext cx="106249" cy="1957"/>
            </a:xfrm>
            <a:prstGeom prst="rect">
              <a:avLst/>
            </a:prstGeom>
            <a:solidFill>
              <a:srgbClr val="143579"/>
            </a:solidFill>
            <a:ln>
              <a:noFill/>
            </a:ln>
          </p:spPr>
        </p:sp>
        <p:sp>
          <p:nvSpPr>
            <p:cNvPr id="19301" name="Colorbar gradient 725"/>
            <p:cNvSpPr/>
            <p:nvPr/>
          </p:nvSpPr>
          <p:spPr>
            <a:xfrm>
              <a:off x="33552" y="1351413"/>
              <a:ext cx="106249" cy="1957"/>
            </a:xfrm>
            <a:prstGeom prst="rect">
              <a:avLst/>
            </a:prstGeom>
            <a:solidFill>
              <a:srgbClr val="143579"/>
            </a:solidFill>
            <a:ln>
              <a:noFill/>
            </a:ln>
          </p:spPr>
        </p:sp>
        <p:sp>
          <p:nvSpPr>
            <p:cNvPr id="19302" name="Colorbar gradient 726"/>
            <p:cNvSpPr/>
            <p:nvPr/>
          </p:nvSpPr>
          <p:spPr>
            <a:xfrm>
              <a:off x="33552" y="1353277"/>
              <a:ext cx="106249" cy="1957"/>
            </a:xfrm>
            <a:prstGeom prst="rect">
              <a:avLst/>
            </a:prstGeom>
            <a:solidFill>
              <a:srgbClr val="133479"/>
            </a:solidFill>
            <a:ln>
              <a:noFill/>
            </a:ln>
          </p:spPr>
        </p:sp>
        <p:sp>
          <p:nvSpPr>
            <p:cNvPr id="19303" name="Colorbar gradient 727"/>
            <p:cNvSpPr/>
            <p:nvPr/>
          </p:nvSpPr>
          <p:spPr>
            <a:xfrm>
              <a:off x="33552" y="1355141"/>
              <a:ext cx="106249" cy="1957"/>
            </a:xfrm>
            <a:prstGeom prst="rect">
              <a:avLst/>
            </a:prstGeom>
            <a:solidFill>
              <a:srgbClr val="133478"/>
            </a:solidFill>
            <a:ln>
              <a:noFill/>
            </a:ln>
          </p:spPr>
        </p:sp>
        <p:sp>
          <p:nvSpPr>
            <p:cNvPr id="19304" name="Colorbar gradient 728"/>
            <p:cNvSpPr/>
            <p:nvPr/>
          </p:nvSpPr>
          <p:spPr>
            <a:xfrm>
              <a:off x="33552" y="1357005"/>
              <a:ext cx="106249" cy="1957"/>
            </a:xfrm>
            <a:prstGeom prst="rect">
              <a:avLst/>
            </a:prstGeom>
            <a:solidFill>
              <a:srgbClr val="133478"/>
            </a:solidFill>
            <a:ln>
              <a:noFill/>
            </a:ln>
          </p:spPr>
        </p:sp>
        <p:sp>
          <p:nvSpPr>
            <p:cNvPr id="19305" name="Colorbar gradient 729"/>
            <p:cNvSpPr/>
            <p:nvPr/>
          </p:nvSpPr>
          <p:spPr>
            <a:xfrm>
              <a:off x="33552" y="1358869"/>
              <a:ext cx="106249" cy="1957"/>
            </a:xfrm>
            <a:prstGeom prst="rect">
              <a:avLst/>
            </a:prstGeom>
            <a:solidFill>
              <a:srgbClr val="143378"/>
            </a:solidFill>
            <a:ln>
              <a:noFill/>
            </a:ln>
          </p:spPr>
        </p:sp>
        <p:sp>
          <p:nvSpPr>
            <p:cNvPr id="19306" name="Colorbar gradient 730"/>
            <p:cNvSpPr/>
            <p:nvPr/>
          </p:nvSpPr>
          <p:spPr>
            <a:xfrm>
              <a:off x="33552" y="1360733"/>
              <a:ext cx="106249" cy="1957"/>
            </a:xfrm>
            <a:prstGeom prst="rect">
              <a:avLst/>
            </a:prstGeom>
            <a:solidFill>
              <a:srgbClr val="143378"/>
            </a:solidFill>
            <a:ln>
              <a:noFill/>
            </a:ln>
          </p:spPr>
        </p:sp>
        <p:sp>
          <p:nvSpPr>
            <p:cNvPr id="19307" name="Colorbar gradient 731"/>
            <p:cNvSpPr/>
            <p:nvPr/>
          </p:nvSpPr>
          <p:spPr>
            <a:xfrm>
              <a:off x="33552" y="1362597"/>
              <a:ext cx="106249" cy="1957"/>
            </a:xfrm>
            <a:prstGeom prst="rect">
              <a:avLst/>
            </a:prstGeom>
            <a:solidFill>
              <a:srgbClr val="143378"/>
            </a:solidFill>
            <a:ln>
              <a:noFill/>
            </a:ln>
          </p:spPr>
        </p:sp>
        <p:sp>
          <p:nvSpPr>
            <p:cNvPr id="19308" name="Colorbar gradient 732"/>
            <p:cNvSpPr/>
            <p:nvPr/>
          </p:nvSpPr>
          <p:spPr>
            <a:xfrm>
              <a:off x="33552" y="1364461"/>
              <a:ext cx="106249" cy="1957"/>
            </a:xfrm>
            <a:prstGeom prst="rect">
              <a:avLst/>
            </a:prstGeom>
            <a:solidFill>
              <a:srgbClr val="143377"/>
            </a:solidFill>
            <a:ln>
              <a:noFill/>
            </a:ln>
          </p:spPr>
        </p:sp>
        <p:sp>
          <p:nvSpPr>
            <p:cNvPr id="19309" name="Colorbar gradient 733"/>
            <p:cNvSpPr/>
            <p:nvPr/>
          </p:nvSpPr>
          <p:spPr>
            <a:xfrm>
              <a:off x="33552" y="1366325"/>
              <a:ext cx="106249" cy="1957"/>
            </a:xfrm>
            <a:prstGeom prst="rect">
              <a:avLst/>
            </a:prstGeom>
            <a:solidFill>
              <a:srgbClr val="143377"/>
            </a:solidFill>
            <a:ln>
              <a:noFill/>
            </a:ln>
          </p:spPr>
        </p:sp>
        <p:sp>
          <p:nvSpPr>
            <p:cNvPr id="19310" name="Colorbar gradient 734"/>
            <p:cNvSpPr/>
            <p:nvPr/>
          </p:nvSpPr>
          <p:spPr>
            <a:xfrm>
              <a:off x="33552" y="1368189"/>
              <a:ext cx="106249" cy="1957"/>
            </a:xfrm>
            <a:prstGeom prst="rect">
              <a:avLst/>
            </a:prstGeom>
            <a:solidFill>
              <a:srgbClr val="133177"/>
            </a:solidFill>
            <a:ln>
              <a:noFill/>
            </a:ln>
          </p:spPr>
        </p:sp>
        <p:sp>
          <p:nvSpPr>
            <p:cNvPr id="19311" name="Colorbar gradient 735"/>
            <p:cNvSpPr/>
            <p:nvPr/>
          </p:nvSpPr>
          <p:spPr>
            <a:xfrm>
              <a:off x="33552" y="1370053"/>
              <a:ext cx="106249" cy="1957"/>
            </a:xfrm>
            <a:prstGeom prst="rect">
              <a:avLst/>
            </a:prstGeom>
            <a:solidFill>
              <a:srgbClr val="133177"/>
            </a:solidFill>
            <a:ln>
              <a:noFill/>
            </a:ln>
          </p:spPr>
        </p:sp>
        <p:sp>
          <p:nvSpPr>
            <p:cNvPr id="19312" name="Colorbar gradient 736"/>
            <p:cNvSpPr/>
            <p:nvPr/>
          </p:nvSpPr>
          <p:spPr>
            <a:xfrm>
              <a:off x="33552" y="1371917"/>
              <a:ext cx="106249" cy="1957"/>
            </a:xfrm>
            <a:prstGeom prst="rect">
              <a:avLst/>
            </a:prstGeom>
            <a:solidFill>
              <a:srgbClr val="123177"/>
            </a:solidFill>
            <a:ln>
              <a:noFill/>
            </a:ln>
          </p:spPr>
        </p:sp>
        <p:sp>
          <p:nvSpPr>
            <p:cNvPr id="19313" name="Colorbar gradient 737"/>
            <p:cNvSpPr/>
            <p:nvPr/>
          </p:nvSpPr>
          <p:spPr>
            <a:xfrm>
              <a:off x="33552" y="1373781"/>
              <a:ext cx="106249" cy="1957"/>
            </a:xfrm>
            <a:prstGeom prst="rect">
              <a:avLst/>
            </a:prstGeom>
            <a:solidFill>
              <a:srgbClr val="123076"/>
            </a:solidFill>
            <a:ln>
              <a:noFill/>
            </a:ln>
          </p:spPr>
        </p:sp>
        <p:sp>
          <p:nvSpPr>
            <p:cNvPr id="19314" name="Colorbar gradient 738"/>
            <p:cNvSpPr/>
            <p:nvPr/>
          </p:nvSpPr>
          <p:spPr>
            <a:xfrm>
              <a:off x="33552" y="1375645"/>
              <a:ext cx="106249" cy="1957"/>
            </a:xfrm>
            <a:prstGeom prst="rect">
              <a:avLst/>
            </a:prstGeom>
            <a:solidFill>
              <a:srgbClr val="123076"/>
            </a:solidFill>
            <a:ln>
              <a:noFill/>
            </a:ln>
          </p:spPr>
        </p:sp>
        <p:sp>
          <p:nvSpPr>
            <p:cNvPr id="19315" name="Colorbar gradient 739"/>
            <p:cNvSpPr/>
            <p:nvPr/>
          </p:nvSpPr>
          <p:spPr>
            <a:xfrm>
              <a:off x="33552" y="1377509"/>
              <a:ext cx="106249" cy="1957"/>
            </a:xfrm>
            <a:prstGeom prst="rect">
              <a:avLst/>
            </a:prstGeom>
            <a:solidFill>
              <a:srgbClr val="123076"/>
            </a:solidFill>
            <a:ln>
              <a:noFill/>
            </a:ln>
          </p:spPr>
        </p:sp>
        <p:sp>
          <p:nvSpPr>
            <p:cNvPr id="19316" name="Colorbar gradient 740"/>
            <p:cNvSpPr/>
            <p:nvPr/>
          </p:nvSpPr>
          <p:spPr>
            <a:xfrm>
              <a:off x="33552" y="1379373"/>
              <a:ext cx="106249" cy="1957"/>
            </a:xfrm>
            <a:prstGeom prst="rect">
              <a:avLst/>
            </a:prstGeom>
            <a:solidFill>
              <a:srgbClr val="112F76"/>
            </a:solidFill>
            <a:ln>
              <a:noFill/>
            </a:ln>
          </p:spPr>
        </p:sp>
        <p:sp>
          <p:nvSpPr>
            <p:cNvPr id="19317" name="Colorbar gradient 741"/>
            <p:cNvSpPr/>
            <p:nvPr/>
          </p:nvSpPr>
          <p:spPr>
            <a:xfrm>
              <a:off x="33552" y="1381237"/>
              <a:ext cx="106249" cy="1957"/>
            </a:xfrm>
            <a:prstGeom prst="rect">
              <a:avLst/>
            </a:prstGeom>
            <a:solidFill>
              <a:srgbClr val="132F75"/>
            </a:solidFill>
            <a:ln>
              <a:noFill/>
            </a:ln>
          </p:spPr>
        </p:sp>
        <p:sp>
          <p:nvSpPr>
            <p:cNvPr id="19318" name="Colorbar gradient 742"/>
            <p:cNvSpPr/>
            <p:nvPr/>
          </p:nvSpPr>
          <p:spPr>
            <a:xfrm>
              <a:off x="33552" y="1383101"/>
              <a:ext cx="106249" cy="1957"/>
            </a:xfrm>
            <a:prstGeom prst="rect">
              <a:avLst/>
            </a:prstGeom>
            <a:solidFill>
              <a:srgbClr val="122E75"/>
            </a:solidFill>
            <a:ln>
              <a:noFill/>
            </a:ln>
          </p:spPr>
        </p:sp>
        <p:sp>
          <p:nvSpPr>
            <p:cNvPr id="19319" name="Colorbar gradient 743"/>
            <p:cNvSpPr/>
            <p:nvPr/>
          </p:nvSpPr>
          <p:spPr>
            <a:xfrm>
              <a:off x="33552" y="1384965"/>
              <a:ext cx="106249" cy="1957"/>
            </a:xfrm>
            <a:prstGeom prst="rect">
              <a:avLst/>
            </a:prstGeom>
            <a:solidFill>
              <a:srgbClr val="122E75"/>
            </a:solidFill>
            <a:ln>
              <a:noFill/>
            </a:ln>
          </p:spPr>
        </p:sp>
        <p:sp>
          <p:nvSpPr>
            <p:cNvPr id="19320" name="Colorbar gradient 744"/>
            <p:cNvSpPr/>
            <p:nvPr/>
          </p:nvSpPr>
          <p:spPr>
            <a:xfrm>
              <a:off x="33552" y="1386829"/>
              <a:ext cx="106249" cy="1957"/>
            </a:xfrm>
            <a:prstGeom prst="rect">
              <a:avLst/>
            </a:prstGeom>
            <a:solidFill>
              <a:srgbClr val="102E75"/>
            </a:solidFill>
            <a:ln>
              <a:noFill/>
            </a:ln>
          </p:spPr>
        </p:sp>
        <p:sp>
          <p:nvSpPr>
            <p:cNvPr id="19321" name="Colorbar gradient 745"/>
            <p:cNvSpPr/>
            <p:nvPr/>
          </p:nvSpPr>
          <p:spPr>
            <a:xfrm>
              <a:off x="33552" y="1388693"/>
              <a:ext cx="106249" cy="1957"/>
            </a:xfrm>
            <a:prstGeom prst="rect">
              <a:avLst/>
            </a:prstGeom>
            <a:solidFill>
              <a:srgbClr val="112D75"/>
            </a:solidFill>
            <a:ln>
              <a:noFill/>
            </a:ln>
          </p:spPr>
        </p:sp>
        <p:sp>
          <p:nvSpPr>
            <p:cNvPr id="19322" name="Colorbar gradient 746"/>
            <p:cNvSpPr/>
            <p:nvPr/>
          </p:nvSpPr>
          <p:spPr>
            <a:xfrm>
              <a:off x="33552" y="1390557"/>
              <a:ext cx="106249" cy="1957"/>
            </a:xfrm>
            <a:prstGeom prst="rect">
              <a:avLst/>
            </a:prstGeom>
            <a:solidFill>
              <a:srgbClr val="112D74"/>
            </a:solidFill>
            <a:ln>
              <a:noFill/>
            </a:ln>
          </p:spPr>
        </p:sp>
        <p:sp>
          <p:nvSpPr>
            <p:cNvPr id="19323" name="Colorbar gradient 747"/>
            <p:cNvSpPr/>
            <p:nvPr/>
          </p:nvSpPr>
          <p:spPr>
            <a:xfrm>
              <a:off x="33552" y="1392421"/>
              <a:ext cx="106249" cy="1957"/>
            </a:xfrm>
            <a:prstGeom prst="rect">
              <a:avLst/>
            </a:prstGeom>
            <a:solidFill>
              <a:srgbClr val="122C74"/>
            </a:solidFill>
            <a:ln>
              <a:noFill/>
            </a:ln>
          </p:spPr>
        </p:sp>
        <p:sp>
          <p:nvSpPr>
            <p:cNvPr id="19324" name="Colorbar gradient 748"/>
            <p:cNvSpPr/>
            <p:nvPr/>
          </p:nvSpPr>
          <p:spPr>
            <a:xfrm>
              <a:off x="33552" y="1394285"/>
              <a:ext cx="106249" cy="1957"/>
            </a:xfrm>
            <a:prstGeom prst="rect">
              <a:avLst/>
            </a:prstGeom>
            <a:solidFill>
              <a:srgbClr val="122C74"/>
            </a:solidFill>
            <a:ln>
              <a:noFill/>
            </a:ln>
          </p:spPr>
        </p:sp>
        <p:sp>
          <p:nvSpPr>
            <p:cNvPr id="19325" name="Colorbar gradient 749"/>
            <p:cNvSpPr/>
            <p:nvPr/>
          </p:nvSpPr>
          <p:spPr>
            <a:xfrm>
              <a:off x="33552" y="1396149"/>
              <a:ext cx="106249" cy="1957"/>
            </a:xfrm>
            <a:prstGeom prst="rect">
              <a:avLst/>
            </a:prstGeom>
            <a:solidFill>
              <a:srgbClr val="122C74"/>
            </a:solidFill>
            <a:ln>
              <a:noFill/>
            </a:ln>
          </p:spPr>
        </p:sp>
        <p:sp>
          <p:nvSpPr>
            <p:cNvPr id="19326" name="Colorbar gradient 750"/>
            <p:cNvSpPr/>
            <p:nvPr/>
          </p:nvSpPr>
          <p:spPr>
            <a:xfrm>
              <a:off x="33552" y="1398013"/>
              <a:ext cx="106249" cy="1957"/>
            </a:xfrm>
            <a:prstGeom prst="rect">
              <a:avLst/>
            </a:prstGeom>
            <a:solidFill>
              <a:srgbClr val="122C74"/>
            </a:solidFill>
            <a:ln>
              <a:noFill/>
            </a:ln>
          </p:spPr>
        </p:sp>
        <p:sp>
          <p:nvSpPr>
            <p:cNvPr id="19327" name="Colorbar gradient 751"/>
            <p:cNvSpPr/>
            <p:nvPr/>
          </p:nvSpPr>
          <p:spPr>
            <a:xfrm>
              <a:off x="33552" y="1399877"/>
              <a:ext cx="106249" cy="1957"/>
            </a:xfrm>
            <a:prstGeom prst="rect">
              <a:avLst/>
            </a:prstGeom>
            <a:solidFill>
              <a:srgbClr val="102C73"/>
            </a:solidFill>
            <a:ln>
              <a:noFill/>
            </a:ln>
          </p:spPr>
        </p:sp>
        <p:sp>
          <p:nvSpPr>
            <p:cNvPr id="19328" name="Colorbar gradient 752"/>
            <p:cNvSpPr/>
            <p:nvPr/>
          </p:nvSpPr>
          <p:spPr>
            <a:xfrm>
              <a:off x="33552" y="1401741"/>
              <a:ext cx="106249" cy="1957"/>
            </a:xfrm>
            <a:prstGeom prst="rect">
              <a:avLst/>
            </a:prstGeom>
            <a:solidFill>
              <a:srgbClr val="102B73"/>
            </a:solidFill>
            <a:ln>
              <a:noFill/>
            </a:ln>
          </p:spPr>
        </p:sp>
        <p:sp>
          <p:nvSpPr>
            <p:cNvPr id="19329" name="Colorbar gradient 753"/>
            <p:cNvSpPr/>
            <p:nvPr/>
          </p:nvSpPr>
          <p:spPr>
            <a:xfrm>
              <a:off x="33552" y="1403605"/>
              <a:ext cx="106249" cy="1957"/>
            </a:xfrm>
            <a:prstGeom prst="rect">
              <a:avLst/>
            </a:prstGeom>
            <a:solidFill>
              <a:srgbClr val="102B73"/>
            </a:solidFill>
            <a:ln>
              <a:noFill/>
            </a:ln>
          </p:spPr>
        </p:sp>
        <p:sp>
          <p:nvSpPr>
            <p:cNvPr id="19330" name="Colorbar gradient 754"/>
            <p:cNvSpPr/>
            <p:nvPr/>
          </p:nvSpPr>
          <p:spPr>
            <a:xfrm>
              <a:off x="33552" y="1405469"/>
              <a:ext cx="106249" cy="1957"/>
            </a:xfrm>
            <a:prstGeom prst="rect">
              <a:avLst/>
            </a:prstGeom>
            <a:solidFill>
              <a:srgbClr val="102B73"/>
            </a:solidFill>
            <a:ln>
              <a:noFill/>
            </a:ln>
          </p:spPr>
        </p:sp>
        <p:sp>
          <p:nvSpPr>
            <p:cNvPr id="19331" name="Colorbar gradient 755"/>
            <p:cNvSpPr/>
            <p:nvPr/>
          </p:nvSpPr>
          <p:spPr>
            <a:xfrm>
              <a:off x="33552" y="1407333"/>
              <a:ext cx="106249" cy="1957"/>
            </a:xfrm>
            <a:prstGeom prst="rect">
              <a:avLst/>
            </a:prstGeom>
            <a:solidFill>
              <a:srgbClr val="102A73"/>
            </a:solidFill>
            <a:ln>
              <a:noFill/>
            </a:ln>
          </p:spPr>
        </p:sp>
        <p:sp>
          <p:nvSpPr>
            <p:cNvPr id="19332" name="Colorbar gradient 756"/>
            <p:cNvSpPr/>
            <p:nvPr/>
          </p:nvSpPr>
          <p:spPr>
            <a:xfrm>
              <a:off x="33552" y="1409197"/>
              <a:ext cx="106249" cy="1957"/>
            </a:xfrm>
            <a:prstGeom prst="rect">
              <a:avLst/>
            </a:prstGeom>
            <a:solidFill>
              <a:srgbClr val="112A71"/>
            </a:solidFill>
            <a:ln>
              <a:noFill/>
            </a:ln>
          </p:spPr>
        </p:sp>
        <p:sp>
          <p:nvSpPr>
            <p:cNvPr id="19333" name="Colorbar gradient 757"/>
            <p:cNvSpPr/>
            <p:nvPr/>
          </p:nvSpPr>
          <p:spPr>
            <a:xfrm>
              <a:off x="33552" y="1411061"/>
              <a:ext cx="106249" cy="1957"/>
            </a:xfrm>
            <a:prstGeom prst="rect">
              <a:avLst/>
            </a:prstGeom>
            <a:solidFill>
              <a:srgbClr val="102971"/>
            </a:solidFill>
            <a:ln>
              <a:noFill/>
            </a:ln>
          </p:spPr>
        </p:sp>
        <p:sp>
          <p:nvSpPr>
            <p:cNvPr id="19334" name="Colorbar gradient 758"/>
            <p:cNvSpPr/>
            <p:nvPr/>
          </p:nvSpPr>
          <p:spPr>
            <a:xfrm>
              <a:off x="33552" y="1412925"/>
              <a:ext cx="106249" cy="1957"/>
            </a:xfrm>
            <a:prstGeom prst="rect">
              <a:avLst/>
            </a:prstGeom>
            <a:solidFill>
              <a:srgbClr val="102971"/>
            </a:solidFill>
            <a:ln>
              <a:noFill/>
            </a:ln>
          </p:spPr>
        </p:sp>
        <p:sp>
          <p:nvSpPr>
            <p:cNvPr id="19335" name="Colorbar gradient 759"/>
            <p:cNvSpPr/>
            <p:nvPr/>
          </p:nvSpPr>
          <p:spPr>
            <a:xfrm>
              <a:off x="33552" y="1414789"/>
              <a:ext cx="106249" cy="1957"/>
            </a:xfrm>
            <a:prstGeom prst="rect">
              <a:avLst/>
            </a:prstGeom>
            <a:solidFill>
              <a:srgbClr val="0F2971"/>
            </a:solidFill>
            <a:ln>
              <a:noFill/>
            </a:ln>
          </p:spPr>
        </p:sp>
        <p:sp>
          <p:nvSpPr>
            <p:cNvPr id="19336" name="Colorbar gradient 760"/>
            <p:cNvSpPr/>
            <p:nvPr/>
          </p:nvSpPr>
          <p:spPr>
            <a:xfrm>
              <a:off x="33552" y="1416653"/>
              <a:ext cx="106249" cy="1957"/>
            </a:xfrm>
            <a:prstGeom prst="rect">
              <a:avLst/>
            </a:prstGeom>
            <a:solidFill>
              <a:srgbClr val="0F2871"/>
            </a:solidFill>
            <a:ln>
              <a:noFill/>
            </a:ln>
          </p:spPr>
        </p:sp>
        <p:sp>
          <p:nvSpPr>
            <p:cNvPr id="19337" name="Colorbar gradient 761"/>
            <p:cNvSpPr/>
            <p:nvPr/>
          </p:nvSpPr>
          <p:spPr>
            <a:xfrm>
              <a:off x="33552" y="1418517"/>
              <a:ext cx="106249" cy="1957"/>
            </a:xfrm>
            <a:prstGeom prst="rect">
              <a:avLst/>
            </a:prstGeom>
            <a:solidFill>
              <a:srgbClr val="0F2870"/>
            </a:solidFill>
            <a:ln>
              <a:noFill/>
            </a:ln>
          </p:spPr>
        </p:sp>
        <p:sp>
          <p:nvSpPr>
            <p:cNvPr id="19338" name="Colorbar gradient 762"/>
            <p:cNvSpPr/>
            <p:nvPr/>
          </p:nvSpPr>
          <p:spPr>
            <a:xfrm>
              <a:off x="33552" y="1420381"/>
              <a:ext cx="106249" cy="1957"/>
            </a:xfrm>
            <a:prstGeom prst="rect">
              <a:avLst/>
            </a:prstGeom>
            <a:solidFill>
              <a:srgbClr val="0F2870"/>
            </a:solidFill>
            <a:ln>
              <a:noFill/>
            </a:ln>
          </p:spPr>
        </p:sp>
        <p:sp>
          <p:nvSpPr>
            <p:cNvPr id="19339" name="Colorbar gradient 763"/>
            <p:cNvSpPr/>
            <p:nvPr/>
          </p:nvSpPr>
          <p:spPr>
            <a:xfrm>
              <a:off x="33552" y="1422245"/>
              <a:ext cx="106249" cy="1957"/>
            </a:xfrm>
            <a:prstGeom prst="rect">
              <a:avLst/>
            </a:prstGeom>
            <a:solidFill>
              <a:srgbClr val="0F2770"/>
            </a:solidFill>
            <a:ln>
              <a:noFill/>
            </a:ln>
          </p:spPr>
        </p:sp>
        <p:sp>
          <p:nvSpPr>
            <p:cNvPr id="19340" name="Colorbar gradient 764"/>
            <p:cNvSpPr/>
            <p:nvPr/>
          </p:nvSpPr>
          <p:spPr>
            <a:xfrm>
              <a:off x="33552" y="1424109"/>
              <a:ext cx="106249" cy="1957"/>
            </a:xfrm>
            <a:prstGeom prst="rect">
              <a:avLst/>
            </a:prstGeom>
            <a:solidFill>
              <a:srgbClr val="0F2770"/>
            </a:solidFill>
            <a:ln>
              <a:noFill/>
            </a:ln>
          </p:spPr>
        </p:sp>
        <p:sp>
          <p:nvSpPr>
            <p:cNvPr id="19341" name="Colorbar gradient 765"/>
            <p:cNvSpPr/>
            <p:nvPr/>
          </p:nvSpPr>
          <p:spPr>
            <a:xfrm>
              <a:off x="33552" y="1425974"/>
              <a:ext cx="106249" cy="1957"/>
            </a:xfrm>
            <a:prstGeom prst="rect">
              <a:avLst/>
            </a:prstGeom>
            <a:solidFill>
              <a:srgbClr val="0F2770"/>
            </a:solidFill>
            <a:ln>
              <a:noFill/>
            </a:ln>
          </p:spPr>
        </p:sp>
        <p:sp>
          <p:nvSpPr>
            <p:cNvPr id="19342" name="Colorbar gradient 766"/>
            <p:cNvSpPr/>
            <p:nvPr/>
          </p:nvSpPr>
          <p:spPr>
            <a:xfrm>
              <a:off x="33552" y="1427838"/>
              <a:ext cx="106249" cy="1957"/>
            </a:xfrm>
            <a:prstGeom prst="rect">
              <a:avLst/>
            </a:prstGeom>
            <a:solidFill>
              <a:srgbClr val="0D246F"/>
            </a:solidFill>
            <a:ln>
              <a:noFill/>
            </a:ln>
          </p:spPr>
        </p:sp>
        <p:sp>
          <p:nvSpPr>
            <p:cNvPr id="19343" name="Colorbar gradient 767"/>
            <p:cNvSpPr/>
            <p:nvPr/>
          </p:nvSpPr>
          <p:spPr>
            <a:xfrm>
              <a:off x="33552" y="1429702"/>
              <a:ext cx="106249" cy="1957"/>
            </a:xfrm>
            <a:prstGeom prst="rect">
              <a:avLst/>
            </a:prstGeom>
            <a:solidFill>
              <a:srgbClr val="0D246F"/>
            </a:solidFill>
            <a:ln>
              <a:noFill/>
            </a:ln>
          </p:spPr>
        </p:sp>
        <p:sp>
          <p:nvSpPr>
            <p:cNvPr id="19344" name="Colorbar gradient 768"/>
            <p:cNvSpPr/>
            <p:nvPr/>
          </p:nvSpPr>
          <p:spPr>
            <a:xfrm>
              <a:off x="33552" y="1431566"/>
              <a:ext cx="106249" cy="1957"/>
            </a:xfrm>
            <a:prstGeom prst="rect">
              <a:avLst/>
            </a:prstGeom>
            <a:solidFill>
              <a:srgbClr val="0D246F"/>
            </a:solidFill>
            <a:ln>
              <a:noFill/>
            </a:ln>
          </p:spPr>
        </p:sp>
        <p:sp>
          <p:nvSpPr>
            <p:cNvPr id="19345" name="Colorbar gradient 769"/>
            <p:cNvSpPr/>
            <p:nvPr/>
          </p:nvSpPr>
          <p:spPr>
            <a:xfrm>
              <a:off x="33552" y="1433430"/>
              <a:ext cx="106249" cy="1957"/>
            </a:xfrm>
            <a:prstGeom prst="rect">
              <a:avLst/>
            </a:prstGeom>
            <a:solidFill>
              <a:srgbClr val="0E236F"/>
            </a:solidFill>
            <a:ln>
              <a:noFill/>
            </a:ln>
          </p:spPr>
        </p:sp>
        <p:sp>
          <p:nvSpPr>
            <p:cNvPr id="19346" name="Colorbar gradient 770"/>
            <p:cNvSpPr/>
            <p:nvPr/>
          </p:nvSpPr>
          <p:spPr>
            <a:xfrm>
              <a:off x="33552" y="1435294"/>
              <a:ext cx="106249" cy="1957"/>
            </a:xfrm>
            <a:prstGeom prst="rect">
              <a:avLst/>
            </a:prstGeom>
            <a:solidFill>
              <a:srgbClr val="0E236E"/>
            </a:solidFill>
            <a:ln>
              <a:noFill/>
            </a:ln>
          </p:spPr>
        </p:sp>
        <p:sp>
          <p:nvSpPr>
            <p:cNvPr id="19347" name="Colorbar gradient 771"/>
            <p:cNvSpPr/>
            <p:nvPr/>
          </p:nvSpPr>
          <p:spPr>
            <a:xfrm>
              <a:off x="33552" y="1437158"/>
              <a:ext cx="106249" cy="1957"/>
            </a:xfrm>
            <a:prstGeom prst="rect">
              <a:avLst/>
            </a:prstGeom>
            <a:solidFill>
              <a:srgbClr val="0F226E"/>
            </a:solidFill>
            <a:ln>
              <a:noFill/>
            </a:ln>
          </p:spPr>
        </p:sp>
        <p:sp>
          <p:nvSpPr>
            <p:cNvPr id="19348" name="Colorbar gradient 772"/>
            <p:cNvSpPr/>
            <p:nvPr/>
          </p:nvSpPr>
          <p:spPr>
            <a:xfrm>
              <a:off x="33552" y="1439022"/>
              <a:ext cx="106249" cy="1957"/>
            </a:xfrm>
            <a:prstGeom prst="rect">
              <a:avLst/>
            </a:prstGeom>
            <a:solidFill>
              <a:srgbClr val="0F226E"/>
            </a:solidFill>
            <a:ln>
              <a:noFill/>
            </a:ln>
          </p:spPr>
        </p:sp>
        <p:sp>
          <p:nvSpPr>
            <p:cNvPr id="19349" name="Colorbar gradient 773"/>
            <p:cNvSpPr/>
            <p:nvPr/>
          </p:nvSpPr>
          <p:spPr>
            <a:xfrm>
              <a:off x="33552" y="1440886"/>
              <a:ext cx="106249" cy="1957"/>
            </a:xfrm>
            <a:prstGeom prst="rect">
              <a:avLst/>
            </a:prstGeom>
            <a:solidFill>
              <a:srgbClr val="0F226E"/>
            </a:solidFill>
            <a:ln>
              <a:noFill/>
            </a:ln>
          </p:spPr>
        </p:sp>
        <p:sp>
          <p:nvSpPr>
            <p:cNvPr id="19350" name="Colorbar gradient 774"/>
            <p:cNvSpPr/>
            <p:nvPr/>
          </p:nvSpPr>
          <p:spPr>
            <a:xfrm>
              <a:off x="33552" y="1442750"/>
              <a:ext cx="106249" cy="1957"/>
            </a:xfrm>
            <a:prstGeom prst="rect">
              <a:avLst/>
            </a:prstGeom>
            <a:solidFill>
              <a:srgbClr val="0D226E"/>
            </a:solidFill>
            <a:ln>
              <a:noFill/>
            </a:ln>
          </p:spPr>
        </p:sp>
        <p:sp>
          <p:nvSpPr>
            <p:cNvPr id="19351" name="Colorbar gradient 775"/>
            <p:cNvSpPr/>
            <p:nvPr/>
          </p:nvSpPr>
          <p:spPr>
            <a:xfrm>
              <a:off x="33552" y="1444614"/>
              <a:ext cx="106249" cy="1957"/>
            </a:xfrm>
            <a:prstGeom prst="rect">
              <a:avLst/>
            </a:prstGeom>
            <a:solidFill>
              <a:srgbClr val="0D226D"/>
            </a:solidFill>
            <a:ln>
              <a:noFill/>
            </a:ln>
          </p:spPr>
        </p:sp>
        <p:sp>
          <p:nvSpPr>
            <p:cNvPr id="19352" name="Colorbar gradient 776"/>
            <p:cNvSpPr/>
            <p:nvPr/>
          </p:nvSpPr>
          <p:spPr>
            <a:xfrm>
              <a:off x="33552" y="1446478"/>
              <a:ext cx="106249" cy="1957"/>
            </a:xfrm>
            <a:prstGeom prst="rect">
              <a:avLst/>
            </a:prstGeom>
            <a:solidFill>
              <a:srgbClr val="0D216D"/>
            </a:solidFill>
            <a:ln>
              <a:noFill/>
            </a:ln>
          </p:spPr>
        </p:sp>
        <p:sp>
          <p:nvSpPr>
            <p:cNvPr id="19353" name="Colorbar gradient 777"/>
            <p:cNvSpPr/>
            <p:nvPr/>
          </p:nvSpPr>
          <p:spPr>
            <a:xfrm>
              <a:off x="33552" y="1448342"/>
              <a:ext cx="106249" cy="1957"/>
            </a:xfrm>
            <a:prstGeom prst="rect">
              <a:avLst/>
            </a:prstGeom>
            <a:solidFill>
              <a:srgbClr val="0D216D"/>
            </a:solidFill>
            <a:ln>
              <a:noFill/>
            </a:ln>
          </p:spPr>
        </p:sp>
        <p:sp>
          <p:nvSpPr>
            <p:cNvPr id="19354" name="Colorbar gradient 778"/>
            <p:cNvSpPr/>
            <p:nvPr/>
          </p:nvSpPr>
          <p:spPr>
            <a:xfrm>
              <a:off x="33552" y="1450206"/>
              <a:ext cx="106249" cy="1957"/>
            </a:xfrm>
            <a:prstGeom prst="rect">
              <a:avLst/>
            </a:prstGeom>
            <a:solidFill>
              <a:srgbClr val="0D216D"/>
            </a:solidFill>
            <a:ln>
              <a:noFill/>
            </a:ln>
          </p:spPr>
        </p:sp>
        <p:sp>
          <p:nvSpPr>
            <p:cNvPr id="19355" name="Colorbar gradient 779"/>
            <p:cNvSpPr/>
            <p:nvPr/>
          </p:nvSpPr>
          <p:spPr>
            <a:xfrm>
              <a:off x="33552" y="1452070"/>
              <a:ext cx="106249" cy="1957"/>
            </a:xfrm>
            <a:prstGeom prst="rect">
              <a:avLst/>
            </a:prstGeom>
            <a:solidFill>
              <a:srgbClr val="0D206D"/>
            </a:solidFill>
            <a:ln>
              <a:noFill/>
            </a:ln>
          </p:spPr>
        </p:sp>
        <p:sp>
          <p:nvSpPr>
            <p:cNvPr id="19356" name="Colorbar gradient 780"/>
            <p:cNvSpPr/>
            <p:nvPr/>
          </p:nvSpPr>
          <p:spPr>
            <a:xfrm>
              <a:off x="33552" y="1453934"/>
              <a:ext cx="106249" cy="1957"/>
            </a:xfrm>
            <a:prstGeom prst="rect">
              <a:avLst/>
            </a:prstGeom>
            <a:solidFill>
              <a:srgbClr val="0D206C"/>
            </a:solidFill>
            <a:ln>
              <a:noFill/>
            </a:ln>
          </p:spPr>
        </p:sp>
        <p:sp>
          <p:nvSpPr>
            <p:cNvPr id="19357" name="Colorbar gradient 781"/>
            <p:cNvSpPr/>
            <p:nvPr/>
          </p:nvSpPr>
          <p:spPr>
            <a:xfrm>
              <a:off x="33552" y="1455798"/>
              <a:ext cx="106249" cy="1957"/>
            </a:xfrm>
            <a:prstGeom prst="rect">
              <a:avLst/>
            </a:prstGeom>
            <a:solidFill>
              <a:srgbClr val="0A1F6C"/>
            </a:solidFill>
            <a:ln>
              <a:noFill/>
            </a:ln>
          </p:spPr>
        </p:sp>
        <p:sp>
          <p:nvSpPr>
            <p:cNvPr id="19358" name="Colorbar gradient 782"/>
            <p:cNvSpPr/>
            <p:nvPr/>
          </p:nvSpPr>
          <p:spPr>
            <a:xfrm>
              <a:off x="33552" y="1457662"/>
              <a:ext cx="106249" cy="1957"/>
            </a:xfrm>
            <a:prstGeom prst="rect">
              <a:avLst/>
            </a:prstGeom>
            <a:solidFill>
              <a:srgbClr val="0A1F6C"/>
            </a:solidFill>
            <a:ln>
              <a:noFill/>
            </a:ln>
          </p:spPr>
        </p:sp>
        <p:sp>
          <p:nvSpPr>
            <p:cNvPr id="19359" name="Colorbar gradient 783"/>
            <p:cNvSpPr/>
            <p:nvPr/>
          </p:nvSpPr>
          <p:spPr>
            <a:xfrm>
              <a:off x="33552" y="1459526"/>
              <a:ext cx="106249" cy="1957"/>
            </a:xfrm>
            <a:prstGeom prst="rect">
              <a:avLst/>
            </a:prstGeom>
            <a:solidFill>
              <a:srgbClr val="0A1F6C"/>
            </a:solidFill>
            <a:ln>
              <a:noFill/>
            </a:ln>
          </p:spPr>
        </p:sp>
        <p:sp>
          <p:nvSpPr>
            <p:cNvPr id="19360" name="Colorbar gradient 784"/>
            <p:cNvSpPr/>
            <p:nvPr/>
          </p:nvSpPr>
          <p:spPr>
            <a:xfrm>
              <a:off x="33552" y="1461390"/>
              <a:ext cx="106249" cy="1957"/>
            </a:xfrm>
            <a:prstGeom prst="rect">
              <a:avLst/>
            </a:prstGeom>
            <a:solidFill>
              <a:srgbClr val="0A1F6C"/>
            </a:solidFill>
            <a:ln>
              <a:noFill/>
            </a:ln>
          </p:spPr>
        </p:sp>
        <p:sp>
          <p:nvSpPr>
            <p:cNvPr id="19361" name="Colorbar gradient 785"/>
            <p:cNvSpPr/>
            <p:nvPr/>
          </p:nvSpPr>
          <p:spPr>
            <a:xfrm>
              <a:off x="33552" y="1463254"/>
              <a:ext cx="106249" cy="1957"/>
            </a:xfrm>
            <a:prstGeom prst="rect">
              <a:avLst/>
            </a:prstGeom>
            <a:solidFill>
              <a:srgbClr val="0A1F6C"/>
            </a:solidFill>
            <a:ln>
              <a:noFill/>
            </a:ln>
          </p:spPr>
        </p:sp>
        <p:sp>
          <p:nvSpPr>
            <p:cNvPr id="19362" name="Colorbar gradient 786"/>
            <p:cNvSpPr/>
            <p:nvPr/>
          </p:nvSpPr>
          <p:spPr>
            <a:xfrm>
              <a:off x="33552" y="1465118"/>
              <a:ext cx="106249" cy="1957"/>
            </a:xfrm>
            <a:prstGeom prst="rect">
              <a:avLst/>
            </a:prstGeom>
            <a:solidFill>
              <a:srgbClr val="0B1E6C"/>
            </a:solidFill>
            <a:ln>
              <a:noFill/>
            </a:ln>
          </p:spPr>
        </p:sp>
        <p:sp>
          <p:nvSpPr>
            <p:cNvPr id="19363" name="Colorbar gradient 787"/>
            <p:cNvSpPr/>
            <p:nvPr/>
          </p:nvSpPr>
          <p:spPr>
            <a:xfrm>
              <a:off x="33552" y="1466982"/>
              <a:ext cx="106249" cy="1957"/>
            </a:xfrm>
            <a:prstGeom prst="rect">
              <a:avLst/>
            </a:prstGeom>
            <a:solidFill>
              <a:srgbClr val="0B1E6C"/>
            </a:solidFill>
            <a:ln>
              <a:noFill/>
            </a:ln>
          </p:spPr>
        </p:sp>
        <p:sp>
          <p:nvSpPr>
            <p:cNvPr id="19364" name="Colorbar gradient 788"/>
            <p:cNvSpPr/>
            <p:nvPr/>
          </p:nvSpPr>
          <p:spPr>
            <a:xfrm>
              <a:off x="33552" y="1468846"/>
              <a:ext cx="106249" cy="1957"/>
            </a:xfrm>
            <a:prstGeom prst="rect">
              <a:avLst/>
            </a:prstGeom>
            <a:solidFill>
              <a:srgbClr val="0B1E6C"/>
            </a:solidFill>
            <a:ln>
              <a:noFill/>
            </a:ln>
          </p:spPr>
        </p:sp>
        <p:sp>
          <p:nvSpPr>
            <p:cNvPr id="19365" name="Colorbar gradient 789"/>
            <p:cNvSpPr/>
            <p:nvPr/>
          </p:nvSpPr>
          <p:spPr>
            <a:xfrm>
              <a:off x="33552" y="1470710"/>
              <a:ext cx="106249" cy="1957"/>
            </a:xfrm>
            <a:prstGeom prst="rect">
              <a:avLst/>
            </a:prstGeom>
            <a:solidFill>
              <a:srgbClr val="0B1D6C"/>
            </a:solidFill>
            <a:ln>
              <a:noFill/>
            </a:ln>
          </p:spPr>
        </p:sp>
        <p:sp>
          <p:nvSpPr>
            <p:cNvPr id="19366" name="Colorbar gradient 790"/>
            <p:cNvSpPr/>
            <p:nvPr/>
          </p:nvSpPr>
          <p:spPr>
            <a:xfrm>
              <a:off x="33552" y="1472574"/>
              <a:ext cx="106249" cy="1957"/>
            </a:xfrm>
            <a:prstGeom prst="rect">
              <a:avLst/>
            </a:prstGeom>
            <a:solidFill>
              <a:srgbClr val="0A1D6B"/>
            </a:solidFill>
            <a:ln>
              <a:noFill/>
            </a:ln>
          </p:spPr>
        </p:sp>
        <p:sp>
          <p:nvSpPr>
            <p:cNvPr id="19367" name="Colorbar gradient 791"/>
            <p:cNvSpPr/>
            <p:nvPr/>
          </p:nvSpPr>
          <p:spPr>
            <a:xfrm>
              <a:off x="33552" y="1474438"/>
              <a:ext cx="106249" cy="1957"/>
            </a:xfrm>
            <a:prstGeom prst="rect">
              <a:avLst/>
            </a:prstGeom>
            <a:solidFill>
              <a:srgbClr val="0A1D6B"/>
            </a:solidFill>
            <a:ln>
              <a:noFill/>
            </a:ln>
          </p:spPr>
        </p:sp>
        <p:sp>
          <p:nvSpPr>
            <p:cNvPr id="19368" name="Colorbar gradient 792"/>
            <p:cNvSpPr/>
            <p:nvPr/>
          </p:nvSpPr>
          <p:spPr>
            <a:xfrm>
              <a:off x="33552" y="1476302"/>
              <a:ext cx="106249" cy="1957"/>
            </a:xfrm>
            <a:prstGeom prst="rect">
              <a:avLst/>
            </a:prstGeom>
            <a:solidFill>
              <a:srgbClr val="0A1C6B"/>
            </a:solidFill>
            <a:ln>
              <a:noFill/>
            </a:ln>
          </p:spPr>
        </p:sp>
        <p:sp>
          <p:nvSpPr>
            <p:cNvPr id="19369" name="Colorbar gradient 793"/>
            <p:cNvSpPr/>
            <p:nvPr/>
          </p:nvSpPr>
          <p:spPr>
            <a:xfrm>
              <a:off x="33552" y="1478166"/>
              <a:ext cx="106249" cy="1957"/>
            </a:xfrm>
            <a:prstGeom prst="rect">
              <a:avLst/>
            </a:prstGeom>
            <a:solidFill>
              <a:srgbClr val="0A1C6B"/>
            </a:solidFill>
            <a:ln>
              <a:noFill/>
            </a:ln>
          </p:spPr>
        </p:sp>
        <p:sp>
          <p:nvSpPr>
            <p:cNvPr id="19370" name="Colorbar gradient 794"/>
            <p:cNvSpPr/>
            <p:nvPr/>
          </p:nvSpPr>
          <p:spPr>
            <a:xfrm>
              <a:off x="33552" y="1480030"/>
              <a:ext cx="106249" cy="1957"/>
            </a:xfrm>
            <a:prstGeom prst="rect">
              <a:avLst/>
            </a:prstGeom>
            <a:solidFill>
              <a:srgbClr val="0A1B6B"/>
            </a:solidFill>
            <a:ln>
              <a:noFill/>
            </a:ln>
          </p:spPr>
        </p:sp>
        <p:sp>
          <p:nvSpPr>
            <p:cNvPr id="19371" name="Colorbar gradient 795"/>
            <p:cNvSpPr/>
            <p:nvPr/>
          </p:nvSpPr>
          <p:spPr>
            <a:xfrm>
              <a:off x="33552" y="1481894"/>
              <a:ext cx="106249" cy="1957"/>
            </a:xfrm>
            <a:prstGeom prst="rect">
              <a:avLst/>
            </a:prstGeom>
            <a:solidFill>
              <a:srgbClr val="0A1B6A"/>
            </a:solidFill>
            <a:ln>
              <a:noFill/>
            </a:ln>
          </p:spPr>
        </p:sp>
        <p:sp>
          <p:nvSpPr>
            <p:cNvPr id="19372" name="Colorbar gradient 796"/>
            <p:cNvSpPr/>
            <p:nvPr/>
          </p:nvSpPr>
          <p:spPr>
            <a:xfrm>
              <a:off x="33552" y="1483758"/>
              <a:ext cx="106249" cy="1957"/>
            </a:xfrm>
            <a:prstGeom prst="rect">
              <a:avLst/>
            </a:prstGeom>
            <a:solidFill>
              <a:srgbClr val="0A1B6A"/>
            </a:solidFill>
            <a:ln>
              <a:noFill/>
            </a:ln>
          </p:spPr>
        </p:sp>
        <p:sp>
          <p:nvSpPr>
            <p:cNvPr id="19373" name="Colorbar gradient 797"/>
            <p:cNvSpPr/>
            <p:nvPr/>
          </p:nvSpPr>
          <p:spPr>
            <a:xfrm>
              <a:off x="33552" y="1485622"/>
              <a:ext cx="106249" cy="1957"/>
            </a:xfrm>
            <a:prstGeom prst="rect">
              <a:avLst/>
            </a:prstGeom>
            <a:solidFill>
              <a:srgbClr val="0A196A"/>
            </a:solidFill>
            <a:ln>
              <a:noFill/>
            </a:ln>
          </p:spPr>
        </p:sp>
        <p:sp>
          <p:nvSpPr>
            <p:cNvPr id="19374" name="Colorbar gradient 798"/>
            <p:cNvSpPr/>
            <p:nvPr/>
          </p:nvSpPr>
          <p:spPr>
            <a:xfrm>
              <a:off x="33552" y="1487486"/>
              <a:ext cx="106249" cy="1957"/>
            </a:xfrm>
            <a:prstGeom prst="rect">
              <a:avLst/>
            </a:prstGeom>
            <a:solidFill>
              <a:srgbClr val="0A196A"/>
            </a:solidFill>
            <a:ln>
              <a:noFill/>
            </a:ln>
          </p:spPr>
        </p:sp>
        <p:sp>
          <p:nvSpPr>
            <p:cNvPr id="19375" name="Colorbar gradient 799"/>
            <p:cNvSpPr/>
            <p:nvPr/>
          </p:nvSpPr>
          <p:spPr>
            <a:xfrm>
              <a:off x="33552" y="1489350"/>
              <a:ext cx="106249" cy="1957"/>
            </a:xfrm>
            <a:prstGeom prst="rect">
              <a:avLst/>
            </a:prstGeom>
            <a:solidFill>
              <a:srgbClr val="091969"/>
            </a:solidFill>
            <a:ln>
              <a:noFill/>
            </a:ln>
          </p:spPr>
        </p:sp>
        <p:sp>
          <p:nvSpPr>
            <p:cNvPr id="19376" name="Colorbar gradient 800"/>
            <p:cNvSpPr/>
            <p:nvPr/>
          </p:nvSpPr>
          <p:spPr>
            <a:xfrm>
              <a:off x="33552" y="1491214"/>
              <a:ext cx="106249" cy="1957"/>
            </a:xfrm>
            <a:prstGeom prst="rect">
              <a:avLst/>
            </a:prstGeom>
            <a:solidFill>
              <a:srgbClr val="091969"/>
            </a:solidFill>
            <a:ln>
              <a:noFill/>
            </a:ln>
          </p:spPr>
        </p:sp>
        <p:sp>
          <p:nvSpPr>
            <p:cNvPr id="19377" name="Colorbar gradient 801"/>
            <p:cNvSpPr/>
            <p:nvPr/>
          </p:nvSpPr>
          <p:spPr>
            <a:xfrm>
              <a:off x="33552" y="1493078"/>
              <a:ext cx="106249" cy="1957"/>
            </a:xfrm>
            <a:prstGeom prst="rect">
              <a:avLst/>
            </a:prstGeom>
            <a:solidFill>
              <a:srgbClr val="091969"/>
            </a:solidFill>
            <a:ln>
              <a:noFill/>
            </a:ln>
          </p:spPr>
        </p:sp>
        <p:sp>
          <p:nvSpPr>
            <p:cNvPr id="19378" name="Colorbar gradient 802"/>
            <p:cNvSpPr/>
            <p:nvPr/>
          </p:nvSpPr>
          <p:spPr>
            <a:xfrm>
              <a:off x="33552" y="1494942"/>
              <a:ext cx="106249" cy="1957"/>
            </a:xfrm>
            <a:prstGeom prst="rect">
              <a:avLst/>
            </a:prstGeom>
            <a:solidFill>
              <a:srgbClr val="091969"/>
            </a:solidFill>
            <a:ln>
              <a:noFill/>
            </a:ln>
          </p:spPr>
        </p:sp>
        <p:sp>
          <p:nvSpPr>
            <p:cNvPr id="19379" name="Colorbar gradient 803"/>
            <p:cNvSpPr/>
            <p:nvPr/>
          </p:nvSpPr>
          <p:spPr>
            <a:xfrm>
              <a:off x="33552" y="1496806"/>
              <a:ext cx="106249" cy="1957"/>
            </a:xfrm>
            <a:prstGeom prst="rect">
              <a:avLst/>
            </a:prstGeom>
            <a:solidFill>
              <a:srgbClr val="091769"/>
            </a:solidFill>
            <a:ln>
              <a:noFill/>
            </a:ln>
          </p:spPr>
        </p:sp>
        <p:sp>
          <p:nvSpPr>
            <p:cNvPr id="19380" name="Colorbar gradient 804"/>
            <p:cNvSpPr/>
            <p:nvPr/>
          </p:nvSpPr>
          <p:spPr>
            <a:xfrm>
              <a:off x="33552" y="1498670"/>
              <a:ext cx="106249" cy="1957"/>
            </a:xfrm>
            <a:prstGeom prst="rect">
              <a:avLst/>
            </a:prstGeom>
            <a:solidFill>
              <a:srgbClr val="081768"/>
            </a:solidFill>
            <a:ln>
              <a:noFill/>
            </a:ln>
          </p:spPr>
        </p:sp>
        <p:sp>
          <p:nvSpPr>
            <p:cNvPr id="19381" name="Colorbar gradient 805"/>
            <p:cNvSpPr/>
            <p:nvPr/>
          </p:nvSpPr>
          <p:spPr>
            <a:xfrm>
              <a:off x="33552" y="1500534"/>
              <a:ext cx="106249" cy="1957"/>
            </a:xfrm>
            <a:prstGeom prst="rect">
              <a:avLst/>
            </a:prstGeom>
            <a:solidFill>
              <a:srgbClr val="091668"/>
            </a:solidFill>
            <a:ln>
              <a:noFill/>
            </a:ln>
          </p:spPr>
        </p:sp>
        <p:sp>
          <p:nvSpPr>
            <p:cNvPr id="19382" name="Colorbar gradient 806"/>
            <p:cNvSpPr/>
            <p:nvPr/>
          </p:nvSpPr>
          <p:spPr>
            <a:xfrm>
              <a:off x="33552" y="1502398"/>
              <a:ext cx="106249" cy="1957"/>
            </a:xfrm>
            <a:prstGeom prst="rect">
              <a:avLst/>
            </a:prstGeom>
            <a:solidFill>
              <a:srgbClr val="091668"/>
            </a:solidFill>
            <a:ln>
              <a:noFill/>
            </a:ln>
          </p:spPr>
        </p:sp>
        <p:sp>
          <p:nvSpPr>
            <p:cNvPr id="19383" name="Colorbar gradient 807"/>
            <p:cNvSpPr/>
            <p:nvPr/>
          </p:nvSpPr>
          <p:spPr>
            <a:xfrm>
              <a:off x="33552" y="1504262"/>
              <a:ext cx="106249" cy="1957"/>
            </a:xfrm>
            <a:prstGeom prst="rect">
              <a:avLst/>
            </a:prstGeom>
            <a:solidFill>
              <a:srgbClr val="091668"/>
            </a:solidFill>
            <a:ln>
              <a:noFill/>
            </a:ln>
          </p:spPr>
        </p:sp>
        <p:sp>
          <p:nvSpPr>
            <p:cNvPr id="19384" name="Colorbar gradient 808"/>
            <p:cNvSpPr/>
            <p:nvPr/>
          </p:nvSpPr>
          <p:spPr>
            <a:xfrm>
              <a:off x="33552" y="1506126"/>
              <a:ext cx="106249" cy="1957"/>
            </a:xfrm>
            <a:prstGeom prst="rect">
              <a:avLst/>
            </a:prstGeom>
            <a:solidFill>
              <a:srgbClr val="071568"/>
            </a:solidFill>
            <a:ln>
              <a:noFill/>
            </a:ln>
          </p:spPr>
        </p:sp>
        <p:sp>
          <p:nvSpPr>
            <p:cNvPr id="19385" name="Colorbar gradient 809"/>
            <p:cNvSpPr/>
            <p:nvPr/>
          </p:nvSpPr>
          <p:spPr>
            <a:xfrm>
              <a:off x="33552" y="1507990"/>
              <a:ext cx="106249" cy="1957"/>
            </a:xfrm>
            <a:prstGeom prst="rect">
              <a:avLst/>
            </a:prstGeom>
            <a:solidFill>
              <a:srgbClr val="091567"/>
            </a:solidFill>
            <a:ln>
              <a:noFill/>
            </a:ln>
          </p:spPr>
        </p:sp>
        <p:sp>
          <p:nvSpPr>
            <p:cNvPr id="19386" name="Colorbar gradient 810"/>
            <p:cNvSpPr/>
            <p:nvPr/>
          </p:nvSpPr>
          <p:spPr>
            <a:xfrm>
              <a:off x="33552" y="1509854"/>
              <a:ext cx="106249" cy="1957"/>
            </a:xfrm>
            <a:prstGeom prst="rect">
              <a:avLst/>
            </a:prstGeom>
            <a:solidFill>
              <a:srgbClr val="071467"/>
            </a:solidFill>
            <a:ln>
              <a:noFill/>
            </a:ln>
          </p:spPr>
        </p:sp>
        <p:sp>
          <p:nvSpPr>
            <p:cNvPr id="19387" name="Colorbar gradient 811"/>
            <p:cNvSpPr/>
            <p:nvPr/>
          </p:nvSpPr>
          <p:spPr>
            <a:xfrm>
              <a:off x="33552" y="1511718"/>
              <a:ext cx="106249" cy="1957"/>
            </a:xfrm>
            <a:prstGeom prst="rect">
              <a:avLst/>
            </a:prstGeom>
            <a:solidFill>
              <a:srgbClr val="071467"/>
            </a:solidFill>
            <a:ln>
              <a:noFill/>
            </a:ln>
          </p:spPr>
        </p:sp>
        <p:sp>
          <p:nvSpPr>
            <p:cNvPr id="19388" name="Colorbar gradient 812"/>
            <p:cNvSpPr/>
            <p:nvPr/>
          </p:nvSpPr>
          <p:spPr>
            <a:xfrm>
              <a:off x="33552" y="1513582"/>
              <a:ext cx="106249" cy="1957"/>
            </a:xfrm>
            <a:prstGeom prst="rect">
              <a:avLst/>
            </a:prstGeom>
            <a:solidFill>
              <a:srgbClr val="061467"/>
            </a:solidFill>
            <a:ln>
              <a:noFill/>
            </a:ln>
          </p:spPr>
        </p:sp>
        <p:sp>
          <p:nvSpPr>
            <p:cNvPr id="19389" name="Colorbar gradient 813"/>
            <p:cNvSpPr/>
            <p:nvPr/>
          </p:nvSpPr>
          <p:spPr>
            <a:xfrm>
              <a:off x="33552" y="1515446"/>
              <a:ext cx="106249" cy="1957"/>
            </a:xfrm>
            <a:prstGeom prst="rect">
              <a:avLst/>
            </a:prstGeom>
            <a:solidFill>
              <a:srgbClr val="061367"/>
            </a:solidFill>
            <a:ln>
              <a:noFill/>
            </a:ln>
          </p:spPr>
        </p:sp>
        <p:sp>
          <p:nvSpPr>
            <p:cNvPr id="19390" name="Colorbar gradient 814"/>
            <p:cNvSpPr/>
            <p:nvPr/>
          </p:nvSpPr>
          <p:spPr>
            <a:xfrm>
              <a:off x="33552" y="1517310"/>
              <a:ext cx="106249" cy="1957"/>
            </a:xfrm>
            <a:prstGeom prst="rect">
              <a:avLst/>
            </a:prstGeom>
            <a:solidFill>
              <a:srgbClr val="061366"/>
            </a:solidFill>
            <a:ln>
              <a:noFill/>
            </a:ln>
          </p:spPr>
        </p:sp>
        <p:sp>
          <p:nvSpPr>
            <p:cNvPr id="19391" name="Colorbar gradient 815"/>
            <p:cNvSpPr/>
            <p:nvPr/>
          </p:nvSpPr>
          <p:spPr>
            <a:xfrm>
              <a:off x="33552" y="1519174"/>
              <a:ext cx="106249" cy="1957"/>
            </a:xfrm>
            <a:prstGeom prst="rect">
              <a:avLst/>
            </a:prstGeom>
            <a:solidFill>
              <a:srgbClr val="061366"/>
            </a:solidFill>
            <a:ln>
              <a:noFill/>
            </a:ln>
          </p:spPr>
        </p:sp>
        <p:sp>
          <p:nvSpPr>
            <p:cNvPr id="19392" name="Colorbar gradient 816"/>
            <p:cNvSpPr/>
            <p:nvPr/>
          </p:nvSpPr>
          <p:spPr>
            <a:xfrm>
              <a:off x="33552" y="1521038"/>
              <a:ext cx="106249" cy="1957"/>
            </a:xfrm>
            <a:prstGeom prst="rect">
              <a:avLst/>
            </a:prstGeom>
            <a:solidFill>
              <a:srgbClr val="061366"/>
            </a:solidFill>
            <a:ln>
              <a:noFill/>
            </a:ln>
          </p:spPr>
        </p:sp>
        <p:sp>
          <p:nvSpPr>
            <p:cNvPr id="19393" name="Colorbar gradient 817"/>
            <p:cNvSpPr/>
            <p:nvPr/>
          </p:nvSpPr>
          <p:spPr>
            <a:xfrm>
              <a:off x="33552" y="1522902"/>
              <a:ext cx="106249" cy="1957"/>
            </a:xfrm>
            <a:prstGeom prst="rect">
              <a:avLst/>
            </a:prstGeom>
            <a:solidFill>
              <a:srgbClr val="061366"/>
            </a:solidFill>
            <a:ln>
              <a:noFill/>
            </a:ln>
          </p:spPr>
        </p:sp>
        <p:sp>
          <p:nvSpPr>
            <p:cNvPr id="19394" name="Colorbar gradient 818"/>
            <p:cNvSpPr/>
            <p:nvPr/>
          </p:nvSpPr>
          <p:spPr>
            <a:xfrm>
              <a:off x="33552" y="1524766"/>
              <a:ext cx="106249" cy="1957"/>
            </a:xfrm>
            <a:prstGeom prst="rect">
              <a:avLst/>
            </a:prstGeom>
            <a:solidFill>
              <a:srgbClr val="071266"/>
            </a:solidFill>
            <a:ln>
              <a:noFill/>
            </a:ln>
          </p:spPr>
        </p:sp>
        <p:sp>
          <p:nvSpPr>
            <p:cNvPr id="19395" name="Colorbar gradient 819"/>
            <p:cNvSpPr/>
            <p:nvPr/>
          </p:nvSpPr>
          <p:spPr>
            <a:xfrm>
              <a:off x="33552" y="1526630"/>
              <a:ext cx="106249" cy="1957"/>
            </a:xfrm>
            <a:prstGeom prst="rect">
              <a:avLst/>
            </a:prstGeom>
            <a:solidFill>
              <a:srgbClr val="061264"/>
            </a:solidFill>
            <a:ln>
              <a:noFill/>
            </a:ln>
          </p:spPr>
        </p:sp>
        <p:sp>
          <p:nvSpPr>
            <p:cNvPr id="19396" name="Colorbar gradient 820"/>
            <p:cNvSpPr/>
            <p:nvPr/>
          </p:nvSpPr>
          <p:spPr>
            <a:xfrm>
              <a:off x="33552" y="1528494"/>
              <a:ext cx="106249" cy="1957"/>
            </a:xfrm>
            <a:prstGeom prst="rect">
              <a:avLst/>
            </a:prstGeom>
            <a:solidFill>
              <a:srgbClr val="061064"/>
            </a:solidFill>
            <a:ln>
              <a:noFill/>
            </a:ln>
          </p:spPr>
        </p:sp>
        <p:sp>
          <p:nvSpPr>
            <p:cNvPr id="19397" name="Colorbar gradient 821"/>
            <p:cNvSpPr/>
            <p:nvPr/>
          </p:nvSpPr>
          <p:spPr>
            <a:xfrm>
              <a:off x="33552" y="1530358"/>
              <a:ext cx="106249" cy="1957"/>
            </a:xfrm>
            <a:prstGeom prst="rect">
              <a:avLst/>
            </a:prstGeom>
            <a:solidFill>
              <a:srgbClr val="061064"/>
            </a:solidFill>
            <a:ln>
              <a:noFill/>
            </a:ln>
          </p:spPr>
        </p:sp>
        <p:sp>
          <p:nvSpPr>
            <p:cNvPr id="19398" name="Colorbar gradient 822"/>
            <p:cNvSpPr/>
            <p:nvPr/>
          </p:nvSpPr>
          <p:spPr>
            <a:xfrm>
              <a:off x="33552" y="1532223"/>
              <a:ext cx="106249" cy="1957"/>
            </a:xfrm>
            <a:prstGeom prst="rect">
              <a:avLst/>
            </a:prstGeom>
            <a:solidFill>
              <a:srgbClr val="061064"/>
            </a:solidFill>
            <a:ln>
              <a:noFill/>
            </a:ln>
          </p:spPr>
        </p:sp>
        <p:sp>
          <p:nvSpPr>
            <p:cNvPr id="19399" name="Colorbar gradient 823"/>
            <p:cNvSpPr/>
            <p:nvPr/>
          </p:nvSpPr>
          <p:spPr>
            <a:xfrm>
              <a:off x="33552" y="1534087"/>
              <a:ext cx="106249" cy="1957"/>
            </a:xfrm>
            <a:prstGeom prst="rect">
              <a:avLst/>
            </a:prstGeom>
            <a:solidFill>
              <a:srgbClr val="061064"/>
            </a:solidFill>
            <a:ln>
              <a:noFill/>
            </a:ln>
          </p:spPr>
        </p:sp>
        <p:sp>
          <p:nvSpPr>
            <p:cNvPr id="19400" name="Colorbar gradient 824"/>
            <p:cNvSpPr/>
            <p:nvPr/>
          </p:nvSpPr>
          <p:spPr>
            <a:xfrm>
              <a:off x="33552" y="1535951"/>
              <a:ext cx="106249" cy="1957"/>
            </a:xfrm>
            <a:prstGeom prst="rect">
              <a:avLst/>
            </a:prstGeom>
            <a:solidFill>
              <a:srgbClr val="060F63"/>
            </a:solidFill>
            <a:ln>
              <a:noFill/>
            </a:ln>
          </p:spPr>
        </p:sp>
        <p:sp>
          <p:nvSpPr>
            <p:cNvPr id="19401" name="Colorbar gradient 825"/>
            <p:cNvSpPr/>
            <p:nvPr/>
          </p:nvSpPr>
          <p:spPr>
            <a:xfrm>
              <a:off x="33552" y="1537815"/>
              <a:ext cx="106249" cy="1957"/>
            </a:xfrm>
            <a:prstGeom prst="rect">
              <a:avLst/>
            </a:prstGeom>
            <a:solidFill>
              <a:srgbClr val="060F63"/>
            </a:solidFill>
            <a:ln>
              <a:noFill/>
            </a:ln>
          </p:spPr>
        </p:sp>
        <p:sp>
          <p:nvSpPr>
            <p:cNvPr id="19402" name="Colorbar gradient 826"/>
            <p:cNvSpPr/>
            <p:nvPr/>
          </p:nvSpPr>
          <p:spPr>
            <a:xfrm>
              <a:off x="33552" y="1539679"/>
              <a:ext cx="106249" cy="1957"/>
            </a:xfrm>
            <a:prstGeom prst="rect">
              <a:avLst/>
            </a:prstGeom>
            <a:solidFill>
              <a:srgbClr val="060F63"/>
            </a:solidFill>
            <a:ln>
              <a:noFill/>
            </a:ln>
          </p:spPr>
        </p:sp>
        <p:sp>
          <p:nvSpPr>
            <p:cNvPr id="19403" name="Colorbar gradient 827"/>
            <p:cNvSpPr/>
            <p:nvPr/>
          </p:nvSpPr>
          <p:spPr>
            <a:xfrm>
              <a:off x="33552" y="1541543"/>
              <a:ext cx="106249" cy="1957"/>
            </a:xfrm>
            <a:prstGeom prst="rect">
              <a:avLst/>
            </a:prstGeom>
            <a:solidFill>
              <a:srgbClr val="060F63"/>
            </a:solidFill>
            <a:ln>
              <a:noFill/>
            </a:ln>
          </p:spPr>
        </p:sp>
        <p:sp>
          <p:nvSpPr>
            <p:cNvPr id="19404" name="Colorbar gradient 828"/>
            <p:cNvSpPr/>
            <p:nvPr/>
          </p:nvSpPr>
          <p:spPr>
            <a:xfrm>
              <a:off x="33552" y="1543407"/>
              <a:ext cx="106249" cy="1957"/>
            </a:xfrm>
            <a:prstGeom prst="rect">
              <a:avLst/>
            </a:prstGeom>
            <a:solidFill>
              <a:srgbClr val="061062"/>
            </a:solidFill>
            <a:ln>
              <a:noFill/>
            </a:ln>
          </p:spPr>
        </p:sp>
        <p:sp>
          <p:nvSpPr>
            <p:cNvPr id="19405" name="Colorbar gradient 829"/>
            <p:cNvSpPr/>
            <p:nvPr/>
          </p:nvSpPr>
          <p:spPr>
            <a:xfrm>
              <a:off x="33552" y="1545271"/>
              <a:ext cx="106249" cy="1957"/>
            </a:xfrm>
            <a:prstGeom prst="rect">
              <a:avLst/>
            </a:prstGeom>
            <a:solidFill>
              <a:srgbClr val="060F62"/>
            </a:solidFill>
            <a:ln>
              <a:noFill/>
            </a:ln>
          </p:spPr>
        </p:sp>
        <p:sp>
          <p:nvSpPr>
            <p:cNvPr id="19406" name="Colorbar gradient 830"/>
            <p:cNvSpPr/>
            <p:nvPr/>
          </p:nvSpPr>
          <p:spPr>
            <a:xfrm>
              <a:off x="33552" y="1547135"/>
              <a:ext cx="106249" cy="1957"/>
            </a:xfrm>
            <a:prstGeom prst="rect">
              <a:avLst/>
            </a:prstGeom>
            <a:solidFill>
              <a:srgbClr val="060F62"/>
            </a:solidFill>
            <a:ln>
              <a:noFill/>
            </a:ln>
          </p:spPr>
        </p:sp>
        <p:sp>
          <p:nvSpPr>
            <p:cNvPr id="19407" name="Colorbar gradient 831"/>
            <p:cNvSpPr/>
            <p:nvPr/>
          </p:nvSpPr>
          <p:spPr>
            <a:xfrm>
              <a:off x="33552" y="1548999"/>
              <a:ext cx="106249" cy="1957"/>
            </a:xfrm>
            <a:prstGeom prst="rect">
              <a:avLst/>
            </a:prstGeom>
            <a:solidFill>
              <a:srgbClr val="060F62"/>
            </a:solidFill>
            <a:ln>
              <a:noFill/>
            </a:ln>
          </p:spPr>
        </p:sp>
        <p:sp>
          <p:nvSpPr>
            <p:cNvPr id="19408" name="Colorbar gradient 832"/>
            <p:cNvSpPr/>
            <p:nvPr/>
          </p:nvSpPr>
          <p:spPr>
            <a:xfrm>
              <a:off x="33552" y="1550863"/>
              <a:ext cx="106249" cy="1957"/>
            </a:xfrm>
            <a:prstGeom prst="rect">
              <a:avLst/>
            </a:prstGeom>
            <a:solidFill>
              <a:srgbClr val="060D62"/>
            </a:solidFill>
            <a:ln>
              <a:noFill/>
            </a:ln>
          </p:spPr>
        </p:sp>
        <p:sp>
          <p:nvSpPr>
            <p:cNvPr id="19409" name="Colorbar gradient 833"/>
            <p:cNvSpPr/>
            <p:nvPr/>
          </p:nvSpPr>
          <p:spPr>
            <a:xfrm>
              <a:off x="33552" y="1552727"/>
              <a:ext cx="106249" cy="1957"/>
            </a:xfrm>
            <a:prstGeom prst="rect">
              <a:avLst/>
            </a:prstGeom>
            <a:solidFill>
              <a:srgbClr val="060D61"/>
            </a:solidFill>
            <a:ln>
              <a:noFill/>
            </a:ln>
          </p:spPr>
        </p:sp>
        <p:sp>
          <p:nvSpPr>
            <p:cNvPr id="19410" name="Colorbar gradient 834"/>
            <p:cNvSpPr/>
            <p:nvPr/>
          </p:nvSpPr>
          <p:spPr>
            <a:xfrm>
              <a:off x="33552" y="1554591"/>
              <a:ext cx="106249" cy="1957"/>
            </a:xfrm>
            <a:prstGeom prst="rect">
              <a:avLst/>
            </a:prstGeom>
            <a:solidFill>
              <a:srgbClr val="060C61"/>
            </a:solidFill>
            <a:ln>
              <a:noFill/>
            </a:ln>
          </p:spPr>
        </p:sp>
        <p:sp>
          <p:nvSpPr>
            <p:cNvPr id="19411" name="Colorbar gradient 835"/>
            <p:cNvSpPr/>
            <p:nvPr/>
          </p:nvSpPr>
          <p:spPr>
            <a:xfrm>
              <a:off x="33552" y="1556455"/>
              <a:ext cx="106249" cy="1957"/>
            </a:xfrm>
            <a:prstGeom prst="rect">
              <a:avLst/>
            </a:prstGeom>
            <a:solidFill>
              <a:srgbClr val="040C61"/>
            </a:solidFill>
            <a:ln>
              <a:noFill/>
            </a:ln>
          </p:spPr>
        </p:sp>
        <p:sp>
          <p:nvSpPr>
            <p:cNvPr id="19412" name="Colorbar gradient 836"/>
            <p:cNvSpPr/>
            <p:nvPr/>
          </p:nvSpPr>
          <p:spPr>
            <a:xfrm>
              <a:off x="33552" y="1558319"/>
              <a:ext cx="106249" cy="1957"/>
            </a:xfrm>
            <a:prstGeom prst="rect">
              <a:avLst/>
            </a:prstGeom>
            <a:solidFill>
              <a:srgbClr val="040C61"/>
            </a:solidFill>
            <a:ln>
              <a:noFill/>
            </a:ln>
          </p:spPr>
        </p:sp>
        <p:sp>
          <p:nvSpPr>
            <p:cNvPr id="19413" name="Colorbar gradient 837"/>
            <p:cNvSpPr/>
            <p:nvPr/>
          </p:nvSpPr>
          <p:spPr>
            <a:xfrm>
              <a:off x="33552" y="1560183"/>
              <a:ext cx="106249" cy="1957"/>
            </a:xfrm>
            <a:prstGeom prst="rect">
              <a:avLst/>
            </a:prstGeom>
            <a:solidFill>
              <a:srgbClr val="050A61"/>
            </a:solidFill>
            <a:ln>
              <a:noFill/>
            </a:ln>
          </p:spPr>
        </p:sp>
        <p:sp>
          <p:nvSpPr>
            <p:cNvPr id="19414" name="Colorbar gradient 838"/>
            <p:cNvSpPr/>
            <p:nvPr/>
          </p:nvSpPr>
          <p:spPr>
            <a:xfrm>
              <a:off x="33552" y="1562047"/>
              <a:ext cx="106249" cy="1957"/>
            </a:xfrm>
            <a:prstGeom prst="rect">
              <a:avLst/>
            </a:prstGeom>
            <a:solidFill>
              <a:srgbClr val="040A60"/>
            </a:solidFill>
            <a:ln>
              <a:noFill/>
            </a:ln>
          </p:spPr>
        </p:sp>
        <p:sp>
          <p:nvSpPr>
            <p:cNvPr id="19415" name="Colorbar gradient 839"/>
            <p:cNvSpPr/>
            <p:nvPr/>
          </p:nvSpPr>
          <p:spPr>
            <a:xfrm>
              <a:off x="33552" y="1563911"/>
              <a:ext cx="106249" cy="1957"/>
            </a:xfrm>
            <a:prstGeom prst="rect">
              <a:avLst/>
            </a:prstGeom>
            <a:solidFill>
              <a:srgbClr val="050A60"/>
            </a:solidFill>
            <a:ln>
              <a:noFill/>
            </a:ln>
          </p:spPr>
        </p:sp>
        <p:sp>
          <p:nvSpPr>
            <p:cNvPr id="19416" name="Colorbar gradient 840"/>
            <p:cNvSpPr/>
            <p:nvPr/>
          </p:nvSpPr>
          <p:spPr>
            <a:xfrm>
              <a:off x="33552" y="1565775"/>
              <a:ext cx="106249" cy="1957"/>
            </a:xfrm>
            <a:prstGeom prst="rect">
              <a:avLst/>
            </a:prstGeom>
            <a:solidFill>
              <a:srgbClr val="050A60"/>
            </a:solidFill>
            <a:ln>
              <a:noFill/>
            </a:ln>
          </p:spPr>
        </p:sp>
        <p:sp>
          <p:nvSpPr>
            <p:cNvPr id="19417" name="Colorbar gradient 841"/>
            <p:cNvSpPr/>
            <p:nvPr/>
          </p:nvSpPr>
          <p:spPr>
            <a:xfrm>
              <a:off x="33552" y="1567639"/>
              <a:ext cx="106249" cy="1957"/>
            </a:xfrm>
            <a:prstGeom prst="rect">
              <a:avLst/>
            </a:prstGeom>
            <a:solidFill>
              <a:srgbClr val="050A60"/>
            </a:solidFill>
            <a:ln>
              <a:noFill/>
            </a:ln>
          </p:spPr>
        </p:sp>
        <p:sp>
          <p:nvSpPr>
            <p:cNvPr id="19418" name="Colorbar gradient 842"/>
            <p:cNvSpPr/>
            <p:nvPr/>
          </p:nvSpPr>
          <p:spPr>
            <a:xfrm>
              <a:off x="33552" y="1569503"/>
              <a:ext cx="106249" cy="1957"/>
            </a:xfrm>
            <a:prstGeom prst="rect">
              <a:avLst/>
            </a:prstGeom>
            <a:solidFill>
              <a:srgbClr val="050860"/>
            </a:solidFill>
            <a:ln>
              <a:noFill/>
            </a:ln>
          </p:spPr>
        </p:sp>
        <p:sp>
          <p:nvSpPr>
            <p:cNvPr id="19419" name="Colorbar gradient 843"/>
            <p:cNvSpPr/>
            <p:nvPr/>
          </p:nvSpPr>
          <p:spPr>
            <a:xfrm>
              <a:off x="33552" y="1571367"/>
              <a:ext cx="106249" cy="1957"/>
            </a:xfrm>
            <a:prstGeom prst="rect">
              <a:avLst/>
            </a:prstGeom>
            <a:solidFill>
              <a:srgbClr val="04085F"/>
            </a:solidFill>
            <a:ln>
              <a:noFill/>
            </a:ln>
          </p:spPr>
        </p:sp>
        <p:sp>
          <p:nvSpPr>
            <p:cNvPr id="19420" name="Colorbar gradient 844"/>
            <p:cNvSpPr/>
            <p:nvPr/>
          </p:nvSpPr>
          <p:spPr>
            <a:xfrm>
              <a:off x="33552" y="1573231"/>
              <a:ext cx="106249" cy="1957"/>
            </a:xfrm>
            <a:prstGeom prst="rect">
              <a:avLst/>
            </a:prstGeom>
            <a:solidFill>
              <a:srgbClr val="04065F"/>
            </a:solidFill>
            <a:ln>
              <a:noFill/>
            </a:ln>
          </p:spPr>
        </p:sp>
        <p:sp>
          <p:nvSpPr>
            <p:cNvPr id="19421" name="Colorbar gradient 845"/>
            <p:cNvSpPr/>
            <p:nvPr/>
          </p:nvSpPr>
          <p:spPr>
            <a:xfrm>
              <a:off x="33552" y="1575095"/>
              <a:ext cx="106249" cy="1957"/>
            </a:xfrm>
            <a:prstGeom prst="rect">
              <a:avLst/>
            </a:prstGeom>
            <a:solidFill>
              <a:srgbClr val="04065F"/>
            </a:solidFill>
            <a:ln>
              <a:noFill/>
            </a:ln>
          </p:spPr>
        </p:sp>
        <p:sp>
          <p:nvSpPr>
            <p:cNvPr id="19422" name="Colorbar gradient 846"/>
            <p:cNvSpPr/>
            <p:nvPr/>
          </p:nvSpPr>
          <p:spPr>
            <a:xfrm>
              <a:off x="33552" y="1576959"/>
              <a:ext cx="106249" cy="1957"/>
            </a:xfrm>
            <a:prstGeom prst="rect">
              <a:avLst/>
            </a:prstGeom>
            <a:solidFill>
              <a:srgbClr val="04065F"/>
            </a:solidFill>
            <a:ln>
              <a:noFill/>
            </a:ln>
          </p:spPr>
        </p:sp>
        <p:sp>
          <p:nvSpPr>
            <p:cNvPr id="19423" name="Colorbar gradient 847"/>
            <p:cNvSpPr/>
            <p:nvPr/>
          </p:nvSpPr>
          <p:spPr>
            <a:xfrm>
              <a:off x="33552" y="1578823"/>
              <a:ext cx="106249" cy="1957"/>
            </a:xfrm>
            <a:prstGeom prst="rect">
              <a:avLst/>
            </a:prstGeom>
            <a:solidFill>
              <a:srgbClr val="04065F"/>
            </a:solidFill>
            <a:ln>
              <a:noFill/>
            </a:ln>
          </p:spPr>
        </p:sp>
        <p:sp>
          <p:nvSpPr>
            <p:cNvPr id="19424" name="Colorbar gradient 848"/>
            <p:cNvSpPr/>
            <p:nvPr/>
          </p:nvSpPr>
          <p:spPr>
            <a:xfrm>
              <a:off x="33552" y="1580687"/>
              <a:ext cx="106249" cy="1957"/>
            </a:xfrm>
            <a:prstGeom prst="rect">
              <a:avLst/>
            </a:prstGeom>
            <a:solidFill>
              <a:srgbClr val="04065F"/>
            </a:solidFill>
            <a:ln>
              <a:noFill/>
            </a:ln>
          </p:spPr>
        </p:sp>
        <p:sp>
          <p:nvSpPr>
            <p:cNvPr id="19425" name="Colorbar gradient 849"/>
            <p:cNvSpPr/>
            <p:nvPr/>
          </p:nvSpPr>
          <p:spPr>
            <a:xfrm>
              <a:off x="33552" y="1582551"/>
              <a:ext cx="106249" cy="1957"/>
            </a:xfrm>
            <a:prstGeom prst="rect">
              <a:avLst/>
            </a:prstGeom>
            <a:solidFill>
              <a:srgbClr val="04065F"/>
            </a:solidFill>
            <a:ln>
              <a:noFill/>
            </a:ln>
          </p:spPr>
        </p:sp>
        <p:sp>
          <p:nvSpPr>
            <p:cNvPr id="19426" name="Colorbar gradient 850"/>
            <p:cNvSpPr/>
            <p:nvPr/>
          </p:nvSpPr>
          <p:spPr>
            <a:xfrm>
              <a:off x="33552" y="1584415"/>
              <a:ext cx="106249" cy="1957"/>
            </a:xfrm>
            <a:prstGeom prst="rect">
              <a:avLst/>
            </a:prstGeom>
            <a:solidFill>
              <a:srgbClr val="03065F"/>
            </a:solidFill>
            <a:ln>
              <a:noFill/>
            </a:ln>
          </p:spPr>
        </p:sp>
        <p:sp>
          <p:nvSpPr>
            <p:cNvPr id="19427" name="Colorbar gradient 851"/>
            <p:cNvSpPr/>
            <p:nvPr/>
          </p:nvSpPr>
          <p:spPr>
            <a:xfrm>
              <a:off x="33552" y="1586279"/>
              <a:ext cx="106249" cy="1957"/>
            </a:xfrm>
            <a:prstGeom prst="rect">
              <a:avLst/>
            </a:prstGeom>
            <a:solidFill>
              <a:srgbClr val="03065F"/>
            </a:solidFill>
            <a:ln>
              <a:noFill/>
            </a:ln>
          </p:spPr>
        </p:sp>
        <p:sp>
          <p:nvSpPr>
            <p:cNvPr id="19428" name="Colorbar gradient 852"/>
            <p:cNvSpPr/>
            <p:nvPr/>
          </p:nvSpPr>
          <p:spPr>
            <a:xfrm>
              <a:off x="33552" y="1588143"/>
              <a:ext cx="106249" cy="1957"/>
            </a:xfrm>
            <a:prstGeom prst="rect">
              <a:avLst/>
            </a:prstGeom>
            <a:solidFill>
              <a:srgbClr val="03065F"/>
            </a:solidFill>
            <a:ln>
              <a:noFill/>
            </a:ln>
          </p:spPr>
        </p:sp>
        <p:sp>
          <p:nvSpPr>
            <p:cNvPr id="19429" name="Colorbar gradient 853"/>
            <p:cNvSpPr/>
            <p:nvPr/>
          </p:nvSpPr>
          <p:spPr>
            <a:xfrm>
              <a:off x="33552" y="1590007"/>
              <a:ext cx="106249" cy="1957"/>
            </a:xfrm>
            <a:prstGeom prst="rect">
              <a:avLst/>
            </a:prstGeom>
            <a:solidFill>
              <a:srgbClr val="03055E"/>
            </a:solidFill>
            <a:ln>
              <a:noFill/>
            </a:ln>
          </p:spPr>
        </p:sp>
        <p:sp>
          <p:nvSpPr>
            <p:cNvPr id="19430" name="Colorbar gradient 854"/>
            <p:cNvSpPr/>
            <p:nvPr/>
          </p:nvSpPr>
          <p:spPr>
            <a:xfrm>
              <a:off x="33552" y="1591871"/>
              <a:ext cx="106249" cy="1957"/>
            </a:xfrm>
            <a:prstGeom prst="rect">
              <a:avLst/>
            </a:prstGeom>
            <a:solidFill>
              <a:srgbClr val="03055E"/>
            </a:solidFill>
            <a:ln>
              <a:noFill/>
            </a:ln>
          </p:spPr>
        </p:sp>
        <p:sp>
          <p:nvSpPr>
            <p:cNvPr id="19431" name="Colorbar gradient 855"/>
            <p:cNvSpPr/>
            <p:nvPr/>
          </p:nvSpPr>
          <p:spPr>
            <a:xfrm>
              <a:off x="33552" y="1593735"/>
              <a:ext cx="106249" cy="1957"/>
            </a:xfrm>
            <a:prstGeom prst="rect">
              <a:avLst/>
            </a:prstGeom>
            <a:solidFill>
              <a:srgbClr val="03055E"/>
            </a:solidFill>
            <a:ln>
              <a:noFill/>
            </a:ln>
          </p:spPr>
        </p:sp>
        <p:sp>
          <p:nvSpPr>
            <p:cNvPr id="19432" name="Colorbar gradient 856"/>
            <p:cNvSpPr/>
            <p:nvPr/>
          </p:nvSpPr>
          <p:spPr>
            <a:xfrm>
              <a:off x="33552" y="1595599"/>
              <a:ext cx="106249" cy="1957"/>
            </a:xfrm>
            <a:prstGeom prst="rect">
              <a:avLst/>
            </a:prstGeom>
            <a:solidFill>
              <a:srgbClr val="03055E"/>
            </a:solidFill>
            <a:ln>
              <a:noFill/>
            </a:ln>
          </p:spPr>
        </p:sp>
        <p:sp>
          <p:nvSpPr>
            <p:cNvPr id="19433" name="Colorbar gradient 857"/>
            <p:cNvSpPr/>
            <p:nvPr/>
          </p:nvSpPr>
          <p:spPr>
            <a:xfrm>
              <a:off x="33552" y="1597463"/>
              <a:ext cx="106249" cy="1957"/>
            </a:xfrm>
            <a:prstGeom prst="rect">
              <a:avLst/>
            </a:prstGeom>
            <a:solidFill>
              <a:srgbClr val="03055E"/>
            </a:solidFill>
            <a:ln>
              <a:noFill/>
            </a:ln>
          </p:spPr>
        </p:sp>
        <p:sp>
          <p:nvSpPr>
            <p:cNvPr id="19434" name="Text: 6"/>
            <p:cNvSpPr/>
            <p:nvPr/>
          </p:nvSpPr>
          <p:spPr>
            <a:xfrm>
              <a:off x="188266" y="38206"/>
              <a:ext cx="68415" cy="142308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830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6</a:t>
              </a:r>
            </a:p>
          </p:txBody>
        </p:sp>
        <p:sp>
          <p:nvSpPr>
            <p:cNvPr id="19435" name="Text: 4"/>
            <p:cNvSpPr/>
            <p:nvPr/>
          </p:nvSpPr>
          <p:spPr>
            <a:xfrm>
              <a:off x="188266" y="278794"/>
              <a:ext cx="67367" cy="140779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821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19436" name="Text: 2"/>
            <p:cNvSpPr/>
            <p:nvPr/>
          </p:nvSpPr>
          <p:spPr>
            <a:xfrm>
              <a:off x="188266" y="517389"/>
              <a:ext cx="67367" cy="140779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821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19437" name="Text: 0"/>
            <p:cNvSpPr/>
            <p:nvPr/>
          </p:nvSpPr>
          <p:spPr>
            <a:xfrm>
              <a:off x="186402" y="757717"/>
              <a:ext cx="68415" cy="142308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830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19438" name="Text: -2"/>
            <p:cNvSpPr/>
            <p:nvPr/>
          </p:nvSpPr>
          <p:spPr>
            <a:xfrm>
              <a:off x="190130" y="998305"/>
              <a:ext cx="117433" cy="140779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821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-2</a:t>
              </a:r>
            </a:p>
          </p:txBody>
        </p:sp>
        <p:sp>
          <p:nvSpPr>
            <p:cNvPr id="19439" name="Text: -4"/>
            <p:cNvSpPr/>
            <p:nvPr/>
          </p:nvSpPr>
          <p:spPr>
            <a:xfrm>
              <a:off x="190130" y="1236900"/>
              <a:ext cx="117433" cy="140779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821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-4</a:t>
              </a:r>
            </a:p>
          </p:txBody>
        </p:sp>
        <p:sp>
          <p:nvSpPr>
            <p:cNvPr id="19440" name="Text: -6"/>
            <p:cNvSpPr/>
            <p:nvPr/>
          </p:nvSpPr>
          <p:spPr>
            <a:xfrm>
              <a:off x="190130" y="1477228"/>
              <a:ext cx="119297" cy="142308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830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-6</a:t>
              </a:r>
            </a:p>
          </p:txBody>
        </p:sp>
      </p:grpSp>
      <p:grpSp>
        <p:nvGrpSpPr>
          <p:cNvPr id="25" name="图片 24 — editable">
            <a:extLst>
              <a:ext uri="{FF2B5EF4-FFF2-40B4-BE49-F238E27FC236}">
                <a16:creationId xmlns:a16="http://schemas.microsoft.com/office/drawing/2014/main" id="{14318116-31FE-954A-E0B5-5325B390A160}"/>
              </a:ext>
            </a:extLst>
          </p:cNvPr>
          <p:cNvGrpSpPr/>
          <p:nvPr/>
        </p:nvGrpSpPr>
        <p:grpSpPr>
          <a:xfrm>
            <a:off x="6884460" y="574076"/>
            <a:ext cx="500102" cy="424744"/>
            <a:chOff x="0" y="0"/>
            <a:chExt cx="500102" cy="424744"/>
          </a:xfrm>
        </p:grpSpPr>
        <p:sp>
          <p:nvSpPr>
            <p:cNvPr id="19441" name="Panel background"/>
            <p:cNvSpPr/>
            <p:nvPr/>
          </p:nvSpPr>
          <p:spPr>
            <a:xfrm>
              <a:off x="0" y="0"/>
              <a:ext cx="500102" cy="42474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442" name="Graph element 1"/>
            <p:cNvSpPr/>
            <p:nvPr/>
          </p:nvSpPr>
          <p:spPr>
            <a:xfrm>
              <a:off x="53436" y="106529"/>
              <a:ext cx="141467" cy="141467"/>
            </a:xfrm>
            <a:custGeom>
              <a:avLst/>
              <a:gdLst/>
              <a:ahLst/>
              <a:cxnLst/>
              <a:rect l="0" t="0" r="r" b="b"/>
              <a:pathLst>
                <a:path w="141467" h="141467" stroke="0" extrusionOk="0">
                  <a:moveTo>
                    <a:pt x="0" y="0"/>
                  </a:moveTo>
                  <a:lnTo>
                    <a:pt x="0" y="141467"/>
                  </a:lnTo>
                  <a:lnTo>
                    <a:pt x="141467" y="141467"/>
                  </a:lnTo>
                  <a:lnTo>
                    <a:pt x="1414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6666"/>
            </a:solidFill>
            <a:ln>
              <a:noFill/>
            </a:ln>
          </p:spPr>
        </p:sp>
        <p:sp>
          <p:nvSpPr>
            <p:cNvPr id="19443" name="Graph element 2"/>
            <p:cNvSpPr/>
            <p:nvPr/>
          </p:nvSpPr>
          <p:spPr>
            <a:xfrm>
              <a:off x="53436" y="246968"/>
              <a:ext cx="141467" cy="141467"/>
            </a:xfrm>
            <a:custGeom>
              <a:avLst/>
              <a:gdLst/>
              <a:ahLst/>
              <a:cxnLst/>
              <a:rect l="0" t="0" r="r" b="b"/>
              <a:pathLst>
                <a:path w="141467" h="141467" stroke="0" extrusionOk="0">
                  <a:moveTo>
                    <a:pt x="0" y="0"/>
                  </a:moveTo>
                  <a:lnTo>
                    <a:pt x="0" y="141467"/>
                  </a:lnTo>
                  <a:lnTo>
                    <a:pt x="141467" y="141467"/>
                  </a:lnTo>
                  <a:lnTo>
                    <a:pt x="1414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55B9C"/>
            </a:solidFill>
            <a:ln>
              <a:noFill/>
            </a:ln>
          </p:spPr>
        </p:sp>
        <p:sp>
          <p:nvSpPr>
            <p:cNvPr id="19444" name="Text: Group"/>
            <p:cNvSpPr/>
            <p:nvPr/>
          </p:nvSpPr>
          <p:spPr>
            <a:xfrm>
              <a:off x="58231" y="-4813"/>
              <a:ext cx="292868" cy="127937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746" b="1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Group</a:t>
              </a:r>
            </a:p>
          </p:txBody>
        </p:sp>
        <p:sp>
          <p:nvSpPr>
            <p:cNvPr id="19445" name="Text: Contro"/>
            <p:cNvSpPr/>
            <p:nvPr/>
          </p:nvSpPr>
          <p:spPr>
            <a:xfrm>
              <a:off x="227786" y="134334"/>
              <a:ext cx="280986" cy="122542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71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Contro</a:t>
              </a:r>
            </a:p>
          </p:txBody>
        </p:sp>
        <p:sp>
          <p:nvSpPr>
            <p:cNvPr id="19446" name="Text: COPD"/>
            <p:cNvSpPr/>
            <p:nvPr/>
          </p:nvSpPr>
          <p:spPr>
            <a:xfrm>
              <a:off x="227786" y="274473"/>
              <a:ext cx="280719" cy="126406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737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COPD</a:t>
              </a:r>
            </a:p>
          </p:txBody>
        </p:sp>
      </p:grpSp>
      <p:sp>
        <p:nvSpPr>
          <p:cNvPr id="26" name="矩形 25">
            <a:extLst>
              <a:ext uri="{FF2B5EF4-FFF2-40B4-BE49-F238E27FC236}">
                <a16:creationId xmlns:a16="http://schemas.microsoft.com/office/drawing/2014/main" id="{5B75CFA9-5426-7E89-A98C-A1BBFAEF8E57}"/>
              </a:ext>
            </a:extLst>
          </p:cNvPr>
          <p:cNvSpPr/>
          <p:nvPr/>
        </p:nvSpPr>
        <p:spPr>
          <a:xfrm>
            <a:off x="7086409" y="691043"/>
            <a:ext cx="305618" cy="2762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CDC47EE-AD08-400D-1300-A295D477E28D}"/>
              </a:ext>
            </a:extLst>
          </p:cNvPr>
          <p:cNvSpPr txBox="1"/>
          <p:nvPr/>
        </p:nvSpPr>
        <p:spPr>
          <a:xfrm>
            <a:off x="7022360" y="621832"/>
            <a:ext cx="596638" cy="3954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7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Control</a:t>
            </a:r>
          </a:p>
          <a:p>
            <a:pPr>
              <a:lnSpc>
                <a:spcPct val="150000"/>
              </a:lnSpc>
            </a:pPr>
            <a:r>
              <a:rPr kumimoji="1" lang="en" altLang="zh-CN" sz="7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COPD-PH</a:t>
            </a:r>
            <a:endParaRPr kumimoji="1" lang="zh-CN" alt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7F33258-E06A-69F5-058C-2208354080B3}"/>
              </a:ext>
            </a:extLst>
          </p:cNvPr>
          <p:cNvSpPr/>
          <p:nvPr/>
        </p:nvSpPr>
        <p:spPr>
          <a:xfrm>
            <a:off x="2642170" y="555655"/>
            <a:ext cx="2844000" cy="7998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8C2C4063-B7FB-D04C-33D0-7ABAB69B7270}"/>
              </a:ext>
            </a:extLst>
          </p:cNvPr>
          <p:cNvSpPr/>
          <p:nvPr/>
        </p:nvSpPr>
        <p:spPr>
          <a:xfrm>
            <a:off x="5486169" y="1356386"/>
            <a:ext cx="1152501" cy="8283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EA3E8260-BFE5-D272-7487-7F1A4DBBE912}"/>
              </a:ext>
            </a:extLst>
          </p:cNvPr>
          <p:cNvSpPr txBox="1"/>
          <p:nvPr/>
        </p:nvSpPr>
        <p:spPr>
          <a:xfrm>
            <a:off x="1237189" y="836011"/>
            <a:ext cx="95090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600" b="0" i="0" dirty="0">
                <a:effectLst/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N-Acetyl-L-methionine</a:t>
            </a:r>
            <a:endParaRPr kumimoji="1" lang="zh-CN" altLang="en-US" sz="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949AE62A-E859-FC57-68F9-97A26FBE7567}"/>
              </a:ext>
            </a:extLst>
          </p:cNvPr>
          <p:cNvSpPr txBox="1"/>
          <p:nvPr/>
        </p:nvSpPr>
        <p:spPr>
          <a:xfrm>
            <a:off x="1212754" y="568427"/>
            <a:ext cx="51167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600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L-Cystine</a:t>
            </a:r>
            <a:endParaRPr lang="zh-CN" altLang="en-US" sz="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BD3DB5F9-F68D-4F38-64B8-0D39AE1AB18E}"/>
              </a:ext>
            </a:extLst>
          </p:cNvPr>
          <p:cNvSpPr txBox="1"/>
          <p:nvPr/>
        </p:nvSpPr>
        <p:spPr>
          <a:xfrm>
            <a:off x="1130143" y="687977"/>
            <a:ext cx="99738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 b="0" i="0"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" altLang="zh-CN" sz="600" dirty="0">
                <a:latin typeface="Arial"/>
                <a:ea typeface="Arial"/>
                <a:cs typeface="Arial"/>
              </a:rPr>
              <a:t>5-Hydroxy-L-tryptophan</a:t>
            </a:r>
            <a:endParaRPr lang="zh-CN" altLang="en-US" sz="600" dirty="0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973203BD-5755-9F8C-C225-D0D90B449FC3}"/>
              </a:ext>
            </a:extLst>
          </p:cNvPr>
          <p:cNvSpPr txBox="1"/>
          <p:nvPr/>
        </p:nvSpPr>
        <p:spPr>
          <a:xfrm>
            <a:off x="1219478" y="1032507"/>
            <a:ext cx="705642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 b="0" i="0"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" altLang="zh-CN" sz="600" dirty="0">
                <a:latin typeface="Arial"/>
                <a:ea typeface="Arial"/>
                <a:cs typeface="Arial"/>
              </a:rPr>
              <a:t>Antheraxanthin</a:t>
            </a:r>
            <a:endParaRPr lang="zh-CN" altLang="en-US" sz="600" dirty="0"/>
          </a:p>
        </p:txBody>
      </p:sp>
      <p:cxnSp>
        <p:nvCxnSpPr>
          <p:cNvPr id="55" name="直线连接符 54">
            <a:extLst>
              <a:ext uri="{FF2B5EF4-FFF2-40B4-BE49-F238E27FC236}">
                <a16:creationId xmlns:a16="http://schemas.microsoft.com/office/drawing/2014/main" id="{AD9CC897-BD60-38CD-EE0E-C79D921DEBD6}"/>
              </a:ext>
            </a:extLst>
          </p:cNvPr>
          <p:cNvCxnSpPr/>
          <p:nvPr/>
        </p:nvCxnSpPr>
        <p:spPr>
          <a:xfrm flipV="1">
            <a:off x="1219478" y="840186"/>
            <a:ext cx="135314" cy="1670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线连接符 56">
            <a:extLst>
              <a:ext uri="{FF2B5EF4-FFF2-40B4-BE49-F238E27FC236}">
                <a16:creationId xmlns:a16="http://schemas.microsoft.com/office/drawing/2014/main" id="{3CA55CE6-3703-5336-ED7C-46BB58A28CFF}"/>
              </a:ext>
            </a:extLst>
          </p:cNvPr>
          <p:cNvCxnSpPr>
            <a:cxnSpLocks/>
          </p:cNvCxnSpPr>
          <p:nvPr/>
        </p:nvCxnSpPr>
        <p:spPr>
          <a:xfrm flipV="1">
            <a:off x="1207905" y="943977"/>
            <a:ext cx="103455" cy="24211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文本框 59">
            <a:extLst>
              <a:ext uri="{FF2B5EF4-FFF2-40B4-BE49-F238E27FC236}">
                <a16:creationId xmlns:a16="http://schemas.microsoft.com/office/drawing/2014/main" id="{9963311B-89A8-115D-139F-1CBF1E50092A}"/>
              </a:ext>
            </a:extLst>
          </p:cNvPr>
          <p:cNvSpPr txBox="1"/>
          <p:nvPr/>
        </p:nvSpPr>
        <p:spPr>
          <a:xfrm>
            <a:off x="257425" y="589837"/>
            <a:ext cx="89159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" altLang="zh-CN" dirty="0" err="1">
                <a:latin typeface="Arial"/>
                <a:ea typeface="Arial"/>
                <a:cs typeface="Arial"/>
              </a:rPr>
              <a:t>Ketophenylbutazone</a:t>
            </a:r>
            <a:endParaRPr lang="zh-CN" altLang="en-US" dirty="0"/>
          </a:p>
        </p:txBody>
      </p:sp>
      <p:cxnSp>
        <p:nvCxnSpPr>
          <p:cNvPr id="61" name="直线连接符 60">
            <a:extLst>
              <a:ext uri="{FF2B5EF4-FFF2-40B4-BE49-F238E27FC236}">
                <a16:creationId xmlns:a16="http://schemas.microsoft.com/office/drawing/2014/main" id="{E71AE196-D634-E94E-0ED7-44430887DCBB}"/>
              </a:ext>
            </a:extLst>
          </p:cNvPr>
          <p:cNvCxnSpPr>
            <a:cxnSpLocks/>
          </p:cNvCxnSpPr>
          <p:nvPr/>
        </p:nvCxnSpPr>
        <p:spPr>
          <a:xfrm flipV="1">
            <a:off x="384346" y="734148"/>
            <a:ext cx="73352" cy="178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本框 62">
            <a:extLst>
              <a:ext uri="{FF2B5EF4-FFF2-40B4-BE49-F238E27FC236}">
                <a16:creationId xmlns:a16="http://schemas.microsoft.com/office/drawing/2014/main" id="{AE016331-A5E2-324E-D396-278604EC1B7B}"/>
              </a:ext>
            </a:extLst>
          </p:cNvPr>
          <p:cNvSpPr txBox="1"/>
          <p:nvPr/>
        </p:nvSpPr>
        <p:spPr>
          <a:xfrm>
            <a:off x="384346" y="786260"/>
            <a:ext cx="88517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" altLang="zh-CN" dirty="0">
                <a:latin typeface="Arial"/>
                <a:ea typeface="Arial"/>
                <a:cs typeface="Arial"/>
              </a:rPr>
              <a:t>Prasterone-3-sulfate</a:t>
            </a:r>
            <a:endParaRPr lang="zh-CN" altLang="en-US" dirty="0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48D91C27-1ACC-C3D8-DFD4-839C6F63C8B3}"/>
              </a:ext>
            </a:extLst>
          </p:cNvPr>
          <p:cNvSpPr txBox="1"/>
          <p:nvPr/>
        </p:nvSpPr>
        <p:spPr>
          <a:xfrm>
            <a:off x="214646" y="972207"/>
            <a:ext cx="63831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" altLang="zh-CN" dirty="0" err="1">
                <a:latin typeface="Arial"/>
                <a:ea typeface="Arial"/>
                <a:cs typeface="Arial"/>
              </a:rPr>
              <a:t>Sphaerosinin</a:t>
            </a:r>
            <a:endParaRPr lang="zh-CN" altLang="en-US" dirty="0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51427D3C-E23F-B968-5936-56C7D99E6EA8}"/>
              </a:ext>
            </a:extLst>
          </p:cNvPr>
          <p:cNvSpPr txBox="1"/>
          <p:nvPr/>
        </p:nvSpPr>
        <p:spPr>
          <a:xfrm>
            <a:off x="507987" y="320495"/>
            <a:ext cx="15103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kumimoji="1"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>
                <a:latin typeface="Arial"/>
                <a:ea typeface="Arial"/>
                <a:cs typeface="Arial"/>
              </a:rPr>
              <a:t>COPD-PD</a:t>
            </a:r>
            <a:r>
              <a:rPr lang="zh-CN" altLang="en-US" dirty="0">
                <a:latin typeface="Arial"/>
                <a:ea typeface="Arial"/>
                <a:cs typeface="Arial"/>
              </a:rPr>
              <a:t> </a:t>
            </a:r>
            <a:r>
              <a:rPr lang="en-US" altLang="zh-CN" dirty="0">
                <a:latin typeface="Arial"/>
                <a:ea typeface="Arial"/>
                <a:cs typeface="Arial"/>
              </a:rPr>
              <a:t>vs</a:t>
            </a:r>
            <a:r>
              <a:rPr lang="zh-CN" altLang="en-US" dirty="0">
                <a:latin typeface="Arial"/>
                <a:ea typeface="Arial"/>
                <a:cs typeface="Arial"/>
              </a:rPr>
              <a:t> </a:t>
            </a:r>
            <a:r>
              <a:rPr lang="en-US" altLang="zh-CN" dirty="0">
                <a:latin typeface="Arial"/>
                <a:ea typeface="Arial"/>
                <a:cs typeface="Arial"/>
              </a:rPr>
              <a:t>Control</a:t>
            </a:r>
            <a:endParaRPr lang="zh-CN" altLang="en-US" dirty="0"/>
          </a:p>
        </p:txBody>
      </p:sp>
      <p:grpSp>
        <p:nvGrpSpPr>
          <p:cNvPr id="68" name="图片 67 — editable">
            <a:extLst>
              <a:ext uri="{FF2B5EF4-FFF2-40B4-BE49-F238E27FC236}">
                <a16:creationId xmlns:a16="http://schemas.microsoft.com/office/drawing/2014/main" id="{2C1889E7-2EB3-77EF-BCCB-51374C7100AB}"/>
              </a:ext>
            </a:extLst>
          </p:cNvPr>
          <p:cNvGrpSpPr/>
          <p:nvPr/>
        </p:nvGrpSpPr>
        <p:grpSpPr>
          <a:xfrm>
            <a:off x="128416" y="2658877"/>
            <a:ext cx="2572493" cy="1720789"/>
            <a:chOff x="0" y="0"/>
            <a:chExt cx="2572493" cy="1720789"/>
          </a:xfrm>
        </p:grpSpPr>
        <p:sp>
          <p:nvSpPr>
            <p:cNvPr id="19447" name="Panel background"/>
            <p:cNvSpPr/>
            <p:nvPr/>
          </p:nvSpPr>
          <p:spPr>
            <a:xfrm>
              <a:off x="0" y="0"/>
              <a:ext cx="2572493" cy="172078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448" name="Graph element 1"/>
            <p:cNvSpPr/>
            <p:nvPr/>
          </p:nvSpPr>
          <p:spPr>
            <a:xfrm>
              <a:off x="2103187" y="1577825"/>
              <a:ext cx="454097" cy="3476"/>
            </a:xfrm>
            <a:custGeom>
              <a:avLst/>
              <a:gdLst/>
              <a:ahLst/>
              <a:cxnLst/>
              <a:rect l="0" t="0" r="r" b="b"/>
              <a:pathLst>
                <a:path w="454097" h="3476" stroke="0" extrusionOk="0">
                  <a:moveTo>
                    <a:pt x="454097" y="3476"/>
                  </a:moveTo>
                  <a:lnTo>
                    <a:pt x="454097" y="0"/>
                  </a:lnTo>
                  <a:lnTo>
                    <a:pt x="0" y="0"/>
                  </a:lnTo>
                  <a:lnTo>
                    <a:pt x="0" y="3476"/>
                  </a:lnTo>
                  <a:lnTo>
                    <a:pt x="454097" y="3476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19449" name="Graph element 2"/>
            <p:cNvSpPr/>
            <p:nvPr/>
          </p:nvSpPr>
          <p:spPr>
            <a:xfrm>
              <a:off x="1603897" y="1577825"/>
              <a:ext cx="486253" cy="6084"/>
            </a:xfrm>
            <a:custGeom>
              <a:avLst/>
              <a:gdLst/>
              <a:ahLst/>
              <a:cxnLst/>
              <a:rect l="0" t="0" r="r" b="b"/>
              <a:pathLst>
                <a:path w="486253" h="6084" stroke="0" extrusionOk="0">
                  <a:moveTo>
                    <a:pt x="0" y="3191"/>
                  </a:moveTo>
                  <a:lnTo>
                    <a:pt x="0" y="6084"/>
                  </a:lnTo>
                  <a:lnTo>
                    <a:pt x="3476" y="6084"/>
                  </a:lnTo>
                  <a:lnTo>
                    <a:pt x="3476" y="4631"/>
                  </a:lnTo>
                  <a:lnTo>
                    <a:pt x="4631" y="3476"/>
                  </a:lnTo>
                  <a:lnTo>
                    <a:pt x="486253" y="3476"/>
                  </a:lnTo>
                  <a:lnTo>
                    <a:pt x="486253" y="0"/>
                  </a:lnTo>
                  <a:lnTo>
                    <a:pt x="3191" y="0"/>
                  </a:lnTo>
                  <a:lnTo>
                    <a:pt x="0" y="3191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19450" name="Graph element 3"/>
            <p:cNvSpPr/>
            <p:nvPr/>
          </p:nvSpPr>
          <p:spPr>
            <a:xfrm>
              <a:off x="1114602" y="1577825"/>
              <a:ext cx="486688" cy="3476"/>
            </a:xfrm>
            <a:custGeom>
              <a:avLst/>
              <a:gdLst/>
              <a:ahLst/>
              <a:cxnLst/>
              <a:rect l="0" t="0" r="r" b="b"/>
              <a:pathLst>
                <a:path w="486688" h="3476" stroke="0" extrusionOk="0">
                  <a:moveTo>
                    <a:pt x="486688" y="3476"/>
                  </a:moveTo>
                  <a:lnTo>
                    <a:pt x="486688" y="0"/>
                  </a:lnTo>
                  <a:lnTo>
                    <a:pt x="0" y="0"/>
                  </a:lnTo>
                  <a:lnTo>
                    <a:pt x="0" y="3476"/>
                  </a:lnTo>
                  <a:lnTo>
                    <a:pt x="486688" y="3476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19451" name="Graph element 4"/>
            <p:cNvSpPr/>
            <p:nvPr/>
          </p:nvSpPr>
          <p:spPr>
            <a:xfrm>
              <a:off x="1042903" y="1577825"/>
              <a:ext cx="65181" cy="3476"/>
            </a:xfrm>
            <a:custGeom>
              <a:avLst/>
              <a:gdLst/>
              <a:ahLst/>
              <a:cxnLst/>
              <a:rect l="0" t="0" r="r" b="b"/>
              <a:pathLst>
                <a:path w="65181" h="3476" stroke="0" extrusionOk="0">
                  <a:moveTo>
                    <a:pt x="65181" y="3476"/>
                  </a:moveTo>
                  <a:lnTo>
                    <a:pt x="65181" y="0"/>
                  </a:lnTo>
                  <a:lnTo>
                    <a:pt x="0" y="0"/>
                  </a:lnTo>
                  <a:lnTo>
                    <a:pt x="0" y="3476"/>
                  </a:lnTo>
                  <a:lnTo>
                    <a:pt x="65181" y="3476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19452" name="Graph element 5"/>
            <p:cNvSpPr/>
            <p:nvPr/>
          </p:nvSpPr>
          <p:spPr>
            <a:xfrm>
              <a:off x="1036384" y="345896"/>
              <a:ext cx="2173" cy="3476"/>
            </a:xfrm>
            <a:custGeom>
              <a:avLst/>
              <a:gdLst/>
              <a:ahLst/>
              <a:cxnLst/>
              <a:rect l="0" t="0" r="r" b="b"/>
              <a:pathLst>
                <a:path w="2173" h="3476" stroke="0" extrusionOk="0">
                  <a:moveTo>
                    <a:pt x="2173" y="3476"/>
                  </a:moveTo>
                  <a:lnTo>
                    <a:pt x="2173" y="0"/>
                  </a:lnTo>
                  <a:lnTo>
                    <a:pt x="0" y="0"/>
                  </a:lnTo>
                  <a:lnTo>
                    <a:pt x="0" y="3476"/>
                  </a:lnTo>
                  <a:lnTo>
                    <a:pt x="2173" y="3476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19453" name="Graph element 6"/>
            <p:cNvSpPr/>
            <p:nvPr/>
          </p:nvSpPr>
          <p:spPr>
            <a:xfrm>
              <a:off x="1108519" y="1440944"/>
              <a:ext cx="703090" cy="118630"/>
            </a:xfrm>
            <a:custGeom>
              <a:avLst/>
              <a:gdLst/>
              <a:ahLst/>
              <a:cxnLst/>
              <a:rect l="0" t="0" r="r" b="b"/>
              <a:pathLst>
                <a:path w="703090" h="118630" stroke="0" extrusionOk="0">
                  <a:moveTo>
                    <a:pt x="0" y="0"/>
                  </a:moveTo>
                  <a:lnTo>
                    <a:pt x="0" y="118630"/>
                  </a:lnTo>
                  <a:lnTo>
                    <a:pt x="703090" y="118630"/>
                  </a:lnTo>
                  <a:lnTo>
                    <a:pt x="70309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6666"/>
            </a:solidFill>
            <a:ln>
              <a:noFill/>
            </a:ln>
          </p:spPr>
        </p:sp>
        <p:sp>
          <p:nvSpPr>
            <p:cNvPr id="19454" name="Graph element 7"/>
            <p:cNvSpPr/>
            <p:nvPr/>
          </p:nvSpPr>
          <p:spPr>
            <a:xfrm>
              <a:off x="1108519" y="1312754"/>
              <a:ext cx="766099" cy="118630"/>
            </a:xfrm>
            <a:custGeom>
              <a:avLst/>
              <a:gdLst/>
              <a:ahLst/>
              <a:cxnLst/>
              <a:rect l="0" t="0" r="r" b="b"/>
              <a:pathLst>
                <a:path w="766099" h="118630" stroke="0" extrusionOk="0">
                  <a:moveTo>
                    <a:pt x="0" y="0"/>
                  </a:moveTo>
                  <a:lnTo>
                    <a:pt x="0" y="118630"/>
                  </a:lnTo>
                  <a:lnTo>
                    <a:pt x="766099" y="118630"/>
                  </a:lnTo>
                  <a:lnTo>
                    <a:pt x="76609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6666"/>
            </a:solidFill>
            <a:ln>
              <a:noFill/>
            </a:ln>
          </p:spPr>
        </p:sp>
        <p:sp>
          <p:nvSpPr>
            <p:cNvPr id="19455" name="Graph element 8"/>
            <p:cNvSpPr/>
            <p:nvPr/>
          </p:nvSpPr>
          <p:spPr>
            <a:xfrm>
              <a:off x="1108519" y="1184563"/>
              <a:ext cx="772617" cy="118630"/>
            </a:xfrm>
            <a:custGeom>
              <a:avLst/>
              <a:gdLst/>
              <a:ahLst/>
              <a:cxnLst/>
              <a:rect l="0" t="0" r="r" b="b"/>
              <a:pathLst>
                <a:path w="772617" h="118630" stroke="0" extrusionOk="0">
                  <a:moveTo>
                    <a:pt x="0" y="0"/>
                  </a:moveTo>
                  <a:lnTo>
                    <a:pt x="0" y="118630"/>
                  </a:lnTo>
                  <a:lnTo>
                    <a:pt x="772617" y="118630"/>
                  </a:lnTo>
                  <a:lnTo>
                    <a:pt x="77261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6666"/>
            </a:solidFill>
            <a:ln>
              <a:noFill/>
            </a:ln>
          </p:spPr>
        </p:sp>
        <p:sp>
          <p:nvSpPr>
            <p:cNvPr id="19456" name="Graph element 9"/>
            <p:cNvSpPr/>
            <p:nvPr/>
          </p:nvSpPr>
          <p:spPr>
            <a:xfrm>
              <a:off x="1108519" y="1056373"/>
              <a:ext cx="918189" cy="118630"/>
            </a:xfrm>
            <a:custGeom>
              <a:avLst/>
              <a:gdLst/>
              <a:ahLst/>
              <a:cxnLst/>
              <a:rect l="0" t="0" r="r" b="b"/>
              <a:pathLst>
                <a:path w="918189" h="118630" stroke="0" extrusionOk="0">
                  <a:moveTo>
                    <a:pt x="0" y="0"/>
                  </a:moveTo>
                  <a:lnTo>
                    <a:pt x="0" y="118630"/>
                  </a:lnTo>
                  <a:lnTo>
                    <a:pt x="918189" y="118630"/>
                  </a:lnTo>
                  <a:lnTo>
                    <a:pt x="9181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6666"/>
            </a:solidFill>
            <a:ln>
              <a:noFill/>
            </a:ln>
          </p:spPr>
        </p:sp>
        <p:sp>
          <p:nvSpPr>
            <p:cNvPr id="19457" name="Graph element 10"/>
            <p:cNvSpPr/>
            <p:nvPr/>
          </p:nvSpPr>
          <p:spPr>
            <a:xfrm>
              <a:off x="1108519" y="928183"/>
              <a:ext cx="1057242" cy="118630"/>
            </a:xfrm>
            <a:custGeom>
              <a:avLst/>
              <a:gdLst/>
              <a:ahLst/>
              <a:cxnLst/>
              <a:rect l="0" t="0" r="r" b="b"/>
              <a:pathLst>
                <a:path w="1057242" h="118630" stroke="0" extrusionOk="0">
                  <a:moveTo>
                    <a:pt x="0" y="0"/>
                  </a:moveTo>
                  <a:lnTo>
                    <a:pt x="0" y="118630"/>
                  </a:lnTo>
                  <a:lnTo>
                    <a:pt x="1057242" y="118630"/>
                  </a:lnTo>
                  <a:lnTo>
                    <a:pt x="105724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6666"/>
            </a:solidFill>
            <a:ln>
              <a:noFill/>
            </a:ln>
          </p:spPr>
        </p:sp>
        <p:sp>
          <p:nvSpPr>
            <p:cNvPr id="19458" name="Graph element 11"/>
            <p:cNvSpPr/>
            <p:nvPr/>
          </p:nvSpPr>
          <p:spPr>
            <a:xfrm>
              <a:off x="1108519" y="799993"/>
              <a:ext cx="1076797" cy="118630"/>
            </a:xfrm>
            <a:custGeom>
              <a:avLst/>
              <a:gdLst/>
              <a:ahLst/>
              <a:cxnLst/>
              <a:rect l="0" t="0" r="r" b="b"/>
              <a:pathLst>
                <a:path w="1076797" h="118630" stroke="0" extrusionOk="0">
                  <a:moveTo>
                    <a:pt x="0" y="0"/>
                  </a:moveTo>
                  <a:lnTo>
                    <a:pt x="0" y="118630"/>
                  </a:lnTo>
                  <a:lnTo>
                    <a:pt x="1076797" y="118630"/>
                  </a:lnTo>
                  <a:lnTo>
                    <a:pt x="107679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6666"/>
            </a:solidFill>
            <a:ln>
              <a:noFill/>
            </a:ln>
          </p:spPr>
        </p:sp>
        <p:sp>
          <p:nvSpPr>
            <p:cNvPr id="19459" name="Graph element 12"/>
            <p:cNvSpPr/>
            <p:nvPr/>
          </p:nvSpPr>
          <p:spPr>
            <a:xfrm>
              <a:off x="1108519" y="671803"/>
              <a:ext cx="1087660" cy="118630"/>
            </a:xfrm>
            <a:custGeom>
              <a:avLst/>
              <a:gdLst/>
              <a:ahLst/>
              <a:cxnLst/>
              <a:rect l="0" t="0" r="r" b="b"/>
              <a:pathLst>
                <a:path w="1087660" h="118630" stroke="0" extrusionOk="0">
                  <a:moveTo>
                    <a:pt x="0" y="0"/>
                  </a:moveTo>
                  <a:lnTo>
                    <a:pt x="0" y="118630"/>
                  </a:lnTo>
                  <a:lnTo>
                    <a:pt x="1087660" y="118630"/>
                  </a:lnTo>
                  <a:lnTo>
                    <a:pt x="108766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6666"/>
            </a:solidFill>
            <a:ln>
              <a:noFill/>
            </a:ln>
          </p:spPr>
        </p:sp>
        <p:sp>
          <p:nvSpPr>
            <p:cNvPr id="19460" name="Graph element 13"/>
            <p:cNvSpPr/>
            <p:nvPr/>
          </p:nvSpPr>
          <p:spPr>
            <a:xfrm>
              <a:off x="1108519" y="543613"/>
              <a:ext cx="1122424" cy="118630"/>
            </a:xfrm>
            <a:custGeom>
              <a:avLst/>
              <a:gdLst/>
              <a:ahLst/>
              <a:cxnLst/>
              <a:rect l="0" t="0" r="r" b="b"/>
              <a:pathLst>
                <a:path w="1122424" h="118630" stroke="0" extrusionOk="0">
                  <a:moveTo>
                    <a:pt x="0" y="0"/>
                  </a:moveTo>
                  <a:lnTo>
                    <a:pt x="0" y="118630"/>
                  </a:lnTo>
                  <a:lnTo>
                    <a:pt x="1122424" y="118630"/>
                  </a:lnTo>
                  <a:lnTo>
                    <a:pt x="11224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6666"/>
            </a:solidFill>
            <a:ln>
              <a:noFill/>
            </a:ln>
          </p:spPr>
        </p:sp>
        <p:sp>
          <p:nvSpPr>
            <p:cNvPr id="19461" name="Graph element 14"/>
            <p:cNvSpPr/>
            <p:nvPr/>
          </p:nvSpPr>
          <p:spPr>
            <a:xfrm>
              <a:off x="1108519" y="415423"/>
              <a:ext cx="1178914" cy="118630"/>
            </a:xfrm>
            <a:custGeom>
              <a:avLst/>
              <a:gdLst/>
              <a:ahLst/>
              <a:cxnLst/>
              <a:rect l="0" t="0" r="r" b="b"/>
              <a:pathLst>
                <a:path w="1178914" h="118630" stroke="0" extrusionOk="0">
                  <a:moveTo>
                    <a:pt x="0" y="0"/>
                  </a:moveTo>
                  <a:lnTo>
                    <a:pt x="0" y="118630"/>
                  </a:lnTo>
                  <a:lnTo>
                    <a:pt x="1178914" y="118630"/>
                  </a:lnTo>
                  <a:lnTo>
                    <a:pt x="117891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6666"/>
            </a:solidFill>
            <a:ln>
              <a:noFill/>
            </a:ln>
          </p:spPr>
        </p:sp>
        <p:sp>
          <p:nvSpPr>
            <p:cNvPr id="19462" name="Graph element 15"/>
            <p:cNvSpPr/>
            <p:nvPr/>
          </p:nvSpPr>
          <p:spPr>
            <a:xfrm>
              <a:off x="1108519" y="287233"/>
              <a:ext cx="1200642" cy="118630"/>
            </a:xfrm>
            <a:custGeom>
              <a:avLst/>
              <a:gdLst/>
              <a:ahLst/>
              <a:cxnLst/>
              <a:rect l="0" t="0" r="r" b="b"/>
              <a:pathLst>
                <a:path w="1200642" h="118630" stroke="0" extrusionOk="0">
                  <a:moveTo>
                    <a:pt x="0" y="0"/>
                  </a:moveTo>
                  <a:lnTo>
                    <a:pt x="0" y="118630"/>
                  </a:lnTo>
                  <a:lnTo>
                    <a:pt x="1200642" y="118630"/>
                  </a:lnTo>
                  <a:lnTo>
                    <a:pt x="120064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6666"/>
            </a:solidFill>
            <a:ln>
              <a:noFill/>
            </a:ln>
          </p:spPr>
        </p:sp>
        <p:sp>
          <p:nvSpPr>
            <p:cNvPr id="19463" name="Graph element 16"/>
            <p:cNvSpPr/>
            <p:nvPr/>
          </p:nvSpPr>
          <p:spPr>
            <a:xfrm>
              <a:off x="1108519" y="156870"/>
              <a:ext cx="1272341" cy="118630"/>
            </a:xfrm>
            <a:custGeom>
              <a:avLst/>
              <a:gdLst/>
              <a:ahLst/>
              <a:cxnLst/>
              <a:rect l="0" t="0" r="r" b="b"/>
              <a:pathLst>
                <a:path w="1272341" h="118630" stroke="0" extrusionOk="0">
                  <a:moveTo>
                    <a:pt x="0" y="0"/>
                  </a:moveTo>
                  <a:lnTo>
                    <a:pt x="0" y="118630"/>
                  </a:lnTo>
                  <a:lnTo>
                    <a:pt x="1272341" y="118630"/>
                  </a:lnTo>
                  <a:lnTo>
                    <a:pt x="127234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6666"/>
            </a:solidFill>
            <a:ln>
              <a:noFill/>
            </a:ln>
          </p:spPr>
        </p:sp>
        <p:sp>
          <p:nvSpPr>
            <p:cNvPr id="19464" name="Graph element 17"/>
            <p:cNvSpPr/>
            <p:nvPr/>
          </p:nvSpPr>
          <p:spPr>
            <a:xfrm>
              <a:off x="1108519" y="28680"/>
              <a:ext cx="1380977" cy="118630"/>
            </a:xfrm>
            <a:custGeom>
              <a:avLst/>
              <a:gdLst/>
              <a:ahLst/>
              <a:cxnLst/>
              <a:rect l="0" t="0" r="r" b="b"/>
              <a:pathLst>
                <a:path w="1380977" h="118630" stroke="0" extrusionOk="0">
                  <a:moveTo>
                    <a:pt x="0" y="0"/>
                  </a:moveTo>
                  <a:lnTo>
                    <a:pt x="0" y="118630"/>
                  </a:lnTo>
                  <a:lnTo>
                    <a:pt x="1380977" y="118630"/>
                  </a:lnTo>
                  <a:lnTo>
                    <a:pt x="138097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6666"/>
            </a:solidFill>
            <a:ln>
              <a:noFill/>
            </a:ln>
          </p:spPr>
        </p:sp>
        <p:sp>
          <p:nvSpPr>
            <p:cNvPr id="19465" name="Graph element 18"/>
            <p:cNvSpPr/>
            <p:nvPr/>
          </p:nvSpPr>
          <p:spPr>
            <a:xfrm>
              <a:off x="1038992" y="1503518"/>
              <a:ext cx="3476" cy="71700"/>
            </a:xfrm>
            <a:custGeom>
              <a:avLst/>
              <a:gdLst/>
              <a:ahLst/>
              <a:cxnLst/>
              <a:rect l="0" t="0" r="r" b="b"/>
              <a:pathLst>
                <a:path w="3476" h="71700" stroke="0" extrusionOk="0">
                  <a:moveTo>
                    <a:pt x="0" y="71700"/>
                  </a:moveTo>
                  <a:lnTo>
                    <a:pt x="3476" y="71700"/>
                  </a:lnTo>
                  <a:lnTo>
                    <a:pt x="3476" y="0"/>
                  </a:lnTo>
                  <a:lnTo>
                    <a:pt x="0" y="0"/>
                  </a:lnTo>
                  <a:lnTo>
                    <a:pt x="0" y="7170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</p:sp>
        <p:sp>
          <p:nvSpPr>
            <p:cNvPr id="19466" name="Graph element 19"/>
            <p:cNvSpPr/>
            <p:nvPr/>
          </p:nvSpPr>
          <p:spPr>
            <a:xfrm>
              <a:off x="1038992" y="1375328"/>
              <a:ext cx="3476" cy="121672"/>
            </a:xfrm>
            <a:custGeom>
              <a:avLst/>
              <a:gdLst/>
              <a:ahLst/>
              <a:cxnLst/>
              <a:rect l="0" t="0" r="r" b="b"/>
              <a:pathLst>
                <a:path w="3476" h="121672" stroke="0" extrusionOk="0">
                  <a:moveTo>
                    <a:pt x="0" y="121672"/>
                  </a:moveTo>
                  <a:lnTo>
                    <a:pt x="3476" y="121672"/>
                  </a:lnTo>
                  <a:lnTo>
                    <a:pt x="3476" y="0"/>
                  </a:lnTo>
                  <a:lnTo>
                    <a:pt x="0" y="0"/>
                  </a:lnTo>
                  <a:lnTo>
                    <a:pt x="0" y="121672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</p:sp>
        <p:sp>
          <p:nvSpPr>
            <p:cNvPr id="19467" name="Graph element 20"/>
            <p:cNvSpPr/>
            <p:nvPr/>
          </p:nvSpPr>
          <p:spPr>
            <a:xfrm>
              <a:off x="1037328" y="1247138"/>
              <a:ext cx="5140" cy="125074"/>
            </a:xfrm>
            <a:custGeom>
              <a:avLst/>
              <a:gdLst/>
              <a:ahLst/>
              <a:cxnLst/>
              <a:rect l="0" t="0" r="r" b="b"/>
              <a:pathLst>
                <a:path w="5140" h="125074" stroke="0" extrusionOk="0">
                  <a:moveTo>
                    <a:pt x="0" y="122616"/>
                  </a:moveTo>
                  <a:lnTo>
                    <a:pt x="2458" y="125074"/>
                  </a:lnTo>
                  <a:lnTo>
                    <a:pt x="5140" y="122392"/>
                  </a:lnTo>
                  <a:lnTo>
                    <a:pt x="5140" y="0"/>
                  </a:lnTo>
                  <a:lnTo>
                    <a:pt x="1664" y="0"/>
                  </a:lnTo>
                  <a:lnTo>
                    <a:pt x="1664" y="120952"/>
                  </a:lnTo>
                  <a:lnTo>
                    <a:pt x="0" y="122616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</p:sp>
        <p:sp>
          <p:nvSpPr>
            <p:cNvPr id="19468" name="Graph element 21"/>
            <p:cNvSpPr/>
            <p:nvPr/>
          </p:nvSpPr>
          <p:spPr>
            <a:xfrm>
              <a:off x="1038992" y="1118948"/>
              <a:ext cx="3476" cy="121672"/>
            </a:xfrm>
            <a:custGeom>
              <a:avLst/>
              <a:gdLst/>
              <a:ahLst/>
              <a:cxnLst/>
              <a:rect l="0" t="0" r="r" b="b"/>
              <a:pathLst>
                <a:path w="3476" h="121672" stroke="0" extrusionOk="0">
                  <a:moveTo>
                    <a:pt x="0" y="121672"/>
                  </a:moveTo>
                  <a:lnTo>
                    <a:pt x="3476" y="121672"/>
                  </a:lnTo>
                  <a:lnTo>
                    <a:pt x="3476" y="0"/>
                  </a:lnTo>
                  <a:lnTo>
                    <a:pt x="0" y="0"/>
                  </a:lnTo>
                  <a:lnTo>
                    <a:pt x="0" y="121672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</p:sp>
        <p:sp>
          <p:nvSpPr>
            <p:cNvPr id="19469" name="Graph element 22"/>
            <p:cNvSpPr/>
            <p:nvPr/>
          </p:nvSpPr>
          <p:spPr>
            <a:xfrm>
              <a:off x="1038992" y="990757"/>
              <a:ext cx="3476" cy="121672"/>
            </a:xfrm>
            <a:custGeom>
              <a:avLst/>
              <a:gdLst/>
              <a:ahLst/>
              <a:cxnLst/>
              <a:rect l="0" t="0" r="r" b="b"/>
              <a:pathLst>
                <a:path w="3476" h="121672" stroke="0" extrusionOk="0">
                  <a:moveTo>
                    <a:pt x="0" y="121672"/>
                  </a:moveTo>
                  <a:lnTo>
                    <a:pt x="3476" y="121672"/>
                  </a:lnTo>
                  <a:lnTo>
                    <a:pt x="3476" y="0"/>
                  </a:lnTo>
                  <a:lnTo>
                    <a:pt x="0" y="0"/>
                  </a:lnTo>
                  <a:lnTo>
                    <a:pt x="0" y="121672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</p:sp>
        <p:sp>
          <p:nvSpPr>
            <p:cNvPr id="19470" name="Graph element 23"/>
            <p:cNvSpPr/>
            <p:nvPr/>
          </p:nvSpPr>
          <p:spPr>
            <a:xfrm>
              <a:off x="1038992" y="862567"/>
              <a:ext cx="3476" cy="121672"/>
            </a:xfrm>
            <a:custGeom>
              <a:avLst/>
              <a:gdLst/>
              <a:ahLst/>
              <a:cxnLst/>
              <a:rect l="0" t="0" r="r" b="b"/>
              <a:pathLst>
                <a:path w="3476" h="121672" stroke="0" extrusionOk="0">
                  <a:moveTo>
                    <a:pt x="0" y="121672"/>
                  </a:moveTo>
                  <a:lnTo>
                    <a:pt x="3476" y="121672"/>
                  </a:lnTo>
                  <a:lnTo>
                    <a:pt x="3476" y="0"/>
                  </a:lnTo>
                  <a:lnTo>
                    <a:pt x="0" y="0"/>
                  </a:lnTo>
                  <a:lnTo>
                    <a:pt x="0" y="121672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</p:sp>
        <p:sp>
          <p:nvSpPr>
            <p:cNvPr id="19471" name="Graph element 24"/>
            <p:cNvSpPr/>
            <p:nvPr/>
          </p:nvSpPr>
          <p:spPr>
            <a:xfrm>
              <a:off x="1036384" y="730466"/>
              <a:ext cx="6084" cy="125583"/>
            </a:xfrm>
            <a:custGeom>
              <a:avLst/>
              <a:gdLst/>
              <a:ahLst/>
              <a:cxnLst/>
              <a:rect l="0" t="0" r="r" b="b"/>
              <a:pathLst>
                <a:path w="6084" h="125583" stroke="0" extrusionOk="0">
                  <a:moveTo>
                    <a:pt x="1453" y="3476"/>
                  </a:moveTo>
                  <a:lnTo>
                    <a:pt x="2607" y="4631"/>
                  </a:lnTo>
                  <a:lnTo>
                    <a:pt x="2607" y="125583"/>
                  </a:lnTo>
                  <a:lnTo>
                    <a:pt x="6084" y="125583"/>
                  </a:lnTo>
                  <a:lnTo>
                    <a:pt x="6084" y="3191"/>
                  </a:lnTo>
                  <a:lnTo>
                    <a:pt x="2893" y="0"/>
                  </a:lnTo>
                  <a:lnTo>
                    <a:pt x="0" y="0"/>
                  </a:lnTo>
                  <a:lnTo>
                    <a:pt x="0" y="3476"/>
                  </a:lnTo>
                  <a:lnTo>
                    <a:pt x="1453" y="3476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</p:sp>
        <p:sp>
          <p:nvSpPr>
            <p:cNvPr id="19472" name="Graph element 25"/>
            <p:cNvSpPr/>
            <p:nvPr/>
          </p:nvSpPr>
          <p:spPr>
            <a:xfrm>
              <a:off x="1036384" y="602276"/>
              <a:ext cx="6084" cy="125583"/>
            </a:xfrm>
            <a:custGeom>
              <a:avLst/>
              <a:gdLst/>
              <a:ahLst/>
              <a:cxnLst/>
              <a:rect l="0" t="0" r="r" b="b"/>
              <a:pathLst>
                <a:path w="6084" h="125583" stroke="0" extrusionOk="0">
                  <a:moveTo>
                    <a:pt x="1453" y="3476"/>
                  </a:moveTo>
                  <a:lnTo>
                    <a:pt x="2607" y="4631"/>
                  </a:lnTo>
                  <a:lnTo>
                    <a:pt x="2607" y="125583"/>
                  </a:lnTo>
                  <a:lnTo>
                    <a:pt x="6084" y="125583"/>
                  </a:lnTo>
                  <a:lnTo>
                    <a:pt x="6084" y="3191"/>
                  </a:lnTo>
                  <a:lnTo>
                    <a:pt x="2893" y="0"/>
                  </a:lnTo>
                  <a:lnTo>
                    <a:pt x="0" y="0"/>
                  </a:lnTo>
                  <a:lnTo>
                    <a:pt x="0" y="3476"/>
                  </a:lnTo>
                  <a:lnTo>
                    <a:pt x="1453" y="3476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</p:sp>
        <p:sp>
          <p:nvSpPr>
            <p:cNvPr id="19473" name="Graph element 26"/>
            <p:cNvSpPr/>
            <p:nvPr/>
          </p:nvSpPr>
          <p:spPr>
            <a:xfrm>
              <a:off x="1038992" y="477997"/>
              <a:ext cx="3476" cy="121672"/>
            </a:xfrm>
            <a:custGeom>
              <a:avLst/>
              <a:gdLst/>
              <a:ahLst/>
              <a:cxnLst/>
              <a:rect l="0" t="0" r="r" b="b"/>
              <a:pathLst>
                <a:path w="3476" h="121672" stroke="0" extrusionOk="0">
                  <a:moveTo>
                    <a:pt x="0" y="121672"/>
                  </a:moveTo>
                  <a:lnTo>
                    <a:pt x="3476" y="121672"/>
                  </a:lnTo>
                  <a:lnTo>
                    <a:pt x="3476" y="0"/>
                  </a:lnTo>
                  <a:lnTo>
                    <a:pt x="0" y="0"/>
                  </a:lnTo>
                  <a:lnTo>
                    <a:pt x="0" y="121672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</p:sp>
        <p:sp>
          <p:nvSpPr>
            <p:cNvPr id="19474" name="Graph element 27"/>
            <p:cNvSpPr/>
            <p:nvPr/>
          </p:nvSpPr>
          <p:spPr>
            <a:xfrm>
              <a:off x="1038992" y="349807"/>
              <a:ext cx="3476" cy="121672"/>
            </a:xfrm>
            <a:custGeom>
              <a:avLst/>
              <a:gdLst/>
              <a:ahLst/>
              <a:cxnLst/>
              <a:rect l="0" t="0" r="r" b="b"/>
              <a:pathLst>
                <a:path w="3476" h="121672" stroke="0" extrusionOk="0">
                  <a:moveTo>
                    <a:pt x="0" y="121672"/>
                  </a:moveTo>
                  <a:lnTo>
                    <a:pt x="3476" y="121672"/>
                  </a:lnTo>
                  <a:lnTo>
                    <a:pt x="3476" y="0"/>
                  </a:lnTo>
                  <a:lnTo>
                    <a:pt x="0" y="0"/>
                  </a:lnTo>
                  <a:lnTo>
                    <a:pt x="0" y="121672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</p:sp>
        <p:sp>
          <p:nvSpPr>
            <p:cNvPr id="19475" name="Graph element 28"/>
            <p:cNvSpPr/>
            <p:nvPr/>
          </p:nvSpPr>
          <p:spPr>
            <a:xfrm>
              <a:off x="1038992" y="221617"/>
              <a:ext cx="3476" cy="121672"/>
            </a:xfrm>
            <a:custGeom>
              <a:avLst/>
              <a:gdLst/>
              <a:ahLst/>
              <a:cxnLst/>
              <a:rect l="0" t="0" r="r" b="b"/>
              <a:pathLst>
                <a:path w="3476" h="121672" stroke="0" extrusionOk="0">
                  <a:moveTo>
                    <a:pt x="0" y="121672"/>
                  </a:moveTo>
                  <a:lnTo>
                    <a:pt x="3476" y="121672"/>
                  </a:lnTo>
                  <a:lnTo>
                    <a:pt x="3476" y="0"/>
                  </a:lnTo>
                  <a:lnTo>
                    <a:pt x="0" y="0"/>
                  </a:lnTo>
                  <a:lnTo>
                    <a:pt x="0" y="121672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</p:sp>
        <p:sp>
          <p:nvSpPr>
            <p:cNvPr id="19476" name="Graph element 29"/>
            <p:cNvSpPr/>
            <p:nvPr/>
          </p:nvSpPr>
          <p:spPr>
            <a:xfrm>
              <a:off x="1038992" y="93427"/>
              <a:ext cx="3476" cy="119499"/>
            </a:xfrm>
            <a:custGeom>
              <a:avLst/>
              <a:gdLst/>
              <a:ahLst/>
              <a:cxnLst/>
              <a:rect l="0" t="0" r="r" b="b"/>
              <a:pathLst>
                <a:path w="3476" h="119499" stroke="0" extrusionOk="0">
                  <a:moveTo>
                    <a:pt x="0" y="119499"/>
                  </a:moveTo>
                  <a:lnTo>
                    <a:pt x="3476" y="119499"/>
                  </a:lnTo>
                  <a:lnTo>
                    <a:pt x="3476" y="0"/>
                  </a:lnTo>
                  <a:lnTo>
                    <a:pt x="0" y="0"/>
                  </a:lnTo>
                  <a:lnTo>
                    <a:pt x="0" y="119499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</p:sp>
        <p:sp>
          <p:nvSpPr>
            <p:cNvPr id="19477" name="Graph element 30"/>
            <p:cNvSpPr/>
            <p:nvPr/>
          </p:nvSpPr>
          <p:spPr>
            <a:xfrm>
              <a:off x="1038992" y="13036"/>
              <a:ext cx="3476" cy="71700"/>
            </a:xfrm>
            <a:custGeom>
              <a:avLst/>
              <a:gdLst/>
              <a:ahLst/>
              <a:cxnLst/>
              <a:rect l="0" t="0" r="r" b="b"/>
              <a:pathLst>
                <a:path w="3476" h="71700" stroke="0" extrusionOk="0">
                  <a:moveTo>
                    <a:pt x="0" y="71700"/>
                  </a:moveTo>
                  <a:lnTo>
                    <a:pt x="3476" y="71700"/>
                  </a:lnTo>
                  <a:lnTo>
                    <a:pt x="3476" y="0"/>
                  </a:lnTo>
                  <a:lnTo>
                    <a:pt x="0" y="0"/>
                  </a:lnTo>
                  <a:lnTo>
                    <a:pt x="0" y="7170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</p:sp>
        <p:sp>
          <p:nvSpPr>
            <p:cNvPr id="19478" name="Graph element 31"/>
            <p:cNvSpPr/>
            <p:nvPr/>
          </p:nvSpPr>
          <p:spPr>
            <a:xfrm>
              <a:off x="1041164" y="1503518"/>
              <a:ext cx="3476" cy="71700"/>
            </a:xfrm>
            <a:custGeom>
              <a:avLst/>
              <a:gdLst/>
              <a:ahLst/>
              <a:cxnLst/>
              <a:rect l="0" t="0" r="r" b="b"/>
              <a:pathLst>
                <a:path w="3476" h="71700" stroke="0" extrusionOk="0">
                  <a:moveTo>
                    <a:pt x="0" y="71700"/>
                  </a:moveTo>
                  <a:lnTo>
                    <a:pt x="3476" y="71700"/>
                  </a:lnTo>
                  <a:lnTo>
                    <a:pt x="3476" y="0"/>
                  </a:lnTo>
                  <a:lnTo>
                    <a:pt x="0" y="0"/>
                  </a:lnTo>
                  <a:lnTo>
                    <a:pt x="0" y="7170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  <p:sp>
          <p:nvSpPr>
            <p:cNvPr id="19479" name="Graph element 32"/>
            <p:cNvSpPr/>
            <p:nvPr/>
          </p:nvSpPr>
          <p:spPr>
            <a:xfrm>
              <a:off x="1039501" y="1375328"/>
              <a:ext cx="5140" cy="125074"/>
            </a:xfrm>
            <a:custGeom>
              <a:avLst/>
              <a:gdLst/>
              <a:ahLst/>
              <a:cxnLst/>
              <a:rect l="0" t="0" r="r" b="b"/>
              <a:pathLst>
                <a:path w="5140" h="125074" stroke="0" extrusionOk="0">
                  <a:moveTo>
                    <a:pt x="0" y="122616"/>
                  </a:moveTo>
                  <a:lnTo>
                    <a:pt x="2458" y="125074"/>
                  </a:lnTo>
                  <a:lnTo>
                    <a:pt x="5140" y="122392"/>
                  </a:lnTo>
                  <a:lnTo>
                    <a:pt x="5140" y="0"/>
                  </a:lnTo>
                  <a:lnTo>
                    <a:pt x="1664" y="0"/>
                  </a:lnTo>
                  <a:lnTo>
                    <a:pt x="1664" y="120952"/>
                  </a:lnTo>
                  <a:lnTo>
                    <a:pt x="0" y="122616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  <p:sp>
          <p:nvSpPr>
            <p:cNvPr id="19480" name="Graph element 33"/>
            <p:cNvSpPr/>
            <p:nvPr/>
          </p:nvSpPr>
          <p:spPr>
            <a:xfrm>
              <a:off x="1037328" y="1247138"/>
              <a:ext cx="7313" cy="127246"/>
            </a:xfrm>
            <a:custGeom>
              <a:avLst/>
              <a:gdLst/>
              <a:ahLst/>
              <a:cxnLst/>
              <a:rect l="0" t="0" r="r" b="b"/>
              <a:pathLst>
                <a:path w="7313" h="127246" stroke="0" extrusionOk="0">
                  <a:moveTo>
                    <a:pt x="0" y="124788"/>
                  </a:moveTo>
                  <a:lnTo>
                    <a:pt x="2458" y="127246"/>
                  </a:lnTo>
                  <a:lnTo>
                    <a:pt x="7313" y="122392"/>
                  </a:lnTo>
                  <a:lnTo>
                    <a:pt x="7313" y="0"/>
                  </a:lnTo>
                  <a:lnTo>
                    <a:pt x="3836" y="0"/>
                  </a:lnTo>
                  <a:lnTo>
                    <a:pt x="3836" y="120952"/>
                  </a:lnTo>
                  <a:lnTo>
                    <a:pt x="0" y="124788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  <p:sp>
          <p:nvSpPr>
            <p:cNvPr id="19481" name="Graph element 34"/>
            <p:cNvSpPr/>
            <p:nvPr/>
          </p:nvSpPr>
          <p:spPr>
            <a:xfrm>
              <a:off x="1034646" y="1241054"/>
              <a:ext cx="5649" cy="5649"/>
            </a:xfrm>
            <a:custGeom>
              <a:avLst/>
              <a:gdLst/>
              <a:ahLst/>
              <a:cxnLst/>
              <a:rect l="0" t="0" r="r" b="b"/>
              <a:pathLst>
                <a:path w="5649" h="5649" stroke="0" extrusionOk="0">
                  <a:moveTo>
                    <a:pt x="0" y="0"/>
                  </a:moveTo>
                  <a:lnTo>
                    <a:pt x="0" y="5649"/>
                  </a:lnTo>
                  <a:lnTo>
                    <a:pt x="5649" y="5649"/>
                  </a:lnTo>
                  <a:lnTo>
                    <a:pt x="564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  <p:sp>
          <p:nvSpPr>
            <p:cNvPr id="19482" name="Graph element 35"/>
            <p:cNvSpPr/>
            <p:nvPr/>
          </p:nvSpPr>
          <p:spPr>
            <a:xfrm>
              <a:off x="1041164" y="1118948"/>
              <a:ext cx="3476" cy="121672"/>
            </a:xfrm>
            <a:custGeom>
              <a:avLst/>
              <a:gdLst/>
              <a:ahLst/>
              <a:cxnLst/>
              <a:rect l="0" t="0" r="r" b="b"/>
              <a:pathLst>
                <a:path w="3476" h="121672" stroke="0" extrusionOk="0">
                  <a:moveTo>
                    <a:pt x="0" y="121672"/>
                  </a:moveTo>
                  <a:lnTo>
                    <a:pt x="3476" y="121672"/>
                  </a:lnTo>
                  <a:lnTo>
                    <a:pt x="3476" y="0"/>
                  </a:lnTo>
                  <a:lnTo>
                    <a:pt x="0" y="0"/>
                  </a:lnTo>
                  <a:lnTo>
                    <a:pt x="0" y="121672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  <p:sp>
          <p:nvSpPr>
            <p:cNvPr id="19483" name="Graph element 36"/>
            <p:cNvSpPr/>
            <p:nvPr/>
          </p:nvSpPr>
          <p:spPr>
            <a:xfrm>
              <a:off x="1034646" y="1112864"/>
              <a:ext cx="5649" cy="5649"/>
            </a:xfrm>
            <a:custGeom>
              <a:avLst/>
              <a:gdLst/>
              <a:ahLst/>
              <a:cxnLst/>
              <a:rect l="0" t="0" r="r" b="b"/>
              <a:pathLst>
                <a:path w="5649" h="5649" stroke="0" extrusionOk="0">
                  <a:moveTo>
                    <a:pt x="0" y="0"/>
                  </a:moveTo>
                  <a:lnTo>
                    <a:pt x="0" y="5649"/>
                  </a:lnTo>
                  <a:lnTo>
                    <a:pt x="5649" y="5649"/>
                  </a:lnTo>
                  <a:lnTo>
                    <a:pt x="564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  <p:sp>
          <p:nvSpPr>
            <p:cNvPr id="19484" name="Graph element 37"/>
            <p:cNvSpPr/>
            <p:nvPr/>
          </p:nvSpPr>
          <p:spPr>
            <a:xfrm>
              <a:off x="1041164" y="990757"/>
              <a:ext cx="3476" cy="121672"/>
            </a:xfrm>
            <a:custGeom>
              <a:avLst/>
              <a:gdLst/>
              <a:ahLst/>
              <a:cxnLst/>
              <a:rect l="0" t="0" r="r" b="b"/>
              <a:pathLst>
                <a:path w="3476" h="121672" stroke="0" extrusionOk="0">
                  <a:moveTo>
                    <a:pt x="0" y="121672"/>
                  </a:moveTo>
                  <a:lnTo>
                    <a:pt x="3476" y="121672"/>
                  </a:lnTo>
                  <a:lnTo>
                    <a:pt x="3476" y="0"/>
                  </a:lnTo>
                  <a:lnTo>
                    <a:pt x="0" y="0"/>
                  </a:lnTo>
                  <a:lnTo>
                    <a:pt x="0" y="121672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  <p:sp>
          <p:nvSpPr>
            <p:cNvPr id="19485" name="Graph element 38"/>
            <p:cNvSpPr/>
            <p:nvPr/>
          </p:nvSpPr>
          <p:spPr>
            <a:xfrm>
              <a:off x="1036819" y="986412"/>
              <a:ext cx="3476" cy="2173"/>
            </a:xfrm>
            <a:custGeom>
              <a:avLst/>
              <a:gdLst/>
              <a:ahLst/>
              <a:cxnLst/>
              <a:rect l="0" t="0" r="r" b="b"/>
              <a:pathLst>
                <a:path w="3476" h="2173" stroke="0" extrusionOk="0">
                  <a:moveTo>
                    <a:pt x="0" y="2173"/>
                  </a:moveTo>
                  <a:lnTo>
                    <a:pt x="3476" y="2173"/>
                  </a:lnTo>
                  <a:lnTo>
                    <a:pt x="3476" y="0"/>
                  </a:lnTo>
                  <a:lnTo>
                    <a:pt x="0" y="0"/>
                  </a:lnTo>
                  <a:lnTo>
                    <a:pt x="0" y="2173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  <p:sp>
          <p:nvSpPr>
            <p:cNvPr id="19486" name="Graph element 39"/>
            <p:cNvSpPr/>
            <p:nvPr/>
          </p:nvSpPr>
          <p:spPr>
            <a:xfrm>
              <a:off x="1039501" y="859166"/>
              <a:ext cx="5140" cy="125074"/>
            </a:xfrm>
            <a:custGeom>
              <a:avLst/>
              <a:gdLst/>
              <a:ahLst/>
              <a:cxnLst/>
              <a:rect l="0" t="0" r="r" b="b"/>
              <a:pathLst>
                <a:path w="5140" h="125074" stroke="0" extrusionOk="0">
                  <a:moveTo>
                    <a:pt x="1664" y="4122"/>
                  </a:moveTo>
                  <a:lnTo>
                    <a:pt x="1664" y="125074"/>
                  </a:lnTo>
                  <a:lnTo>
                    <a:pt x="5140" y="125074"/>
                  </a:lnTo>
                  <a:lnTo>
                    <a:pt x="5140" y="2682"/>
                  </a:lnTo>
                  <a:lnTo>
                    <a:pt x="2458" y="0"/>
                  </a:lnTo>
                  <a:lnTo>
                    <a:pt x="0" y="2458"/>
                  </a:lnTo>
                  <a:lnTo>
                    <a:pt x="1664" y="4122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  <p:sp>
          <p:nvSpPr>
            <p:cNvPr id="19487" name="Graph element 40"/>
            <p:cNvSpPr/>
            <p:nvPr/>
          </p:nvSpPr>
          <p:spPr>
            <a:xfrm>
              <a:off x="1039501" y="730975"/>
              <a:ext cx="5140" cy="125074"/>
            </a:xfrm>
            <a:custGeom>
              <a:avLst/>
              <a:gdLst/>
              <a:ahLst/>
              <a:cxnLst/>
              <a:rect l="0" t="0" r="r" b="b"/>
              <a:pathLst>
                <a:path w="5140" h="125074" stroke="0" extrusionOk="0">
                  <a:moveTo>
                    <a:pt x="1664" y="4122"/>
                  </a:moveTo>
                  <a:lnTo>
                    <a:pt x="1664" y="125074"/>
                  </a:lnTo>
                  <a:lnTo>
                    <a:pt x="5140" y="125074"/>
                  </a:lnTo>
                  <a:lnTo>
                    <a:pt x="5140" y="2682"/>
                  </a:lnTo>
                  <a:lnTo>
                    <a:pt x="2458" y="0"/>
                  </a:lnTo>
                  <a:lnTo>
                    <a:pt x="0" y="2458"/>
                  </a:lnTo>
                  <a:lnTo>
                    <a:pt x="1664" y="4122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  <p:sp>
          <p:nvSpPr>
            <p:cNvPr id="19488" name="Graph element 41"/>
            <p:cNvSpPr/>
            <p:nvPr/>
          </p:nvSpPr>
          <p:spPr>
            <a:xfrm>
              <a:off x="1039501" y="602785"/>
              <a:ext cx="5140" cy="125074"/>
            </a:xfrm>
            <a:custGeom>
              <a:avLst/>
              <a:gdLst/>
              <a:ahLst/>
              <a:cxnLst/>
              <a:rect l="0" t="0" r="r" b="b"/>
              <a:pathLst>
                <a:path w="5140" h="125074" stroke="0" extrusionOk="0">
                  <a:moveTo>
                    <a:pt x="1664" y="4122"/>
                  </a:moveTo>
                  <a:lnTo>
                    <a:pt x="1664" y="125074"/>
                  </a:lnTo>
                  <a:lnTo>
                    <a:pt x="5140" y="125074"/>
                  </a:lnTo>
                  <a:lnTo>
                    <a:pt x="5140" y="2682"/>
                  </a:lnTo>
                  <a:lnTo>
                    <a:pt x="2458" y="0"/>
                  </a:lnTo>
                  <a:lnTo>
                    <a:pt x="0" y="2458"/>
                  </a:lnTo>
                  <a:lnTo>
                    <a:pt x="1664" y="4122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  <p:sp>
          <p:nvSpPr>
            <p:cNvPr id="19489" name="Graph element 42"/>
            <p:cNvSpPr/>
            <p:nvPr/>
          </p:nvSpPr>
          <p:spPr>
            <a:xfrm>
              <a:off x="1039501" y="474595"/>
              <a:ext cx="5140" cy="125074"/>
            </a:xfrm>
            <a:custGeom>
              <a:avLst/>
              <a:gdLst/>
              <a:ahLst/>
              <a:cxnLst/>
              <a:rect l="0" t="0" r="r" b="b"/>
              <a:pathLst>
                <a:path w="5140" h="125074" stroke="0" extrusionOk="0">
                  <a:moveTo>
                    <a:pt x="1664" y="4122"/>
                  </a:moveTo>
                  <a:lnTo>
                    <a:pt x="1664" y="125074"/>
                  </a:lnTo>
                  <a:lnTo>
                    <a:pt x="5140" y="125074"/>
                  </a:lnTo>
                  <a:lnTo>
                    <a:pt x="5140" y="2682"/>
                  </a:lnTo>
                  <a:lnTo>
                    <a:pt x="2458" y="0"/>
                  </a:lnTo>
                  <a:lnTo>
                    <a:pt x="0" y="2458"/>
                  </a:lnTo>
                  <a:lnTo>
                    <a:pt x="1664" y="4122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  <p:sp>
          <p:nvSpPr>
            <p:cNvPr id="19490" name="Graph element 43"/>
            <p:cNvSpPr/>
            <p:nvPr/>
          </p:nvSpPr>
          <p:spPr>
            <a:xfrm>
              <a:off x="1041164" y="349807"/>
              <a:ext cx="3476" cy="121672"/>
            </a:xfrm>
            <a:custGeom>
              <a:avLst/>
              <a:gdLst/>
              <a:ahLst/>
              <a:cxnLst/>
              <a:rect l="0" t="0" r="r" b="b"/>
              <a:pathLst>
                <a:path w="3476" h="121672" stroke="0" extrusionOk="0">
                  <a:moveTo>
                    <a:pt x="0" y="121672"/>
                  </a:moveTo>
                  <a:lnTo>
                    <a:pt x="3476" y="121672"/>
                  </a:lnTo>
                  <a:lnTo>
                    <a:pt x="3476" y="0"/>
                  </a:lnTo>
                  <a:lnTo>
                    <a:pt x="0" y="0"/>
                  </a:lnTo>
                  <a:lnTo>
                    <a:pt x="0" y="121672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  <p:sp>
          <p:nvSpPr>
            <p:cNvPr id="19491" name="Graph element 44"/>
            <p:cNvSpPr/>
            <p:nvPr/>
          </p:nvSpPr>
          <p:spPr>
            <a:xfrm>
              <a:off x="1041164" y="221617"/>
              <a:ext cx="3476" cy="121672"/>
            </a:xfrm>
            <a:custGeom>
              <a:avLst/>
              <a:gdLst/>
              <a:ahLst/>
              <a:cxnLst/>
              <a:rect l="0" t="0" r="r" b="b"/>
              <a:pathLst>
                <a:path w="3476" h="121672" stroke="0" extrusionOk="0">
                  <a:moveTo>
                    <a:pt x="0" y="121672"/>
                  </a:moveTo>
                  <a:lnTo>
                    <a:pt x="3476" y="121672"/>
                  </a:lnTo>
                  <a:lnTo>
                    <a:pt x="3476" y="0"/>
                  </a:lnTo>
                  <a:lnTo>
                    <a:pt x="0" y="0"/>
                  </a:lnTo>
                  <a:lnTo>
                    <a:pt x="0" y="121672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  <p:sp>
          <p:nvSpPr>
            <p:cNvPr id="19492" name="Graph element 45"/>
            <p:cNvSpPr/>
            <p:nvPr/>
          </p:nvSpPr>
          <p:spPr>
            <a:xfrm>
              <a:off x="1041164" y="93427"/>
              <a:ext cx="3476" cy="119499"/>
            </a:xfrm>
            <a:custGeom>
              <a:avLst/>
              <a:gdLst/>
              <a:ahLst/>
              <a:cxnLst/>
              <a:rect l="0" t="0" r="r" b="b"/>
              <a:pathLst>
                <a:path w="3476" h="119499" stroke="0" extrusionOk="0">
                  <a:moveTo>
                    <a:pt x="0" y="119499"/>
                  </a:moveTo>
                  <a:lnTo>
                    <a:pt x="3476" y="119499"/>
                  </a:lnTo>
                  <a:lnTo>
                    <a:pt x="3476" y="0"/>
                  </a:lnTo>
                  <a:lnTo>
                    <a:pt x="0" y="0"/>
                  </a:lnTo>
                  <a:lnTo>
                    <a:pt x="0" y="119499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  <p:sp>
          <p:nvSpPr>
            <p:cNvPr id="19493" name="Graph element 46"/>
            <p:cNvSpPr/>
            <p:nvPr/>
          </p:nvSpPr>
          <p:spPr>
            <a:xfrm>
              <a:off x="1041164" y="13036"/>
              <a:ext cx="3476" cy="71700"/>
            </a:xfrm>
            <a:custGeom>
              <a:avLst/>
              <a:gdLst/>
              <a:ahLst/>
              <a:cxnLst/>
              <a:rect l="0" t="0" r="r" b="b"/>
              <a:pathLst>
                <a:path w="3476" h="71700" stroke="0" extrusionOk="0">
                  <a:moveTo>
                    <a:pt x="0" y="71700"/>
                  </a:moveTo>
                  <a:lnTo>
                    <a:pt x="3476" y="71700"/>
                  </a:lnTo>
                  <a:lnTo>
                    <a:pt x="3476" y="0"/>
                  </a:lnTo>
                  <a:lnTo>
                    <a:pt x="0" y="0"/>
                  </a:lnTo>
                  <a:lnTo>
                    <a:pt x="0" y="7170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  <p:sp>
          <p:nvSpPr>
            <p:cNvPr id="19494" name="Graph element 47"/>
            <p:cNvSpPr/>
            <p:nvPr/>
          </p:nvSpPr>
          <p:spPr>
            <a:xfrm>
              <a:off x="1041164" y="1242792"/>
              <a:ext cx="3476" cy="2173"/>
            </a:xfrm>
            <a:custGeom>
              <a:avLst/>
              <a:gdLst/>
              <a:ahLst/>
              <a:cxnLst/>
              <a:rect l="0" t="0" r="r" b="b"/>
              <a:pathLst>
                <a:path w="3476" h="2173" stroke="0" extrusionOk="0">
                  <a:moveTo>
                    <a:pt x="0" y="2173"/>
                  </a:moveTo>
                  <a:lnTo>
                    <a:pt x="3476" y="2173"/>
                  </a:lnTo>
                  <a:lnTo>
                    <a:pt x="3476" y="0"/>
                  </a:lnTo>
                  <a:lnTo>
                    <a:pt x="0" y="0"/>
                  </a:lnTo>
                  <a:lnTo>
                    <a:pt x="0" y="2173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</p:sp>
        <p:sp>
          <p:nvSpPr>
            <p:cNvPr id="19495" name="Graph element 48"/>
            <p:cNvSpPr/>
            <p:nvPr/>
          </p:nvSpPr>
          <p:spPr>
            <a:xfrm>
              <a:off x="1041164" y="1114602"/>
              <a:ext cx="3476" cy="2173"/>
            </a:xfrm>
            <a:custGeom>
              <a:avLst/>
              <a:gdLst/>
              <a:ahLst/>
              <a:cxnLst/>
              <a:rect l="0" t="0" r="r" b="b"/>
              <a:pathLst>
                <a:path w="3476" h="2173" stroke="0" extrusionOk="0">
                  <a:moveTo>
                    <a:pt x="0" y="2173"/>
                  </a:moveTo>
                  <a:lnTo>
                    <a:pt x="3476" y="2173"/>
                  </a:lnTo>
                  <a:lnTo>
                    <a:pt x="3476" y="0"/>
                  </a:lnTo>
                  <a:lnTo>
                    <a:pt x="0" y="0"/>
                  </a:lnTo>
                  <a:lnTo>
                    <a:pt x="0" y="2173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</p:sp>
        <p:sp>
          <p:nvSpPr>
            <p:cNvPr id="19496" name="Graph element 49"/>
            <p:cNvSpPr/>
            <p:nvPr/>
          </p:nvSpPr>
          <p:spPr>
            <a:xfrm>
              <a:off x="1041164" y="986412"/>
              <a:ext cx="3476" cy="2173"/>
            </a:xfrm>
            <a:custGeom>
              <a:avLst/>
              <a:gdLst/>
              <a:ahLst/>
              <a:cxnLst/>
              <a:rect l="0" t="0" r="r" b="b"/>
              <a:pathLst>
                <a:path w="3476" h="2173" stroke="0" extrusionOk="0">
                  <a:moveTo>
                    <a:pt x="0" y="2173"/>
                  </a:moveTo>
                  <a:lnTo>
                    <a:pt x="3476" y="2173"/>
                  </a:lnTo>
                  <a:lnTo>
                    <a:pt x="3476" y="0"/>
                  </a:lnTo>
                  <a:lnTo>
                    <a:pt x="0" y="0"/>
                  </a:lnTo>
                  <a:lnTo>
                    <a:pt x="0" y="2173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</p:sp>
        <p:sp>
          <p:nvSpPr>
            <p:cNvPr id="19497" name="Graph element 50"/>
            <p:cNvSpPr/>
            <p:nvPr/>
          </p:nvSpPr>
          <p:spPr>
            <a:xfrm>
              <a:off x="1038992" y="1242792"/>
              <a:ext cx="3476" cy="2173"/>
            </a:xfrm>
            <a:custGeom>
              <a:avLst/>
              <a:gdLst/>
              <a:ahLst/>
              <a:cxnLst/>
              <a:rect l="0" t="0" r="r" b="b"/>
              <a:pathLst>
                <a:path w="3476" h="2173" stroke="0" extrusionOk="0">
                  <a:moveTo>
                    <a:pt x="0" y="2173"/>
                  </a:moveTo>
                  <a:lnTo>
                    <a:pt x="3476" y="2173"/>
                  </a:lnTo>
                  <a:lnTo>
                    <a:pt x="3476" y="0"/>
                  </a:lnTo>
                  <a:lnTo>
                    <a:pt x="0" y="0"/>
                  </a:lnTo>
                  <a:lnTo>
                    <a:pt x="0" y="2173"/>
                  </a:lnTo>
                  <a:close/>
                </a:path>
              </a:pathLst>
            </a:custGeom>
            <a:solidFill>
              <a:srgbClr val="1F1F1F"/>
            </a:solidFill>
            <a:ln>
              <a:noFill/>
            </a:ln>
          </p:spPr>
        </p:sp>
        <p:sp>
          <p:nvSpPr>
            <p:cNvPr id="19498" name="Graph element 51"/>
            <p:cNvSpPr/>
            <p:nvPr/>
          </p:nvSpPr>
          <p:spPr>
            <a:xfrm>
              <a:off x="1038992" y="1114602"/>
              <a:ext cx="3476" cy="2173"/>
            </a:xfrm>
            <a:custGeom>
              <a:avLst/>
              <a:gdLst/>
              <a:ahLst/>
              <a:cxnLst/>
              <a:rect l="0" t="0" r="r" b="b"/>
              <a:pathLst>
                <a:path w="3476" h="2173" stroke="0" extrusionOk="0">
                  <a:moveTo>
                    <a:pt x="0" y="2173"/>
                  </a:moveTo>
                  <a:lnTo>
                    <a:pt x="3476" y="2173"/>
                  </a:lnTo>
                  <a:lnTo>
                    <a:pt x="3476" y="0"/>
                  </a:lnTo>
                  <a:lnTo>
                    <a:pt x="0" y="0"/>
                  </a:lnTo>
                  <a:lnTo>
                    <a:pt x="0" y="2173"/>
                  </a:lnTo>
                  <a:close/>
                </a:path>
              </a:pathLst>
            </a:custGeom>
            <a:solidFill>
              <a:srgbClr val="1F1F1F"/>
            </a:solidFill>
            <a:ln>
              <a:noFill/>
            </a:ln>
          </p:spPr>
        </p:sp>
        <p:sp>
          <p:nvSpPr>
            <p:cNvPr id="19499" name="Graph element 52"/>
            <p:cNvSpPr/>
            <p:nvPr/>
          </p:nvSpPr>
          <p:spPr>
            <a:xfrm>
              <a:off x="1038992" y="986412"/>
              <a:ext cx="3476" cy="2173"/>
            </a:xfrm>
            <a:custGeom>
              <a:avLst/>
              <a:gdLst/>
              <a:ahLst/>
              <a:cxnLst/>
              <a:rect l="0" t="0" r="r" b="b"/>
              <a:pathLst>
                <a:path w="3476" h="2173" stroke="0" extrusionOk="0">
                  <a:moveTo>
                    <a:pt x="0" y="2173"/>
                  </a:moveTo>
                  <a:lnTo>
                    <a:pt x="3476" y="2173"/>
                  </a:lnTo>
                  <a:lnTo>
                    <a:pt x="3476" y="0"/>
                  </a:lnTo>
                  <a:lnTo>
                    <a:pt x="0" y="0"/>
                  </a:lnTo>
                  <a:lnTo>
                    <a:pt x="0" y="2173"/>
                  </a:lnTo>
                  <a:close/>
                </a:path>
              </a:pathLst>
            </a:custGeom>
            <a:solidFill>
              <a:srgbClr val="1F1F1F"/>
            </a:solidFill>
            <a:ln>
              <a:noFill/>
            </a:ln>
          </p:spPr>
        </p:sp>
        <p:sp>
          <p:nvSpPr>
            <p:cNvPr id="19500" name="Graph element 53"/>
            <p:cNvSpPr/>
            <p:nvPr/>
          </p:nvSpPr>
          <p:spPr>
            <a:xfrm>
              <a:off x="1042903" y="1575652"/>
              <a:ext cx="1514381" cy="8256"/>
            </a:xfrm>
            <a:custGeom>
              <a:avLst/>
              <a:gdLst/>
              <a:ahLst/>
              <a:cxnLst/>
              <a:rect l="0" t="0" r="r" b="b"/>
              <a:pathLst>
                <a:path w="1514381" h="8256" stroke="0" extrusionOk="0">
                  <a:moveTo>
                    <a:pt x="0" y="3476"/>
                  </a:moveTo>
                  <a:lnTo>
                    <a:pt x="557667" y="3476"/>
                  </a:lnTo>
                  <a:lnTo>
                    <a:pt x="558822" y="4631"/>
                  </a:lnTo>
                  <a:lnTo>
                    <a:pt x="558822" y="8256"/>
                  </a:lnTo>
                  <a:lnTo>
                    <a:pt x="562298" y="8256"/>
                  </a:lnTo>
                  <a:lnTo>
                    <a:pt x="562298" y="4631"/>
                  </a:lnTo>
                  <a:lnTo>
                    <a:pt x="563453" y="3476"/>
                  </a:lnTo>
                  <a:lnTo>
                    <a:pt x="1514381" y="3476"/>
                  </a:lnTo>
                  <a:lnTo>
                    <a:pt x="1514381" y="0"/>
                  </a:lnTo>
                  <a:lnTo>
                    <a:pt x="0" y="347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19501" name="Graph element 54"/>
            <p:cNvSpPr/>
            <p:nvPr/>
          </p:nvSpPr>
          <p:spPr>
            <a:xfrm>
              <a:off x="1036384" y="728294"/>
              <a:ext cx="4345" cy="3476"/>
            </a:xfrm>
            <a:custGeom>
              <a:avLst/>
              <a:gdLst/>
              <a:ahLst/>
              <a:cxnLst/>
              <a:rect l="0" t="0" r="r" b="b"/>
              <a:pathLst>
                <a:path w="4345" h="3476" stroke="0" extrusionOk="0">
                  <a:moveTo>
                    <a:pt x="4345" y="3476"/>
                  </a:moveTo>
                  <a:lnTo>
                    <a:pt x="4345" y="0"/>
                  </a:lnTo>
                  <a:lnTo>
                    <a:pt x="0" y="0"/>
                  </a:lnTo>
                  <a:lnTo>
                    <a:pt x="0" y="3476"/>
                  </a:lnTo>
                  <a:lnTo>
                    <a:pt x="4345" y="347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19502" name="Graph element 55"/>
            <p:cNvSpPr/>
            <p:nvPr/>
          </p:nvSpPr>
          <p:spPr>
            <a:xfrm>
              <a:off x="1036384" y="600104"/>
              <a:ext cx="4345" cy="3476"/>
            </a:xfrm>
            <a:custGeom>
              <a:avLst/>
              <a:gdLst/>
              <a:ahLst/>
              <a:cxnLst/>
              <a:rect l="0" t="0" r="r" b="b"/>
              <a:pathLst>
                <a:path w="4345" h="3476" stroke="0" extrusionOk="0">
                  <a:moveTo>
                    <a:pt x="4345" y="3476"/>
                  </a:moveTo>
                  <a:lnTo>
                    <a:pt x="4345" y="0"/>
                  </a:lnTo>
                  <a:lnTo>
                    <a:pt x="0" y="0"/>
                  </a:lnTo>
                  <a:lnTo>
                    <a:pt x="0" y="3476"/>
                  </a:lnTo>
                  <a:lnTo>
                    <a:pt x="4345" y="347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19503" name="Graph element 56"/>
            <p:cNvSpPr/>
            <p:nvPr/>
          </p:nvSpPr>
          <p:spPr>
            <a:xfrm>
              <a:off x="1036384" y="343723"/>
              <a:ext cx="4345" cy="3476"/>
            </a:xfrm>
            <a:custGeom>
              <a:avLst/>
              <a:gdLst/>
              <a:ahLst/>
              <a:cxnLst/>
              <a:rect l="0" t="0" r="r" b="b"/>
              <a:pathLst>
                <a:path w="4345" h="3476" stroke="0" extrusionOk="0">
                  <a:moveTo>
                    <a:pt x="4345" y="3476"/>
                  </a:moveTo>
                  <a:lnTo>
                    <a:pt x="4345" y="0"/>
                  </a:lnTo>
                  <a:lnTo>
                    <a:pt x="0" y="0"/>
                  </a:lnTo>
                  <a:lnTo>
                    <a:pt x="0" y="3476"/>
                  </a:lnTo>
                  <a:lnTo>
                    <a:pt x="4345" y="347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19504" name="Graph element 57"/>
            <p:cNvSpPr/>
            <p:nvPr/>
          </p:nvSpPr>
          <p:spPr>
            <a:xfrm>
              <a:off x="1038557" y="215533"/>
              <a:ext cx="2173" cy="3476"/>
            </a:xfrm>
            <a:custGeom>
              <a:avLst/>
              <a:gdLst/>
              <a:ahLst/>
              <a:cxnLst/>
              <a:rect l="0" t="0" r="r" b="b"/>
              <a:pathLst>
                <a:path w="2173" h="3476" stroke="0" extrusionOk="0">
                  <a:moveTo>
                    <a:pt x="2173" y="3476"/>
                  </a:moveTo>
                  <a:lnTo>
                    <a:pt x="2173" y="0"/>
                  </a:lnTo>
                  <a:lnTo>
                    <a:pt x="0" y="0"/>
                  </a:lnTo>
                  <a:lnTo>
                    <a:pt x="0" y="3476"/>
                  </a:lnTo>
                  <a:lnTo>
                    <a:pt x="2173" y="347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19505" name="Text: Phenylalanine metabolism"/>
            <p:cNvSpPr/>
            <p:nvPr/>
          </p:nvSpPr>
          <p:spPr>
            <a:xfrm>
              <a:off x="471479" y="66285"/>
              <a:ext cx="568844" cy="63562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71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Phenylalanine metabolism</a:t>
              </a:r>
            </a:p>
          </p:txBody>
        </p:sp>
        <p:sp>
          <p:nvSpPr>
            <p:cNvPr id="19506" name="Text: Biosynthesis of amino acids"/>
            <p:cNvSpPr/>
            <p:nvPr/>
          </p:nvSpPr>
          <p:spPr>
            <a:xfrm>
              <a:off x="438888" y="194917"/>
              <a:ext cx="600653" cy="63940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73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Biosynthesis of amino acids</a:t>
              </a:r>
            </a:p>
          </p:txBody>
        </p:sp>
        <p:sp>
          <p:nvSpPr>
            <p:cNvPr id="19507" name="Text: Citrate cycle (TCA cycle)"/>
            <p:cNvSpPr/>
            <p:nvPr/>
          </p:nvSpPr>
          <p:spPr>
            <a:xfrm>
              <a:off x="501897" y="323335"/>
              <a:ext cx="534080" cy="64050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74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Citrate cycle (TCA cycle)</a:t>
              </a:r>
            </a:p>
          </p:txBody>
        </p:sp>
        <p:sp>
          <p:nvSpPr>
            <p:cNvPr id="19508" name="Text: Cysteine and methionine metabolism"/>
            <p:cNvSpPr/>
            <p:nvPr/>
          </p:nvSpPr>
          <p:spPr>
            <a:xfrm>
              <a:off x="241171" y="453449"/>
              <a:ext cx="794636" cy="64208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74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Cysteine and methionine metabolism</a:t>
              </a:r>
            </a:p>
          </p:txBody>
        </p:sp>
        <p:sp>
          <p:nvSpPr>
            <p:cNvPr id="19509" name="Text: Arginine biosynthesis"/>
            <p:cNvSpPr/>
            <p:nvPr/>
          </p:nvSpPr>
          <p:spPr>
            <a:xfrm>
              <a:off x="573834" y="581162"/>
              <a:ext cx="462550" cy="64216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7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Arginine biosynthesis</a:t>
              </a:r>
            </a:p>
          </p:txBody>
        </p:sp>
        <p:sp>
          <p:nvSpPr>
            <p:cNvPr id="19510" name="Text: Glucagon signaling pathway"/>
            <p:cNvSpPr/>
            <p:nvPr/>
          </p:nvSpPr>
          <p:spPr>
            <a:xfrm>
              <a:off x="430197" y="709844"/>
              <a:ext cx="608733" cy="64009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73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Glucagon signaling pathway</a:t>
              </a:r>
            </a:p>
          </p:txBody>
        </p:sp>
        <p:sp>
          <p:nvSpPr>
            <p:cNvPr id="19511" name="Text: Tryptophan metabolism"/>
            <p:cNvSpPr/>
            <p:nvPr/>
          </p:nvSpPr>
          <p:spPr>
            <a:xfrm>
              <a:off x="530142" y="837588"/>
              <a:ext cx="508551" cy="63679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71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Tryptophan metabolism</a:t>
              </a:r>
            </a:p>
          </p:txBody>
        </p:sp>
        <p:sp>
          <p:nvSpPr>
            <p:cNvPr id="19512" name="Text: Alanine, aspartate and glutamate metabolism"/>
            <p:cNvSpPr/>
            <p:nvPr/>
          </p:nvSpPr>
          <p:spPr>
            <a:xfrm>
              <a:off x="63247" y="965714"/>
              <a:ext cx="970015" cy="64435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76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Alanine, aspartate and glutamate metabolism</a:t>
              </a:r>
            </a:p>
          </p:txBody>
        </p:sp>
        <p:sp>
          <p:nvSpPr>
            <p:cNvPr id="19513" name="Text: Antineoplastics – alkylating agents"/>
            <p:cNvSpPr/>
            <p:nvPr/>
          </p:nvSpPr>
          <p:spPr>
            <a:xfrm>
              <a:off x="293555" y="1093902"/>
              <a:ext cx="741540" cy="64457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76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Antineoplastics – alkylating agents</a:t>
              </a:r>
            </a:p>
          </p:txBody>
        </p:sp>
        <p:sp>
          <p:nvSpPr>
            <p:cNvPr id="19514" name="Text: NOD-like receptor signaling pathway"/>
            <p:cNvSpPr/>
            <p:nvPr/>
          </p:nvSpPr>
          <p:spPr>
            <a:xfrm>
              <a:off x="243344" y="1222537"/>
              <a:ext cx="790868" cy="64880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78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NOD-like receptor signaling pathway</a:t>
              </a:r>
            </a:p>
          </p:txBody>
        </p:sp>
        <p:sp>
          <p:nvSpPr>
            <p:cNvPr id="19515" name="Text: Ascorbate and aldarate metabolism"/>
            <p:cNvSpPr/>
            <p:nvPr/>
          </p:nvSpPr>
          <p:spPr>
            <a:xfrm>
              <a:off x="273999" y="1350311"/>
              <a:ext cx="762758" cy="64125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74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Ascorbate and aldarate metabolism</a:t>
              </a:r>
            </a:p>
          </p:txBody>
        </p:sp>
        <p:sp>
          <p:nvSpPr>
            <p:cNvPr id="19516" name="Text: Glyoxylate and dicarboxylate metabolism"/>
            <p:cNvSpPr/>
            <p:nvPr/>
          </p:nvSpPr>
          <p:spPr>
            <a:xfrm>
              <a:off x="160781" y="1478993"/>
              <a:ext cx="879610" cy="63908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73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Glyoxylate and dicarboxylate metabolism</a:t>
              </a:r>
            </a:p>
          </p:txBody>
        </p:sp>
        <p:sp>
          <p:nvSpPr>
            <p:cNvPr id="19517" name="Text: 2"/>
            <p:cNvSpPr/>
            <p:nvPr/>
          </p:nvSpPr>
          <p:spPr>
            <a:xfrm>
              <a:off x="2085805" y="1597871"/>
              <a:ext cx="37445" cy="65637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83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19518" name="Text: 0"/>
            <p:cNvSpPr/>
            <p:nvPr/>
          </p:nvSpPr>
          <p:spPr>
            <a:xfrm>
              <a:off x="1099393" y="1597949"/>
              <a:ext cx="37445" cy="64732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78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19519" name="Text: 1"/>
            <p:cNvSpPr/>
            <p:nvPr/>
          </p:nvSpPr>
          <p:spPr>
            <a:xfrm>
              <a:off x="1594772" y="1597871"/>
              <a:ext cx="37445" cy="65637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83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19520" name="Text: −Log10(p-value)"/>
            <p:cNvSpPr/>
            <p:nvPr/>
          </p:nvSpPr>
          <p:spPr>
            <a:xfrm>
              <a:off x="1616499" y="1647907"/>
              <a:ext cx="414988" cy="74633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43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−Log10(p-value)</a:t>
              </a:r>
            </a:p>
          </p:txBody>
        </p: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40642711-FDCD-84E9-A0BB-F8F72738A823}"/>
              </a:ext>
            </a:extLst>
          </p:cNvPr>
          <p:cNvSpPr txBox="1"/>
          <p:nvPr/>
        </p:nvSpPr>
        <p:spPr>
          <a:xfrm>
            <a:off x="114298" y="2489565"/>
            <a:ext cx="718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C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7511AB1C-14C4-CD01-7B02-1F86C49A62F3}"/>
              </a:ext>
            </a:extLst>
          </p:cNvPr>
          <p:cNvSpPr txBox="1"/>
          <p:nvPr/>
        </p:nvSpPr>
        <p:spPr>
          <a:xfrm>
            <a:off x="2673235" y="2489565"/>
            <a:ext cx="718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D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AAE729E8-B280-35A1-6FF6-5B0D29A8BF5D}"/>
              </a:ext>
            </a:extLst>
          </p:cNvPr>
          <p:cNvSpPr txBox="1"/>
          <p:nvPr/>
        </p:nvSpPr>
        <p:spPr>
          <a:xfrm>
            <a:off x="4915845" y="2489565"/>
            <a:ext cx="718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E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0" name="图片 79 — editable">
            <a:extLst>
              <a:ext uri="{FF2B5EF4-FFF2-40B4-BE49-F238E27FC236}">
                <a16:creationId xmlns:a16="http://schemas.microsoft.com/office/drawing/2014/main" id="{7367AB07-A100-2B5A-588A-C173534BC382}"/>
              </a:ext>
            </a:extLst>
          </p:cNvPr>
          <p:cNvGrpSpPr/>
          <p:nvPr/>
        </p:nvGrpSpPr>
        <p:grpSpPr>
          <a:xfrm>
            <a:off x="2874472" y="4675543"/>
            <a:ext cx="1998016" cy="1842730"/>
            <a:chOff x="0" y="0"/>
            <a:chExt cx="1998016" cy="1842730"/>
          </a:xfrm>
        </p:grpSpPr>
        <p:sp>
          <p:nvSpPr>
            <p:cNvPr id="19521" name="Panel background"/>
            <p:cNvSpPr/>
            <p:nvPr/>
          </p:nvSpPr>
          <p:spPr>
            <a:xfrm>
              <a:off x="0" y="0"/>
              <a:ext cx="1998016" cy="184273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522" name="Graph element 1"/>
            <p:cNvSpPr/>
            <p:nvPr/>
          </p:nvSpPr>
          <p:spPr>
            <a:xfrm>
              <a:off x="236725" y="1608075"/>
              <a:ext cx="2761" cy="3451"/>
            </a:xfrm>
            <a:custGeom>
              <a:avLst/>
              <a:gdLst/>
              <a:ahLst/>
              <a:cxnLst/>
              <a:rect l="0" t="0" r="r" b="b"/>
              <a:pathLst>
                <a:path w="2761" h="3451" stroke="0" extrusionOk="0">
                  <a:moveTo>
                    <a:pt x="0" y="3451"/>
                  </a:moveTo>
                  <a:lnTo>
                    <a:pt x="2761" y="3451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345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</p:sp>
        <p:sp>
          <p:nvSpPr>
            <p:cNvPr id="19523" name="Graph element 2"/>
            <p:cNvSpPr/>
            <p:nvPr/>
          </p:nvSpPr>
          <p:spPr>
            <a:xfrm>
              <a:off x="1164992" y="1480395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</p:sp>
        <p:sp>
          <p:nvSpPr>
            <p:cNvPr id="19524" name="Graph element 3"/>
            <p:cNvSpPr/>
            <p:nvPr/>
          </p:nvSpPr>
          <p:spPr>
            <a:xfrm>
              <a:off x="1159816" y="1292326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</p:sp>
        <p:sp>
          <p:nvSpPr>
            <p:cNvPr id="19525" name="Graph element 4"/>
            <p:cNvSpPr/>
            <p:nvPr/>
          </p:nvSpPr>
          <p:spPr>
            <a:xfrm>
              <a:off x="1194728" y="1253392"/>
              <a:ext cx="12304" cy="12304"/>
            </a:xfrm>
            <a:custGeom>
              <a:avLst/>
              <a:gdLst/>
              <a:ahLst/>
              <a:cxnLst/>
              <a:rect l="0" t="0" r="r" b="b"/>
              <a:pathLst>
                <a:path w="12304" h="12304" stroke="0" extrusionOk="0">
                  <a:moveTo>
                    <a:pt x="10352" y="12304"/>
                  </a:moveTo>
                  <a:lnTo>
                    <a:pt x="12304" y="10352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0352" y="12304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</p:sp>
        <p:sp>
          <p:nvSpPr>
            <p:cNvPr id="19526" name="Graph element 5"/>
            <p:cNvSpPr/>
            <p:nvPr/>
          </p:nvSpPr>
          <p:spPr>
            <a:xfrm>
              <a:off x="1156769" y="1201629"/>
              <a:ext cx="14030" cy="14030"/>
            </a:xfrm>
            <a:custGeom>
              <a:avLst/>
              <a:gdLst/>
              <a:ahLst/>
              <a:cxnLst/>
              <a:rect l="0" t="0" r="r" b="b"/>
              <a:pathLst>
                <a:path w="14030" h="14030" stroke="0" extrusionOk="0">
                  <a:moveTo>
                    <a:pt x="12078" y="14030"/>
                  </a:moveTo>
                  <a:lnTo>
                    <a:pt x="14030" y="12078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2078" y="1403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</p:sp>
        <p:sp>
          <p:nvSpPr>
            <p:cNvPr id="19527" name="Graph element 6"/>
            <p:cNvSpPr/>
            <p:nvPr/>
          </p:nvSpPr>
          <p:spPr>
            <a:xfrm>
              <a:off x="1136064" y="1193002"/>
              <a:ext cx="14030" cy="14030"/>
            </a:xfrm>
            <a:custGeom>
              <a:avLst/>
              <a:gdLst/>
              <a:ahLst/>
              <a:cxnLst/>
              <a:rect l="0" t="0" r="r" b="b"/>
              <a:pathLst>
                <a:path w="14030" h="14030" stroke="0" extrusionOk="0">
                  <a:moveTo>
                    <a:pt x="12078" y="14030"/>
                  </a:moveTo>
                  <a:lnTo>
                    <a:pt x="14030" y="12078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2078" y="1403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</p:sp>
        <p:sp>
          <p:nvSpPr>
            <p:cNvPr id="19528" name="Graph element 7"/>
            <p:cNvSpPr/>
            <p:nvPr/>
          </p:nvSpPr>
          <p:spPr>
            <a:xfrm>
              <a:off x="1099831" y="1142966"/>
              <a:ext cx="14030" cy="14030"/>
            </a:xfrm>
            <a:custGeom>
              <a:avLst/>
              <a:gdLst/>
              <a:ahLst/>
              <a:cxnLst/>
              <a:rect l="0" t="0" r="r" b="b"/>
              <a:pathLst>
                <a:path w="14030" h="14030" stroke="0" extrusionOk="0">
                  <a:moveTo>
                    <a:pt x="12078" y="14030"/>
                  </a:moveTo>
                  <a:lnTo>
                    <a:pt x="14030" y="12078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2078" y="1403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</p:sp>
        <p:sp>
          <p:nvSpPr>
            <p:cNvPr id="19529" name="Graph element 8"/>
            <p:cNvSpPr/>
            <p:nvPr/>
          </p:nvSpPr>
          <p:spPr>
            <a:xfrm>
              <a:off x="1079126" y="1134339"/>
              <a:ext cx="14030" cy="14030"/>
            </a:xfrm>
            <a:custGeom>
              <a:avLst/>
              <a:gdLst/>
              <a:ahLst/>
              <a:cxnLst/>
              <a:rect l="0" t="0" r="r" b="b"/>
              <a:pathLst>
                <a:path w="14030" h="14030" stroke="0" extrusionOk="0">
                  <a:moveTo>
                    <a:pt x="12078" y="14030"/>
                  </a:moveTo>
                  <a:lnTo>
                    <a:pt x="14030" y="12078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2078" y="1403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</p:sp>
        <p:sp>
          <p:nvSpPr>
            <p:cNvPr id="19530" name="Graph element 9"/>
            <p:cNvSpPr/>
            <p:nvPr/>
          </p:nvSpPr>
          <p:spPr>
            <a:xfrm>
              <a:off x="1041167" y="1082577"/>
              <a:ext cx="14030" cy="14030"/>
            </a:xfrm>
            <a:custGeom>
              <a:avLst/>
              <a:gdLst/>
              <a:ahLst/>
              <a:cxnLst/>
              <a:rect l="0" t="0" r="r" b="b"/>
              <a:pathLst>
                <a:path w="14030" h="14030" stroke="0" extrusionOk="0">
                  <a:moveTo>
                    <a:pt x="12078" y="14030"/>
                  </a:moveTo>
                  <a:lnTo>
                    <a:pt x="14030" y="12078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2078" y="1403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</p:sp>
        <p:sp>
          <p:nvSpPr>
            <p:cNvPr id="19531" name="Graph element 10"/>
            <p:cNvSpPr/>
            <p:nvPr/>
          </p:nvSpPr>
          <p:spPr>
            <a:xfrm>
              <a:off x="1020462" y="1073950"/>
              <a:ext cx="14030" cy="14030"/>
            </a:xfrm>
            <a:custGeom>
              <a:avLst/>
              <a:gdLst/>
              <a:ahLst/>
              <a:cxnLst/>
              <a:rect l="0" t="0" r="r" b="b"/>
              <a:pathLst>
                <a:path w="14030" h="14030" stroke="0" extrusionOk="0">
                  <a:moveTo>
                    <a:pt x="12078" y="14030"/>
                  </a:moveTo>
                  <a:lnTo>
                    <a:pt x="14030" y="12078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2078" y="1403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</p:sp>
        <p:sp>
          <p:nvSpPr>
            <p:cNvPr id="19532" name="Graph element 11"/>
            <p:cNvSpPr/>
            <p:nvPr/>
          </p:nvSpPr>
          <p:spPr>
            <a:xfrm>
              <a:off x="992856" y="1032540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</p:sp>
        <p:sp>
          <p:nvSpPr>
            <p:cNvPr id="19533" name="Graph element 12"/>
            <p:cNvSpPr/>
            <p:nvPr/>
          </p:nvSpPr>
          <p:spPr>
            <a:xfrm>
              <a:off x="982503" y="1022188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</p:sp>
        <p:sp>
          <p:nvSpPr>
            <p:cNvPr id="19534" name="Graph element 13"/>
            <p:cNvSpPr/>
            <p:nvPr/>
          </p:nvSpPr>
          <p:spPr>
            <a:xfrm>
              <a:off x="913487" y="963524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</p:sp>
        <p:sp>
          <p:nvSpPr>
            <p:cNvPr id="19535" name="Graph element 14"/>
            <p:cNvSpPr/>
            <p:nvPr/>
          </p:nvSpPr>
          <p:spPr>
            <a:xfrm>
              <a:off x="923840" y="961799"/>
              <a:ext cx="14030" cy="14030"/>
            </a:xfrm>
            <a:custGeom>
              <a:avLst/>
              <a:gdLst/>
              <a:ahLst/>
              <a:cxnLst/>
              <a:rect l="0" t="0" r="r" b="b"/>
              <a:pathLst>
                <a:path w="14030" h="14030" stroke="0" extrusionOk="0">
                  <a:moveTo>
                    <a:pt x="12078" y="14030"/>
                  </a:moveTo>
                  <a:lnTo>
                    <a:pt x="14030" y="12078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2078" y="1403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</p:sp>
        <p:sp>
          <p:nvSpPr>
            <p:cNvPr id="19536" name="Graph element 15"/>
            <p:cNvSpPr/>
            <p:nvPr/>
          </p:nvSpPr>
          <p:spPr>
            <a:xfrm>
              <a:off x="516645" y="614993"/>
              <a:ext cx="5403" cy="5403"/>
            </a:xfrm>
            <a:custGeom>
              <a:avLst/>
              <a:gdLst/>
              <a:ahLst/>
              <a:cxnLst/>
              <a:rect l="0" t="0" r="r" b="b"/>
              <a:pathLst>
                <a:path w="5403" h="5403" stroke="0" extrusionOk="0">
                  <a:moveTo>
                    <a:pt x="0" y="3451"/>
                  </a:moveTo>
                  <a:lnTo>
                    <a:pt x="1952" y="5403"/>
                  </a:lnTo>
                  <a:lnTo>
                    <a:pt x="5403" y="1952"/>
                  </a:lnTo>
                  <a:lnTo>
                    <a:pt x="3451" y="0"/>
                  </a:lnTo>
                  <a:lnTo>
                    <a:pt x="0" y="345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</p:sp>
        <p:sp>
          <p:nvSpPr>
            <p:cNvPr id="19537" name="Graph element 16"/>
            <p:cNvSpPr/>
            <p:nvPr/>
          </p:nvSpPr>
          <p:spPr>
            <a:xfrm>
              <a:off x="508018" y="604640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</p:sp>
        <p:sp>
          <p:nvSpPr>
            <p:cNvPr id="19538" name="Graph element 17"/>
            <p:cNvSpPr/>
            <p:nvPr/>
          </p:nvSpPr>
          <p:spPr>
            <a:xfrm>
              <a:off x="535624" y="596013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</p:sp>
        <p:sp>
          <p:nvSpPr>
            <p:cNvPr id="19539" name="Graph element 18"/>
            <p:cNvSpPr/>
            <p:nvPr/>
          </p:nvSpPr>
          <p:spPr>
            <a:xfrm>
              <a:off x="525272" y="583935"/>
              <a:ext cx="5403" cy="5403"/>
            </a:xfrm>
            <a:custGeom>
              <a:avLst/>
              <a:gdLst/>
              <a:ahLst/>
              <a:cxnLst/>
              <a:rect l="0" t="0" r="r" b="b"/>
              <a:pathLst>
                <a:path w="5403" h="5403" stroke="0" extrusionOk="0">
                  <a:moveTo>
                    <a:pt x="0" y="3451"/>
                  </a:moveTo>
                  <a:lnTo>
                    <a:pt x="1952" y="5403"/>
                  </a:lnTo>
                  <a:lnTo>
                    <a:pt x="5403" y="1952"/>
                  </a:lnTo>
                  <a:lnTo>
                    <a:pt x="3451" y="0"/>
                  </a:lnTo>
                  <a:lnTo>
                    <a:pt x="0" y="345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</p:sp>
        <p:sp>
          <p:nvSpPr>
            <p:cNvPr id="19540" name="Graph element 19"/>
            <p:cNvSpPr/>
            <p:nvPr/>
          </p:nvSpPr>
          <p:spPr>
            <a:xfrm>
              <a:off x="552878" y="577034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</p:sp>
        <p:sp>
          <p:nvSpPr>
            <p:cNvPr id="19541" name="Graph element 20"/>
            <p:cNvSpPr/>
            <p:nvPr/>
          </p:nvSpPr>
          <p:spPr>
            <a:xfrm>
              <a:off x="544251" y="564956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</p:sp>
        <p:sp>
          <p:nvSpPr>
            <p:cNvPr id="19542" name="Graph element 21"/>
            <p:cNvSpPr/>
            <p:nvPr/>
          </p:nvSpPr>
          <p:spPr>
            <a:xfrm>
              <a:off x="570132" y="558054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</p:sp>
        <p:sp>
          <p:nvSpPr>
            <p:cNvPr id="19543" name="Graph element 22"/>
            <p:cNvSpPr/>
            <p:nvPr/>
          </p:nvSpPr>
          <p:spPr>
            <a:xfrm>
              <a:off x="561505" y="545977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</p:sp>
        <p:sp>
          <p:nvSpPr>
            <p:cNvPr id="19544" name="Graph element 23"/>
            <p:cNvSpPr/>
            <p:nvPr/>
          </p:nvSpPr>
          <p:spPr>
            <a:xfrm>
              <a:off x="587386" y="539075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</p:sp>
        <p:sp>
          <p:nvSpPr>
            <p:cNvPr id="19545" name="Graph element 24"/>
            <p:cNvSpPr/>
            <p:nvPr/>
          </p:nvSpPr>
          <p:spPr>
            <a:xfrm>
              <a:off x="578759" y="526997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</p:sp>
        <p:sp>
          <p:nvSpPr>
            <p:cNvPr id="19546" name="Graph element 25"/>
            <p:cNvSpPr/>
            <p:nvPr/>
          </p:nvSpPr>
          <p:spPr>
            <a:xfrm>
              <a:off x="604640" y="518370"/>
              <a:ext cx="5403" cy="5403"/>
            </a:xfrm>
            <a:custGeom>
              <a:avLst/>
              <a:gdLst/>
              <a:ahLst/>
              <a:cxnLst/>
              <a:rect l="0" t="0" r="r" b="b"/>
              <a:pathLst>
                <a:path w="5403" h="5403" stroke="0" extrusionOk="0">
                  <a:moveTo>
                    <a:pt x="0" y="3451"/>
                  </a:moveTo>
                  <a:lnTo>
                    <a:pt x="1952" y="5403"/>
                  </a:lnTo>
                  <a:lnTo>
                    <a:pt x="5403" y="1952"/>
                  </a:lnTo>
                  <a:lnTo>
                    <a:pt x="3451" y="0"/>
                  </a:lnTo>
                  <a:lnTo>
                    <a:pt x="0" y="345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</p:sp>
        <p:sp>
          <p:nvSpPr>
            <p:cNvPr id="19547" name="Graph element 26"/>
            <p:cNvSpPr/>
            <p:nvPr/>
          </p:nvSpPr>
          <p:spPr>
            <a:xfrm>
              <a:off x="596013" y="508018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</p:sp>
        <p:sp>
          <p:nvSpPr>
            <p:cNvPr id="19548" name="Graph element 27"/>
            <p:cNvSpPr/>
            <p:nvPr/>
          </p:nvSpPr>
          <p:spPr>
            <a:xfrm>
              <a:off x="623620" y="499391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</p:sp>
        <p:sp>
          <p:nvSpPr>
            <p:cNvPr id="19549" name="Graph element 28"/>
            <p:cNvSpPr/>
            <p:nvPr/>
          </p:nvSpPr>
          <p:spPr>
            <a:xfrm>
              <a:off x="613267" y="487313"/>
              <a:ext cx="5403" cy="5403"/>
            </a:xfrm>
            <a:custGeom>
              <a:avLst/>
              <a:gdLst/>
              <a:ahLst/>
              <a:cxnLst/>
              <a:rect l="0" t="0" r="r" b="b"/>
              <a:pathLst>
                <a:path w="5403" h="5403" stroke="0" extrusionOk="0">
                  <a:moveTo>
                    <a:pt x="0" y="3451"/>
                  </a:moveTo>
                  <a:lnTo>
                    <a:pt x="1952" y="5403"/>
                  </a:lnTo>
                  <a:lnTo>
                    <a:pt x="5403" y="1952"/>
                  </a:lnTo>
                  <a:lnTo>
                    <a:pt x="3451" y="0"/>
                  </a:lnTo>
                  <a:lnTo>
                    <a:pt x="0" y="345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</p:sp>
        <p:sp>
          <p:nvSpPr>
            <p:cNvPr id="19550" name="Graph element 29"/>
            <p:cNvSpPr/>
            <p:nvPr/>
          </p:nvSpPr>
          <p:spPr>
            <a:xfrm>
              <a:off x="640874" y="480411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</p:sp>
        <p:sp>
          <p:nvSpPr>
            <p:cNvPr id="19551" name="Graph element 30"/>
            <p:cNvSpPr/>
            <p:nvPr/>
          </p:nvSpPr>
          <p:spPr>
            <a:xfrm>
              <a:off x="332027" y="475235"/>
              <a:ext cx="5403" cy="5403"/>
            </a:xfrm>
            <a:custGeom>
              <a:avLst/>
              <a:gdLst/>
              <a:ahLst/>
              <a:cxnLst/>
              <a:rect l="0" t="0" r="r" b="b"/>
              <a:pathLst>
                <a:path w="5403" h="5403" stroke="0" extrusionOk="0">
                  <a:moveTo>
                    <a:pt x="0" y="3451"/>
                  </a:moveTo>
                  <a:lnTo>
                    <a:pt x="1952" y="5403"/>
                  </a:lnTo>
                  <a:lnTo>
                    <a:pt x="2701" y="4654"/>
                  </a:lnTo>
                  <a:lnTo>
                    <a:pt x="3451" y="5403"/>
                  </a:lnTo>
                  <a:lnTo>
                    <a:pt x="5403" y="3451"/>
                  </a:lnTo>
                  <a:lnTo>
                    <a:pt x="4654" y="2701"/>
                  </a:lnTo>
                  <a:lnTo>
                    <a:pt x="5403" y="1952"/>
                  </a:lnTo>
                  <a:lnTo>
                    <a:pt x="3451" y="0"/>
                  </a:lnTo>
                  <a:lnTo>
                    <a:pt x="0" y="345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</p:sp>
        <p:sp>
          <p:nvSpPr>
            <p:cNvPr id="19552" name="Graph element 31"/>
            <p:cNvSpPr/>
            <p:nvPr/>
          </p:nvSpPr>
          <p:spPr>
            <a:xfrm>
              <a:off x="632247" y="468333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</p:sp>
        <p:sp>
          <p:nvSpPr>
            <p:cNvPr id="19553" name="Graph element 32"/>
            <p:cNvSpPr/>
            <p:nvPr/>
          </p:nvSpPr>
          <p:spPr>
            <a:xfrm>
              <a:off x="323400" y="464883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</p:sp>
        <p:sp>
          <p:nvSpPr>
            <p:cNvPr id="19554" name="Graph element 33"/>
            <p:cNvSpPr/>
            <p:nvPr/>
          </p:nvSpPr>
          <p:spPr>
            <a:xfrm>
              <a:off x="658128" y="461432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</p:sp>
        <p:sp>
          <p:nvSpPr>
            <p:cNvPr id="19555" name="Graph element 34"/>
            <p:cNvSpPr/>
            <p:nvPr/>
          </p:nvSpPr>
          <p:spPr>
            <a:xfrm>
              <a:off x="349281" y="457981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</p:sp>
        <p:sp>
          <p:nvSpPr>
            <p:cNvPr id="19556" name="Graph element 35"/>
            <p:cNvSpPr/>
            <p:nvPr/>
          </p:nvSpPr>
          <p:spPr>
            <a:xfrm>
              <a:off x="340654" y="445903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</p:sp>
        <p:sp>
          <p:nvSpPr>
            <p:cNvPr id="19557" name="Graph element 36"/>
            <p:cNvSpPr/>
            <p:nvPr/>
          </p:nvSpPr>
          <p:spPr>
            <a:xfrm>
              <a:off x="366535" y="439002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</p:sp>
        <p:sp>
          <p:nvSpPr>
            <p:cNvPr id="19558" name="Graph element 37"/>
            <p:cNvSpPr/>
            <p:nvPr/>
          </p:nvSpPr>
          <p:spPr>
            <a:xfrm>
              <a:off x="357908" y="426924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</p:sp>
        <p:sp>
          <p:nvSpPr>
            <p:cNvPr id="19559" name="Graph element 38"/>
            <p:cNvSpPr/>
            <p:nvPr/>
          </p:nvSpPr>
          <p:spPr>
            <a:xfrm>
              <a:off x="383789" y="420022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</p:sp>
        <p:sp>
          <p:nvSpPr>
            <p:cNvPr id="19560" name="Graph element 39"/>
            <p:cNvSpPr/>
            <p:nvPr/>
          </p:nvSpPr>
          <p:spPr>
            <a:xfrm>
              <a:off x="375162" y="407944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</p:sp>
        <p:sp>
          <p:nvSpPr>
            <p:cNvPr id="19561" name="Graph element 40"/>
            <p:cNvSpPr/>
            <p:nvPr/>
          </p:nvSpPr>
          <p:spPr>
            <a:xfrm>
              <a:off x="401043" y="401043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</p:sp>
        <p:sp>
          <p:nvSpPr>
            <p:cNvPr id="19562" name="Graph element 41"/>
            <p:cNvSpPr/>
            <p:nvPr/>
          </p:nvSpPr>
          <p:spPr>
            <a:xfrm>
              <a:off x="390690" y="388965"/>
              <a:ext cx="5403" cy="5403"/>
            </a:xfrm>
            <a:custGeom>
              <a:avLst/>
              <a:gdLst/>
              <a:ahLst/>
              <a:cxnLst/>
              <a:rect l="0" t="0" r="r" b="b"/>
              <a:pathLst>
                <a:path w="5403" h="5403" stroke="0" extrusionOk="0">
                  <a:moveTo>
                    <a:pt x="0" y="3451"/>
                  </a:moveTo>
                  <a:lnTo>
                    <a:pt x="1952" y="5403"/>
                  </a:lnTo>
                  <a:lnTo>
                    <a:pt x="5403" y="1952"/>
                  </a:lnTo>
                  <a:lnTo>
                    <a:pt x="3451" y="0"/>
                  </a:lnTo>
                  <a:lnTo>
                    <a:pt x="0" y="345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</p:sp>
        <p:sp>
          <p:nvSpPr>
            <p:cNvPr id="19563" name="Graph element 42"/>
            <p:cNvSpPr/>
            <p:nvPr/>
          </p:nvSpPr>
          <p:spPr>
            <a:xfrm>
              <a:off x="418297" y="382063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</p:sp>
        <p:sp>
          <p:nvSpPr>
            <p:cNvPr id="19564" name="Graph element 43"/>
            <p:cNvSpPr/>
            <p:nvPr/>
          </p:nvSpPr>
          <p:spPr>
            <a:xfrm>
              <a:off x="407944" y="369985"/>
              <a:ext cx="5403" cy="5403"/>
            </a:xfrm>
            <a:custGeom>
              <a:avLst/>
              <a:gdLst/>
              <a:ahLst/>
              <a:cxnLst/>
              <a:rect l="0" t="0" r="r" b="b"/>
              <a:pathLst>
                <a:path w="5403" h="5403" stroke="0" extrusionOk="0">
                  <a:moveTo>
                    <a:pt x="0" y="3451"/>
                  </a:moveTo>
                  <a:lnTo>
                    <a:pt x="1952" y="5403"/>
                  </a:lnTo>
                  <a:lnTo>
                    <a:pt x="5403" y="1952"/>
                  </a:lnTo>
                  <a:lnTo>
                    <a:pt x="3451" y="0"/>
                  </a:lnTo>
                  <a:lnTo>
                    <a:pt x="0" y="345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</p:sp>
        <p:sp>
          <p:nvSpPr>
            <p:cNvPr id="19565" name="Graph element 44"/>
            <p:cNvSpPr/>
            <p:nvPr/>
          </p:nvSpPr>
          <p:spPr>
            <a:xfrm>
              <a:off x="435551" y="363084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</p:sp>
        <p:sp>
          <p:nvSpPr>
            <p:cNvPr id="19566" name="Graph element 45"/>
            <p:cNvSpPr/>
            <p:nvPr/>
          </p:nvSpPr>
          <p:spPr>
            <a:xfrm>
              <a:off x="425198" y="351006"/>
              <a:ext cx="5403" cy="5403"/>
            </a:xfrm>
            <a:custGeom>
              <a:avLst/>
              <a:gdLst/>
              <a:ahLst/>
              <a:cxnLst/>
              <a:rect l="0" t="0" r="r" b="b"/>
              <a:pathLst>
                <a:path w="5403" h="5403" stroke="0" extrusionOk="0">
                  <a:moveTo>
                    <a:pt x="0" y="3451"/>
                  </a:moveTo>
                  <a:lnTo>
                    <a:pt x="1952" y="5403"/>
                  </a:lnTo>
                  <a:lnTo>
                    <a:pt x="5403" y="1952"/>
                  </a:lnTo>
                  <a:lnTo>
                    <a:pt x="3451" y="0"/>
                  </a:lnTo>
                  <a:lnTo>
                    <a:pt x="0" y="345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</p:sp>
        <p:sp>
          <p:nvSpPr>
            <p:cNvPr id="19567" name="Graph element 46"/>
            <p:cNvSpPr/>
            <p:nvPr/>
          </p:nvSpPr>
          <p:spPr>
            <a:xfrm>
              <a:off x="442452" y="333752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</p:sp>
        <p:sp>
          <p:nvSpPr>
            <p:cNvPr id="19568" name="Graph element 47"/>
            <p:cNvSpPr/>
            <p:nvPr/>
          </p:nvSpPr>
          <p:spPr>
            <a:xfrm>
              <a:off x="459706" y="314773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</p:sp>
        <p:sp>
          <p:nvSpPr>
            <p:cNvPr id="19569" name="Graph element 48"/>
            <p:cNvSpPr/>
            <p:nvPr/>
          </p:nvSpPr>
          <p:spPr>
            <a:xfrm>
              <a:off x="405470" y="1729198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</p:sp>
        <p:sp>
          <p:nvSpPr>
            <p:cNvPr id="19570" name="Graph element 49"/>
            <p:cNvSpPr/>
            <p:nvPr/>
          </p:nvSpPr>
          <p:spPr>
            <a:xfrm>
              <a:off x="849243" y="902385"/>
              <a:ext cx="2761" cy="5176"/>
            </a:xfrm>
            <a:custGeom>
              <a:avLst/>
              <a:gdLst/>
              <a:ahLst/>
              <a:cxnLst/>
              <a:rect l="0" t="0" r="r" b="b"/>
              <a:pathLst>
                <a:path w="2761" h="5176" stroke="0" extrusionOk="0">
                  <a:moveTo>
                    <a:pt x="0" y="5176"/>
                  </a:moveTo>
                  <a:lnTo>
                    <a:pt x="2761" y="5176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5176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</p:sp>
        <p:sp>
          <p:nvSpPr>
            <p:cNvPr id="19571" name="Graph element 50"/>
            <p:cNvSpPr/>
            <p:nvPr/>
          </p:nvSpPr>
          <p:spPr>
            <a:xfrm>
              <a:off x="1772333" y="887202"/>
              <a:ext cx="47621" cy="47621"/>
            </a:xfrm>
            <a:custGeom>
              <a:avLst/>
              <a:gdLst/>
              <a:ahLst/>
              <a:cxnLst/>
              <a:rect l="0" t="0" r="r" b="b"/>
              <a:pathLst>
                <a:path w="47621" h="47621" stroke="0" extrusionOk="0">
                  <a:moveTo>
                    <a:pt x="18063" y="0"/>
                  </a:moveTo>
                  <a:lnTo>
                    <a:pt x="16337" y="1725"/>
                  </a:lnTo>
                  <a:lnTo>
                    <a:pt x="14612" y="1725"/>
                  </a:lnTo>
                  <a:lnTo>
                    <a:pt x="12886" y="3451"/>
                  </a:lnTo>
                  <a:lnTo>
                    <a:pt x="11161" y="3451"/>
                  </a:lnTo>
                  <a:lnTo>
                    <a:pt x="1725" y="12886"/>
                  </a:lnTo>
                  <a:lnTo>
                    <a:pt x="1725" y="16337"/>
                  </a:lnTo>
                  <a:lnTo>
                    <a:pt x="0" y="18063"/>
                  </a:lnTo>
                  <a:lnTo>
                    <a:pt x="0" y="29559"/>
                  </a:lnTo>
                  <a:lnTo>
                    <a:pt x="1725" y="31284"/>
                  </a:lnTo>
                  <a:lnTo>
                    <a:pt x="1725" y="34735"/>
                  </a:lnTo>
                  <a:lnTo>
                    <a:pt x="11161" y="44170"/>
                  </a:lnTo>
                  <a:lnTo>
                    <a:pt x="12886" y="44170"/>
                  </a:lnTo>
                  <a:lnTo>
                    <a:pt x="14612" y="45896"/>
                  </a:lnTo>
                  <a:lnTo>
                    <a:pt x="16337" y="45896"/>
                  </a:lnTo>
                  <a:lnTo>
                    <a:pt x="18063" y="47621"/>
                  </a:lnTo>
                  <a:lnTo>
                    <a:pt x="29559" y="47621"/>
                  </a:lnTo>
                  <a:lnTo>
                    <a:pt x="31284" y="45896"/>
                  </a:lnTo>
                  <a:lnTo>
                    <a:pt x="33009" y="45896"/>
                  </a:lnTo>
                  <a:lnTo>
                    <a:pt x="34735" y="44170"/>
                  </a:lnTo>
                  <a:lnTo>
                    <a:pt x="36460" y="44170"/>
                  </a:lnTo>
                  <a:lnTo>
                    <a:pt x="44170" y="36460"/>
                  </a:lnTo>
                  <a:lnTo>
                    <a:pt x="44170" y="34735"/>
                  </a:lnTo>
                  <a:lnTo>
                    <a:pt x="45896" y="33009"/>
                  </a:lnTo>
                  <a:lnTo>
                    <a:pt x="45896" y="29559"/>
                  </a:lnTo>
                  <a:lnTo>
                    <a:pt x="47621" y="27833"/>
                  </a:lnTo>
                  <a:lnTo>
                    <a:pt x="47621" y="19788"/>
                  </a:lnTo>
                  <a:lnTo>
                    <a:pt x="45896" y="18063"/>
                  </a:lnTo>
                  <a:lnTo>
                    <a:pt x="45896" y="14612"/>
                  </a:lnTo>
                  <a:lnTo>
                    <a:pt x="44170" y="12886"/>
                  </a:lnTo>
                  <a:lnTo>
                    <a:pt x="44170" y="11161"/>
                  </a:lnTo>
                  <a:lnTo>
                    <a:pt x="36460" y="3451"/>
                  </a:lnTo>
                  <a:lnTo>
                    <a:pt x="34735" y="3451"/>
                  </a:lnTo>
                  <a:lnTo>
                    <a:pt x="33009" y="1725"/>
                  </a:lnTo>
                  <a:lnTo>
                    <a:pt x="29559" y="1725"/>
                  </a:lnTo>
                  <a:lnTo>
                    <a:pt x="27833" y="0"/>
                  </a:lnTo>
                  <a:lnTo>
                    <a:pt x="18063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</p:sp>
        <p:sp>
          <p:nvSpPr>
            <p:cNvPr id="19572" name="Graph element 51"/>
            <p:cNvSpPr/>
            <p:nvPr/>
          </p:nvSpPr>
          <p:spPr>
            <a:xfrm>
              <a:off x="1774059" y="826813"/>
              <a:ext cx="44170" cy="44170"/>
            </a:xfrm>
            <a:custGeom>
              <a:avLst/>
              <a:gdLst/>
              <a:ahLst/>
              <a:cxnLst/>
              <a:rect l="0" t="0" r="r" b="b"/>
              <a:pathLst>
                <a:path w="44170" h="44170" stroke="0" extrusionOk="0">
                  <a:moveTo>
                    <a:pt x="18063" y="0"/>
                  </a:moveTo>
                  <a:lnTo>
                    <a:pt x="16337" y="1725"/>
                  </a:lnTo>
                  <a:lnTo>
                    <a:pt x="12886" y="1725"/>
                  </a:lnTo>
                  <a:lnTo>
                    <a:pt x="9436" y="5176"/>
                  </a:lnTo>
                  <a:lnTo>
                    <a:pt x="7710" y="5176"/>
                  </a:lnTo>
                  <a:lnTo>
                    <a:pt x="5176" y="7710"/>
                  </a:lnTo>
                  <a:lnTo>
                    <a:pt x="5176" y="9436"/>
                  </a:lnTo>
                  <a:lnTo>
                    <a:pt x="1725" y="12886"/>
                  </a:lnTo>
                  <a:lnTo>
                    <a:pt x="1725" y="14612"/>
                  </a:lnTo>
                  <a:lnTo>
                    <a:pt x="0" y="16337"/>
                  </a:lnTo>
                  <a:lnTo>
                    <a:pt x="0" y="29559"/>
                  </a:lnTo>
                  <a:lnTo>
                    <a:pt x="3451" y="33009"/>
                  </a:lnTo>
                  <a:lnTo>
                    <a:pt x="3451" y="34735"/>
                  </a:lnTo>
                  <a:lnTo>
                    <a:pt x="9436" y="40719"/>
                  </a:lnTo>
                  <a:lnTo>
                    <a:pt x="11161" y="40719"/>
                  </a:lnTo>
                  <a:lnTo>
                    <a:pt x="14612" y="44170"/>
                  </a:lnTo>
                  <a:lnTo>
                    <a:pt x="27833" y="44170"/>
                  </a:lnTo>
                  <a:lnTo>
                    <a:pt x="29559" y="42445"/>
                  </a:lnTo>
                  <a:lnTo>
                    <a:pt x="31284" y="42445"/>
                  </a:lnTo>
                  <a:lnTo>
                    <a:pt x="33009" y="40719"/>
                  </a:lnTo>
                  <a:lnTo>
                    <a:pt x="34735" y="40719"/>
                  </a:lnTo>
                  <a:lnTo>
                    <a:pt x="38994" y="36460"/>
                  </a:lnTo>
                  <a:lnTo>
                    <a:pt x="38994" y="34735"/>
                  </a:lnTo>
                  <a:lnTo>
                    <a:pt x="42445" y="31284"/>
                  </a:lnTo>
                  <a:lnTo>
                    <a:pt x="42445" y="27833"/>
                  </a:lnTo>
                  <a:lnTo>
                    <a:pt x="44170" y="26108"/>
                  </a:lnTo>
                  <a:lnTo>
                    <a:pt x="44170" y="18063"/>
                  </a:lnTo>
                  <a:lnTo>
                    <a:pt x="42445" y="16337"/>
                  </a:lnTo>
                  <a:lnTo>
                    <a:pt x="42445" y="14612"/>
                  </a:lnTo>
                  <a:lnTo>
                    <a:pt x="40719" y="12886"/>
                  </a:lnTo>
                  <a:lnTo>
                    <a:pt x="40719" y="11161"/>
                  </a:lnTo>
                  <a:lnTo>
                    <a:pt x="33009" y="3451"/>
                  </a:lnTo>
                  <a:lnTo>
                    <a:pt x="31284" y="3451"/>
                  </a:lnTo>
                  <a:lnTo>
                    <a:pt x="29559" y="1725"/>
                  </a:lnTo>
                  <a:lnTo>
                    <a:pt x="27833" y="1725"/>
                  </a:lnTo>
                  <a:lnTo>
                    <a:pt x="26108" y="0"/>
                  </a:lnTo>
                  <a:lnTo>
                    <a:pt x="18063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</p:sp>
        <p:sp>
          <p:nvSpPr>
            <p:cNvPr id="19573" name="Graph element 52"/>
            <p:cNvSpPr/>
            <p:nvPr/>
          </p:nvSpPr>
          <p:spPr>
            <a:xfrm>
              <a:off x="1775784" y="771600"/>
              <a:ext cx="40719" cy="40719"/>
            </a:xfrm>
            <a:custGeom>
              <a:avLst/>
              <a:gdLst/>
              <a:ahLst/>
              <a:cxnLst/>
              <a:rect l="0" t="0" r="r" b="b"/>
              <a:pathLst>
                <a:path w="40719" h="40719" stroke="0" extrusionOk="0">
                  <a:moveTo>
                    <a:pt x="14612" y="0"/>
                  </a:moveTo>
                  <a:lnTo>
                    <a:pt x="12886" y="1725"/>
                  </a:lnTo>
                  <a:lnTo>
                    <a:pt x="11161" y="1725"/>
                  </a:lnTo>
                  <a:lnTo>
                    <a:pt x="7710" y="5176"/>
                  </a:lnTo>
                  <a:lnTo>
                    <a:pt x="5176" y="5176"/>
                  </a:lnTo>
                  <a:lnTo>
                    <a:pt x="5176" y="7710"/>
                  </a:lnTo>
                  <a:lnTo>
                    <a:pt x="1725" y="11161"/>
                  </a:lnTo>
                  <a:lnTo>
                    <a:pt x="1725" y="12886"/>
                  </a:lnTo>
                  <a:lnTo>
                    <a:pt x="0" y="14612"/>
                  </a:lnTo>
                  <a:lnTo>
                    <a:pt x="0" y="26108"/>
                  </a:lnTo>
                  <a:lnTo>
                    <a:pt x="1725" y="27833"/>
                  </a:lnTo>
                  <a:lnTo>
                    <a:pt x="1725" y="29559"/>
                  </a:lnTo>
                  <a:lnTo>
                    <a:pt x="5176" y="33009"/>
                  </a:lnTo>
                  <a:lnTo>
                    <a:pt x="5176" y="35543"/>
                  </a:lnTo>
                  <a:lnTo>
                    <a:pt x="7710" y="35543"/>
                  </a:lnTo>
                  <a:lnTo>
                    <a:pt x="11161" y="38994"/>
                  </a:lnTo>
                  <a:lnTo>
                    <a:pt x="12886" y="38994"/>
                  </a:lnTo>
                  <a:lnTo>
                    <a:pt x="14612" y="40719"/>
                  </a:lnTo>
                  <a:lnTo>
                    <a:pt x="24382" y="40719"/>
                  </a:lnTo>
                  <a:lnTo>
                    <a:pt x="26108" y="38994"/>
                  </a:lnTo>
                  <a:lnTo>
                    <a:pt x="29559" y="38994"/>
                  </a:lnTo>
                  <a:lnTo>
                    <a:pt x="37269" y="31284"/>
                  </a:lnTo>
                  <a:lnTo>
                    <a:pt x="37269" y="29559"/>
                  </a:lnTo>
                  <a:lnTo>
                    <a:pt x="38994" y="27833"/>
                  </a:lnTo>
                  <a:lnTo>
                    <a:pt x="38994" y="26108"/>
                  </a:lnTo>
                  <a:lnTo>
                    <a:pt x="40719" y="24382"/>
                  </a:lnTo>
                  <a:lnTo>
                    <a:pt x="40719" y="16337"/>
                  </a:lnTo>
                  <a:lnTo>
                    <a:pt x="38994" y="14612"/>
                  </a:lnTo>
                  <a:lnTo>
                    <a:pt x="38994" y="12886"/>
                  </a:lnTo>
                  <a:lnTo>
                    <a:pt x="37269" y="11161"/>
                  </a:lnTo>
                  <a:lnTo>
                    <a:pt x="37269" y="9436"/>
                  </a:lnTo>
                  <a:lnTo>
                    <a:pt x="31284" y="3451"/>
                  </a:lnTo>
                  <a:lnTo>
                    <a:pt x="29559" y="3451"/>
                  </a:lnTo>
                  <a:lnTo>
                    <a:pt x="27833" y="1725"/>
                  </a:lnTo>
                  <a:lnTo>
                    <a:pt x="26108" y="1725"/>
                  </a:lnTo>
                  <a:lnTo>
                    <a:pt x="24382" y="0"/>
                  </a:lnTo>
                  <a:lnTo>
                    <a:pt x="14612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</p:sp>
        <p:sp>
          <p:nvSpPr>
            <p:cNvPr id="19574" name="Graph element 53"/>
            <p:cNvSpPr/>
            <p:nvPr/>
          </p:nvSpPr>
          <p:spPr>
            <a:xfrm>
              <a:off x="1777510" y="721563"/>
              <a:ext cx="37269" cy="37269"/>
            </a:xfrm>
            <a:custGeom>
              <a:avLst/>
              <a:gdLst/>
              <a:ahLst/>
              <a:cxnLst/>
              <a:rect l="0" t="0" r="r" b="b"/>
              <a:pathLst>
                <a:path w="37269" h="37269" stroke="0" extrusionOk="0">
                  <a:moveTo>
                    <a:pt x="14612" y="0"/>
                  </a:moveTo>
                  <a:lnTo>
                    <a:pt x="12886" y="1725"/>
                  </a:lnTo>
                  <a:lnTo>
                    <a:pt x="11161" y="1725"/>
                  </a:lnTo>
                  <a:lnTo>
                    <a:pt x="9436" y="3451"/>
                  </a:lnTo>
                  <a:lnTo>
                    <a:pt x="7710" y="3451"/>
                  </a:lnTo>
                  <a:lnTo>
                    <a:pt x="3451" y="7710"/>
                  </a:lnTo>
                  <a:lnTo>
                    <a:pt x="3451" y="9436"/>
                  </a:lnTo>
                  <a:lnTo>
                    <a:pt x="1725" y="11161"/>
                  </a:lnTo>
                  <a:lnTo>
                    <a:pt x="1725" y="12886"/>
                  </a:lnTo>
                  <a:lnTo>
                    <a:pt x="0" y="14612"/>
                  </a:lnTo>
                  <a:lnTo>
                    <a:pt x="0" y="22657"/>
                  </a:lnTo>
                  <a:lnTo>
                    <a:pt x="1725" y="24382"/>
                  </a:lnTo>
                  <a:lnTo>
                    <a:pt x="1725" y="26108"/>
                  </a:lnTo>
                  <a:lnTo>
                    <a:pt x="3451" y="27833"/>
                  </a:lnTo>
                  <a:lnTo>
                    <a:pt x="3451" y="29559"/>
                  </a:lnTo>
                  <a:lnTo>
                    <a:pt x="5985" y="32092"/>
                  </a:lnTo>
                  <a:lnTo>
                    <a:pt x="7710" y="32092"/>
                  </a:lnTo>
                  <a:lnTo>
                    <a:pt x="11161" y="35543"/>
                  </a:lnTo>
                  <a:lnTo>
                    <a:pt x="14612" y="35543"/>
                  </a:lnTo>
                  <a:lnTo>
                    <a:pt x="16337" y="37269"/>
                  </a:lnTo>
                  <a:lnTo>
                    <a:pt x="20931" y="37269"/>
                  </a:lnTo>
                  <a:lnTo>
                    <a:pt x="22657" y="35543"/>
                  </a:lnTo>
                  <a:lnTo>
                    <a:pt x="26108" y="35543"/>
                  </a:lnTo>
                  <a:lnTo>
                    <a:pt x="29559" y="32092"/>
                  </a:lnTo>
                  <a:lnTo>
                    <a:pt x="32092" y="32092"/>
                  </a:lnTo>
                  <a:lnTo>
                    <a:pt x="32092" y="29559"/>
                  </a:lnTo>
                  <a:lnTo>
                    <a:pt x="35543" y="26108"/>
                  </a:lnTo>
                  <a:lnTo>
                    <a:pt x="35543" y="22657"/>
                  </a:lnTo>
                  <a:lnTo>
                    <a:pt x="37269" y="20931"/>
                  </a:lnTo>
                  <a:lnTo>
                    <a:pt x="37269" y="16337"/>
                  </a:lnTo>
                  <a:lnTo>
                    <a:pt x="35543" y="14612"/>
                  </a:lnTo>
                  <a:lnTo>
                    <a:pt x="35543" y="11161"/>
                  </a:lnTo>
                  <a:lnTo>
                    <a:pt x="32092" y="7710"/>
                  </a:lnTo>
                  <a:lnTo>
                    <a:pt x="32092" y="5176"/>
                  </a:lnTo>
                  <a:lnTo>
                    <a:pt x="29559" y="5176"/>
                  </a:lnTo>
                  <a:lnTo>
                    <a:pt x="26108" y="1725"/>
                  </a:lnTo>
                  <a:lnTo>
                    <a:pt x="24382" y="1725"/>
                  </a:lnTo>
                  <a:lnTo>
                    <a:pt x="22657" y="0"/>
                  </a:lnTo>
                  <a:lnTo>
                    <a:pt x="14612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</p:sp>
        <p:sp>
          <p:nvSpPr>
            <p:cNvPr id="19575" name="Graph element 54"/>
            <p:cNvSpPr/>
            <p:nvPr/>
          </p:nvSpPr>
          <p:spPr>
            <a:xfrm>
              <a:off x="1780960" y="674406"/>
              <a:ext cx="30367" cy="32664"/>
            </a:xfrm>
            <a:custGeom>
              <a:avLst/>
              <a:gdLst/>
              <a:ahLst/>
              <a:cxnLst/>
              <a:rect l="0" t="0" r="r" b="b"/>
              <a:pathLst>
                <a:path w="30367" h="32664" stroke="0" extrusionOk="0">
                  <a:moveTo>
                    <a:pt x="15184" y="0"/>
                  </a:moveTo>
                  <a:lnTo>
                    <a:pt x="12886" y="2297"/>
                  </a:lnTo>
                  <a:lnTo>
                    <a:pt x="9436" y="2297"/>
                  </a:lnTo>
                  <a:lnTo>
                    <a:pt x="7710" y="4023"/>
                  </a:lnTo>
                  <a:lnTo>
                    <a:pt x="5985" y="4023"/>
                  </a:lnTo>
                  <a:lnTo>
                    <a:pt x="1725" y="8282"/>
                  </a:lnTo>
                  <a:lnTo>
                    <a:pt x="1725" y="10007"/>
                  </a:lnTo>
                  <a:lnTo>
                    <a:pt x="0" y="11733"/>
                  </a:lnTo>
                  <a:lnTo>
                    <a:pt x="0" y="21503"/>
                  </a:lnTo>
                  <a:lnTo>
                    <a:pt x="1725" y="23229"/>
                  </a:lnTo>
                  <a:lnTo>
                    <a:pt x="1725" y="24954"/>
                  </a:lnTo>
                  <a:lnTo>
                    <a:pt x="7710" y="30939"/>
                  </a:lnTo>
                  <a:lnTo>
                    <a:pt x="11161" y="30939"/>
                  </a:lnTo>
                  <a:lnTo>
                    <a:pt x="12886" y="32664"/>
                  </a:lnTo>
                  <a:lnTo>
                    <a:pt x="15755" y="32664"/>
                  </a:lnTo>
                  <a:lnTo>
                    <a:pt x="17481" y="30939"/>
                  </a:lnTo>
                  <a:lnTo>
                    <a:pt x="20931" y="30939"/>
                  </a:lnTo>
                  <a:lnTo>
                    <a:pt x="22657" y="29213"/>
                  </a:lnTo>
                  <a:lnTo>
                    <a:pt x="24382" y="29213"/>
                  </a:lnTo>
                  <a:lnTo>
                    <a:pt x="26916" y="26679"/>
                  </a:lnTo>
                  <a:lnTo>
                    <a:pt x="26916" y="24954"/>
                  </a:lnTo>
                  <a:lnTo>
                    <a:pt x="28642" y="23229"/>
                  </a:lnTo>
                  <a:lnTo>
                    <a:pt x="28642" y="21503"/>
                  </a:lnTo>
                  <a:lnTo>
                    <a:pt x="30367" y="19778"/>
                  </a:lnTo>
                  <a:lnTo>
                    <a:pt x="30367" y="13458"/>
                  </a:lnTo>
                  <a:lnTo>
                    <a:pt x="28642" y="11733"/>
                  </a:lnTo>
                  <a:lnTo>
                    <a:pt x="28642" y="10007"/>
                  </a:lnTo>
                  <a:lnTo>
                    <a:pt x="26916" y="8282"/>
                  </a:lnTo>
                  <a:lnTo>
                    <a:pt x="26916" y="6557"/>
                  </a:lnTo>
                  <a:lnTo>
                    <a:pt x="24382" y="4023"/>
                  </a:lnTo>
                  <a:lnTo>
                    <a:pt x="22657" y="4023"/>
                  </a:lnTo>
                  <a:lnTo>
                    <a:pt x="20931" y="2297"/>
                  </a:lnTo>
                  <a:lnTo>
                    <a:pt x="17481" y="2297"/>
                  </a:lnTo>
                  <a:lnTo>
                    <a:pt x="15184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</p:sp>
        <p:sp>
          <p:nvSpPr>
            <p:cNvPr id="19576" name="Graph element 55"/>
            <p:cNvSpPr/>
            <p:nvPr/>
          </p:nvSpPr>
          <p:spPr>
            <a:xfrm>
              <a:off x="1787862" y="633568"/>
              <a:ext cx="16564" cy="18861"/>
            </a:xfrm>
            <a:custGeom>
              <a:avLst/>
              <a:gdLst/>
              <a:ahLst/>
              <a:cxnLst/>
              <a:rect l="0" t="0" r="r" b="b"/>
              <a:pathLst>
                <a:path w="16564" h="18861" stroke="0" extrusionOk="0">
                  <a:moveTo>
                    <a:pt x="5985" y="0"/>
                  </a:moveTo>
                  <a:lnTo>
                    <a:pt x="4259" y="1725"/>
                  </a:lnTo>
                  <a:lnTo>
                    <a:pt x="2534" y="1725"/>
                  </a:lnTo>
                  <a:lnTo>
                    <a:pt x="0" y="4259"/>
                  </a:lnTo>
                  <a:lnTo>
                    <a:pt x="0" y="12304"/>
                  </a:lnTo>
                  <a:lnTo>
                    <a:pt x="4259" y="16564"/>
                  </a:lnTo>
                  <a:lnTo>
                    <a:pt x="5985" y="16564"/>
                  </a:lnTo>
                  <a:lnTo>
                    <a:pt x="8282" y="18861"/>
                  </a:lnTo>
                  <a:lnTo>
                    <a:pt x="10579" y="16564"/>
                  </a:lnTo>
                  <a:lnTo>
                    <a:pt x="12304" y="16564"/>
                  </a:lnTo>
                  <a:lnTo>
                    <a:pt x="16564" y="12304"/>
                  </a:lnTo>
                  <a:lnTo>
                    <a:pt x="16564" y="5985"/>
                  </a:lnTo>
                  <a:lnTo>
                    <a:pt x="10579" y="0"/>
                  </a:lnTo>
                  <a:lnTo>
                    <a:pt x="5985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</p:sp>
        <p:sp>
          <p:nvSpPr>
            <p:cNvPr id="19577" name="Graph element 56"/>
            <p:cNvSpPr/>
            <p:nvPr/>
          </p:nvSpPr>
          <p:spPr>
            <a:xfrm>
              <a:off x="1761981" y="616314"/>
              <a:ext cx="66601" cy="328862"/>
            </a:xfrm>
            <a:custGeom>
              <a:avLst/>
              <a:gdLst/>
              <a:ahLst/>
              <a:cxnLst/>
              <a:rect l="0" t="0" r="r" b="b"/>
              <a:pathLst>
                <a:path w="66601" h="328862" stroke="0" extrusionOk="0">
                  <a:moveTo>
                    <a:pt x="0" y="0"/>
                  </a:moveTo>
                  <a:lnTo>
                    <a:pt x="0" y="328862"/>
                  </a:lnTo>
                  <a:lnTo>
                    <a:pt x="66601" y="328862"/>
                  </a:lnTo>
                  <a:lnTo>
                    <a:pt x="66601" y="0"/>
                  </a:lnTo>
                  <a:lnTo>
                    <a:pt x="0" y="0"/>
                  </a:lnTo>
                  <a:close/>
                  <a:moveTo>
                    <a:pt x="26108" y="270198"/>
                  </a:moveTo>
                  <a:lnTo>
                    <a:pt x="27833" y="268473"/>
                  </a:lnTo>
                  <a:lnTo>
                    <a:pt x="38767" y="268473"/>
                  </a:lnTo>
                  <a:lnTo>
                    <a:pt x="40493" y="270198"/>
                  </a:lnTo>
                  <a:lnTo>
                    <a:pt x="43944" y="270198"/>
                  </a:lnTo>
                  <a:lnTo>
                    <a:pt x="45669" y="271923"/>
                  </a:lnTo>
                  <a:lnTo>
                    <a:pt x="47394" y="271923"/>
                  </a:lnTo>
                  <a:lnTo>
                    <a:pt x="56938" y="281467"/>
                  </a:lnTo>
                  <a:lnTo>
                    <a:pt x="56938" y="283193"/>
                  </a:lnTo>
                  <a:lnTo>
                    <a:pt x="58664" y="284918"/>
                  </a:lnTo>
                  <a:lnTo>
                    <a:pt x="58664" y="288369"/>
                  </a:lnTo>
                  <a:lnTo>
                    <a:pt x="60389" y="290094"/>
                  </a:lnTo>
                  <a:lnTo>
                    <a:pt x="60389" y="299303"/>
                  </a:lnTo>
                  <a:lnTo>
                    <a:pt x="58664" y="301029"/>
                  </a:lnTo>
                  <a:lnTo>
                    <a:pt x="58664" y="304479"/>
                  </a:lnTo>
                  <a:lnTo>
                    <a:pt x="56938" y="306205"/>
                  </a:lnTo>
                  <a:lnTo>
                    <a:pt x="56938" y="307930"/>
                  </a:lnTo>
                  <a:lnTo>
                    <a:pt x="47394" y="317474"/>
                  </a:lnTo>
                  <a:lnTo>
                    <a:pt x="45669" y="317474"/>
                  </a:lnTo>
                  <a:lnTo>
                    <a:pt x="43944" y="319199"/>
                  </a:lnTo>
                  <a:lnTo>
                    <a:pt x="40493" y="319199"/>
                  </a:lnTo>
                  <a:lnTo>
                    <a:pt x="38767" y="320925"/>
                  </a:lnTo>
                  <a:lnTo>
                    <a:pt x="27833" y="320925"/>
                  </a:lnTo>
                  <a:lnTo>
                    <a:pt x="26108" y="319199"/>
                  </a:lnTo>
                  <a:lnTo>
                    <a:pt x="22657" y="319199"/>
                  </a:lnTo>
                  <a:lnTo>
                    <a:pt x="19206" y="315749"/>
                  </a:lnTo>
                  <a:lnTo>
                    <a:pt x="17481" y="315749"/>
                  </a:lnTo>
                  <a:lnTo>
                    <a:pt x="13113" y="311381"/>
                  </a:lnTo>
                  <a:lnTo>
                    <a:pt x="13113" y="309656"/>
                  </a:lnTo>
                  <a:lnTo>
                    <a:pt x="9662" y="306205"/>
                  </a:lnTo>
                  <a:lnTo>
                    <a:pt x="9662" y="302754"/>
                  </a:lnTo>
                  <a:lnTo>
                    <a:pt x="7937" y="301029"/>
                  </a:lnTo>
                  <a:lnTo>
                    <a:pt x="7937" y="288369"/>
                  </a:lnTo>
                  <a:lnTo>
                    <a:pt x="9662" y="286643"/>
                  </a:lnTo>
                  <a:lnTo>
                    <a:pt x="9662" y="283193"/>
                  </a:lnTo>
                  <a:lnTo>
                    <a:pt x="13113" y="279742"/>
                  </a:lnTo>
                  <a:lnTo>
                    <a:pt x="13113" y="278016"/>
                  </a:lnTo>
                  <a:lnTo>
                    <a:pt x="17481" y="273649"/>
                  </a:lnTo>
                  <a:lnTo>
                    <a:pt x="19206" y="273649"/>
                  </a:lnTo>
                  <a:lnTo>
                    <a:pt x="20931" y="271923"/>
                  </a:lnTo>
                  <a:lnTo>
                    <a:pt x="22657" y="271923"/>
                  </a:lnTo>
                  <a:lnTo>
                    <a:pt x="24382" y="270198"/>
                  </a:lnTo>
                  <a:lnTo>
                    <a:pt x="26108" y="270198"/>
                  </a:lnTo>
                  <a:close/>
                  <a:moveTo>
                    <a:pt x="27833" y="209809"/>
                  </a:moveTo>
                  <a:lnTo>
                    <a:pt x="29559" y="208084"/>
                  </a:lnTo>
                  <a:lnTo>
                    <a:pt x="38767" y="208084"/>
                  </a:lnTo>
                  <a:lnTo>
                    <a:pt x="40493" y="209809"/>
                  </a:lnTo>
                  <a:lnTo>
                    <a:pt x="43944" y="209809"/>
                  </a:lnTo>
                  <a:lnTo>
                    <a:pt x="47394" y="213260"/>
                  </a:lnTo>
                  <a:lnTo>
                    <a:pt x="49120" y="213260"/>
                  </a:lnTo>
                  <a:lnTo>
                    <a:pt x="53487" y="217627"/>
                  </a:lnTo>
                  <a:lnTo>
                    <a:pt x="53487" y="219353"/>
                  </a:lnTo>
                  <a:lnTo>
                    <a:pt x="56938" y="222804"/>
                  </a:lnTo>
                  <a:lnTo>
                    <a:pt x="56938" y="226254"/>
                  </a:lnTo>
                  <a:lnTo>
                    <a:pt x="58664" y="227980"/>
                  </a:lnTo>
                  <a:lnTo>
                    <a:pt x="58664" y="237189"/>
                  </a:lnTo>
                  <a:lnTo>
                    <a:pt x="56938" y="238914"/>
                  </a:lnTo>
                  <a:lnTo>
                    <a:pt x="56938" y="242365"/>
                  </a:lnTo>
                  <a:lnTo>
                    <a:pt x="55213" y="244090"/>
                  </a:lnTo>
                  <a:lnTo>
                    <a:pt x="55213" y="245816"/>
                  </a:lnTo>
                  <a:lnTo>
                    <a:pt x="47394" y="253634"/>
                  </a:lnTo>
                  <a:lnTo>
                    <a:pt x="45669" y="253634"/>
                  </a:lnTo>
                  <a:lnTo>
                    <a:pt x="43944" y="255360"/>
                  </a:lnTo>
                  <a:lnTo>
                    <a:pt x="42218" y="255360"/>
                  </a:lnTo>
                  <a:lnTo>
                    <a:pt x="40493" y="257085"/>
                  </a:lnTo>
                  <a:lnTo>
                    <a:pt x="26108" y="257085"/>
                  </a:lnTo>
                  <a:lnTo>
                    <a:pt x="24382" y="255360"/>
                  </a:lnTo>
                  <a:lnTo>
                    <a:pt x="22657" y="255360"/>
                  </a:lnTo>
                  <a:lnTo>
                    <a:pt x="19206" y="251909"/>
                  </a:lnTo>
                  <a:lnTo>
                    <a:pt x="17481" y="251909"/>
                  </a:lnTo>
                  <a:lnTo>
                    <a:pt x="14838" y="249267"/>
                  </a:lnTo>
                  <a:lnTo>
                    <a:pt x="14838" y="247541"/>
                  </a:lnTo>
                  <a:lnTo>
                    <a:pt x="11388" y="244090"/>
                  </a:lnTo>
                  <a:lnTo>
                    <a:pt x="11388" y="240640"/>
                  </a:lnTo>
                  <a:lnTo>
                    <a:pt x="9662" y="238914"/>
                  </a:lnTo>
                  <a:lnTo>
                    <a:pt x="9662" y="226254"/>
                  </a:lnTo>
                  <a:lnTo>
                    <a:pt x="11388" y="224529"/>
                  </a:lnTo>
                  <a:lnTo>
                    <a:pt x="11388" y="222804"/>
                  </a:lnTo>
                  <a:lnTo>
                    <a:pt x="13113" y="221078"/>
                  </a:lnTo>
                  <a:lnTo>
                    <a:pt x="13113" y="219353"/>
                  </a:lnTo>
                  <a:lnTo>
                    <a:pt x="19206" y="213260"/>
                  </a:lnTo>
                  <a:lnTo>
                    <a:pt x="20931" y="213260"/>
                  </a:lnTo>
                  <a:lnTo>
                    <a:pt x="24382" y="209809"/>
                  </a:lnTo>
                  <a:lnTo>
                    <a:pt x="27833" y="209809"/>
                  </a:lnTo>
                  <a:close/>
                  <a:moveTo>
                    <a:pt x="27833" y="154596"/>
                  </a:moveTo>
                  <a:lnTo>
                    <a:pt x="29559" y="152871"/>
                  </a:lnTo>
                  <a:lnTo>
                    <a:pt x="38767" y="152871"/>
                  </a:lnTo>
                  <a:lnTo>
                    <a:pt x="40493" y="154596"/>
                  </a:lnTo>
                  <a:lnTo>
                    <a:pt x="43944" y="154596"/>
                  </a:lnTo>
                  <a:lnTo>
                    <a:pt x="53487" y="164140"/>
                  </a:lnTo>
                  <a:lnTo>
                    <a:pt x="53487" y="165865"/>
                  </a:lnTo>
                  <a:lnTo>
                    <a:pt x="55213" y="167591"/>
                  </a:lnTo>
                  <a:lnTo>
                    <a:pt x="55213" y="169316"/>
                  </a:lnTo>
                  <a:lnTo>
                    <a:pt x="56938" y="171042"/>
                  </a:lnTo>
                  <a:lnTo>
                    <a:pt x="56938" y="180250"/>
                  </a:lnTo>
                  <a:lnTo>
                    <a:pt x="55213" y="181976"/>
                  </a:lnTo>
                  <a:lnTo>
                    <a:pt x="55213" y="185427"/>
                  </a:lnTo>
                  <a:lnTo>
                    <a:pt x="51762" y="188877"/>
                  </a:lnTo>
                  <a:lnTo>
                    <a:pt x="51762" y="190603"/>
                  </a:lnTo>
                  <a:lnTo>
                    <a:pt x="49120" y="193245"/>
                  </a:lnTo>
                  <a:lnTo>
                    <a:pt x="47394" y="193245"/>
                  </a:lnTo>
                  <a:lnTo>
                    <a:pt x="43944" y="196696"/>
                  </a:lnTo>
                  <a:lnTo>
                    <a:pt x="40493" y="196696"/>
                  </a:lnTo>
                  <a:lnTo>
                    <a:pt x="38767" y="198421"/>
                  </a:lnTo>
                  <a:lnTo>
                    <a:pt x="27833" y="198421"/>
                  </a:lnTo>
                  <a:lnTo>
                    <a:pt x="26108" y="196696"/>
                  </a:lnTo>
                  <a:lnTo>
                    <a:pt x="24382" y="196696"/>
                  </a:lnTo>
                  <a:lnTo>
                    <a:pt x="20931" y="193245"/>
                  </a:lnTo>
                  <a:lnTo>
                    <a:pt x="19206" y="193245"/>
                  </a:lnTo>
                  <a:lnTo>
                    <a:pt x="14838" y="188877"/>
                  </a:lnTo>
                  <a:lnTo>
                    <a:pt x="14838" y="187152"/>
                  </a:lnTo>
                  <a:lnTo>
                    <a:pt x="13113" y="185427"/>
                  </a:lnTo>
                  <a:lnTo>
                    <a:pt x="13113" y="183701"/>
                  </a:lnTo>
                  <a:lnTo>
                    <a:pt x="11388" y="181976"/>
                  </a:lnTo>
                  <a:lnTo>
                    <a:pt x="11388" y="169316"/>
                  </a:lnTo>
                  <a:lnTo>
                    <a:pt x="13113" y="167591"/>
                  </a:lnTo>
                  <a:lnTo>
                    <a:pt x="13113" y="165865"/>
                  </a:lnTo>
                  <a:lnTo>
                    <a:pt x="16564" y="162414"/>
                  </a:lnTo>
                  <a:lnTo>
                    <a:pt x="16564" y="160689"/>
                  </a:lnTo>
                  <a:lnTo>
                    <a:pt x="19206" y="158047"/>
                  </a:lnTo>
                  <a:lnTo>
                    <a:pt x="20931" y="158047"/>
                  </a:lnTo>
                  <a:lnTo>
                    <a:pt x="24382" y="154596"/>
                  </a:lnTo>
                  <a:lnTo>
                    <a:pt x="27833" y="154596"/>
                  </a:lnTo>
                  <a:close/>
                  <a:moveTo>
                    <a:pt x="27833" y="104559"/>
                  </a:moveTo>
                  <a:lnTo>
                    <a:pt x="29559" y="102834"/>
                  </a:lnTo>
                  <a:lnTo>
                    <a:pt x="38767" y="102834"/>
                  </a:lnTo>
                  <a:lnTo>
                    <a:pt x="40493" y="104559"/>
                  </a:lnTo>
                  <a:lnTo>
                    <a:pt x="42218" y="104559"/>
                  </a:lnTo>
                  <a:lnTo>
                    <a:pt x="43944" y="106285"/>
                  </a:lnTo>
                  <a:lnTo>
                    <a:pt x="45669" y="106285"/>
                  </a:lnTo>
                  <a:lnTo>
                    <a:pt x="50037" y="110652"/>
                  </a:lnTo>
                  <a:lnTo>
                    <a:pt x="50037" y="112378"/>
                  </a:lnTo>
                  <a:lnTo>
                    <a:pt x="53487" y="115829"/>
                  </a:lnTo>
                  <a:lnTo>
                    <a:pt x="53487" y="121005"/>
                  </a:lnTo>
                  <a:lnTo>
                    <a:pt x="55213" y="122730"/>
                  </a:lnTo>
                  <a:lnTo>
                    <a:pt x="55213" y="125038"/>
                  </a:lnTo>
                  <a:lnTo>
                    <a:pt x="53487" y="126763"/>
                  </a:lnTo>
                  <a:lnTo>
                    <a:pt x="53487" y="131939"/>
                  </a:lnTo>
                  <a:lnTo>
                    <a:pt x="50037" y="135390"/>
                  </a:lnTo>
                  <a:lnTo>
                    <a:pt x="50037" y="137115"/>
                  </a:lnTo>
                  <a:lnTo>
                    <a:pt x="47394" y="139758"/>
                  </a:lnTo>
                  <a:lnTo>
                    <a:pt x="45669" y="139758"/>
                  </a:lnTo>
                  <a:lnTo>
                    <a:pt x="42218" y="143208"/>
                  </a:lnTo>
                  <a:lnTo>
                    <a:pt x="37042" y="143208"/>
                  </a:lnTo>
                  <a:lnTo>
                    <a:pt x="35317" y="144934"/>
                  </a:lnTo>
                  <a:lnTo>
                    <a:pt x="31284" y="144934"/>
                  </a:lnTo>
                  <a:lnTo>
                    <a:pt x="29559" y="143208"/>
                  </a:lnTo>
                  <a:lnTo>
                    <a:pt x="26108" y="143208"/>
                  </a:lnTo>
                  <a:lnTo>
                    <a:pt x="24382" y="141483"/>
                  </a:lnTo>
                  <a:lnTo>
                    <a:pt x="22657" y="141483"/>
                  </a:lnTo>
                  <a:lnTo>
                    <a:pt x="16564" y="135390"/>
                  </a:lnTo>
                  <a:lnTo>
                    <a:pt x="16564" y="133665"/>
                  </a:lnTo>
                  <a:lnTo>
                    <a:pt x="14838" y="131939"/>
                  </a:lnTo>
                  <a:lnTo>
                    <a:pt x="14838" y="130214"/>
                  </a:lnTo>
                  <a:lnTo>
                    <a:pt x="13113" y="128488"/>
                  </a:lnTo>
                  <a:lnTo>
                    <a:pt x="13113" y="119279"/>
                  </a:lnTo>
                  <a:lnTo>
                    <a:pt x="14838" y="117554"/>
                  </a:lnTo>
                  <a:lnTo>
                    <a:pt x="14838" y="115829"/>
                  </a:lnTo>
                  <a:lnTo>
                    <a:pt x="16564" y="114103"/>
                  </a:lnTo>
                  <a:lnTo>
                    <a:pt x="16564" y="112378"/>
                  </a:lnTo>
                  <a:lnTo>
                    <a:pt x="22657" y="106285"/>
                  </a:lnTo>
                  <a:lnTo>
                    <a:pt x="24382" y="106285"/>
                  </a:lnTo>
                  <a:lnTo>
                    <a:pt x="26108" y="104559"/>
                  </a:lnTo>
                  <a:lnTo>
                    <a:pt x="27833" y="104559"/>
                  </a:lnTo>
                  <a:close/>
                  <a:moveTo>
                    <a:pt x="31284" y="57974"/>
                  </a:moveTo>
                  <a:lnTo>
                    <a:pt x="33009" y="56248"/>
                  </a:lnTo>
                  <a:lnTo>
                    <a:pt x="33591" y="56248"/>
                  </a:lnTo>
                  <a:lnTo>
                    <a:pt x="35317" y="57974"/>
                  </a:lnTo>
                  <a:lnTo>
                    <a:pt x="40493" y="57974"/>
                  </a:lnTo>
                  <a:lnTo>
                    <a:pt x="42218" y="59699"/>
                  </a:lnTo>
                  <a:lnTo>
                    <a:pt x="43944" y="59699"/>
                  </a:lnTo>
                  <a:lnTo>
                    <a:pt x="48311" y="64067"/>
                  </a:lnTo>
                  <a:lnTo>
                    <a:pt x="48311" y="65792"/>
                  </a:lnTo>
                  <a:lnTo>
                    <a:pt x="50037" y="67517"/>
                  </a:lnTo>
                  <a:lnTo>
                    <a:pt x="50037" y="69243"/>
                  </a:lnTo>
                  <a:lnTo>
                    <a:pt x="51762" y="70968"/>
                  </a:lnTo>
                  <a:lnTo>
                    <a:pt x="51762" y="78452"/>
                  </a:lnTo>
                  <a:lnTo>
                    <a:pt x="50037" y="80177"/>
                  </a:lnTo>
                  <a:lnTo>
                    <a:pt x="50037" y="81902"/>
                  </a:lnTo>
                  <a:lnTo>
                    <a:pt x="48311" y="83628"/>
                  </a:lnTo>
                  <a:lnTo>
                    <a:pt x="48311" y="85353"/>
                  </a:lnTo>
                  <a:lnTo>
                    <a:pt x="43944" y="89721"/>
                  </a:lnTo>
                  <a:lnTo>
                    <a:pt x="42218" y="89721"/>
                  </a:lnTo>
                  <a:lnTo>
                    <a:pt x="40493" y="91446"/>
                  </a:lnTo>
                  <a:lnTo>
                    <a:pt x="37042" y="91446"/>
                  </a:lnTo>
                  <a:lnTo>
                    <a:pt x="35317" y="93172"/>
                  </a:lnTo>
                  <a:lnTo>
                    <a:pt x="33009" y="93172"/>
                  </a:lnTo>
                  <a:lnTo>
                    <a:pt x="31284" y="91446"/>
                  </a:lnTo>
                  <a:lnTo>
                    <a:pt x="26108" y="91446"/>
                  </a:lnTo>
                  <a:lnTo>
                    <a:pt x="16564" y="81902"/>
                  </a:lnTo>
                  <a:lnTo>
                    <a:pt x="16564" y="69243"/>
                  </a:lnTo>
                  <a:lnTo>
                    <a:pt x="18289" y="67517"/>
                  </a:lnTo>
                  <a:lnTo>
                    <a:pt x="18289" y="65792"/>
                  </a:lnTo>
                  <a:lnTo>
                    <a:pt x="26108" y="57974"/>
                  </a:lnTo>
                  <a:lnTo>
                    <a:pt x="31284" y="57974"/>
                  </a:lnTo>
                  <a:close/>
                  <a:moveTo>
                    <a:pt x="29559" y="16564"/>
                  </a:moveTo>
                  <a:lnTo>
                    <a:pt x="31284" y="14838"/>
                  </a:lnTo>
                  <a:lnTo>
                    <a:pt x="37042" y="14838"/>
                  </a:lnTo>
                  <a:lnTo>
                    <a:pt x="38767" y="16564"/>
                  </a:lnTo>
                  <a:lnTo>
                    <a:pt x="40493" y="16564"/>
                  </a:lnTo>
                  <a:lnTo>
                    <a:pt x="43135" y="19206"/>
                  </a:lnTo>
                  <a:lnTo>
                    <a:pt x="43135" y="20931"/>
                  </a:lnTo>
                  <a:lnTo>
                    <a:pt x="44860" y="22657"/>
                  </a:lnTo>
                  <a:lnTo>
                    <a:pt x="44860" y="30140"/>
                  </a:lnTo>
                  <a:lnTo>
                    <a:pt x="38767" y="36233"/>
                  </a:lnTo>
                  <a:lnTo>
                    <a:pt x="35317" y="36233"/>
                  </a:lnTo>
                  <a:lnTo>
                    <a:pt x="33591" y="37959"/>
                  </a:lnTo>
                  <a:lnTo>
                    <a:pt x="33009" y="37959"/>
                  </a:lnTo>
                  <a:lnTo>
                    <a:pt x="31284" y="36233"/>
                  </a:lnTo>
                  <a:lnTo>
                    <a:pt x="27833" y="36233"/>
                  </a:lnTo>
                  <a:lnTo>
                    <a:pt x="25191" y="33591"/>
                  </a:lnTo>
                  <a:lnTo>
                    <a:pt x="25191" y="31866"/>
                  </a:lnTo>
                  <a:lnTo>
                    <a:pt x="23465" y="30140"/>
                  </a:lnTo>
                  <a:lnTo>
                    <a:pt x="23465" y="20931"/>
                  </a:lnTo>
                  <a:lnTo>
                    <a:pt x="27833" y="16564"/>
                  </a:lnTo>
                  <a:lnTo>
                    <a:pt x="29559" y="16564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</p:sp>
        <p:sp>
          <p:nvSpPr>
            <p:cNvPr id="19578" name="Graph element 57"/>
            <p:cNvSpPr/>
            <p:nvPr/>
          </p:nvSpPr>
          <p:spPr>
            <a:xfrm>
              <a:off x="324376" y="505888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</p:sp>
        <p:sp>
          <p:nvSpPr>
            <p:cNvPr id="19579" name="Graph element 58"/>
            <p:cNvSpPr/>
            <p:nvPr/>
          </p:nvSpPr>
          <p:spPr>
            <a:xfrm>
              <a:off x="474486" y="321270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</p:sp>
        <p:sp>
          <p:nvSpPr>
            <p:cNvPr id="19580" name="Graph element 59"/>
            <p:cNvSpPr/>
            <p:nvPr/>
          </p:nvSpPr>
          <p:spPr>
            <a:xfrm>
              <a:off x="1148142" y="1500124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581" name="Graph element 60"/>
            <p:cNvSpPr/>
            <p:nvPr/>
          </p:nvSpPr>
          <p:spPr>
            <a:xfrm>
              <a:off x="1128413" y="1497994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582" name="Graph element 61"/>
            <p:cNvSpPr/>
            <p:nvPr/>
          </p:nvSpPr>
          <p:spPr>
            <a:xfrm>
              <a:off x="1148142" y="1479419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583" name="Graph element 62"/>
            <p:cNvSpPr/>
            <p:nvPr/>
          </p:nvSpPr>
          <p:spPr>
            <a:xfrm>
              <a:off x="1094250" y="1366519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584" name="Graph element 63"/>
            <p:cNvSpPr/>
            <p:nvPr/>
          </p:nvSpPr>
          <p:spPr>
            <a:xfrm>
              <a:off x="935513" y="1342363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585" name="Graph element 64"/>
            <p:cNvSpPr/>
            <p:nvPr/>
          </p:nvSpPr>
          <p:spPr>
            <a:xfrm>
              <a:off x="942415" y="1325109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586" name="Graph element 65"/>
            <p:cNvSpPr/>
            <p:nvPr/>
          </p:nvSpPr>
          <p:spPr>
            <a:xfrm>
              <a:off x="933788" y="1325109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587" name="Graph element 66"/>
            <p:cNvSpPr/>
            <p:nvPr/>
          </p:nvSpPr>
          <p:spPr>
            <a:xfrm>
              <a:off x="1133589" y="1308200"/>
              <a:ext cx="3451" cy="2761"/>
            </a:xfrm>
            <a:custGeom>
              <a:avLst/>
              <a:gdLst/>
              <a:ahLst/>
              <a:cxnLst/>
              <a:rect l="0" t="0" r="r" b="b"/>
              <a:pathLst>
                <a:path w="3451" h="2761" stroke="0" extrusionOk="0">
                  <a:moveTo>
                    <a:pt x="3451" y="2761"/>
                  </a:moveTo>
                  <a:lnTo>
                    <a:pt x="3451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3451" y="276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588" name="Graph element 67"/>
            <p:cNvSpPr/>
            <p:nvPr/>
          </p:nvSpPr>
          <p:spPr>
            <a:xfrm>
              <a:off x="932062" y="1309580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589" name="Graph element 68"/>
            <p:cNvSpPr/>
            <p:nvPr/>
          </p:nvSpPr>
          <p:spPr>
            <a:xfrm>
              <a:off x="928612" y="1276798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590" name="Graph element 69"/>
            <p:cNvSpPr/>
            <p:nvPr/>
          </p:nvSpPr>
          <p:spPr>
            <a:xfrm>
              <a:off x="935513" y="1259544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591" name="Graph element 70"/>
            <p:cNvSpPr/>
            <p:nvPr/>
          </p:nvSpPr>
          <p:spPr>
            <a:xfrm>
              <a:off x="925161" y="1244015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592" name="Graph element 71"/>
            <p:cNvSpPr/>
            <p:nvPr/>
          </p:nvSpPr>
          <p:spPr>
            <a:xfrm>
              <a:off x="932062" y="1226761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593" name="Graph element 72"/>
            <p:cNvSpPr/>
            <p:nvPr/>
          </p:nvSpPr>
          <p:spPr>
            <a:xfrm>
              <a:off x="930337" y="1211232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594" name="Graph element 73"/>
            <p:cNvSpPr/>
            <p:nvPr/>
          </p:nvSpPr>
          <p:spPr>
            <a:xfrm>
              <a:off x="921710" y="1211232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595" name="Graph element 74"/>
            <p:cNvSpPr/>
            <p:nvPr/>
          </p:nvSpPr>
          <p:spPr>
            <a:xfrm>
              <a:off x="919985" y="1195704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596" name="Graph element 75"/>
            <p:cNvSpPr/>
            <p:nvPr/>
          </p:nvSpPr>
          <p:spPr>
            <a:xfrm>
              <a:off x="926886" y="1178450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597" name="Graph element 76"/>
            <p:cNvSpPr/>
            <p:nvPr/>
          </p:nvSpPr>
          <p:spPr>
            <a:xfrm>
              <a:off x="918259" y="1178450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598" name="Graph element 77"/>
            <p:cNvSpPr/>
            <p:nvPr/>
          </p:nvSpPr>
          <p:spPr>
            <a:xfrm>
              <a:off x="916534" y="1162921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599" name="Graph element 78"/>
            <p:cNvSpPr/>
            <p:nvPr/>
          </p:nvSpPr>
          <p:spPr>
            <a:xfrm>
              <a:off x="923435" y="1145667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600" name="Graph element 79"/>
            <p:cNvSpPr/>
            <p:nvPr/>
          </p:nvSpPr>
          <p:spPr>
            <a:xfrm>
              <a:off x="913083" y="1130139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601" name="Graph element 80"/>
            <p:cNvSpPr/>
            <p:nvPr/>
          </p:nvSpPr>
          <p:spPr>
            <a:xfrm>
              <a:off x="919985" y="1112885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602" name="Graph element 81"/>
            <p:cNvSpPr/>
            <p:nvPr/>
          </p:nvSpPr>
          <p:spPr>
            <a:xfrm>
              <a:off x="909632" y="1097356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603" name="Graph element 82"/>
            <p:cNvSpPr/>
            <p:nvPr/>
          </p:nvSpPr>
          <p:spPr>
            <a:xfrm>
              <a:off x="916534" y="1080102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604" name="Graph element 83"/>
            <p:cNvSpPr/>
            <p:nvPr/>
          </p:nvSpPr>
          <p:spPr>
            <a:xfrm>
              <a:off x="906181" y="1064573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605" name="Graph element 84"/>
            <p:cNvSpPr/>
            <p:nvPr/>
          </p:nvSpPr>
          <p:spPr>
            <a:xfrm>
              <a:off x="913083" y="1047319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606" name="Graph element 85"/>
            <p:cNvSpPr/>
            <p:nvPr/>
          </p:nvSpPr>
          <p:spPr>
            <a:xfrm>
              <a:off x="911358" y="1031791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607" name="Graph element 86"/>
            <p:cNvSpPr/>
            <p:nvPr/>
          </p:nvSpPr>
          <p:spPr>
            <a:xfrm>
              <a:off x="1495924" y="1004529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608" name="Graph element 87"/>
            <p:cNvSpPr/>
            <p:nvPr/>
          </p:nvSpPr>
          <p:spPr>
            <a:xfrm>
              <a:off x="1537334" y="1002804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609" name="Graph element 88"/>
            <p:cNvSpPr/>
            <p:nvPr/>
          </p:nvSpPr>
          <p:spPr>
            <a:xfrm>
              <a:off x="1478670" y="1002804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610" name="Graph element 89"/>
            <p:cNvSpPr/>
            <p:nvPr/>
          </p:nvSpPr>
          <p:spPr>
            <a:xfrm>
              <a:off x="1520080" y="1001078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611" name="Graph element 90"/>
            <p:cNvSpPr/>
            <p:nvPr/>
          </p:nvSpPr>
          <p:spPr>
            <a:xfrm>
              <a:off x="1461416" y="1001078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612" name="Graph element 91"/>
            <p:cNvSpPr/>
            <p:nvPr/>
          </p:nvSpPr>
          <p:spPr>
            <a:xfrm>
              <a:off x="1444162" y="999353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613" name="Graph element 92"/>
            <p:cNvSpPr/>
            <p:nvPr/>
          </p:nvSpPr>
          <p:spPr>
            <a:xfrm>
              <a:off x="1426908" y="997628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614" name="Graph element 93"/>
            <p:cNvSpPr/>
            <p:nvPr/>
          </p:nvSpPr>
          <p:spPr>
            <a:xfrm>
              <a:off x="899684" y="998032"/>
              <a:ext cx="10579" cy="4082"/>
            </a:xfrm>
            <a:custGeom>
              <a:avLst/>
              <a:gdLst/>
              <a:ahLst/>
              <a:cxnLst/>
              <a:rect l="0" t="0" r="r" b="b"/>
              <a:pathLst>
                <a:path w="10579" h="4082" stroke="0" extrusionOk="0">
                  <a:moveTo>
                    <a:pt x="2130" y="4082"/>
                  </a:moveTo>
                  <a:lnTo>
                    <a:pt x="8449" y="4082"/>
                  </a:lnTo>
                  <a:lnTo>
                    <a:pt x="10579" y="1952"/>
                  </a:lnTo>
                  <a:lnTo>
                    <a:pt x="8627" y="0"/>
                  </a:lnTo>
                  <a:lnTo>
                    <a:pt x="7306" y="1321"/>
                  </a:lnTo>
                  <a:lnTo>
                    <a:pt x="3273" y="1321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2130" y="4082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615" name="Graph element 94"/>
            <p:cNvSpPr/>
            <p:nvPr/>
          </p:nvSpPr>
          <p:spPr>
            <a:xfrm>
              <a:off x="1470043" y="995902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616" name="Graph element 95"/>
            <p:cNvSpPr/>
            <p:nvPr/>
          </p:nvSpPr>
          <p:spPr>
            <a:xfrm>
              <a:off x="1452789" y="994177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617" name="Graph element 96"/>
            <p:cNvSpPr/>
            <p:nvPr/>
          </p:nvSpPr>
          <p:spPr>
            <a:xfrm>
              <a:off x="1435535" y="992451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618" name="Graph element 97"/>
            <p:cNvSpPr/>
            <p:nvPr/>
          </p:nvSpPr>
          <p:spPr>
            <a:xfrm>
              <a:off x="1376871" y="992451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619" name="Graph element 98"/>
            <p:cNvSpPr/>
            <p:nvPr/>
          </p:nvSpPr>
          <p:spPr>
            <a:xfrm>
              <a:off x="1418281" y="990726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620" name="Graph element 99"/>
            <p:cNvSpPr/>
            <p:nvPr/>
          </p:nvSpPr>
          <p:spPr>
            <a:xfrm>
              <a:off x="1359617" y="990726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621" name="Graph element 100"/>
            <p:cNvSpPr/>
            <p:nvPr/>
          </p:nvSpPr>
          <p:spPr>
            <a:xfrm>
              <a:off x="1401027" y="989001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622" name="Graph element 101"/>
            <p:cNvSpPr/>
            <p:nvPr/>
          </p:nvSpPr>
          <p:spPr>
            <a:xfrm>
              <a:off x="1342363" y="989001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623" name="Graph element 102"/>
            <p:cNvSpPr/>
            <p:nvPr/>
          </p:nvSpPr>
          <p:spPr>
            <a:xfrm>
              <a:off x="1350990" y="983824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624" name="Graph element 103"/>
            <p:cNvSpPr/>
            <p:nvPr/>
          </p:nvSpPr>
          <p:spPr>
            <a:xfrm>
              <a:off x="1292326" y="983824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625" name="Graph element 104"/>
            <p:cNvSpPr/>
            <p:nvPr/>
          </p:nvSpPr>
          <p:spPr>
            <a:xfrm>
              <a:off x="1333736" y="982099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626" name="Graph element 105"/>
            <p:cNvSpPr/>
            <p:nvPr/>
          </p:nvSpPr>
          <p:spPr>
            <a:xfrm>
              <a:off x="1275072" y="982099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627" name="Graph element 106"/>
            <p:cNvSpPr/>
            <p:nvPr/>
          </p:nvSpPr>
          <p:spPr>
            <a:xfrm>
              <a:off x="897554" y="983479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628" name="Graph element 107"/>
            <p:cNvSpPr/>
            <p:nvPr/>
          </p:nvSpPr>
          <p:spPr>
            <a:xfrm>
              <a:off x="1316482" y="980374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629" name="Graph element 108"/>
            <p:cNvSpPr/>
            <p:nvPr/>
          </p:nvSpPr>
          <p:spPr>
            <a:xfrm>
              <a:off x="1257818" y="980374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630" name="Graph element 109"/>
            <p:cNvSpPr/>
            <p:nvPr/>
          </p:nvSpPr>
          <p:spPr>
            <a:xfrm>
              <a:off x="1240564" y="978648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631" name="Graph element 110"/>
            <p:cNvSpPr/>
            <p:nvPr/>
          </p:nvSpPr>
          <p:spPr>
            <a:xfrm>
              <a:off x="1266445" y="975197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632" name="Graph element 111"/>
            <p:cNvSpPr/>
            <p:nvPr/>
          </p:nvSpPr>
          <p:spPr>
            <a:xfrm>
              <a:off x="1249191" y="973472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633" name="Graph element 112"/>
            <p:cNvSpPr/>
            <p:nvPr/>
          </p:nvSpPr>
          <p:spPr>
            <a:xfrm>
              <a:off x="1190528" y="973472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634" name="Graph element 113"/>
            <p:cNvSpPr/>
            <p:nvPr/>
          </p:nvSpPr>
          <p:spPr>
            <a:xfrm>
              <a:off x="1231937" y="971747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635" name="Graph element 114"/>
            <p:cNvSpPr/>
            <p:nvPr/>
          </p:nvSpPr>
          <p:spPr>
            <a:xfrm>
              <a:off x="1173274" y="971747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636" name="Graph element 115"/>
            <p:cNvSpPr/>
            <p:nvPr/>
          </p:nvSpPr>
          <p:spPr>
            <a:xfrm>
              <a:off x="1214683" y="970021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637" name="Graph element 116"/>
            <p:cNvSpPr/>
            <p:nvPr/>
          </p:nvSpPr>
          <p:spPr>
            <a:xfrm>
              <a:off x="1156020" y="970021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638" name="Graph element 117"/>
            <p:cNvSpPr/>
            <p:nvPr/>
          </p:nvSpPr>
          <p:spPr>
            <a:xfrm>
              <a:off x="1138766" y="968296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639" name="Graph element 118"/>
            <p:cNvSpPr/>
            <p:nvPr/>
          </p:nvSpPr>
          <p:spPr>
            <a:xfrm>
              <a:off x="1121512" y="966570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640" name="Graph element 119"/>
            <p:cNvSpPr/>
            <p:nvPr/>
          </p:nvSpPr>
          <p:spPr>
            <a:xfrm>
              <a:off x="915213" y="966975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641" name="Graph element 120"/>
            <p:cNvSpPr/>
            <p:nvPr/>
          </p:nvSpPr>
          <p:spPr>
            <a:xfrm>
              <a:off x="1164647" y="964845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642" name="Graph element 121"/>
            <p:cNvSpPr/>
            <p:nvPr/>
          </p:nvSpPr>
          <p:spPr>
            <a:xfrm>
              <a:off x="1147393" y="963120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643" name="Graph element 122"/>
            <p:cNvSpPr/>
            <p:nvPr/>
          </p:nvSpPr>
          <p:spPr>
            <a:xfrm>
              <a:off x="1130139" y="961394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644" name="Graph element 123"/>
            <p:cNvSpPr/>
            <p:nvPr/>
          </p:nvSpPr>
          <p:spPr>
            <a:xfrm>
              <a:off x="1071475" y="961394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645" name="Graph element 124"/>
            <p:cNvSpPr/>
            <p:nvPr/>
          </p:nvSpPr>
          <p:spPr>
            <a:xfrm>
              <a:off x="1112885" y="959669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646" name="Graph element 125"/>
            <p:cNvSpPr/>
            <p:nvPr/>
          </p:nvSpPr>
          <p:spPr>
            <a:xfrm>
              <a:off x="1054221" y="959669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647" name="Graph element 126"/>
            <p:cNvSpPr/>
            <p:nvPr/>
          </p:nvSpPr>
          <p:spPr>
            <a:xfrm>
              <a:off x="1095631" y="957943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648" name="Graph element 127"/>
            <p:cNvSpPr/>
            <p:nvPr/>
          </p:nvSpPr>
          <p:spPr>
            <a:xfrm>
              <a:off x="1036967" y="957943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649" name="Graph element 128"/>
            <p:cNvSpPr/>
            <p:nvPr/>
          </p:nvSpPr>
          <p:spPr>
            <a:xfrm>
              <a:off x="877254" y="958348"/>
              <a:ext cx="5403" cy="5403"/>
            </a:xfrm>
            <a:custGeom>
              <a:avLst/>
              <a:gdLst/>
              <a:ahLst/>
              <a:cxnLst/>
              <a:rect l="0" t="0" r="r" b="b"/>
              <a:pathLst>
                <a:path w="5403" h="5403" stroke="0" extrusionOk="0">
                  <a:moveTo>
                    <a:pt x="3451" y="5403"/>
                  </a:moveTo>
                  <a:lnTo>
                    <a:pt x="5403" y="3451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3451" y="5403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650" name="Graph element 129"/>
            <p:cNvSpPr/>
            <p:nvPr/>
          </p:nvSpPr>
          <p:spPr>
            <a:xfrm>
              <a:off x="1019713" y="956218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651" name="Graph element 130"/>
            <p:cNvSpPr/>
            <p:nvPr/>
          </p:nvSpPr>
          <p:spPr>
            <a:xfrm>
              <a:off x="1045594" y="952767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652" name="Graph element 131"/>
            <p:cNvSpPr/>
            <p:nvPr/>
          </p:nvSpPr>
          <p:spPr>
            <a:xfrm>
              <a:off x="1028340" y="951042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653" name="Graph element 132"/>
            <p:cNvSpPr/>
            <p:nvPr/>
          </p:nvSpPr>
          <p:spPr>
            <a:xfrm>
              <a:off x="969676" y="951042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654" name="Graph element 133"/>
            <p:cNvSpPr/>
            <p:nvPr/>
          </p:nvSpPr>
          <p:spPr>
            <a:xfrm>
              <a:off x="1011086" y="949316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655" name="Graph element 134"/>
            <p:cNvSpPr/>
            <p:nvPr/>
          </p:nvSpPr>
          <p:spPr>
            <a:xfrm>
              <a:off x="952422" y="949316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656" name="Graph element 135"/>
            <p:cNvSpPr/>
            <p:nvPr/>
          </p:nvSpPr>
          <p:spPr>
            <a:xfrm>
              <a:off x="993832" y="947591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657" name="Graph element 136"/>
            <p:cNvSpPr/>
            <p:nvPr/>
          </p:nvSpPr>
          <p:spPr>
            <a:xfrm>
              <a:off x="935168" y="947591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658" name="Graph element 137"/>
            <p:cNvSpPr/>
            <p:nvPr/>
          </p:nvSpPr>
          <p:spPr>
            <a:xfrm>
              <a:off x="943795" y="942415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659" name="Graph element 138"/>
            <p:cNvSpPr/>
            <p:nvPr/>
          </p:nvSpPr>
          <p:spPr>
            <a:xfrm>
              <a:off x="926541" y="940689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660" name="Graph element 139"/>
            <p:cNvSpPr/>
            <p:nvPr/>
          </p:nvSpPr>
          <p:spPr>
            <a:xfrm>
              <a:off x="1378942" y="626321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661" name="Graph element 140"/>
            <p:cNvSpPr/>
            <p:nvPr/>
          </p:nvSpPr>
          <p:spPr>
            <a:xfrm>
              <a:off x="483458" y="588362"/>
              <a:ext cx="2761" cy="8627"/>
            </a:xfrm>
            <a:custGeom>
              <a:avLst/>
              <a:gdLst/>
              <a:ahLst/>
              <a:cxnLst/>
              <a:rect l="0" t="0" r="r" b="b"/>
              <a:pathLst>
                <a:path w="2761" h="8627" stroke="0" extrusionOk="0">
                  <a:moveTo>
                    <a:pt x="0" y="8627"/>
                  </a:moveTo>
                  <a:lnTo>
                    <a:pt x="2761" y="8627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8627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662" name="Graph element 141"/>
            <p:cNvSpPr/>
            <p:nvPr/>
          </p:nvSpPr>
          <p:spPr>
            <a:xfrm>
              <a:off x="497261" y="574559"/>
              <a:ext cx="2761" cy="8627"/>
            </a:xfrm>
            <a:custGeom>
              <a:avLst/>
              <a:gdLst/>
              <a:ahLst/>
              <a:cxnLst/>
              <a:rect l="0" t="0" r="r" b="b"/>
              <a:pathLst>
                <a:path w="2761" h="8627" stroke="0" extrusionOk="0">
                  <a:moveTo>
                    <a:pt x="0" y="8627"/>
                  </a:moveTo>
                  <a:lnTo>
                    <a:pt x="2761" y="8627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8627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663" name="Graph element 142"/>
            <p:cNvSpPr/>
            <p:nvPr/>
          </p:nvSpPr>
          <p:spPr>
            <a:xfrm>
              <a:off x="481732" y="541776"/>
              <a:ext cx="2761" cy="8627"/>
            </a:xfrm>
            <a:custGeom>
              <a:avLst/>
              <a:gdLst/>
              <a:ahLst/>
              <a:cxnLst/>
              <a:rect l="0" t="0" r="r" b="b"/>
              <a:pathLst>
                <a:path w="2761" h="8627" stroke="0" extrusionOk="0">
                  <a:moveTo>
                    <a:pt x="0" y="8627"/>
                  </a:moveTo>
                  <a:lnTo>
                    <a:pt x="2761" y="8627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8627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664" name="Graph element 143"/>
            <p:cNvSpPr/>
            <p:nvPr/>
          </p:nvSpPr>
          <p:spPr>
            <a:xfrm>
              <a:off x="495536" y="527973"/>
              <a:ext cx="2761" cy="8627"/>
            </a:xfrm>
            <a:custGeom>
              <a:avLst/>
              <a:gdLst/>
              <a:ahLst/>
              <a:cxnLst/>
              <a:rect l="0" t="0" r="r" b="b"/>
              <a:pathLst>
                <a:path w="2761" h="8627" stroke="0" extrusionOk="0">
                  <a:moveTo>
                    <a:pt x="0" y="8627"/>
                  </a:moveTo>
                  <a:lnTo>
                    <a:pt x="2761" y="8627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8627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665" name="Graph element 144"/>
            <p:cNvSpPr/>
            <p:nvPr/>
          </p:nvSpPr>
          <p:spPr>
            <a:xfrm>
              <a:off x="480007" y="495190"/>
              <a:ext cx="2761" cy="8627"/>
            </a:xfrm>
            <a:custGeom>
              <a:avLst/>
              <a:gdLst/>
              <a:ahLst/>
              <a:cxnLst/>
              <a:rect l="0" t="0" r="r" b="b"/>
              <a:pathLst>
                <a:path w="2761" h="8627" stroke="0" extrusionOk="0">
                  <a:moveTo>
                    <a:pt x="0" y="8627"/>
                  </a:moveTo>
                  <a:lnTo>
                    <a:pt x="2761" y="8627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8627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666" name="Graph element 145"/>
            <p:cNvSpPr/>
            <p:nvPr/>
          </p:nvSpPr>
          <p:spPr>
            <a:xfrm>
              <a:off x="493810" y="481387"/>
              <a:ext cx="2761" cy="8627"/>
            </a:xfrm>
            <a:custGeom>
              <a:avLst/>
              <a:gdLst/>
              <a:ahLst/>
              <a:cxnLst/>
              <a:rect l="0" t="0" r="r" b="b"/>
              <a:pathLst>
                <a:path w="2761" h="8627" stroke="0" extrusionOk="0">
                  <a:moveTo>
                    <a:pt x="0" y="8627"/>
                  </a:moveTo>
                  <a:lnTo>
                    <a:pt x="2761" y="8627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8627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667" name="Graph element 146"/>
            <p:cNvSpPr/>
            <p:nvPr/>
          </p:nvSpPr>
          <p:spPr>
            <a:xfrm>
              <a:off x="429625" y="480007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668" name="Graph element 147"/>
            <p:cNvSpPr/>
            <p:nvPr/>
          </p:nvSpPr>
          <p:spPr>
            <a:xfrm>
              <a:off x="567657" y="461028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669" name="Graph element 148"/>
            <p:cNvSpPr/>
            <p:nvPr/>
          </p:nvSpPr>
          <p:spPr>
            <a:xfrm>
              <a:off x="478282" y="448605"/>
              <a:ext cx="2761" cy="8627"/>
            </a:xfrm>
            <a:custGeom>
              <a:avLst/>
              <a:gdLst/>
              <a:ahLst/>
              <a:cxnLst/>
              <a:rect l="0" t="0" r="r" b="b"/>
              <a:pathLst>
                <a:path w="2761" h="8627" stroke="0" extrusionOk="0">
                  <a:moveTo>
                    <a:pt x="0" y="8627"/>
                  </a:moveTo>
                  <a:lnTo>
                    <a:pt x="2761" y="8627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8627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670" name="Graph element 149"/>
            <p:cNvSpPr/>
            <p:nvPr/>
          </p:nvSpPr>
          <p:spPr>
            <a:xfrm>
              <a:off x="492085" y="434801"/>
              <a:ext cx="2761" cy="8627"/>
            </a:xfrm>
            <a:custGeom>
              <a:avLst/>
              <a:gdLst/>
              <a:ahLst/>
              <a:cxnLst/>
              <a:rect l="0" t="0" r="r" b="b"/>
              <a:pathLst>
                <a:path w="2761" h="8627" stroke="0" extrusionOk="0">
                  <a:moveTo>
                    <a:pt x="0" y="8627"/>
                  </a:moveTo>
                  <a:lnTo>
                    <a:pt x="2761" y="8627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8627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671" name="Graph element 150"/>
            <p:cNvSpPr/>
            <p:nvPr/>
          </p:nvSpPr>
          <p:spPr>
            <a:xfrm>
              <a:off x="476556" y="402019"/>
              <a:ext cx="2761" cy="8627"/>
            </a:xfrm>
            <a:custGeom>
              <a:avLst/>
              <a:gdLst/>
              <a:ahLst/>
              <a:cxnLst/>
              <a:rect l="0" t="0" r="r" b="b"/>
              <a:pathLst>
                <a:path w="2761" h="8627" stroke="0" extrusionOk="0">
                  <a:moveTo>
                    <a:pt x="0" y="8627"/>
                  </a:moveTo>
                  <a:lnTo>
                    <a:pt x="2761" y="8627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8627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672" name="Graph element 151"/>
            <p:cNvSpPr/>
            <p:nvPr/>
          </p:nvSpPr>
          <p:spPr>
            <a:xfrm>
              <a:off x="490359" y="388216"/>
              <a:ext cx="2761" cy="8627"/>
            </a:xfrm>
            <a:custGeom>
              <a:avLst/>
              <a:gdLst/>
              <a:ahLst/>
              <a:cxnLst/>
              <a:rect l="0" t="0" r="r" b="b"/>
              <a:pathLst>
                <a:path w="2761" h="8627" stroke="0" extrusionOk="0">
                  <a:moveTo>
                    <a:pt x="0" y="8627"/>
                  </a:moveTo>
                  <a:lnTo>
                    <a:pt x="2761" y="8627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8627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673" name="Graph element 152"/>
            <p:cNvSpPr/>
            <p:nvPr/>
          </p:nvSpPr>
          <p:spPr>
            <a:xfrm>
              <a:off x="474831" y="360609"/>
              <a:ext cx="2761" cy="5176"/>
            </a:xfrm>
            <a:custGeom>
              <a:avLst/>
              <a:gdLst/>
              <a:ahLst/>
              <a:cxnLst/>
              <a:rect l="0" t="0" r="r" b="b"/>
              <a:pathLst>
                <a:path w="2761" h="5176" stroke="0" extrusionOk="0">
                  <a:moveTo>
                    <a:pt x="0" y="5176"/>
                  </a:moveTo>
                  <a:lnTo>
                    <a:pt x="2761" y="5176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5176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674" name="Graph element 153"/>
            <p:cNvSpPr/>
            <p:nvPr/>
          </p:nvSpPr>
          <p:spPr>
            <a:xfrm>
              <a:off x="548678" y="348876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675" name="Graph element 154"/>
            <p:cNvSpPr/>
            <p:nvPr/>
          </p:nvSpPr>
          <p:spPr>
            <a:xfrm>
              <a:off x="488634" y="348531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19676" name="Graph element 155"/>
            <p:cNvSpPr/>
            <p:nvPr/>
          </p:nvSpPr>
          <p:spPr>
            <a:xfrm>
              <a:off x="1201629" y="1248215"/>
              <a:ext cx="10579" cy="10579"/>
            </a:xfrm>
            <a:custGeom>
              <a:avLst/>
              <a:gdLst/>
              <a:ahLst/>
              <a:cxnLst/>
              <a:rect l="0" t="0" r="r" b="b"/>
              <a:pathLst>
                <a:path w="10579" h="10579" stroke="0" extrusionOk="0">
                  <a:moveTo>
                    <a:pt x="8627" y="10579"/>
                  </a:moveTo>
                  <a:lnTo>
                    <a:pt x="10579" y="8627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8627" y="10579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</p:sp>
        <p:sp>
          <p:nvSpPr>
            <p:cNvPr id="19677" name="Graph element 156"/>
            <p:cNvSpPr/>
            <p:nvPr/>
          </p:nvSpPr>
          <p:spPr>
            <a:xfrm>
              <a:off x="1151593" y="1208531"/>
              <a:ext cx="14030" cy="14030"/>
            </a:xfrm>
            <a:custGeom>
              <a:avLst/>
              <a:gdLst/>
              <a:ahLst/>
              <a:cxnLst/>
              <a:rect l="0" t="0" r="r" b="b"/>
              <a:pathLst>
                <a:path w="14030" h="14030" stroke="0" extrusionOk="0">
                  <a:moveTo>
                    <a:pt x="12078" y="14030"/>
                  </a:moveTo>
                  <a:lnTo>
                    <a:pt x="14030" y="12078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2078" y="14030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</p:sp>
        <p:sp>
          <p:nvSpPr>
            <p:cNvPr id="19678" name="Graph element 157"/>
            <p:cNvSpPr/>
            <p:nvPr/>
          </p:nvSpPr>
          <p:spPr>
            <a:xfrm>
              <a:off x="1142966" y="1187826"/>
              <a:ext cx="14030" cy="14030"/>
            </a:xfrm>
            <a:custGeom>
              <a:avLst/>
              <a:gdLst/>
              <a:ahLst/>
              <a:cxnLst/>
              <a:rect l="0" t="0" r="r" b="b"/>
              <a:pathLst>
                <a:path w="14030" h="14030" stroke="0" extrusionOk="0">
                  <a:moveTo>
                    <a:pt x="12078" y="14030"/>
                  </a:moveTo>
                  <a:lnTo>
                    <a:pt x="14030" y="12078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2078" y="14030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</p:sp>
        <p:sp>
          <p:nvSpPr>
            <p:cNvPr id="19679" name="Graph element 158"/>
            <p:cNvSpPr/>
            <p:nvPr/>
          </p:nvSpPr>
          <p:spPr>
            <a:xfrm>
              <a:off x="1092929" y="1148142"/>
              <a:ext cx="14030" cy="14030"/>
            </a:xfrm>
            <a:custGeom>
              <a:avLst/>
              <a:gdLst/>
              <a:ahLst/>
              <a:cxnLst/>
              <a:rect l="0" t="0" r="r" b="b"/>
              <a:pathLst>
                <a:path w="14030" h="14030" stroke="0" extrusionOk="0">
                  <a:moveTo>
                    <a:pt x="12078" y="14030"/>
                  </a:moveTo>
                  <a:lnTo>
                    <a:pt x="14030" y="12078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2078" y="14030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</p:sp>
        <p:sp>
          <p:nvSpPr>
            <p:cNvPr id="19680" name="Graph element 159"/>
            <p:cNvSpPr/>
            <p:nvPr/>
          </p:nvSpPr>
          <p:spPr>
            <a:xfrm>
              <a:off x="1084302" y="1127437"/>
              <a:ext cx="14030" cy="14030"/>
            </a:xfrm>
            <a:custGeom>
              <a:avLst/>
              <a:gdLst/>
              <a:ahLst/>
              <a:cxnLst/>
              <a:rect l="0" t="0" r="r" b="b"/>
              <a:pathLst>
                <a:path w="14030" h="14030" stroke="0" extrusionOk="0">
                  <a:moveTo>
                    <a:pt x="12078" y="14030"/>
                  </a:moveTo>
                  <a:lnTo>
                    <a:pt x="14030" y="12078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2078" y="14030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</p:sp>
        <p:sp>
          <p:nvSpPr>
            <p:cNvPr id="19681" name="Graph element 160"/>
            <p:cNvSpPr/>
            <p:nvPr/>
          </p:nvSpPr>
          <p:spPr>
            <a:xfrm>
              <a:off x="1034265" y="1087753"/>
              <a:ext cx="15755" cy="15755"/>
            </a:xfrm>
            <a:custGeom>
              <a:avLst/>
              <a:gdLst/>
              <a:ahLst/>
              <a:cxnLst/>
              <a:rect l="0" t="0" r="r" b="b"/>
              <a:pathLst>
                <a:path w="15755" h="15755" stroke="0" extrusionOk="0">
                  <a:moveTo>
                    <a:pt x="13803" y="15755"/>
                  </a:moveTo>
                  <a:lnTo>
                    <a:pt x="15755" y="13803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3803" y="15755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</p:sp>
        <p:sp>
          <p:nvSpPr>
            <p:cNvPr id="19682" name="Graph element 161"/>
            <p:cNvSpPr/>
            <p:nvPr/>
          </p:nvSpPr>
          <p:spPr>
            <a:xfrm>
              <a:off x="1027364" y="1068773"/>
              <a:ext cx="14030" cy="14030"/>
            </a:xfrm>
            <a:custGeom>
              <a:avLst/>
              <a:gdLst/>
              <a:ahLst/>
              <a:cxnLst/>
              <a:rect l="0" t="0" r="r" b="b"/>
              <a:pathLst>
                <a:path w="14030" h="14030" stroke="0" extrusionOk="0">
                  <a:moveTo>
                    <a:pt x="12078" y="14030"/>
                  </a:moveTo>
                  <a:lnTo>
                    <a:pt x="14030" y="12078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2078" y="14030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</p:sp>
        <p:sp>
          <p:nvSpPr>
            <p:cNvPr id="19683" name="Graph element 162"/>
            <p:cNvSpPr/>
            <p:nvPr/>
          </p:nvSpPr>
          <p:spPr>
            <a:xfrm>
              <a:off x="984229" y="1035991"/>
              <a:ext cx="5403" cy="5403"/>
            </a:xfrm>
            <a:custGeom>
              <a:avLst/>
              <a:gdLst/>
              <a:ahLst/>
              <a:cxnLst/>
              <a:rect l="0" t="0" r="r" b="b"/>
              <a:pathLst>
                <a:path w="5403" h="5403" stroke="0" extrusionOk="0">
                  <a:moveTo>
                    <a:pt x="3451" y="5403"/>
                  </a:moveTo>
                  <a:lnTo>
                    <a:pt x="5403" y="3451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3451" y="5403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</p:sp>
        <p:sp>
          <p:nvSpPr>
            <p:cNvPr id="19684" name="Graph element 163"/>
            <p:cNvSpPr/>
            <p:nvPr/>
          </p:nvSpPr>
          <p:spPr>
            <a:xfrm>
              <a:off x="918663" y="968700"/>
              <a:ext cx="14030" cy="14030"/>
            </a:xfrm>
            <a:custGeom>
              <a:avLst/>
              <a:gdLst/>
              <a:ahLst/>
              <a:cxnLst/>
              <a:rect l="0" t="0" r="r" b="b"/>
              <a:pathLst>
                <a:path w="14030" h="14030" stroke="0" extrusionOk="0">
                  <a:moveTo>
                    <a:pt x="12078" y="14030"/>
                  </a:moveTo>
                  <a:lnTo>
                    <a:pt x="14030" y="12078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2078" y="14030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</p:sp>
        <p:sp>
          <p:nvSpPr>
            <p:cNvPr id="19685" name="Graph element 164"/>
            <p:cNvSpPr/>
            <p:nvPr/>
          </p:nvSpPr>
          <p:spPr>
            <a:xfrm>
              <a:off x="920389" y="958348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</p:sp>
        <p:sp>
          <p:nvSpPr>
            <p:cNvPr id="19686" name="Graph element 165"/>
            <p:cNvSpPr/>
            <p:nvPr/>
          </p:nvSpPr>
          <p:spPr>
            <a:xfrm>
              <a:off x="513194" y="620169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</p:sp>
        <p:sp>
          <p:nvSpPr>
            <p:cNvPr id="19687" name="Graph element 166"/>
            <p:cNvSpPr/>
            <p:nvPr/>
          </p:nvSpPr>
          <p:spPr>
            <a:xfrm>
              <a:off x="530448" y="601189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</p:sp>
        <p:sp>
          <p:nvSpPr>
            <p:cNvPr id="19688" name="Graph element 167"/>
            <p:cNvSpPr/>
            <p:nvPr/>
          </p:nvSpPr>
          <p:spPr>
            <a:xfrm>
              <a:off x="513194" y="599464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</p:sp>
        <p:sp>
          <p:nvSpPr>
            <p:cNvPr id="19689" name="Graph element 168"/>
            <p:cNvSpPr/>
            <p:nvPr/>
          </p:nvSpPr>
          <p:spPr>
            <a:xfrm>
              <a:off x="547702" y="580485"/>
              <a:ext cx="5403" cy="5403"/>
            </a:xfrm>
            <a:custGeom>
              <a:avLst/>
              <a:gdLst/>
              <a:ahLst/>
              <a:cxnLst/>
              <a:rect l="0" t="0" r="r" b="b"/>
              <a:pathLst>
                <a:path w="5403" h="5403" stroke="0" extrusionOk="0">
                  <a:moveTo>
                    <a:pt x="0" y="3451"/>
                  </a:moveTo>
                  <a:lnTo>
                    <a:pt x="1952" y="5403"/>
                  </a:lnTo>
                  <a:lnTo>
                    <a:pt x="5403" y="1952"/>
                  </a:lnTo>
                  <a:lnTo>
                    <a:pt x="3451" y="0"/>
                  </a:lnTo>
                  <a:lnTo>
                    <a:pt x="0" y="3451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</p:sp>
        <p:sp>
          <p:nvSpPr>
            <p:cNvPr id="19690" name="Graph element 169"/>
            <p:cNvSpPr/>
            <p:nvPr/>
          </p:nvSpPr>
          <p:spPr>
            <a:xfrm>
              <a:off x="530448" y="580485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</p:sp>
        <p:sp>
          <p:nvSpPr>
            <p:cNvPr id="19691" name="Graph element 170"/>
            <p:cNvSpPr/>
            <p:nvPr/>
          </p:nvSpPr>
          <p:spPr>
            <a:xfrm>
              <a:off x="564956" y="561505"/>
              <a:ext cx="5403" cy="5403"/>
            </a:xfrm>
            <a:custGeom>
              <a:avLst/>
              <a:gdLst/>
              <a:ahLst/>
              <a:cxnLst/>
              <a:rect l="0" t="0" r="r" b="b"/>
              <a:pathLst>
                <a:path w="5403" h="5403" stroke="0" extrusionOk="0">
                  <a:moveTo>
                    <a:pt x="0" y="3451"/>
                  </a:moveTo>
                  <a:lnTo>
                    <a:pt x="1952" y="5403"/>
                  </a:lnTo>
                  <a:lnTo>
                    <a:pt x="5403" y="1952"/>
                  </a:lnTo>
                  <a:lnTo>
                    <a:pt x="3451" y="0"/>
                  </a:lnTo>
                  <a:lnTo>
                    <a:pt x="0" y="3451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</p:sp>
        <p:sp>
          <p:nvSpPr>
            <p:cNvPr id="19692" name="Graph element 171"/>
            <p:cNvSpPr/>
            <p:nvPr/>
          </p:nvSpPr>
          <p:spPr>
            <a:xfrm>
              <a:off x="547702" y="561505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</p:sp>
        <p:sp>
          <p:nvSpPr>
            <p:cNvPr id="19693" name="Graph element 172"/>
            <p:cNvSpPr/>
            <p:nvPr/>
          </p:nvSpPr>
          <p:spPr>
            <a:xfrm>
              <a:off x="583935" y="542526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</p:sp>
        <p:sp>
          <p:nvSpPr>
            <p:cNvPr id="19694" name="Graph element 173"/>
            <p:cNvSpPr/>
            <p:nvPr/>
          </p:nvSpPr>
          <p:spPr>
            <a:xfrm>
              <a:off x="564956" y="540800"/>
              <a:ext cx="5403" cy="5403"/>
            </a:xfrm>
            <a:custGeom>
              <a:avLst/>
              <a:gdLst/>
              <a:ahLst/>
              <a:cxnLst/>
              <a:rect l="0" t="0" r="r" b="b"/>
              <a:pathLst>
                <a:path w="5403" h="5403" stroke="0" extrusionOk="0">
                  <a:moveTo>
                    <a:pt x="0" y="3451"/>
                  </a:moveTo>
                  <a:lnTo>
                    <a:pt x="1952" y="5403"/>
                  </a:lnTo>
                  <a:lnTo>
                    <a:pt x="5403" y="1952"/>
                  </a:lnTo>
                  <a:lnTo>
                    <a:pt x="3451" y="0"/>
                  </a:lnTo>
                  <a:lnTo>
                    <a:pt x="0" y="3451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</p:sp>
        <p:sp>
          <p:nvSpPr>
            <p:cNvPr id="19695" name="Graph element 174"/>
            <p:cNvSpPr/>
            <p:nvPr/>
          </p:nvSpPr>
          <p:spPr>
            <a:xfrm>
              <a:off x="601189" y="523546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</p:sp>
        <p:sp>
          <p:nvSpPr>
            <p:cNvPr id="19696" name="Graph element 175"/>
            <p:cNvSpPr/>
            <p:nvPr/>
          </p:nvSpPr>
          <p:spPr>
            <a:xfrm>
              <a:off x="583935" y="521821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</p:sp>
        <p:sp>
          <p:nvSpPr>
            <p:cNvPr id="19697" name="Graph element 176"/>
            <p:cNvSpPr/>
            <p:nvPr/>
          </p:nvSpPr>
          <p:spPr>
            <a:xfrm>
              <a:off x="618443" y="504567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</p:sp>
        <p:sp>
          <p:nvSpPr>
            <p:cNvPr id="19698" name="Graph element 177"/>
            <p:cNvSpPr/>
            <p:nvPr/>
          </p:nvSpPr>
          <p:spPr>
            <a:xfrm>
              <a:off x="601189" y="502841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</p:sp>
        <p:sp>
          <p:nvSpPr>
            <p:cNvPr id="19699" name="Graph element 178"/>
            <p:cNvSpPr/>
            <p:nvPr/>
          </p:nvSpPr>
          <p:spPr>
            <a:xfrm>
              <a:off x="635697" y="483862"/>
              <a:ext cx="5403" cy="5403"/>
            </a:xfrm>
            <a:custGeom>
              <a:avLst/>
              <a:gdLst/>
              <a:ahLst/>
              <a:cxnLst/>
              <a:rect l="0" t="0" r="r" b="b"/>
              <a:pathLst>
                <a:path w="5403" h="5403" stroke="0" extrusionOk="0">
                  <a:moveTo>
                    <a:pt x="0" y="3451"/>
                  </a:moveTo>
                  <a:lnTo>
                    <a:pt x="1952" y="5403"/>
                  </a:lnTo>
                  <a:lnTo>
                    <a:pt x="5403" y="1952"/>
                  </a:lnTo>
                  <a:lnTo>
                    <a:pt x="3451" y="0"/>
                  </a:lnTo>
                  <a:lnTo>
                    <a:pt x="0" y="3451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</p:sp>
        <p:sp>
          <p:nvSpPr>
            <p:cNvPr id="19700" name="Graph element 179"/>
            <p:cNvSpPr/>
            <p:nvPr/>
          </p:nvSpPr>
          <p:spPr>
            <a:xfrm>
              <a:off x="618443" y="483862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</p:sp>
        <p:sp>
          <p:nvSpPr>
            <p:cNvPr id="19701" name="Graph element 180"/>
            <p:cNvSpPr/>
            <p:nvPr/>
          </p:nvSpPr>
          <p:spPr>
            <a:xfrm>
              <a:off x="654677" y="464883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</p:sp>
        <p:sp>
          <p:nvSpPr>
            <p:cNvPr id="19702" name="Graph element 181"/>
            <p:cNvSpPr/>
            <p:nvPr/>
          </p:nvSpPr>
          <p:spPr>
            <a:xfrm>
              <a:off x="635697" y="463157"/>
              <a:ext cx="5403" cy="5403"/>
            </a:xfrm>
            <a:custGeom>
              <a:avLst/>
              <a:gdLst/>
              <a:ahLst/>
              <a:cxnLst/>
              <a:rect l="0" t="0" r="r" b="b"/>
              <a:pathLst>
                <a:path w="5403" h="5403" stroke="0" extrusionOk="0">
                  <a:moveTo>
                    <a:pt x="0" y="3451"/>
                  </a:moveTo>
                  <a:lnTo>
                    <a:pt x="1952" y="5403"/>
                  </a:lnTo>
                  <a:lnTo>
                    <a:pt x="5403" y="1952"/>
                  </a:lnTo>
                  <a:lnTo>
                    <a:pt x="3451" y="0"/>
                  </a:lnTo>
                  <a:lnTo>
                    <a:pt x="0" y="3451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</p:sp>
        <p:sp>
          <p:nvSpPr>
            <p:cNvPr id="19703" name="Graph element 182"/>
            <p:cNvSpPr/>
            <p:nvPr/>
          </p:nvSpPr>
          <p:spPr>
            <a:xfrm>
              <a:off x="345830" y="461432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</p:sp>
        <p:sp>
          <p:nvSpPr>
            <p:cNvPr id="19704" name="Graph element 183"/>
            <p:cNvSpPr/>
            <p:nvPr/>
          </p:nvSpPr>
          <p:spPr>
            <a:xfrm>
              <a:off x="328576" y="459706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</p:sp>
        <p:sp>
          <p:nvSpPr>
            <p:cNvPr id="19705" name="Graph element 184"/>
            <p:cNvSpPr/>
            <p:nvPr/>
          </p:nvSpPr>
          <p:spPr>
            <a:xfrm>
              <a:off x="361358" y="442452"/>
              <a:ext cx="5403" cy="5403"/>
            </a:xfrm>
            <a:custGeom>
              <a:avLst/>
              <a:gdLst/>
              <a:ahLst/>
              <a:cxnLst/>
              <a:rect l="0" t="0" r="r" b="b"/>
              <a:pathLst>
                <a:path w="5403" h="5403" stroke="0" extrusionOk="0">
                  <a:moveTo>
                    <a:pt x="0" y="3451"/>
                  </a:moveTo>
                  <a:lnTo>
                    <a:pt x="1952" y="5403"/>
                  </a:lnTo>
                  <a:lnTo>
                    <a:pt x="5403" y="1952"/>
                  </a:lnTo>
                  <a:lnTo>
                    <a:pt x="3451" y="0"/>
                  </a:lnTo>
                  <a:lnTo>
                    <a:pt x="0" y="3451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</p:sp>
        <p:sp>
          <p:nvSpPr>
            <p:cNvPr id="19706" name="Graph element 185"/>
            <p:cNvSpPr/>
            <p:nvPr/>
          </p:nvSpPr>
          <p:spPr>
            <a:xfrm>
              <a:off x="344104" y="442452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</p:sp>
        <p:sp>
          <p:nvSpPr>
            <p:cNvPr id="19707" name="Graph element 186"/>
            <p:cNvSpPr/>
            <p:nvPr/>
          </p:nvSpPr>
          <p:spPr>
            <a:xfrm>
              <a:off x="378612" y="423473"/>
              <a:ext cx="5403" cy="5403"/>
            </a:xfrm>
            <a:custGeom>
              <a:avLst/>
              <a:gdLst/>
              <a:ahLst/>
              <a:cxnLst/>
              <a:rect l="0" t="0" r="r" b="b"/>
              <a:pathLst>
                <a:path w="5403" h="5403" stroke="0" extrusionOk="0">
                  <a:moveTo>
                    <a:pt x="0" y="3451"/>
                  </a:moveTo>
                  <a:lnTo>
                    <a:pt x="1952" y="5403"/>
                  </a:lnTo>
                  <a:lnTo>
                    <a:pt x="5403" y="1952"/>
                  </a:lnTo>
                  <a:lnTo>
                    <a:pt x="3451" y="0"/>
                  </a:lnTo>
                  <a:lnTo>
                    <a:pt x="0" y="3451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</p:sp>
        <p:sp>
          <p:nvSpPr>
            <p:cNvPr id="19708" name="Graph element 187"/>
            <p:cNvSpPr/>
            <p:nvPr/>
          </p:nvSpPr>
          <p:spPr>
            <a:xfrm>
              <a:off x="361358" y="423473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</p:sp>
        <p:sp>
          <p:nvSpPr>
            <p:cNvPr id="19709" name="Graph element 188"/>
            <p:cNvSpPr/>
            <p:nvPr/>
          </p:nvSpPr>
          <p:spPr>
            <a:xfrm>
              <a:off x="395867" y="404494"/>
              <a:ext cx="5403" cy="5403"/>
            </a:xfrm>
            <a:custGeom>
              <a:avLst/>
              <a:gdLst/>
              <a:ahLst/>
              <a:cxnLst/>
              <a:rect l="0" t="0" r="r" b="b"/>
              <a:pathLst>
                <a:path w="5403" h="5403" stroke="0" extrusionOk="0">
                  <a:moveTo>
                    <a:pt x="0" y="3451"/>
                  </a:moveTo>
                  <a:lnTo>
                    <a:pt x="1952" y="5403"/>
                  </a:lnTo>
                  <a:lnTo>
                    <a:pt x="5403" y="1952"/>
                  </a:lnTo>
                  <a:lnTo>
                    <a:pt x="3451" y="0"/>
                  </a:lnTo>
                  <a:lnTo>
                    <a:pt x="0" y="3451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</p:sp>
        <p:sp>
          <p:nvSpPr>
            <p:cNvPr id="19710" name="Graph element 189"/>
            <p:cNvSpPr/>
            <p:nvPr/>
          </p:nvSpPr>
          <p:spPr>
            <a:xfrm>
              <a:off x="378612" y="404494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</p:sp>
        <p:sp>
          <p:nvSpPr>
            <p:cNvPr id="19711" name="Graph element 190"/>
            <p:cNvSpPr/>
            <p:nvPr/>
          </p:nvSpPr>
          <p:spPr>
            <a:xfrm>
              <a:off x="537350" y="395867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</p:sp>
        <p:sp>
          <p:nvSpPr>
            <p:cNvPr id="19712" name="Graph element 191"/>
            <p:cNvSpPr/>
            <p:nvPr/>
          </p:nvSpPr>
          <p:spPr>
            <a:xfrm>
              <a:off x="413121" y="387240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</p:sp>
        <p:sp>
          <p:nvSpPr>
            <p:cNvPr id="19713" name="Graph element 192"/>
            <p:cNvSpPr/>
            <p:nvPr/>
          </p:nvSpPr>
          <p:spPr>
            <a:xfrm>
              <a:off x="395867" y="385514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</p:sp>
        <p:sp>
          <p:nvSpPr>
            <p:cNvPr id="19714" name="Graph element 193"/>
            <p:cNvSpPr/>
            <p:nvPr/>
          </p:nvSpPr>
          <p:spPr>
            <a:xfrm>
              <a:off x="430375" y="368260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</p:sp>
        <p:sp>
          <p:nvSpPr>
            <p:cNvPr id="19715" name="Graph element 194"/>
            <p:cNvSpPr/>
            <p:nvPr/>
          </p:nvSpPr>
          <p:spPr>
            <a:xfrm>
              <a:off x="413121" y="366535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</p:sp>
        <p:sp>
          <p:nvSpPr>
            <p:cNvPr id="19716" name="Graph element 195"/>
            <p:cNvSpPr/>
            <p:nvPr/>
          </p:nvSpPr>
          <p:spPr>
            <a:xfrm>
              <a:off x="430375" y="347555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</p:sp>
        <p:sp>
          <p:nvSpPr>
            <p:cNvPr id="19717" name="Graph element 196"/>
            <p:cNvSpPr/>
            <p:nvPr/>
          </p:nvSpPr>
          <p:spPr>
            <a:xfrm>
              <a:off x="506292" y="325125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</p:sp>
        <p:sp>
          <p:nvSpPr>
            <p:cNvPr id="19718" name="Graph element 197"/>
            <p:cNvSpPr/>
            <p:nvPr/>
          </p:nvSpPr>
          <p:spPr>
            <a:xfrm>
              <a:off x="464883" y="309596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</p:sp>
        <p:sp>
          <p:nvSpPr>
            <p:cNvPr id="19719" name="Graph element 198"/>
            <p:cNvSpPr/>
            <p:nvPr/>
          </p:nvSpPr>
          <p:spPr>
            <a:xfrm>
              <a:off x="425198" y="1758934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E1E1E1"/>
            </a:solidFill>
            <a:ln>
              <a:noFill/>
            </a:ln>
          </p:spPr>
        </p:sp>
        <p:sp>
          <p:nvSpPr>
            <p:cNvPr id="19720" name="Graph element 199"/>
            <p:cNvSpPr/>
            <p:nvPr/>
          </p:nvSpPr>
          <p:spPr>
            <a:xfrm>
              <a:off x="1199155" y="1377216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E1E1E1"/>
            </a:solidFill>
            <a:ln>
              <a:noFill/>
            </a:ln>
          </p:spPr>
        </p:sp>
        <p:sp>
          <p:nvSpPr>
            <p:cNvPr id="19721" name="Graph element 200"/>
            <p:cNvSpPr/>
            <p:nvPr/>
          </p:nvSpPr>
          <p:spPr>
            <a:xfrm>
              <a:off x="966225" y="1377216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E1E1E1"/>
            </a:solidFill>
            <a:ln>
              <a:noFill/>
            </a:ln>
          </p:spPr>
        </p:sp>
        <p:sp>
          <p:nvSpPr>
            <p:cNvPr id="19722" name="Graph element 201"/>
            <p:cNvSpPr/>
            <p:nvPr/>
          </p:nvSpPr>
          <p:spPr>
            <a:xfrm>
              <a:off x="1199155" y="1366864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E1E1E1"/>
            </a:solidFill>
            <a:ln>
              <a:noFill/>
            </a:ln>
          </p:spPr>
        </p:sp>
        <p:sp>
          <p:nvSpPr>
            <p:cNvPr id="19723" name="Graph element 202"/>
            <p:cNvSpPr/>
            <p:nvPr/>
          </p:nvSpPr>
          <p:spPr>
            <a:xfrm>
              <a:off x="995557" y="1365138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E1E1E1"/>
            </a:solidFill>
            <a:ln>
              <a:noFill/>
            </a:ln>
          </p:spPr>
        </p:sp>
        <p:sp>
          <p:nvSpPr>
            <p:cNvPr id="19724" name="Graph element 203"/>
            <p:cNvSpPr/>
            <p:nvPr/>
          </p:nvSpPr>
          <p:spPr>
            <a:xfrm>
              <a:off x="1020058" y="1361343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E1E1E1"/>
            </a:solidFill>
            <a:ln>
              <a:noFill/>
            </a:ln>
          </p:spPr>
        </p:sp>
        <p:sp>
          <p:nvSpPr>
            <p:cNvPr id="19725" name="Graph element 204"/>
            <p:cNvSpPr/>
            <p:nvPr/>
          </p:nvSpPr>
          <p:spPr>
            <a:xfrm>
              <a:off x="1561834" y="1007635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E1E1E1"/>
            </a:solidFill>
            <a:ln>
              <a:noFill/>
            </a:ln>
          </p:spPr>
        </p:sp>
        <p:sp>
          <p:nvSpPr>
            <p:cNvPr id="19726" name="Graph element 205"/>
            <p:cNvSpPr/>
            <p:nvPr/>
          </p:nvSpPr>
          <p:spPr>
            <a:xfrm>
              <a:off x="1777914" y="925565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E1E1E1"/>
            </a:solidFill>
            <a:ln>
              <a:noFill/>
            </a:ln>
          </p:spPr>
        </p:sp>
        <p:sp>
          <p:nvSpPr>
            <p:cNvPr id="19727" name="Graph element 206"/>
            <p:cNvSpPr/>
            <p:nvPr/>
          </p:nvSpPr>
          <p:spPr>
            <a:xfrm>
              <a:off x="1777914" y="892782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E1E1E1"/>
            </a:solidFill>
            <a:ln>
              <a:noFill/>
            </a:ln>
          </p:spPr>
        </p:sp>
        <p:sp>
          <p:nvSpPr>
            <p:cNvPr id="19728" name="Graph element 207"/>
            <p:cNvSpPr/>
            <p:nvPr/>
          </p:nvSpPr>
          <p:spPr>
            <a:xfrm>
              <a:off x="1776188" y="865176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E1E1E1"/>
            </a:solidFill>
            <a:ln>
              <a:noFill/>
            </a:ln>
          </p:spPr>
        </p:sp>
        <p:sp>
          <p:nvSpPr>
            <p:cNvPr id="19729" name="Graph element 208"/>
            <p:cNvSpPr/>
            <p:nvPr/>
          </p:nvSpPr>
          <p:spPr>
            <a:xfrm>
              <a:off x="1808971" y="832393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E1E1E1"/>
            </a:solidFill>
            <a:ln>
              <a:noFill/>
            </a:ln>
          </p:spPr>
        </p:sp>
        <p:sp>
          <p:nvSpPr>
            <p:cNvPr id="19730" name="Graph element 209"/>
            <p:cNvSpPr/>
            <p:nvPr/>
          </p:nvSpPr>
          <p:spPr>
            <a:xfrm>
              <a:off x="1810697" y="806512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E1E1E1"/>
            </a:solidFill>
            <a:ln>
              <a:noFill/>
            </a:ln>
          </p:spPr>
        </p:sp>
        <p:sp>
          <p:nvSpPr>
            <p:cNvPr id="19731" name="Graph element 210"/>
            <p:cNvSpPr/>
            <p:nvPr/>
          </p:nvSpPr>
          <p:spPr>
            <a:xfrm>
              <a:off x="1808971" y="753025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E1E1E1"/>
            </a:solidFill>
            <a:ln>
              <a:noFill/>
            </a:ln>
          </p:spPr>
        </p:sp>
        <p:sp>
          <p:nvSpPr>
            <p:cNvPr id="19732" name="Graph element 211"/>
            <p:cNvSpPr/>
            <p:nvPr/>
          </p:nvSpPr>
          <p:spPr>
            <a:xfrm>
              <a:off x="1788266" y="646050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E1E1E1"/>
            </a:solidFill>
            <a:ln>
              <a:noFill/>
            </a:ln>
          </p:spPr>
        </p:sp>
        <p:sp>
          <p:nvSpPr>
            <p:cNvPr id="19733" name="Graph element 212"/>
            <p:cNvSpPr/>
            <p:nvPr/>
          </p:nvSpPr>
          <p:spPr>
            <a:xfrm>
              <a:off x="1802069" y="632247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E1E1E1"/>
            </a:solidFill>
            <a:ln>
              <a:noFill/>
            </a:ln>
          </p:spPr>
        </p:sp>
        <p:sp>
          <p:nvSpPr>
            <p:cNvPr id="19734" name="Graph element 213"/>
            <p:cNvSpPr/>
            <p:nvPr/>
          </p:nvSpPr>
          <p:spPr>
            <a:xfrm>
              <a:off x="330301" y="494214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E1E1E1"/>
            </a:solidFill>
            <a:ln>
              <a:noFill/>
            </a:ln>
          </p:spPr>
        </p:sp>
        <p:sp>
          <p:nvSpPr>
            <p:cNvPr id="19735" name="Graph element 214"/>
            <p:cNvSpPr/>
            <p:nvPr/>
          </p:nvSpPr>
          <p:spPr>
            <a:xfrm>
              <a:off x="575308" y="444178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E1E1E1"/>
            </a:solidFill>
            <a:ln>
              <a:noFill/>
            </a:ln>
          </p:spPr>
        </p:sp>
        <p:sp>
          <p:nvSpPr>
            <p:cNvPr id="19736" name="Graph element 215"/>
            <p:cNvSpPr/>
            <p:nvPr/>
          </p:nvSpPr>
          <p:spPr>
            <a:xfrm>
              <a:off x="638744" y="414097"/>
              <a:ext cx="2761" cy="5176"/>
            </a:xfrm>
            <a:custGeom>
              <a:avLst/>
              <a:gdLst/>
              <a:ahLst/>
              <a:cxnLst/>
              <a:rect l="0" t="0" r="r" b="b"/>
              <a:pathLst>
                <a:path w="2761" h="5176" stroke="0" extrusionOk="0">
                  <a:moveTo>
                    <a:pt x="0" y="5176"/>
                  </a:moveTo>
                  <a:lnTo>
                    <a:pt x="2761" y="5176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5176"/>
                  </a:lnTo>
                  <a:close/>
                </a:path>
              </a:pathLst>
            </a:custGeom>
            <a:solidFill>
              <a:srgbClr val="E1E1E1"/>
            </a:solidFill>
            <a:ln>
              <a:noFill/>
            </a:ln>
          </p:spPr>
        </p:sp>
        <p:sp>
          <p:nvSpPr>
            <p:cNvPr id="19737" name="Graph element 216"/>
            <p:cNvSpPr/>
            <p:nvPr/>
          </p:nvSpPr>
          <p:spPr>
            <a:xfrm>
              <a:off x="485587" y="322995"/>
              <a:ext cx="6152" cy="5058"/>
            </a:xfrm>
            <a:custGeom>
              <a:avLst/>
              <a:gdLst/>
              <a:ahLst/>
              <a:cxnLst/>
              <a:rect l="0" t="0" r="r" b="b"/>
              <a:pathLst>
                <a:path w="6152" h="5058" stroke="0" extrusionOk="0">
                  <a:moveTo>
                    <a:pt x="2701" y="5058"/>
                  </a:moveTo>
                  <a:lnTo>
                    <a:pt x="4999" y="2761"/>
                  </a:lnTo>
                  <a:lnTo>
                    <a:pt x="6152" y="2761"/>
                  </a:lnTo>
                  <a:lnTo>
                    <a:pt x="6152" y="0"/>
                  </a:lnTo>
                  <a:lnTo>
                    <a:pt x="3855" y="0"/>
                  </a:lnTo>
                  <a:lnTo>
                    <a:pt x="2701" y="1154"/>
                  </a:lnTo>
                  <a:lnTo>
                    <a:pt x="1952" y="404"/>
                  </a:lnTo>
                  <a:lnTo>
                    <a:pt x="0" y="2356"/>
                  </a:lnTo>
                  <a:lnTo>
                    <a:pt x="2701" y="5058"/>
                  </a:lnTo>
                  <a:close/>
                </a:path>
              </a:pathLst>
            </a:custGeom>
            <a:solidFill>
              <a:srgbClr val="E1E1E1"/>
            </a:solidFill>
            <a:ln>
              <a:noFill/>
            </a:ln>
          </p:spPr>
        </p:sp>
        <p:sp>
          <p:nvSpPr>
            <p:cNvPr id="19738" name="Graph element 217"/>
            <p:cNvSpPr/>
            <p:nvPr/>
          </p:nvSpPr>
          <p:spPr>
            <a:xfrm>
              <a:off x="944140" y="1345814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19739" name="Graph element 218"/>
            <p:cNvSpPr/>
            <p:nvPr/>
          </p:nvSpPr>
          <p:spPr>
            <a:xfrm>
              <a:off x="942415" y="1328560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19740" name="Graph element 219"/>
            <p:cNvSpPr/>
            <p:nvPr/>
          </p:nvSpPr>
          <p:spPr>
            <a:xfrm>
              <a:off x="933788" y="1321658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19741" name="Graph element 220"/>
            <p:cNvSpPr/>
            <p:nvPr/>
          </p:nvSpPr>
          <p:spPr>
            <a:xfrm>
              <a:off x="1196049" y="1288876"/>
              <a:ext cx="2761" cy="3451"/>
            </a:xfrm>
            <a:custGeom>
              <a:avLst/>
              <a:gdLst/>
              <a:ahLst/>
              <a:cxnLst/>
              <a:rect l="0" t="0" r="r" b="b"/>
              <a:pathLst>
                <a:path w="2761" h="3451" stroke="0" extrusionOk="0">
                  <a:moveTo>
                    <a:pt x="0" y="3451"/>
                  </a:moveTo>
                  <a:lnTo>
                    <a:pt x="2761" y="3451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3451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19742" name="Graph element 221"/>
            <p:cNvSpPr/>
            <p:nvPr/>
          </p:nvSpPr>
          <p:spPr>
            <a:xfrm>
              <a:off x="930337" y="1288876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19743" name="Graph element 222"/>
            <p:cNvSpPr/>
            <p:nvPr/>
          </p:nvSpPr>
          <p:spPr>
            <a:xfrm>
              <a:off x="937239" y="1280249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19744" name="Graph element 223"/>
            <p:cNvSpPr/>
            <p:nvPr/>
          </p:nvSpPr>
          <p:spPr>
            <a:xfrm>
              <a:off x="926886" y="1256093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19745" name="Graph element 224"/>
            <p:cNvSpPr/>
            <p:nvPr/>
          </p:nvSpPr>
          <p:spPr>
            <a:xfrm>
              <a:off x="933788" y="1247466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19746" name="Graph element 225"/>
            <p:cNvSpPr/>
            <p:nvPr/>
          </p:nvSpPr>
          <p:spPr>
            <a:xfrm>
              <a:off x="923435" y="1223310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19747" name="Graph element 226"/>
            <p:cNvSpPr/>
            <p:nvPr/>
          </p:nvSpPr>
          <p:spPr>
            <a:xfrm>
              <a:off x="930337" y="1214683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19748" name="Graph element 227"/>
            <p:cNvSpPr/>
            <p:nvPr/>
          </p:nvSpPr>
          <p:spPr>
            <a:xfrm>
              <a:off x="921710" y="1207782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19749" name="Graph element 228"/>
            <p:cNvSpPr/>
            <p:nvPr/>
          </p:nvSpPr>
          <p:spPr>
            <a:xfrm>
              <a:off x="928612" y="1199155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19750" name="Graph element 229"/>
            <p:cNvSpPr/>
            <p:nvPr/>
          </p:nvSpPr>
          <p:spPr>
            <a:xfrm>
              <a:off x="1804771" y="1183971"/>
              <a:ext cx="6902" cy="2761"/>
            </a:xfrm>
            <a:custGeom>
              <a:avLst/>
              <a:gdLst/>
              <a:ahLst/>
              <a:cxnLst/>
              <a:rect l="0" t="0" r="r" b="b"/>
              <a:pathLst>
                <a:path w="6902" h="2761" stroke="0" extrusionOk="0">
                  <a:moveTo>
                    <a:pt x="6902" y="2761"/>
                  </a:moveTo>
                  <a:lnTo>
                    <a:pt x="6902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6902" y="2761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19751" name="Graph element 230"/>
            <p:cNvSpPr/>
            <p:nvPr/>
          </p:nvSpPr>
          <p:spPr>
            <a:xfrm>
              <a:off x="1765087" y="1183971"/>
              <a:ext cx="6902" cy="2761"/>
            </a:xfrm>
            <a:custGeom>
              <a:avLst/>
              <a:gdLst/>
              <a:ahLst/>
              <a:cxnLst/>
              <a:rect l="0" t="0" r="r" b="b"/>
              <a:pathLst>
                <a:path w="6902" h="2761" stroke="0" extrusionOk="0">
                  <a:moveTo>
                    <a:pt x="6902" y="2761"/>
                  </a:moveTo>
                  <a:lnTo>
                    <a:pt x="6902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6902" y="2761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19752" name="Graph element 231"/>
            <p:cNvSpPr/>
            <p:nvPr/>
          </p:nvSpPr>
          <p:spPr>
            <a:xfrm>
              <a:off x="926886" y="1181901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19753" name="Graph element 232"/>
            <p:cNvSpPr/>
            <p:nvPr/>
          </p:nvSpPr>
          <p:spPr>
            <a:xfrm>
              <a:off x="918259" y="1174999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19754" name="Graph element 233"/>
            <p:cNvSpPr/>
            <p:nvPr/>
          </p:nvSpPr>
          <p:spPr>
            <a:xfrm>
              <a:off x="925161" y="1166372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19755" name="Graph element 234"/>
            <p:cNvSpPr/>
            <p:nvPr/>
          </p:nvSpPr>
          <p:spPr>
            <a:xfrm>
              <a:off x="923435" y="1149118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19756" name="Graph element 235"/>
            <p:cNvSpPr/>
            <p:nvPr/>
          </p:nvSpPr>
          <p:spPr>
            <a:xfrm>
              <a:off x="914808" y="1142216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19757" name="Graph element 236"/>
            <p:cNvSpPr/>
            <p:nvPr/>
          </p:nvSpPr>
          <p:spPr>
            <a:xfrm>
              <a:off x="921710" y="1133589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19758" name="Graph element 237"/>
            <p:cNvSpPr/>
            <p:nvPr/>
          </p:nvSpPr>
          <p:spPr>
            <a:xfrm>
              <a:off x="911358" y="1109434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19759" name="Graph element 238"/>
            <p:cNvSpPr/>
            <p:nvPr/>
          </p:nvSpPr>
          <p:spPr>
            <a:xfrm>
              <a:off x="918259" y="1100807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19760" name="Graph element 239"/>
            <p:cNvSpPr/>
            <p:nvPr/>
          </p:nvSpPr>
          <p:spPr>
            <a:xfrm>
              <a:off x="907907" y="1076651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19761" name="Graph element 240"/>
            <p:cNvSpPr/>
            <p:nvPr/>
          </p:nvSpPr>
          <p:spPr>
            <a:xfrm>
              <a:off x="914808" y="1068024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19762" name="Graph element 241"/>
            <p:cNvSpPr/>
            <p:nvPr/>
          </p:nvSpPr>
          <p:spPr>
            <a:xfrm>
              <a:off x="153561" y="1051115"/>
              <a:ext cx="3451" cy="2761"/>
            </a:xfrm>
            <a:custGeom>
              <a:avLst/>
              <a:gdLst/>
              <a:ahLst/>
              <a:cxnLst/>
              <a:rect l="0" t="0" r="r" b="b"/>
              <a:pathLst>
                <a:path w="3451" h="2761" stroke="0" extrusionOk="0">
                  <a:moveTo>
                    <a:pt x="3451" y="2761"/>
                  </a:moveTo>
                  <a:lnTo>
                    <a:pt x="3451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3451" y="2761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19763" name="Graph element 242"/>
            <p:cNvSpPr/>
            <p:nvPr/>
          </p:nvSpPr>
          <p:spPr>
            <a:xfrm>
              <a:off x="904456" y="1043868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19764" name="Graph element 243"/>
            <p:cNvSpPr/>
            <p:nvPr/>
          </p:nvSpPr>
          <p:spPr>
            <a:xfrm>
              <a:off x="911358" y="1035241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19765" name="Graph element 244"/>
            <p:cNvSpPr/>
            <p:nvPr/>
          </p:nvSpPr>
          <p:spPr>
            <a:xfrm>
              <a:off x="1523530" y="1006255"/>
              <a:ext cx="3451" cy="2761"/>
            </a:xfrm>
            <a:custGeom>
              <a:avLst/>
              <a:gdLst/>
              <a:ahLst/>
              <a:cxnLst/>
              <a:rect l="0" t="0" r="r" b="b"/>
              <a:pathLst>
                <a:path w="3451" h="2761" stroke="0" extrusionOk="0">
                  <a:moveTo>
                    <a:pt x="3451" y="2761"/>
                  </a:moveTo>
                  <a:lnTo>
                    <a:pt x="3451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3451" y="2761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19766" name="Graph element 245"/>
            <p:cNvSpPr/>
            <p:nvPr/>
          </p:nvSpPr>
          <p:spPr>
            <a:xfrm>
              <a:off x="1499375" y="1004529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19767" name="Graph element 246"/>
            <p:cNvSpPr/>
            <p:nvPr/>
          </p:nvSpPr>
          <p:spPr>
            <a:xfrm>
              <a:off x="1482121" y="1002804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19768" name="Graph element 247"/>
            <p:cNvSpPr/>
            <p:nvPr/>
          </p:nvSpPr>
          <p:spPr>
            <a:xfrm>
              <a:off x="1516629" y="1001078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19769" name="Graph element 248"/>
            <p:cNvSpPr/>
            <p:nvPr/>
          </p:nvSpPr>
          <p:spPr>
            <a:xfrm>
              <a:off x="1499375" y="999353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19770" name="Graph element 249"/>
            <p:cNvSpPr/>
            <p:nvPr/>
          </p:nvSpPr>
          <p:spPr>
            <a:xfrm>
              <a:off x="1482121" y="997628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19771" name="Graph element 250"/>
            <p:cNvSpPr/>
            <p:nvPr/>
          </p:nvSpPr>
          <p:spPr>
            <a:xfrm>
              <a:off x="1432084" y="997628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19772" name="Graph element 251"/>
            <p:cNvSpPr/>
            <p:nvPr/>
          </p:nvSpPr>
          <p:spPr>
            <a:xfrm>
              <a:off x="1464867" y="995902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19773" name="Graph element 252"/>
            <p:cNvSpPr/>
            <p:nvPr/>
          </p:nvSpPr>
          <p:spPr>
            <a:xfrm>
              <a:off x="1414830" y="995902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19774" name="Graph element 253"/>
            <p:cNvSpPr/>
            <p:nvPr/>
          </p:nvSpPr>
          <p:spPr>
            <a:xfrm>
              <a:off x="1397576" y="994177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19775" name="Graph element 254"/>
            <p:cNvSpPr/>
            <p:nvPr/>
          </p:nvSpPr>
          <p:spPr>
            <a:xfrm>
              <a:off x="899280" y="995557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19776" name="Graph element 255"/>
            <p:cNvSpPr/>
            <p:nvPr/>
          </p:nvSpPr>
          <p:spPr>
            <a:xfrm>
              <a:off x="1380322" y="992451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19777" name="Graph element 256"/>
            <p:cNvSpPr/>
            <p:nvPr/>
          </p:nvSpPr>
          <p:spPr>
            <a:xfrm>
              <a:off x="1414830" y="990726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19778" name="Graph element 257"/>
            <p:cNvSpPr/>
            <p:nvPr/>
          </p:nvSpPr>
          <p:spPr>
            <a:xfrm>
              <a:off x="1397576" y="989001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19779" name="Graph element 258"/>
            <p:cNvSpPr/>
            <p:nvPr/>
          </p:nvSpPr>
          <p:spPr>
            <a:xfrm>
              <a:off x="1380322" y="987275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19780" name="Graph element 259"/>
            <p:cNvSpPr/>
            <p:nvPr/>
          </p:nvSpPr>
          <p:spPr>
            <a:xfrm>
              <a:off x="1330285" y="987275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19781" name="Graph element 260"/>
            <p:cNvSpPr/>
            <p:nvPr/>
          </p:nvSpPr>
          <p:spPr>
            <a:xfrm>
              <a:off x="1363068" y="985550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19782" name="Graph element 261"/>
            <p:cNvSpPr/>
            <p:nvPr/>
          </p:nvSpPr>
          <p:spPr>
            <a:xfrm>
              <a:off x="1313031" y="985550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19783" name="Graph element 262"/>
            <p:cNvSpPr/>
            <p:nvPr/>
          </p:nvSpPr>
          <p:spPr>
            <a:xfrm>
              <a:off x="906181" y="986930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19784" name="Graph element 263"/>
            <p:cNvSpPr/>
            <p:nvPr/>
          </p:nvSpPr>
          <p:spPr>
            <a:xfrm>
              <a:off x="1345814" y="983824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19785" name="Graph element 264"/>
            <p:cNvSpPr/>
            <p:nvPr/>
          </p:nvSpPr>
          <p:spPr>
            <a:xfrm>
              <a:off x="1295777" y="983824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19786" name="Graph element 265"/>
            <p:cNvSpPr/>
            <p:nvPr/>
          </p:nvSpPr>
          <p:spPr>
            <a:xfrm>
              <a:off x="1278523" y="982099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19787" name="Graph element 266"/>
            <p:cNvSpPr/>
            <p:nvPr/>
          </p:nvSpPr>
          <p:spPr>
            <a:xfrm>
              <a:off x="1313031" y="980374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19788" name="Graph element 267"/>
            <p:cNvSpPr/>
            <p:nvPr/>
          </p:nvSpPr>
          <p:spPr>
            <a:xfrm>
              <a:off x="1295777" y="978648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19789" name="Graph element 268"/>
            <p:cNvSpPr/>
            <p:nvPr/>
          </p:nvSpPr>
          <p:spPr>
            <a:xfrm>
              <a:off x="1245741" y="978648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19790" name="Graph element 269"/>
            <p:cNvSpPr/>
            <p:nvPr/>
          </p:nvSpPr>
          <p:spPr>
            <a:xfrm>
              <a:off x="1278523" y="976923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19791" name="Graph element 270"/>
            <p:cNvSpPr/>
            <p:nvPr/>
          </p:nvSpPr>
          <p:spPr>
            <a:xfrm>
              <a:off x="1228487" y="976923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19792" name="Graph element 271"/>
            <p:cNvSpPr/>
            <p:nvPr/>
          </p:nvSpPr>
          <p:spPr>
            <a:xfrm>
              <a:off x="1261269" y="975197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19793" name="Graph element 272"/>
            <p:cNvSpPr/>
            <p:nvPr/>
          </p:nvSpPr>
          <p:spPr>
            <a:xfrm>
              <a:off x="1211232" y="975197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19794" name="Graph element 273"/>
            <p:cNvSpPr/>
            <p:nvPr/>
          </p:nvSpPr>
          <p:spPr>
            <a:xfrm>
              <a:off x="1193978" y="973472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19795" name="Graph element 274"/>
            <p:cNvSpPr/>
            <p:nvPr/>
          </p:nvSpPr>
          <p:spPr>
            <a:xfrm>
              <a:off x="1176724" y="971747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19796" name="Graph element 275"/>
            <p:cNvSpPr/>
            <p:nvPr/>
          </p:nvSpPr>
          <p:spPr>
            <a:xfrm>
              <a:off x="1211232" y="970021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19797" name="Graph element 276"/>
            <p:cNvSpPr/>
            <p:nvPr/>
          </p:nvSpPr>
          <p:spPr>
            <a:xfrm>
              <a:off x="1193978" y="968296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19798" name="Graph element 277"/>
            <p:cNvSpPr/>
            <p:nvPr/>
          </p:nvSpPr>
          <p:spPr>
            <a:xfrm>
              <a:off x="1176724" y="966570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19799" name="Graph element 278"/>
            <p:cNvSpPr/>
            <p:nvPr/>
          </p:nvSpPr>
          <p:spPr>
            <a:xfrm>
              <a:off x="1126688" y="966570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19800" name="Graph element 279"/>
            <p:cNvSpPr/>
            <p:nvPr/>
          </p:nvSpPr>
          <p:spPr>
            <a:xfrm>
              <a:off x="1159470" y="964845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19801" name="Graph element 280"/>
            <p:cNvSpPr/>
            <p:nvPr/>
          </p:nvSpPr>
          <p:spPr>
            <a:xfrm>
              <a:off x="1109434" y="964845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19802" name="Graph element 281"/>
            <p:cNvSpPr/>
            <p:nvPr/>
          </p:nvSpPr>
          <p:spPr>
            <a:xfrm>
              <a:off x="1092180" y="963120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19803" name="Graph element 282"/>
            <p:cNvSpPr/>
            <p:nvPr/>
          </p:nvSpPr>
          <p:spPr>
            <a:xfrm>
              <a:off x="1074926" y="961394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19804" name="Graph element 283"/>
            <p:cNvSpPr/>
            <p:nvPr/>
          </p:nvSpPr>
          <p:spPr>
            <a:xfrm>
              <a:off x="1109434" y="959669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19805" name="Graph element 284"/>
            <p:cNvSpPr/>
            <p:nvPr/>
          </p:nvSpPr>
          <p:spPr>
            <a:xfrm>
              <a:off x="1092180" y="957943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19806" name="Graph element 285"/>
            <p:cNvSpPr/>
            <p:nvPr/>
          </p:nvSpPr>
          <p:spPr>
            <a:xfrm>
              <a:off x="1074926" y="956218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19807" name="Graph element 286"/>
            <p:cNvSpPr/>
            <p:nvPr/>
          </p:nvSpPr>
          <p:spPr>
            <a:xfrm>
              <a:off x="1024889" y="956218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19808" name="Graph element 287"/>
            <p:cNvSpPr/>
            <p:nvPr/>
          </p:nvSpPr>
          <p:spPr>
            <a:xfrm>
              <a:off x="1057672" y="954493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19809" name="Graph element 288"/>
            <p:cNvSpPr/>
            <p:nvPr/>
          </p:nvSpPr>
          <p:spPr>
            <a:xfrm>
              <a:off x="1007635" y="954493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19810" name="Graph element 289"/>
            <p:cNvSpPr/>
            <p:nvPr/>
          </p:nvSpPr>
          <p:spPr>
            <a:xfrm>
              <a:off x="1040418" y="952767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19811" name="Graph element 290"/>
            <p:cNvSpPr/>
            <p:nvPr/>
          </p:nvSpPr>
          <p:spPr>
            <a:xfrm>
              <a:off x="990381" y="952767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19812" name="Graph element 291"/>
            <p:cNvSpPr/>
            <p:nvPr/>
          </p:nvSpPr>
          <p:spPr>
            <a:xfrm>
              <a:off x="973127" y="951042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19813" name="Graph element 292"/>
            <p:cNvSpPr/>
            <p:nvPr/>
          </p:nvSpPr>
          <p:spPr>
            <a:xfrm>
              <a:off x="955873" y="949316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19814" name="Graph element 293"/>
            <p:cNvSpPr/>
            <p:nvPr/>
          </p:nvSpPr>
          <p:spPr>
            <a:xfrm>
              <a:off x="990381" y="947591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19815" name="Graph element 294"/>
            <p:cNvSpPr/>
            <p:nvPr/>
          </p:nvSpPr>
          <p:spPr>
            <a:xfrm>
              <a:off x="973127" y="945866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19816" name="Graph element 295"/>
            <p:cNvSpPr/>
            <p:nvPr/>
          </p:nvSpPr>
          <p:spPr>
            <a:xfrm>
              <a:off x="955873" y="944140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19817" name="Graph element 296"/>
            <p:cNvSpPr/>
            <p:nvPr/>
          </p:nvSpPr>
          <p:spPr>
            <a:xfrm>
              <a:off x="938619" y="942415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19818" name="Graph element 297"/>
            <p:cNvSpPr/>
            <p:nvPr/>
          </p:nvSpPr>
          <p:spPr>
            <a:xfrm>
              <a:off x="497261" y="584911"/>
              <a:ext cx="2761" cy="8627"/>
            </a:xfrm>
            <a:custGeom>
              <a:avLst/>
              <a:gdLst/>
              <a:ahLst/>
              <a:cxnLst/>
              <a:rect l="0" t="0" r="r" b="b"/>
              <a:pathLst>
                <a:path w="2761" h="8627" stroke="0" extrusionOk="0">
                  <a:moveTo>
                    <a:pt x="0" y="8627"/>
                  </a:moveTo>
                  <a:lnTo>
                    <a:pt x="2761" y="8627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8627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19819" name="Graph element 298"/>
            <p:cNvSpPr/>
            <p:nvPr/>
          </p:nvSpPr>
          <p:spPr>
            <a:xfrm>
              <a:off x="483458" y="576284"/>
              <a:ext cx="2761" cy="8627"/>
            </a:xfrm>
            <a:custGeom>
              <a:avLst/>
              <a:gdLst/>
              <a:ahLst/>
              <a:cxnLst/>
              <a:rect l="0" t="0" r="r" b="b"/>
              <a:pathLst>
                <a:path w="2761" h="8627" stroke="0" extrusionOk="0">
                  <a:moveTo>
                    <a:pt x="0" y="8627"/>
                  </a:moveTo>
                  <a:lnTo>
                    <a:pt x="2761" y="8627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8627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19820" name="Graph element 299"/>
            <p:cNvSpPr/>
            <p:nvPr/>
          </p:nvSpPr>
          <p:spPr>
            <a:xfrm>
              <a:off x="495536" y="540051"/>
              <a:ext cx="2761" cy="6902"/>
            </a:xfrm>
            <a:custGeom>
              <a:avLst/>
              <a:gdLst/>
              <a:ahLst/>
              <a:cxnLst/>
              <a:rect l="0" t="0" r="r" b="b"/>
              <a:pathLst>
                <a:path w="2761" h="6902" stroke="0" extrusionOk="0">
                  <a:moveTo>
                    <a:pt x="0" y="6902"/>
                  </a:moveTo>
                  <a:lnTo>
                    <a:pt x="2761" y="6902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6902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19821" name="Graph element 300"/>
            <p:cNvSpPr/>
            <p:nvPr/>
          </p:nvSpPr>
          <p:spPr>
            <a:xfrm>
              <a:off x="481732" y="529699"/>
              <a:ext cx="2761" cy="8627"/>
            </a:xfrm>
            <a:custGeom>
              <a:avLst/>
              <a:gdLst/>
              <a:ahLst/>
              <a:cxnLst/>
              <a:rect l="0" t="0" r="r" b="b"/>
              <a:pathLst>
                <a:path w="2761" h="8627" stroke="0" extrusionOk="0">
                  <a:moveTo>
                    <a:pt x="0" y="8627"/>
                  </a:moveTo>
                  <a:lnTo>
                    <a:pt x="2761" y="8627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8627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19822" name="Graph element 301"/>
            <p:cNvSpPr/>
            <p:nvPr/>
          </p:nvSpPr>
          <p:spPr>
            <a:xfrm>
              <a:off x="604236" y="500367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19823" name="Graph element 302"/>
            <p:cNvSpPr/>
            <p:nvPr/>
          </p:nvSpPr>
          <p:spPr>
            <a:xfrm>
              <a:off x="493810" y="493465"/>
              <a:ext cx="2761" cy="8627"/>
            </a:xfrm>
            <a:custGeom>
              <a:avLst/>
              <a:gdLst/>
              <a:ahLst/>
              <a:cxnLst/>
              <a:rect l="0" t="0" r="r" b="b"/>
              <a:pathLst>
                <a:path w="2761" h="8627" stroke="0" extrusionOk="0">
                  <a:moveTo>
                    <a:pt x="0" y="8627"/>
                  </a:moveTo>
                  <a:lnTo>
                    <a:pt x="2761" y="8627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8627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19824" name="Graph element 303"/>
            <p:cNvSpPr/>
            <p:nvPr/>
          </p:nvSpPr>
          <p:spPr>
            <a:xfrm>
              <a:off x="480007" y="483113"/>
              <a:ext cx="2761" cy="8627"/>
            </a:xfrm>
            <a:custGeom>
              <a:avLst/>
              <a:gdLst/>
              <a:ahLst/>
              <a:cxnLst/>
              <a:rect l="0" t="0" r="r" b="b"/>
              <a:pathLst>
                <a:path w="2761" h="8627" stroke="0" extrusionOk="0">
                  <a:moveTo>
                    <a:pt x="0" y="8627"/>
                  </a:moveTo>
                  <a:lnTo>
                    <a:pt x="2761" y="8627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8627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19825" name="Graph element 304"/>
            <p:cNvSpPr/>
            <p:nvPr/>
          </p:nvSpPr>
          <p:spPr>
            <a:xfrm>
              <a:off x="464133" y="474831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19826" name="Graph element 305"/>
            <p:cNvSpPr/>
            <p:nvPr/>
          </p:nvSpPr>
          <p:spPr>
            <a:xfrm>
              <a:off x="427900" y="466204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19827" name="Graph element 306"/>
            <p:cNvSpPr/>
            <p:nvPr/>
          </p:nvSpPr>
          <p:spPr>
            <a:xfrm>
              <a:off x="602165" y="455851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19828" name="Graph element 307"/>
            <p:cNvSpPr/>
            <p:nvPr/>
          </p:nvSpPr>
          <p:spPr>
            <a:xfrm>
              <a:off x="492085" y="446879"/>
              <a:ext cx="2761" cy="8627"/>
            </a:xfrm>
            <a:custGeom>
              <a:avLst/>
              <a:gdLst/>
              <a:ahLst/>
              <a:cxnLst/>
              <a:rect l="0" t="0" r="r" b="b"/>
              <a:pathLst>
                <a:path w="2761" h="8627" stroke="0" extrusionOk="0">
                  <a:moveTo>
                    <a:pt x="0" y="8627"/>
                  </a:moveTo>
                  <a:lnTo>
                    <a:pt x="2761" y="8627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8627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19829" name="Graph element 308"/>
            <p:cNvSpPr/>
            <p:nvPr/>
          </p:nvSpPr>
          <p:spPr>
            <a:xfrm>
              <a:off x="478282" y="436527"/>
              <a:ext cx="2761" cy="8627"/>
            </a:xfrm>
            <a:custGeom>
              <a:avLst/>
              <a:gdLst/>
              <a:ahLst/>
              <a:cxnLst/>
              <a:rect l="0" t="0" r="r" b="b"/>
              <a:pathLst>
                <a:path w="2761" h="8627" stroke="0" extrusionOk="0">
                  <a:moveTo>
                    <a:pt x="0" y="8627"/>
                  </a:moveTo>
                  <a:lnTo>
                    <a:pt x="2761" y="8627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8627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19830" name="Graph element 309"/>
            <p:cNvSpPr/>
            <p:nvPr/>
          </p:nvSpPr>
          <p:spPr>
            <a:xfrm>
              <a:off x="476556" y="391666"/>
              <a:ext cx="2761" cy="8627"/>
            </a:xfrm>
            <a:custGeom>
              <a:avLst/>
              <a:gdLst/>
              <a:ahLst/>
              <a:cxnLst/>
              <a:rect l="0" t="0" r="r" b="b"/>
              <a:pathLst>
                <a:path w="2761" h="8627" stroke="0" extrusionOk="0">
                  <a:moveTo>
                    <a:pt x="0" y="8627"/>
                  </a:moveTo>
                  <a:lnTo>
                    <a:pt x="2761" y="8627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8627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19831" name="Graph element 310"/>
            <p:cNvSpPr/>
            <p:nvPr/>
          </p:nvSpPr>
          <p:spPr>
            <a:xfrm>
              <a:off x="488634" y="353707"/>
              <a:ext cx="2761" cy="8627"/>
            </a:xfrm>
            <a:custGeom>
              <a:avLst/>
              <a:gdLst/>
              <a:ahLst/>
              <a:cxnLst/>
              <a:rect l="0" t="0" r="r" b="b"/>
              <a:pathLst>
                <a:path w="2761" h="8627" stroke="0" extrusionOk="0">
                  <a:moveTo>
                    <a:pt x="0" y="8627"/>
                  </a:moveTo>
                  <a:lnTo>
                    <a:pt x="2761" y="8627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8627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19832" name="Graph element 311"/>
            <p:cNvSpPr/>
            <p:nvPr/>
          </p:nvSpPr>
          <p:spPr>
            <a:xfrm>
              <a:off x="991130" y="1365543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</p:sp>
        <p:sp>
          <p:nvSpPr>
            <p:cNvPr id="19833" name="Graph element 312"/>
            <p:cNvSpPr/>
            <p:nvPr/>
          </p:nvSpPr>
          <p:spPr>
            <a:xfrm>
              <a:off x="1179199" y="1293076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</p:sp>
        <p:sp>
          <p:nvSpPr>
            <p:cNvPr id="19834" name="Graph element 313"/>
            <p:cNvSpPr/>
            <p:nvPr/>
          </p:nvSpPr>
          <p:spPr>
            <a:xfrm>
              <a:off x="1186101" y="1232687"/>
              <a:ext cx="14030" cy="14030"/>
            </a:xfrm>
            <a:custGeom>
              <a:avLst/>
              <a:gdLst/>
              <a:ahLst/>
              <a:cxnLst/>
              <a:rect l="0" t="0" r="r" b="b"/>
              <a:pathLst>
                <a:path w="14030" h="14030" stroke="0" extrusionOk="0">
                  <a:moveTo>
                    <a:pt x="12078" y="14030"/>
                  </a:moveTo>
                  <a:lnTo>
                    <a:pt x="14030" y="12078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2078" y="14030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</p:sp>
        <p:sp>
          <p:nvSpPr>
            <p:cNvPr id="19835" name="Graph element 314"/>
            <p:cNvSpPr/>
            <p:nvPr/>
          </p:nvSpPr>
          <p:spPr>
            <a:xfrm>
              <a:off x="1165396" y="1222334"/>
              <a:ext cx="15755" cy="15755"/>
            </a:xfrm>
            <a:custGeom>
              <a:avLst/>
              <a:gdLst/>
              <a:ahLst/>
              <a:cxnLst/>
              <a:rect l="0" t="0" r="r" b="b"/>
              <a:pathLst>
                <a:path w="15755" h="15755" stroke="0" extrusionOk="0">
                  <a:moveTo>
                    <a:pt x="13803" y="15755"/>
                  </a:moveTo>
                  <a:lnTo>
                    <a:pt x="15755" y="13803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3803" y="15755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</p:sp>
        <p:sp>
          <p:nvSpPr>
            <p:cNvPr id="19836" name="Graph element 315"/>
            <p:cNvSpPr/>
            <p:nvPr/>
          </p:nvSpPr>
          <p:spPr>
            <a:xfrm>
              <a:off x="1127437" y="1172298"/>
              <a:ext cx="14030" cy="14030"/>
            </a:xfrm>
            <a:custGeom>
              <a:avLst/>
              <a:gdLst/>
              <a:ahLst/>
              <a:cxnLst/>
              <a:rect l="0" t="0" r="r" b="b"/>
              <a:pathLst>
                <a:path w="14030" h="14030" stroke="0" extrusionOk="0">
                  <a:moveTo>
                    <a:pt x="12078" y="14030"/>
                  </a:moveTo>
                  <a:lnTo>
                    <a:pt x="14030" y="12078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2078" y="14030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</p:sp>
        <p:sp>
          <p:nvSpPr>
            <p:cNvPr id="19837" name="Graph element 316"/>
            <p:cNvSpPr/>
            <p:nvPr/>
          </p:nvSpPr>
          <p:spPr>
            <a:xfrm>
              <a:off x="1108458" y="1163671"/>
              <a:ext cx="14030" cy="14030"/>
            </a:xfrm>
            <a:custGeom>
              <a:avLst/>
              <a:gdLst/>
              <a:ahLst/>
              <a:cxnLst/>
              <a:rect l="0" t="0" r="r" b="b"/>
              <a:pathLst>
                <a:path w="14030" h="14030" stroke="0" extrusionOk="0">
                  <a:moveTo>
                    <a:pt x="12078" y="14030"/>
                  </a:moveTo>
                  <a:lnTo>
                    <a:pt x="14030" y="12078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2078" y="14030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</p:sp>
        <p:sp>
          <p:nvSpPr>
            <p:cNvPr id="19838" name="Graph element 317"/>
            <p:cNvSpPr/>
            <p:nvPr/>
          </p:nvSpPr>
          <p:spPr>
            <a:xfrm>
              <a:off x="1070499" y="1113634"/>
              <a:ext cx="14030" cy="14030"/>
            </a:xfrm>
            <a:custGeom>
              <a:avLst/>
              <a:gdLst/>
              <a:ahLst/>
              <a:cxnLst/>
              <a:rect l="0" t="0" r="r" b="b"/>
              <a:pathLst>
                <a:path w="14030" h="14030" stroke="0" extrusionOk="0">
                  <a:moveTo>
                    <a:pt x="12078" y="14030"/>
                  </a:moveTo>
                  <a:lnTo>
                    <a:pt x="14030" y="12078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2078" y="14030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</p:sp>
        <p:sp>
          <p:nvSpPr>
            <p:cNvPr id="19839" name="Graph element 318"/>
            <p:cNvSpPr/>
            <p:nvPr/>
          </p:nvSpPr>
          <p:spPr>
            <a:xfrm>
              <a:off x="1049794" y="1103282"/>
              <a:ext cx="14030" cy="14030"/>
            </a:xfrm>
            <a:custGeom>
              <a:avLst/>
              <a:gdLst/>
              <a:ahLst/>
              <a:cxnLst/>
              <a:rect l="0" t="0" r="r" b="b"/>
              <a:pathLst>
                <a:path w="14030" h="14030" stroke="0" extrusionOk="0">
                  <a:moveTo>
                    <a:pt x="12078" y="14030"/>
                  </a:moveTo>
                  <a:lnTo>
                    <a:pt x="14030" y="12078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2078" y="14030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</p:sp>
        <p:sp>
          <p:nvSpPr>
            <p:cNvPr id="19840" name="Graph element 319"/>
            <p:cNvSpPr/>
            <p:nvPr/>
          </p:nvSpPr>
          <p:spPr>
            <a:xfrm>
              <a:off x="1011835" y="1053245"/>
              <a:ext cx="14030" cy="14030"/>
            </a:xfrm>
            <a:custGeom>
              <a:avLst/>
              <a:gdLst/>
              <a:ahLst/>
              <a:cxnLst/>
              <a:rect l="0" t="0" r="r" b="b"/>
              <a:pathLst>
                <a:path w="14030" h="14030" stroke="0" extrusionOk="0">
                  <a:moveTo>
                    <a:pt x="12078" y="14030"/>
                  </a:moveTo>
                  <a:lnTo>
                    <a:pt x="14030" y="12078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2078" y="14030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</p:sp>
        <p:sp>
          <p:nvSpPr>
            <p:cNvPr id="19841" name="Graph element 320"/>
            <p:cNvSpPr/>
            <p:nvPr/>
          </p:nvSpPr>
          <p:spPr>
            <a:xfrm>
              <a:off x="991130" y="1042892"/>
              <a:ext cx="14030" cy="14030"/>
            </a:xfrm>
            <a:custGeom>
              <a:avLst/>
              <a:gdLst/>
              <a:ahLst/>
              <a:cxnLst/>
              <a:rect l="0" t="0" r="r" b="b"/>
              <a:pathLst>
                <a:path w="14030" h="14030" stroke="0" extrusionOk="0">
                  <a:moveTo>
                    <a:pt x="12078" y="14030"/>
                  </a:moveTo>
                  <a:lnTo>
                    <a:pt x="14030" y="12078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2078" y="14030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</p:sp>
        <p:sp>
          <p:nvSpPr>
            <p:cNvPr id="19842" name="Graph element 321"/>
            <p:cNvSpPr/>
            <p:nvPr/>
          </p:nvSpPr>
          <p:spPr>
            <a:xfrm>
              <a:off x="1548031" y="1005910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</p:sp>
        <p:sp>
          <p:nvSpPr>
            <p:cNvPr id="19843" name="Graph element 322"/>
            <p:cNvSpPr/>
            <p:nvPr/>
          </p:nvSpPr>
          <p:spPr>
            <a:xfrm>
              <a:off x="953172" y="992856"/>
              <a:ext cx="10579" cy="10579"/>
            </a:xfrm>
            <a:custGeom>
              <a:avLst/>
              <a:gdLst/>
              <a:ahLst/>
              <a:cxnLst/>
              <a:rect l="0" t="0" r="r" b="b"/>
              <a:pathLst>
                <a:path w="10579" h="10579" stroke="0" extrusionOk="0">
                  <a:moveTo>
                    <a:pt x="8627" y="10579"/>
                  </a:moveTo>
                  <a:lnTo>
                    <a:pt x="10579" y="8627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8627" y="10579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</p:sp>
        <p:sp>
          <p:nvSpPr>
            <p:cNvPr id="19844" name="Graph element 323"/>
            <p:cNvSpPr/>
            <p:nvPr/>
          </p:nvSpPr>
          <p:spPr>
            <a:xfrm>
              <a:off x="932467" y="982503"/>
              <a:ext cx="15755" cy="15755"/>
            </a:xfrm>
            <a:custGeom>
              <a:avLst/>
              <a:gdLst/>
              <a:ahLst/>
              <a:cxnLst/>
              <a:rect l="0" t="0" r="r" b="b"/>
              <a:pathLst>
                <a:path w="15755" h="15755" stroke="0" extrusionOk="0">
                  <a:moveTo>
                    <a:pt x="13803" y="15755"/>
                  </a:moveTo>
                  <a:lnTo>
                    <a:pt x="15755" y="13803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3803" y="15755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</p:sp>
        <p:sp>
          <p:nvSpPr>
            <p:cNvPr id="19845" name="Graph element 324"/>
            <p:cNvSpPr/>
            <p:nvPr/>
          </p:nvSpPr>
          <p:spPr>
            <a:xfrm>
              <a:off x="508018" y="625345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</p:sp>
        <p:sp>
          <p:nvSpPr>
            <p:cNvPr id="19846" name="Graph element 325"/>
            <p:cNvSpPr/>
            <p:nvPr/>
          </p:nvSpPr>
          <p:spPr>
            <a:xfrm>
              <a:off x="499391" y="614993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</p:sp>
        <p:sp>
          <p:nvSpPr>
            <p:cNvPr id="19847" name="Graph element 326"/>
            <p:cNvSpPr/>
            <p:nvPr/>
          </p:nvSpPr>
          <p:spPr>
            <a:xfrm>
              <a:off x="525272" y="606366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</p:sp>
        <p:sp>
          <p:nvSpPr>
            <p:cNvPr id="19848" name="Graph element 327"/>
            <p:cNvSpPr/>
            <p:nvPr/>
          </p:nvSpPr>
          <p:spPr>
            <a:xfrm>
              <a:off x="516645" y="594288"/>
              <a:ext cx="5403" cy="5403"/>
            </a:xfrm>
            <a:custGeom>
              <a:avLst/>
              <a:gdLst/>
              <a:ahLst/>
              <a:cxnLst/>
              <a:rect l="0" t="0" r="r" b="b"/>
              <a:pathLst>
                <a:path w="5403" h="5403" stroke="0" extrusionOk="0">
                  <a:moveTo>
                    <a:pt x="0" y="3451"/>
                  </a:moveTo>
                  <a:lnTo>
                    <a:pt x="1952" y="5403"/>
                  </a:lnTo>
                  <a:lnTo>
                    <a:pt x="5403" y="1952"/>
                  </a:lnTo>
                  <a:lnTo>
                    <a:pt x="3451" y="0"/>
                  </a:lnTo>
                  <a:lnTo>
                    <a:pt x="0" y="3451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</p:sp>
        <p:sp>
          <p:nvSpPr>
            <p:cNvPr id="19849" name="Graph element 328"/>
            <p:cNvSpPr/>
            <p:nvPr/>
          </p:nvSpPr>
          <p:spPr>
            <a:xfrm>
              <a:off x="542526" y="585661"/>
              <a:ext cx="5403" cy="5403"/>
            </a:xfrm>
            <a:custGeom>
              <a:avLst/>
              <a:gdLst/>
              <a:ahLst/>
              <a:cxnLst/>
              <a:rect l="0" t="0" r="r" b="b"/>
              <a:pathLst>
                <a:path w="5403" h="5403" stroke="0" extrusionOk="0">
                  <a:moveTo>
                    <a:pt x="0" y="3451"/>
                  </a:moveTo>
                  <a:lnTo>
                    <a:pt x="1952" y="5403"/>
                  </a:lnTo>
                  <a:lnTo>
                    <a:pt x="5403" y="1952"/>
                  </a:lnTo>
                  <a:lnTo>
                    <a:pt x="3451" y="0"/>
                  </a:lnTo>
                  <a:lnTo>
                    <a:pt x="0" y="3451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</p:sp>
        <p:sp>
          <p:nvSpPr>
            <p:cNvPr id="19850" name="Graph element 329"/>
            <p:cNvSpPr/>
            <p:nvPr/>
          </p:nvSpPr>
          <p:spPr>
            <a:xfrm>
              <a:off x="535624" y="575308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</p:sp>
        <p:sp>
          <p:nvSpPr>
            <p:cNvPr id="19851" name="Graph element 330"/>
            <p:cNvSpPr/>
            <p:nvPr/>
          </p:nvSpPr>
          <p:spPr>
            <a:xfrm>
              <a:off x="561505" y="566681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</p:sp>
        <p:sp>
          <p:nvSpPr>
            <p:cNvPr id="19852" name="Graph element 331"/>
            <p:cNvSpPr/>
            <p:nvPr/>
          </p:nvSpPr>
          <p:spPr>
            <a:xfrm>
              <a:off x="552878" y="556329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</p:sp>
        <p:sp>
          <p:nvSpPr>
            <p:cNvPr id="19853" name="Graph element 332"/>
            <p:cNvSpPr/>
            <p:nvPr/>
          </p:nvSpPr>
          <p:spPr>
            <a:xfrm>
              <a:off x="578759" y="547702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</p:sp>
        <p:sp>
          <p:nvSpPr>
            <p:cNvPr id="19854" name="Graph element 333"/>
            <p:cNvSpPr/>
            <p:nvPr/>
          </p:nvSpPr>
          <p:spPr>
            <a:xfrm>
              <a:off x="570132" y="537350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</p:sp>
        <p:sp>
          <p:nvSpPr>
            <p:cNvPr id="19855" name="Graph element 334"/>
            <p:cNvSpPr/>
            <p:nvPr/>
          </p:nvSpPr>
          <p:spPr>
            <a:xfrm>
              <a:off x="596013" y="528723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</p:sp>
        <p:sp>
          <p:nvSpPr>
            <p:cNvPr id="19856" name="Graph element 335"/>
            <p:cNvSpPr/>
            <p:nvPr/>
          </p:nvSpPr>
          <p:spPr>
            <a:xfrm>
              <a:off x="587386" y="516645"/>
              <a:ext cx="5403" cy="5403"/>
            </a:xfrm>
            <a:custGeom>
              <a:avLst/>
              <a:gdLst/>
              <a:ahLst/>
              <a:cxnLst/>
              <a:rect l="0" t="0" r="r" b="b"/>
              <a:pathLst>
                <a:path w="5403" h="5403" stroke="0" extrusionOk="0">
                  <a:moveTo>
                    <a:pt x="0" y="3451"/>
                  </a:moveTo>
                  <a:lnTo>
                    <a:pt x="1952" y="5403"/>
                  </a:lnTo>
                  <a:lnTo>
                    <a:pt x="5403" y="1952"/>
                  </a:lnTo>
                  <a:lnTo>
                    <a:pt x="3451" y="0"/>
                  </a:lnTo>
                  <a:lnTo>
                    <a:pt x="0" y="3451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</p:sp>
        <p:sp>
          <p:nvSpPr>
            <p:cNvPr id="19857" name="Graph element 336"/>
            <p:cNvSpPr/>
            <p:nvPr/>
          </p:nvSpPr>
          <p:spPr>
            <a:xfrm>
              <a:off x="632247" y="489038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</p:sp>
        <p:sp>
          <p:nvSpPr>
            <p:cNvPr id="19858" name="Graph element 337"/>
            <p:cNvSpPr/>
            <p:nvPr/>
          </p:nvSpPr>
          <p:spPr>
            <a:xfrm>
              <a:off x="623620" y="478686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</p:sp>
        <p:sp>
          <p:nvSpPr>
            <p:cNvPr id="19859" name="Graph element 338"/>
            <p:cNvSpPr/>
            <p:nvPr/>
          </p:nvSpPr>
          <p:spPr>
            <a:xfrm>
              <a:off x="314773" y="475235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</p:sp>
        <p:sp>
          <p:nvSpPr>
            <p:cNvPr id="19860" name="Graph element 339"/>
            <p:cNvSpPr/>
            <p:nvPr/>
          </p:nvSpPr>
          <p:spPr>
            <a:xfrm>
              <a:off x="649501" y="470059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</p:sp>
        <p:sp>
          <p:nvSpPr>
            <p:cNvPr id="19861" name="Graph element 340"/>
            <p:cNvSpPr/>
            <p:nvPr/>
          </p:nvSpPr>
          <p:spPr>
            <a:xfrm>
              <a:off x="340654" y="466608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</p:sp>
        <p:sp>
          <p:nvSpPr>
            <p:cNvPr id="19862" name="Graph element 341"/>
            <p:cNvSpPr/>
            <p:nvPr/>
          </p:nvSpPr>
          <p:spPr>
            <a:xfrm>
              <a:off x="640874" y="459706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</p:sp>
        <p:sp>
          <p:nvSpPr>
            <p:cNvPr id="19863" name="Graph element 342"/>
            <p:cNvSpPr/>
            <p:nvPr/>
          </p:nvSpPr>
          <p:spPr>
            <a:xfrm>
              <a:off x="332027" y="456256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</p:sp>
        <p:sp>
          <p:nvSpPr>
            <p:cNvPr id="19864" name="Graph element 343"/>
            <p:cNvSpPr/>
            <p:nvPr/>
          </p:nvSpPr>
          <p:spPr>
            <a:xfrm>
              <a:off x="357908" y="447629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</p:sp>
        <p:sp>
          <p:nvSpPr>
            <p:cNvPr id="19865" name="Graph element 344"/>
            <p:cNvSpPr/>
            <p:nvPr/>
          </p:nvSpPr>
          <p:spPr>
            <a:xfrm>
              <a:off x="349281" y="437276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</p:sp>
        <p:sp>
          <p:nvSpPr>
            <p:cNvPr id="19866" name="Graph element 345"/>
            <p:cNvSpPr/>
            <p:nvPr/>
          </p:nvSpPr>
          <p:spPr>
            <a:xfrm>
              <a:off x="375162" y="428649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</p:sp>
        <p:sp>
          <p:nvSpPr>
            <p:cNvPr id="19867" name="Graph element 346"/>
            <p:cNvSpPr/>
            <p:nvPr/>
          </p:nvSpPr>
          <p:spPr>
            <a:xfrm>
              <a:off x="366535" y="418297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</p:sp>
        <p:sp>
          <p:nvSpPr>
            <p:cNvPr id="19868" name="Graph element 347"/>
            <p:cNvSpPr/>
            <p:nvPr/>
          </p:nvSpPr>
          <p:spPr>
            <a:xfrm>
              <a:off x="392416" y="409670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</p:sp>
        <p:sp>
          <p:nvSpPr>
            <p:cNvPr id="19869" name="Graph element 348"/>
            <p:cNvSpPr/>
            <p:nvPr/>
          </p:nvSpPr>
          <p:spPr>
            <a:xfrm>
              <a:off x="607342" y="400638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</p:sp>
        <p:sp>
          <p:nvSpPr>
            <p:cNvPr id="19870" name="Graph element 349"/>
            <p:cNvSpPr/>
            <p:nvPr/>
          </p:nvSpPr>
          <p:spPr>
            <a:xfrm>
              <a:off x="383789" y="399317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</p:sp>
        <p:sp>
          <p:nvSpPr>
            <p:cNvPr id="19871" name="Graph element 350"/>
            <p:cNvSpPr/>
            <p:nvPr/>
          </p:nvSpPr>
          <p:spPr>
            <a:xfrm>
              <a:off x="409670" y="390690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</p:sp>
        <p:sp>
          <p:nvSpPr>
            <p:cNvPr id="19872" name="Graph element 351"/>
            <p:cNvSpPr/>
            <p:nvPr/>
          </p:nvSpPr>
          <p:spPr>
            <a:xfrm>
              <a:off x="401043" y="380338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</p:sp>
        <p:sp>
          <p:nvSpPr>
            <p:cNvPr id="19873" name="Graph element 352"/>
            <p:cNvSpPr/>
            <p:nvPr/>
          </p:nvSpPr>
          <p:spPr>
            <a:xfrm>
              <a:off x="425198" y="371711"/>
              <a:ext cx="5403" cy="5403"/>
            </a:xfrm>
            <a:custGeom>
              <a:avLst/>
              <a:gdLst/>
              <a:ahLst/>
              <a:cxnLst/>
              <a:rect l="0" t="0" r="r" b="b"/>
              <a:pathLst>
                <a:path w="5403" h="5403" stroke="0" extrusionOk="0">
                  <a:moveTo>
                    <a:pt x="0" y="3451"/>
                  </a:moveTo>
                  <a:lnTo>
                    <a:pt x="1952" y="5403"/>
                  </a:lnTo>
                  <a:lnTo>
                    <a:pt x="5403" y="1952"/>
                  </a:lnTo>
                  <a:lnTo>
                    <a:pt x="3451" y="0"/>
                  </a:lnTo>
                  <a:lnTo>
                    <a:pt x="0" y="3451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</p:sp>
        <p:sp>
          <p:nvSpPr>
            <p:cNvPr id="19874" name="Graph element 353"/>
            <p:cNvSpPr/>
            <p:nvPr/>
          </p:nvSpPr>
          <p:spPr>
            <a:xfrm>
              <a:off x="418297" y="361358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</p:sp>
        <p:sp>
          <p:nvSpPr>
            <p:cNvPr id="19875" name="Graph element 354"/>
            <p:cNvSpPr/>
            <p:nvPr/>
          </p:nvSpPr>
          <p:spPr>
            <a:xfrm>
              <a:off x="442452" y="354457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</p:sp>
        <p:sp>
          <p:nvSpPr>
            <p:cNvPr id="19876" name="Graph element 355"/>
            <p:cNvSpPr/>
            <p:nvPr/>
          </p:nvSpPr>
          <p:spPr>
            <a:xfrm>
              <a:off x="435551" y="342379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</p:sp>
        <p:sp>
          <p:nvSpPr>
            <p:cNvPr id="19877" name="Graph element 356"/>
            <p:cNvSpPr/>
            <p:nvPr/>
          </p:nvSpPr>
          <p:spPr>
            <a:xfrm>
              <a:off x="512790" y="317592"/>
              <a:ext cx="6438" cy="6438"/>
            </a:xfrm>
            <a:custGeom>
              <a:avLst/>
              <a:gdLst/>
              <a:ahLst/>
              <a:cxnLst/>
              <a:rect l="0" t="0" r="r" b="b"/>
              <a:pathLst>
                <a:path w="6438" h="6438" stroke="0" extrusionOk="0">
                  <a:moveTo>
                    <a:pt x="0" y="0"/>
                  </a:moveTo>
                  <a:lnTo>
                    <a:pt x="0" y="6438"/>
                  </a:lnTo>
                  <a:lnTo>
                    <a:pt x="6438" y="64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</p:sp>
        <p:sp>
          <p:nvSpPr>
            <p:cNvPr id="19878" name="Graph element 357"/>
            <p:cNvSpPr/>
            <p:nvPr/>
          </p:nvSpPr>
          <p:spPr>
            <a:xfrm>
              <a:off x="1162921" y="1508347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</p:sp>
        <p:sp>
          <p:nvSpPr>
            <p:cNvPr id="19879" name="Graph element 358"/>
            <p:cNvSpPr/>
            <p:nvPr/>
          </p:nvSpPr>
          <p:spPr>
            <a:xfrm>
              <a:off x="1202605" y="1377216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</p:sp>
        <p:sp>
          <p:nvSpPr>
            <p:cNvPr id="19880" name="Graph element 359"/>
            <p:cNvSpPr/>
            <p:nvPr/>
          </p:nvSpPr>
          <p:spPr>
            <a:xfrm>
              <a:off x="1206806" y="1315506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</p:sp>
        <p:sp>
          <p:nvSpPr>
            <p:cNvPr id="19881" name="Graph element 360"/>
            <p:cNvSpPr/>
            <p:nvPr/>
          </p:nvSpPr>
          <p:spPr>
            <a:xfrm>
              <a:off x="1122261" y="1314530"/>
              <a:ext cx="5403" cy="4654"/>
            </a:xfrm>
            <a:custGeom>
              <a:avLst/>
              <a:gdLst/>
              <a:ahLst/>
              <a:cxnLst/>
              <a:rect l="0" t="0" r="r" b="b"/>
              <a:pathLst>
                <a:path w="5403" h="4654" stroke="0" extrusionOk="0">
                  <a:moveTo>
                    <a:pt x="0" y="2701"/>
                  </a:moveTo>
                  <a:lnTo>
                    <a:pt x="1952" y="4654"/>
                  </a:lnTo>
                  <a:lnTo>
                    <a:pt x="2701" y="3904"/>
                  </a:lnTo>
                  <a:lnTo>
                    <a:pt x="3451" y="4654"/>
                  </a:lnTo>
                  <a:lnTo>
                    <a:pt x="5403" y="2701"/>
                  </a:lnTo>
                  <a:lnTo>
                    <a:pt x="2701" y="0"/>
                  </a:lnTo>
                  <a:lnTo>
                    <a:pt x="0" y="270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</p:sp>
        <p:sp>
          <p:nvSpPr>
            <p:cNvPr id="19882" name="Graph element 361"/>
            <p:cNvSpPr/>
            <p:nvPr/>
          </p:nvSpPr>
          <p:spPr>
            <a:xfrm>
              <a:off x="1520080" y="1006255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</p:sp>
        <p:sp>
          <p:nvSpPr>
            <p:cNvPr id="19883" name="Graph element 362"/>
            <p:cNvSpPr/>
            <p:nvPr/>
          </p:nvSpPr>
          <p:spPr>
            <a:xfrm>
              <a:off x="540051" y="347151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</p:sp>
        <p:sp>
          <p:nvSpPr>
            <p:cNvPr id="19884" name="Graph element 363"/>
            <p:cNvSpPr/>
            <p:nvPr/>
          </p:nvSpPr>
          <p:spPr>
            <a:xfrm>
              <a:off x="944140" y="1349265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885" name="Graph element 364"/>
            <p:cNvSpPr/>
            <p:nvPr/>
          </p:nvSpPr>
          <p:spPr>
            <a:xfrm>
              <a:off x="935513" y="1333736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886" name="Graph element 365"/>
            <p:cNvSpPr/>
            <p:nvPr/>
          </p:nvSpPr>
          <p:spPr>
            <a:xfrm>
              <a:off x="932062" y="1300953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887" name="Graph element 366"/>
            <p:cNvSpPr/>
            <p:nvPr/>
          </p:nvSpPr>
          <p:spPr>
            <a:xfrm>
              <a:off x="930337" y="1285425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888" name="Graph element 367"/>
            <p:cNvSpPr/>
            <p:nvPr/>
          </p:nvSpPr>
          <p:spPr>
            <a:xfrm>
              <a:off x="935513" y="1268171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889" name="Graph element 368"/>
            <p:cNvSpPr/>
            <p:nvPr/>
          </p:nvSpPr>
          <p:spPr>
            <a:xfrm>
              <a:off x="928612" y="1268171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890" name="Graph element 369"/>
            <p:cNvSpPr/>
            <p:nvPr/>
          </p:nvSpPr>
          <p:spPr>
            <a:xfrm>
              <a:off x="926886" y="1252642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891" name="Graph element 370"/>
            <p:cNvSpPr/>
            <p:nvPr/>
          </p:nvSpPr>
          <p:spPr>
            <a:xfrm>
              <a:off x="932062" y="1235388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892" name="Graph element 371"/>
            <p:cNvSpPr/>
            <p:nvPr/>
          </p:nvSpPr>
          <p:spPr>
            <a:xfrm>
              <a:off x="925161" y="1235388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893" name="Graph element 372"/>
            <p:cNvSpPr/>
            <p:nvPr/>
          </p:nvSpPr>
          <p:spPr>
            <a:xfrm>
              <a:off x="923435" y="1219860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894" name="Graph element 373"/>
            <p:cNvSpPr/>
            <p:nvPr/>
          </p:nvSpPr>
          <p:spPr>
            <a:xfrm>
              <a:off x="928612" y="1202605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895" name="Graph element 374"/>
            <p:cNvSpPr/>
            <p:nvPr/>
          </p:nvSpPr>
          <p:spPr>
            <a:xfrm>
              <a:off x="919985" y="1187077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896" name="Graph element 375"/>
            <p:cNvSpPr/>
            <p:nvPr/>
          </p:nvSpPr>
          <p:spPr>
            <a:xfrm>
              <a:off x="925161" y="1169823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897" name="Graph element 376"/>
            <p:cNvSpPr/>
            <p:nvPr/>
          </p:nvSpPr>
          <p:spPr>
            <a:xfrm>
              <a:off x="916534" y="1154294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898" name="Graph element 377"/>
            <p:cNvSpPr/>
            <p:nvPr/>
          </p:nvSpPr>
          <p:spPr>
            <a:xfrm>
              <a:off x="921710" y="1137040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899" name="Graph element 378"/>
            <p:cNvSpPr/>
            <p:nvPr/>
          </p:nvSpPr>
          <p:spPr>
            <a:xfrm>
              <a:off x="919985" y="1121512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900" name="Graph element 379"/>
            <p:cNvSpPr/>
            <p:nvPr/>
          </p:nvSpPr>
          <p:spPr>
            <a:xfrm>
              <a:off x="913083" y="1121512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901" name="Graph element 380"/>
            <p:cNvSpPr/>
            <p:nvPr/>
          </p:nvSpPr>
          <p:spPr>
            <a:xfrm>
              <a:off x="911358" y="1105983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902" name="Graph element 381"/>
            <p:cNvSpPr/>
            <p:nvPr/>
          </p:nvSpPr>
          <p:spPr>
            <a:xfrm>
              <a:off x="916534" y="1088729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903" name="Graph element 382"/>
            <p:cNvSpPr/>
            <p:nvPr/>
          </p:nvSpPr>
          <p:spPr>
            <a:xfrm>
              <a:off x="909632" y="1088729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904" name="Graph element 383"/>
            <p:cNvSpPr/>
            <p:nvPr/>
          </p:nvSpPr>
          <p:spPr>
            <a:xfrm>
              <a:off x="907907" y="1073200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905" name="Graph element 384"/>
            <p:cNvSpPr/>
            <p:nvPr/>
          </p:nvSpPr>
          <p:spPr>
            <a:xfrm>
              <a:off x="913083" y="1055946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906" name="Graph element 385"/>
            <p:cNvSpPr/>
            <p:nvPr/>
          </p:nvSpPr>
          <p:spPr>
            <a:xfrm>
              <a:off x="103643" y="1054566"/>
              <a:ext cx="6438" cy="6438"/>
            </a:xfrm>
            <a:custGeom>
              <a:avLst/>
              <a:gdLst/>
              <a:ahLst/>
              <a:cxnLst/>
              <a:rect l="0" t="0" r="r" b="b"/>
              <a:pathLst>
                <a:path w="6438" h="6438" stroke="0" extrusionOk="0">
                  <a:moveTo>
                    <a:pt x="0" y="0"/>
                  </a:moveTo>
                  <a:lnTo>
                    <a:pt x="6438" y="6438"/>
                  </a:lnTo>
                  <a:lnTo>
                    <a:pt x="643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907" name="Graph element 386"/>
            <p:cNvSpPr/>
            <p:nvPr/>
          </p:nvSpPr>
          <p:spPr>
            <a:xfrm>
              <a:off x="904456" y="1040418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908" name="Graph element 387"/>
            <p:cNvSpPr/>
            <p:nvPr/>
          </p:nvSpPr>
          <p:spPr>
            <a:xfrm>
              <a:off x="1545961" y="1004529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909" name="Graph element 388"/>
            <p:cNvSpPr/>
            <p:nvPr/>
          </p:nvSpPr>
          <p:spPr>
            <a:xfrm>
              <a:off x="1528707" y="1002804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910" name="Graph element 389"/>
            <p:cNvSpPr/>
            <p:nvPr/>
          </p:nvSpPr>
          <p:spPr>
            <a:xfrm>
              <a:off x="1487297" y="1002804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911" name="Graph element 390"/>
            <p:cNvSpPr/>
            <p:nvPr/>
          </p:nvSpPr>
          <p:spPr>
            <a:xfrm>
              <a:off x="1511453" y="1001078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912" name="Graph element 391"/>
            <p:cNvSpPr/>
            <p:nvPr/>
          </p:nvSpPr>
          <p:spPr>
            <a:xfrm>
              <a:off x="1470043" y="1001078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913" name="Graph element 392"/>
            <p:cNvSpPr/>
            <p:nvPr/>
          </p:nvSpPr>
          <p:spPr>
            <a:xfrm>
              <a:off x="1452789" y="999353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914" name="Graph element 393"/>
            <p:cNvSpPr/>
            <p:nvPr/>
          </p:nvSpPr>
          <p:spPr>
            <a:xfrm>
              <a:off x="1435535" y="997628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915" name="Graph element 394"/>
            <p:cNvSpPr/>
            <p:nvPr/>
          </p:nvSpPr>
          <p:spPr>
            <a:xfrm>
              <a:off x="1461416" y="995902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916" name="Graph element 395"/>
            <p:cNvSpPr/>
            <p:nvPr/>
          </p:nvSpPr>
          <p:spPr>
            <a:xfrm>
              <a:off x="1444162" y="994177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917" name="Graph element 396"/>
            <p:cNvSpPr/>
            <p:nvPr/>
          </p:nvSpPr>
          <p:spPr>
            <a:xfrm>
              <a:off x="1426908" y="992451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918" name="Graph element 397"/>
            <p:cNvSpPr/>
            <p:nvPr/>
          </p:nvSpPr>
          <p:spPr>
            <a:xfrm>
              <a:off x="1385498" y="992451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919" name="Graph element 398"/>
            <p:cNvSpPr/>
            <p:nvPr/>
          </p:nvSpPr>
          <p:spPr>
            <a:xfrm>
              <a:off x="1409654" y="990726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920" name="Graph element 399"/>
            <p:cNvSpPr/>
            <p:nvPr/>
          </p:nvSpPr>
          <p:spPr>
            <a:xfrm>
              <a:off x="1368244" y="990726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921" name="Graph element 400"/>
            <p:cNvSpPr/>
            <p:nvPr/>
          </p:nvSpPr>
          <p:spPr>
            <a:xfrm>
              <a:off x="1350990" y="989001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922" name="Graph element 401"/>
            <p:cNvSpPr/>
            <p:nvPr/>
          </p:nvSpPr>
          <p:spPr>
            <a:xfrm>
              <a:off x="906181" y="990381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923" name="Graph element 402"/>
            <p:cNvSpPr/>
            <p:nvPr/>
          </p:nvSpPr>
          <p:spPr>
            <a:xfrm>
              <a:off x="1333736" y="987275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924" name="Graph element 403"/>
            <p:cNvSpPr/>
            <p:nvPr/>
          </p:nvSpPr>
          <p:spPr>
            <a:xfrm>
              <a:off x="1359617" y="985550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925" name="Graph element 404"/>
            <p:cNvSpPr/>
            <p:nvPr/>
          </p:nvSpPr>
          <p:spPr>
            <a:xfrm>
              <a:off x="1342363" y="983824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926" name="Graph element 405"/>
            <p:cNvSpPr/>
            <p:nvPr/>
          </p:nvSpPr>
          <p:spPr>
            <a:xfrm>
              <a:off x="1300953" y="983824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927" name="Graph element 406"/>
            <p:cNvSpPr/>
            <p:nvPr/>
          </p:nvSpPr>
          <p:spPr>
            <a:xfrm>
              <a:off x="1325109" y="982099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928" name="Graph element 407"/>
            <p:cNvSpPr/>
            <p:nvPr/>
          </p:nvSpPr>
          <p:spPr>
            <a:xfrm>
              <a:off x="1283699" y="982099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929" name="Graph element 408"/>
            <p:cNvSpPr/>
            <p:nvPr/>
          </p:nvSpPr>
          <p:spPr>
            <a:xfrm>
              <a:off x="1307855" y="980374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930" name="Graph element 409"/>
            <p:cNvSpPr/>
            <p:nvPr/>
          </p:nvSpPr>
          <p:spPr>
            <a:xfrm>
              <a:off x="1266445" y="980374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931" name="Graph element 410"/>
            <p:cNvSpPr/>
            <p:nvPr/>
          </p:nvSpPr>
          <p:spPr>
            <a:xfrm>
              <a:off x="1249191" y="978648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932" name="Graph element 411"/>
            <p:cNvSpPr/>
            <p:nvPr/>
          </p:nvSpPr>
          <p:spPr>
            <a:xfrm>
              <a:off x="1275072" y="976923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933" name="Graph element 412"/>
            <p:cNvSpPr/>
            <p:nvPr/>
          </p:nvSpPr>
          <p:spPr>
            <a:xfrm>
              <a:off x="1231937" y="976923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934" name="Graph element 413"/>
            <p:cNvSpPr/>
            <p:nvPr/>
          </p:nvSpPr>
          <p:spPr>
            <a:xfrm>
              <a:off x="1257818" y="975197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935" name="Graph element 414"/>
            <p:cNvSpPr/>
            <p:nvPr/>
          </p:nvSpPr>
          <p:spPr>
            <a:xfrm>
              <a:off x="1240564" y="973472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936" name="Graph element 415"/>
            <p:cNvSpPr/>
            <p:nvPr/>
          </p:nvSpPr>
          <p:spPr>
            <a:xfrm>
              <a:off x="904456" y="974852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937" name="Graph element 416"/>
            <p:cNvSpPr/>
            <p:nvPr/>
          </p:nvSpPr>
          <p:spPr>
            <a:xfrm>
              <a:off x="897554" y="974852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938" name="Graph element 417"/>
            <p:cNvSpPr/>
            <p:nvPr/>
          </p:nvSpPr>
          <p:spPr>
            <a:xfrm>
              <a:off x="1223310" y="971747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939" name="Graph element 418"/>
            <p:cNvSpPr/>
            <p:nvPr/>
          </p:nvSpPr>
          <p:spPr>
            <a:xfrm>
              <a:off x="1181901" y="971747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940" name="Graph element 419"/>
            <p:cNvSpPr/>
            <p:nvPr/>
          </p:nvSpPr>
          <p:spPr>
            <a:xfrm>
              <a:off x="1206056" y="970021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941" name="Graph element 420"/>
            <p:cNvSpPr/>
            <p:nvPr/>
          </p:nvSpPr>
          <p:spPr>
            <a:xfrm>
              <a:off x="1164647" y="970021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942" name="Graph element 421"/>
            <p:cNvSpPr/>
            <p:nvPr/>
          </p:nvSpPr>
          <p:spPr>
            <a:xfrm>
              <a:off x="1147393" y="968296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943" name="Graph element 422"/>
            <p:cNvSpPr/>
            <p:nvPr/>
          </p:nvSpPr>
          <p:spPr>
            <a:xfrm>
              <a:off x="1130139" y="966570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944" name="Graph element 423"/>
            <p:cNvSpPr/>
            <p:nvPr/>
          </p:nvSpPr>
          <p:spPr>
            <a:xfrm>
              <a:off x="1156020" y="964845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945" name="Graph element 424"/>
            <p:cNvSpPr/>
            <p:nvPr/>
          </p:nvSpPr>
          <p:spPr>
            <a:xfrm>
              <a:off x="1138766" y="963120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946" name="Graph element 425"/>
            <p:cNvSpPr/>
            <p:nvPr/>
          </p:nvSpPr>
          <p:spPr>
            <a:xfrm>
              <a:off x="1121512" y="961394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947" name="Graph element 426"/>
            <p:cNvSpPr/>
            <p:nvPr/>
          </p:nvSpPr>
          <p:spPr>
            <a:xfrm>
              <a:off x="1080102" y="961394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948" name="Graph element 427"/>
            <p:cNvSpPr/>
            <p:nvPr/>
          </p:nvSpPr>
          <p:spPr>
            <a:xfrm>
              <a:off x="1104258" y="959669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949" name="Graph element 428"/>
            <p:cNvSpPr/>
            <p:nvPr/>
          </p:nvSpPr>
          <p:spPr>
            <a:xfrm>
              <a:off x="1062848" y="959669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950" name="Graph element 429"/>
            <p:cNvSpPr/>
            <p:nvPr/>
          </p:nvSpPr>
          <p:spPr>
            <a:xfrm>
              <a:off x="1045594" y="957943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951" name="Graph element 430"/>
            <p:cNvSpPr/>
            <p:nvPr/>
          </p:nvSpPr>
          <p:spPr>
            <a:xfrm>
              <a:off x="1028340" y="956218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952" name="Graph element 431"/>
            <p:cNvSpPr/>
            <p:nvPr/>
          </p:nvSpPr>
          <p:spPr>
            <a:xfrm>
              <a:off x="1054221" y="954493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953" name="Graph element 432"/>
            <p:cNvSpPr/>
            <p:nvPr/>
          </p:nvSpPr>
          <p:spPr>
            <a:xfrm>
              <a:off x="1011086" y="954493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954" name="Graph element 433"/>
            <p:cNvSpPr/>
            <p:nvPr/>
          </p:nvSpPr>
          <p:spPr>
            <a:xfrm>
              <a:off x="1036967" y="952767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955" name="Graph element 434"/>
            <p:cNvSpPr/>
            <p:nvPr/>
          </p:nvSpPr>
          <p:spPr>
            <a:xfrm>
              <a:off x="1019713" y="951042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956" name="Graph element 435"/>
            <p:cNvSpPr/>
            <p:nvPr/>
          </p:nvSpPr>
          <p:spPr>
            <a:xfrm>
              <a:off x="978303" y="951042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957" name="Graph element 436"/>
            <p:cNvSpPr/>
            <p:nvPr/>
          </p:nvSpPr>
          <p:spPr>
            <a:xfrm>
              <a:off x="1002459" y="949316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958" name="Graph element 437"/>
            <p:cNvSpPr/>
            <p:nvPr/>
          </p:nvSpPr>
          <p:spPr>
            <a:xfrm>
              <a:off x="961049" y="949316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959" name="Graph element 438"/>
            <p:cNvSpPr/>
            <p:nvPr/>
          </p:nvSpPr>
          <p:spPr>
            <a:xfrm>
              <a:off x="985205" y="947591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960" name="Graph element 439"/>
            <p:cNvSpPr/>
            <p:nvPr/>
          </p:nvSpPr>
          <p:spPr>
            <a:xfrm>
              <a:off x="943795" y="947591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961" name="Graph element 440"/>
            <p:cNvSpPr/>
            <p:nvPr/>
          </p:nvSpPr>
          <p:spPr>
            <a:xfrm>
              <a:off x="926541" y="945866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962" name="Graph element 441"/>
            <p:cNvSpPr/>
            <p:nvPr/>
          </p:nvSpPr>
          <p:spPr>
            <a:xfrm>
              <a:off x="952422" y="944140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963" name="Graph element 442"/>
            <p:cNvSpPr/>
            <p:nvPr/>
          </p:nvSpPr>
          <p:spPr>
            <a:xfrm>
              <a:off x="935168" y="942415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964" name="Graph element 443"/>
            <p:cNvSpPr/>
            <p:nvPr/>
          </p:nvSpPr>
          <p:spPr>
            <a:xfrm>
              <a:off x="485183" y="610792"/>
              <a:ext cx="2761" cy="6902"/>
            </a:xfrm>
            <a:custGeom>
              <a:avLst/>
              <a:gdLst/>
              <a:ahLst/>
              <a:cxnLst/>
              <a:rect l="0" t="0" r="r" b="b"/>
              <a:pathLst>
                <a:path w="2761" h="6902" stroke="0" extrusionOk="0">
                  <a:moveTo>
                    <a:pt x="0" y="6902"/>
                  </a:moveTo>
                  <a:lnTo>
                    <a:pt x="2761" y="6902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6902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965" name="Graph element 444"/>
            <p:cNvSpPr/>
            <p:nvPr/>
          </p:nvSpPr>
          <p:spPr>
            <a:xfrm>
              <a:off x="497261" y="596989"/>
              <a:ext cx="2761" cy="8627"/>
            </a:xfrm>
            <a:custGeom>
              <a:avLst/>
              <a:gdLst/>
              <a:ahLst/>
              <a:cxnLst/>
              <a:rect l="0" t="0" r="r" b="b"/>
              <a:pathLst>
                <a:path w="2761" h="8627" stroke="0" extrusionOk="0">
                  <a:moveTo>
                    <a:pt x="0" y="8627"/>
                  </a:moveTo>
                  <a:lnTo>
                    <a:pt x="2761" y="8627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8627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966" name="Graph element 445"/>
            <p:cNvSpPr/>
            <p:nvPr/>
          </p:nvSpPr>
          <p:spPr>
            <a:xfrm>
              <a:off x="483458" y="564207"/>
              <a:ext cx="2761" cy="8627"/>
            </a:xfrm>
            <a:custGeom>
              <a:avLst/>
              <a:gdLst/>
              <a:ahLst/>
              <a:cxnLst/>
              <a:rect l="0" t="0" r="r" b="b"/>
              <a:pathLst>
                <a:path w="2761" h="8627" stroke="0" extrusionOk="0">
                  <a:moveTo>
                    <a:pt x="0" y="8627"/>
                  </a:moveTo>
                  <a:lnTo>
                    <a:pt x="2761" y="8627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8627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967" name="Graph element 446"/>
            <p:cNvSpPr/>
            <p:nvPr/>
          </p:nvSpPr>
          <p:spPr>
            <a:xfrm>
              <a:off x="495536" y="550403"/>
              <a:ext cx="2761" cy="8627"/>
            </a:xfrm>
            <a:custGeom>
              <a:avLst/>
              <a:gdLst/>
              <a:ahLst/>
              <a:cxnLst/>
              <a:rect l="0" t="0" r="r" b="b"/>
              <a:pathLst>
                <a:path w="2761" h="8627" stroke="0" extrusionOk="0">
                  <a:moveTo>
                    <a:pt x="0" y="8627"/>
                  </a:moveTo>
                  <a:lnTo>
                    <a:pt x="2761" y="8627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8627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968" name="Graph element 447"/>
            <p:cNvSpPr/>
            <p:nvPr/>
          </p:nvSpPr>
          <p:spPr>
            <a:xfrm>
              <a:off x="481732" y="519346"/>
              <a:ext cx="2761" cy="6902"/>
            </a:xfrm>
            <a:custGeom>
              <a:avLst/>
              <a:gdLst/>
              <a:ahLst/>
              <a:cxnLst/>
              <a:rect l="0" t="0" r="r" b="b"/>
              <a:pathLst>
                <a:path w="2761" h="6902" stroke="0" extrusionOk="0">
                  <a:moveTo>
                    <a:pt x="0" y="6902"/>
                  </a:moveTo>
                  <a:lnTo>
                    <a:pt x="2761" y="6902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6902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969" name="Graph element 448"/>
            <p:cNvSpPr/>
            <p:nvPr/>
          </p:nvSpPr>
          <p:spPr>
            <a:xfrm>
              <a:off x="493810" y="503818"/>
              <a:ext cx="2761" cy="10352"/>
            </a:xfrm>
            <a:custGeom>
              <a:avLst/>
              <a:gdLst/>
              <a:ahLst/>
              <a:cxnLst/>
              <a:rect l="0" t="0" r="r" b="b"/>
              <a:pathLst>
                <a:path w="2761" h="10352" stroke="0" extrusionOk="0">
                  <a:moveTo>
                    <a:pt x="0" y="10352"/>
                  </a:moveTo>
                  <a:lnTo>
                    <a:pt x="2761" y="10352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0352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970" name="Graph element 449"/>
            <p:cNvSpPr/>
            <p:nvPr/>
          </p:nvSpPr>
          <p:spPr>
            <a:xfrm>
              <a:off x="360609" y="488634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971" name="Graph element 450"/>
            <p:cNvSpPr/>
            <p:nvPr/>
          </p:nvSpPr>
          <p:spPr>
            <a:xfrm>
              <a:off x="480007" y="476211"/>
              <a:ext cx="2761" cy="5176"/>
            </a:xfrm>
            <a:custGeom>
              <a:avLst/>
              <a:gdLst/>
              <a:ahLst/>
              <a:cxnLst/>
              <a:rect l="0" t="0" r="r" b="b"/>
              <a:pathLst>
                <a:path w="2761" h="5176" stroke="0" extrusionOk="0">
                  <a:moveTo>
                    <a:pt x="0" y="5176"/>
                  </a:moveTo>
                  <a:lnTo>
                    <a:pt x="2761" y="5176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5176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972" name="Graph element 451"/>
            <p:cNvSpPr/>
            <p:nvPr/>
          </p:nvSpPr>
          <p:spPr>
            <a:xfrm>
              <a:off x="393392" y="471380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973" name="Graph element 452"/>
            <p:cNvSpPr/>
            <p:nvPr/>
          </p:nvSpPr>
          <p:spPr>
            <a:xfrm>
              <a:off x="498641" y="469655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974" name="Graph element 453"/>
            <p:cNvSpPr/>
            <p:nvPr/>
          </p:nvSpPr>
          <p:spPr>
            <a:xfrm>
              <a:off x="492489" y="456256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975" name="Graph element 454"/>
            <p:cNvSpPr/>
            <p:nvPr/>
          </p:nvSpPr>
          <p:spPr>
            <a:xfrm>
              <a:off x="531424" y="452401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976" name="Graph element 455"/>
            <p:cNvSpPr/>
            <p:nvPr/>
          </p:nvSpPr>
          <p:spPr>
            <a:xfrm>
              <a:off x="636673" y="450675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977" name="Graph element 456"/>
            <p:cNvSpPr/>
            <p:nvPr/>
          </p:nvSpPr>
          <p:spPr>
            <a:xfrm>
              <a:off x="478282" y="426174"/>
              <a:ext cx="2761" cy="8627"/>
            </a:xfrm>
            <a:custGeom>
              <a:avLst/>
              <a:gdLst/>
              <a:ahLst/>
              <a:cxnLst/>
              <a:rect l="0" t="0" r="r" b="b"/>
              <a:pathLst>
                <a:path w="2761" h="8627" stroke="0" extrusionOk="0">
                  <a:moveTo>
                    <a:pt x="0" y="8627"/>
                  </a:moveTo>
                  <a:lnTo>
                    <a:pt x="2761" y="8627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8627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978" name="Graph element 457"/>
            <p:cNvSpPr/>
            <p:nvPr/>
          </p:nvSpPr>
          <p:spPr>
            <a:xfrm>
              <a:off x="490359" y="415822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979" name="Graph element 458"/>
            <p:cNvSpPr/>
            <p:nvPr/>
          </p:nvSpPr>
          <p:spPr>
            <a:xfrm>
              <a:off x="476556" y="379589"/>
              <a:ext cx="2761" cy="8627"/>
            </a:xfrm>
            <a:custGeom>
              <a:avLst/>
              <a:gdLst/>
              <a:ahLst/>
              <a:cxnLst/>
              <a:rect l="0" t="0" r="r" b="b"/>
              <a:pathLst>
                <a:path w="2761" h="8627" stroke="0" extrusionOk="0">
                  <a:moveTo>
                    <a:pt x="0" y="8627"/>
                  </a:moveTo>
                  <a:lnTo>
                    <a:pt x="2761" y="8627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8627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980" name="Graph element 459"/>
            <p:cNvSpPr/>
            <p:nvPr/>
          </p:nvSpPr>
          <p:spPr>
            <a:xfrm>
              <a:off x="488634" y="365785"/>
              <a:ext cx="2761" cy="8627"/>
            </a:xfrm>
            <a:custGeom>
              <a:avLst/>
              <a:gdLst/>
              <a:ahLst/>
              <a:cxnLst/>
              <a:rect l="0" t="0" r="r" b="b"/>
              <a:pathLst>
                <a:path w="2761" h="8627" stroke="0" extrusionOk="0">
                  <a:moveTo>
                    <a:pt x="0" y="8627"/>
                  </a:moveTo>
                  <a:lnTo>
                    <a:pt x="2761" y="8627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8627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981" name="Graph element 460"/>
            <p:cNvSpPr/>
            <p:nvPr/>
          </p:nvSpPr>
          <p:spPr>
            <a:xfrm>
              <a:off x="474831" y="333003"/>
              <a:ext cx="2761" cy="6902"/>
            </a:xfrm>
            <a:custGeom>
              <a:avLst/>
              <a:gdLst/>
              <a:ahLst/>
              <a:cxnLst/>
              <a:rect l="0" t="0" r="r" b="b"/>
              <a:pathLst>
                <a:path w="2761" h="6902" stroke="0" extrusionOk="0">
                  <a:moveTo>
                    <a:pt x="0" y="6902"/>
                  </a:moveTo>
                  <a:lnTo>
                    <a:pt x="2761" y="6902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6902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</p:sp>
        <p:sp>
          <p:nvSpPr>
            <p:cNvPr id="19982" name="Graph element 461"/>
            <p:cNvSpPr/>
            <p:nvPr/>
          </p:nvSpPr>
          <p:spPr>
            <a:xfrm>
              <a:off x="1128413" y="1499720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</p:sp>
        <p:sp>
          <p:nvSpPr>
            <p:cNvPr id="19983" name="Graph element 462"/>
            <p:cNvSpPr/>
            <p:nvPr/>
          </p:nvSpPr>
          <p:spPr>
            <a:xfrm>
              <a:off x="1196453" y="1284449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</p:sp>
        <p:sp>
          <p:nvSpPr>
            <p:cNvPr id="19984" name="Graph element 463"/>
            <p:cNvSpPr/>
            <p:nvPr/>
          </p:nvSpPr>
          <p:spPr>
            <a:xfrm>
              <a:off x="1180925" y="1237863"/>
              <a:ext cx="14030" cy="14030"/>
            </a:xfrm>
            <a:custGeom>
              <a:avLst/>
              <a:gdLst/>
              <a:ahLst/>
              <a:cxnLst/>
              <a:rect l="0" t="0" r="r" b="b"/>
              <a:pathLst>
                <a:path w="14030" h="14030" stroke="0" extrusionOk="0">
                  <a:moveTo>
                    <a:pt x="12078" y="14030"/>
                  </a:moveTo>
                  <a:lnTo>
                    <a:pt x="14030" y="12078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2078" y="1403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</p:sp>
        <p:sp>
          <p:nvSpPr>
            <p:cNvPr id="19985" name="Graph element 464"/>
            <p:cNvSpPr/>
            <p:nvPr/>
          </p:nvSpPr>
          <p:spPr>
            <a:xfrm>
              <a:off x="1170572" y="1217158"/>
              <a:ext cx="14030" cy="14030"/>
            </a:xfrm>
            <a:custGeom>
              <a:avLst/>
              <a:gdLst/>
              <a:ahLst/>
              <a:cxnLst/>
              <a:rect l="0" t="0" r="r" b="b"/>
              <a:pathLst>
                <a:path w="14030" h="14030" stroke="0" extrusionOk="0">
                  <a:moveTo>
                    <a:pt x="12078" y="14030"/>
                  </a:moveTo>
                  <a:lnTo>
                    <a:pt x="14030" y="12078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2078" y="1403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</p:sp>
        <p:sp>
          <p:nvSpPr>
            <p:cNvPr id="19986" name="Graph element 465"/>
            <p:cNvSpPr/>
            <p:nvPr/>
          </p:nvSpPr>
          <p:spPr>
            <a:xfrm>
              <a:off x="1122261" y="1177474"/>
              <a:ext cx="14030" cy="14030"/>
            </a:xfrm>
            <a:custGeom>
              <a:avLst/>
              <a:gdLst/>
              <a:ahLst/>
              <a:cxnLst/>
              <a:rect l="0" t="0" r="r" b="b"/>
              <a:pathLst>
                <a:path w="14030" h="14030" stroke="0" extrusionOk="0">
                  <a:moveTo>
                    <a:pt x="12078" y="14030"/>
                  </a:moveTo>
                  <a:lnTo>
                    <a:pt x="14030" y="12078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2078" y="1403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</p:sp>
        <p:sp>
          <p:nvSpPr>
            <p:cNvPr id="19987" name="Graph element 466"/>
            <p:cNvSpPr/>
            <p:nvPr/>
          </p:nvSpPr>
          <p:spPr>
            <a:xfrm>
              <a:off x="1113634" y="1158494"/>
              <a:ext cx="14030" cy="14030"/>
            </a:xfrm>
            <a:custGeom>
              <a:avLst/>
              <a:gdLst/>
              <a:ahLst/>
              <a:cxnLst/>
              <a:rect l="0" t="0" r="r" b="b"/>
              <a:pathLst>
                <a:path w="14030" h="14030" stroke="0" extrusionOk="0">
                  <a:moveTo>
                    <a:pt x="12078" y="14030"/>
                  </a:moveTo>
                  <a:lnTo>
                    <a:pt x="14030" y="12078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2078" y="1403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</p:sp>
        <p:sp>
          <p:nvSpPr>
            <p:cNvPr id="19988" name="Graph element 467"/>
            <p:cNvSpPr/>
            <p:nvPr/>
          </p:nvSpPr>
          <p:spPr>
            <a:xfrm>
              <a:off x="1065323" y="1118810"/>
              <a:ext cx="14030" cy="14030"/>
            </a:xfrm>
            <a:custGeom>
              <a:avLst/>
              <a:gdLst/>
              <a:ahLst/>
              <a:cxnLst/>
              <a:rect l="0" t="0" r="r" b="b"/>
              <a:pathLst>
                <a:path w="14030" h="14030" stroke="0" extrusionOk="0">
                  <a:moveTo>
                    <a:pt x="12078" y="14030"/>
                  </a:moveTo>
                  <a:lnTo>
                    <a:pt x="14030" y="12078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2078" y="1403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</p:sp>
        <p:sp>
          <p:nvSpPr>
            <p:cNvPr id="19989" name="Graph element 468"/>
            <p:cNvSpPr/>
            <p:nvPr/>
          </p:nvSpPr>
          <p:spPr>
            <a:xfrm>
              <a:off x="1054970" y="1098105"/>
              <a:ext cx="14030" cy="14030"/>
            </a:xfrm>
            <a:custGeom>
              <a:avLst/>
              <a:gdLst/>
              <a:ahLst/>
              <a:cxnLst/>
              <a:rect l="0" t="0" r="r" b="b"/>
              <a:pathLst>
                <a:path w="14030" h="14030" stroke="0" extrusionOk="0">
                  <a:moveTo>
                    <a:pt x="12078" y="14030"/>
                  </a:moveTo>
                  <a:lnTo>
                    <a:pt x="14030" y="12078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2078" y="1403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</p:sp>
        <p:sp>
          <p:nvSpPr>
            <p:cNvPr id="19990" name="Graph element 469"/>
            <p:cNvSpPr/>
            <p:nvPr/>
          </p:nvSpPr>
          <p:spPr>
            <a:xfrm>
              <a:off x="1006659" y="1058421"/>
              <a:ext cx="14030" cy="14030"/>
            </a:xfrm>
            <a:custGeom>
              <a:avLst/>
              <a:gdLst/>
              <a:ahLst/>
              <a:cxnLst/>
              <a:rect l="0" t="0" r="r" b="b"/>
              <a:pathLst>
                <a:path w="14030" h="14030" stroke="0" extrusionOk="0">
                  <a:moveTo>
                    <a:pt x="12078" y="14030"/>
                  </a:moveTo>
                  <a:lnTo>
                    <a:pt x="14030" y="12078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2078" y="1403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</p:sp>
        <p:sp>
          <p:nvSpPr>
            <p:cNvPr id="19991" name="Graph element 470"/>
            <p:cNvSpPr/>
            <p:nvPr/>
          </p:nvSpPr>
          <p:spPr>
            <a:xfrm>
              <a:off x="996307" y="1037716"/>
              <a:ext cx="14030" cy="14030"/>
            </a:xfrm>
            <a:custGeom>
              <a:avLst/>
              <a:gdLst/>
              <a:ahLst/>
              <a:cxnLst/>
              <a:rect l="0" t="0" r="r" b="b"/>
              <a:pathLst>
                <a:path w="14030" h="14030" stroke="0" extrusionOk="0">
                  <a:moveTo>
                    <a:pt x="12078" y="14030"/>
                  </a:moveTo>
                  <a:lnTo>
                    <a:pt x="14030" y="12078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2078" y="1403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</p:sp>
        <p:sp>
          <p:nvSpPr>
            <p:cNvPr id="19992" name="Graph element 471"/>
            <p:cNvSpPr/>
            <p:nvPr/>
          </p:nvSpPr>
          <p:spPr>
            <a:xfrm>
              <a:off x="1553207" y="1007635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</p:sp>
        <p:sp>
          <p:nvSpPr>
            <p:cNvPr id="19993" name="Graph element 472"/>
            <p:cNvSpPr/>
            <p:nvPr/>
          </p:nvSpPr>
          <p:spPr>
            <a:xfrm>
              <a:off x="947995" y="998032"/>
              <a:ext cx="8854" cy="8854"/>
            </a:xfrm>
            <a:custGeom>
              <a:avLst/>
              <a:gdLst/>
              <a:ahLst/>
              <a:cxnLst/>
              <a:rect l="0" t="0" r="r" b="b"/>
              <a:pathLst>
                <a:path w="8854" h="8854" stroke="0" extrusionOk="0">
                  <a:moveTo>
                    <a:pt x="6902" y="8854"/>
                  </a:moveTo>
                  <a:lnTo>
                    <a:pt x="8854" y="6902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6902" y="8854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</p:sp>
        <p:sp>
          <p:nvSpPr>
            <p:cNvPr id="19994" name="Graph element 473"/>
            <p:cNvSpPr/>
            <p:nvPr/>
          </p:nvSpPr>
          <p:spPr>
            <a:xfrm>
              <a:off x="937643" y="977327"/>
              <a:ext cx="14030" cy="14030"/>
            </a:xfrm>
            <a:custGeom>
              <a:avLst/>
              <a:gdLst/>
              <a:ahLst/>
              <a:cxnLst/>
              <a:rect l="0" t="0" r="r" b="b"/>
              <a:pathLst>
                <a:path w="14030" h="14030" stroke="0" extrusionOk="0">
                  <a:moveTo>
                    <a:pt x="12078" y="14030"/>
                  </a:moveTo>
                  <a:lnTo>
                    <a:pt x="14030" y="12078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2078" y="1403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</p:sp>
        <p:sp>
          <p:nvSpPr>
            <p:cNvPr id="19995" name="Graph element 474"/>
            <p:cNvSpPr/>
            <p:nvPr/>
          </p:nvSpPr>
          <p:spPr>
            <a:xfrm>
              <a:off x="520095" y="609816"/>
              <a:ext cx="5403" cy="5403"/>
            </a:xfrm>
            <a:custGeom>
              <a:avLst/>
              <a:gdLst/>
              <a:ahLst/>
              <a:cxnLst/>
              <a:rect l="0" t="0" r="r" b="b"/>
              <a:pathLst>
                <a:path w="5403" h="5403" stroke="0" extrusionOk="0">
                  <a:moveTo>
                    <a:pt x="0" y="3451"/>
                  </a:moveTo>
                  <a:lnTo>
                    <a:pt x="1952" y="5403"/>
                  </a:lnTo>
                  <a:lnTo>
                    <a:pt x="5403" y="1952"/>
                  </a:lnTo>
                  <a:lnTo>
                    <a:pt x="3451" y="0"/>
                  </a:lnTo>
                  <a:lnTo>
                    <a:pt x="0" y="345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</p:sp>
        <p:sp>
          <p:nvSpPr>
            <p:cNvPr id="19996" name="Graph element 475"/>
            <p:cNvSpPr/>
            <p:nvPr/>
          </p:nvSpPr>
          <p:spPr>
            <a:xfrm>
              <a:off x="504567" y="609816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</p:sp>
        <p:sp>
          <p:nvSpPr>
            <p:cNvPr id="19997" name="Graph element 476"/>
            <p:cNvSpPr/>
            <p:nvPr/>
          </p:nvSpPr>
          <p:spPr>
            <a:xfrm>
              <a:off x="539075" y="590837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</p:sp>
        <p:sp>
          <p:nvSpPr>
            <p:cNvPr id="19998" name="Graph element 477"/>
            <p:cNvSpPr/>
            <p:nvPr/>
          </p:nvSpPr>
          <p:spPr>
            <a:xfrm>
              <a:off x="521821" y="590837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</p:sp>
        <p:sp>
          <p:nvSpPr>
            <p:cNvPr id="19999" name="Graph element 478"/>
            <p:cNvSpPr/>
            <p:nvPr/>
          </p:nvSpPr>
          <p:spPr>
            <a:xfrm>
              <a:off x="556329" y="571858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</p:sp>
        <p:sp>
          <p:nvSpPr>
            <p:cNvPr id="20000" name="Graph element 479"/>
            <p:cNvSpPr/>
            <p:nvPr/>
          </p:nvSpPr>
          <p:spPr>
            <a:xfrm>
              <a:off x="539075" y="570132"/>
              <a:ext cx="5403" cy="5403"/>
            </a:xfrm>
            <a:custGeom>
              <a:avLst/>
              <a:gdLst/>
              <a:ahLst/>
              <a:cxnLst/>
              <a:rect l="0" t="0" r="r" b="b"/>
              <a:pathLst>
                <a:path w="5403" h="5403" stroke="0" extrusionOk="0">
                  <a:moveTo>
                    <a:pt x="0" y="3451"/>
                  </a:moveTo>
                  <a:lnTo>
                    <a:pt x="1952" y="5403"/>
                  </a:lnTo>
                  <a:lnTo>
                    <a:pt x="5403" y="1952"/>
                  </a:lnTo>
                  <a:lnTo>
                    <a:pt x="3451" y="0"/>
                  </a:lnTo>
                  <a:lnTo>
                    <a:pt x="0" y="345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</p:sp>
        <p:sp>
          <p:nvSpPr>
            <p:cNvPr id="20001" name="Graph element 480"/>
            <p:cNvSpPr/>
            <p:nvPr/>
          </p:nvSpPr>
          <p:spPr>
            <a:xfrm>
              <a:off x="573583" y="552878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</p:sp>
        <p:sp>
          <p:nvSpPr>
            <p:cNvPr id="20002" name="Graph element 481"/>
            <p:cNvSpPr/>
            <p:nvPr/>
          </p:nvSpPr>
          <p:spPr>
            <a:xfrm>
              <a:off x="558054" y="551153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</p:sp>
        <p:sp>
          <p:nvSpPr>
            <p:cNvPr id="20003" name="Graph element 482"/>
            <p:cNvSpPr/>
            <p:nvPr/>
          </p:nvSpPr>
          <p:spPr>
            <a:xfrm>
              <a:off x="590837" y="532173"/>
              <a:ext cx="5403" cy="5403"/>
            </a:xfrm>
            <a:custGeom>
              <a:avLst/>
              <a:gdLst/>
              <a:ahLst/>
              <a:cxnLst/>
              <a:rect l="0" t="0" r="r" b="b"/>
              <a:pathLst>
                <a:path w="5403" h="5403" stroke="0" extrusionOk="0">
                  <a:moveTo>
                    <a:pt x="0" y="3451"/>
                  </a:moveTo>
                  <a:lnTo>
                    <a:pt x="1952" y="5403"/>
                  </a:lnTo>
                  <a:lnTo>
                    <a:pt x="5403" y="1952"/>
                  </a:lnTo>
                  <a:lnTo>
                    <a:pt x="3451" y="0"/>
                  </a:lnTo>
                  <a:lnTo>
                    <a:pt x="0" y="345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</p:sp>
        <p:sp>
          <p:nvSpPr>
            <p:cNvPr id="20004" name="Graph element 483"/>
            <p:cNvSpPr/>
            <p:nvPr/>
          </p:nvSpPr>
          <p:spPr>
            <a:xfrm>
              <a:off x="575308" y="532173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</p:sp>
        <p:sp>
          <p:nvSpPr>
            <p:cNvPr id="20005" name="Graph element 484"/>
            <p:cNvSpPr/>
            <p:nvPr/>
          </p:nvSpPr>
          <p:spPr>
            <a:xfrm>
              <a:off x="609816" y="513194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</p:sp>
        <p:sp>
          <p:nvSpPr>
            <p:cNvPr id="20006" name="Graph element 485"/>
            <p:cNvSpPr/>
            <p:nvPr/>
          </p:nvSpPr>
          <p:spPr>
            <a:xfrm>
              <a:off x="592562" y="513194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</p:sp>
        <p:sp>
          <p:nvSpPr>
            <p:cNvPr id="20007" name="Graph element 486"/>
            <p:cNvSpPr/>
            <p:nvPr/>
          </p:nvSpPr>
          <p:spPr>
            <a:xfrm>
              <a:off x="627070" y="494214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</p:sp>
        <p:sp>
          <p:nvSpPr>
            <p:cNvPr id="20008" name="Graph element 487"/>
            <p:cNvSpPr/>
            <p:nvPr/>
          </p:nvSpPr>
          <p:spPr>
            <a:xfrm>
              <a:off x="611542" y="492489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</p:sp>
        <p:sp>
          <p:nvSpPr>
            <p:cNvPr id="20009" name="Graph element 488"/>
            <p:cNvSpPr/>
            <p:nvPr/>
          </p:nvSpPr>
          <p:spPr>
            <a:xfrm>
              <a:off x="644324" y="475235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</p:sp>
        <p:sp>
          <p:nvSpPr>
            <p:cNvPr id="20010" name="Graph element 489"/>
            <p:cNvSpPr/>
            <p:nvPr/>
          </p:nvSpPr>
          <p:spPr>
            <a:xfrm>
              <a:off x="628796" y="473510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</p:sp>
        <p:sp>
          <p:nvSpPr>
            <p:cNvPr id="20011" name="Graph element 490"/>
            <p:cNvSpPr/>
            <p:nvPr/>
          </p:nvSpPr>
          <p:spPr>
            <a:xfrm>
              <a:off x="335477" y="471784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</p:sp>
        <p:sp>
          <p:nvSpPr>
            <p:cNvPr id="20012" name="Graph element 491"/>
            <p:cNvSpPr/>
            <p:nvPr/>
          </p:nvSpPr>
          <p:spPr>
            <a:xfrm>
              <a:off x="319949" y="470059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</p:sp>
        <p:sp>
          <p:nvSpPr>
            <p:cNvPr id="20013" name="Graph element 492"/>
            <p:cNvSpPr/>
            <p:nvPr/>
          </p:nvSpPr>
          <p:spPr>
            <a:xfrm>
              <a:off x="661578" y="456256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</p:sp>
        <p:sp>
          <p:nvSpPr>
            <p:cNvPr id="20014" name="Graph element 493"/>
            <p:cNvSpPr/>
            <p:nvPr/>
          </p:nvSpPr>
          <p:spPr>
            <a:xfrm>
              <a:off x="646050" y="454530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</p:sp>
        <p:sp>
          <p:nvSpPr>
            <p:cNvPr id="20015" name="Graph element 494"/>
            <p:cNvSpPr/>
            <p:nvPr/>
          </p:nvSpPr>
          <p:spPr>
            <a:xfrm>
              <a:off x="352731" y="452805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</p:sp>
        <p:sp>
          <p:nvSpPr>
            <p:cNvPr id="20016" name="Graph element 495"/>
            <p:cNvSpPr/>
            <p:nvPr/>
          </p:nvSpPr>
          <p:spPr>
            <a:xfrm>
              <a:off x="337203" y="451079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</p:sp>
        <p:sp>
          <p:nvSpPr>
            <p:cNvPr id="20017" name="Graph element 496"/>
            <p:cNvSpPr/>
            <p:nvPr/>
          </p:nvSpPr>
          <p:spPr>
            <a:xfrm>
              <a:off x="369985" y="433825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</p:sp>
        <p:sp>
          <p:nvSpPr>
            <p:cNvPr id="20018" name="Graph element 497"/>
            <p:cNvSpPr/>
            <p:nvPr/>
          </p:nvSpPr>
          <p:spPr>
            <a:xfrm>
              <a:off x="354457" y="432100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</p:sp>
        <p:sp>
          <p:nvSpPr>
            <p:cNvPr id="20019" name="Graph element 498"/>
            <p:cNvSpPr/>
            <p:nvPr/>
          </p:nvSpPr>
          <p:spPr>
            <a:xfrm>
              <a:off x="478686" y="421748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</p:sp>
        <p:sp>
          <p:nvSpPr>
            <p:cNvPr id="20020" name="Graph element 499"/>
            <p:cNvSpPr/>
            <p:nvPr/>
          </p:nvSpPr>
          <p:spPr>
            <a:xfrm>
              <a:off x="387240" y="414846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</p:sp>
        <p:sp>
          <p:nvSpPr>
            <p:cNvPr id="20021" name="Graph element 500"/>
            <p:cNvSpPr/>
            <p:nvPr/>
          </p:nvSpPr>
          <p:spPr>
            <a:xfrm>
              <a:off x="371711" y="413121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</p:sp>
        <p:sp>
          <p:nvSpPr>
            <p:cNvPr id="20022" name="Graph element 501"/>
            <p:cNvSpPr/>
            <p:nvPr/>
          </p:nvSpPr>
          <p:spPr>
            <a:xfrm>
              <a:off x="404494" y="395867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</p:sp>
        <p:sp>
          <p:nvSpPr>
            <p:cNvPr id="20023" name="Graph element 502"/>
            <p:cNvSpPr/>
            <p:nvPr/>
          </p:nvSpPr>
          <p:spPr>
            <a:xfrm>
              <a:off x="388965" y="394141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</p:sp>
        <p:sp>
          <p:nvSpPr>
            <p:cNvPr id="20024" name="Graph element 503"/>
            <p:cNvSpPr/>
            <p:nvPr/>
          </p:nvSpPr>
          <p:spPr>
            <a:xfrm>
              <a:off x="421748" y="376887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</p:sp>
        <p:sp>
          <p:nvSpPr>
            <p:cNvPr id="20025" name="Graph element 504"/>
            <p:cNvSpPr/>
            <p:nvPr/>
          </p:nvSpPr>
          <p:spPr>
            <a:xfrm>
              <a:off x="404494" y="375162"/>
              <a:ext cx="5403" cy="5403"/>
            </a:xfrm>
            <a:custGeom>
              <a:avLst/>
              <a:gdLst/>
              <a:ahLst/>
              <a:cxnLst/>
              <a:rect l="0" t="0" r="r" b="b"/>
              <a:pathLst>
                <a:path w="5403" h="5403" stroke="0" extrusionOk="0">
                  <a:moveTo>
                    <a:pt x="0" y="3451"/>
                  </a:moveTo>
                  <a:lnTo>
                    <a:pt x="1952" y="5403"/>
                  </a:lnTo>
                  <a:lnTo>
                    <a:pt x="5403" y="1952"/>
                  </a:lnTo>
                  <a:lnTo>
                    <a:pt x="3451" y="0"/>
                  </a:lnTo>
                  <a:lnTo>
                    <a:pt x="0" y="345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</p:sp>
        <p:sp>
          <p:nvSpPr>
            <p:cNvPr id="20026" name="Graph element 505"/>
            <p:cNvSpPr/>
            <p:nvPr/>
          </p:nvSpPr>
          <p:spPr>
            <a:xfrm>
              <a:off x="439002" y="357908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</p:sp>
        <p:sp>
          <p:nvSpPr>
            <p:cNvPr id="20027" name="Graph element 506"/>
            <p:cNvSpPr/>
            <p:nvPr/>
          </p:nvSpPr>
          <p:spPr>
            <a:xfrm>
              <a:off x="421748" y="356182"/>
              <a:ext cx="5403" cy="5403"/>
            </a:xfrm>
            <a:custGeom>
              <a:avLst/>
              <a:gdLst/>
              <a:ahLst/>
              <a:cxnLst/>
              <a:rect l="0" t="0" r="r" b="b"/>
              <a:pathLst>
                <a:path w="5403" h="5403" stroke="0" extrusionOk="0">
                  <a:moveTo>
                    <a:pt x="0" y="3451"/>
                  </a:moveTo>
                  <a:lnTo>
                    <a:pt x="1952" y="5403"/>
                  </a:lnTo>
                  <a:lnTo>
                    <a:pt x="5403" y="1952"/>
                  </a:lnTo>
                  <a:lnTo>
                    <a:pt x="3451" y="0"/>
                  </a:lnTo>
                  <a:lnTo>
                    <a:pt x="0" y="345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</p:sp>
        <p:sp>
          <p:nvSpPr>
            <p:cNvPr id="20028" name="Graph element 507"/>
            <p:cNvSpPr/>
            <p:nvPr/>
          </p:nvSpPr>
          <p:spPr>
            <a:xfrm>
              <a:off x="439002" y="338928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</p:sp>
        <p:sp>
          <p:nvSpPr>
            <p:cNvPr id="20029" name="Graph element 508"/>
            <p:cNvSpPr/>
            <p:nvPr/>
          </p:nvSpPr>
          <p:spPr>
            <a:xfrm>
              <a:off x="1149463" y="1495924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C4C2C3"/>
            </a:solidFill>
            <a:ln>
              <a:noFill/>
            </a:ln>
          </p:spPr>
        </p:sp>
        <p:sp>
          <p:nvSpPr>
            <p:cNvPr id="20030" name="Graph element 509"/>
            <p:cNvSpPr/>
            <p:nvPr/>
          </p:nvSpPr>
          <p:spPr>
            <a:xfrm>
              <a:off x="979053" y="1373194"/>
              <a:ext cx="5403" cy="4654"/>
            </a:xfrm>
            <a:custGeom>
              <a:avLst/>
              <a:gdLst/>
              <a:ahLst/>
              <a:cxnLst/>
              <a:rect l="0" t="0" r="r" b="b"/>
              <a:pathLst>
                <a:path w="5403" h="4654" stroke="0" extrusionOk="0">
                  <a:moveTo>
                    <a:pt x="0" y="2701"/>
                  </a:moveTo>
                  <a:lnTo>
                    <a:pt x="1952" y="4654"/>
                  </a:lnTo>
                  <a:lnTo>
                    <a:pt x="2701" y="3904"/>
                  </a:lnTo>
                  <a:lnTo>
                    <a:pt x="3451" y="4654"/>
                  </a:lnTo>
                  <a:lnTo>
                    <a:pt x="5403" y="2701"/>
                  </a:lnTo>
                  <a:lnTo>
                    <a:pt x="2701" y="0"/>
                  </a:lnTo>
                  <a:lnTo>
                    <a:pt x="0" y="2701"/>
                  </a:lnTo>
                  <a:close/>
                </a:path>
              </a:pathLst>
            </a:custGeom>
            <a:solidFill>
              <a:srgbClr val="C4C2C3"/>
            </a:solidFill>
            <a:ln>
              <a:noFill/>
            </a:ln>
          </p:spPr>
        </p:sp>
        <p:sp>
          <p:nvSpPr>
            <p:cNvPr id="20031" name="Graph element 510"/>
            <p:cNvSpPr/>
            <p:nvPr/>
          </p:nvSpPr>
          <p:spPr>
            <a:xfrm>
              <a:off x="130155" y="1051519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C4C2C3"/>
            </a:solidFill>
            <a:ln>
              <a:noFill/>
            </a:ln>
          </p:spPr>
        </p:sp>
        <p:sp>
          <p:nvSpPr>
            <p:cNvPr id="20032" name="Graph element 511"/>
            <p:cNvSpPr/>
            <p:nvPr/>
          </p:nvSpPr>
          <p:spPr>
            <a:xfrm>
              <a:off x="1810697" y="925565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C4C2C3"/>
            </a:solidFill>
            <a:ln>
              <a:noFill/>
            </a:ln>
          </p:spPr>
        </p:sp>
        <p:sp>
          <p:nvSpPr>
            <p:cNvPr id="20033" name="Graph element 512"/>
            <p:cNvSpPr/>
            <p:nvPr/>
          </p:nvSpPr>
          <p:spPr>
            <a:xfrm>
              <a:off x="875528" y="901409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C4C2C3"/>
            </a:solidFill>
            <a:ln>
              <a:noFill/>
            </a:ln>
          </p:spPr>
        </p:sp>
        <p:sp>
          <p:nvSpPr>
            <p:cNvPr id="20034" name="Graph element 513"/>
            <p:cNvSpPr/>
            <p:nvPr/>
          </p:nvSpPr>
          <p:spPr>
            <a:xfrm>
              <a:off x="331277" y="480007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C4C2C3"/>
            </a:solidFill>
            <a:ln>
              <a:noFill/>
            </a:ln>
          </p:spPr>
        </p:sp>
        <p:sp>
          <p:nvSpPr>
            <p:cNvPr id="20035" name="Graph element 514"/>
            <p:cNvSpPr/>
            <p:nvPr/>
          </p:nvSpPr>
          <p:spPr>
            <a:xfrm>
              <a:off x="461432" y="323400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C4C2C3"/>
            </a:solidFill>
            <a:ln>
              <a:noFill/>
            </a:ln>
          </p:spPr>
        </p:sp>
        <p:sp>
          <p:nvSpPr>
            <p:cNvPr id="20036" name="Graph element 515"/>
            <p:cNvSpPr/>
            <p:nvPr/>
          </p:nvSpPr>
          <p:spPr>
            <a:xfrm>
              <a:off x="1149867" y="1531181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BEBEBE"/>
            </a:solidFill>
            <a:ln>
              <a:noFill/>
            </a:ln>
          </p:spPr>
        </p:sp>
        <p:sp>
          <p:nvSpPr>
            <p:cNvPr id="20037" name="Graph element 516"/>
            <p:cNvSpPr/>
            <p:nvPr/>
          </p:nvSpPr>
          <p:spPr>
            <a:xfrm>
              <a:off x="1156020" y="1294397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BEBEBE"/>
            </a:solidFill>
            <a:ln>
              <a:noFill/>
            </a:ln>
          </p:spPr>
        </p:sp>
        <p:sp>
          <p:nvSpPr>
            <p:cNvPr id="20038" name="Graph element 517"/>
            <p:cNvSpPr/>
            <p:nvPr/>
          </p:nvSpPr>
          <p:spPr>
            <a:xfrm>
              <a:off x="1196453" y="1253392"/>
              <a:ext cx="10579" cy="10579"/>
            </a:xfrm>
            <a:custGeom>
              <a:avLst/>
              <a:gdLst/>
              <a:ahLst/>
              <a:cxnLst/>
              <a:rect l="0" t="0" r="r" b="b"/>
              <a:pathLst>
                <a:path w="10579" h="10579" stroke="0" extrusionOk="0">
                  <a:moveTo>
                    <a:pt x="8627" y="10579"/>
                  </a:moveTo>
                  <a:lnTo>
                    <a:pt x="10579" y="8627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8627" y="10579"/>
                  </a:lnTo>
                  <a:close/>
                </a:path>
              </a:pathLst>
            </a:custGeom>
            <a:solidFill>
              <a:srgbClr val="BEBEBE"/>
            </a:solidFill>
            <a:ln>
              <a:noFill/>
            </a:ln>
          </p:spPr>
        </p:sp>
        <p:sp>
          <p:nvSpPr>
            <p:cNvPr id="20039" name="Graph element 518"/>
            <p:cNvSpPr/>
            <p:nvPr/>
          </p:nvSpPr>
          <p:spPr>
            <a:xfrm>
              <a:off x="1155044" y="1201629"/>
              <a:ext cx="15755" cy="15755"/>
            </a:xfrm>
            <a:custGeom>
              <a:avLst/>
              <a:gdLst/>
              <a:ahLst/>
              <a:cxnLst/>
              <a:rect l="0" t="0" r="r" b="b"/>
              <a:pathLst>
                <a:path w="15755" h="15755" stroke="0" extrusionOk="0">
                  <a:moveTo>
                    <a:pt x="13803" y="15755"/>
                  </a:moveTo>
                  <a:lnTo>
                    <a:pt x="15755" y="13803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3803" y="15755"/>
                  </a:lnTo>
                  <a:close/>
                </a:path>
              </a:pathLst>
            </a:custGeom>
            <a:solidFill>
              <a:srgbClr val="BEBEBE"/>
            </a:solidFill>
            <a:ln>
              <a:noFill/>
            </a:ln>
          </p:spPr>
        </p:sp>
        <p:sp>
          <p:nvSpPr>
            <p:cNvPr id="20040" name="Graph element 519"/>
            <p:cNvSpPr/>
            <p:nvPr/>
          </p:nvSpPr>
          <p:spPr>
            <a:xfrm>
              <a:off x="1137790" y="1193002"/>
              <a:ext cx="14030" cy="14030"/>
            </a:xfrm>
            <a:custGeom>
              <a:avLst/>
              <a:gdLst/>
              <a:ahLst/>
              <a:cxnLst/>
              <a:rect l="0" t="0" r="r" b="b"/>
              <a:pathLst>
                <a:path w="14030" h="14030" stroke="0" extrusionOk="0">
                  <a:moveTo>
                    <a:pt x="12078" y="14030"/>
                  </a:moveTo>
                  <a:lnTo>
                    <a:pt x="14030" y="12078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2078" y="14030"/>
                  </a:lnTo>
                  <a:close/>
                </a:path>
              </a:pathLst>
            </a:custGeom>
            <a:solidFill>
              <a:srgbClr val="BEBEBE"/>
            </a:solidFill>
            <a:ln>
              <a:noFill/>
            </a:ln>
          </p:spPr>
        </p:sp>
        <p:sp>
          <p:nvSpPr>
            <p:cNvPr id="20041" name="Graph element 520"/>
            <p:cNvSpPr/>
            <p:nvPr/>
          </p:nvSpPr>
          <p:spPr>
            <a:xfrm>
              <a:off x="1098105" y="1142966"/>
              <a:ext cx="14030" cy="14030"/>
            </a:xfrm>
            <a:custGeom>
              <a:avLst/>
              <a:gdLst/>
              <a:ahLst/>
              <a:cxnLst/>
              <a:rect l="0" t="0" r="r" b="b"/>
              <a:pathLst>
                <a:path w="14030" h="14030" stroke="0" extrusionOk="0">
                  <a:moveTo>
                    <a:pt x="12078" y="14030"/>
                  </a:moveTo>
                  <a:lnTo>
                    <a:pt x="14030" y="12078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2078" y="14030"/>
                  </a:lnTo>
                  <a:close/>
                </a:path>
              </a:pathLst>
            </a:custGeom>
            <a:solidFill>
              <a:srgbClr val="BEBEBE"/>
            </a:solidFill>
            <a:ln>
              <a:noFill/>
            </a:ln>
          </p:spPr>
        </p:sp>
        <p:sp>
          <p:nvSpPr>
            <p:cNvPr id="20042" name="Graph element 521"/>
            <p:cNvSpPr/>
            <p:nvPr/>
          </p:nvSpPr>
          <p:spPr>
            <a:xfrm>
              <a:off x="1079126" y="1132613"/>
              <a:ext cx="15755" cy="15755"/>
            </a:xfrm>
            <a:custGeom>
              <a:avLst/>
              <a:gdLst/>
              <a:ahLst/>
              <a:cxnLst/>
              <a:rect l="0" t="0" r="r" b="b"/>
              <a:pathLst>
                <a:path w="15755" h="15755" stroke="0" extrusionOk="0">
                  <a:moveTo>
                    <a:pt x="13803" y="15755"/>
                  </a:moveTo>
                  <a:lnTo>
                    <a:pt x="15755" y="13803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3803" y="15755"/>
                  </a:lnTo>
                  <a:close/>
                </a:path>
              </a:pathLst>
            </a:custGeom>
            <a:solidFill>
              <a:srgbClr val="BEBEBE"/>
            </a:solidFill>
            <a:ln>
              <a:noFill/>
            </a:ln>
          </p:spPr>
        </p:sp>
        <p:sp>
          <p:nvSpPr>
            <p:cNvPr id="20043" name="Graph element 522"/>
            <p:cNvSpPr/>
            <p:nvPr/>
          </p:nvSpPr>
          <p:spPr>
            <a:xfrm>
              <a:off x="1039442" y="1082577"/>
              <a:ext cx="15755" cy="15755"/>
            </a:xfrm>
            <a:custGeom>
              <a:avLst/>
              <a:gdLst/>
              <a:ahLst/>
              <a:cxnLst/>
              <a:rect l="0" t="0" r="r" b="b"/>
              <a:pathLst>
                <a:path w="15755" h="15755" stroke="0" extrusionOk="0">
                  <a:moveTo>
                    <a:pt x="13803" y="15755"/>
                  </a:moveTo>
                  <a:lnTo>
                    <a:pt x="15755" y="13803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3803" y="15755"/>
                  </a:lnTo>
                  <a:close/>
                </a:path>
              </a:pathLst>
            </a:custGeom>
            <a:solidFill>
              <a:srgbClr val="BEBEBE"/>
            </a:solidFill>
            <a:ln>
              <a:noFill/>
            </a:ln>
          </p:spPr>
        </p:sp>
        <p:sp>
          <p:nvSpPr>
            <p:cNvPr id="20044" name="Graph element 523"/>
            <p:cNvSpPr/>
            <p:nvPr/>
          </p:nvSpPr>
          <p:spPr>
            <a:xfrm>
              <a:off x="1022188" y="1073950"/>
              <a:ext cx="14030" cy="14030"/>
            </a:xfrm>
            <a:custGeom>
              <a:avLst/>
              <a:gdLst/>
              <a:ahLst/>
              <a:cxnLst/>
              <a:rect l="0" t="0" r="r" b="b"/>
              <a:pathLst>
                <a:path w="14030" h="14030" stroke="0" extrusionOk="0">
                  <a:moveTo>
                    <a:pt x="12078" y="14030"/>
                  </a:moveTo>
                  <a:lnTo>
                    <a:pt x="14030" y="12078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2078" y="14030"/>
                  </a:lnTo>
                  <a:close/>
                </a:path>
              </a:pathLst>
            </a:custGeom>
            <a:solidFill>
              <a:srgbClr val="BEBEBE"/>
            </a:solidFill>
            <a:ln>
              <a:noFill/>
            </a:ln>
          </p:spPr>
        </p:sp>
        <p:sp>
          <p:nvSpPr>
            <p:cNvPr id="20045" name="Graph element 524"/>
            <p:cNvSpPr/>
            <p:nvPr/>
          </p:nvSpPr>
          <p:spPr>
            <a:xfrm>
              <a:off x="57283" y="1061122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BEBEBE"/>
            </a:solidFill>
            <a:ln>
              <a:noFill/>
            </a:ln>
          </p:spPr>
        </p:sp>
        <p:sp>
          <p:nvSpPr>
            <p:cNvPr id="20046" name="Graph element 525"/>
            <p:cNvSpPr/>
            <p:nvPr/>
          </p:nvSpPr>
          <p:spPr>
            <a:xfrm>
              <a:off x="992856" y="1034265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BEBEBE"/>
            </a:solidFill>
            <a:ln>
              <a:noFill/>
            </a:ln>
          </p:spPr>
        </p:sp>
        <p:sp>
          <p:nvSpPr>
            <p:cNvPr id="20047" name="Graph element 526"/>
            <p:cNvSpPr/>
            <p:nvPr/>
          </p:nvSpPr>
          <p:spPr>
            <a:xfrm>
              <a:off x="915213" y="963524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BEBEBE"/>
            </a:solidFill>
            <a:ln>
              <a:noFill/>
            </a:ln>
          </p:spPr>
        </p:sp>
        <p:sp>
          <p:nvSpPr>
            <p:cNvPr id="20048" name="Graph element 527"/>
            <p:cNvSpPr/>
            <p:nvPr/>
          </p:nvSpPr>
          <p:spPr>
            <a:xfrm>
              <a:off x="922114" y="961799"/>
              <a:ext cx="15755" cy="15755"/>
            </a:xfrm>
            <a:custGeom>
              <a:avLst/>
              <a:gdLst/>
              <a:ahLst/>
              <a:cxnLst/>
              <a:rect l="0" t="0" r="r" b="b"/>
              <a:pathLst>
                <a:path w="15755" h="15755" stroke="0" extrusionOk="0">
                  <a:moveTo>
                    <a:pt x="13803" y="15755"/>
                  </a:moveTo>
                  <a:lnTo>
                    <a:pt x="15755" y="13803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3803" y="15755"/>
                  </a:lnTo>
                  <a:close/>
                </a:path>
              </a:pathLst>
            </a:custGeom>
            <a:solidFill>
              <a:srgbClr val="BEBEBE"/>
            </a:solidFill>
            <a:ln>
              <a:noFill/>
            </a:ln>
          </p:spPr>
        </p:sp>
        <p:sp>
          <p:nvSpPr>
            <p:cNvPr id="20049" name="Graph element 528"/>
            <p:cNvSpPr/>
            <p:nvPr/>
          </p:nvSpPr>
          <p:spPr>
            <a:xfrm>
              <a:off x="478686" y="630521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BEBEBE"/>
            </a:solidFill>
            <a:ln>
              <a:noFill/>
            </a:ln>
          </p:spPr>
        </p:sp>
        <p:sp>
          <p:nvSpPr>
            <p:cNvPr id="20050" name="Graph element 529"/>
            <p:cNvSpPr/>
            <p:nvPr/>
          </p:nvSpPr>
          <p:spPr>
            <a:xfrm>
              <a:off x="516645" y="614993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BEBEBE"/>
            </a:solidFill>
            <a:ln>
              <a:noFill/>
            </a:ln>
          </p:spPr>
        </p:sp>
        <p:sp>
          <p:nvSpPr>
            <p:cNvPr id="20051" name="Graph element 530"/>
            <p:cNvSpPr/>
            <p:nvPr/>
          </p:nvSpPr>
          <p:spPr>
            <a:xfrm>
              <a:off x="508018" y="604640"/>
              <a:ext cx="5403" cy="5403"/>
            </a:xfrm>
            <a:custGeom>
              <a:avLst/>
              <a:gdLst/>
              <a:ahLst/>
              <a:cxnLst/>
              <a:rect l="0" t="0" r="r" b="b"/>
              <a:pathLst>
                <a:path w="5403" h="5403" stroke="0" extrusionOk="0">
                  <a:moveTo>
                    <a:pt x="0" y="3451"/>
                  </a:moveTo>
                  <a:lnTo>
                    <a:pt x="1952" y="5403"/>
                  </a:lnTo>
                  <a:lnTo>
                    <a:pt x="5403" y="1952"/>
                  </a:lnTo>
                  <a:lnTo>
                    <a:pt x="3451" y="0"/>
                  </a:lnTo>
                  <a:lnTo>
                    <a:pt x="0" y="3451"/>
                  </a:lnTo>
                  <a:close/>
                </a:path>
              </a:pathLst>
            </a:custGeom>
            <a:solidFill>
              <a:srgbClr val="BEBEBE"/>
            </a:solidFill>
            <a:ln>
              <a:noFill/>
            </a:ln>
          </p:spPr>
        </p:sp>
        <p:sp>
          <p:nvSpPr>
            <p:cNvPr id="20052" name="Graph element 531"/>
            <p:cNvSpPr/>
            <p:nvPr/>
          </p:nvSpPr>
          <p:spPr>
            <a:xfrm>
              <a:off x="533899" y="596013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BEBEBE"/>
            </a:solidFill>
            <a:ln>
              <a:noFill/>
            </a:ln>
          </p:spPr>
        </p:sp>
        <p:sp>
          <p:nvSpPr>
            <p:cNvPr id="20053" name="Graph element 532"/>
            <p:cNvSpPr/>
            <p:nvPr/>
          </p:nvSpPr>
          <p:spPr>
            <a:xfrm>
              <a:off x="526997" y="585661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BEBEBE"/>
            </a:solidFill>
            <a:ln>
              <a:noFill/>
            </a:ln>
          </p:spPr>
        </p:sp>
        <p:sp>
          <p:nvSpPr>
            <p:cNvPr id="20054" name="Graph element 533"/>
            <p:cNvSpPr/>
            <p:nvPr/>
          </p:nvSpPr>
          <p:spPr>
            <a:xfrm>
              <a:off x="551153" y="577034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BEBEBE"/>
            </a:solidFill>
            <a:ln>
              <a:noFill/>
            </a:ln>
          </p:spPr>
        </p:sp>
        <p:sp>
          <p:nvSpPr>
            <p:cNvPr id="20055" name="Graph element 534"/>
            <p:cNvSpPr/>
            <p:nvPr/>
          </p:nvSpPr>
          <p:spPr>
            <a:xfrm>
              <a:off x="544251" y="564956"/>
              <a:ext cx="5403" cy="5403"/>
            </a:xfrm>
            <a:custGeom>
              <a:avLst/>
              <a:gdLst/>
              <a:ahLst/>
              <a:cxnLst/>
              <a:rect l="0" t="0" r="r" b="b"/>
              <a:pathLst>
                <a:path w="5403" h="5403" stroke="0" extrusionOk="0">
                  <a:moveTo>
                    <a:pt x="0" y="3451"/>
                  </a:moveTo>
                  <a:lnTo>
                    <a:pt x="1952" y="5403"/>
                  </a:lnTo>
                  <a:lnTo>
                    <a:pt x="5403" y="1952"/>
                  </a:lnTo>
                  <a:lnTo>
                    <a:pt x="3451" y="0"/>
                  </a:lnTo>
                  <a:lnTo>
                    <a:pt x="0" y="3451"/>
                  </a:lnTo>
                  <a:close/>
                </a:path>
              </a:pathLst>
            </a:custGeom>
            <a:solidFill>
              <a:srgbClr val="BEBEBE"/>
            </a:solidFill>
            <a:ln>
              <a:noFill/>
            </a:ln>
          </p:spPr>
        </p:sp>
        <p:sp>
          <p:nvSpPr>
            <p:cNvPr id="20056" name="Graph element 535"/>
            <p:cNvSpPr/>
            <p:nvPr/>
          </p:nvSpPr>
          <p:spPr>
            <a:xfrm>
              <a:off x="568407" y="556329"/>
              <a:ext cx="5403" cy="5403"/>
            </a:xfrm>
            <a:custGeom>
              <a:avLst/>
              <a:gdLst/>
              <a:ahLst/>
              <a:cxnLst/>
              <a:rect l="0" t="0" r="r" b="b"/>
              <a:pathLst>
                <a:path w="5403" h="5403" stroke="0" extrusionOk="0">
                  <a:moveTo>
                    <a:pt x="0" y="3451"/>
                  </a:moveTo>
                  <a:lnTo>
                    <a:pt x="1952" y="5403"/>
                  </a:lnTo>
                  <a:lnTo>
                    <a:pt x="5403" y="1952"/>
                  </a:lnTo>
                  <a:lnTo>
                    <a:pt x="3451" y="0"/>
                  </a:lnTo>
                  <a:lnTo>
                    <a:pt x="0" y="3451"/>
                  </a:lnTo>
                  <a:close/>
                </a:path>
              </a:pathLst>
            </a:custGeom>
            <a:solidFill>
              <a:srgbClr val="BEBEBE"/>
            </a:solidFill>
            <a:ln>
              <a:noFill/>
            </a:ln>
          </p:spPr>
        </p:sp>
        <p:sp>
          <p:nvSpPr>
            <p:cNvPr id="20057" name="Graph element 536"/>
            <p:cNvSpPr/>
            <p:nvPr/>
          </p:nvSpPr>
          <p:spPr>
            <a:xfrm>
              <a:off x="561505" y="545977"/>
              <a:ext cx="5403" cy="5403"/>
            </a:xfrm>
            <a:custGeom>
              <a:avLst/>
              <a:gdLst/>
              <a:ahLst/>
              <a:cxnLst/>
              <a:rect l="0" t="0" r="r" b="b"/>
              <a:pathLst>
                <a:path w="5403" h="5403" stroke="0" extrusionOk="0">
                  <a:moveTo>
                    <a:pt x="0" y="3451"/>
                  </a:moveTo>
                  <a:lnTo>
                    <a:pt x="1952" y="5403"/>
                  </a:lnTo>
                  <a:lnTo>
                    <a:pt x="5403" y="1952"/>
                  </a:lnTo>
                  <a:lnTo>
                    <a:pt x="3451" y="0"/>
                  </a:lnTo>
                  <a:lnTo>
                    <a:pt x="0" y="3451"/>
                  </a:lnTo>
                  <a:close/>
                </a:path>
              </a:pathLst>
            </a:custGeom>
            <a:solidFill>
              <a:srgbClr val="BEBEBE"/>
            </a:solidFill>
            <a:ln>
              <a:noFill/>
            </a:ln>
          </p:spPr>
        </p:sp>
        <p:sp>
          <p:nvSpPr>
            <p:cNvPr id="20058" name="Graph element 537"/>
            <p:cNvSpPr/>
            <p:nvPr/>
          </p:nvSpPr>
          <p:spPr>
            <a:xfrm>
              <a:off x="585661" y="537350"/>
              <a:ext cx="5403" cy="5403"/>
            </a:xfrm>
            <a:custGeom>
              <a:avLst/>
              <a:gdLst/>
              <a:ahLst/>
              <a:cxnLst/>
              <a:rect l="0" t="0" r="r" b="b"/>
              <a:pathLst>
                <a:path w="5403" h="5403" stroke="0" extrusionOk="0">
                  <a:moveTo>
                    <a:pt x="0" y="3451"/>
                  </a:moveTo>
                  <a:lnTo>
                    <a:pt x="1952" y="5403"/>
                  </a:lnTo>
                  <a:lnTo>
                    <a:pt x="5403" y="1952"/>
                  </a:lnTo>
                  <a:lnTo>
                    <a:pt x="3451" y="0"/>
                  </a:lnTo>
                  <a:lnTo>
                    <a:pt x="0" y="3451"/>
                  </a:lnTo>
                  <a:close/>
                </a:path>
              </a:pathLst>
            </a:custGeom>
            <a:solidFill>
              <a:srgbClr val="BEBEBE"/>
            </a:solidFill>
            <a:ln>
              <a:noFill/>
            </a:ln>
          </p:spPr>
        </p:sp>
        <p:sp>
          <p:nvSpPr>
            <p:cNvPr id="20059" name="Graph element 538"/>
            <p:cNvSpPr/>
            <p:nvPr/>
          </p:nvSpPr>
          <p:spPr>
            <a:xfrm>
              <a:off x="580485" y="526997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BEBEBE"/>
            </a:solidFill>
            <a:ln>
              <a:noFill/>
            </a:ln>
          </p:spPr>
        </p:sp>
        <p:sp>
          <p:nvSpPr>
            <p:cNvPr id="20060" name="Graph element 539"/>
            <p:cNvSpPr/>
            <p:nvPr/>
          </p:nvSpPr>
          <p:spPr>
            <a:xfrm>
              <a:off x="604640" y="518370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BEBEBE"/>
            </a:solidFill>
            <a:ln>
              <a:noFill/>
            </a:ln>
          </p:spPr>
        </p:sp>
        <p:sp>
          <p:nvSpPr>
            <p:cNvPr id="20061" name="Graph element 540"/>
            <p:cNvSpPr/>
            <p:nvPr/>
          </p:nvSpPr>
          <p:spPr>
            <a:xfrm>
              <a:off x="597739" y="508018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BEBEBE"/>
            </a:solidFill>
            <a:ln>
              <a:noFill/>
            </a:ln>
          </p:spPr>
        </p:sp>
        <p:sp>
          <p:nvSpPr>
            <p:cNvPr id="20062" name="Graph element 541"/>
            <p:cNvSpPr/>
            <p:nvPr/>
          </p:nvSpPr>
          <p:spPr>
            <a:xfrm>
              <a:off x="621894" y="497665"/>
              <a:ext cx="5403" cy="5403"/>
            </a:xfrm>
            <a:custGeom>
              <a:avLst/>
              <a:gdLst/>
              <a:ahLst/>
              <a:cxnLst/>
              <a:rect l="0" t="0" r="r" b="b"/>
              <a:pathLst>
                <a:path w="5403" h="5403" stroke="0" extrusionOk="0">
                  <a:moveTo>
                    <a:pt x="0" y="3451"/>
                  </a:moveTo>
                  <a:lnTo>
                    <a:pt x="1952" y="5403"/>
                  </a:lnTo>
                  <a:lnTo>
                    <a:pt x="5403" y="1952"/>
                  </a:lnTo>
                  <a:lnTo>
                    <a:pt x="3451" y="0"/>
                  </a:lnTo>
                  <a:lnTo>
                    <a:pt x="0" y="3451"/>
                  </a:lnTo>
                  <a:close/>
                </a:path>
              </a:pathLst>
            </a:custGeom>
            <a:solidFill>
              <a:srgbClr val="BEBEBE"/>
            </a:solidFill>
            <a:ln>
              <a:noFill/>
            </a:ln>
          </p:spPr>
        </p:sp>
        <p:sp>
          <p:nvSpPr>
            <p:cNvPr id="20063" name="Graph element 542"/>
            <p:cNvSpPr/>
            <p:nvPr/>
          </p:nvSpPr>
          <p:spPr>
            <a:xfrm>
              <a:off x="614993" y="489038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BEBEBE"/>
            </a:solidFill>
            <a:ln>
              <a:noFill/>
            </a:ln>
          </p:spPr>
        </p:sp>
        <p:sp>
          <p:nvSpPr>
            <p:cNvPr id="20064" name="Graph element 543"/>
            <p:cNvSpPr/>
            <p:nvPr/>
          </p:nvSpPr>
          <p:spPr>
            <a:xfrm>
              <a:off x="639148" y="478686"/>
              <a:ext cx="5403" cy="5403"/>
            </a:xfrm>
            <a:custGeom>
              <a:avLst/>
              <a:gdLst/>
              <a:ahLst/>
              <a:cxnLst/>
              <a:rect l="0" t="0" r="r" b="b"/>
              <a:pathLst>
                <a:path w="5403" h="5403" stroke="0" extrusionOk="0">
                  <a:moveTo>
                    <a:pt x="0" y="3451"/>
                  </a:moveTo>
                  <a:lnTo>
                    <a:pt x="1952" y="5403"/>
                  </a:lnTo>
                  <a:lnTo>
                    <a:pt x="5403" y="1952"/>
                  </a:lnTo>
                  <a:lnTo>
                    <a:pt x="3451" y="0"/>
                  </a:lnTo>
                  <a:lnTo>
                    <a:pt x="0" y="3451"/>
                  </a:lnTo>
                  <a:close/>
                </a:path>
              </a:pathLst>
            </a:custGeom>
            <a:solidFill>
              <a:srgbClr val="BEBEBE"/>
            </a:solidFill>
            <a:ln>
              <a:noFill/>
            </a:ln>
          </p:spPr>
        </p:sp>
        <p:sp>
          <p:nvSpPr>
            <p:cNvPr id="20065" name="Graph element 544"/>
            <p:cNvSpPr/>
            <p:nvPr/>
          </p:nvSpPr>
          <p:spPr>
            <a:xfrm>
              <a:off x="330301" y="475235"/>
              <a:ext cx="5403" cy="5403"/>
            </a:xfrm>
            <a:custGeom>
              <a:avLst/>
              <a:gdLst/>
              <a:ahLst/>
              <a:cxnLst/>
              <a:rect l="0" t="0" r="r" b="b"/>
              <a:pathLst>
                <a:path w="5403" h="5403" stroke="0" extrusionOk="0">
                  <a:moveTo>
                    <a:pt x="0" y="3451"/>
                  </a:moveTo>
                  <a:lnTo>
                    <a:pt x="1952" y="5403"/>
                  </a:lnTo>
                  <a:lnTo>
                    <a:pt x="5403" y="1952"/>
                  </a:lnTo>
                  <a:lnTo>
                    <a:pt x="3451" y="0"/>
                  </a:lnTo>
                  <a:lnTo>
                    <a:pt x="0" y="3451"/>
                  </a:lnTo>
                  <a:close/>
                </a:path>
              </a:pathLst>
            </a:custGeom>
            <a:solidFill>
              <a:srgbClr val="BEBEBE"/>
            </a:solidFill>
            <a:ln>
              <a:noFill/>
            </a:ln>
          </p:spPr>
        </p:sp>
        <p:sp>
          <p:nvSpPr>
            <p:cNvPr id="20066" name="Graph element 545"/>
            <p:cNvSpPr/>
            <p:nvPr/>
          </p:nvSpPr>
          <p:spPr>
            <a:xfrm>
              <a:off x="632247" y="468333"/>
              <a:ext cx="5403" cy="5403"/>
            </a:xfrm>
            <a:custGeom>
              <a:avLst/>
              <a:gdLst/>
              <a:ahLst/>
              <a:cxnLst/>
              <a:rect l="0" t="0" r="r" b="b"/>
              <a:pathLst>
                <a:path w="5403" h="5403" stroke="0" extrusionOk="0">
                  <a:moveTo>
                    <a:pt x="0" y="3451"/>
                  </a:moveTo>
                  <a:lnTo>
                    <a:pt x="1952" y="5403"/>
                  </a:lnTo>
                  <a:lnTo>
                    <a:pt x="5403" y="1952"/>
                  </a:lnTo>
                  <a:lnTo>
                    <a:pt x="3451" y="0"/>
                  </a:lnTo>
                  <a:lnTo>
                    <a:pt x="0" y="3451"/>
                  </a:lnTo>
                  <a:close/>
                </a:path>
              </a:pathLst>
            </a:custGeom>
            <a:solidFill>
              <a:srgbClr val="BEBEBE"/>
            </a:solidFill>
            <a:ln>
              <a:noFill/>
            </a:ln>
          </p:spPr>
        </p:sp>
        <p:sp>
          <p:nvSpPr>
            <p:cNvPr id="20067" name="Graph element 546"/>
            <p:cNvSpPr/>
            <p:nvPr/>
          </p:nvSpPr>
          <p:spPr>
            <a:xfrm>
              <a:off x="323400" y="464883"/>
              <a:ext cx="5403" cy="5403"/>
            </a:xfrm>
            <a:custGeom>
              <a:avLst/>
              <a:gdLst/>
              <a:ahLst/>
              <a:cxnLst/>
              <a:rect l="0" t="0" r="r" b="b"/>
              <a:pathLst>
                <a:path w="5403" h="5403" stroke="0" extrusionOk="0">
                  <a:moveTo>
                    <a:pt x="0" y="3451"/>
                  </a:moveTo>
                  <a:lnTo>
                    <a:pt x="1952" y="5403"/>
                  </a:lnTo>
                  <a:lnTo>
                    <a:pt x="5403" y="1952"/>
                  </a:lnTo>
                  <a:lnTo>
                    <a:pt x="3451" y="0"/>
                  </a:lnTo>
                  <a:lnTo>
                    <a:pt x="0" y="3451"/>
                  </a:lnTo>
                  <a:close/>
                </a:path>
              </a:pathLst>
            </a:custGeom>
            <a:solidFill>
              <a:srgbClr val="BEBEBE"/>
            </a:solidFill>
            <a:ln>
              <a:noFill/>
            </a:ln>
          </p:spPr>
        </p:sp>
        <p:sp>
          <p:nvSpPr>
            <p:cNvPr id="20068" name="Graph element 547"/>
            <p:cNvSpPr/>
            <p:nvPr/>
          </p:nvSpPr>
          <p:spPr>
            <a:xfrm>
              <a:off x="656402" y="459706"/>
              <a:ext cx="5403" cy="5403"/>
            </a:xfrm>
            <a:custGeom>
              <a:avLst/>
              <a:gdLst/>
              <a:ahLst/>
              <a:cxnLst/>
              <a:rect l="0" t="0" r="r" b="b"/>
              <a:pathLst>
                <a:path w="5403" h="5403" stroke="0" extrusionOk="0">
                  <a:moveTo>
                    <a:pt x="0" y="3451"/>
                  </a:moveTo>
                  <a:lnTo>
                    <a:pt x="1952" y="5403"/>
                  </a:lnTo>
                  <a:lnTo>
                    <a:pt x="5403" y="1952"/>
                  </a:lnTo>
                  <a:lnTo>
                    <a:pt x="3451" y="0"/>
                  </a:lnTo>
                  <a:lnTo>
                    <a:pt x="0" y="3451"/>
                  </a:lnTo>
                  <a:close/>
                </a:path>
              </a:pathLst>
            </a:custGeom>
            <a:solidFill>
              <a:srgbClr val="BEBEBE"/>
            </a:solidFill>
            <a:ln>
              <a:noFill/>
            </a:ln>
          </p:spPr>
        </p:sp>
        <p:sp>
          <p:nvSpPr>
            <p:cNvPr id="20069" name="Graph element 548"/>
            <p:cNvSpPr/>
            <p:nvPr/>
          </p:nvSpPr>
          <p:spPr>
            <a:xfrm>
              <a:off x="347555" y="456256"/>
              <a:ext cx="5403" cy="5403"/>
            </a:xfrm>
            <a:custGeom>
              <a:avLst/>
              <a:gdLst/>
              <a:ahLst/>
              <a:cxnLst/>
              <a:rect l="0" t="0" r="r" b="b"/>
              <a:pathLst>
                <a:path w="5403" h="5403" stroke="0" extrusionOk="0">
                  <a:moveTo>
                    <a:pt x="0" y="3451"/>
                  </a:moveTo>
                  <a:lnTo>
                    <a:pt x="1952" y="5403"/>
                  </a:lnTo>
                  <a:lnTo>
                    <a:pt x="5403" y="1952"/>
                  </a:lnTo>
                  <a:lnTo>
                    <a:pt x="3451" y="0"/>
                  </a:lnTo>
                  <a:lnTo>
                    <a:pt x="0" y="3451"/>
                  </a:lnTo>
                  <a:close/>
                </a:path>
              </a:pathLst>
            </a:custGeom>
            <a:solidFill>
              <a:srgbClr val="BEBEBE"/>
            </a:solidFill>
            <a:ln>
              <a:noFill/>
            </a:ln>
          </p:spPr>
        </p:sp>
        <p:sp>
          <p:nvSpPr>
            <p:cNvPr id="20070" name="Graph element 549"/>
            <p:cNvSpPr/>
            <p:nvPr/>
          </p:nvSpPr>
          <p:spPr>
            <a:xfrm>
              <a:off x="649501" y="451079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BEBEBE"/>
            </a:solidFill>
            <a:ln>
              <a:noFill/>
            </a:ln>
          </p:spPr>
        </p:sp>
        <p:sp>
          <p:nvSpPr>
            <p:cNvPr id="20071" name="Graph element 550"/>
            <p:cNvSpPr/>
            <p:nvPr/>
          </p:nvSpPr>
          <p:spPr>
            <a:xfrm>
              <a:off x="340654" y="445903"/>
              <a:ext cx="5403" cy="5403"/>
            </a:xfrm>
            <a:custGeom>
              <a:avLst/>
              <a:gdLst/>
              <a:ahLst/>
              <a:cxnLst/>
              <a:rect l="0" t="0" r="r" b="b"/>
              <a:pathLst>
                <a:path w="5403" h="5403" stroke="0" extrusionOk="0">
                  <a:moveTo>
                    <a:pt x="0" y="3451"/>
                  </a:moveTo>
                  <a:lnTo>
                    <a:pt x="1952" y="5403"/>
                  </a:lnTo>
                  <a:lnTo>
                    <a:pt x="5403" y="1952"/>
                  </a:lnTo>
                  <a:lnTo>
                    <a:pt x="3451" y="0"/>
                  </a:lnTo>
                  <a:lnTo>
                    <a:pt x="0" y="3451"/>
                  </a:lnTo>
                  <a:close/>
                </a:path>
              </a:pathLst>
            </a:custGeom>
            <a:solidFill>
              <a:srgbClr val="BEBEBE"/>
            </a:solidFill>
            <a:ln>
              <a:noFill/>
            </a:ln>
          </p:spPr>
        </p:sp>
        <p:sp>
          <p:nvSpPr>
            <p:cNvPr id="20072" name="Graph element 551"/>
            <p:cNvSpPr/>
            <p:nvPr/>
          </p:nvSpPr>
          <p:spPr>
            <a:xfrm>
              <a:off x="680154" y="439978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BEBEBE"/>
            </a:solidFill>
            <a:ln>
              <a:noFill/>
            </a:ln>
          </p:spPr>
        </p:sp>
        <p:sp>
          <p:nvSpPr>
            <p:cNvPr id="20073" name="Graph element 552"/>
            <p:cNvSpPr/>
            <p:nvPr/>
          </p:nvSpPr>
          <p:spPr>
            <a:xfrm>
              <a:off x="364809" y="437276"/>
              <a:ext cx="5403" cy="5403"/>
            </a:xfrm>
            <a:custGeom>
              <a:avLst/>
              <a:gdLst/>
              <a:ahLst/>
              <a:cxnLst/>
              <a:rect l="0" t="0" r="r" b="b"/>
              <a:pathLst>
                <a:path w="5403" h="5403" stroke="0" extrusionOk="0">
                  <a:moveTo>
                    <a:pt x="0" y="3451"/>
                  </a:moveTo>
                  <a:lnTo>
                    <a:pt x="1952" y="5403"/>
                  </a:lnTo>
                  <a:lnTo>
                    <a:pt x="5403" y="1952"/>
                  </a:lnTo>
                  <a:lnTo>
                    <a:pt x="3451" y="0"/>
                  </a:lnTo>
                  <a:lnTo>
                    <a:pt x="0" y="3451"/>
                  </a:lnTo>
                  <a:close/>
                </a:path>
              </a:pathLst>
            </a:custGeom>
            <a:solidFill>
              <a:srgbClr val="BEBEBE"/>
            </a:solidFill>
            <a:ln>
              <a:noFill/>
            </a:ln>
          </p:spPr>
        </p:sp>
        <p:sp>
          <p:nvSpPr>
            <p:cNvPr id="20074" name="Graph element 553"/>
            <p:cNvSpPr/>
            <p:nvPr/>
          </p:nvSpPr>
          <p:spPr>
            <a:xfrm>
              <a:off x="357908" y="426924"/>
              <a:ext cx="5403" cy="5403"/>
            </a:xfrm>
            <a:custGeom>
              <a:avLst/>
              <a:gdLst/>
              <a:ahLst/>
              <a:cxnLst/>
              <a:rect l="0" t="0" r="r" b="b"/>
              <a:pathLst>
                <a:path w="5403" h="5403" stroke="0" extrusionOk="0">
                  <a:moveTo>
                    <a:pt x="0" y="3451"/>
                  </a:moveTo>
                  <a:lnTo>
                    <a:pt x="1952" y="5403"/>
                  </a:lnTo>
                  <a:lnTo>
                    <a:pt x="5403" y="1952"/>
                  </a:lnTo>
                  <a:lnTo>
                    <a:pt x="3451" y="0"/>
                  </a:lnTo>
                  <a:lnTo>
                    <a:pt x="0" y="3451"/>
                  </a:lnTo>
                  <a:close/>
                </a:path>
              </a:pathLst>
            </a:custGeom>
            <a:solidFill>
              <a:srgbClr val="BEBEBE"/>
            </a:solidFill>
            <a:ln>
              <a:noFill/>
            </a:ln>
          </p:spPr>
        </p:sp>
        <p:sp>
          <p:nvSpPr>
            <p:cNvPr id="20075" name="Graph element 554"/>
            <p:cNvSpPr/>
            <p:nvPr/>
          </p:nvSpPr>
          <p:spPr>
            <a:xfrm>
              <a:off x="382063" y="418297"/>
              <a:ext cx="5403" cy="5403"/>
            </a:xfrm>
            <a:custGeom>
              <a:avLst/>
              <a:gdLst/>
              <a:ahLst/>
              <a:cxnLst/>
              <a:rect l="0" t="0" r="r" b="b"/>
              <a:pathLst>
                <a:path w="5403" h="5403" stroke="0" extrusionOk="0">
                  <a:moveTo>
                    <a:pt x="0" y="3451"/>
                  </a:moveTo>
                  <a:lnTo>
                    <a:pt x="1952" y="5403"/>
                  </a:lnTo>
                  <a:lnTo>
                    <a:pt x="5403" y="1952"/>
                  </a:lnTo>
                  <a:lnTo>
                    <a:pt x="3451" y="0"/>
                  </a:lnTo>
                  <a:lnTo>
                    <a:pt x="0" y="3451"/>
                  </a:lnTo>
                  <a:close/>
                </a:path>
              </a:pathLst>
            </a:custGeom>
            <a:solidFill>
              <a:srgbClr val="BEBEBE"/>
            </a:solidFill>
            <a:ln>
              <a:noFill/>
            </a:ln>
          </p:spPr>
        </p:sp>
        <p:sp>
          <p:nvSpPr>
            <p:cNvPr id="20076" name="Graph element 555"/>
            <p:cNvSpPr/>
            <p:nvPr/>
          </p:nvSpPr>
          <p:spPr>
            <a:xfrm>
              <a:off x="375162" y="407944"/>
              <a:ext cx="5403" cy="5403"/>
            </a:xfrm>
            <a:custGeom>
              <a:avLst/>
              <a:gdLst/>
              <a:ahLst/>
              <a:cxnLst/>
              <a:rect l="0" t="0" r="r" b="b"/>
              <a:pathLst>
                <a:path w="5403" h="5403" stroke="0" extrusionOk="0">
                  <a:moveTo>
                    <a:pt x="0" y="3451"/>
                  </a:moveTo>
                  <a:lnTo>
                    <a:pt x="1952" y="5403"/>
                  </a:lnTo>
                  <a:lnTo>
                    <a:pt x="5403" y="1952"/>
                  </a:lnTo>
                  <a:lnTo>
                    <a:pt x="3451" y="0"/>
                  </a:lnTo>
                  <a:lnTo>
                    <a:pt x="0" y="3451"/>
                  </a:lnTo>
                  <a:close/>
                </a:path>
              </a:pathLst>
            </a:custGeom>
            <a:solidFill>
              <a:srgbClr val="BEBEBE"/>
            </a:solidFill>
            <a:ln>
              <a:noFill/>
            </a:ln>
          </p:spPr>
        </p:sp>
        <p:sp>
          <p:nvSpPr>
            <p:cNvPr id="20077" name="Graph element 556"/>
            <p:cNvSpPr/>
            <p:nvPr/>
          </p:nvSpPr>
          <p:spPr>
            <a:xfrm>
              <a:off x="399317" y="401043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BEBEBE"/>
            </a:solidFill>
            <a:ln>
              <a:noFill/>
            </a:ln>
          </p:spPr>
        </p:sp>
        <p:sp>
          <p:nvSpPr>
            <p:cNvPr id="20078" name="Graph element 557"/>
            <p:cNvSpPr/>
            <p:nvPr/>
          </p:nvSpPr>
          <p:spPr>
            <a:xfrm>
              <a:off x="392416" y="390690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BEBEBE"/>
            </a:solidFill>
            <a:ln>
              <a:noFill/>
            </a:ln>
          </p:spPr>
        </p:sp>
        <p:sp>
          <p:nvSpPr>
            <p:cNvPr id="20079" name="Graph element 558"/>
            <p:cNvSpPr/>
            <p:nvPr/>
          </p:nvSpPr>
          <p:spPr>
            <a:xfrm>
              <a:off x="416571" y="382063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BEBEBE"/>
            </a:solidFill>
            <a:ln>
              <a:noFill/>
            </a:ln>
          </p:spPr>
        </p:sp>
        <p:sp>
          <p:nvSpPr>
            <p:cNvPr id="20080" name="Graph element 559"/>
            <p:cNvSpPr/>
            <p:nvPr/>
          </p:nvSpPr>
          <p:spPr>
            <a:xfrm>
              <a:off x="409670" y="371711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BEBEBE"/>
            </a:solidFill>
            <a:ln>
              <a:noFill/>
            </a:ln>
          </p:spPr>
        </p:sp>
        <p:sp>
          <p:nvSpPr>
            <p:cNvPr id="20081" name="Graph element 560"/>
            <p:cNvSpPr/>
            <p:nvPr/>
          </p:nvSpPr>
          <p:spPr>
            <a:xfrm>
              <a:off x="433825" y="363084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BEBEBE"/>
            </a:solidFill>
            <a:ln>
              <a:noFill/>
            </a:ln>
          </p:spPr>
        </p:sp>
        <p:sp>
          <p:nvSpPr>
            <p:cNvPr id="20082" name="Graph element 561"/>
            <p:cNvSpPr/>
            <p:nvPr/>
          </p:nvSpPr>
          <p:spPr>
            <a:xfrm>
              <a:off x="426924" y="352731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BEBEBE"/>
            </a:solidFill>
            <a:ln>
              <a:noFill/>
            </a:ln>
          </p:spPr>
        </p:sp>
        <p:sp>
          <p:nvSpPr>
            <p:cNvPr id="20083" name="Graph element 562"/>
            <p:cNvSpPr/>
            <p:nvPr/>
          </p:nvSpPr>
          <p:spPr>
            <a:xfrm>
              <a:off x="517966" y="334728"/>
              <a:ext cx="4082" cy="7878"/>
            </a:xfrm>
            <a:custGeom>
              <a:avLst/>
              <a:gdLst/>
              <a:ahLst/>
              <a:cxnLst/>
              <a:rect l="0" t="0" r="r" b="b"/>
              <a:pathLst>
                <a:path w="4082" h="7878" stroke="0" extrusionOk="0">
                  <a:moveTo>
                    <a:pt x="0" y="5748"/>
                  </a:moveTo>
                  <a:lnTo>
                    <a:pt x="2130" y="7878"/>
                  </a:lnTo>
                  <a:lnTo>
                    <a:pt x="4082" y="5926"/>
                  </a:lnTo>
                  <a:lnTo>
                    <a:pt x="2761" y="4604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5748"/>
                  </a:lnTo>
                  <a:close/>
                </a:path>
              </a:pathLst>
            </a:custGeom>
            <a:solidFill>
              <a:srgbClr val="BEBEBE"/>
            </a:solidFill>
            <a:ln>
              <a:noFill/>
            </a:ln>
          </p:spPr>
        </p:sp>
        <p:sp>
          <p:nvSpPr>
            <p:cNvPr id="20084" name="Graph element 563"/>
            <p:cNvSpPr/>
            <p:nvPr/>
          </p:nvSpPr>
          <p:spPr>
            <a:xfrm>
              <a:off x="461432" y="314773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BEBEBE"/>
            </a:solidFill>
            <a:ln>
              <a:noFill/>
            </a:ln>
          </p:spPr>
        </p:sp>
        <p:sp>
          <p:nvSpPr>
            <p:cNvPr id="20085" name="Graph element 564"/>
            <p:cNvSpPr/>
            <p:nvPr/>
          </p:nvSpPr>
          <p:spPr>
            <a:xfrm>
              <a:off x="487313" y="295793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BEBEBE"/>
            </a:solidFill>
            <a:ln>
              <a:noFill/>
            </a:ln>
          </p:spPr>
        </p:sp>
        <p:sp>
          <p:nvSpPr>
            <p:cNvPr id="20086" name="Graph element 565"/>
            <p:cNvSpPr/>
            <p:nvPr/>
          </p:nvSpPr>
          <p:spPr>
            <a:xfrm>
              <a:off x="971402" y="1377216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BCBCBC"/>
            </a:solidFill>
            <a:ln>
              <a:noFill/>
            </a:ln>
          </p:spPr>
        </p:sp>
        <p:sp>
          <p:nvSpPr>
            <p:cNvPr id="20087" name="Graph element 566"/>
            <p:cNvSpPr/>
            <p:nvPr/>
          </p:nvSpPr>
          <p:spPr>
            <a:xfrm>
              <a:off x="440323" y="341630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BCBCBC"/>
            </a:solidFill>
            <a:ln>
              <a:noFill/>
            </a:ln>
          </p:spPr>
        </p:sp>
        <p:sp>
          <p:nvSpPr>
            <p:cNvPr id="20088" name="Graph element 567"/>
            <p:cNvSpPr/>
            <p:nvPr/>
          </p:nvSpPr>
          <p:spPr>
            <a:xfrm>
              <a:off x="508018" y="321674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BCBCBC"/>
            </a:solidFill>
            <a:ln>
              <a:noFill/>
            </a:ln>
          </p:spPr>
        </p:sp>
        <p:sp>
          <p:nvSpPr>
            <p:cNvPr id="20089" name="Graph element 568"/>
            <p:cNvSpPr/>
            <p:nvPr/>
          </p:nvSpPr>
          <p:spPr>
            <a:xfrm>
              <a:off x="428245" y="1758530"/>
              <a:ext cx="13340" cy="9258"/>
            </a:xfrm>
            <a:custGeom>
              <a:avLst/>
              <a:gdLst/>
              <a:ahLst/>
              <a:cxnLst/>
              <a:rect l="0" t="0" r="r" b="b"/>
              <a:pathLst>
                <a:path w="13340" h="9258" stroke="0" extrusionOk="0">
                  <a:moveTo>
                    <a:pt x="0" y="0"/>
                  </a:moveTo>
                  <a:lnTo>
                    <a:pt x="0" y="4486"/>
                  </a:lnTo>
                  <a:lnTo>
                    <a:pt x="2534" y="4486"/>
                  </a:lnTo>
                  <a:lnTo>
                    <a:pt x="5985" y="7937"/>
                  </a:lnTo>
                  <a:lnTo>
                    <a:pt x="7710" y="7937"/>
                  </a:lnTo>
                  <a:lnTo>
                    <a:pt x="9031" y="9258"/>
                  </a:lnTo>
                  <a:lnTo>
                    <a:pt x="10983" y="7306"/>
                  </a:lnTo>
                  <a:lnTo>
                    <a:pt x="9662" y="5985"/>
                  </a:lnTo>
                  <a:lnTo>
                    <a:pt x="9662" y="5403"/>
                  </a:lnTo>
                  <a:lnTo>
                    <a:pt x="13340" y="1725"/>
                  </a:lnTo>
                  <a:lnTo>
                    <a:pt x="5403" y="1725"/>
                  </a:lnTo>
                  <a:lnTo>
                    <a:pt x="367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</p:sp>
        <p:sp>
          <p:nvSpPr>
            <p:cNvPr id="20090" name="Graph element 569"/>
            <p:cNvSpPr/>
            <p:nvPr/>
          </p:nvSpPr>
          <p:spPr>
            <a:xfrm>
              <a:off x="227872" y="1606468"/>
              <a:ext cx="179205" cy="127216"/>
            </a:xfrm>
            <a:custGeom>
              <a:avLst/>
              <a:gdLst/>
              <a:ahLst/>
              <a:cxnLst/>
              <a:rect l="0" t="0" r="r" b="b"/>
              <a:pathLst>
                <a:path w="179205" h="127216" stroke="0" extrusionOk="0">
                  <a:moveTo>
                    <a:pt x="10579" y="0"/>
                  </a:moveTo>
                  <a:lnTo>
                    <a:pt x="10579" y="6211"/>
                  </a:lnTo>
                  <a:lnTo>
                    <a:pt x="7937" y="8854"/>
                  </a:lnTo>
                  <a:lnTo>
                    <a:pt x="0" y="8854"/>
                  </a:lnTo>
                  <a:lnTo>
                    <a:pt x="6211" y="15065"/>
                  </a:lnTo>
                  <a:lnTo>
                    <a:pt x="7937" y="15065"/>
                  </a:lnTo>
                  <a:lnTo>
                    <a:pt x="11388" y="18516"/>
                  </a:lnTo>
                  <a:lnTo>
                    <a:pt x="13113" y="18516"/>
                  </a:lnTo>
                  <a:lnTo>
                    <a:pt x="18289" y="23692"/>
                  </a:lnTo>
                  <a:lnTo>
                    <a:pt x="20015" y="23692"/>
                  </a:lnTo>
                  <a:lnTo>
                    <a:pt x="25191" y="28868"/>
                  </a:lnTo>
                  <a:lnTo>
                    <a:pt x="26916" y="28868"/>
                  </a:lnTo>
                  <a:lnTo>
                    <a:pt x="30367" y="32319"/>
                  </a:lnTo>
                  <a:lnTo>
                    <a:pt x="32092" y="32319"/>
                  </a:lnTo>
                  <a:lnTo>
                    <a:pt x="37269" y="37495"/>
                  </a:lnTo>
                  <a:lnTo>
                    <a:pt x="38994" y="37495"/>
                  </a:lnTo>
                  <a:lnTo>
                    <a:pt x="44170" y="42672"/>
                  </a:lnTo>
                  <a:lnTo>
                    <a:pt x="45896" y="42672"/>
                  </a:lnTo>
                  <a:lnTo>
                    <a:pt x="49347" y="46122"/>
                  </a:lnTo>
                  <a:lnTo>
                    <a:pt x="51072" y="46122"/>
                  </a:lnTo>
                  <a:lnTo>
                    <a:pt x="56248" y="51299"/>
                  </a:lnTo>
                  <a:lnTo>
                    <a:pt x="57974" y="51299"/>
                  </a:lnTo>
                  <a:lnTo>
                    <a:pt x="63150" y="56475"/>
                  </a:lnTo>
                  <a:lnTo>
                    <a:pt x="64875" y="56475"/>
                  </a:lnTo>
                  <a:lnTo>
                    <a:pt x="68326" y="59926"/>
                  </a:lnTo>
                  <a:lnTo>
                    <a:pt x="70051" y="59926"/>
                  </a:lnTo>
                  <a:lnTo>
                    <a:pt x="75228" y="65102"/>
                  </a:lnTo>
                  <a:lnTo>
                    <a:pt x="76953" y="65102"/>
                  </a:lnTo>
                  <a:lnTo>
                    <a:pt x="80404" y="68553"/>
                  </a:lnTo>
                  <a:lnTo>
                    <a:pt x="82129" y="68553"/>
                  </a:lnTo>
                  <a:lnTo>
                    <a:pt x="87305" y="73729"/>
                  </a:lnTo>
                  <a:lnTo>
                    <a:pt x="89031" y="73729"/>
                  </a:lnTo>
                  <a:lnTo>
                    <a:pt x="94207" y="78905"/>
                  </a:lnTo>
                  <a:lnTo>
                    <a:pt x="95932" y="78905"/>
                  </a:lnTo>
                  <a:lnTo>
                    <a:pt x="99383" y="82356"/>
                  </a:lnTo>
                  <a:lnTo>
                    <a:pt x="101109" y="82356"/>
                  </a:lnTo>
                  <a:lnTo>
                    <a:pt x="106285" y="87532"/>
                  </a:lnTo>
                  <a:lnTo>
                    <a:pt x="108010" y="87532"/>
                  </a:lnTo>
                  <a:lnTo>
                    <a:pt x="113186" y="92708"/>
                  </a:lnTo>
                  <a:lnTo>
                    <a:pt x="114912" y="92708"/>
                  </a:lnTo>
                  <a:lnTo>
                    <a:pt x="118363" y="96159"/>
                  </a:lnTo>
                  <a:lnTo>
                    <a:pt x="120088" y="96159"/>
                  </a:lnTo>
                  <a:lnTo>
                    <a:pt x="125264" y="101335"/>
                  </a:lnTo>
                  <a:lnTo>
                    <a:pt x="126990" y="101335"/>
                  </a:lnTo>
                  <a:lnTo>
                    <a:pt x="132166" y="106511"/>
                  </a:lnTo>
                  <a:lnTo>
                    <a:pt x="133891" y="106511"/>
                  </a:lnTo>
                  <a:lnTo>
                    <a:pt x="137342" y="109962"/>
                  </a:lnTo>
                  <a:lnTo>
                    <a:pt x="139067" y="109962"/>
                  </a:lnTo>
                  <a:lnTo>
                    <a:pt x="144244" y="115138"/>
                  </a:lnTo>
                  <a:lnTo>
                    <a:pt x="145969" y="115138"/>
                  </a:lnTo>
                  <a:lnTo>
                    <a:pt x="149420" y="118589"/>
                  </a:lnTo>
                  <a:lnTo>
                    <a:pt x="151145" y="118589"/>
                  </a:lnTo>
                  <a:lnTo>
                    <a:pt x="156321" y="123765"/>
                  </a:lnTo>
                  <a:lnTo>
                    <a:pt x="163223" y="123765"/>
                  </a:lnTo>
                  <a:lnTo>
                    <a:pt x="166674" y="127216"/>
                  </a:lnTo>
                  <a:lnTo>
                    <a:pt x="169543" y="127216"/>
                  </a:lnTo>
                  <a:lnTo>
                    <a:pt x="172994" y="123765"/>
                  </a:lnTo>
                  <a:lnTo>
                    <a:pt x="179205" y="123765"/>
                  </a:lnTo>
                  <a:lnTo>
                    <a:pt x="174719" y="119279"/>
                  </a:lnTo>
                  <a:lnTo>
                    <a:pt x="172994" y="119279"/>
                  </a:lnTo>
                  <a:lnTo>
                    <a:pt x="169543" y="115829"/>
                  </a:lnTo>
                  <a:lnTo>
                    <a:pt x="167817" y="115829"/>
                  </a:lnTo>
                  <a:lnTo>
                    <a:pt x="162641" y="110652"/>
                  </a:lnTo>
                  <a:lnTo>
                    <a:pt x="160916" y="110652"/>
                  </a:lnTo>
                  <a:lnTo>
                    <a:pt x="155740" y="105476"/>
                  </a:lnTo>
                  <a:lnTo>
                    <a:pt x="154014" y="105476"/>
                  </a:lnTo>
                  <a:lnTo>
                    <a:pt x="150563" y="102025"/>
                  </a:lnTo>
                  <a:lnTo>
                    <a:pt x="148838" y="102025"/>
                  </a:lnTo>
                  <a:lnTo>
                    <a:pt x="143662" y="96849"/>
                  </a:lnTo>
                  <a:lnTo>
                    <a:pt x="141936" y="96849"/>
                  </a:lnTo>
                  <a:lnTo>
                    <a:pt x="138486" y="93398"/>
                  </a:lnTo>
                  <a:lnTo>
                    <a:pt x="136760" y="93398"/>
                  </a:lnTo>
                  <a:lnTo>
                    <a:pt x="131584" y="88222"/>
                  </a:lnTo>
                  <a:lnTo>
                    <a:pt x="129859" y="88222"/>
                  </a:lnTo>
                  <a:lnTo>
                    <a:pt x="124682" y="83046"/>
                  </a:lnTo>
                  <a:lnTo>
                    <a:pt x="122957" y="83046"/>
                  </a:lnTo>
                  <a:lnTo>
                    <a:pt x="119506" y="79595"/>
                  </a:lnTo>
                  <a:lnTo>
                    <a:pt x="117781" y="79595"/>
                  </a:lnTo>
                  <a:lnTo>
                    <a:pt x="112604" y="74419"/>
                  </a:lnTo>
                  <a:lnTo>
                    <a:pt x="110879" y="74419"/>
                  </a:lnTo>
                  <a:lnTo>
                    <a:pt x="105703" y="69243"/>
                  </a:lnTo>
                  <a:lnTo>
                    <a:pt x="103977" y="69243"/>
                  </a:lnTo>
                  <a:lnTo>
                    <a:pt x="100527" y="65792"/>
                  </a:lnTo>
                  <a:lnTo>
                    <a:pt x="98801" y="65792"/>
                  </a:lnTo>
                  <a:lnTo>
                    <a:pt x="93625" y="60616"/>
                  </a:lnTo>
                  <a:lnTo>
                    <a:pt x="91900" y="60616"/>
                  </a:lnTo>
                  <a:lnTo>
                    <a:pt x="86723" y="55440"/>
                  </a:lnTo>
                  <a:lnTo>
                    <a:pt x="84998" y="55440"/>
                  </a:lnTo>
                  <a:lnTo>
                    <a:pt x="81547" y="51989"/>
                  </a:lnTo>
                  <a:lnTo>
                    <a:pt x="79822" y="51989"/>
                  </a:lnTo>
                  <a:lnTo>
                    <a:pt x="74646" y="46813"/>
                  </a:lnTo>
                  <a:lnTo>
                    <a:pt x="72920" y="46813"/>
                  </a:lnTo>
                  <a:lnTo>
                    <a:pt x="69469" y="43362"/>
                  </a:lnTo>
                  <a:lnTo>
                    <a:pt x="67744" y="43362"/>
                  </a:lnTo>
                  <a:lnTo>
                    <a:pt x="62568" y="38186"/>
                  </a:lnTo>
                  <a:lnTo>
                    <a:pt x="60842" y="38186"/>
                  </a:lnTo>
                  <a:lnTo>
                    <a:pt x="55666" y="33009"/>
                  </a:lnTo>
                  <a:lnTo>
                    <a:pt x="53941" y="33009"/>
                  </a:lnTo>
                  <a:lnTo>
                    <a:pt x="50490" y="29559"/>
                  </a:lnTo>
                  <a:lnTo>
                    <a:pt x="48765" y="29559"/>
                  </a:lnTo>
                  <a:lnTo>
                    <a:pt x="43588" y="24382"/>
                  </a:lnTo>
                  <a:lnTo>
                    <a:pt x="41863" y="24382"/>
                  </a:lnTo>
                  <a:lnTo>
                    <a:pt x="36687" y="19206"/>
                  </a:lnTo>
                  <a:lnTo>
                    <a:pt x="34961" y="19206"/>
                  </a:lnTo>
                  <a:lnTo>
                    <a:pt x="31511" y="15755"/>
                  </a:lnTo>
                  <a:lnTo>
                    <a:pt x="29785" y="15755"/>
                  </a:lnTo>
                  <a:lnTo>
                    <a:pt x="24609" y="10579"/>
                  </a:lnTo>
                  <a:lnTo>
                    <a:pt x="22884" y="10579"/>
                  </a:lnTo>
                  <a:lnTo>
                    <a:pt x="17707" y="5403"/>
                  </a:lnTo>
                  <a:lnTo>
                    <a:pt x="15982" y="5403"/>
                  </a:lnTo>
                  <a:lnTo>
                    <a:pt x="10579" y="0"/>
                  </a:ln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</p:sp>
        <p:sp>
          <p:nvSpPr>
            <p:cNvPr id="20091" name="Graph element 570"/>
            <p:cNvSpPr/>
            <p:nvPr/>
          </p:nvSpPr>
          <p:spPr>
            <a:xfrm>
              <a:off x="219245" y="1604624"/>
              <a:ext cx="9889" cy="13685"/>
            </a:xfrm>
            <a:custGeom>
              <a:avLst/>
              <a:gdLst/>
              <a:ahLst/>
              <a:cxnLst/>
              <a:rect l="0" t="0" r="r" b="b"/>
              <a:pathLst>
                <a:path w="9889" h="13685" stroke="0" extrusionOk="0">
                  <a:moveTo>
                    <a:pt x="7128" y="0"/>
                  </a:moveTo>
                  <a:lnTo>
                    <a:pt x="7128" y="1154"/>
                  </a:lnTo>
                  <a:lnTo>
                    <a:pt x="0" y="8282"/>
                  </a:lnTo>
                  <a:lnTo>
                    <a:pt x="4486" y="8282"/>
                  </a:lnTo>
                  <a:lnTo>
                    <a:pt x="9889" y="13685"/>
                  </a:lnTo>
                  <a:lnTo>
                    <a:pt x="7128" y="0"/>
                  </a:ln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</p:sp>
        <p:sp>
          <p:nvSpPr>
            <p:cNvPr id="20092" name="Graph element 571"/>
            <p:cNvSpPr/>
            <p:nvPr/>
          </p:nvSpPr>
          <p:spPr>
            <a:xfrm>
              <a:off x="1135088" y="1506050"/>
              <a:ext cx="11959" cy="12186"/>
            </a:xfrm>
            <a:custGeom>
              <a:avLst/>
              <a:gdLst/>
              <a:ahLst/>
              <a:cxnLst/>
              <a:rect l="0" t="0" r="r" b="b"/>
              <a:pathLst>
                <a:path w="11959" h="12186" stroke="0" extrusionOk="0">
                  <a:moveTo>
                    <a:pt x="3677" y="0"/>
                  </a:moveTo>
                  <a:lnTo>
                    <a:pt x="0" y="3677"/>
                  </a:lnTo>
                  <a:lnTo>
                    <a:pt x="3106" y="6783"/>
                  </a:lnTo>
                  <a:lnTo>
                    <a:pt x="4831" y="6783"/>
                  </a:lnTo>
                  <a:lnTo>
                    <a:pt x="6557" y="8509"/>
                  </a:lnTo>
                  <a:lnTo>
                    <a:pt x="8282" y="8509"/>
                  </a:lnTo>
                  <a:lnTo>
                    <a:pt x="11959" y="12186"/>
                  </a:lnTo>
                  <a:lnTo>
                    <a:pt x="11959" y="2297"/>
                  </a:lnTo>
                  <a:lnTo>
                    <a:pt x="5975" y="2297"/>
                  </a:lnTo>
                  <a:lnTo>
                    <a:pt x="3677" y="0"/>
                  </a:ln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</p:sp>
        <p:sp>
          <p:nvSpPr>
            <p:cNvPr id="20093" name="Graph element 572"/>
            <p:cNvSpPr/>
            <p:nvPr/>
          </p:nvSpPr>
          <p:spPr>
            <a:xfrm>
              <a:off x="1147738" y="1504551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</p:sp>
        <p:sp>
          <p:nvSpPr>
            <p:cNvPr id="20094" name="Graph element 573"/>
            <p:cNvSpPr/>
            <p:nvPr/>
          </p:nvSpPr>
          <p:spPr>
            <a:xfrm>
              <a:off x="1163266" y="1494198"/>
              <a:ext cx="2761" cy="5176"/>
            </a:xfrm>
            <a:custGeom>
              <a:avLst/>
              <a:gdLst/>
              <a:ahLst/>
              <a:cxnLst/>
              <a:rect l="0" t="0" r="r" b="b"/>
              <a:pathLst>
                <a:path w="2761" h="5176" stroke="0" extrusionOk="0">
                  <a:moveTo>
                    <a:pt x="0" y="5176"/>
                  </a:moveTo>
                  <a:lnTo>
                    <a:pt x="2761" y="5176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5176"/>
                  </a:ln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</p:sp>
        <p:sp>
          <p:nvSpPr>
            <p:cNvPr id="20095" name="Graph element 574"/>
            <p:cNvSpPr/>
            <p:nvPr/>
          </p:nvSpPr>
          <p:spPr>
            <a:xfrm>
              <a:off x="1148142" y="1491497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</p:sp>
        <p:sp>
          <p:nvSpPr>
            <p:cNvPr id="20096" name="Graph element 575"/>
            <p:cNvSpPr/>
            <p:nvPr/>
          </p:nvSpPr>
          <p:spPr>
            <a:xfrm>
              <a:off x="957372" y="1392745"/>
              <a:ext cx="151944" cy="92708"/>
            </a:xfrm>
            <a:custGeom>
              <a:avLst/>
              <a:gdLst/>
              <a:ahLst/>
              <a:cxnLst/>
              <a:rect l="0" t="0" r="r" b="b"/>
              <a:pathLst>
                <a:path w="151944" h="92708" stroke="0" extrusionOk="0">
                  <a:moveTo>
                    <a:pt x="5748" y="0"/>
                  </a:moveTo>
                  <a:lnTo>
                    <a:pt x="5748" y="2534"/>
                  </a:lnTo>
                  <a:lnTo>
                    <a:pt x="4023" y="4259"/>
                  </a:lnTo>
                  <a:lnTo>
                    <a:pt x="4023" y="5985"/>
                  </a:lnTo>
                  <a:lnTo>
                    <a:pt x="0" y="10007"/>
                  </a:lnTo>
                  <a:lnTo>
                    <a:pt x="3106" y="13113"/>
                  </a:lnTo>
                  <a:lnTo>
                    <a:pt x="4831" y="13113"/>
                  </a:lnTo>
                  <a:lnTo>
                    <a:pt x="6557" y="14838"/>
                  </a:lnTo>
                  <a:lnTo>
                    <a:pt x="8282" y="14838"/>
                  </a:lnTo>
                  <a:lnTo>
                    <a:pt x="11733" y="18289"/>
                  </a:lnTo>
                  <a:lnTo>
                    <a:pt x="13458" y="18289"/>
                  </a:lnTo>
                  <a:lnTo>
                    <a:pt x="15184" y="20015"/>
                  </a:lnTo>
                  <a:lnTo>
                    <a:pt x="16909" y="20015"/>
                  </a:lnTo>
                  <a:lnTo>
                    <a:pt x="20360" y="23465"/>
                  </a:lnTo>
                  <a:lnTo>
                    <a:pt x="22085" y="23465"/>
                  </a:lnTo>
                  <a:lnTo>
                    <a:pt x="23811" y="25191"/>
                  </a:lnTo>
                  <a:lnTo>
                    <a:pt x="25536" y="25191"/>
                  </a:lnTo>
                  <a:lnTo>
                    <a:pt x="28987" y="28642"/>
                  </a:lnTo>
                  <a:lnTo>
                    <a:pt x="30712" y="28642"/>
                  </a:lnTo>
                  <a:lnTo>
                    <a:pt x="32438" y="30367"/>
                  </a:lnTo>
                  <a:lnTo>
                    <a:pt x="34163" y="30367"/>
                  </a:lnTo>
                  <a:lnTo>
                    <a:pt x="37614" y="33818"/>
                  </a:lnTo>
                  <a:lnTo>
                    <a:pt x="39339" y="33818"/>
                  </a:lnTo>
                  <a:lnTo>
                    <a:pt x="41065" y="35543"/>
                  </a:lnTo>
                  <a:lnTo>
                    <a:pt x="42790" y="35543"/>
                  </a:lnTo>
                  <a:lnTo>
                    <a:pt x="46241" y="38994"/>
                  </a:lnTo>
                  <a:lnTo>
                    <a:pt x="47966" y="38994"/>
                  </a:lnTo>
                  <a:lnTo>
                    <a:pt x="49692" y="40719"/>
                  </a:lnTo>
                  <a:lnTo>
                    <a:pt x="51417" y="40719"/>
                  </a:lnTo>
                  <a:lnTo>
                    <a:pt x="54868" y="44170"/>
                  </a:lnTo>
                  <a:lnTo>
                    <a:pt x="56593" y="44170"/>
                  </a:lnTo>
                  <a:lnTo>
                    <a:pt x="58319" y="45896"/>
                  </a:lnTo>
                  <a:lnTo>
                    <a:pt x="60044" y="45896"/>
                  </a:lnTo>
                  <a:lnTo>
                    <a:pt x="63495" y="49347"/>
                  </a:lnTo>
                  <a:lnTo>
                    <a:pt x="65220" y="49347"/>
                  </a:lnTo>
                  <a:lnTo>
                    <a:pt x="66946" y="51072"/>
                  </a:lnTo>
                  <a:lnTo>
                    <a:pt x="68671" y="51072"/>
                  </a:lnTo>
                  <a:lnTo>
                    <a:pt x="72122" y="54523"/>
                  </a:lnTo>
                  <a:lnTo>
                    <a:pt x="73847" y="54523"/>
                  </a:lnTo>
                  <a:lnTo>
                    <a:pt x="77298" y="57974"/>
                  </a:lnTo>
                  <a:lnTo>
                    <a:pt x="79023" y="57974"/>
                  </a:lnTo>
                  <a:lnTo>
                    <a:pt x="80749" y="59699"/>
                  </a:lnTo>
                  <a:lnTo>
                    <a:pt x="82474" y="59699"/>
                  </a:lnTo>
                  <a:lnTo>
                    <a:pt x="85925" y="63150"/>
                  </a:lnTo>
                  <a:lnTo>
                    <a:pt x="87650" y="63150"/>
                  </a:lnTo>
                  <a:lnTo>
                    <a:pt x="89376" y="64875"/>
                  </a:lnTo>
                  <a:lnTo>
                    <a:pt x="91101" y="64875"/>
                  </a:lnTo>
                  <a:lnTo>
                    <a:pt x="94552" y="68326"/>
                  </a:lnTo>
                  <a:lnTo>
                    <a:pt x="96277" y="68326"/>
                  </a:lnTo>
                  <a:lnTo>
                    <a:pt x="98003" y="70051"/>
                  </a:lnTo>
                  <a:lnTo>
                    <a:pt x="99728" y="70051"/>
                  </a:lnTo>
                  <a:lnTo>
                    <a:pt x="103179" y="73502"/>
                  </a:lnTo>
                  <a:lnTo>
                    <a:pt x="104904" y="73502"/>
                  </a:lnTo>
                  <a:lnTo>
                    <a:pt x="106630" y="75228"/>
                  </a:lnTo>
                  <a:lnTo>
                    <a:pt x="108355" y="75228"/>
                  </a:lnTo>
                  <a:lnTo>
                    <a:pt x="111806" y="78678"/>
                  </a:lnTo>
                  <a:lnTo>
                    <a:pt x="113531" y="78678"/>
                  </a:lnTo>
                  <a:lnTo>
                    <a:pt x="115257" y="80404"/>
                  </a:lnTo>
                  <a:lnTo>
                    <a:pt x="116982" y="80404"/>
                  </a:lnTo>
                  <a:lnTo>
                    <a:pt x="120433" y="83855"/>
                  </a:lnTo>
                  <a:lnTo>
                    <a:pt x="122158" y="83855"/>
                  </a:lnTo>
                  <a:lnTo>
                    <a:pt x="123884" y="85580"/>
                  </a:lnTo>
                  <a:lnTo>
                    <a:pt x="125609" y="85580"/>
                  </a:lnTo>
                  <a:lnTo>
                    <a:pt x="129060" y="89031"/>
                  </a:lnTo>
                  <a:lnTo>
                    <a:pt x="130786" y="89031"/>
                  </a:lnTo>
                  <a:lnTo>
                    <a:pt x="133083" y="91328"/>
                  </a:lnTo>
                  <a:lnTo>
                    <a:pt x="135380" y="89031"/>
                  </a:lnTo>
                  <a:lnTo>
                    <a:pt x="144589" y="89031"/>
                  </a:lnTo>
                  <a:lnTo>
                    <a:pt x="148266" y="92708"/>
                  </a:lnTo>
                  <a:lnTo>
                    <a:pt x="148266" y="88222"/>
                  </a:lnTo>
                  <a:lnTo>
                    <a:pt x="151944" y="84545"/>
                  </a:lnTo>
                  <a:lnTo>
                    <a:pt x="147458" y="84545"/>
                  </a:lnTo>
                  <a:lnTo>
                    <a:pt x="144007" y="81094"/>
                  </a:lnTo>
                  <a:lnTo>
                    <a:pt x="142281" y="81094"/>
                  </a:lnTo>
                  <a:lnTo>
                    <a:pt x="140556" y="79369"/>
                  </a:lnTo>
                  <a:lnTo>
                    <a:pt x="138831" y="79369"/>
                  </a:lnTo>
                  <a:lnTo>
                    <a:pt x="135380" y="75918"/>
                  </a:lnTo>
                  <a:lnTo>
                    <a:pt x="133654" y="75918"/>
                  </a:lnTo>
                  <a:lnTo>
                    <a:pt x="131929" y="74192"/>
                  </a:lnTo>
                  <a:lnTo>
                    <a:pt x="130204" y="74192"/>
                  </a:lnTo>
                  <a:lnTo>
                    <a:pt x="126753" y="70741"/>
                  </a:lnTo>
                  <a:lnTo>
                    <a:pt x="125027" y="70741"/>
                  </a:lnTo>
                  <a:lnTo>
                    <a:pt x="123302" y="69016"/>
                  </a:lnTo>
                  <a:lnTo>
                    <a:pt x="121577" y="69016"/>
                  </a:lnTo>
                  <a:lnTo>
                    <a:pt x="118126" y="65565"/>
                  </a:lnTo>
                  <a:lnTo>
                    <a:pt x="116400" y="65565"/>
                  </a:lnTo>
                  <a:lnTo>
                    <a:pt x="114675" y="63840"/>
                  </a:lnTo>
                  <a:lnTo>
                    <a:pt x="112950" y="63840"/>
                  </a:lnTo>
                  <a:lnTo>
                    <a:pt x="109499" y="60389"/>
                  </a:lnTo>
                  <a:lnTo>
                    <a:pt x="107773" y="60389"/>
                  </a:lnTo>
                  <a:lnTo>
                    <a:pt x="106048" y="58664"/>
                  </a:lnTo>
                  <a:lnTo>
                    <a:pt x="104323" y="58664"/>
                  </a:lnTo>
                  <a:lnTo>
                    <a:pt x="100872" y="55213"/>
                  </a:lnTo>
                  <a:lnTo>
                    <a:pt x="99146" y="55213"/>
                  </a:lnTo>
                  <a:lnTo>
                    <a:pt x="97421" y="53487"/>
                  </a:lnTo>
                  <a:lnTo>
                    <a:pt x="95696" y="53487"/>
                  </a:lnTo>
                  <a:lnTo>
                    <a:pt x="92245" y="50037"/>
                  </a:lnTo>
                  <a:lnTo>
                    <a:pt x="90519" y="50037"/>
                  </a:lnTo>
                  <a:lnTo>
                    <a:pt x="88794" y="48311"/>
                  </a:lnTo>
                  <a:lnTo>
                    <a:pt x="87069" y="48311"/>
                  </a:lnTo>
                  <a:lnTo>
                    <a:pt x="83618" y="44860"/>
                  </a:lnTo>
                  <a:lnTo>
                    <a:pt x="81892" y="44860"/>
                  </a:lnTo>
                  <a:lnTo>
                    <a:pt x="80167" y="43135"/>
                  </a:lnTo>
                  <a:lnTo>
                    <a:pt x="78442" y="43135"/>
                  </a:lnTo>
                  <a:lnTo>
                    <a:pt x="74991" y="39684"/>
                  </a:lnTo>
                  <a:lnTo>
                    <a:pt x="73265" y="39684"/>
                  </a:lnTo>
                  <a:lnTo>
                    <a:pt x="71540" y="37959"/>
                  </a:lnTo>
                  <a:lnTo>
                    <a:pt x="69815" y="37959"/>
                  </a:lnTo>
                  <a:lnTo>
                    <a:pt x="66364" y="34508"/>
                  </a:lnTo>
                  <a:lnTo>
                    <a:pt x="64638" y="34508"/>
                  </a:lnTo>
                  <a:lnTo>
                    <a:pt x="61188" y="31057"/>
                  </a:lnTo>
                  <a:lnTo>
                    <a:pt x="59462" y="31057"/>
                  </a:lnTo>
                  <a:lnTo>
                    <a:pt x="57737" y="29332"/>
                  </a:lnTo>
                  <a:lnTo>
                    <a:pt x="56011" y="29332"/>
                  </a:lnTo>
                  <a:lnTo>
                    <a:pt x="52560" y="25881"/>
                  </a:lnTo>
                  <a:lnTo>
                    <a:pt x="50835" y="25881"/>
                  </a:lnTo>
                  <a:lnTo>
                    <a:pt x="49110" y="24156"/>
                  </a:lnTo>
                  <a:lnTo>
                    <a:pt x="47384" y="24156"/>
                  </a:lnTo>
                  <a:lnTo>
                    <a:pt x="43933" y="20705"/>
                  </a:lnTo>
                  <a:lnTo>
                    <a:pt x="42208" y="20705"/>
                  </a:lnTo>
                  <a:lnTo>
                    <a:pt x="40483" y="18979"/>
                  </a:lnTo>
                  <a:lnTo>
                    <a:pt x="38757" y="18979"/>
                  </a:lnTo>
                  <a:lnTo>
                    <a:pt x="35306" y="15529"/>
                  </a:lnTo>
                  <a:lnTo>
                    <a:pt x="33581" y="15529"/>
                  </a:lnTo>
                  <a:lnTo>
                    <a:pt x="31856" y="13803"/>
                  </a:lnTo>
                  <a:lnTo>
                    <a:pt x="30130" y="13803"/>
                  </a:lnTo>
                  <a:lnTo>
                    <a:pt x="26679" y="10352"/>
                  </a:lnTo>
                  <a:lnTo>
                    <a:pt x="24954" y="10352"/>
                  </a:lnTo>
                  <a:lnTo>
                    <a:pt x="23229" y="8627"/>
                  </a:lnTo>
                  <a:lnTo>
                    <a:pt x="21503" y="8627"/>
                  </a:lnTo>
                  <a:lnTo>
                    <a:pt x="18052" y="5176"/>
                  </a:lnTo>
                  <a:lnTo>
                    <a:pt x="16327" y="5176"/>
                  </a:lnTo>
                  <a:lnTo>
                    <a:pt x="14602" y="3451"/>
                  </a:lnTo>
                  <a:lnTo>
                    <a:pt x="12876" y="3451"/>
                  </a:lnTo>
                  <a:lnTo>
                    <a:pt x="9425" y="0"/>
                  </a:lnTo>
                  <a:lnTo>
                    <a:pt x="5748" y="0"/>
                  </a:ln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</p:sp>
        <p:sp>
          <p:nvSpPr>
            <p:cNvPr id="20097" name="Graph element 576"/>
            <p:cNvSpPr/>
            <p:nvPr/>
          </p:nvSpPr>
          <p:spPr>
            <a:xfrm>
              <a:off x="1166717" y="1377216"/>
              <a:ext cx="37269" cy="109962"/>
            </a:xfrm>
            <a:custGeom>
              <a:avLst/>
              <a:gdLst/>
              <a:ahLst/>
              <a:cxnLst/>
              <a:rect l="0" t="0" r="r" b="b"/>
              <a:pathLst>
                <a:path w="37269" h="109962" stroke="0" extrusionOk="0">
                  <a:moveTo>
                    <a:pt x="24156" y="0"/>
                  </a:moveTo>
                  <a:lnTo>
                    <a:pt x="24156" y="4259"/>
                  </a:lnTo>
                  <a:lnTo>
                    <a:pt x="22430" y="5985"/>
                  </a:lnTo>
                  <a:lnTo>
                    <a:pt x="22430" y="12886"/>
                  </a:lnTo>
                  <a:lnTo>
                    <a:pt x="20705" y="14612"/>
                  </a:lnTo>
                  <a:lnTo>
                    <a:pt x="20705" y="19788"/>
                  </a:lnTo>
                  <a:lnTo>
                    <a:pt x="18979" y="21513"/>
                  </a:lnTo>
                  <a:lnTo>
                    <a:pt x="18979" y="26690"/>
                  </a:lnTo>
                  <a:lnTo>
                    <a:pt x="17254" y="28415"/>
                  </a:lnTo>
                  <a:lnTo>
                    <a:pt x="17254" y="33591"/>
                  </a:lnTo>
                  <a:lnTo>
                    <a:pt x="15529" y="35317"/>
                  </a:lnTo>
                  <a:lnTo>
                    <a:pt x="15529" y="40493"/>
                  </a:lnTo>
                  <a:lnTo>
                    <a:pt x="13803" y="42218"/>
                  </a:lnTo>
                  <a:lnTo>
                    <a:pt x="13803" y="49120"/>
                  </a:lnTo>
                  <a:lnTo>
                    <a:pt x="12078" y="50845"/>
                  </a:lnTo>
                  <a:lnTo>
                    <a:pt x="12078" y="56021"/>
                  </a:lnTo>
                  <a:lnTo>
                    <a:pt x="10352" y="57747"/>
                  </a:lnTo>
                  <a:lnTo>
                    <a:pt x="10352" y="62923"/>
                  </a:lnTo>
                  <a:lnTo>
                    <a:pt x="8627" y="64648"/>
                  </a:lnTo>
                  <a:lnTo>
                    <a:pt x="8627" y="69825"/>
                  </a:lnTo>
                  <a:lnTo>
                    <a:pt x="6902" y="71550"/>
                  </a:lnTo>
                  <a:lnTo>
                    <a:pt x="6902" y="78452"/>
                  </a:lnTo>
                  <a:lnTo>
                    <a:pt x="5176" y="80177"/>
                  </a:lnTo>
                  <a:lnTo>
                    <a:pt x="5176" y="85353"/>
                  </a:lnTo>
                  <a:lnTo>
                    <a:pt x="3451" y="87079"/>
                  </a:lnTo>
                  <a:lnTo>
                    <a:pt x="3451" y="92255"/>
                  </a:lnTo>
                  <a:lnTo>
                    <a:pt x="1725" y="93980"/>
                  </a:lnTo>
                  <a:lnTo>
                    <a:pt x="1725" y="99157"/>
                  </a:lnTo>
                  <a:lnTo>
                    <a:pt x="0" y="100882"/>
                  </a:lnTo>
                  <a:lnTo>
                    <a:pt x="0" y="103751"/>
                  </a:lnTo>
                  <a:lnTo>
                    <a:pt x="2534" y="106285"/>
                  </a:lnTo>
                  <a:lnTo>
                    <a:pt x="4259" y="106285"/>
                  </a:lnTo>
                  <a:lnTo>
                    <a:pt x="7937" y="109962"/>
                  </a:lnTo>
                  <a:lnTo>
                    <a:pt x="7937" y="100300"/>
                  </a:lnTo>
                  <a:lnTo>
                    <a:pt x="10579" y="97658"/>
                  </a:lnTo>
                  <a:lnTo>
                    <a:pt x="14030" y="97658"/>
                  </a:lnTo>
                  <a:lnTo>
                    <a:pt x="16564" y="95124"/>
                  </a:lnTo>
                  <a:lnTo>
                    <a:pt x="16564" y="88222"/>
                  </a:lnTo>
                  <a:lnTo>
                    <a:pt x="18289" y="86497"/>
                  </a:lnTo>
                  <a:lnTo>
                    <a:pt x="18289" y="81321"/>
                  </a:lnTo>
                  <a:lnTo>
                    <a:pt x="20015" y="79595"/>
                  </a:lnTo>
                  <a:lnTo>
                    <a:pt x="20015" y="74419"/>
                  </a:lnTo>
                  <a:lnTo>
                    <a:pt x="21740" y="72694"/>
                  </a:lnTo>
                  <a:lnTo>
                    <a:pt x="21740" y="67517"/>
                  </a:lnTo>
                  <a:lnTo>
                    <a:pt x="23465" y="65792"/>
                  </a:lnTo>
                  <a:lnTo>
                    <a:pt x="23465" y="60616"/>
                  </a:lnTo>
                  <a:lnTo>
                    <a:pt x="25191" y="58890"/>
                  </a:lnTo>
                  <a:lnTo>
                    <a:pt x="25191" y="51989"/>
                  </a:lnTo>
                  <a:lnTo>
                    <a:pt x="26916" y="50263"/>
                  </a:lnTo>
                  <a:lnTo>
                    <a:pt x="26916" y="45087"/>
                  </a:lnTo>
                  <a:lnTo>
                    <a:pt x="28642" y="43362"/>
                  </a:lnTo>
                  <a:lnTo>
                    <a:pt x="28642" y="38186"/>
                  </a:lnTo>
                  <a:lnTo>
                    <a:pt x="30367" y="36460"/>
                  </a:lnTo>
                  <a:lnTo>
                    <a:pt x="30367" y="31284"/>
                  </a:lnTo>
                  <a:lnTo>
                    <a:pt x="32092" y="29559"/>
                  </a:lnTo>
                  <a:lnTo>
                    <a:pt x="32092" y="22657"/>
                  </a:lnTo>
                  <a:lnTo>
                    <a:pt x="33818" y="20931"/>
                  </a:lnTo>
                  <a:lnTo>
                    <a:pt x="33818" y="15755"/>
                  </a:lnTo>
                  <a:lnTo>
                    <a:pt x="35543" y="14030"/>
                  </a:lnTo>
                  <a:lnTo>
                    <a:pt x="35543" y="8854"/>
                  </a:lnTo>
                  <a:lnTo>
                    <a:pt x="37269" y="7128"/>
                  </a:lnTo>
                  <a:lnTo>
                    <a:pt x="37269" y="1725"/>
                  </a:lnTo>
                  <a:lnTo>
                    <a:pt x="29559" y="1725"/>
                  </a:lnTo>
                  <a:lnTo>
                    <a:pt x="27833" y="0"/>
                  </a:lnTo>
                  <a:lnTo>
                    <a:pt x="24156" y="0"/>
                  </a:ln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</p:sp>
        <p:sp>
          <p:nvSpPr>
            <p:cNvPr id="20098" name="Graph element 577"/>
            <p:cNvSpPr/>
            <p:nvPr/>
          </p:nvSpPr>
          <p:spPr>
            <a:xfrm>
              <a:off x="1095976" y="1375264"/>
              <a:ext cx="56475" cy="106511"/>
            </a:xfrm>
            <a:custGeom>
              <a:avLst/>
              <a:gdLst/>
              <a:ahLst/>
              <a:cxnLst/>
              <a:rect l="0" t="0" r="r" b="b"/>
              <a:pathLst>
                <a:path w="56475" h="106511" stroke="0" extrusionOk="0">
                  <a:moveTo>
                    <a:pt x="0" y="0"/>
                  </a:moveTo>
                  <a:lnTo>
                    <a:pt x="0" y="5630"/>
                  </a:lnTo>
                  <a:lnTo>
                    <a:pt x="1725" y="7355"/>
                  </a:lnTo>
                  <a:lnTo>
                    <a:pt x="1725" y="10806"/>
                  </a:lnTo>
                  <a:lnTo>
                    <a:pt x="3451" y="12531"/>
                  </a:lnTo>
                  <a:lnTo>
                    <a:pt x="3451" y="14257"/>
                  </a:lnTo>
                  <a:lnTo>
                    <a:pt x="5176" y="15982"/>
                  </a:lnTo>
                  <a:lnTo>
                    <a:pt x="5176" y="17707"/>
                  </a:lnTo>
                  <a:lnTo>
                    <a:pt x="6902" y="19433"/>
                  </a:lnTo>
                  <a:lnTo>
                    <a:pt x="6902" y="21158"/>
                  </a:lnTo>
                  <a:lnTo>
                    <a:pt x="8627" y="22884"/>
                  </a:lnTo>
                  <a:lnTo>
                    <a:pt x="8627" y="24609"/>
                  </a:lnTo>
                  <a:lnTo>
                    <a:pt x="10352" y="26334"/>
                  </a:lnTo>
                  <a:lnTo>
                    <a:pt x="10352" y="28060"/>
                  </a:lnTo>
                  <a:lnTo>
                    <a:pt x="12078" y="29785"/>
                  </a:lnTo>
                  <a:lnTo>
                    <a:pt x="12078" y="33236"/>
                  </a:lnTo>
                  <a:lnTo>
                    <a:pt x="13803" y="34961"/>
                  </a:lnTo>
                  <a:lnTo>
                    <a:pt x="13803" y="36687"/>
                  </a:lnTo>
                  <a:lnTo>
                    <a:pt x="15529" y="38412"/>
                  </a:lnTo>
                  <a:lnTo>
                    <a:pt x="15529" y="40138"/>
                  </a:lnTo>
                  <a:lnTo>
                    <a:pt x="17254" y="41863"/>
                  </a:lnTo>
                  <a:lnTo>
                    <a:pt x="17254" y="43588"/>
                  </a:lnTo>
                  <a:lnTo>
                    <a:pt x="18979" y="45314"/>
                  </a:lnTo>
                  <a:lnTo>
                    <a:pt x="18979" y="47039"/>
                  </a:lnTo>
                  <a:lnTo>
                    <a:pt x="20705" y="48765"/>
                  </a:lnTo>
                  <a:lnTo>
                    <a:pt x="20705" y="50490"/>
                  </a:lnTo>
                  <a:lnTo>
                    <a:pt x="22430" y="52215"/>
                  </a:lnTo>
                  <a:lnTo>
                    <a:pt x="22430" y="55666"/>
                  </a:lnTo>
                  <a:lnTo>
                    <a:pt x="24156" y="57392"/>
                  </a:lnTo>
                  <a:lnTo>
                    <a:pt x="24156" y="59117"/>
                  </a:lnTo>
                  <a:lnTo>
                    <a:pt x="25881" y="60842"/>
                  </a:lnTo>
                  <a:lnTo>
                    <a:pt x="25881" y="62568"/>
                  </a:lnTo>
                  <a:lnTo>
                    <a:pt x="27606" y="64293"/>
                  </a:lnTo>
                  <a:lnTo>
                    <a:pt x="27606" y="66019"/>
                  </a:lnTo>
                  <a:lnTo>
                    <a:pt x="29332" y="67744"/>
                  </a:lnTo>
                  <a:lnTo>
                    <a:pt x="29332" y="69469"/>
                  </a:lnTo>
                  <a:lnTo>
                    <a:pt x="31057" y="71195"/>
                  </a:lnTo>
                  <a:lnTo>
                    <a:pt x="31057" y="74646"/>
                  </a:lnTo>
                  <a:lnTo>
                    <a:pt x="32783" y="76371"/>
                  </a:lnTo>
                  <a:lnTo>
                    <a:pt x="32783" y="78096"/>
                  </a:lnTo>
                  <a:lnTo>
                    <a:pt x="34508" y="79822"/>
                  </a:lnTo>
                  <a:lnTo>
                    <a:pt x="34508" y="81547"/>
                  </a:lnTo>
                  <a:lnTo>
                    <a:pt x="36233" y="83273"/>
                  </a:lnTo>
                  <a:lnTo>
                    <a:pt x="36233" y="84998"/>
                  </a:lnTo>
                  <a:lnTo>
                    <a:pt x="37959" y="86723"/>
                  </a:lnTo>
                  <a:lnTo>
                    <a:pt x="37959" y="88449"/>
                  </a:lnTo>
                  <a:lnTo>
                    <a:pt x="39684" y="90174"/>
                  </a:lnTo>
                  <a:lnTo>
                    <a:pt x="39684" y="91900"/>
                  </a:lnTo>
                  <a:lnTo>
                    <a:pt x="41410" y="93625"/>
                  </a:lnTo>
                  <a:lnTo>
                    <a:pt x="41410" y="97076"/>
                  </a:lnTo>
                  <a:lnTo>
                    <a:pt x="43135" y="98801"/>
                  </a:lnTo>
                  <a:lnTo>
                    <a:pt x="43135" y="100527"/>
                  </a:lnTo>
                  <a:lnTo>
                    <a:pt x="44860" y="102252"/>
                  </a:lnTo>
                  <a:lnTo>
                    <a:pt x="44860" y="103977"/>
                  </a:lnTo>
                  <a:lnTo>
                    <a:pt x="47394" y="106511"/>
                  </a:lnTo>
                  <a:lnTo>
                    <a:pt x="56475" y="106511"/>
                  </a:lnTo>
                  <a:lnTo>
                    <a:pt x="52797" y="102834"/>
                  </a:lnTo>
                  <a:lnTo>
                    <a:pt x="52797" y="101109"/>
                  </a:lnTo>
                  <a:lnTo>
                    <a:pt x="51072" y="99383"/>
                  </a:lnTo>
                  <a:lnTo>
                    <a:pt x="51072" y="97658"/>
                  </a:lnTo>
                  <a:lnTo>
                    <a:pt x="49347" y="95932"/>
                  </a:lnTo>
                  <a:lnTo>
                    <a:pt x="49347" y="94207"/>
                  </a:lnTo>
                  <a:lnTo>
                    <a:pt x="47621" y="92482"/>
                  </a:lnTo>
                  <a:lnTo>
                    <a:pt x="47621" y="89031"/>
                  </a:lnTo>
                  <a:lnTo>
                    <a:pt x="45896" y="87305"/>
                  </a:lnTo>
                  <a:lnTo>
                    <a:pt x="45896" y="85580"/>
                  </a:lnTo>
                  <a:lnTo>
                    <a:pt x="44170" y="83855"/>
                  </a:lnTo>
                  <a:lnTo>
                    <a:pt x="44170" y="82129"/>
                  </a:lnTo>
                  <a:lnTo>
                    <a:pt x="42445" y="80404"/>
                  </a:lnTo>
                  <a:lnTo>
                    <a:pt x="42445" y="78678"/>
                  </a:lnTo>
                  <a:lnTo>
                    <a:pt x="40719" y="76953"/>
                  </a:lnTo>
                  <a:lnTo>
                    <a:pt x="40719" y="75228"/>
                  </a:lnTo>
                  <a:lnTo>
                    <a:pt x="38994" y="73502"/>
                  </a:lnTo>
                  <a:lnTo>
                    <a:pt x="38994" y="70051"/>
                  </a:lnTo>
                  <a:lnTo>
                    <a:pt x="37269" y="68326"/>
                  </a:lnTo>
                  <a:lnTo>
                    <a:pt x="37269" y="66601"/>
                  </a:lnTo>
                  <a:lnTo>
                    <a:pt x="35543" y="64875"/>
                  </a:lnTo>
                  <a:lnTo>
                    <a:pt x="35543" y="63150"/>
                  </a:lnTo>
                  <a:lnTo>
                    <a:pt x="33818" y="61424"/>
                  </a:lnTo>
                  <a:lnTo>
                    <a:pt x="33818" y="59699"/>
                  </a:lnTo>
                  <a:lnTo>
                    <a:pt x="32092" y="57974"/>
                  </a:lnTo>
                  <a:lnTo>
                    <a:pt x="32092" y="56248"/>
                  </a:lnTo>
                  <a:lnTo>
                    <a:pt x="30367" y="54523"/>
                  </a:lnTo>
                  <a:lnTo>
                    <a:pt x="30367" y="52797"/>
                  </a:lnTo>
                  <a:lnTo>
                    <a:pt x="28642" y="51072"/>
                  </a:lnTo>
                  <a:lnTo>
                    <a:pt x="28642" y="47621"/>
                  </a:lnTo>
                  <a:lnTo>
                    <a:pt x="26916" y="45896"/>
                  </a:lnTo>
                  <a:lnTo>
                    <a:pt x="26916" y="44170"/>
                  </a:lnTo>
                  <a:lnTo>
                    <a:pt x="25191" y="42445"/>
                  </a:lnTo>
                  <a:lnTo>
                    <a:pt x="25191" y="40719"/>
                  </a:lnTo>
                  <a:lnTo>
                    <a:pt x="23465" y="38994"/>
                  </a:lnTo>
                  <a:lnTo>
                    <a:pt x="23465" y="37269"/>
                  </a:lnTo>
                  <a:lnTo>
                    <a:pt x="21740" y="35543"/>
                  </a:lnTo>
                  <a:lnTo>
                    <a:pt x="21740" y="33818"/>
                  </a:lnTo>
                  <a:lnTo>
                    <a:pt x="20015" y="32092"/>
                  </a:lnTo>
                  <a:lnTo>
                    <a:pt x="20015" y="30367"/>
                  </a:lnTo>
                  <a:lnTo>
                    <a:pt x="18289" y="28642"/>
                  </a:lnTo>
                  <a:lnTo>
                    <a:pt x="18289" y="25191"/>
                  </a:lnTo>
                  <a:lnTo>
                    <a:pt x="16564" y="23465"/>
                  </a:lnTo>
                  <a:lnTo>
                    <a:pt x="16564" y="21740"/>
                  </a:lnTo>
                  <a:lnTo>
                    <a:pt x="14838" y="20015"/>
                  </a:lnTo>
                  <a:lnTo>
                    <a:pt x="14838" y="18289"/>
                  </a:lnTo>
                  <a:lnTo>
                    <a:pt x="13113" y="16564"/>
                  </a:lnTo>
                  <a:lnTo>
                    <a:pt x="13113" y="14838"/>
                  </a:lnTo>
                  <a:lnTo>
                    <a:pt x="11388" y="13113"/>
                  </a:lnTo>
                  <a:lnTo>
                    <a:pt x="11388" y="11388"/>
                  </a:lnTo>
                  <a:lnTo>
                    <a:pt x="9662" y="9662"/>
                  </a:lnTo>
                  <a:lnTo>
                    <a:pt x="9662" y="6211"/>
                  </a:lnTo>
                  <a:lnTo>
                    <a:pt x="7128" y="3677"/>
                  </a:lnTo>
                  <a:lnTo>
                    <a:pt x="3677" y="36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</p:sp>
        <p:sp>
          <p:nvSpPr>
            <p:cNvPr id="20099" name="Graph element 578"/>
            <p:cNvSpPr/>
            <p:nvPr/>
          </p:nvSpPr>
          <p:spPr>
            <a:xfrm>
              <a:off x="963120" y="1374919"/>
              <a:ext cx="22085" cy="15637"/>
            </a:xfrm>
            <a:custGeom>
              <a:avLst/>
              <a:gdLst/>
              <a:ahLst/>
              <a:cxnLst/>
              <a:rect l="0" t="0" r="r" b="b"/>
              <a:pathLst>
                <a:path w="22085" h="15637" stroke="0" extrusionOk="0">
                  <a:moveTo>
                    <a:pt x="18634" y="0"/>
                  </a:moveTo>
                  <a:lnTo>
                    <a:pt x="14612" y="4023"/>
                  </a:lnTo>
                  <a:lnTo>
                    <a:pt x="1725" y="4023"/>
                  </a:lnTo>
                  <a:lnTo>
                    <a:pt x="1725" y="8282"/>
                  </a:lnTo>
                  <a:lnTo>
                    <a:pt x="0" y="10007"/>
                  </a:lnTo>
                  <a:lnTo>
                    <a:pt x="0" y="15637"/>
                  </a:lnTo>
                  <a:lnTo>
                    <a:pt x="3677" y="11959"/>
                  </a:lnTo>
                  <a:lnTo>
                    <a:pt x="5403" y="11959"/>
                  </a:lnTo>
                  <a:lnTo>
                    <a:pt x="7128" y="10234"/>
                  </a:lnTo>
                  <a:lnTo>
                    <a:pt x="10579" y="10234"/>
                  </a:lnTo>
                  <a:lnTo>
                    <a:pt x="12304" y="8509"/>
                  </a:lnTo>
                  <a:lnTo>
                    <a:pt x="14030" y="8509"/>
                  </a:lnTo>
                  <a:lnTo>
                    <a:pt x="15755" y="6783"/>
                  </a:lnTo>
                  <a:lnTo>
                    <a:pt x="19206" y="6783"/>
                  </a:lnTo>
                  <a:lnTo>
                    <a:pt x="20931" y="5058"/>
                  </a:lnTo>
                  <a:lnTo>
                    <a:pt x="22085" y="5058"/>
                  </a:lnTo>
                  <a:lnTo>
                    <a:pt x="22085" y="2297"/>
                  </a:lnTo>
                  <a:lnTo>
                    <a:pt x="20931" y="2297"/>
                  </a:lnTo>
                  <a:lnTo>
                    <a:pt x="18634" y="0"/>
                  </a:ln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</p:sp>
        <p:sp>
          <p:nvSpPr>
            <p:cNvPr id="20100" name="Graph element 579"/>
            <p:cNvSpPr/>
            <p:nvPr/>
          </p:nvSpPr>
          <p:spPr>
            <a:xfrm>
              <a:off x="989001" y="1361688"/>
              <a:ext cx="11388" cy="9889"/>
            </a:xfrm>
            <a:custGeom>
              <a:avLst/>
              <a:gdLst/>
              <a:ahLst/>
              <a:cxnLst/>
              <a:rect l="0" t="0" r="r" b="b"/>
              <a:pathLst>
                <a:path w="11388" h="9889" stroke="0" extrusionOk="0">
                  <a:moveTo>
                    <a:pt x="4259" y="0"/>
                  </a:moveTo>
                  <a:lnTo>
                    <a:pt x="2534" y="1725"/>
                  </a:lnTo>
                  <a:lnTo>
                    <a:pt x="0" y="1725"/>
                  </a:lnTo>
                  <a:lnTo>
                    <a:pt x="0" y="9889"/>
                  </a:lnTo>
                  <a:lnTo>
                    <a:pt x="5403" y="4486"/>
                  </a:lnTo>
                  <a:lnTo>
                    <a:pt x="11388" y="4486"/>
                  </a:lnTo>
                  <a:lnTo>
                    <a:pt x="11388" y="0"/>
                  </a:lnTo>
                  <a:lnTo>
                    <a:pt x="4259" y="0"/>
                  </a:ln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</p:sp>
        <p:sp>
          <p:nvSpPr>
            <p:cNvPr id="20101" name="Graph element 580"/>
            <p:cNvSpPr/>
            <p:nvPr/>
          </p:nvSpPr>
          <p:spPr>
            <a:xfrm>
              <a:off x="1016607" y="1358010"/>
              <a:ext cx="4486" cy="8164"/>
            </a:xfrm>
            <a:custGeom>
              <a:avLst/>
              <a:gdLst/>
              <a:ahLst/>
              <a:cxnLst/>
              <a:rect l="0" t="0" r="r" b="b"/>
              <a:pathLst>
                <a:path w="4486" h="8164" stroke="0" extrusionOk="0">
                  <a:moveTo>
                    <a:pt x="4486" y="0"/>
                  </a:moveTo>
                  <a:lnTo>
                    <a:pt x="0" y="4486"/>
                  </a:lnTo>
                  <a:lnTo>
                    <a:pt x="0" y="8164"/>
                  </a:lnTo>
                  <a:lnTo>
                    <a:pt x="4486" y="8164"/>
                  </a:lnTo>
                  <a:lnTo>
                    <a:pt x="4486" y="0"/>
                  </a:ln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</p:sp>
        <p:sp>
          <p:nvSpPr>
            <p:cNvPr id="20102" name="Graph element 581"/>
            <p:cNvSpPr/>
            <p:nvPr/>
          </p:nvSpPr>
          <p:spPr>
            <a:xfrm>
              <a:off x="1030410" y="1340756"/>
              <a:ext cx="11388" cy="22193"/>
            </a:xfrm>
            <a:custGeom>
              <a:avLst/>
              <a:gdLst/>
              <a:ahLst/>
              <a:cxnLst/>
              <a:rect l="0" t="0" r="r" b="b"/>
              <a:pathLst>
                <a:path w="11388" h="22193" stroke="0" extrusionOk="0">
                  <a:moveTo>
                    <a:pt x="11388" y="0"/>
                  </a:moveTo>
                  <a:lnTo>
                    <a:pt x="7710" y="3677"/>
                  </a:lnTo>
                  <a:lnTo>
                    <a:pt x="4259" y="3677"/>
                  </a:lnTo>
                  <a:lnTo>
                    <a:pt x="2534" y="5403"/>
                  </a:lnTo>
                  <a:lnTo>
                    <a:pt x="0" y="5403"/>
                  </a:lnTo>
                  <a:lnTo>
                    <a:pt x="0" y="22193"/>
                  </a:lnTo>
                  <a:lnTo>
                    <a:pt x="3677" y="18516"/>
                  </a:lnTo>
                  <a:lnTo>
                    <a:pt x="5403" y="18516"/>
                  </a:lnTo>
                  <a:lnTo>
                    <a:pt x="7128" y="16791"/>
                  </a:lnTo>
                  <a:lnTo>
                    <a:pt x="11388" y="16791"/>
                  </a:lnTo>
                  <a:lnTo>
                    <a:pt x="11388" y="0"/>
                  </a:ln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</p:sp>
        <p:sp>
          <p:nvSpPr>
            <p:cNvPr id="20103" name="Graph element 582"/>
            <p:cNvSpPr/>
            <p:nvPr/>
          </p:nvSpPr>
          <p:spPr>
            <a:xfrm>
              <a:off x="1078722" y="1338686"/>
              <a:ext cx="13340" cy="11959"/>
            </a:xfrm>
            <a:custGeom>
              <a:avLst/>
              <a:gdLst/>
              <a:ahLst/>
              <a:cxnLst/>
              <a:rect l="0" t="0" r="r" b="b"/>
              <a:pathLst>
                <a:path w="13340" h="11959" stroke="0" extrusionOk="0">
                  <a:moveTo>
                    <a:pt x="4831" y="0"/>
                  </a:moveTo>
                  <a:lnTo>
                    <a:pt x="2534" y="2297"/>
                  </a:lnTo>
                  <a:lnTo>
                    <a:pt x="0" y="2297"/>
                  </a:lnTo>
                  <a:lnTo>
                    <a:pt x="0" y="5975"/>
                  </a:lnTo>
                  <a:lnTo>
                    <a:pt x="1725" y="7700"/>
                  </a:lnTo>
                  <a:lnTo>
                    <a:pt x="1725" y="9425"/>
                  </a:lnTo>
                  <a:lnTo>
                    <a:pt x="4259" y="11959"/>
                  </a:lnTo>
                  <a:lnTo>
                    <a:pt x="13340" y="11959"/>
                  </a:lnTo>
                  <a:lnTo>
                    <a:pt x="9662" y="8282"/>
                  </a:lnTo>
                  <a:lnTo>
                    <a:pt x="9662" y="6557"/>
                  </a:lnTo>
                  <a:lnTo>
                    <a:pt x="7937" y="4831"/>
                  </a:lnTo>
                  <a:lnTo>
                    <a:pt x="7937" y="3106"/>
                  </a:lnTo>
                  <a:lnTo>
                    <a:pt x="4831" y="0"/>
                  </a:ln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</p:sp>
        <p:sp>
          <p:nvSpPr>
            <p:cNvPr id="20104" name="Graph element 583"/>
            <p:cNvSpPr/>
            <p:nvPr/>
          </p:nvSpPr>
          <p:spPr>
            <a:xfrm>
              <a:off x="1043868" y="1330630"/>
              <a:ext cx="36115" cy="20015"/>
            </a:xfrm>
            <a:custGeom>
              <a:avLst/>
              <a:gdLst/>
              <a:ahLst/>
              <a:cxnLst/>
              <a:rect l="0" t="0" r="r" b="b"/>
              <a:pathLst>
                <a:path w="36115" h="20015" stroke="0" extrusionOk="0">
                  <a:moveTo>
                    <a:pt x="25309" y="0"/>
                  </a:moveTo>
                  <a:lnTo>
                    <a:pt x="23584" y="1725"/>
                  </a:lnTo>
                  <a:lnTo>
                    <a:pt x="20133" y="1725"/>
                  </a:lnTo>
                  <a:lnTo>
                    <a:pt x="18408" y="3451"/>
                  </a:lnTo>
                  <a:lnTo>
                    <a:pt x="16682" y="3451"/>
                  </a:lnTo>
                  <a:lnTo>
                    <a:pt x="14957" y="5176"/>
                  </a:lnTo>
                  <a:lnTo>
                    <a:pt x="11506" y="5176"/>
                  </a:lnTo>
                  <a:lnTo>
                    <a:pt x="9781" y="6902"/>
                  </a:lnTo>
                  <a:lnTo>
                    <a:pt x="8055" y="6902"/>
                  </a:lnTo>
                  <a:lnTo>
                    <a:pt x="6330" y="8627"/>
                  </a:lnTo>
                  <a:lnTo>
                    <a:pt x="2879" y="8627"/>
                  </a:lnTo>
                  <a:lnTo>
                    <a:pt x="1154" y="10352"/>
                  </a:lnTo>
                  <a:lnTo>
                    <a:pt x="0" y="10352"/>
                  </a:lnTo>
                  <a:lnTo>
                    <a:pt x="0" y="13113"/>
                  </a:lnTo>
                  <a:lnTo>
                    <a:pt x="6330" y="13113"/>
                  </a:lnTo>
                  <a:lnTo>
                    <a:pt x="7247" y="14030"/>
                  </a:lnTo>
                  <a:lnTo>
                    <a:pt x="7247" y="20015"/>
                  </a:lnTo>
                  <a:lnTo>
                    <a:pt x="12650" y="20015"/>
                  </a:lnTo>
                  <a:lnTo>
                    <a:pt x="14375" y="18289"/>
                  </a:lnTo>
                  <a:lnTo>
                    <a:pt x="18634" y="18289"/>
                  </a:lnTo>
                  <a:lnTo>
                    <a:pt x="18634" y="15755"/>
                  </a:lnTo>
                  <a:lnTo>
                    <a:pt x="21277" y="13113"/>
                  </a:lnTo>
                  <a:lnTo>
                    <a:pt x="29904" y="13113"/>
                  </a:lnTo>
                  <a:lnTo>
                    <a:pt x="31629" y="11388"/>
                  </a:lnTo>
                  <a:lnTo>
                    <a:pt x="36115" y="11388"/>
                  </a:lnTo>
                  <a:lnTo>
                    <a:pt x="32438" y="7710"/>
                  </a:lnTo>
                  <a:lnTo>
                    <a:pt x="32438" y="5985"/>
                  </a:lnTo>
                  <a:lnTo>
                    <a:pt x="30712" y="4259"/>
                  </a:lnTo>
                  <a:lnTo>
                    <a:pt x="30712" y="2534"/>
                  </a:lnTo>
                  <a:lnTo>
                    <a:pt x="28178" y="0"/>
                  </a:lnTo>
                  <a:lnTo>
                    <a:pt x="25309" y="0"/>
                  </a:ln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</p:sp>
        <p:sp>
          <p:nvSpPr>
            <p:cNvPr id="20105" name="Graph element 584"/>
            <p:cNvSpPr/>
            <p:nvPr/>
          </p:nvSpPr>
          <p:spPr>
            <a:xfrm>
              <a:off x="935513" y="1318553"/>
              <a:ext cx="9662" cy="35770"/>
            </a:xfrm>
            <a:custGeom>
              <a:avLst/>
              <a:gdLst/>
              <a:ahLst/>
              <a:cxnLst/>
              <a:rect l="0" t="0" r="r" b="b"/>
              <a:pathLst>
                <a:path w="9662" h="35770" stroke="0" extrusionOk="0">
                  <a:moveTo>
                    <a:pt x="0" y="0"/>
                  </a:moveTo>
                  <a:lnTo>
                    <a:pt x="0" y="12304"/>
                  </a:lnTo>
                  <a:lnTo>
                    <a:pt x="1725" y="14030"/>
                  </a:lnTo>
                  <a:lnTo>
                    <a:pt x="1725" y="29559"/>
                  </a:lnTo>
                  <a:lnTo>
                    <a:pt x="4259" y="32092"/>
                  </a:lnTo>
                  <a:lnTo>
                    <a:pt x="5985" y="32092"/>
                  </a:lnTo>
                  <a:lnTo>
                    <a:pt x="9662" y="35770"/>
                  </a:lnTo>
                  <a:lnTo>
                    <a:pt x="9662" y="18063"/>
                  </a:lnTo>
                  <a:lnTo>
                    <a:pt x="7937" y="16337"/>
                  </a:lnTo>
                  <a:lnTo>
                    <a:pt x="7937" y="2534"/>
                  </a:lnTo>
                  <a:lnTo>
                    <a:pt x="540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</p:sp>
        <p:sp>
          <p:nvSpPr>
            <p:cNvPr id="20106" name="Graph element 585"/>
            <p:cNvSpPr/>
            <p:nvPr/>
          </p:nvSpPr>
          <p:spPr>
            <a:xfrm>
              <a:off x="1197774" y="1316255"/>
              <a:ext cx="20015" cy="39793"/>
            </a:xfrm>
            <a:custGeom>
              <a:avLst/>
              <a:gdLst/>
              <a:ahLst/>
              <a:cxnLst/>
              <a:rect l="0" t="0" r="r" b="b"/>
              <a:pathLst>
                <a:path w="20015" h="39793" stroke="0" extrusionOk="0">
                  <a:moveTo>
                    <a:pt x="10007" y="0"/>
                  </a:moveTo>
                  <a:lnTo>
                    <a:pt x="6902" y="3106"/>
                  </a:lnTo>
                  <a:lnTo>
                    <a:pt x="6902" y="6557"/>
                  </a:lnTo>
                  <a:lnTo>
                    <a:pt x="5176" y="8282"/>
                  </a:lnTo>
                  <a:lnTo>
                    <a:pt x="5176" y="15184"/>
                  </a:lnTo>
                  <a:lnTo>
                    <a:pt x="3451" y="16909"/>
                  </a:lnTo>
                  <a:lnTo>
                    <a:pt x="3451" y="22085"/>
                  </a:lnTo>
                  <a:lnTo>
                    <a:pt x="1725" y="23811"/>
                  </a:lnTo>
                  <a:lnTo>
                    <a:pt x="1725" y="28987"/>
                  </a:lnTo>
                  <a:lnTo>
                    <a:pt x="0" y="30712"/>
                  </a:lnTo>
                  <a:lnTo>
                    <a:pt x="0" y="34390"/>
                  </a:lnTo>
                  <a:lnTo>
                    <a:pt x="7710" y="34390"/>
                  </a:lnTo>
                  <a:lnTo>
                    <a:pt x="13113" y="39793"/>
                  </a:lnTo>
                  <a:lnTo>
                    <a:pt x="13113" y="33581"/>
                  </a:lnTo>
                  <a:lnTo>
                    <a:pt x="14838" y="31856"/>
                  </a:lnTo>
                  <a:lnTo>
                    <a:pt x="14838" y="24954"/>
                  </a:lnTo>
                  <a:lnTo>
                    <a:pt x="16564" y="23229"/>
                  </a:lnTo>
                  <a:lnTo>
                    <a:pt x="16564" y="18052"/>
                  </a:lnTo>
                  <a:lnTo>
                    <a:pt x="18289" y="16327"/>
                  </a:lnTo>
                  <a:lnTo>
                    <a:pt x="18289" y="11151"/>
                  </a:lnTo>
                  <a:lnTo>
                    <a:pt x="20015" y="9425"/>
                  </a:lnTo>
                  <a:lnTo>
                    <a:pt x="20015" y="4023"/>
                  </a:lnTo>
                  <a:lnTo>
                    <a:pt x="14030" y="4023"/>
                  </a:lnTo>
                  <a:lnTo>
                    <a:pt x="10007" y="0"/>
                  </a:ln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</p:sp>
        <p:sp>
          <p:nvSpPr>
            <p:cNvPr id="20107" name="Graph element 586"/>
            <p:cNvSpPr/>
            <p:nvPr/>
          </p:nvSpPr>
          <p:spPr>
            <a:xfrm>
              <a:off x="1080447" y="1316255"/>
              <a:ext cx="47966" cy="24264"/>
            </a:xfrm>
            <a:custGeom>
              <a:avLst/>
              <a:gdLst/>
              <a:ahLst/>
              <a:cxnLst/>
              <a:rect l="0" t="0" r="r" b="b"/>
              <a:pathLst>
                <a:path w="47966" h="24264" stroke="0" extrusionOk="0">
                  <a:moveTo>
                    <a:pt x="25536" y="0"/>
                  </a:moveTo>
                  <a:lnTo>
                    <a:pt x="23239" y="2297"/>
                  </a:lnTo>
                  <a:lnTo>
                    <a:pt x="21513" y="2297"/>
                  </a:lnTo>
                  <a:lnTo>
                    <a:pt x="19788" y="4023"/>
                  </a:lnTo>
                  <a:lnTo>
                    <a:pt x="12886" y="4023"/>
                  </a:lnTo>
                  <a:lnTo>
                    <a:pt x="11161" y="5748"/>
                  </a:lnTo>
                  <a:lnTo>
                    <a:pt x="9436" y="5748"/>
                  </a:lnTo>
                  <a:lnTo>
                    <a:pt x="7710" y="7473"/>
                  </a:lnTo>
                  <a:lnTo>
                    <a:pt x="4259" y="7473"/>
                  </a:lnTo>
                  <a:lnTo>
                    <a:pt x="2534" y="9199"/>
                  </a:lnTo>
                  <a:lnTo>
                    <a:pt x="0" y="9199"/>
                  </a:lnTo>
                  <a:lnTo>
                    <a:pt x="0" y="12876"/>
                  </a:lnTo>
                  <a:lnTo>
                    <a:pt x="1725" y="14602"/>
                  </a:lnTo>
                  <a:lnTo>
                    <a:pt x="1725" y="18052"/>
                  </a:lnTo>
                  <a:lnTo>
                    <a:pt x="3451" y="19778"/>
                  </a:lnTo>
                  <a:lnTo>
                    <a:pt x="3451" y="24264"/>
                  </a:lnTo>
                  <a:lnTo>
                    <a:pt x="7128" y="20586"/>
                  </a:lnTo>
                  <a:lnTo>
                    <a:pt x="10579" y="20586"/>
                  </a:lnTo>
                  <a:lnTo>
                    <a:pt x="12304" y="18861"/>
                  </a:lnTo>
                  <a:lnTo>
                    <a:pt x="14030" y="18861"/>
                  </a:lnTo>
                  <a:lnTo>
                    <a:pt x="15755" y="17136"/>
                  </a:lnTo>
                  <a:lnTo>
                    <a:pt x="19206" y="17136"/>
                  </a:lnTo>
                  <a:lnTo>
                    <a:pt x="20931" y="15410"/>
                  </a:lnTo>
                  <a:lnTo>
                    <a:pt x="22657" y="15410"/>
                  </a:lnTo>
                  <a:lnTo>
                    <a:pt x="24382" y="13685"/>
                  </a:lnTo>
                  <a:lnTo>
                    <a:pt x="27833" y="13685"/>
                  </a:lnTo>
                  <a:lnTo>
                    <a:pt x="29559" y="11959"/>
                  </a:lnTo>
                  <a:lnTo>
                    <a:pt x="31284" y="11959"/>
                  </a:lnTo>
                  <a:lnTo>
                    <a:pt x="33009" y="10234"/>
                  </a:lnTo>
                  <a:lnTo>
                    <a:pt x="34735" y="10234"/>
                  </a:lnTo>
                  <a:lnTo>
                    <a:pt x="36460" y="8509"/>
                  </a:lnTo>
                  <a:lnTo>
                    <a:pt x="39911" y="8509"/>
                  </a:lnTo>
                  <a:lnTo>
                    <a:pt x="41636" y="6783"/>
                  </a:lnTo>
                  <a:lnTo>
                    <a:pt x="43362" y="6783"/>
                  </a:lnTo>
                  <a:lnTo>
                    <a:pt x="45087" y="5058"/>
                  </a:lnTo>
                  <a:lnTo>
                    <a:pt x="47966" y="5058"/>
                  </a:lnTo>
                  <a:lnTo>
                    <a:pt x="47966" y="2297"/>
                  </a:lnTo>
                  <a:lnTo>
                    <a:pt x="46813" y="2297"/>
                  </a:lnTo>
                  <a:lnTo>
                    <a:pt x="44515" y="0"/>
                  </a:lnTo>
                  <a:lnTo>
                    <a:pt x="42218" y="2297"/>
                  </a:lnTo>
                  <a:lnTo>
                    <a:pt x="27833" y="2297"/>
                  </a:lnTo>
                  <a:lnTo>
                    <a:pt x="25536" y="0"/>
                  </a:ln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</p:sp>
        <p:sp>
          <p:nvSpPr>
            <p:cNvPr id="20108" name="Graph element 587"/>
            <p:cNvSpPr/>
            <p:nvPr/>
          </p:nvSpPr>
          <p:spPr>
            <a:xfrm>
              <a:off x="1067797" y="1313376"/>
              <a:ext cx="10234" cy="14838"/>
            </a:xfrm>
            <a:custGeom>
              <a:avLst/>
              <a:gdLst/>
              <a:ahLst/>
              <a:cxnLst/>
              <a:rect l="0" t="0" r="r" b="b"/>
              <a:pathLst>
                <a:path w="10234" h="14838" stroke="0" extrusionOk="0">
                  <a:moveTo>
                    <a:pt x="2297" y="0"/>
                  </a:moveTo>
                  <a:lnTo>
                    <a:pt x="2297" y="4259"/>
                  </a:lnTo>
                  <a:lnTo>
                    <a:pt x="0" y="6557"/>
                  </a:lnTo>
                  <a:lnTo>
                    <a:pt x="2297" y="8854"/>
                  </a:lnTo>
                  <a:lnTo>
                    <a:pt x="2297" y="12304"/>
                  </a:lnTo>
                  <a:lnTo>
                    <a:pt x="4831" y="14838"/>
                  </a:lnTo>
                  <a:lnTo>
                    <a:pt x="10234" y="14838"/>
                  </a:lnTo>
                  <a:lnTo>
                    <a:pt x="10234" y="9436"/>
                  </a:lnTo>
                  <a:lnTo>
                    <a:pt x="8509" y="7710"/>
                  </a:lnTo>
                  <a:lnTo>
                    <a:pt x="8509" y="4259"/>
                  </a:lnTo>
                  <a:lnTo>
                    <a:pt x="6783" y="2534"/>
                  </a:lnTo>
                  <a:lnTo>
                    <a:pt x="6783" y="0"/>
                  </a:lnTo>
                  <a:lnTo>
                    <a:pt x="2297" y="0"/>
                  </a:ln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</p:sp>
        <p:sp>
          <p:nvSpPr>
            <p:cNvPr id="20109" name="Graph element 588"/>
            <p:cNvSpPr/>
            <p:nvPr/>
          </p:nvSpPr>
          <p:spPr>
            <a:xfrm>
              <a:off x="1215028" y="1301299"/>
              <a:ext cx="4486" cy="9662"/>
            </a:xfrm>
            <a:custGeom>
              <a:avLst/>
              <a:gdLst/>
              <a:ahLst/>
              <a:cxnLst/>
              <a:rect l="0" t="0" r="r" b="b"/>
              <a:pathLst>
                <a:path w="4486" h="9662" stroke="0" extrusionOk="0">
                  <a:moveTo>
                    <a:pt x="0" y="0"/>
                  </a:moveTo>
                  <a:lnTo>
                    <a:pt x="0" y="9662"/>
                  </a:lnTo>
                  <a:lnTo>
                    <a:pt x="4486" y="9662"/>
                  </a:lnTo>
                  <a:lnTo>
                    <a:pt x="448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</p:sp>
        <p:sp>
          <p:nvSpPr>
            <p:cNvPr id="20110" name="Graph element 589"/>
            <p:cNvSpPr/>
            <p:nvPr/>
          </p:nvSpPr>
          <p:spPr>
            <a:xfrm>
              <a:off x="1145441" y="1296122"/>
              <a:ext cx="13911" cy="17136"/>
            </a:xfrm>
            <a:custGeom>
              <a:avLst/>
              <a:gdLst/>
              <a:ahLst/>
              <a:cxnLst/>
              <a:rect l="0" t="0" r="r" b="b"/>
              <a:pathLst>
                <a:path w="13911" h="17136" stroke="0" extrusionOk="0">
                  <a:moveTo>
                    <a:pt x="6557" y="0"/>
                  </a:moveTo>
                  <a:lnTo>
                    <a:pt x="4831" y="1725"/>
                  </a:lnTo>
                  <a:lnTo>
                    <a:pt x="3106" y="1725"/>
                  </a:lnTo>
                  <a:lnTo>
                    <a:pt x="0" y="4831"/>
                  </a:lnTo>
                  <a:lnTo>
                    <a:pt x="2297" y="7128"/>
                  </a:lnTo>
                  <a:lnTo>
                    <a:pt x="2297" y="11161"/>
                  </a:lnTo>
                  <a:lnTo>
                    <a:pt x="0" y="13458"/>
                  </a:lnTo>
                  <a:lnTo>
                    <a:pt x="3677" y="17136"/>
                  </a:lnTo>
                  <a:lnTo>
                    <a:pt x="5975" y="14838"/>
                  </a:lnTo>
                  <a:lnTo>
                    <a:pt x="7700" y="14838"/>
                  </a:lnTo>
                  <a:lnTo>
                    <a:pt x="10234" y="12304"/>
                  </a:lnTo>
                  <a:lnTo>
                    <a:pt x="10234" y="10579"/>
                  </a:lnTo>
                  <a:lnTo>
                    <a:pt x="11959" y="8854"/>
                  </a:lnTo>
                  <a:lnTo>
                    <a:pt x="11959" y="5985"/>
                  </a:lnTo>
                  <a:lnTo>
                    <a:pt x="10234" y="4259"/>
                  </a:lnTo>
                  <a:lnTo>
                    <a:pt x="10234" y="3677"/>
                  </a:lnTo>
                  <a:lnTo>
                    <a:pt x="13911" y="0"/>
                  </a:lnTo>
                  <a:lnTo>
                    <a:pt x="6557" y="0"/>
                  </a:ln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</p:sp>
        <p:sp>
          <p:nvSpPr>
            <p:cNvPr id="20111" name="Graph element 590"/>
            <p:cNvSpPr/>
            <p:nvPr/>
          </p:nvSpPr>
          <p:spPr>
            <a:xfrm>
              <a:off x="1169823" y="1273465"/>
              <a:ext cx="34163" cy="24264"/>
            </a:xfrm>
            <a:custGeom>
              <a:avLst/>
              <a:gdLst/>
              <a:ahLst/>
              <a:cxnLst/>
              <a:rect l="0" t="0" r="r" b="b"/>
              <a:pathLst>
                <a:path w="34163" h="24264" stroke="0" extrusionOk="0">
                  <a:moveTo>
                    <a:pt x="34163" y="0"/>
                  </a:moveTo>
                  <a:lnTo>
                    <a:pt x="30485" y="3677"/>
                  </a:lnTo>
                  <a:lnTo>
                    <a:pt x="28760" y="3677"/>
                  </a:lnTo>
                  <a:lnTo>
                    <a:pt x="27035" y="5403"/>
                  </a:lnTo>
                  <a:lnTo>
                    <a:pt x="25309" y="5403"/>
                  </a:lnTo>
                  <a:lnTo>
                    <a:pt x="23584" y="7128"/>
                  </a:lnTo>
                  <a:lnTo>
                    <a:pt x="20133" y="7128"/>
                  </a:lnTo>
                  <a:lnTo>
                    <a:pt x="18408" y="8854"/>
                  </a:lnTo>
                  <a:lnTo>
                    <a:pt x="16682" y="8854"/>
                  </a:lnTo>
                  <a:lnTo>
                    <a:pt x="14957" y="10579"/>
                  </a:lnTo>
                  <a:lnTo>
                    <a:pt x="11506" y="10579"/>
                  </a:lnTo>
                  <a:lnTo>
                    <a:pt x="9781" y="12304"/>
                  </a:lnTo>
                  <a:lnTo>
                    <a:pt x="8055" y="12304"/>
                  </a:lnTo>
                  <a:lnTo>
                    <a:pt x="6330" y="14030"/>
                  </a:lnTo>
                  <a:lnTo>
                    <a:pt x="2879" y="14030"/>
                  </a:lnTo>
                  <a:lnTo>
                    <a:pt x="1154" y="15755"/>
                  </a:lnTo>
                  <a:lnTo>
                    <a:pt x="0" y="15755"/>
                  </a:lnTo>
                  <a:lnTo>
                    <a:pt x="0" y="18516"/>
                  </a:lnTo>
                  <a:lnTo>
                    <a:pt x="2879" y="18516"/>
                  </a:lnTo>
                  <a:lnTo>
                    <a:pt x="8627" y="24264"/>
                  </a:lnTo>
                  <a:lnTo>
                    <a:pt x="14375" y="18516"/>
                  </a:lnTo>
                  <a:lnTo>
                    <a:pt x="23584" y="18516"/>
                  </a:lnTo>
                  <a:lnTo>
                    <a:pt x="27261" y="22193"/>
                  </a:lnTo>
                  <a:lnTo>
                    <a:pt x="27261" y="14257"/>
                  </a:lnTo>
                  <a:lnTo>
                    <a:pt x="29904" y="11614"/>
                  </a:lnTo>
                  <a:lnTo>
                    <a:pt x="34163" y="11614"/>
                  </a:lnTo>
                  <a:lnTo>
                    <a:pt x="34163" y="0"/>
                  </a:ln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</p:sp>
        <p:sp>
          <p:nvSpPr>
            <p:cNvPr id="20112" name="Graph element 591"/>
            <p:cNvSpPr/>
            <p:nvPr/>
          </p:nvSpPr>
          <p:spPr>
            <a:xfrm>
              <a:off x="1804771" y="1082172"/>
              <a:ext cx="6902" cy="2761"/>
            </a:xfrm>
            <a:custGeom>
              <a:avLst/>
              <a:gdLst/>
              <a:ahLst/>
              <a:cxnLst/>
              <a:rect l="0" t="0" r="r" b="b"/>
              <a:pathLst>
                <a:path w="6902" h="2761" stroke="0" extrusionOk="0">
                  <a:moveTo>
                    <a:pt x="6902" y="2761"/>
                  </a:moveTo>
                  <a:lnTo>
                    <a:pt x="6902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6902" y="2761"/>
                  </a:ln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</p:sp>
        <p:sp>
          <p:nvSpPr>
            <p:cNvPr id="20113" name="Graph element 592"/>
            <p:cNvSpPr/>
            <p:nvPr/>
          </p:nvSpPr>
          <p:spPr>
            <a:xfrm>
              <a:off x="1765087" y="1082172"/>
              <a:ext cx="6902" cy="2761"/>
            </a:xfrm>
            <a:custGeom>
              <a:avLst/>
              <a:gdLst/>
              <a:ahLst/>
              <a:cxnLst/>
              <a:rect l="0" t="0" r="r" b="b"/>
              <a:pathLst>
                <a:path w="6902" h="2761" stroke="0" extrusionOk="0">
                  <a:moveTo>
                    <a:pt x="6902" y="2761"/>
                  </a:moveTo>
                  <a:lnTo>
                    <a:pt x="6902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6902" y="2761"/>
                  </a:ln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</p:sp>
        <p:sp>
          <p:nvSpPr>
            <p:cNvPr id="20114" name="Graph element 593"/>
            <p:cNvSpPr/>
            <p:nvPr/>
          </p:nvSpPr>
          <p:spPr>
            <a:xfrm>
              <a:off x="110426" y="1056291"/>
              <a:ext cx="3451" cy="2761"/>
            </a:xfrm>
            <a:custGeom>
              <a:avLst/>
              <a:gdLst/>
              <a:ahLst/>
              <a:cxnLst/>
              <a:rect l="0" t="0" r="r" b="b"/>
              <a:pathLst>
                <a:path w="3451" h="2761" stroke="0" extrusionOk="0">
                  <a:moveTo>
                    <a:pt x="3451" y="2761"/>
                  </a:moveTo>
                  <a:lnTo>
                    <a:pt x="3451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3451" y="2761"/>
                  </a:ln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</p:sp>
        <p:sp>
          <p:nvSpPr>
            <p:cNvPr id="20115" name="Graph element 594"/>
            <p:cNvSpPr/>
            <p:nvPr/>
          </p:nvSpPr>
          <p:spPr>
            <a:xfrm>
              <a:off x="145279" y="1044214"/>
              <a:ext cx="40719" cy="9662"/>
            </a:xfrm>
            <a:custGeom>
              <a:avLst/>
              <a:gdLst/>
              <a:ahLst/>
              <a:cxnLst/>
              <a:rect l="0" t="0" r="r" b="b"/>
              <a:pathLst>
                <a:path w="40719" h="9662" stroke="0" extrusionOk="0">
                  <a:moveTo>
                    <a:pt x="35317" y="0"/>
                  </a:moveTo>
                  <a:lnTo>
                    <a:pt x="33591" y="1725"/>
                  </a:lnTo>
                  <a:lnTo>
                    <a:pt x="23239" y="1725"/>
                  </a:lnTo>
                  <a:lnTo>
                    <a:pt x="21513" y="3451"/>
                  </a:lnTo>
                  <a:lnTo>
                    <a:pt x="11161" y="3451"/>
                  </a:lnTo>
                  <a:lnTo>
                    <a:pt x="9436" y="5176"/>
                  </a:lnTo>
                  <a:lnTo>
                    <a:pt x="0" y="5176"/>
                  </a:lnTo>
                  <a:lnTo>
                    <a:pt x="0" y="9662"/>
                  </a:lnTo>
                  <a:lnTo>
                    <a:pt x="3677" y="9662"/>
                  </a:lnTo>
                  <a:lnTo>
                    <a:pt x="5403" y="7937"/>
                  </a:lnTo>
                  <a:lnTo>
                    <a:pt x="22657" y="7937"/>
                  </a:lnTo>
                  <a:lnTo>
                    <a:pt x="24382" y="6211"/>
                  </a:lnTo>
                  <a:lnTo>
                    <a:pt x="34735" y="6211"/>
                  </a:lnTo>
                  <a:lnTo>
                    <a:pt x="36460" y="4486"/>
                  </a:lnTo>
                  <a:lnTo>
                    <a:pt x="40719" y="4486"/>
                  </a:lnTo>
                  <a:lnTo>
                    <a:pt x="40719" y="0"/>
                  </a:lnTo>
                  <a:lnTo>
                    <a:pt x="35317" y="0"/>
                  </a:ln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</p:sp>
        <p:sp>
          <p:nvSpPr>
            <p:cNvPr id="20116" name="Graph element 595"/>
            <p:cNvSpPr/>
            <p:nvPr/>
          </p:nvSpPr>
          <p:spPr>
            <a:xfrm>
              <a:off x="983598" y="1033289"/>
              <a:ext cx="229587" cy="231657"/>
            </a:xfrm>
            <a:custGeom>
              <a:avLst/>
              <a:gdLst/>
              <a:ahLst/>
              <a:cxnLst/>
              <a:rect l="0" t="0" r="r" b="b"/>
              <a:pathLst>
                <a:path w="229587" h="231657" stroke="0" extrusionOk="0">
                  <a:moveTo>
                    <a:pt x="8509" y="0"/>
                  </a:moveTo>
                  <a:lnTo>
                    <a:pt x="6211" y="2297"/>
                  </a:lnTo>
                  <a:lnTo>
                    <a:pt x="0" y="2297"/>
                  </a:lnTo>
                  <a:lnTo>
                    <a:pt x="51989" y="54286"/>
                  </a:lnTo>
                  <a:lnTo>
                    <a:pt x="51989" y="56011"/>
                  </a:lnTo>
                  <a:lnTo>
                    <a:pt x="110652" y="114675"/>
                  </a:lnTo>
                  <a:lnTo>
                    <a:pt x="110652" y="116400"/>
                  </a:lnTo>
                  <a:lnTo>
                    <a:pt x="167591" y="173339"/>
                  </a:lnTo>
                  <a:lnTo>
                    <a:pt x="167591" y="175064"/>
                  </a:lnTo>
                  <a:lnTo>
                    <a:pt x="224184" y="231657"/>
                  </a:lnTo>
                  <a:lnTo>
                    <a:pt x="229587" y="226254"/>
                  </a:lnTo>
                  <a:lnTo>
                    <a:pt x="172077" y="168744"/>
                  </a:lnTo>
                  <a:lnTo>
                    <a:pt x="172077" y="167019"/>
                  </a:lnTo>
                  <a:lnTo>
                    <a:pt x="115138" y="110081"/>
                  </a:lnTo>
                  <a:lnTo>
                    <a:pt x="115138" y="108355"/>
                  </a:lnTo>
                  <a:lnTo>
                    <a:pt x="56475" y="49692"/>
                  </a:lnTo>
                  <a:lnTo>
                    <a:pt x="56475" y="47966"/>
                  </a:lnTo>
                  <a:lnTo>
                    <a:pt x="8509" y="0"/>
                  </a:ln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</p:sp>
        <p:sp>
          <p:nvSpPr>
            <p:cNvPr id="20117" name="Graph element 596"/>
            <p:cNvSpPr/>
            <p:nvPr/>
          </p:nvSpPr>
          <p:spPr>
            <a:xfrm>
              <a:off x="936667" y="1031564"/>
              <a:ext cx="131239" cy="265594"/>
            </a:xfrm>
            <a:custGeom>
              <a:avLst/>
              <a:gdLst/>
              <a:ahLst/>
              <a:cxnLst/>
              <a:rect l="0" t="0" r="r" b="b"/>
              <a:pathLst>
                <a:path w="131239" h="265594" stroke="0" extrusionOk="0">
                  <a:moveTo>
                    <a:pt x="3677" y="0"/>
                  </a:moveTo>
                  <a:lnTo>
                    <a:pt x="0" y="3677"/>
                  </a:lnTo>
                  <a:lnTo>
                    <a:pt x="2297" y="5975"/>
                  </a:lnTo>
                  <a:lnTo>
                    <a:pt x="2297" y="7700"/>
                  </a:lnTo>
                  <a:lnTo>
                    <a:pt x="4023" y="9425"/>
                  </a:lnTo>
                  <a:lnTo>
                    <a:pt x="4023" y="11151"/>
                  </a:lnTo>
                  <a:lnTo>
                    <a:pt x="5748" y="12876"/>
                  </a:lnTo>
                  <a:lnTo>
                    <a:pt x="5748" y="16327"/>
                  </a:lnTo>
                  <a:lnTo>
                    <a:pt x="7473" y="18052"/>
                  </a:lnTo>
                  <a:lnTo>
                    <a:pt x="7473" y="19778"/>
                  </a:lnTo>
                  <a:lnTo>
                    <a:pt x="9199" y="21503"/>
                  </a:lnTo>
                  <a:lnTo>
                    <a:pt x="9199" y="23229"/>
                  </a:lnTo>
                  <a:lnTo>
                    <a:pt x="10924" y="24954"/>
                  </a:lnTo>
                  <a:lnTo>
                    <a:pt x="10924" y="26679"/>
                  </a:lnTo>
                  <a:lnTo>
                    <a:pt x="12650" y="28405"/>
                  </a:lnTo>
                  <a:lnTo>
                    <a:pt x="12650" y="30130"/>
                  </a:lnTo>
                  <a:lnTo>
                    <a:pt x="14375" y="31856"/>
                  </a:lnTo>
                  <a:lnTo>
                    <a:pt x="14375" y="33581"/>
                  </a:lnTo>
                  <a:lnTo>
                    <a:pt x="16100" y="35306"/>
                  </a:lnTo>
                  <a:lnTo>
                    <a:pt x="16100" y="38757"/>
                  </a:lnTo>
                  <a:lnTo>
                    <a:pt x="17826" y="40483"/>
                  </a:lnTo>
                  <a:lnTo>
                    <a:pt x="17826" y="42208"/>
                  </a:lnTo>
                  <a:lnTo>
                    <a:pt x="19551" y="43933"/>
                  </a:lnTo>
                  <a:lnTo>
                    <a:pt x="19551" y="45659"/>
                  </a:lnTo>
                  <a:lnTo>
                    <a:pt x="21277" y="47384"/>
                  </a:lnTo>
                  <a:lnTo>
                    <a:pt x="21277" y="49110"/>
                  </a:lnTo>
                  <a:lnTo>
                    <a:pt x="23002" y="50835"/>
                  </a:lnTo>
                  <a:lnTo>
                    <a:pt x="23002" y="52560"/>
                  </a:lnTo>
                  <a:lnTo>
                    <a:pt x="24727" y="54286"/>
                  </a:lnTo>
                  <a:lnTo>
                    <a:pt x="24727" y="56011"/>
                  </a:lnTo>
                  <a:lnTo>
                    <a:pt x="26453" y="57737"/>
                  </a:lnTo>
                  <a:lnTo>
                    <a:pt x="26453" y="61188"/>
                  </a:lnTo>
                  <a:lnTo>
                    <a:pt x="28178" y="62913"/>
                  </a:lnTo>
                  <a:lnTo>
                    <a:pt x="28178" y="64638"/>
                  </a:lnTo>
                  <a:lnTo>
                    <a:pt x="29904" y="66364"/>
                  </a:lnTo>
                  <a:lnTo>
                    <a:pt x="29904" y="68089"/>
                  </a:lnTo>
                  <a:lnTo>
                    <a:pt x="31629" y="69815"/>
                  </a:lnTo>
                  <a:lnTo>
                    <a:pt x="31629" y="71540"/>
                  </a:lnTo>
                  <a:lnTo>
                    <a:pt x="33354" y="73265"/>
                  </a:lnTo>
                  <a:lnTo>
                    <a:pt x="33354" y="74991"/>
                  </a:lnTo>
                  <a:lnTo>
                    <a:pt x="35080" y="76716"/>
                  </a:lnTo>
                  <a:lnTo>
                    <a:pt x="35080" y="80167"/>
                  </a:lnTo>
                  <a:lnTo>
                    <a:pt x="36805" y="81892"/>
                  </a:lnTo>
                  <a:lnTo>
                    <a:pt x="36805" y="83618"/>
                  </a:lnTo>
                  <a:lnTo>
                    <a:pt x="38531" y="85343"/>
                  </a:lnTo>
                  <a:lnTo>
                    <a:pt x="38531" y="87069"/>
                  </a:lnTo>
                  <a:lnTo>
                    <a:pt x="40256" y="88794"/>
                  </a:lnTo>
                  <a:lnTo>
                    <a:pt x="40256" y="90519"/>
                  </a:lnTo>
                  <a:lnTo>
                    <a:pt x="41981" y="92245"/>
                  </a:lnTo>
                  <a:lnTo>
                    <a:pt x="41981" y="93970"/>
                  </a:lnTo>
                  <a:lnTo>
                    <a:pt x="43707" y="95696"/>
                  </a:lnTo>
                  <a:lnTo>
                    <a:pt x="43707" y="97421"/>
                  </a:lnTo>
                  <a:lnTo>
                    <a:pt x="45432" y="99146"/>
                  </a:lnTo>
                  <a:lnTo>
                    <a:pt x="45432" y="102597"/>
                  </a:lnTo>
                  <a:lnTo>
                    <a:pt x="47158" y="104323"/>
                  </a:lnTo>
                  <a:lnTo>
                    <a:pt x="47158" y="106048"/>
                  </a:lnTo>
                  <a:lnTo>
                    <a:pt x="48883" y="107773"/>
                  </a:lnTo>
                  <a:lnTo>
                    <a:pt x="48883" y="109499"/>
                  </a:lnTo>
                  <a:lnTo>
                    <a:pt x="50608" y="111224"/>
                  </a:lnTo>
                  <a:lnTo>
                    <a:pt x="50608" y="112950"/>
                  </a:lnTo>
                  <a:lnTo>
                    <a:pt x="52334" y="114675"/>
                  </a:lnTo>
                  <a:lnTo>
                    <a:pt x="52334" y="116400"/>
                  </a:lnTo>
                  <a:lnTo>
                    <a:pt x="54059" y="118126"/>
                  </a:lnTo>
                  <a:lnTo>
                    <a:pt x="54059" y="121577"/>
                  </a:lnTo>
                  <a:lnTo>
                    <a:pt x="55785" y="123302"/>
                  </a:lnTo>
                  <a:lnTo>
                    <a:pt x="55785" y="125027"/>
                  </a:lnTo>
                  <a:lnTo>
                    <a:pt x="57510" y="126753"/>
                  </a:lnTo>
                  <a:lnTo>
                    <a:pt x="57510" y="128478"/>
                  </a:lnTo>
                  <a:lnTo>
                    <a:pt x="59235" y="130204"/>
                  </a:lnTo>
                  <a:lnTo>
                    <a:pt x="59235" y="131929"/>
                  </a:lnTo>
                  <a:lnTo>
                    <a:pt x="60961" y="133654"/>
                  </a:lnTo>
                  <a:lnTo>
                    <a:pt x="60961" y="135380"/>
                  </a:lnTo>
                  <a:lnTo>
                    <a:pt x="62686" y="137105"/>
                  </a:lnTo>
                  <a:lnTo>
                    <a:pt x="62686" y="138831"/>
                  </a:lnTo>
                  <a:lnTo>
                    <a:pt x="64412" y="140556"/>
                  </a:lnTo>
                  <a:lnTo>
                    <a:pt x="64412" y="144007"/>
                  </a:lnTo>
                  <a:lnTo>
                    <a:pt x="66137" y="145732"/>
                  </a:lnTo>
                  <a:lnTo>
                    <a:pt x="66137" y="147458"/>
                  </a:lnTo>
                  <a:lnTo>
                    <a:pt x="67862" y="149183"/>
                  </a:lnTo>
                  <a:lnTo>
                    <a:pt x="67862" y="150908"/>
                  </a:lnTo>
                  <a:lnTo>
                    <a:pt x="69588" y="152634"/>
                  </a:lnTo>
                  <a:lnTo>
                    <a:pt x="69588" y="154359"/>
                  </a:lnTo>
                  <a:lnTo>
                    <a:pt x="71313" y="156085"/>
                  </a:lnTo>
                  <a:lnTo>
                    <a:pt x="71313" y="157810"/>
                  </a:lnTo>
                  <a:lnTo>
                    <a:pt x="73039" y="159535"/>
                  </a:lnTo>
                  <a:lnTo>
                    <a:pt x="73039" y="161261"/>
                  </a:lnTo>
                  <a:lnTo>
                    <a:pt x="74764" y="162986"/>
                  </a:lnTo>
                  <a:lnTo>
                    <a:pt x="74764" y="166437"/>
                  </a:lnTo>
                  <a:lnTo>
                    <a:pt x="76489" y="168162"/>
                  </a:lnTo>
                  <a:lnTo>
                    <a:pt x="76489" y="169888"/>
                  </a:lnTo>
                  <a:lnTo>
                    <a:pt x="78215" y="171613"/>
                  </a:lnTo>
                  <a:lnTo>
                    <a:pt x="78215" y="173339"/>
                  </a:lnTo>
                  <a:lnTo>
                    <a:pt x="79940" y="175064"/>
                  </a:lnTo>
                  <a:lnTo>
                    <a:pt x="79940" y="176789"/>
                  </a:lnTo>
                  <a:lnTo>
                    <a:pt x="81666" y="178515"/>
                  </a:lnTo>
                  <a:lnTo>
                    <a:pt x="81666" y="180240"/>
                  </a:lnTo>
                  <a:lnTo>
                    <a:pt x="83391" y="181966"/>
                  </a:lnTo>
                  <a:lnTo>
                    <a:pt x="83391" y="185416"/>
                  </a:lnTo>
                  <a:lnTo>
                    <a:pt x="85116" y="187142"/>
                  </a:lnTo>
                  <a:lnTo>
                    <a:pt x="85116" y="188867"/>
                  </a:lnTo>
                  <a:lnTo>
                    <a:pt x="86842" y="190593"/>
                  </a:lnTo>
                  <a:lnTo>
                    <a:pt x="86842" y="192318"/>
                  </a:lnTo>
                  <a:lnTo>
                    <a:pt x="88567" y="194043"/>
                  </a:lnTo>
                  <a:lnTo>
                    <a:pt x="88567" y="195769"/>
                  </a:lnTo>
                  <a:lnTo>
                    <a:pt x="90293" y="197494"/>
                  </a:lnTo>
                  <a:lnTo>
                    <a:pt x="90293" y="199220"/>
                  </a:lnTo>
                  <a:lnTo>
                    <a:pt x="92018" y="200945"/>
                  </a:lnTo>
                  <a:lnTo>
                    <a:pt x="92018" y="202670"/>
                  </a:lnTo>
                  <a:lnTo>
                    <a:pt x="93743" y="204396"/>
                  </a:lnTo>
                  <a:lnTo>
                    <a:pt x="93743" y="207847"/>
                  </a:lnTo>
                  <a:lnTo>
                    <a:pt x="95469" y="209572"/>
                  </a:lnTo>
                  <a:lnTo>
                    <a:pt x="95469" y="211298"/>
                  </a:lnTo>
                  <a:lnTo>
                    <a:pt x="97194" y="213023"/>
                  </a:lnTo>
                  <a:lnTo>
                    <a:pt x="97194" y="214748"/>
                  </a:lnTo>
                  <a:lnTo>
                    <a:pt x="98920" y="216474"/>
                  </a:lnTo>
                  <a:lnTo>
                    <a:pt x="98920" y="218199"/>
                  </a:lnTo>
                  <a:lnTo>
                    <a:pt x="100645" y="219925"/>
                  </a:lnTo>
                  <a:lnTo>
                    <a:pt x="100645" y="221650"/>
                  </a:lnTo>
                  <a:lnTo>
                    <a:pt x="102370" y="223375"/>
                  </a:lnTo>
                  <a:lnTo>
                    <a:pt x="102370" y="225101"/>
                  </a:lnTo>
                  <a:lnTo>
                    <a:pt x="104096" y="226826"/>
                  </a:lnTo>
                  <a:lnTo>
                    <a:pt x="104096" y="230277"/>
                  </a:lnTo>
                  <a:lnTo>
                    <a:pt x="105821" y="232002"/>
                  </a:lnTo>
                  <a:lnTo>
                    <a:pt x="105821" y="233728"/>
                  </a:lnTo>
                  <a:lnTo>
                    <a:pt x="107547" y="235453"/>
                  </a:lnTo>
                  <a:lnTo>
                    <a:pt x="107547" y="237179"/>
                  </a:lnTo>
                  <a:lnTo>
                    <a:pt x="109272" y="238904"/>
                  </a:lnTo>
                  <a:lnTo>
                    <a:pt x="109272" y="240629"/>
                  </a:lnTo>
                  <a:lnTo>
                    <a:pt x="110998" y="242355"/>
                  </a:lnTo>
                  <a:lnTo>
                    <a:pt x="110998" y="244080"/>
                  </a:lnTo>
                  <a:lnTo>
                    <a:pt x="112723" y="245806"/>
                  </a:lnTo>
                  <a:lnTo>
                    <a:pt x="112723" y="249256"/>
                  </a:lnTo>
                  <a:lnTo>
                    <a:pt x="114448" y="250982"/>
                  </a:lnTo>
                  <a:lnTo>
                    <a:pt x="114448" y="252707"/>
                  </a:lnTo>
                  <a:lnTo>
                    <a:pt x="116174" y="254433"/>
                  </a:lnTo>
                  <a:lnTo>
                    <a:pt x="116174" y="256158"/>
                  </a:lnTo>
                  <a:lnTo>
                    <a:pt x="117899" y="257883"/>
                  </a:lnTo>
                  <a:lnTo>
                    <a:pt x="117899" y="260417"/>
                  </a:lnTo>
                  <a:lnTo>
                    <a:pt x="122158" y="260417"/>
                  </a:lnTo>
                  <a:lnTo>
                    <a:pt x="124801" y="263060"/>
                  </a:lnTo>
                  <a:lnTo>
                    <a:pt x="124801" y="265594"/>
                  </a:lnTo>
                  <a:lnTo>
                    <a:pt x="131239" y="265594"/>
                  </a:lnTo>
                  <a:lnTo>
                    <a:pt x="127561" y="261916"/>
                  </a:lnTo>
                  <a:lnTo>
                    <a:pt x="127561" y="260191"/>
                  </a:lnTo>
                  <a:lnTo>
                    <a:pt x="125836" y="258465"/>
                  </a:lnTo>
                  <a:lnTo>
                    <a:pt x="125836" y="256740"/>
                  </a:lnTo>
                  <a:lnTo>
                    <a:pt x="124111" y="255014"/>
                  </a:lnTo>
                  <a:lnTo>
                    <a:pt x="124111" y="253289"/>
                  </a:lnTo>
                  <a:lnTo>
                    <a:pt x="122385" y="251564"/>
                  </a:lnTo>
                  <a:lnTo>
                    <a:pt x="122385" y="249838"/>
                  </a:lnTo>
                  <a:lnTo>
                    <a:pt x="120660" y="248113"/>
                  </a:lnTo>
                  <a:lnTo>
                    <a:pt x="120660" y="246387"/>
                  </a:lnTo>
                  <a:lnTo>
                    <a:pt x="118934" y="244662"/>
                  </a:lnTo>
                  <a:lnTo>
                    <a:pt x="118934" y="241211"/>
                  </a:lnTo>
                  <a:lnTo>
                    <a:pt x="117209" y="239486"/>
                  </a:lnTo>
                  <a:lnTo>
                    <a:pt x="117209" y="237760"/>
                  </a:lnTo>
                  <a:lnTo>
                    <a:pt x="115484" y="236035"/>
                  </a:lnTo>
                  <a:lnTo>
                    <a:pt x="115484" y="234310"/>
                  </a:lnTo>
                  <a:lnTo>
                    <a:pt x="113758" y="232584"/>
                  </a:lnTo>
                  <a:lnTo>
                    <a:pt x="113758" y="230859"/>
                  </a:lnTo>
                  <a:lnTo>
                    <a:pt x="112033" y="229133"/>
                  </a:lnTo>
                  <a:lnTo>
                    <a:pt x="112033" y="227408"/>
                  </a:lnTo>
                  <a:lnTo>
                    <a:pt x="110307" y="225683"/>
                  </a:lnTo>
                  <a:lnTo>
                    <a:pt x="110307" y="222232"/>
                  </a:lnTo>
                  <a:lnTo>
                    <a:pt x="108582" y="220506"/>
                  </a:lnTo>
                  <a:lnTo>
                    <a:pt x="108582" y="218781"/>
                  </a:lnTo>
                  <a:lnTo>
                    <a:pt x="106857" y="217056"/>
                  </a:lnTo>
                  <a:lnTo>
                    <a:pt x="106857" y="215330"/>
                  </a:lnTo>
                  <a:lnTo>
                    <a:pt x="105131" y="213605"/>
                  </a:lnTo>
                  <a:lnTo>
                    <a:pt x="105131" y="211879"/>
                  </a:lnTo>
                  <a:lnTo>
                    <a:pt x="103406" y="210154"/>
                  </a:lnTo>
                  <a:lnTo>
                    <a:pt x="103406" y="208429"/>
                  </a:lnTo>
                  <a:lnTo>
                    <a:pt x="101680" y="206703"/>
                  </a:lnTo>
                  <a:lnTo>
                    <a:pt x="101680" y="204978"/>
                  </a:lnTo>
                  <a:lnTo>
                    <a:pt x="99955" y="203252"/>
                  </a:lnTo>
                  <a:lnTo>
                    <a:pt x="99955" y="199802"/>
                  </a:lnTo>
                  <a:lnTo>
                    <a:pt x="98230" y="198076"/>
                  </a:lnTo>
                  <a:lnTo>
                    <a:pt x="98230" y="196351"/>
                  </a:lnTo>
                  <a:lnTo>
                    <a:pt x="96504" y="194625"/>
                  </a:lnTo>
                  <a:lnTo>
                    <a:pt x="96504" y="192900"/>
                  </a:lnTo>
                  <a:lnTo>
                    <a:pt x="94779" y="191175"/>
                  </a:lnTo>
                  <a:lnTo>
                    <a:pt x="94779" y="189449"/>
                  </a:lnTo>
                  <a:lnTo>
                    <a:pt x="93053" y="187724"/>
                  </a:lnTo>
                  <a:lnTo>
                    <a:pt x="93053" y="185998"/>
                  </a:lnTo>
                  <a:lnTo>
                    <a:pt x="91328" y="184273"/>
                  </a:lnTo>
                  <a:lnTo>
                    <a:pt x="91328" y="180822"/>
                  </a:lnTo>
                  <a:lnTo>
                    <a:pt x="89603" y="179097"/>
                  </a:lnTo>
                  <a:lnTo>
                    <a:pt x="89603" y="177371"/>
                  </a:lnTo>
                  <a:lnTo>
                    <a:pt x="87877" y="175646"/>
                  </a:lnTo>
                  <a:lnTo>
                    <a:pt x="87877" y="173921"/>
                  </a:lnTo>
                  <a:lnTo>
                    <a:pt x="86152" y="172195"/>
                  </a:lnTo>
                  <a:lnTo>
                    <a:pt x="86152" y="170470"/>
                  </a:lnTo>
                  <a:lnTo>
                    <a:pt x="84426" y="168744"/>
                  </a:lnTo>
                  <a:lnTo>
                    <a:pt x="84426" y="167019"/>
                  </a:lnTo>
                  <a:lnTo>
                    <a:pt x="82701" y="165294"/>
                  </a:lnTo>
                  <a:lnTo>
                    <a:pt x="82701" y="163568"/>
                  </a:lnTo>
                  <a:lnTo>
                    <a:pt x="80976" y="161843"/>
                  </a:lnTo>
                  <a:lnTo>
                    <a:pt x="80976" y="158392"/>
                  </a:lnTo>
                  <a:lnTo>
                    <a:pt x="79250" y="156667"/>
                  </a:lnTo>
                  <a:lnTo>
                    <a:pt x="79250" y="154941"/>
                  </a:lnTo>
                  <a:lnTo>
                    <a:pt x="77525" y="153216"/>
                  </a:lnTo>
                  <a:lnTo>
                    <a:pt x="77525" y="151490"/>
                  </a:lnTo>
                  <a:lnTo>
                    <a:pt x="75799" y="149765"/>
                  </a:lnTo>
                  <a:lnTo>
                    <a:pt x="75799" y="148040"/>
                  </a:lnTo>
                  <a:lnTo>
                    <a:pt x="74074" y="146314"/>
                  </a:lnTo>
                  <a:lnTo>
                    <a:pt x="74074" y="144589"/>
                  </a:lnTo>
                  <a:lnTo>
                    <a:pt x="72348" y="142863"/>
                  </a:lnTo>
                  <a:lnTo>
                    <a:pt x="72348" y="141138"/>
                  </a:lnTo>
                  <a:lnTo>
                    <a:pt x="70623" y="139413"/>
                  </a:lnTo>
                  <a:lnTo>
                    <a:pt x="70623" y="135962"/>
                  </a:lnTo>
                  <a:lnTo>
                    <a:pt x="68898" y="134236"/>
                  </a:lnTo>
                  <a:lnTo>
                    <a:pt x="68898" y="132511"/>
                  </a:lnTo>
                  <a:lnTo>
                    <a:pt x="67172" y="130786"/>
                  </a:lnTo>
                  <a:lnTo>
                    <a:pt x="67172" y="129060"/>
                  </a:lnTo>
                  <a:lnTo>
                    <a:pt x="65447" y="127335"/>
                  </a:lnTo>
                  <a:lnTo>
                    <a:pt x="65447" y="125609"/>
                  </a:lnTo>
                  <a:lnTo>
                    <a:pt x="63721" y="123884"/>
                  </a:lnTo>
                  <a:lnTo>
                    <a:pt x="63721" y="122158"/>
                  </a:lnTo>
                  <a:lnTo>
                    <a:pt x="61996" y="120433"/>
                  </a:lnTo>
                  <a:lnTo>
                    <a:pt x="61996" y="116982"/>
                  </a:lnTo>
                  <a:lnTo>
                    <a:pt x="60271" y="115257"/>
                  </a:lnTo>
                  <a:lnTo>
                    <a:pt x="60271" y="113531"/>
                  </a:lnTo>
                  <a:lnTo>
                    <a:pt x="58545" y="111806"/>
                  </a:lnTo>
                  <a:lnTo>
                    <a:pt x="58545" y="110081"/>
                  </a:lnTo>
                  <a:lnTo>
                    <a:pt x="56820" y="108355"/>
                  </a:lnTo>
                  <a:lnTo>
                    <a:pt x="56820" y="106630"/>
                  </a:lnTo>
                  <a:lnTo>
                    <a:pt x="55094" y="104904"/>
                  </a:lnTo>
                  <a:lnTo>
                    <a:pt x="55094" y="103179"/>
                  </a:lnTo>
                  <a:lnTo>
                    <a:pt x="53369" y="101454"/>
                  </a:lnTo>
                  <a:lnTo>
                    <a:pt x="53369" y="99728"/>
                  </a:lnTo>
                  <a:lnTo>
                    <a:pt x="51644" y="98003"/>
                  </a:lnTo>
                  <a:lnTo>
                    <a:pt x="51644" y="94552"/>
                  </a:lnTo>
                  <a:lnTo>
                    <a:pt x="49918" y="92827"/>
                  </a:lnTo>
                  <a:lnTo>
                    <a:pt x="49918" y="91101"/>
                  </a:lnTo>
                  <a:lnTo>
                    <a:pt x="48193" y="89376"/>
                  </a:lnTo>
                  <a:lnTo>
                    <a:pt x="48193" y="87650"/>
                  </a:lnTo>
                  <a:lnTo>
                    <a:pt x="46467" y="85925"/>
                  </a:lnTo>
                  <a:lnTo>
                    <a:pt x="46467" y="84200"/>
                  </a:lnTo>
                  <a:lnTo>
                    <a:pt x="44742" y="82474"/>
                  </a:lnTo>
                  <a:lnTo>
                    <a:pt x="44742" y="80749"/>
                  </a:lnTo>
                  <a:lnTo>
                    <a:pt x="43017" y="79023"/>
                  </a:lnTo>
                  <a:lnTo>
                    <a:pt x="43017" y="77298"/>
                  </a:lnTo>
                  <a:lnTo>
                    <a:pt x="41291" y="75573"/>
                  </a:lnTo>
                  <a:lnTo>
                    <a:pt x="41291" y="72122"/>
                  </a:lnTo>
                  <a:lnTo>
                    <a:pt x="39566" y="70396"/>
                  </a:lnTo>
                  <a:lnTo>
                    <a:pt x="39566" y="68671"/>
                  </a:lnTo>
                  <a:lnTo>
                    <a:pt x="37840" y="66946"/>
                  </a:lnTo>
                  <a:lnTo>
                    <a:pt x="37840" y="65220"/>
                  </a:lnTo>
                  <a:lnTo>
                    <a:pt x="36115" y="63495"/>
                  </a:lnTo>
                  <a:lnTo>
                    <a:pt x="36115" y="61769"/>
                  </a:lnTo>
                  <a:lnTo>
                    <a:pt x="34390" y="60044"/>
                  </a:lnTo>
                  <a:lnTo>
                    <a:pt x="34390" y="58319"/>
                  </a:lnTo>
                  <a:lnTo>
                    <a:pt x="32664" y="56593"/>
                  </a:lnTo>
                  <a:lnTo>
                    <a:pt x="32664" y="53142"/>
                  </a:lnTo>
                  <a:lnTo>
                    <a:pt x="30939" y="51417"/>
                  </a:lnTo>
                  <a:lnTo>
                    <a:pt x="30939" y="49692"/>
                  </a:lnTo>
                  <a:lnTo>
                    <a:pt x="29213" y="47966"/>
                  </a:lnTo>
                  <a:lnTo>
                    <a:pt x="29213" y="46241"/>
                  </a:lnTo>
                  <a:lnTo>
                    <a:pt x="27488" y="44515"/>
                  </a:lnTo>
                  <a:lnTo>
                    <a:pt x="27488" y="42790"/>
                  </a:lnTo>
                  <a:lnTo>
                    <a:pt x="25763" y="41065"/>
                  </a:lnTo>
                  <a:lnTo>
                    <a:pt x="25763" y="39339"/>
                  </a:lnTo>
                  <a:lnTo>
                    <a:pt x="24037" y="37614"/>
                  </a:lnTo>
                  <a:lnTo>
                    <a:pt x="24037" y="35888"/>
                  </a:lnTo>
                  <a:lnTo>
                    <a:pt x="22312" y="34163"/>
                  </a:lnTo>
                  <a:lnTo>
                    <a:pt x="22312" y="30712"/>
                  </a:lnTo>
                  <a:lnTo>
                    <a:pt x="20586" y="28987"/>
                  </a:lnTo>
                  <a:lnTo>
                    <a:pt x="20586" y="27261"/>
                  </a:lnTo>
                  <a:lnTo>
                    <a:pt x="18861" y="25536"/>
                  </a:lnTo>
                  <a:lnTo>
                    <a:pt x="18861" y="23811"/>
                  </a:lnTo>
                  <a:lnTo>
                    <a:pt x="17136" y="22085"/>
                  </a:lnTo>
                  <a:lnTo>
                    <a:pt x="17136" y="20360"/>
                  </a:lnTo>
                  <a:lnTo>
                    <a:pt x="15410" y="18634"/>
                  </a:lnTo>
                  <a:lnTo>
                    <a:pt x="15410" y="16909"/>
                  </a:lnTo>
                  <a:lnTo>
                    <a:pt x="13685" y="15184"/>
                  </a:lnTo>
                  <a:lnTo>
                    <a:pt x="13685" y="13458"/>
                  </a:lnTo>
                  <a:lnTo>
                    <a:pt x="11959" y="11733"/>
                  </a:lnTo>
                  <a:lnTo>
                    <a:pt x="11959" y="8282"/>
                  </a:lnTo>
                  <a:lnTo>
                    <a:pt x="10234" y="6557"/>
                  </a:lnTo>
                  <a:lnTo>
                    <a:pt x="10234" y="4831"/>
                  </a:lnTo>
                  <a:lnTo>
                    <a:pt x="7700" y="2297"/>
                  </a:lnTo>
                  <a:lnTo>
                    <a:pt x="5975" y="2297"/>
                  </a:lnTo>
                  <a:lnTo>
                    <a:pt x="3677" y="0"/>
                  </a:ln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</p:sp>
        <p:sp>
          <p:nvSpPr>
            <p:cNvPr id="20118" name="Graph element 597"/>
            <p:cNvSpPr/>
            <p:nvPr/>
          </p:nvSpPr>
          <p:spPr>
            <a:xfrm>
              <a:off x="904456" y="1023509"/>
              <a:ext cx="33818" cy="291248"/>
            </a:xfrm>
            <a:custGeom>
              <a:avLst/>
              <a:gdLst/>
              <a:ahLst/>
              <a:cxnLst/>
              <a:rect l="0" t="0" r="r" b="b"/>
              <a:pathLst>
                <a:path w="33818" h="291248" stroke="0" extrusionOk="0">
                  <a:moveTo>
                    <a:pt x="0" y="0"/>
                  </a:moveTo>
                  <a:lnTo>
                    <a:pt x="0" y="14030"/>
                  </a:lnTo>
                  <a:lnTo>
                    <a:pt x="1725" y="15755"/>
                  </a:lnTo>
                  <a:lnTo>
                    <a:pt x="1725" y="31284"/>
                  </a:lnTo>
                  <a:lnTo>
                    <a:pt x="3451" y="33009"/>
                  </a:lnTo>
                  <a:lnTo>
                    <a:pt x="3451" y="46813"/>
                  </a:lnTo>
                  <a:lnTo>
                    <a:pt x="5176" y="48538"/>
                  </a:lnTo>
                  <a:lnTo>
                    <a:pt x="5176" y="64067"/>
                  </a:lnTo>
                  <a:lnTo>
                    <a:pt x="6902" y="65792"/>
                  </a:lnTo>
                  <a:lnTo>
                    <a:pt x="6902" y="79595"/>
                  </a:lnTo>
                  <a:lnTo>
                    <a:pt x="8627" y="81321"/>
                  </a:lnTo>
                  <a:lnTo>
                    <a:pt x="8627" y="96849"/>
                  </a:lnTo>
                  <a:lnTo>
                    <a:pt x="10352" y="98575"/>
                  </a:lnTo>
                  <a:lnTo>
                    <a:pt x="10352" y="112378"/>
                  </a:lnTo>
                  <a:lnTo>
                    <a:pt x="12078" y="114103"/>
                  </a:lnTo>
                  <a:lnTo>
                    <a:pt x="12078" y="127906"/>
                  </a:lnTo>
                  <a:lnTo>
                    <a:pt x="13803" y="129632"/>
                  </a:lnTo>
                  <a:lnTo>
                    <a:pt x="13803" y="145160"/>
                  </a:lnTo>
                  <a:lnTo>
                    <a:pt x="15529" y="146886"/>
                  </a:lnTo>
                  <a:lnTo>
                    <a:pt x="15529" y="160689"/>
                  </a:lnTo>
                  <a:lnTo>
                    <a:pt x="17254" y="162414"/>
                  </a:lnTo>
                  <a:lnTo>
                    <a:pt x="17254" y="177943"/>
                  </a:lnTo>
                  <a:lnTo>
                    <a:pt x="18979" y="179669"/>
                  </a:lnTo>
                  <a:lnTo>
                    <a:pt x="18979" y="193472"/>
                  </a:lnTo>
                  <a:lnTo>
                    <a:pt x="20705" y="195197"/>
                  </a:lnTo>
                  <a:lnTo>
                    <a:pt x="20705" y="210726"/>
                  </a:lnTo>
                  <a:lnTo>
                    <a:pt x="22430" y="212451"/>
                  </a:lnTo>
                  <a:lnTo>
                    <a:pt x="22430" y="226254"/>
                  </a:lnTo>
                  <a:lnTo>
                    <a:pt x="24156" y="227980"/>
                  </a:lnTo>
                  <a:lnTo>
                    <a:pt x="24156" y="243508"/>
                  </a:lnTo>
                  <a:lnTo>
                    <a:pt x="25881" y="245234"/>
                  </a:lnTo>
                  <a:lnTo>
                    <a:pt x="25881" y="259037"/>
                  </a:lnTo>
                  <a:lnTo>
                    <a:pt x="27606" y="260762"/>
                  </a:lnTo>
                  <a:lnTo>
                    <a:pt x="27606" y="276291"/>
                  </a:lnTo>
                  <a:lnTo>
                    <a:pt x="29332" y="278016"/>
                  </a:lnTo>
                  <a:lnTo>
                    <a:pt x="29332" y="291248"/>
                  </a:lnTo>
                  <a:lnTo>
                    <a:pt x="32092" y="291248"/>
                  </a:lnTo>
                  <a:lnTo>
                    <a:pt x="32092" y="264213"/>
                  </a:lnTo>
                  <a:lnTo>
                    <a:pt x="33818" y="262488"/>
                  </a:lnTo>
                  <a:lnTo>
                    <a:pt x="33818" y="247541"/>
                  </a:lnTo>
                  <a:lnTo>
                    <a:pt x="32092" y="245816"/>
                  </a:lnTo>
                  <a:lnTo>
                    <a:pt x="32092" y="232012"/>
                  </a:lnTo>
                  <a:lnTo>
                    <a:pt x="30367" y="230287"/>
                  </a:lnTo>
                  <a:lnTo>
                    <a:pt x="30367" y="214758"/>
                  </a:lnTo>
                  <a:lnTo>
                    <a:pt x="28642" y="213033"/>
                  </a:lnTo>
                  <a:lnTo>
                    <a:pt x="28642" y="199230"/>
                  </a:lnTo>
                  <a:lnTo>
                    <a:pt x="26916" y="197504"/>
                  </a:lnTo>
                  <a:lnTo>
                    <a:pt x="26916" y="183701"/>
                  </a:lnTo>
                  <a:lnTo>
                    <a:pt x="25191" y="181976"/>
                  </a:lnTo>
                  <a:lnTo>
                    <a:pt x="25191" y="166447"/>
                  </a:lnTo>
                  <a:lnTo>
                    <a:pt x="23465" y="164722"/>
                  </a:lnTo>
                  <a:lnTo>
                    <a:pt x="23465" y="150919"/>
                  </a:lnTo>
                  <a:lnTo>
                    <a:pt x="21740" y="149193"/>
                  </a:lnTo>
                  <a:lnTo>
                    <a:pt x="21740" y="133665"/>
                  </a:lnTo>
                  <a:lnTo>
                    <a:pt x="20015" y="131939"/>
                  </a:lnTo>
                  <a:lnTo>
                    <a:pt x="20015" y="118136"/>
                  </a:lnTo>
                  <a:lnTo>
                    <a:pt x="18289" y="116411"/>
                  </a:lnTo>
                  <a:lnTo>
                    <a:pt x="18289" y="100882"/>
                  </a:lnTo>
                  <a:lnTo>
                    <a:pt x="16564" y="99157"/>
                  </a:lnTo>
                  <a:lnTo>
                    <a:pt x="16564" y="85353"/>
                  </a:lnTo>
                  <a:lnTo>
                    <a:pt x="14838" y="83628"/>
                  </a:lnTo>
                  <a:lnTo>
                    <a:pt x="14838" y="68099"/>
                  </a:lnTo>
                  <a:lnTo>
                    <a:pt x="13113" y="66374"/>
                  </a:lnTo>
                  <a:lnTo>
                    <a:pt x="13113" y="52571"/>
                  </a:lnTo>
                  <a:lnTo>
                    <a:pt x="11388" y="50845"/>
                  </a:lnTo>
                  <a:lnTo>
                    <a:pt x="11388" y="37042"/>
                  </a:lnTo>
                  <a:lnTo>
                    <a:pt x="9662" y="35317"/>
                  </a:lnTo>
                  <a:lnTo>
                    <a:pt x="9662" y="19788"/>
                  </a:lnTo>
                  <a:lnTo>
                    <a:pt x="7937" y="18063"/>
                  </a:lnTo>
                  <a:lnTo>
                    <a:pt x="7937" y="4259"/>
                  </a:lnTo>
                  <a:lnTo>
                    <a:pt x="6211" y="2534"/>
                  </a:lnTo>
                  <a:lnTo>
                    <a:pt x="621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</p:sp>
        <p:sp>
          <p:nvSpPr>
            <p:cNvPr id="20119" name="Graph element 598"/>
            <p:cNvSpPr/>
            <p:nvPr/>
          </p:nvSpPr>
          <p:spPr>
            <a:xfrm>
              <a:off x="904456" y="1009705"/>
              <a:ext cx="6211" cy="8164"/>
            </a:xfrm>
            <a:custGeom>
              <a:avLst/>
              <a:gdLst/>
              <a:ahLst/>
              <a:cxnLst/>
              <a:rect l="0" t="0" r="r" b="b"/>
              <a:pathLst>
                <a:path w="6211" h="8164" stroke="0" extrusionOk="0">
                  <a:moveTo>
                    <a:pt x="0" y="0"/>
                  </a:moveTo>
                  <a:lnTo>
                    <a:pt x="0" y="8164"/>
                  </a:lnTo>
                  <a:lnTo>
                    <a:pt x="3677" y="4486"/>
                  </a:lnTo>
                  <a:lnTo>
                    <a:pt x="6211" y="4486"/>
                  </a:lnTo>
                  <a:lnTo>
                    <a:pt x="621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</p:sp>
        <p:sp>
          <p:nvSpPr>
            <p:cNvPr id="20120" name="Graph element 599"/>
            <p:cNvSpPr/>
            <p:nvPr/>
          </p:nvSpPr>
          <p:spPr>
            <a:xfrm>
              <a:off x="897554" y="968296"/>
              <a:ext cx="11388" cy="32092"/>
            </a:xfrm>
            <a:custGeom>
              <a:avLst/>
              <a:gdLst/>
              <a:ahLst/>
              <a:cxnLst/>
              <a:rect l="0" t="0" r="r" b="b"/>
              <a:pathLst>
                <a:path w="11388" h="32092" stroke="0" extrusionOk="0">
                  <a:moveTo>
                    <a:pt x="0" y="0"/>
                  </a:moveTo>
                  <a:lnTo>
                    <a:pt x="0" y="5403"/>
                  </a:lnTo>
                  <a:lnTo>
                    <a:pt x="1725" y="7128"/>
                  </a:lnTo>
                  <a:lnTo>
                    <a:pt x="1725" y="20931"/>
                  </a:lnTo>
                  <a:lnTo>
                    <a:pt x="3451" y="22657"/>
                  </a:lnTo>
                  <a:lnTo>
                    <a:pt x="3451" y="32092"/>
                  </a:lnTo>
                  <a:lnTo>
                    <a:pt x="11388" y="32092"/>
                  </a:lnTo>
                  <a:lnTo>
                    <a:pt x="11388" y="26690"/>
                  </a:lnTo>
                  <a:lnTo>
                    <a:pt x="9662" y="24964"/>
                  </a:lnTo>
                  <a:lnTo>
                    <a:pt x="9662" y="9436"/>
                  </a:lnTo>
                  <a:lnTo>
                    <a:pt x="7937" y="7710"/>
                  </a:lnTo>
                  <a:lnTo>
                    <a:pt x="793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</p:sp>
        <p:sp>
          <p:nvSpPr>
            <p:cNvPr id="20121" name="Graph element 600"/>
            <p:cNvSpPr/>
            <p:nvPr/>
          </p:nvSpPr>
          <p:spPr>
            <a:xfrm>
              <a:off x="904229" y="964845"/>
              <a:ext cx="27143" cy="42445"/>
            </a:xfrm>
            <a:custGeom>
              <a:avLst/>
              <a:gdLst/>
              <a:ahLst/>
              <a:cxnLst/>
              <a:rect l="0" t="0" r="r" b="b"/>
              <a:pathLst>
                <a:path w="27143" h="42445" stroke="0" extrusionOk="0">
                  <a:moveTo>
                    <a:pt x="6211" y="0"/>
                  </a:moveTo>
                  <a:lnTo>
                    <a:pt x="4486" y="1725"/>
                  </a:lnTo>
                  <a:lnTo>
                    <a:pt x="0" y="1725"/>
                  </a:lnTo>
                  <a:lnTo>
                    <a:pt x="3677" y="5403"/>
                  </a:lnTo>
                  <a:lnTo>
                    <a:pt x="3677" y="7128"/>
                  </a:lnTo>
                  <a:lnTo>
                    <a:pt x="5403" y="8854"/>
                  </a:lnTo>
                  <a:lnTo>
                    <a:pt x="5403" y="10579"/>
                  </a:lnTo>
                  <a:lnTo>
                    <a:pt x="7128" y="12304"/>
                  </a:lnTo>
                  <a:lnTo>
                    <a:pt x="7128" y="14030"/>
                  </a:lnTo>
                  <a:lnTo>
                    <a:pt x="8854" y="15755"/>
                  </a:lnTo>
                  <a:lnTo>
                    <a:pt x="8854" y="19206"/>
                  </a:lnTo>
                  <a:lnTo>
                    <a:pt x="10579" y="20931"/>
                  </a:lnTo>
                  <a:lnTo>
                    <a:pt x="10579" y="22657"/>
                  </a:lnTo>
                  <a:lnTo>
                    <a:pt x="12304" y="24382"/>
                  </a:lnTo>
                  <a:lnTo>
                    <a:pt x="12304" y="26108"/>
                  </a:lnTo>
                  <a:lnTo>
                    <a:pt x="14030" y="27833"/>
                  </a:lnTo>
                  <a:lnTo>
                    <a:pt x="14030" y="29559"/>
                  </a:lnTo>
                  <a:lnTo>
                    <a:pt x="15755" y="31284"/>
                  </a:lnTo>
                  <a:lnTo>
                    <a:pt x="15755" y="33009"/>
                  </a:lnTo>
                  <a:lnTo>
                    <a:pt x="17481" y="34735"/>
                  </a:lnTo>
                  <a:lnTo>
                    <a:pt x="17481" y="36460"/>
                  </a:lnTo>
                  <a:lnTo>
                    <a:pt x="19206" y="38186"/>
                  </a:lnTo>
                  <a:lnTo>
                    <a:pt x="19206" y="42445"/>
                  </a:lnTo>
                  <a:lnTo>
                    <a:pt x="27143" y="42445"/>
                  </a:lnTo>
                  <a:lnTo>
                    <a:pt x="27143" y="38767"/>
                  </a:lnTo>
                  <a:lnTo>
                    <a:pt x="25418" y="37042"/>
                  </a:lnTo>
                  <a:lnTo>
                    <a:pt x="25418" y="33591"/>
                  </a:lnTo>
                  <a:lnTo>
                    <a:pt x="23692" y="31866"/>
                  </a:lnTo>
                  <a:lnTo>
                    <a:pt x="23692" y="30140"/>
                  </a:lnTo>
                  <a:lnTo>
                    <a:pt x="21967" y="28415"/>
                  </a:lnTo>
                  <a:lnTo>
                    <a:pt x="21967" y="26690"/>
                  </a:lnTo>
                  <a:lnTo>
                    <a:pt x="20241" y="24964"/>
                  </a:lnTo>
                  <a:lnTo>
                    <a:pt x="20241" y="23239"/>
                  </a:lnTo>
                  <a:lnTo>
                    <a:pt x="18516" y="21513"/>
                  </a:lnTo>
                  <a:lnTo>
                    <a:pt x="18516" y="19788"/>
                  </a:lnTo>
                  <a:lnTo>
                    <a:pt x="16791" y="18063"/>
                  </a:lnTo>
                  <a:lnTo>
                    <a:pt x="16791" y="16337"/>
                  </a:lnTo>
                  <a:lnTo>
                    <a:pt x="15065" y="14612"/>
                  </a:lnTo>
                  <a:lnTo>
                    <a:pt x="15065" y="11161"/>
                  </a:lnTo>
                  <a:lnTo>
                    <a:pt x="13340" y="9436"/>
                  </a:lnTo>
                  <a:lnTo>
                    <a:pt x="13340" y="7710"/>
                  </a:lnTo>
                  <a:lnTo>
                    <a:pt x="11614" y="5985"/>
                  </a:lnTo>
                  <a:lnTo>
                    <a:pt x="11614" y="4259"/>
                  </a:lnTo>
                  <a:lnTo>
                    <a:pt x="9889" y="2534"/>
                  </a:lnTo>
                  <a:lnTo>
                    <a:pt x="9889" y="0"/>
                  </a:lnTo>
                  <a:lnTo>
                    <a:pt x="6211" y="0"/>
                  </a:ln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</p:sp>
        <p:sp>
          <p:nvSpPr>
            <p:cNvPr id="20122" name="Graph element 601"/>
            <p:cNvSpPr/>
            <p:nvPr/>
          </p:nvSpPr>
          <p:spPr>
            <a:xfrm>
              <a:off x="912856" y="955991"/>
              <a:ext cx="49573" cy="51299"/>
            </a:xfrm>
            <a:custGeom>
              <a:avLst/>
              <a:gdLst/>
              <a:ahLst/>
              <a:cxnLst/>
              <a:rect l="0" t="0" r="r" b="b"/>
              <a:pathLst>
                <a:path w="49573" h="51299" stroke="0" extrusionOk="0">
                  <a:moveTo>
                    <a:pt x="5403" y="0"/>
                  </a:moveTo>
                  <a:lnTo>
                    <a:pt x="5403" y="4486"/>
                  </a:lnTo>
                  <a:lnTo>
                    <a:pt x="4486" y="5403"/>
                  </a:lnTo>
                  <a:lnTo>
                    <a:pt x="0" y="5403"/>
                  </a:lnTo>
                  <a:lnTo>
                    <a:pt x="5403" y="10806"/>
                  </a:lnTo>
                  <a:lnTo>
                    <a:pt x="5403" y="12531"/>
                  </a:lnTo>
                  <a:lnTo>
                    <a:pt x="44170" y="51299"/>
                  </a:lnTo>
                  <a:lnTo>
                    <a:pt x="49573" y="51299"/>
                  </a:lnTo>
                  <a:lnTo>
                    <a:pt x="49573" y="45896"/>
                  </a:lnTo>
                  <a:lnTo>
                    <a:pt x="9889" y="6211"/>
                  </a:lnTo>
                  <a:lnTo>
                    <a:pt x="9889" y="4486"/>
                  </a:lnTo>
                  <a:lnTo>
                    <a:pt x="5403" y="0"/>
                  </a:ln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</p:sp>
        <p:sp>
          <p:nvSpPr>
            <p:cNvPr id="20123" name="Graph element 602"/>
            <p:cNvSpPr/>
            <p:nvPr/>
          </p:nvSpPr>
          <p:spPr>
            <a:xfrm>
              <a:off x="189913" y="944140"/>
              <a:ext cx="682796" cy="102834"/>
            </a:xfrm>
            <a:custGeom>
              <a:avLst/>
              <a:gdLst/>
              <a:ahLst/>
              <a:cxnLst/>
              <a:rect l="0" t="0" r="r" b="b"/>
              <a:pathLst>
                <a:path w="682796" h="102834" stroke="0" extrusionOk="0">
                  <a:moveTo>
                    <a:pt x="675668" y="0"/>
                  </a:moveTo>
                  <a:lnTo>
                    <a:pt x="673942" y="1725"/>
                  </a:lnTo>
                  <a:lnTo>
                    <a:pt x="663590" y="1725"/>
                  </a:lnTo>
                  <a:lnTo>
                    <a:pt x="661864" y="3451"/>
                  </a:lnTo>
                  <a:lnTo>
                    <a:pt x="651512" y="3451"/>
                  </a:lnTo>
                  <a:lnTo>
                    <a:pt x="649787" y="5176"/>
                  </a:lnTo>
                  <a:lnTo>
                    <a:pt x="639434" y="5176"/>
                  </a:lnTo>
                  <a:lnTo>
                    <a:pt x="637709" y="6902"/>
                  </a:lnTo>
                  <a:lnTo>
                    <a:pt x="627356" y="6902"/>
                  </a:lnTo>
                  <a:lnTo>
                    <a:pt x="625631" y="8627"/>
                  </a:lnTo>
                  <a:lnTo>
                    <a:pt x="615279" y="8627"/>
                  </a:lnTo>
                  <a:lnTo>
                    <a:pt x="613553" y="10352"/>
                  </a:lnTo>
                  <a:lnTo>
                    <a:pt x="604926" y="10352"/>
                  </a:lnTo>
                  <a:lnTo>
                    <a:pt x="603201" y="12078"/>
                  </a:lnTo>
                  <a:lnTo>
                    <a:pt x="592848" y="12078"/>
                  </a:lnTo>
                  <a:lnTo>
                    <a:pt x="591123" y="13803"/>
                  </a:lnTo>
                  <a:lnTo>
                    <a:pt x="580770" y="13803"/>
                  </a:lnTo>
                  <a:lnTo>
                    <a:pt x="579045" y="15529"/>
                  </a:lnTo>
                  <a:lnTo>
                    <a:pt x="568693" y="15529"/>
                  </a:lnTo>
                  <a:lnTo>
                    <a:pt x="566967" y="17254"/>
                  </a:lnTo>
                  <a:lnTo>
                    <a:pt x="556615" y="17254"/>
                  </a:lnTo>
                  <a:lnTo>
                    <a:pt x="554889" y="18979"/>
                  </a:lnTo>
                  <a:lnTo>
                    <a:pt x="544537" y="18979"/>
                  </a:lnTo>
                  <a:lnTo>
                    <a:pt x="542812" y="20705"/>
                  </a:lnTo>
                  <a:lnTo>
                    <a:pt x="534185" y="20705"/>
                  </a:lnTo>
                  <a:lnTo>
                    <a:pt x="532459" y="22430"/>
                  </a:lnTo>
                  <a:lnTo>
                    <a:pt x="522107" y="22430"/>
                  </a:lnTo>
                  <a:lnTo>
                    <a:pt x="520381" y="24156"/>
                  </a:lnTo>
                  <a:lnTo>
                    <a:pt x="510029" y="24156"/>
                  </a:lnTo>
                  <a:lnTo>
                    <a:pt x="508304" y="25881"/>
                  </a:lnTo>
                  <a:lnTo>
                    <a:pt x="497951" y="25881"/>
                  </a:lnTo>
                  <a:lnTo>
                    <a:pt x="496226" y="27606"/>
                  </a:lnTo>
                  <a:lnTo>
                    <a:pt x="485873" y="27606"/>
                  </a:lnTo>
                  <a:lnTo>
                    <a:pt x="484148" y="29332"/>
                  </a:lnTo>
                  <a:lnTo>
                    <a:pt x="473796" y="29332"/>
                  </a:lnTo>
                  <a:lnTo>
                    <a:pt x="472070" y="31057"/>
                  </a:lnTo>
                  <a:lnTo>
                    <a:pt x="463443" y="31057"/>
                  </a:lnTo>
                  <a:lnTo>
                    <a:pt x="461718" y="32783"/>
                  </a:lnTo>
                  <a:lnTo>
                    <a:pt x="451365" y="32783"/>
                  </a:lnTo>
                  <a:lnTo>
                    <a:pt x="449640" y="34508"/>
                  </a:lnTo>
                  <a:lnTo>
                    <a:pt x="439287" y="34508"/>
                  </a:lnTo>
                  <a:lnTo>
                    <a:pt x="437562" y="36233"/>
                  </a:lnTo>
                  <a:lnTo>
                    <a:pt x="427210" y="36233"/>
                  </a:lnTo>
                  <a:lnTo>
                    <a:pt x="425484" y="37959"/>
                  </a:lnTo>
                  <a:lnTo>
                    <a:pt x="415132" y="37959"/>
                  </a:lnTo>
                  <a:lnTo>
                    <a:pt x="413406" y="39684"/>
                  </a:lnTo>
                  <a:lnTo>
                    <a:pt x="403054" y="39684"/>
                  </a:lnTo>
                  <a:lnTo>
                    <a:pt x="401329" y="41410"/>
                  </a:lnTo>
                  <a:lnTo>
                    <a:pt x="392702" y="41410"/>
                  </a:lnTo>
                  <a:lnTo>
                    <a:pt x="390976" y="43135"/>
                  </a:lnTo>
                  <a:lnTo>
                    <a:pt x="380624" y="43135"/>
                  </a:lnTo>
                  <a:lnTo>
                    <a:pt x="378898" y="44860"/>
                  </a:lnTo>
                  <a:lnTo>
                    <a:pt x="368546" y="44860"/>
                  </a:lnTo>
                  <a:lnTo>
                    <a:pt x="366821" y="46586"/>
                  </a:lnTo>
                  <a:lnTo>
                    <a:pt x="356468" y="46586"/>
                  </a:lnTo>
                  <a:lnTo>
                    <a:pt x="354743" y="48311"/>
                  </a:lnTo>
                  <a:lnTo>
                    <a:pt x="344390" y="48311"/>
                  </a:lnTo>
                  <a:lnTo>
                    <a:pt x="342665" y="50037"/>
                  </a:lnTo>
                  <a:lnTo>
                    <a:pt x="332313" y="50037"/>
                  </a:lnTo>
                  <a:lnTo>
                    <a:pt x="330587" y="51762"/>
                  </a:lnTo>
                  <a:lnTo>
                    <a:pt x="321960" y="51762"/>
                  </a:lnTo>
                  <a:lnTo>
                    <a:pt x="320235" y="53487"/>
                  </a:lnTo>
                  <a:lnTo>
                    <a:pt x="309882" y="53487"/>
                  </a:lnTo>
                  <a:lnTo>
                    <a:pt x="308157" y="55213"/>
                  </a:lnTo>
                  <a:lnTo>
                    <a:pt x="297804" y="55213"/>
                  </a:lnTo>
                  <a:lnTo>
                    <a:pt x="296079" y="56938"/>
                  </a:lnTo>
                  <a:lnTo>
                    <a:pt x="285727" y="56938"/>
                  </a:lnTo>
                  <a:lnTo>
                    <a:pt x="284001" y="58664"/>
                  </a:lnTo>
                  <a:lnTo>
                    <a:pt x="273649" y="58664"/>
                  </a:lnTo>
                  <a:lnTo>
                    <a:pt x="271923" y="60389"/>
                  </a:lnTo>
                  <a:lnTo>
                    <a:pt x="261571" y="60389"/>
                  </a:lnTo>
                  <a:lnTo>
                    <a:pt x="259846" y="62114"/>
                  </a:lnTo>
                  <a:lnTo>
                    <a:pt x="249493" y="62114"/>
                  </a:lnTo>
                  <a:lnTo>
                    <a:pt x="247768" y="63840"/>
                  </a:lnTo>
                  <a:lnTo>
                    <a:pt x="239141" y="63840"/>
                  </a:lnTo>
                  <a:lnTo>
                    <a:pt x="237415" y="65565"/>
                  </a:lnTo>
                  <a:lnTo>
                    <a:pt x="227063" y="65565"/>
                  </a:lnTo>
                  <a:lnTo>
                    <a:pt x="225338" y="67291"/>
                  </a:lnTo>
                  <a:lnTo>
                    <a:pt x="214985" y="67291"/>
                  </a:lnTo>
                  <a:lnTo>
                    <a:pt x="213260" y="69016"/>
                  </a:lnTo>
                  <a:lnTo>
                    <a:pt x="202907" y="69016"/>
                  </a:lnTo>
                  <a:lnTo>
                    <a:pt x="201182" y="70741"/>
                  </a:lnTo>
                  <a:lnTo>
                    <a:pt x="190830" y="70741"/>
                  </a:lnTo>
                  <a:lnTo>
                    <a:pt x="189104" y="72467"/>
                  </a:lnTo>
                  <a:lnTo>
                    <a:pt x="178752" y="72467"/>
                  </a:lnTo>
                  <a:lnTo>
                    <a:pt x="177026" y="74192"/>
                  </a:lnTo>
                  <a:lnTo>
                    <a:pt x="168399" y="74192"/>
                  </a:lnTo>
                  <a:lnTo>
                    <a:pt x="166674" y="75918"/>
                  </a:lnTo>
                  <a:lnTo>
                    <a:pt x="156321" y="75918"/>
                  </a:lnTo>
                  <a:lnTo>
                    <a:pt x="154596" y="77643"/>
                  </a:lnTo>
                  <a:lnTo>
                    <a:pt x="144244" y="77643"/>
                  </a:lnTo>
                  <a:lnTo>
                    <a:pt x="142518" y="79369"/>
                  </a:lnTo>
                  <a:lnTo>
                    <a:pt x="132166" y="79369"/>
                  </a:lnTo>
                  <a:lnTo>
                    <a:pt x="130440" y="81094"/>
                  </a:lnTo>
                  <a:lnTo>
                    <a:pt x="120088" y="81094"/>
                  </a:lnTo>
                  <a:lnTo>
                    <a:pt x="118363" y="82819"/>
                  </a:lnTo>
                  <a:lnTo>
                    <a:pt x="108010" y="82819"/>
                  </a:lnTo>
                  <a:lnTo>
                    <a:pt x="106285" y="84545"/>
                  </a:lnTo>
                  <a:lnTo>
                    <a:pt x="97658" y="84545"/>
                  </a:lnTo>
                  <a:lnTo>
                    <a:pt x="95932" y="86270"/>
                  </a:lnTo>
                  <a:lnTo>
                    <a:pt x="85580" y="86270"/>
                  </a:lnTo>
                  <a:lnTo>
                    <a:pt x="83855" y="87996"/>
                  </a:lnTo>
                  <a:lnTo>
                    <a:pt x="73502" y="87996"/>
                  </a:lnTo>
                  <a:lnTo>
                    <a:pt x="71777" y="89721"/>
                  </a:lnTo>
                  <a:lnTo>
                    <a:pt x="61424" y="89721"/>
                  </a:lnTo>
                  <a:lnTo>
                    <a:pt x="59699" y="91446"/>
                  </a:lnTo>
                  <a:lnTo>
                    <a:pt x="49347" y="91446"/>
                  </a:lnTo>
                  <a:lnTo>
                    <a:pt x="47621" y="93172"/>
                  </a:lnTo>
                  <a:lnTo>
                    <a:pt x="37269" y="93172"/>
                  </a:lnTo>
                  <a:lnTo>
                    <a:pt x="35543" y="94897"/>
                  </a:lnTo>
                  <a:lnTo>
                    <a:pt x="26916" y="94897"/>
                  </a:lnTo>
                  <a:lnTo>
                    <a:pt x="25191" y="96623"/>
                  </a:lnTo>
                  <a:lnTo>
                    <a:pt x="14838" y="96623"/>
                  </a:lnTo>
                  <a:lnTo>
                    <a:pt x="13113" y="98348"/>
                  </a:lnTo>
                  <a:lnTo>
                    <a:pt x="0" y="98348"/>
                  </a:lnTo>
                  <a:lnTo>
                    <a:pt x="4486" y="102834"/>
                  </a:lnTo>
                  <a:lnTo>
                    <a:pt x="14257" y="102834"/>
                  </a:lnTo>
                  <a:lnTo>
                    <a:pt x="15982" y="101109"/>
                  </a:lnTo>
                  <a:lnTo>
                    <a:pt x="24609" y="101109"/>
                  </a:lnTo>
                  <a:lnTo>
                    <a:pt x="26334" y="99383"/>
                  </a:lnTo>
                  <a:lnTo>
                    <a:pt x="36687" y="99383"/>
                  </a:lnTo>
                  <a:lnTo>
                    <a:pt x="38412" y="97658"/>
                  </a:lnTo>
                  <a:lnTo>
                    <a:pt x="48765" y="97658"/>
                  </a:lnTo>
                  <a:lnTo>
                    <a:pt x="50490" y="95932"/>
                  </a:lnTo>
                  <a:lnTo>
                    <a:pt x="60842" y="95932"/>
                  </a:lnTo>
                  <a:lnTo>
                    <a:pt x="62568" y="94207"/>
                  </a:lnTo>
                  <a:lnTo>
                    <a:pt x="72920" y="94207"/>
                  </a:lnTo>
                  <a:lnTo>
                    <a:pt x="74646" y="92482"/>
                  </a:lnTo>
                  <a:lnTo>
                    <a:pt x="84998" y="92482"/>
                  </a:lnTo>
                  <a:lnTo>
                    <a:pt x="86723" y="90756"/>
                  </a:lnTo>
                  <a:lnTo>
                    <a:pt x="95350" y="90756"/>
                  </a:lnTo>
                  <a:lnTo>
                    <a:pt x="97076" y="89031"/>
                  </a:lnTo>
                  <a:lnTo>
                    <a:pt x="107428" y="89031"/>
                  </a:lnTo>
                  <a:lnTo>
                    <a:pt x="109154" y="87305"/>
                  </a:lnTo>
                  <a:lnTo>
                    <a:pt x="119506" y="87305"/>
                  </a:lnTo>
                  <a:lnTo>
                    <a:pt x="121232" y="85580"/>
                  </a:lnTo>
                  <a:lnTo>
                    <a:pt x="131584" y="85580"/>
                  </a:lnTo>
                  <a:lnTo>
                    <a:pt x="133309" y="83855"/>
                  </a:lnTo>
                  <a:lnTo>
                    <a:pt x="143662" y="83855"/>
                  </a:lnTo>
                  <a:lnTo>
                    <a:pt x="145387" y="82129"/>
                  </a:lnTo>
                  <a:lnTo>
                    <a:pt x="155740" y="82129"/>
                  </a:lnTo>
                  <a:lnTo>
                    <a:pt x="157465" y="80404"/>
                  </a:lnTo>
                  <a:lnTo>
                    <a:pt x="166092" y="80404"/>
                  </a:lnTo>
                  <a:lnTo>
                    <a:pt x="167817" y="78678"/>
                  </a:lnTo>
                  <a:lnTo>
                    <a:pt x="178170" y="78678"/>
                  </a:lnTo>
                  <a:lnTo>
                    <a:pt x="179895" y="76953"/>
                  </a:lnTo>
                  <a:lnTo>
                    <a:pt x="190248" y="76953"/>
                  </a:lnTo>
                  <a:lnTo>
                    <a:pt x="191973" y="75228"/>
                  </a:lnTo>
                  <a:lnTo>
                    <a:pt x="202325" y="75228"/>
                  </a:lnTo>
                  <a:lnTo>
                    <a:pt x="204051" y="73502"/>
                  </a:lnTo>
                  <a:lnTo>
                    <a:pt x="214403" y="73502"/>
                  </a:lnTo>
                  <a:lnTo>
                    <a:pt x="216129" y="71777"/>
                  </a:lnTo>
                  <a:lnTo>
                    <a:pt x="226481" y="71777"/>
                  </a:lnTo>
                  <a:lnTo>
                    <a:pt x="228206" y="70051"/>
                  </a:lnTo>
                  <a:lnTo>
                    <a:pt x="236833" y="70051"/>
                  </a:lnTo>
                  <a:lnTo>
                    <a:pt x="238559" y="68326"/>
                  </a:lnTo>
                  <a:lnTo>
                    <a:pt x="248911" y="68326"/>
                  </a:lnTo>
                  <a:lnTo>
                    <a:pt x="250637" y="66601"/>
                  </a:lnTo>
                  <a:lnTo>
                    <a:pt x="260989" y="66601"/>
                  </a:lnTo>
                  <a:lnTo>
                    <a:pt x="262715" y="64875"/>
                  </a:lnTo>
                  <a:lnTo>
                    <a:pt x="273067" y="64875"/>
                  </a:lnTo>
                  <a:lnTo>
                    <a:pt x="274792" y="63150"/>
                  </a:lnTo>
                  <a:lnTo>
                    <a:pt x="285145" y="63150"/>
                  </a:lnTo>
                  <a:lnTo>
                    <a:pt x="286870" y="61424"/>
                  </a:lnTo>
                  <a:lnTo>
                    <a:pt x="297223" y="61424"/>
                  </a:lnTo>
                  <a:lnTo>
                    <a:pt x="298948" y="59699"/>
                  </a:lnTo>
                  <a:lnTo>
                    <a:pt x="307575" y="59699"/>
                  </a:lnTo>
                  <a:lnTo>
                    <a:pt x="309300" y="57974"/>
                  </a:lnTo>
                  <a:lnTo>
                    <a:pt x="319653" y="57974"/>
                  </a:lnTo>
                  <a:lnTo>
                    <a:pt x="321378" y="56248"/>
                  </a:lnTo>
                  <a:lnTo>
                    <a:pt x="331731" y="56248"/>
                  </a:lnTo>
                  <a:lnTo>
                    <a:pt x="333456" y="54523"/>
                  </a:lnTo>
                  <a:lnTo>
                    <a:pt x="343808" y="54523"/>
                  </a:lnTo>
                  <a:lnTo>
                    <a:pt x="345534" y="52797"/>
                  </a:lnTo>
                  <a:lnTo>
                    <a:pt x="355886" y="52797"/>
                  </a:lnTo>
                  <a:lnTo>
                    <a:pt x="357612" y="51072"/>
                  </a:lnTo>
                  <a:lnTo>
                    <a:pt x="367964" y="51072"/>
                  </a:lnTo>
                  <a:lnTo>
                    <a:pt x="369689" y="49347"/>
                  </a:lnTo>
                  <a:lnTo>
                    <a:pt x="378316" y="49347"/>
                  </a:lnTo>
                  <a:lnTo>
                    <a:pt x="380042" y="47621"/>
                  </a:lnTo>
                  <a:lnTo>
                    <a:pt x="390394" y="47621"/>
                  </a:lnTo>
                  <a:lnTo>
                    <a:pt x="392120" y="45896"/>
                  </a:lnTo>
                  <a:lnTo>
                    <a:pt x="402472" y="45896"/>
                  </a:lnTo>
                  <a:lnTo>
                    <a:pt x="404198" y="44170"/>
                  </a:lnTo>
                  <a:lnTo>
                    <a:pt x="414550" y="44170"/>
                  </a:lnTo>
                  <a:lnTo>
                    <a:pt x="416275" y="42445"/>
                  </a:lnTo>
                  <a:lnTo>
                    <a:pt x="426628" y="42445"/>
                  </a:lnTo>
                  <a:lnTo>
                    <a:pt x="428353" y="40719"/>
                  </a:lnTo>
                  <a:lnTo>
                    <a:pt x="438706" y="40719"/>
                  </a:lnTo>
                  <a:lnTo>
                    <a:pt x="440431" y="38994"/>
                  </a:lnTo>
                  <a:lnTo>
                    <a:pt x="449058" y="38994"/>
                  </a:lnTo>
                  <a:lnTo>
                    <a:pt x="450783" y="37269"/>
                  </a:lnTo>
                  <a:lnTo>
                    <a:pt x="461136" y="37269"/>
                  </a:lnTo>
                  <a:lnTo>
                    <a:pt x="462861" y="35543"/>
                  </a:lnTo>
                  <a:lnTo>
                    <a:pt x="473214" y="35543"/>
                  </a:lnTo>
                  <a:lnTo>
                    <a:pt x="474939" y="33818"/>
                  </a:lnTo>
                  <a:lnTo>
                    <a:pt x="485291" y="33818"/>
                  </a:lnTo>
                  <a:lnTo>
                    <a:pt x="487017" y="32092"/>
                  </a:lnTo>
                  <a:lnTo>
                    <a:pt x="497369" y="32092"/>
                  </a:lnTo>
                  <a:lnTo>
                    <a:pt x="499095" y="30367"/>
                  </a:lnTo>
                  <a:lnTo>
                    <a:pt x="509447" y="30367"/>
                  </a:lnTo>
                  <a:lnTo>
                    <a:pt x="511172" y="28642"/>
                  </a:lnTo>
                  <a:lnTo>
                    <a:pt x="519799" y="28642"/>
                  </a:lnTo>
                  <a:lnTo>
                    <a:pt x="521525" y="26916"/>
                  </a:lnTo>
                  <a:lnTo>
                    <a:pt x="531877" y="26916"/>
                  </a:lnTo>
                  <a:lnTo>
                    <a:pt x="533603" y="25191"/>
                  </a:lnTo>
                  <a:lnTo>
                    <a:pt x="543955" y="25191"/>
                  </a:lnTo>
                  <a:lnTo>
                    <a:pt x="545680" y="23465"/>
                  </a:lnTo>
                  <a:lnTo>
                    <a:pt x="556033" y="23465"/>
                  </a:lnTo>
                  <a:lnTo>
                    <a:pt x="557758" y="21740"/>
                  </a:lnTo>
                  <a:lnTo>
                    <a:pt x="568111" y="21740"/>
                  </a:lnTo>
                  <a:lnTo>
                    <a:pt x="569836" y="20015"/>
                  </a:lnTo>
                  <a:lnTo>
                    <a:pt x="580189" y="20015"/>
                  </a:lnTo>
                  <a:lnTo>
                    <a:pt x="581914" y="18289"/>
                  </a:lnTo>
                  <a:lnTo>
                    <a:pt x="590541" y="18289"/>
                  </a:lnTo>
                  <a:lnTo>
                    <a:pt x="592266" y="16564"/>
                  </a:lnTo>
                  <a:lnTo>
                    <a:pt x="602619" y="16564"/>
                  </a:lnTo>
                  <a:lnTo>
                    <a:pt x="604344" y="14838"/>
                  </a:lnTo>
                  <a:lnTo>
                    <a:pt x="614697" y="14838"/>
                  </a:lnTo>
                  <a:lnTo>
                    <a:pt x="616422" y="13113"/>
                  </a:lnTo>
                  <a:lnTo>
                    <a:pt x="626774" y="13113"/>
                  </a:lnTo>
                  <a:lnTo>
                    <a:pt x="628500" y="11388"/>
                  </a:lnTo>
                  <a:lnTo>
                    <a:pt x="638852" y="11388"/>
                  </a:lnTo>
                  <a:lnTo>
                    <a:pt x="640578" y="9662"/>
                  </a:lnTo>
                  <a:lnTo>
                    <a:pt x="650930" y="9662"/>
                  </a:lnTo>
                  <a:lnTo>
                    <a:pt x="652655" y="7937"/>
                  </a:lnTo>
                  <a:lnTo>
                    <a:pt x="661282" y="7937"/>
                  </a:lnTo>
                  <a:lnTo>
                    <a:pt x="663008" y="6211"/>
                  </a:lnTo>
                  <a:lnTo>
                    <a:pt x="673360" y="6211"/>
                  </a:lnTo>
                  <a:lnTo>
                    <a:pt x="675086" y="4486"/>
                  </a:lnTo>
                  <a:lnTo>
                    <a:pt x="682796" y="4486"/>
                  </a:lnTo>
                  <a:lnTo>
                    <a:pt x="682796" y="0"/>
                  </a:lnTo>
                  <a:lnTo>
                    <a:pt x="675668" y="0"/>
                  </a:ln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</p:sp>
        <p:sp>
          <p:nvSpPr>
            <p:cNvPr id="20124" name="Graph element 603"/>
            <p:cNvSpPr/>
            <p:nvPr/>
          </p:nvSpPr>
          <p:spPr>
            <a:xfrm>
              <a:off x="925161" y="942415"/>
              <a:ext cx="617349" cy="67172"/>
            </a:xfrm>
            <a:custGeom>
              <a:avLst/>
              <a:gdLst/>
              <a:ahLst/>
              <a:cxnLst/>
              <a:rect l="0" t="0" r="r" b="b"/>
              <a:pathLst>
                <a:path w="617349" h="67172" stroke="0" extrusionOk="0">
                  <a:moveTo>
                    <a:pt x="0" y="0"/>
                  </a:moveTo>
                  <a:lnTo>
                    <a:pt x="0" y="4486"/>
                  </a:lnTo>
                  <a:lnTo>
                    <a:pt x="4259" y="4486"/>
                  </a:lnTo>
                  <a:lnTo>
                    <a:pt x="5985" y="6211"/>
                  </a:lnTo>
                  <a:lnTo>
                    <a:pt x="21513" y="6211"/>
                  </a:lnTo>
                  <a:lnTo>
                    <a:pt x="23239" y="7937"/>
                  </a:lnTo>
                  <a:lnTo>
                    <a:pt x="37042" y="7937"/>
                  </a:lnTo>
                  <a:lnTo>
                    <a:pt x="38767" y="9662"/>
                  </a:lnTo>
                  <a:lnTo>
                    <a:pt x="54296" y="9662"/>
                  </a:lnTo>
                  <a:lnTo>
                    <a:pt x="56021" y="11388"/>
                  </a:lnTo>
                  <a:lnTo>
                    <a:pt x="71550" y="11388"/>
                  </a:lnTo>
                  <a:lnTo>
                    <a:pt x="73275" y="13113"/>
                  </a:lnTo>
                  <a:lnTo>
                    <a:pt x="88804" y="13113"/>
                  </a:lnTo>
                  <a:lnTo>
                    <a:pt x="90529" y="14838"/>
                  </a:lnTo>
                  <a:lnTo>
                    <a:pt x="106058" y="14838"/>
                  </a:lnTo>
                  <a:lnTo>
                    <a:pt x="107784" y="16564"/>
                  </a:lnTo>
                  <a:lnTo>
                    <a:pt x="123312" y="16564"/>
                  </a:lnTo>
                  <a:lnTo>
                    <a:pt x="125038" y="18289"/>
                  </a:lnTo>
                  <a:lnTo>
                    <a:pt x="138841" y="18289"/>
                  </a:lnTo>
                  <a:lnTo>
                    <a:pt x="140566" y="20015"/>
                  </a:lnTo>
                  <a:lnTo>
                    <a:pt x="156095" y="20015"/>
                  </a:lnTo>
                  <a:lnTo>
                    <a:pt x="157820" y="21740"/>
                  </a:lnTo>
                  <a:lnTo>
                    <a:pt x="173349" y="21740"/>
                  </a:lnTo>
                  <a:lnTo>
                    <a:pt x="175074" y="23465"/>
                  </a:lnTo>
                  <a:lnTo>
                    <a:pt x="190603" y="23465"/>
                  </a:lnTo>
                  <a:lnTo>
                    <a:pt x="192328" y="25191"/>
                  </a:lnTo>
                  <a:lnTo>
                    <a:pt x="207857" y="25191"/>
                  </a:lnTo>
                  <a:lnTo>
                    <a:pt x="209582" y="26916"/>
                  </a:lnTo>
                  <a:lnTo>
                    <a:pt x="225111" y="26916"/>
                  </a:lnTo>
                  <a:lnTo>
                    <a:pt x="226836" y="28642"/>
                  </a:lnTo>
                  <a:lnTo>
                    <a:pt x="242365" y="28642"/>
                  </a:lnTo>
                  <a:lnTo>
                    <a:pt x="244090" y="30367"/>
                  </a:lnTo>
                  <a:lnTo>
                    <a:pt x="257894" y="30367"/>
                  </a:lnTo>
                  <a:lnTo>
                    <a:pt x="259619" y="32092"/>
                  </a:lnTo>
                  <a:lnTo>
                    <a:pt x="275148" y="32092"/>
                  </a:lnTo>
                  <a:lnTo>
                    <a:pt x="276873" y="33818"/>
                  </a:lnTo>
                  <a:lnTo>
                    <a:pt x="292402" y="33818"/>
                  </a:lnTo>
                  <a:lnTo>
                    <a:pt x="294127" y="35543"/>
                  </a:lnTo>
                  <a:lnTo>
                    <a:pt x="309656" y="35543"/>
                  </a:lnTo>
                  <a:lnTo>
                    <a:pt x="311381" y="37269"/>
                  </a:lnTo>
                  <a:lnTo>
                    <a:pt x="326910" y="37269"/>
                  </a:lnTo>
                  <a:lnTo>
                    <a:pt x="328635" y="38994"/>
                  </a:lnTo>
                  <a:lnTo>
                    <a:pt x="344164" y="38994"/>
                  </a:lnTo>
                  <a:lnTo>
                    <a:pt x="345889" y="40719"/>
                  </a:lnTo>
                  <a:lnTo>
                    <a:pt x="359692" y="40719"/>
                  </a:lnTo>
                  <a:lnTo>
                    <a:pt x="361418" y="42445"/>
                  </a:lnTo>
                  <a:lnTo>
                    <a:pt x="376946" y="42445"/>
                  </a:lnTo>
                  <a:lnTo>
                    <a:pt x="378672" y="44170"/>
                  </a:lnTo>
                  <a:lnTo>
                    <a:pt x="394200" y="44170"/>
                  </a:lnTo>
                  <a:lnTo>
                    <a:pt x="395926" y="45896"/>
                  </a:lnTo>
                  <a:lnTo>
                    <a:pt x="411454" y="45896"/>
                  </a:lnTo>
                  <a:lnTo>
                    <a:pt x="413180" y="47621"/>
                  </a:lnTo>
                  <a:lnTo>
                    <a:pt x="428708" y="47621"/>
                  </a:lnTo>
                  <a:lnTo>
                    <a:pt x="430434" y="49347"/>
                  </a:lnTo>
                  <a:lnTo>
                    <a:pt x="444237" y="49347"/>
                  </a:lnTo>
                  <a:lnTo>
                    <a:pt x="445962" y="51072"/>
                  </a:lnTo>
                  <a:lnTo>
                    <a:pt x="461491" y="51072"/>
                  </a:lnTo>
                  <a:lnTo>
                    <a:pt x="463216" y="52797"/>
                  </a:lnTo>
                  <a:lnTo>
                    <a:pt x="478745" y="52797"/>
                  </a:lnTo>
                  <a:lnTo>
                    <a:pt x="480470" y="54523"/>
                  </a:lnTo>
                  <a:lnTo>
                    <a:pt x="495999" y="54523"/>
                  </a:lnTo>
                  <a:lnTo>
                    <a:pt x="497724" y="56248"/>
                  </a:lnTo>
                  <a:lnTo>
                    <a:pt x="513253" y="56248"/>
                  </a:lnTo>
                  <a:lnTo>
                    <a:pt x="514978" y="57974"/>
                  </a:lnTo>
                  <a:lnTo>
                    <a:pt x="530507" y="57974"/>
                  </a:lnTo>
                  <a:lnTo>
                    <a:pt x="532233" y="59699"/>
                  </a:lnTo>
                  <a:lnTo>
                    <a:pt x="547761" y="59699"/>
                  </a:lnTo>
                  <a:lnTo>
                    <a:pt x="549487" y="61424"/>
                  </a:lnTo>
                  <a:lnTo>
                    <a:pt x="563290" y="61424"/>
                  </a:lnTo>
                  <a:lnTo>
                    <a:pt x="565015" y="63150"/>
                  </a:lnTo>
                  <a:lnTo>
                    <a:pt x="580544" y="63150"/>
                  </a:lnTo>
                  <a:lnTo>
                    <a:pt x="582269" y="64875"/>
                  </a:lnTo>
                  <a:lnTo>
                    <a:pt x="609876" y="64875"/>
                  </a:lnTo>
                  <a:lnTo>
                    <a:pt x="612173" y="67172"/>
                  </a:lnTo>
                  <a:lnTo>
                    <a:pt x="614470" y="64875"/>
                  </a:lnTo>
                  <a:lnTo>
                    <a:pt x="617349" y="64875"/>
                  </a:lnTo>
                  <a:lnTo>
                    <a:pt x="617349" y="62114"/>
                  </a:lnTo>
                  <a:lnTo>
                    <a:pt x="604118" y="62114"/>
                  </a:lnTo>
                  <a:lnTo>
                    <a:pt x="602392" y="60389"/>
                  </a:lnTo>
                  <a:lnTo>
                    <a:pt x="586863" y="60389"/>
                  </a:lnTo>
                  <a:lnTo>
                    <a:pt x="585138" y="58664"/>
                  </a:lnTo>
                  <a:lnTo>
                    <a:pt x="569609" y="58664"/>
                  </a:lnTo>
                  <a:lnTo>
                    <a:pt x="567884" y="56938"/>
                  </a:lnTo>
                  <a:lnTo>
                    <a:pt x="552355" y="56938"/>
                  </a:lnTo>
                  <a:lnTo>
                    <a:pt x="550630" y="55213"/>
                  </a:lnTo>
                  <a:lnTo>
                    <a:pt x="535101" y="55213"/>
                  </a:lnTo>
                  <a:lnTo>
                    <a:pt x="533376" y="53487"/>
                  </a:lnTo>
                  <a:lnTo>
                    <a:pt x="517847" y="53487"/>
                  </a:lnTo>
                  <a:lnTo>
                    <a:pt x="516122" y="51762"/>
                  </a:lnTo>
                  <a:lnTo>
                    <a:pt x="500593" y="51762"/>
                  </a:lnTo>
                  <a:lnTo>
                    <a:pt x="498868" y="50037"/>
                  </a:lnTo>
                  <a:lnTo>
                    <a:pt x="485065" y="50037"/>
                  </a:lnTo>
                  <a:lnTo>
                    <a:pt x="483339" y="48311"/>
                  </a:lnTo>
                  <a:lnTo>
                    <a:pt x="467811" y="48311"/>
                  </a:lnTo>
                  <a:lnTo>
                    <a:pt x="466085" y="46586"/>
                  </a:lnTo>
                  <a:lnTo>
                    <a:pt x="450557" y="46586"/>
                  </a:lnTo>
                  <a:lnTo>
                    <a:pt x="448831" y="44860"/>
                  </a:lnTo>
                  <a:lnTo>
                    <a:pt x="433303" y="44860"/>
                  </a:lnTo>
                  <a:lnTo>
                    <a:pt x="431577" y="43135"/>
                  </a:lnTo>
                  <a:lnTo>
                    <a:pt x="416049" y="43135"/>
                  </a:lnTo>
                  <a:lnTo>
                    <a:pt x="414323" y="41410"/>
                  </a:lnTo>
                  <a:lnTo>
                    <a:pt x="400520" y="41410"/>
                  </a:lnTo>
                  <a:lnTo>
                    <a:pt x="398795" y="39684"/>
                  </a:lnTo>
                  <a:lnTo>
                    <a:pt x="383266" y="39684"/>
                  </a:lnTo>
                  <a:lnTo>
                    <a:pt x="381541" y="37959"/>
                  </a:lnTo>
                  <a:lnTo>
                    <a:pt x="366012" y="37959"/>
                  </a:lnTo>
                  <a:lnTo>
                    <a:pt x="364287" y="36233"/>
                  </a:lnTo>
                  <a:lnTo>
                    <a:pt x="348758" y="36233"/>
                  </a:lnTo>
                  <a:lnTo>
                    <a:pt x="347033" y="34508"/>
                  </a:lnTo>
                  <a:lnTo>
                    <a:pt x="331504" y="34508"/>
                  </a:lnTo>
                  <a:lnTo>
                    <a:pt x="329779" y="32783"/>
                  </a:lnTo>
                  <a:lnTo>
                    <a:pt x="314250" y="32783"/>
                  </a:lnTo>
                  <a:lnTo>
                    <a:pt x="312525" y="31057"/>
                  </a:lnTo>
                  <a:lnTo>
                    <a:pt x="298721" y="31057"/>
                  </a:lnTo>
                  <a:lnTo>
                    <a:pt x="296996" y="29332"/>
                  </a:lnTo>
                  <a:lnTo>
                    <a:pt x="281467" y="29332"/>
                  </a:lnTo>
                  <a:lnTo>
                    <a:pt x="279742" y="27606"/>
                  </a:lnTo>
                  <a:lnTo>
                    <a:pt x="264213" y="27606"/>
                  </a:lnTo>
                  <a:lnTo>
                    <a:pt x="262488" y="25881"/>
                  </a:lnTo>
                  <a:lnTo>
                    <a:pt x="246959" y="25881"/>
                  </a:lnTo>
                  <a:lnTo>
                    <a:pt x="245234" y="24156"/>
                  </a:lnTo>
                  <a:lnTo>
                    <a:pt x="229705" y="24156"/>
                  </a:lnTo>
                  <a:lnTo>
                    <a:pt x="227980" y="22430"/>
                  </a:lnTo>
                  <a:lnTo>
                    <a:pt x="212451" y="22430"/>
                  </a:lnTo>
                  <a:lnTo>
                    <a:pt x="210726" y="20705"/>
                  </a:lnTo>
                  <a:lnTo>
                    <a:pt x="195197" y="20705"/>
                  </a:lnTo>
                  <a:lnTo>
                    <a:pt x="193472" y="18979"/>
                  </a:lnTo>
                  <a:lnTo>
                    <a:pt x="179669" y="18979"/>
                  </a:lnTo>
                  <a:lnTo>
                    <a:pt x="177943" y="17254"/>
                  </a:lnTo>
                  <a:lnTo>
                    <a:pt x="162414" y="17254"/>
                  </a:lnTo>
                  <a:lnTo>
                    <a:pt x="160689" y="15529"/>
                  </a:lnTo>
                  <a:lnTo>
                    <a:pt x="145160" y="15529"/>
                  </a:lnTo>
                  <a:lnTo>
                    <a:pt x="143435" y="13803"/>
                  </a:lnTo>
                  <a:lnTo>
                    <a:pt x="127906" y="13803"/>
                  </a:lnTo>
                  <a:lnTo>
                    <a:pt x="126181" y="12078"/>
                  </a:lnTo>
                  <a:lnTo>
                    <a:pt x="110652" y="12078"/>
                  </a:lnTo>
                  <a:lnTo>
                    <a:pt x="108927" y="10352"/>
                  </a:lnTo>
                  <a:lnTo>
                    <a:pt x="93398" y="10352"/>
                  </a:lnTo>
                  <a:lnTo>
                    <a:pt x="91673" y="8627"/>
                  </a:lnTo>
                  <a:lnTo>
                    <a:pt x="77870" y="8627"/>
                  </a:lnTo>
                  <a:lnTo>
                    <a:pt x="76144" y="6902"/>
                  </a:lnTo>
                  <a:lnTo>
                    <a:pt x="60616" y="6902"/>
                  </a:lnTo>
                  <a:lnTo>
                    <a:pt x="58890" y="5176"/>
                  </a:lnTo>
                  <a:lnTo>
                    <a:pt x="43362" y="5176"/>
                  </a:lnTo>
                  <a:lnTo>
                    <a:pt x="41636" y="3451"/>
                  </a:lnTo>
                  <a:lnTo>
                    <a:pt x="26108" y="3451"/>
                  </a:lnTo>
                  <a:lnTo>
                    <a:pt x="24382" y="1725"/>
                  </a:lnTo>
                  <a:lnTo>
                    <a:pt x="8854" y="1725"/>
                  </a:lnTo>
                  <a:lnTo>
                    <a:pt x="712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</p:sp>
        <p:sp>
          <p:nvSpPr>
            <p:cNvPr id="20125" name="Graph element 604"/>
            <p:cNvSpPr/>
            <p:nvPr/>
          </p:nvSpPr>
          <p:spPr>
            <a:xfrm>
              <a:off x="933788" y="914808"/>
              <a:ext cx="8282" cy="8164"/>
            </a:xfrm>
            <a:custGeom>
              <a:avLst/>
              <a:gdLst/>
              <a:ahLst/>
              <a:cxnLst/>
              <a:rect l="0" t="0" r="r" b="b"/>
              <a:pathLst>
                <a:path w="8282" h="8164" stroke="0" extrusionOk="0">
                  <a:moveTo>
                    <a:pt x="0" y="0"/>
                  </a:moveTo>
                  <a:lnTo>
                    <a:pt x="0" y="8164"/>
                  </a:lnTo>
                  <a:lnTo>
                    <a:pt x="3677" y="4486"/>
                  </a:lnTo>
                  <a:lnTo>
                    <a:pt x="5403" y="4486"/>
                  </a:lnTo>
                  <a:lnTo>
                    <a:pt x="7128" y="2761"/>
                  </a:lnTo>
                  <a:lnTo>
                    <a:pt x="8282" y="2761"/>
                  </a:lnTo>
                  <a:lnTo>
                    <a:pt x="828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</p:sp>
        <p:sp>
          <p:nvSpPr>
            <p:cNvPr id="20126" name="Graph element 605"/>
            <p:cNvSpPr/>
            <p:nvPr/>
          </p:nvSpPr>
          <p:spPr>
            <a:xfrm>
              <a:off x="742672" y="825492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</p:sp>
        <p:sp>
          <p:nvSpPr>
            <p:cNvPr id="20127" name="Graph element 606"/>
            <p:cNvSpPr/>
            <p:nvPr/>
          </p:nvSpPr>
          <p:spPr>
            <a:xfrm>
              <a:off x="735771" y="820316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</p:sp>
        <p:sp>
          <p:nvSpPr>
            <p:cNvPr id="20128" name="Graph element 607"/>
            <p:cNvSpPr/>
            <p:nvPr/>
          </p:nvSpPr>
          <p:spPr>
            <a:xfrm>
              <a:off x="727144" y="813414"/>
              <a:ext cx="5403" cy="5403"/>
            </a:xfrm>
            <a:custGeom>
              <a:avLst/>
              <a:gdLst/>
              <a:ahLst/>
              <a:cxnLst/>
              <a:rect l="0" t="0" r="r" b="b"/>
              <a:pathLst>
                <a:path w="5403" h="5403" stroke="0" extrusionOk="0">
                  <a:moveTo>
                    <a:pt x="3451" y="5403"/>
                  </a:moveTo>
                  <a:lnTo>
                    <a:pt x="5403" y="3451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3451" y="5403"/>
                  </a:ln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</p:sp>
        <p:sp>
          <p:nvSpPr>
            <p:cNvPr id="20129" name="Graph element 608"/>
            <p:cNvSpPr/>
            <p:nvPr/>
          </p:nvSpPr>
          <p:spPr>
            <a:xfrm>
              <a:off x="728869" y="808238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</p:sp>
        <p:sp>
          <p:nvSpPr>
            <p:cNvPr id="20130" name="Graph element 609"/>
            <p:cNvSpPr/>
            <p:nvPr/>
          </p:nvSpPr>
          <p:spPr>
            <a:xfrm>
              <a:off x="720242" y="808238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</p:sp>
        <p:sp>
          <p:nvSpPr>
            <p:cNvPr id="20131" name="Graph element 610"/>
            <p:cNvSpPr/>
            <p:nvPr/>
          </p:nvSpPr>
          <p:spPr>
            <a:xfrm>
              <a:off x="721968" y="803061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</p:sp>
        <p:sp>
          <p:nvSpPr>
            <p:cNvPr id="20132" name="Graph element 611"/>
            <p:cNvSpPr/>
            <p:nvPr/>
          </p:nvSpPr>
          <p:spPr>
            <a:xfrm>
              <a:off x="713341" y="803061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</p:sp>
        <p:sp>
          <p:nvSpPr>
            <p:cNvPr id="20133" name="Graph element 612"/>
            <p:cNvSpPr/>
            <p:nvPr/>
          </p:nvSpPr>
          <p:spPr>
            <a:xfrm>
              <a:off x="715066" y="797885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</p:sp>
        <p:sp>
          <p:nvSpPr>
            <p:cNvPr id="20134" name="Graph element 613"/>
            <p:cNvSpPr/>
            <p:nvPr/>
          </p:nvSpPr>
          <p:spPr>
            <a:xfrm>
              <a:off x="704714" y="796160"/>
              <a:ext cx="5403" cy="5403"/>
            </a:xfrm>
            <a:custGeom>
              <a:avLst/>
              <a:gdLst/>
              <a:ahLst/>
              <a:cxnLst/>
              <a:rect l="0" t="0" r="r" b="b"/>
              <a:pathLst>
                <a:path w="5403" h="5403" stroke="0" extrusionOk="0">
                  <a:moveTo>
                    <a:pt x="3451" y="5403"/>
                  </a:moveTo>
                  <a:lnTo>
                    <a:pt x="5403" y="3451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3451" y="5403"/>
                  </a:ln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</p:sp>
        <p:sp>
          <p:nvSpPr>
            <p:cNvPr id="20135" name="Graph element 614"/>
            <p:cNvSpPr/>
            <p:nvPr/>
          </p:nvSpPr>
          <p:spPr>
            <a:xfrm>
              <a:off x="706439" y="790984"/>
              <a:ext cx="5403" cy="5403"/>
            </a:xfrm>
            <a:custGeom>
              <a:avLst/>
              <a:gdLst/>
              <a:ahLst/>
              <a:cxnLst/>
              <a:rect l="0" t="0" r="r" b="b"/>
              <a:pathLst>
                <a:path w="5403" h="5403" stroke="0" extrusionOk="0">
                  <a:moveTo>
                    <a:pt x="3451" y="5403"/>
                  </a:moveTo>
                  <a:lnTo>
                    <a:pt x="5403" y="3451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3451" y="5403"/>
                  </a:ln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</p:sp>
        <p:sp>
          <p:nvSpPr>
            <p:cNvPr id="20136" name="Graph element 615"/>
            <p:cNvSpPr/>
            <p:nvPr/>
          </p:nvSpPr>
          <p:spPr>
            <a:xfrm>
              <a:off x="697812" y="790984"/>
              <a:ext cx="5403" cy="5403"/>
            </a:xfrm>
            <a:custGeom>
              <a:avLst/>
              <a:gdLst/>
              <a:ahLst/>
              <a:cxnLst/>
              <a:rect l="0" t="0" r="r" b="b"/>
              <a:pathLst>
                <a:path w="5403" h="5403" stroke="0" extrusionOk="0">
                  <a:moveTo>
                    <a:pt x="3451" y="5403"/>
                  </a:moveTo>
                  <a:lnTo>
                    <a:pt x="5403" y="3451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3451" y="5403"/>
                  </a:ln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</p:sp>
        <p:sp>
          <p:nvSpPr>
            <p:cNvPr id="20137" name="Graph element 616"/>
            <p:cNvSpPr/>
            <p:nvPr/>
          </p:nvSpPr>
          <p:spPr>
            <a:xfrm>
              <a:off x="699537" y="785807"/>
              <a:ext cx="5403" cy="5403"/>
            </a:xfrm>
            <a:custGeom>
              <a:avLst/>
              <a:gdLst/>
              <a:ahLst/>
              <a:cxnLst/>
              <a:rect l="0" t="0" r="r" b="b"/>
              <a:pathLst>
                <a:path w="5403" h="5403" stroke="0" extrusionOk="0">
                  <a:moveTo>
                    <a:pt x="3451" y="5403"/>
                  </a:moveTo>
                  <a:lnTo>
                    <a:pt x="5403" y="3451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3451" y="5403"/>
                  </a:ln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</p:sp>
        <p:sp>
          <p:nvSpPr>
            <p:cNvPr id="20138" name="Graph element 617"/>
            <p:cNvSpPr/>
            <p:nvPr/>
          </p:nvSpPr>
          <p:spPr>
            <a:xfrm>
              <a:off x="690910" y="778906"/>
              <a:ext cx="5403" cy="5403"/>
            </a:xfrm>
            <a:custGeom>
              <a:avLst/>
              <a:gdLst/>
              <a:ahLst/>
              <a:cxnLst/>
              <a:rect l="0" t="0" r="r" b="b"/>
              <a:pathLst>
                <a:path w="5403" h="5403" stroke="0" extrusionOk="0">
                  <a:moveTo>
                    <a:pt x="3451" y="5403"/>
                  </a:moveTo>
                  <a:lnTo>
                    <a:pt x="5403" y="3451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3451" y="5403"/>
                  </a:ln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</p:sp>
        <p:sp>
          <p:nvSpPr>
            <p:cNvPr id="20139" name="Graph element 618"/>
            <p:cNvSpPr/>
            <p:nvPr/>
          </p:nvSpPr>
          <p:spPr>
            <a:xfrm>
              <a:off x="684009" y="773730"/>
              <a:ext cx="5403" cy="5403"/>
            </a:xfrm>
            <a:custGeom>
              <a:avLst/>
              <a:gdLst/>
              <a:ahLst/>
              <a:cxnLst/>
              <a:rect l="0" t="0" r="r" b="b"/>
              <a:pathLst>
                <a:path w="5403" h="5403" stroke="0" extrusionOk="0">
                  <a:moveTo>
                    <a:pt x="3451" y="5403"/>
                  </a:moveTo>
                  <a:lnTo>
                    <a:pt x="5403" y="3451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3451" y="5403"/>
                  </a:ln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</p:sp>
        <p:sp>
          <p:nvSpPr>
            <p:cNvPr id="20140" name="Graph element 619"/>
            <p:cNvSpPr/>
            <p:nvPr/>
          </p:nvSpPr>
          <p:spPr>
            <a:xfrm>
              <a:off x="677107" y="768553"/>
              <a:ext cx="5403" cy="5403"/>
            </a:xfrm>
            <a:custGeom>
              <a:avLst/>
              <a:gdLst/>
              <a:ahLst/>
              <a:cxnLst/>
              <a:rect l="0" t="0" r="r" b="b"/>
              <a:pathLst>
                <a:path w="5403" h="5403" stroke="0" extrusionOk="0">
                  <a:moveTo>
                    <a:pt x="3451" y="5403"/>
                  </a:moveTo>
                  <a:lnTo>
                    <a:pt x="5403" y="3451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3451" y="5403"/>
                  </a:ln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</p:sp>
        <p:sp>
          <p:nvSpPr>
            <p:cNvPr id="20141" name="Graph element 620"/>
            <p:cNvSpPr/>
            <p:nvPr/>
          </p:nvSpPr>
          <p:spPr>
            <a:xfrm>
              <a:off x="552129" y="680154"/>
              <a:ext cx="144184" cy="111057"/>
            </a:xfrm>
            <a:custGeom>
              <a:avLst/>
              <a:gdLst/>
              <a:ahLst/>
              <a:cxnLst/>
              <a:rect l="0" t="0" r="r" b="b"/>
              <a:pathLst>
                <a:path w="144184" h="111057" stroke="0" extrusionOk="0">
                  <a:moveTo>
                    <a:pt x="0" y="2761"/>
                  </a:moveTo>
                  <a:lnTo>
                    <a:pt x="1154" y="2761"/>
                  </a:lnTo>
                  <a:lnTo>
                    <a:pt x="8055" y="9662"/>
                  </a:lnTo>
                  <a:lnTo>
                    <a:pt x="9781" y="9662"/>
                  </a:lnTo>
                  <a:lnTo>
                    <a:pt x="14957" y="14838"/>
                  </a:lnTo>
                  <a:lnTo>
                    <a:pt x="16682" y="14838"/>
                  </a:lnTo>
                  <a:lnTo>
                    <a:pt x="21858" y="20015"/>
                  </a:lnTo>
                  <a:lnTo>
                    <a:pt x="23584" y="20015"/>
                  </a:lnTo>
                  <a:lnTo>
                    <a:pt x="28760" y="25191"/>
                  </a:lnTo>
                  <a:lnTo>
                    <a:pt x="30485" y="25191"/>
                  </a:lnTo>
                  <a:lnTo>
                    <a:pt x="35662" y="30367"/>
                  </a:lnTo>
                  <a:lnTo>
                    <a:pt x="37387" y="30367"/>
                  </a:lnTo>
                  <a:lnTo>
                    <a:pt x="42563" y="35543"/>
                  </a:lnTo>
                  <a:lnTo>
                    <a:pt x="44289" y="35543"/>
                  </a:lnTo>
                  <a:lnTo>
                    <a:pt x="49465" y="40719"/>
                  </a:lnTo>
                  <a:lnTo>
                    <a:pt x="51190" y="40719"/>
                  </a:lnTo>
                  <a:lnTo>
                    <a:pt x="56367" y="45896"/>
                  </a:lnTo>
                  <a:lnTo>
                    <a:pt x="58092" y="45896"/>
                  </a:lnTo>
                  <a:lnTo>
                    <a:pt x="64994" y="52797"/>
                  </a:lnTo>
                  <a:lnTo>
                    <a:pt x="66719" y="52797"/>
                  </a:lnTo>
                  <a:lnTo>
                    <a:pt x="71895" y="57974"/>
                  </a:lnTo>
                  <a:lnTo>
                    <a:pt x="73621" y="57974"/>
                  </a:lnTo>
                  <a:lnTo>
                    <a:pt x="78797" y="63150"/>
                  </a:lnTo>
                  <a:lnTo>
                    <a:pt x="80522" y="63150"/>
                  </a:lnTo>
                  <a:lnTo>
                    <a:pt x="85698" y="68326"/>
                  </a:lnTo>
                  <a:lnTo>
                    <a:pt x="87424" y="68326"/>
                  </a:lnTo>
                  <a:lnTo>
                    <a:pt x="92600" y="73502"/>
                  </a:lnTo>
                  <a:lnTo>
                    <a:pt x="94325" y="73502"/>
                  </a:lnTo>
                  <a:lnTo>
                    <a:pt x="99502" y="78678"/>
                  </a:lnTo>
                  <a:lnTo>
                    <a:pt x="101227" y="78678"/>
                  </a:lnTo>
                  <a:lnTo>
                    <a:pt x="106403" y="83855"/>
                  </a:lnTo>
                  <a:lnTo>
                    <a:pt x="108129" y="83855"/>
                  </a:lnTo>
                  <a:lnTo>
                    <a:pt x="113305" y="89031"/>
                  </a:lnTo>
                  <a:lnTo>
                    <a:pt x="115030" y="89031"/>
                  </a:lnTo>
                  <a:lnTo>
                    <a:pt x="121932" y="95932"/>
                  </a:lnTo>
                  <a:lnTo>
                    <a:pt x="123657" y="95932"/>
                  </a:lnTo>
                  <a:lnTo>
                    <a:pt x="128833" y="101109"/>
                  </a:lnTo>
                  <a:lnTo>
                    <a:pt x="130559" y="101109"/>
                  </a:lnTo>
                  <a:lnTo>
                    <a:pt x="135735" y="106285"/>
                  </a:lnTo>
                  <a:lnTo>
                    <a:pt x="137460" y="106285"/>
                  </a:lnTo>
                  <a:lnTo>
                    <a:pt x="142232" y="111057"/>
                  </a:lnTo>
                  <a:lnTo>
                    <a:pt x="144184" y="109105"/>
                  </a:lnTo>
                  <a:lnTo>
                    <a:pt x="138604" y="103524"/>
                  </a:lnTo>
                  <a:lnTo>
                    <a:pt x="136879" y="103524"/>
                  </a:lnTo>
                  <a:lnTo>
                    <a:pt x="131702" y="98348"/>
                  </a:lnTo>
                  <a:lnTo>
                    <a:pt x="129977" y="98348"/>
                  </a:lnTo>
                  <a:lnTo>
                    <a:pt x="124801" y="93172"/>
                  </a:lnTo>
                  <a:lnTo>
                    <a:pt x="123075" y="93172"/>
                  </a:lnTo>
                  <a:lnTo>
                    <a:pt x="116174" y="86270"/>
                  </a:lnTo>
                  <a:lnTo>
                    <a:pt x="114448" y="86270"/>
                  </a:lnTo>
                  <a:lnTo>
                    <a:pt x="109272" y="81094"/>
                  </a:lnTo>
                  <a:lnTo>
                    <a:pt x="107547" y="81094"/>
                  </a:lnTo>
                  <a:lnTo>
                    <a:pt x="100645" y="74192"/>
                  </a:lnTo>
                  <a:lnTo>
                    <a:pt x="98920" y="74192"/>
                  </a:lnTo>
                  <a:lnTo>
                    <a:pt x="93743" y="69016"/>
                  </a:lnTo>
                  <a:lnTo>
                    <a:pt x="92018" y="69016"/>
                  </a:lnTo>
                  <a:lnTo>
                    <a:pt x="86842" y="63840"/>
                  </a:lnTo>
                  <a:lnTo>
                    <a:pt x="85116" y="63840"/>
                  </a:lnTo>
                  <a:lnTo>
                    <a:pt x="78215" y="56938"/>
                  </a:lnTo>
                  <a:lnTo>
                    <a:pt x="76489" y="56938"/>
                  </a:lnTo>
                  <a:lnTo>
                    <a:pt x="71313" y="51762"/>
                  </a:lnTo>
                  <a:lnTo>
                    <a:pt x="69588" y="51762"/>
                  </a:lnTo>
                  <a:lnTo>
                    <a:pt x="62686" y="44860"/>
                  </a:lnTo>
                  <a:lnTo>
                    <a:pt x="60961" y="44860"/>
                  </a:lnTo>
                  <a:lnTo>
                    <a:pt x="55785" y="39684"/>
                  </a:lnTo>
                  <a:lnTo>
                    <a:pt x="54059" y="39684"/>
                  </a:lnTo>
                  <a:lnTo>
                    <a:pt x="48883" y="34508"/>
                  </a:lnTo>
                  <a:lnTo>
                    <a:pt x="47158" y="34508"/>
                  </a:lnTo>
                  <a:lnTo>
                    <a:pt x="40256" y="27606"/>
                  </a:lnTo>
                  <a:lnTo>
                    <a:pt x="38531" y="27606"/>
                  </a:lnTo>
                  <a:lnTo>
                    <a:pt x="33354" y="22430"/>
                  </a:lnTo>
                  <a:lnTo>
                    <a:pt x="31629" y="22430"/>
                  </a:lnTo>
                  <a:lnTo>
                    <a:pt x="26453" y="17254"/>
                  </a:lnTo>
                  <a:lnTo>
                    <a:pt x="24727" y="17254"/>
                  </a:lnTo>
                  <a:lnTo>
                    <a:pt x="17826" y="10352"/>
                  </a:lnTo>
                  <a:lnTo>
                    <a:pt x="16100" y="10352"/>
                  </a:lnTo>
                  <a:lnTo>
                    <a:pt x="10924" y="5176"/>
                  </a:lnTo>
                  <a:lnTo>
                    <a:pt x="9199" y="5176"/>
                  </a:lnTo>
                  <a:lnTo>
                    <a:pt x="4023" y="0"/>
                  </a:lnTo>
                  <a:lnTo>
                    <a:pt x="0" y="2761"/>
                  </a:ln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</p:sp>
        <p:sp>
          <p:nvSpPr>
            <p:cNvPr id="20142" name="Graph element 621"/>
            <p:cNvSpPr/>
            <p:nvPr/>
          </p:nvSpPr>
          <p:spPr>
            <a:xfrm>
              <a:off x="557650" y="674751"/>
              <a:ext cx="117958" cy="94029"/>
            </a:xfrm>
            <a:custGeom>
              <a:avLst/>
              <a:gdLst/>
              <a:ahLst/>
              <a:cxnLst/>
              <a:rect l="0" t="0" r="r" b="b"/>
              <a:pathLst>
                <a:path w="117958" h="94029" stroke="0" extrusionOk="0">
                  <a:moveTo>
                    <a:pt x="0" y="0"/>
                  </a:moveTo>
                  <a:lnTo>
                    <a:pt x="0" y="5630"/>
                  </a:lnTo>
                  <a:lnTo>
                    <a:pt x="2534" y="8164"/>
                  </a:lnTo>
                  <a:lnTo>
                    <a:pt x="4259" y="8164"/>
                  </a:lnTo>
                  <a:lnTo>
                    <a:pt x="9436" y="13340"/>
                  </a:lnTo>
                  <a:lnTo>
                    <a:pt x="11161" y="13340"/>
                  </a:lnTo>
                  <a:lnTo>
                    <a:pt x="16337" y="18516"/>
                  </a:lnTo>
                  <a:lnTo>
                    <a:pt x="18063" y="18516"/>
                  </a:lnTo>
                  <a:lnTo>
                    <a:pt x="23239" y="23692"/>
                  </a:lnTo>
                  <a:lnTo>
                    <a:pt x="24964" y="23692"/>
                  </a:lnTo>
                  <a:lnTo>
                    <a:pt x="31866" y="30594"/>
                  </a:lnTo>
                  <a:lnTo>
                    <a:pt x="33591" y="30594"/>
                  </a:lnTo>
                  <a:lnTo>
                    <a:pt x="38767" y="35770"/>
                  </a:lnTo>
                  <a:lnTo>
                    <a:pt x="40493" y="35770"/>
                  </a:lnTo>
                  <a:lnTo>
                    <a:pt x="45669" y="40946"/>
                  </a:lnTo>
                  <a:lnTo>
                    <a:pt x="47394" y="40946"/>
                  </a:lnTo>
                  <a:lnTo>
                    <a:pt x="52571" y="46122"/>
                  </a:lnTo>
                  <a:lnTo>
                    <a:pt x="54296" y="46122"/>
                  </a:lnTo>
                  <a:lnTo>
                    <a:pt x="59472" y="51299"/>
                  </a:lnTo>
                  <a:lnTo>
                    <a:pt x="61198" y="51299"/>
                  </a:lnTo>
                  <a:lnTo>
                    <a:pt x="66374" y="56475"/>
                  </a:lnTo>
                  <a:lnTo>
                    <a:pt x="68099" y="56475"/>
                  </a:lnTo>
                  <a:lnTo>
                    <a:pt x="73275" y="61651"/>
                  </a:lnTo>
                  <a:lnTo>
                    <a:pt x="75001" y="61651"/>
                  </a:lnTo>
                  <a:lnTo>
                    <a:pt x="80177" y="66827"/>
                  </a:lnTo>
                  <a:lnTo>
                    <a:pt x="81902" y="66827"/>
                  </a:lnTo>
                  <a:lnTo>
                    <a:pt x="88804" y="73729"/>
                  </a:lnTo>
                  <a:lnTo>
                    <a:pt x="90529" y="73729"/>
                  </a:lnTo>
                  <a:lnTo>
                    <a:pt x="95706" y="78905"/>
                  </a:lnTo>
                  <a:lnTo>
                    <a:pt x="97431" y="78905"/>
                  </a:lnTo>
                  <a:lnTo>
                    <a:pt x="102607" y="84081"/>
                  </a:lnTo>
                  <a:lnTo>
                    <a:pt x="104333" y="84081"/>
                  </a:lnTo>
                  <a:lnTo>
                    <a:pt x="109509" y="89257"/>
                  </a:lnTo>
                  <a:lnTo>
                    <a:pt x="111234" y="89257"/>
                  </a:lnTo>
                  <a:lnTo>
                    <a:pt x="116006" y="94029"/>
                  </a:lnTo>
                  <a:lnTo>
                    <a:pt x="117958" y="92077"/>
                  </a:lnTo>
                  <a:lnTo>
                    <a:pt x="112378" y="86497"/>
                  </a:lnTo>
                  <a:lnTo>
                    <a:pt x="110652" y="86497"/>
                  </a:lnTo>
                  <a:lnTo>
                    <a:pt x="105476" y="81321"/>
                  </a:lnTo>
                  <a:lnTo>
                    <a:pt x="103751" y="81321"/>
                  </a:lnTo>
                  <a:lnTo>
                    <a:pt x="96849" y="74419"/>
                  </a:lnTo>
                  <a:lnTo>
                    <a:pt x="95124" y="74419"/>
                  </a:lnTo>
                  <a:lnTo>
                    <a:pt x="89948" y="69243"/>
                  </a:lnTo>
                  <a:lnTo>
                    <a:pt x="88222" y="69243"/>
                  </a:lnTo>
                  <a:lnTo>
                    <a:pt x="83046" y="64067"/>
                  </a:lnTo>
                  <a:lnTo>
                    <a:pt x="81321" y="64067"/>
                  </a:lnTo>
                  <a:lnTo>
                    <a:pt x="74419" y="57165"/>
                  </a:lnTo>
                  <a:lnTo>
                    <a:pt x="72694" y="57165"/>
                  </a:lnTo>
                  <a:lnTo>
                    <a:pt x="67517" y="51989"/>
                  </a:lnTo>
                  <a:lnTo>
                    <a:pt x="65792" y="51989"/>
                  </a:lnTo>
                  <a:lnTo>
                    <a:pt x="60616" y="46813"/>
                  </a:lnTo>
                  <a:lnTo>
                    <a:pt x="58890" y="46813"/>
                  </a:lnTo>
                  <a:lnTo>
                    <a:pt x="51989" y="39911"/>
                  </a:lnTo>
                  <a:lnTo>
                    <a:pt x="50263" y="39911"/>
                  </a:lnTo>
                  <a:lnTo>
                    <a:pt x="45087" y="34735"/>
                  </a:lnTo>
                  <a:lnTo>
                    <a:pt x="43362" y="34735"/>
                  </a:lnTo>
                  <a:lnTo>
                    <a:pt x="36460" y="27833"/>
                  </a:lnTo>
                  <a:lnTo>
                    <a:pt x="34735" y="27833"/>
                  </a:lnTo>
                  <a:lnTo>
                    <a:pt x="29559" y="22657"/>
                  </a:lnTo>
                  <a:lnTo>
                    <a:pt x="27833" y="22657"/>
                  </a:lnTo>
                  <a:lnTo>
                    <a:pt x="22657" y="17481"/>
                  </a:lnTo>
                  <a:lnTo>
                    <a:pt x="20931" y="17481"/>
                  </a:lnTo>
                  <a:lnTo>
                    <a:pt x="14030" y="10579"/>
                  </a:lnTo>
                  <a:lnTo>
                    <a:pt x="12304" y="10579"/>
                  </a:lnTo>
                  <a:lnTo>
                    <a:pt x="7128" y="5403"/>
                  </a:lnTo>
                  <a:lnTo>
                    <a:pt x="5403" y="54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</p:sp>
        <p:sp>
          <p:nvSpPr>
            <p:cNvPr id="20143" name="Graph element 622"/>
            <p:cNvSpPr/>
            <p:nvPr/>
          </p:nvSpPr>
          <p:spPr>
            <a:xfrm>
              <a:off x="505888" y="635067"/>
              <a:ext cx="20360" cy="18516"/>
            </a:xfrm>
            <a:custGeom>
              <a:avLst/>
              <a:gdLst/>
              <a:ahLst/>
              <a:cxnLst/>
              <a:rect l="0" t="0" r="r" b="b"/>
              <a:pathLst>
                <a:path w="20360" h="18516" stroke="0" extrusionOk="0">
                  <a:moveTo>
                    <a:pt x="0" y="0"/>
                  </a:moveTo>
                  <a:lnTo>
                    <a:pt x="0" y="5630"/>
                  </a:lnTo>
                  <a:lnTo>
                    <a:pt x="2879" y="8509"/>
                  </a:lnTo>
                  <a:lnTo>
                    <a:pt x="1725" y="9662"/>
                  </a:lnTo>
                  <a:lnTo>
                    <a:pt x="1725" y="12531"/>
                  </a:lnTo>
                  <a:lnTo>
                    <a:pt x="3451" y="14257"/>
                  </a:lnTo>
                  <a:lnTo>
                    <a:pt x="3451" y="16791"/>
                  </a:lnTo>
                  <a:lnTo>
                    <a:pt x="10579" y="16791"/>
                  </a:lnTo>
                  <a:lnTo>
                    <a:pt x="12304" y="15065"/>
                  </a:lnTo>
                  <a:lnTo>
                    <a:pt x="12886" y="15065"/>
                  </a:lnTo>
                  <a:lnTo>
                    <a:pt x="14612" y="16791"/>
                  </a:lnTo>
                  <a:lnTo>
                    <a:pt x="16337" y="16791"/>
                  </a:lnTo>
                  <a:lnTo>
                    <a:pt x="18063" y="18516"/>
                  </a:lnTo>
                  <a:lnTo>
                    <a:pt x="20360" y="18516"/>
                  </a:lnTo>
                  <a:lnTo>
                    <a:pt x="20360" y="15755"/>
                  </a:lnTo>
                  <a:lnTo>
                    <a:pt x="19206" y="15755"/>
                  </a:lnTo>
                  <a:lnTo>
                    <a:pt x="12304" y="8854"/>
                  </a:lnTo>
                  <a:lnTo>
                    <a:pt x="10579" y="8854"/>
                  </a:lnTo>
                  <a:lnTo>
                    <a:pt x="5403" y="3677"/>
                  </a:lnTo>
                  <a:lnTo>
                    <a:pt x="3677" y="3677"/>
                  </a:lnTo>
                  <a:lnTo>
                    <a:pt x="0" y="0"/>
                  </a:lnTo>
                  <a:close/>
                  <a:moveTo>
                    <a:pt x="5058" y="10234"/>
                  </a:moveTo>
                  <a:lnTo>
                    <a:pt x="5985" y="9889"/>
                  </a:lnTo>
                  <a:lnTo>
                    <a:pt x="9781" y="13685"/>
                  </a:lnTo>
                  <a:lnTo>
                    <a:pt x="8854" y="14030"/>
                  </a:lnTo>
                  <a:lnTo>
                    <a:pt x="5058" y="10234"/>
                  </a:ln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</p:sp>
        <p:sp>
          <p:nvSpPr>
            <p:cNvPr id="20144" name="Graph element 623"/>
            <p:cNvSpPr/>
            <p:nvPr/>
          </p:nvSpPr>
          <p:spPr>
            <a:xfrm>
              <a:off x="954266" y="631842"/>
              <a:ext cx="418809" cy="271923"/>
            </a:xfrm>
            <a:custGeom>
              <a:avLst/>
              <a:gdLst/>
              <a:ahLst/>
              <a:cxnLst/>
              <a:rect l="0" t="0" r="r" b="b"/>
              <a:pathLst>
                <a:path w="418809" h="271923" stroke="0" extrusionOk="0">
                  <a:moveTo>
                    <a:pt x="413406" y="0"/>
                  </a:moveTo>
                  <a:lnTo>
                    <a:pt x="409956" y="3451"/>
                  </a:lnTo>
                  <a:lnTo>
                    <a:pt x="408230" y="3451"/>
                  </a:lnTo>
                  <a:lnTo>
                    <a:pt x="404779" y="6902"/>
                  </a:lnTo>
                  <a:lnTo>
                    <a:pt x="403054" y="6902"/>
                  </a:lnTo>
                  <a:lnTo>
                    <a:pt x="399603" y="10352"/>
                  </a:lnTo>
                  <a:lnTo>
                    <a:pt x="397878" y="10352"/>
                  </a:lnTo>
                  <a:lnTo>
                    <a:pt x="394427" y="13803"/>
                  </a:lnTo>
                  <a:lnTo>
                    <a:pt x="392702" y="13803"/>
                  </a:lnTo>
                  <a:lnTo>
                    <a:pt x="390976" y="15529"/>
                  </a:lnTo>
                  <a:lnTo>
                    <a:pt x="389251" y="15529"/>
                  </a:lnTo>
                  <a:lnTo>
                    <a:pt x="385800" y="18979"/>
                  </a:lnTo>
                  <a:lnTo>
                    <a:pt x="384075" y="18979"/>
                  </a:lnTo>
                  <a:lnTo>
                    <a:pt x="380624" y="22430"/>
                  </a:lnTo>
                  <a:lnTo>
                    <a:pt x="378898" y="22430"/>
                  </a:lnTo>
                  <a:lnTo>
                    <a:pt x="375448" y="25881"/>
                  </a:lnTo>
                  <a:lnTo>
                    <a:pt x="373722" y="25881"/>
                  </a:lnTo>
                  <a:lnTo>
                    <a:pt x="370271" y="29332"/>
                  </a:lnTo>
                  <a:lnTo>
                    <a:pt x="368546" y="29332"/>
                  </a:lnTo>
                  <a:lnTo>
                    <a:pt x="365095" y="32783"/>
                  </a:lnTo>
                  <a:lnTo>
                    <a:pt x="363370" y="32783"/>
                  </a:lnTo>
                  <a:lnTo>
                    <a:pt x="359919" y="36233"/>
                  </a:lnTo>
                  <a:lnTo>
                    <a:pt x="358194" y="36233"/>
                  </a:lnTo>
                  <a:lnTo>
                    <a:pt x="354743" y="39684"/>
                  </a:lnTo>
                  <a:lnTo>
                    <a:pt x="353017" y="39684"/>
                  </a:lnTo>
                  <a:lnTo>
                    <a:pt x="349567" y="43135"/>
                  </a:lnTo>
                  <a:lnTo>
                    <a:pt x="347841" y="43135"/>
                  </a:lnTo>
                  <a:lnTo>
                    <a:pt x="346116" y="44860"/>
                  </a:lnTo>
                  <a:lnTo>
                    <a:pt x="344390" y="44860"/>
                  </a:lnTo>
                  <a:lnTo>
                    <a:pt x="340940" y="48311"/>
                  </a:lnTo>
                  <a:lnTo>
                    <a:pt x="339214" y="48311"/>
                  </a:lnTo>
                  <a:lnTo>
                    <a:pt x="335763" y="51762"/>
                  </a:lnTo>
                  <a:lnTo>
                    <a:pt x="334038" y="51762"/>
                  </a:lnTo>
                  <a:lnTo>
                    <a:pt x="330587" y="55213"/>
                  </a:lnTo>
                  <a:lnTo>
                    <a:pt x="328862" y="55213"/>
                  </a:lnTo>
                  <a:lnTo>
                    <a:pt x="325411" y="58664"/>
                  </a:lnTo>
                  <a:lnTo>
                    <a:pt x="323685" y="58664"/>
                  </a:lnTo>
                  <a:lnTo>
                    <a:pt x="320235" y="62114"/>
                  </a:lnTo>
                  <a:lnTo>
                    <a:pt x="318509" y="62114"/>
                  </a:lnTo>
                  <a:lnTo>
                    <a:pt x="315058" y="65565"/>
                  </a:lnTo>
                  <a:lnTo>
                    <a:pt x="313333" y="65565"/>
                  </a:lnTo>
                  <a:lnTo>
                    <a:pt x="309882" y="69016"/>
                  </a:lnTo>
                  <a:lnTo>
                    <a:pt x="308157" y="69016"/>
                  </a:lnTo>
                  <a:lnTo>
                    <a:pt x="304706" y="72467"/>
                  </a:lnTo>
                  <a:lnTo>
                    <a:pt x="302981" y="72467"/>
                  </a:lnTo>
                  <a:lnTo>
                    <a:pt x="301255" y="74192"/>
                  </a:lnTo>
                  <a:lnTo>
                    <a:pt x="299530" y="74192"/>
                  </a:lnTo>
                  <a:lnTo>
                    <a:pt x="296079" y="77643"/>
                  </a:lnTo>
                  <a:lnTo>
                    <a:pt x="294354" y="77643"/>
                  </a:lnTo>
                  <a:lnTo>
                    <a:pt x="290903" y="81094"/>
                  </a:lnTo>
                  <a:lnTo>
                    <a:pt x="289177" y="81094"/>
                  </a:lnTo>
                  <a:lnTo>
                    <a:pt x="285727" y="84545"/>
                  </a:lnTo>
                  <a:lnTo>
                    <a:pt x="284001" y="84545"/>
                  </a:lnTo>
                  <a:lnTo>
                    <a:pt x="280550" y="87996"/>
                  </a:lnTo>
                  <a:lnTo>
                    <a:pt x="278825" y="87996"/>
                  </a:lnTo>
                  <a:lnTo>
                    <a:pt x="275374" y="91446"/>
                  </a:lnTo>
                  <a:lnTo>
                    <a:pt x="273649" y="91446"/>
                  </a:lnTo>
                  <a:lnTo>
                    <a:pt x="270198" y="94897"/>
                  </a:lnTo>
                  <a:lnTo>
                    <a:pt x="268473" y="94897"/>
                  </a:lnTo>
                  <a:lnTo>
                    <a:pt x="265022" y="98348"/>
                  </a:lnTo>
                  <a:lnTo>
                    <a:pt x="263296" y="98348"/>
                  </a:lnTo>
                  <a:lnTo>
                    <a:pt x="259846" y="101799"/>
                  </a:lnTo>
                  <a:lnTo>
                    <a:pt x="258120" y="101799"/>
                  </a:lnTo>
                  <a:lnTo>
                    <a:pt x="256395" y="103524"/>
                  </a:lnTo>
                  <a:lnTo>
                    <a:pt x="254669" y="103524"/>
                  </a:lnTo>
                  <a:lnTo>
                    <a:pt x="251219" y="106975"/>
                  </a:lnTo>
                  <a:lnTo>
                    <a:pt x="249493" y="106975"/>
                  </a:lnTo>
                  <a:lnTo>
                    <a:pt x="246042" y="110426"/>
                  </a:lnTo>
                  <a:lnTo>
                    <a:pt x="244317" y="110426"/>
                  </a:lnTo>
                  <a:lnTo>
                    <a:pt x="240866" y="113877"/>
                  </a:lnTo>
                  <a:lnTo>
                    <a:pt x="239141" y="113877"/>
                  </a:lnTo>
                  <a:lnTo>
                    <a:pt x="235690" y="117327"/>
                  </a:lnTo>
                  <a:lnTo>
                    <a:pt x="233965" y="117327"/>
                  </a:lnTo>
                  <a:lnTo>
                    <a:pt x="230514" y="120778"/>
                  </a:lnTo>
                  <a:lnTo>
                    <a:pt x="228788" y="120778"/>
                  </a:lnTo>
                  <a:lnTo>
                    <a:pt x="225338" y="124229"/>
                  </a:lnTo>
                  <a:lnTo>
                    <a:pt x="223612" y="124229"/>
                  </a:lnTo>
                  <a:lnTo>
                    <a:pt x="220161" y="127680"/>
                  </a:lnTo>
                  <a:lnTo>
                    <a:pt x="218436" y="127680"/>
                  </a:lnTo>
                  <a:lnTo>
                    <a:pt x="214985" y="131131"/>
                  </a:lnTo>
                  <a:lnTo>
                    <a:pt x="213260" y="131131"/>
                  </a:lnTo>
                  <a:lnTo>
                    <a:pt x="211534" y="132856"/>
                  </a:lnTo>
                  <a:lnTo>
                    <a:pt x="209809" y="132856"/>
                  </a:lnTo>
                  <a:lnTo>
                    <a:pt x="206358" y="136307"/>
                  </a:lnTo>
                  <a:lnTo>
                    <a:pt x="204633" y="136307"/>
                  </a:lnTo>
                  <a:lnTo>
                    <a:pt x="201182" y="139758"/>
                  </a:lnTo>
                  <a:lnTo>
                    <a:pt x="199457" y="139758"/>
                  </a:lnTo>
                  <a:lnTo>
                    <a:pt x="196006" y="143208"/>
                  </a:lnTo>
                  <a:lnTo>
                    <a:pt x="194280" y="143208"/>
                  </a:lnTo>
                  <a:lnTo>
                    <a:pt x="190830" y="146659"/>
                  </a:lnTo>
                  <a:lnTo>
                    <a:pt x="189104" y="146659"/>
                  </a:lnTo>
                  <a:lnTo>
                    <a:pt x="185653" y="150110"/>
                  </a:lnTo>
                  <a:lnTo>
                    <a:pt x="183928" y="150110"/>
                  </a:lnTo>
                  <a:lnTo>
                    <a:pt x="180477" y="153561"/>
                  </a:lnTo>
                  <a:lnTo>
                    <a:pt x="178752" y="153561"/>
                  </a:lnTo>
                  <a:lnTo>
                    <a:pt x="175301" y="157012"/>
                  </a:lnTo>
                  <a:lnTo>
                    <a:pt x="173575" y="157012"/>
                  </a:lnTo>
                  <a:lnTo>
                    <a:pt x="170125" y="160462"/>
                  </a:lnTo>
                  <a:lnTo>
                    <a:pt x="168399" y="160462"/>
                  </a:lnTo>
                  <a:lnTo>
                    <a:pt x="166674" y="162188"/>
                  </a:lnTo>
                  <a:lnTo>
                    <a:pt x="164948" y="162188"/>
                  </a:lnTo>
                  <a:lnTo>
                    <a:pt x="161498" y="165639"/>
                  </a:lnTo>
                  <a:lnTo>
                    <a:pt x="159772" y="165639"/>
                  </a:lnTo>
                  <a:lnTo>
                    <a:pt x="156321" y="169089"/>
                  </a:lnTo>
                  <a:lnTo>
                    <a:pt x="154596" y="169089"/>
                  </a:lnTo>
                  <a:lnTo>
                    <a:pt x="151145" y="172540"/>
                  </a:lnTo>
                  <a:lnTo>
                    <a:pt x="149420" y="172540"/>
                  </a:lnTo>
                  <a:lnTo>
                    <a:pt x="145969" y="175991"/>
                  </a:lnTo>
                  <a:lnTo>
                    <a:pt x="144244" y="175991"/>
                  </a:lnTo>
                  <a:lnTo>
                    <a:pt x="140793" y="179442"/>
                  </a:lnTo>
                  <a:lnTo>
                    <a:pt x="139067" y="179442"/>
                  </a:lnTo>
                  <a:lnTo>
                    <a:pt x="135617" y="182893"/>
                  </a:lnTo>
                  <a:lnTo>
                    <a:pt x="133891" y="182893"/>
                  </a:lnTo>
                  <a:lnTo>
                    <a:pt x="130440" y="186343"/>
                  </a:lnTo>
                  <a:lnTo>
                    <a:pt x="128715" y="186343"/>
                  </a:lnTo>
                  <a:lnTo>
                    <a:pt x="125264" y="189794"/>
                  </a:lnTo>
                  <a:lnTo>
                    <a:pt x="123539" y="189794"/>
                  </a:lnTo>
                  <a:lnTo>
                    <a:pt x="120088" y="193245"/>
                  </a:lnTo>
                  <a:lnTo>
                    <a:pt x="118363" y="193245"/>
                  </a:lnTo>
                  <a:lnTo>
                    <a:pt x="116637" y="194970"/>
                  </a:lnTo>
                  <a:lnTo>
                    <a:pt x="114912" y="194970"/>
                  </a:lnTo>
                  <a:lnTo>
                    <a:pt x="111461" y="198421"/>
                  </a:lnTo>
                  <a:lnTo>
                    <a:pt x="109736" y="198421"/>
                  </a:lnTo>
                  <a:lnTo>
                    <a:pt x="106285" y="201872"/>
                  </a:lnTo>
                  <a:lnTo>
                    <a:pt x="104559" y="201872"/>
                  </a:lnTo>
                  <a:lnTo>
                    <a:pt x="101109" y="205323"/>
                  </a:lnTo>
                  <a:lnTo>
                    <a:pt x="99383" y="205323"/>
                  </a:lnTo>
                  <a:lnTo>
                    <a:pt x="95932" y="208774"/>
                  </a:lnTo>
                  <a:lnTo>
                    <a:pt x="94207" y="208774"/>
                  </a:lnTo>
                  <a:lnTo>
                    <a:pt x="90756" y="212224"/>
                  </a:lnTo>
                  <a:lnTo>
                    <a:pt x="89031" y="212224"/>
                  </a:lnTo>
                  <a:lnTo>
                    <a:pt x="85580" y="215675"/>
                  </a:lnTo>
                  <a:lnTo>
                    <a:pt x="83855" y="215675"/>
                  </a:lnTo>
                  <a:lnTo>
                    <a:pt x="80404" y="219126"/>
                  </a:lnTo>
                  <a:lnTo>
                    <a:pt x="78678" y="219126"/>
                  </a:lnTo>
                  <a:lnTo>
                    <a:pt x="75228" y="222577"/>
                  </a:lnTo>
                  <a:lnTo>
                    <a:pt x="73502" y="222577"/>
                  </a:lnTo>
                  <a:lnTo>
                    <a:pt x="71777" y="224302"/>
                  </a:lnTo>
                  <a:lnTo>
                    <a:pt x="70051" y="224302"/>
                  </a:lnTo>
                  <a:lnTo>
                    <a:pt x="66601" y="227753"/>
                  </a:lnTo>
                  <a:lnTo>
                    <a:pt x="64875" y="227753"/>
                  </a:lnTo>
                  <a:lnTo>
                    <a:pt x="61424" y="231204"/>
                  </a:lnTo>
                  <a:lnTo>
                    <a:pt x="59699" y="231204"/>
                  </a:lnTo>
                  <a:lnTo>
                    <a:pt x="56248" y="234655"/>
                  </a:lnTo>
                  <a:lnTo>
                    <a:pt x="54523" y="234655"/>
                  </a:lnTo>
                  <a:lnTo>
                    <a:pt x="51072" y="238106"/>
                  </a:lnTo>
                  <a:lnTo>
                    <a:pt x="49347" y="238106"/>
                  </a:lnTo>
                  <a:lnTo>
                    <a:pt x="45896" y="241556"/>
                  </a:lnTo>
                  <a:lnTo>
                    <a:pt x="44170" y="241556"/>
                  </a:lnTo>
                  <a:lnTo>
                    <a:pt x="40719" y="245007"/>
                  </a:lnTo>
                  <a:lnTo>
                    <a:pt x="38994" y="245007"/>
                  </a:lnTo>
                  <a:lnTo>
                    <a:pt x="35543" y="248458"/>
                  </a:lnTo>
                  <a:lnTo>
                    <a:pt x="33818" y="248458"/>
                  </a:lnTo>
                  <a:lnTo>
                    <a:pt x="30367" y="251909"/>
                  </a:lnTo>
                  <a:lnTo>
                    <a:pt x="28642" y="251909"/>
                  </a:lnTo>
                  <a:lnTo>
                    <a:pt x="26916" y="253634"/>
                  </a:lnTo>
                  <a:lnTo>
                    <a:pt x="25191" y="253634"/>
                  </a:lnTo>
                  <a:lnTo>
                    <a:pt x="21740" y="257085"/>
                  </a:lnTo>
                  <a:lnTo>
                    <a:pt x="20015" y="257085"/>
                  </a:lnTo>
                  <a:lnTo>
                    <a:pt x="16564" y="260536"/>
                  </a:lnTo>
                  <a:lnTo>
                    <a:pt x="14838" y="260536"/>
                  </a:lnTo>
                  <a:lnTo>
                    <a:pt x="11388" y="263987"/>
                  </a:lnTo>
                  <a:lnTo>
                    <a:pt x="9662" y="263987"/>
                  </a:lnTo>
                  <a:lnTo>
                    <a:pt x="6211" y="267437"/>
                  </a:lnTo>
                  <a:lnTo>
                    <a:pt x="4486" y="267437"/>
                  </a:lnTo>
                  <a:lnTo>
                    <a:pt x="0" y="271923"/>
                  </a:lnTo>
                  <a:lnTo>
                    <a:pt x="9080" y="271923"/>
                  </a:lnTo>
                  <a:lnTo>
                    <a:pt x="12531" y="268473"/>
                  </a:lnTo>
                  <a:lnTo>
                    <a:pt x="14257" y="268473"/>
                  </a:lnTo>
                  <a:lnTo>
                    <a:pt x="17707" y="265022"/>
                  </a:lnTo>
                  <a:lnTo>
                    <a:pt x="19433" y="265022"/>
                  </a:lnTo>
                  <a:lnTo>
                    <a:pt x="22884" y="261571"/>
                  </a:lnTo>
                  <a:lnTo>
                    <a:pt x="24609" y="261571"/>
                  </a:lnTo>
                  <a:lnTo>
                    <a:pt x="26334" y="259846"/>
                  </a:lnTo>
                  <a:lnTo>
                    <a:pt x="28060" y="259846"/>
                  </a:lnTo>
                  <a:lnTo>
                    <a:pt x="31511" y="256395"/>
                  </a:lnTo>
                  <a:lnTo>
                    <a:pt x="33236" y="256395"/>
                  </a:lnTo>
                  <a:lnTo>
                    <a:pt x="36687" y="252944"/>
                  </a:lnTo>
                  <a:lnTo>
                    <a:pt x="38412" y="252944"/>
                  </a:lnTo>
                  <a:lnTo>
                    <a:pt x="41863" y="249493"/>
                  </a:lnTo>
                  <a:lnTo>
                    <a:pt x="43588" y="249493"/>
                  </a:lnTo>
                  <a:lnTo>
                    <a:pt x="47039" y="246042"/>
                  </a:lnTo>
                  <a:lnTo>
                    <a:pt x="48765" y="246042"/>
                  </a:lnTo>
                  <a:lnTo>
                    <a:pt x="52215" y="242592"/>
                  </a:lnTo>
                  <a:lnTo>
                    <a:pt x="53941" y="242592"/>
                  </a:lnTo>
                  <a:lnTo>
                    <a:pt x="57392" y="239141"/>
                  </a:lnTo>
                  <a:lnTo>
                    <a:pt x="59117" y="239141"/>
                  </a:lnTo>
                  <a:lnTo>
                    <a:pt x="62568" y="235690"/>
                  </a:lnTo>
                  <a:lnTo>
                    <a:pt x="64293" y="235690"/>
                  </a:lnTo>
                  <a:lnTo>
                    <a:pt x="67744" y="232239"/>
                  </a:lnTo>
                  <a:lnTo>
                    <a:pt x="69469" y="232239"/>
                  </a:lnTo>
                  <a:lnTo>
                    <a:pt x="72920" y="228788"/>
                  </a:lnTo>
                  <a:lnTo>
                    <a:pt x="74646" y="228788"/>
                  </a:lnTo>
                  <a:lnTo>
                    <a:pt x="76371" y="227063"/>
                  </a:lnTo>
                  <a:lnTo>
                    <a:pt x="78096" y="227063"/>
                  </a:lnTo>
                  <a:lnTo>
                    <a:pt x="81547" y="223612"/>
                  </a:lnTo>
                  <a:lnTo>
                    <a:pt x="83273" y="223612"/>
                  </a:lnTo>
                  <a:lnTo>
                    <a:pt x="86723" y="220161"/>
                  </a:lnTo>
                  <a:lnTo>
                    <a:pt x="88449" y="220161"/>
                  </a:lnTo>
                  <a:lnTo>
                    <a:pt x="91900" y="216711"/>
                  </a:lnTo>
                  <a:lnTo>
                    <a:pt x="93625" y="216711"/>
                  </a:lnTo>
                  <a:lnTo>
                    <a:pt x="97076" y="213260"/>
                  </a:lnTo>
                  <a:lnTo>
                    <a:pt x="98801" y="213260"/>
                  </a:lnTo>
                  <a:lnTo>
                    <a:pt x="102252" y="209809"/>
                  </a:lnTo>
                  <a:lnTo>
                    <a:pt x="103977" y="209809"/>
                  </a:lnTo>
                  <a:lnTo>
                    <a:pt x="107428" y="206358"/>
                  </a:lnTo>
                  <a:lnTo>
                    <a:pt x="109154" y="206358"/>
                  </a:lnTo>
                  <a:lnTo>
                    <a:pt x="112604" y="202907"/>
                  </a:lnTo>
                  <a:lnTo>
                    <a:pt x="114330" y="202907"/>
                  </a:lnTo>
                  <a:lnTo>
                    <a:pt x="117781" y="199457"/>
                  </a:lnTo>
                  <a:lnTo>
                    <a:pt x="119506" y="199457"/>
                  </a:lnTo>
                  <a:lnTo>
                    <a:pt x="121232" y="197731"/>
                  </a:lnTo>
                  <a:lnTo>
                    <a:pt x="122957" y="197731"/>
                  </a:lnTo>
                  <a:lnTo>
                    <a:pt x="126408" y="194280"/>
                  </a:lnTo>
                  <a:lnTo>
                    <a:pt x="128133" y="194280"/>
                  </a:lnTo>
                  <a:lnTo>
                    <a:pt x="131584" y="190830"/>
                  </a:lnTo>
                  <a:lnTo>
                    <a:pt x="133309" y="190830"/>
                  </a:lnTo>
                  <a:lnTo>
                    <a:pt x="136760" y="187379"/>
                  </a:lnTo>
                  <a:lnTo>
                    <a:pt x="138486" y="187379"/>
                  </a:lnTo>
                  <a:lnTo>
                    <a:pt x="141936" y="183928"/>
                  </a:lnTo>
                  <a:lnTo>
                    <a:pt x="143662" y="183928"/>
                  </a:lnTo>
                  <a:lnTo>
                    <a:pt x="147113" y="180477"/>
                  </a:lnTo>
                  <a:lnTo>
                    <a:pt x="148838" y="180477"/>
                  </a:lnTo>
                  <a:lnTo>
                    <a:pt x="152289" y="177026"/>
                  </a:lnTo>
                  <a:lnTo>
                    <a:pt x="154014" y="177026"/>
                  </a:lnTo>
                  <a:lnTo>
                    <a:pt x="157465" y="173575"/>
                  </a:lnTo>
                  <a:lnTo>
                    <a:pt x="159190" y="173575"/>
                  </a:lnTo>
                  <a:lnTo>
                    <a:pt x="162641" y="170125"/>
                  </a:lnTo>
                  <a:lnTo>
                    <a:pt x="164367" y="170125"/>
                  </a:lnTo>
                  <a:lnTo>
                    <a:pt x="166092" y="168399"/>
                  </a:lnTo>
                  <a:lnTo>
                    <a:pt x="167817" y="168399"/>
                  </a:lnTo>
                  <a:lnTo>
                    <a:pt x="171268" y="164948"/>
                  </a:lnTo>
                  <a:lnTo>
                    <a:pt x="172994" y="164948"/>
                  </a:lnTo>
                  <a:lnTo>
                    <a:pt x="176444" y="161498"/>
                  </a:lnTo>
                  <a:lnTo>
                    <a:pt x="178170" y="161498"/>
                  </a:lnTo>
                  <a:lnTo>
                    <a:pt x="181621" y="158047"/>
                  </a:lnTo>
                  <a:lnTo>
                    <a:pt x="183346" y="158047"/>
                  </a:lnTo>
                  <a:lnTo>
                    <a:pt x="186797" y="154596"/>
                  </a:lnTo>
                  <a:lnTo>
                    <a:pt x="188522" y="154596"/>
                  </a:lnTo>
                  <a:lnTo>
                    <a:pt x="191973" y="151145"/>
                  </a:lnTo>
                  <a:lnTo>
                    <a:pt x="193698" y="151145"/>
                  </a:lnTo>
                  <a:lnTo>
                    <a:pt x="197149" y="147694"/>
                  </a:lnTo>
                  <a:lnTo>
                    <a:pt x="198875" y="147694"/>
                  </a:lnTo>
                  <a:lnTo>
                    <a:pt x="202325" y="144244"/>
                  </a:lnTo>
                  <a:lnTo>
                    <a:pt x="204051" y="144244"/>
                  </a:lnTo>
                  <a:lnTo>
                    <a:pt x="207502" y="140793"/>
                  </a:lnTo>
                  <a:lnTo>
                    <a:pt x="209227" y="140793"/>
                  </a:lnTo>
                  <a:lnTo>
                    <a:pt x="210952" y="139067"/>
                  </a:lnTo>
                  <a:lnTo>
                    <a:pt x="212678" y="139067"/>
                  </a:lnTo>
                  <a:lnTo>
                    <a:pt x="216129" y="135617"/>
                  </a:lnTo>
                  <a:lnTo>
                    <a:pt x="217854" y="135617"/>
                  </a:lnTo>
                  <a:lnTo>
                    <a:pt x="221305" y="132166"/>
                  </a:lnTo>
                  <a:lnTo>
                    <a:pt x="223030" y="132166"/>
                  </a:lnTo>
                  <a:lnTo>
                    <a:pt x="226481" y="128715"/>
                  </a:lnTo>
                  <a:lnTo>
                    <a:pt x="228206" y="128715"/>
                  </a:lnTo>
                  <a:lnTo>
                    <a:pt x="231657" y="125264"/>
                  </a:lnTo>
                  <a:lnTo>
                    <a:pt x="233383" y="125264"/>
                  </a:lnTo>
                  <a:lnTo>
                    <a:pt x="236833" y="121813"/>
                  </a:lnTo>
                  <a:lnTo>
                    <a:pt x="238559" y="121813"/>
                  </a:lnTo>
                  <a:lnTo>
                    <a:pt x="242010" y="118363"/>
                  </a:lnTo>
                  <a:lnTo>
                    <a:pt x="243735" y="118363"/>
                  </a:lnTo>
                  <a:lnTo>
                    <a:pt x="247186" y="114912"/>
                  </a:lnTo>
                  <a:lnTo>
                    <a:pt x="248911" y="114912"/>
                  </a:lnTo>
                  <a:lnTo>
                    <a:pt x="252362" y="111461"/>
                  </a:lnTo>
                  <a:lnTo>
                    <a:pt x="254087" y="111461"/>
                  </a:lnTo>
                  <a:lnTo>
                    <a:pt x="255813" y="109736"/>
                  </a:lnTo>
                  <a:lnTo>
                    <a:pt x="257538" y="109736"/>
                  </a:lnTo>
                  <a:lnTo>
                    <a:pt x="260989" y="106285"/>
                  </a:lnTo>
                  <a:lnTo>
                    <a:pt x="262715" y="106285"/>
                  </a:lnTo>
                  <a:lnTo>
                    <a:pt x="266165" y="102834"/>
                  </a:lnTo>
                  <a:lnTo>
                    <a:pt x="267891" y="102834"/>
                  </a:lnTo>
                  <a:lnTo>
                    <a:pt x="271342" y="99383"/>
                  </a:lnTo>
                  <a:lnTo>
                    <a:pt x="273067" y="99383"/>
                  </a:lnTo>
                  <a:lnTo>
                    <a:pt x="276518" y="95932"/>
                  </a:lnTo>
                  <a:lnTo>
                    <a:pt x="278243" y="95932"/>
                  </a:lnTo>
                  <a:lnTo>
                    <a:pt x="281694" y="92482"/>
                  </a:lnTo>
                  <a:lnTo>
                    <a:pt x="283419" y="92482"/>
                  </a:lnTo>
                  <a:lnTo>
                    <a:pt x="286870" y="89031"/>
                  </a:lnTo>
                  <a:lnTo>
                    <a:pt x="288596" y="89031"/>
                  </a:lnTo>
                  <a:lnTo>
                    <a:pt x="292046" y="85580"/>
                  </a:lnTo>
                  <a:lnTo>
                    <a:pt x="293772" y="85580"/>
                  </a:lnTo>
                  <a:lnTo>
                    <a:pt x="297223" y="82129"/>
                  </a:lnTo>
                  <a:lnTo>
                    <a:pt x="298948" y="82129"/>
                  </a:lnTo>
                  <a:lnTo>
                    <a:pt x="300673" y="80404"/>
                  </a:lnTo>
                  <a:lnTo>
                    <a:pt x="302399" y="80404"/>
                  </a:lnTo>
                  <a:lnTo>
                    <a:pt x="305850" y="76953"/>
                  </a:lnTo>
                  <a:lnTo>
                    <a:pt x="307575" y="76953"/>
                  </a:lnTo>
                  <a:lnTo>
                    <a:pt x="311026" y="73502"/>
                  </a:lnTo>
                  <a:lnTo>
                    <a:pt x="312751" y="73502"/>
                  </a:lnTo>
                  <a:lnTo>
                    <a:pt x="316202" y="70051"/>
                  </a:lnTo>
                  <a:lnTo>
                    <a:pt x="317927" y="70051"/>
                  </a:lnTo>
                  <a:lnTo>
                    <a:pt x="321378" y="66601"/>
                  </a:lnTo>
                  <a:lnTo>
                    <a:pt x="323104" y="66601"/>
                  </a:lnTo>
                  <a:lnTo>
                    <a:pt x="326554" y="63150"/>
                  </a:lnTo>
                  <a:lnTo>
                    <a:pt x="328280" y="63150"/>
                  </a:lnTo>
                  <a:lnTo>
                    <a:pt x="331731" y="59699"/>
                  </a:lnTo>
                  <a:lnTo>
                    <a:pt x="333456" y="59699"/>
                  </a:lnTo>
                  <a:lnTo>
                    <a:pt x="336907" y="56248"/>
                  </a:lnTo>
                  <a:lnTo>
                    <a:pt x="338632" y="56248"/>
                  </a:lnTo>
                  <a:lnTo>
                    <a:pt x="342083" y="52797"/>
                  </a:lnTo>
                  <a:lnTo>
                    <a:pt x="343808" y="52797"/>
                  </a:lnTo>
                  <a:lnTo>
                    <a:pt x="345534" y="51072"/>
                  </a:lnTo>
                  <a:lnTo>
                    <a:pt x="347259" y="51072"/>
                  </a:lnTo>
                  <a:lnTo>
                    <a:pt x="350710" y="47621"/>
                  </a:lnTo>
                  <a:lnTo>
                    <a:pt x="352435" y="47621"/>
                  </a:lnTo>
                  <a:lnTo>
                    <a:pt x="355886" y="44170"/>
                  </a:lnTo>
                  <a:lnTo>
                    <a:pt x="357612" y="44170"/>
                  </a:lnTo>
                  <a:lnTo>
                    <a:pt x="361062" y="40719"/>
                  </a:lnTo>
                  <a:lnTo>
                    <a:pt x="362788" y="40719"/>
                  </a:lnTo>
                  <a:lnTo>
                    <a:pt x="366239" y="37269"/>
                  </a:lnTo>
                  <a:lnTo>
                    <a:pt x="367964" y="37269"/>
                  </a:lnTo>
                  <a:lnTo>
                    <a:pt x="371415" y="33818"/>
                  </a:lnTo>
                  <a:lnTo>
                    <a:pt x="373140" y="33818"/>
                  </a:lnTo>
                  <a:lnTo>
                    <a:pt x="376591" y="30367"/>
                  </a:lnTo>
                  <a:lnTo>
                    <a:pt x="378316" y="30367"/>
                  </a:lnTo>
                  <a:lnTo>
                    <a:pt x="381767" y="26916"/>
                  </a:lnTo>
                  <a:lnTo>
                    <a:pt x="383493" y="26916"/>
                  </a:lnTo>
                  <a:lnTo>
                    <a:pt x="386943" y="23465"/>
                  </a:lnTo>
                  <a:lnTo>
                    <a:pt x="388669" y="23465"/>
                  </a:lnTo>
                  <a:lnTo>
                    <a:pt x="390394" y="21740"/>
                  </a:lnTo>
                  <a:lnTo>
                    <a:pt x="392120" y="21740"/>
                  </a:lnTo>
                  <a:lnTo>
                    <a:pt x="395570" y="18289"/>
                  </a:lnTo>
                  <a:lnTo>
                    <a:pt x="397296" y="18289"/>
                  </a:lnTo>
                  <a:lnTo>
                    <a:pt x="400747" y="14838"/>
                  </a:lnTo>
                  <a:lnTo>
                    <a:pt x="402472" y="14838"/>
                  </a:lnTo>
                  <a:lnTo>
                    <a:pt x="405923" y="11388"/>
                  </a:lnTo>
                  <a:lnTo>
                    <a:pt x="407648" y="11388"/>
                  </a:lnTo>
                  <a:lnTo>
                    <a:pt x="411099" y="7937"/>
                  </a:lnTo>
                  <a:lnTo>
                    <a:pt x="412825" y="7937"/>
                  </a:lnTo>
                  <a:lnTo>
                    <a:pt x="416275" y="4486"/>
                  </a:lnTo>
                  <a:lnTo>
                    <a:pt x="418809" y="4486"/>
                  </a:lnTo>
                  <a:lnTo>
                    <a:pt x="418809" y="0"/>
                  </a:lnTo>
                  <a:lnTo>
                    <a:pt x="413406" y="0"/>
                  </a:ln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</p:sp>
        <p:sp>
          <p:nvSpPr>
            <p:cNvPr id="20145" name="Graph element 624"/>
            <p:cNvSpPr/>
            <p:nvPr/>
          </p:nvSpPr>
          <p:spPr>
            <a:xfrm>
              <a:off x="1380667" y="624596"/>
              <a:ext cx="2761" cy="3451"/>
            </a:xfrm>
            <a:custGeom>
              <a:avLst/>
              <a:gdLst/>
              <a:ahLst/>
              <a:cxnLst/>
              <a:rect l="0" t="0" r="r" b="b"/>
              <a:pathLst>
                <a:path w="2761" h="3451" stroke="0" extrusionOk="0">
                  <a:moveTo>
                    <a:pt x="0" y="3451"/>
                  </a:moveTo>
                  <a:lnTo>
                    <a:pt x="2761" y="3451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3451"/>
                  </a:ln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</p:sp>
        <p:sp>
          <p:nvSpPr>
            <p:cNvPr id="20146" name="Graph element 625"/>
            <p:cNvSpPr/>
            <p:nvPr/>
          </p:nvSpPr>
          <p:spPr>
            <a:xfrm>
              <a:off x="1409999" y="595609"/>
              <a:ext cx="18289" cy="13113"/>
            </a:xfrm>
            <a:custGeom>
              <a:avLst/>
              <a:gdLst/>
              <a:ahLst/>
              <a:cxnLst/>
              <a:rect l="0" t="0" r="r" b="b"/>
              <a:pathLst>
                <a:path w="18289" h="13113" stroke="0" extrusionOk="0">
                  <a:moveTo>
                    <a:pt x="12886" y="0"/>
                  </a:moveTo>
                  <a:lnTo>
                    <a:pt x="9436" y="3451"/>
                  </a:lnTo>
                  <a:lnTo>
                    <a:pt x="7710" y="3451"/>
                  </a:lnTo>
                  <a:lnTo>
                    <a:pt x="4259" y="6902"/>
                  </a:lnTo>
                  <a:lnTo>
                    <a:pt x="2534" y="6902"/>
                  </a:lnTo>
                  <a:lnTo>
                    <a:pt x="0" y="9436"/>
                  </a:lnTo>
                  <a:lnTo>
                    <a:pt x="0" y="13113"/>
                  </a:lnTo>
                  <a:lnTo>
                    <a:pt x="3677" y="13113"/>
                  </a:lnTo>
                  <a:lnTo>
                    <a:pt x="5403" y="11388"/>
                  </a:lnTo>
                  <a:lnTo>
                    <a:pt x="7128" y="11388"/>
                  </a:lnTo>
                  <a:lnTo>
                    <a:pt x="10579" y="7937"/>
                  </a:lnTo>
                  <a:lnTo>
                    <a:pt x="12304" y="7937"/>
                  </a:lnTo>
                  <a:lnTo>
                    <a:pt x="15755" y="4486"/>
                  </a:lnTo>
                  <a:lnTo>
                    <a:pt x="18289" y="4486"/>
                  </a:lnTo>
                  <a:lnTo>
                    <a:pt x="18289" y="0"/>
                  </a:lnTo>
                  <a:lnTo>
                    <a:pt x="12886" y="0"/>
                  </a:ln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</p:sp>
        <p:sp>
          <p:nvSpPr>
            <p:cNvPr id="20147" name="Graph element 626"/>
            <p:cNvSpPr/>
            <p:nvPr/>
          </p:nvSpPr>
          <p:spPr>
            <a:xfrm>
              <a:off x="401043" y="552878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</p:sp>
        <p:sp>
          <p:nvSpPr>
            <p:cNvPr id="20148" name="Graph element 627"/>
            <p:cNvSpPr/>
            <p:nvPr/>
          </p:nvSpPr>
          <p:spPr>
            <a:xfrm>
              <a:off x="392416" y="545977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</p:sp>
        <p:sp>
          <p:nvSpPr>
            <p:cNvPr id="20149" name="Graph element 628"/>
            <p:cNvSpPr/>
            <p:nvPr/>
          </p:nvSpPr>
          <p:spPr>
            <a:xfrm>
              <a:off x="383789" y="539075"/>
              <a:ext cx="5403" cy="5403"/>
            </a:xfrm>
            <a:custGeom>
              <a:avLst/>
              <a:gdLst/>
              <a:ahLst/>
              <a:cxnLst/>
              <a:rect l="0" t="0" r="r" b="b"/>
              <a:pathLst>
                <a:path w="5403" h="5403" stroke="0" extrusionOk="0">
                  <a:moveTo>
                    <a:pt x="3451" y="5403"/>
                  </a:moveTo>
                  <a:lnTo>
                    <a:pt x="5403" y="3451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3451" y="5403"/>
                  </a:ln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</p:sp>
        <p:sp>
          <p:nvSpPr>
            <p:cNvPr id="20150" name="Graph element 629"/>
            <p:cNvSpPr/>
            <p:nvPr/>
          </p:nvSpPr>
          <p:spPr>
            <a:xfrm>
              <a:off x="362335" y="535220"/>
              <a:ext cx="122158" cy="99610"/>
            </a:xfrm>
            <a:custGeom>
              <a:avLst/>
              <a:gdLst/>
              <a:ahLst/>
              <a:cxnLst/>
              <a:rect l="0" t="0" r="r" b="b"/>
              <a:pathLst>
                <a:path w="122158" h="99610" stroke="0" extrusionOk="0">
                  <a:moveTo>
                    <a:pt x="0" y="2761"/>
                  </a:moveTo>
                  <a:lnTo>
                    <a:pt x="1154" y="2761"/>
                  </a:lnTo>
                  <a:lnTo>
                    <a:pt x="9781" y="11388"/>
                  </a:lnTo>
                  <a:lnTo>
                    <a:pt x="11506" y="11388"/>
                  </a:lnTo>
                  <a:lnTo>
                    <a:pt x="18408" y="18289"/>
                  </a:lnTo>
                  <a:lnTo>
                    <a:pt x="20133" y="18289"/>
                  </a:lnTo>
                  <a:lnTo>
                    <a:pt x="27035" y="25191"/>
                  </a:lnTo>
                  <a:lnTo>
                    <a:pt x="28760" y="25191"/>
                  </a:lnTo>
                  <a:lnTo>
                    <a:pt x="35662" y="32092"/>
                  </a:lnTo>
                  <a:lnTo>
                    <a:pt x="37387" y="32092"/>
                  </a:lnTo>
                  <a:lnTo>
                    <a:pt x="44289" y="38994"/>
                  </a:lnTo>
                  <a:lnTo>
                    <a:pt x="46014" y="38994"/>
                  </a:lnTo>
                  <a:lnTo>
                    <a:pt x="52916" y="45896"/>
                  </a:lnTo>
                  <a:lnTo>
                    <a:pt x="54641" y="45896"/>
                  </a:lnTo>
                  <a:lnTo>
                    <a:pt x="63268" y="54523"/>
                  </a:lnTo>
                  <a:lnTo>
                    <a:pt x="64994" y="54523"/>
                  </a:lnTo>
                  <a:lnTo>
                    <a:pt x="71895" y="61424"/>
                  </a:lnTo>
                  <a:lnTo>
                    <a:pt x="73621" y="61424"/>
                  </a:lnTo>
                  <a:lnTo>
                    <a:pt x="80522" y="68326"/>
                  </a:lnTo>
                  <a:lnTo>
                    <a:pt x="82248" y="68326"/>
                  </a:lnTo>
                  <a:lnTo>
                    <a:pt x="89149" y="75228"/>
                  </a:lnTo>
                  <a:lnTo>
                    <a:pt x="90875" y="75228"/>
                  </a:lnTo>
                  <a:lnTo>
                    <a:pt x="97776" y="82129"/>
                  </a:lnTo>
                  <a:lnTo>
                    <a:pt x="99502" y="82129"/>
                  </a:lnTo>
                  <a:lnTo>
                    <a:pt x="106403" y="89031"/>
                  </a:lnTo>
                  <a:lnTo>
                    <a:pt x="108129" y="89031"/>
                  </a:lnTo>
                  <a:lnTo>
                    <a:pt x="115030" y="95932"/>
                  </a:lnTo>
                  <a:lnTo>
                    <a:pt x="116756" y="95932"/>
                  </a:lnTo>
                  <a:lnTo>
                    <a:pt x="120433" y="99610"/>
                  </a:lnTo>
                  <a:lnTo>
                    <a:pt x="120433" y="95124"/>
                  </a:lnTo>
                  <a:lnTo>
                    <a:pt x="122158" y="93398"/>
                  </a:lnTo>
                  <a:lnTo>
                    <a:pt x="122158" y="90529"/>
                  </a:lnTo>
                  <a:lnTo>
                    <a:pt x="116174" y="84545"/>
                  </a:lnTo>
                  <a:lnTo>
                    <a:pt x="114448" y="84545"/>
                  </a:lnTo>
                  <a:lnTo>
                    <a:pt x="109272" y="79369"/>
                  </a:lnTo>
                  <a:lnTo>
                    <a:pt x="107547" y="79369"/>
                  </a:lnTo>
                  <a:lnTo>
                    <a:pt x="102370" y="74192"/>
                  </a:lnTo>
                  <a:lnTo>
                    <a:pt x="100645" y="74192"/>
                  </a:lnTo>
                  <a:lnTo>
                    <a:pt x="93743" y="67291"/>
                  </a:lnTo>
                  <a:lnTo>
                    <a:pt x="92018" y="67291"/>
                  </a:lnTo>
                  <a:lnTo>
                    <a:pt x="86842" y="62114"/>
                  </a:lnTo>
                  <a:lnTo>
                    <a:pt x="85116" y="62114"/>
                  </a:lnTo>
                  <a:lnTo>
                    <a:pt x="78215" y="55213"/>
                  </a:lnTo>
                  <a:lnTo>
                    <a:pt x="76489" y="55213"/>
                  </a:lnTo>
                  <a:lnTo>
                    <a:pt x="71313" y="50037"/>
                  </a:lnTo>
                  <a:lnTo>
                    <a:pt x="69588" y="50037"/>
                  </a:lnTo>
                  <a:lnTo>
                    <a:pt x="64412" y="44860"/>
                  </a:lnTo>
                  <a:lnTo>
                    <a:pt x="62686" y="44860"/>
                  </a:lnTo>
                  <a:lnTo>
                    <a:pt x="55785" y="37959"/>
                  </a:lnTo>
                  <a:lnTo>
                    <a:pt x="54059" y="37959"/>
                  </a:lnTo>
                  <a:lnTo>
                    <a:pt x="48883" y="32783"/>
                  </a:lnTo>
                  <a:lnTo>
                    <a:pt x="47158" y="32783"/>
                  </a:lnTo>
                  <a:lnTo>
                    <a:pt x="40256" y="25881"/>
                  </a:lnTo>
                  <a:lnTo>
                    <a:pt x="38531" y="25881"/>
                  </a:lnTo>
                  <a:lnTo>
                    <a:pt x="33354" y="20705"/>
                  </a:lnTo>
                  <a:lnTo>
                    <a:pt x="31629" y="20705"/>
                  </a:lnTo>
                  <a:lnTo>
                    <a:pt x="26453" y="15529"/>
                  </a:lnTo>
                  <a:lnTo>
                    <a:pt x="24727" y="15529"/>
                  </a:lnTo>
                  <a:lnTo>
                    <a:pt x="17826" y="8627"/>
                  </a:lnTo>
                  <a:lnTo>
                    <a:pt x="16100" y="8627"/>
                  </a:lnTo>
                  <a:lnTo>
                    <a:pt x="10924" y="3451"/>
                  </a:lnTo>
                  <a:lnTo>
                    <a:pt x="9199" y="3451"/>
                  </a:lnTo>
                  <a:lnTo>
                    <a:pt x="5748" y="0"/>
                  </a:lnTo>
                  <a:lnTo>
                    <a:pt x="0" y="2761"/>
                  </a:ln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</p:sp>
        <p:sp>
          <p:nvSpPr>
            <p:cNvPr id="20151" name="Graph element 630"/>
            <p:cNvSpPr/>
            <p:nvPr/>
          </p:nvSpPr>
          <p:spPr>
            <a:xfrm>
              <a:off x="375162" y="532173"/>
              <a:ext cx="7128" cy="7128"/>
            </a:xfrm>
            <a:custGeom>
              <a:avLst/>
              <a:gdLst/>
              <a:ahLst/>
              <a:cxnLst/>
              <a:rect l="0" t="0" r="r" b="b"/>
              <a:pathLst>
                <a:path w="7128" h="7128" stroke="0" extrusionOk="0">
                  <a:moveTo>
                    <a:pt x="5176" y="7128"/>
                  </a:moveTo>
                  <a:lnTo>
                    <a:pt x="7128" y="5176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5176" y="7128"/>
                  </a:ln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</p:sp>
        <p:sp>
          <p:nvSpPr>
            <p:cNvPr id="20152" name="Graph element 631"/>
            <p:cNvSpPr/>
            <p:nvPr/>
          </p:nvSpPr>
          <p:spPr>
            <a:xfrm>
              <a:off x="343700" y="519346"/>
              <a:ext cx="2761" cy="3451"/>
            </a:xfrm>
            <a:custGeom>
              <a:avLst/>
              <a:gdLst/>
              <a:ahLst/>
              <a:cxnLst/>
              <a:rect l="0" t="0" r="r" b="b"/>
              <a:pathLst>
                <a:path w="2761" h="3451" stroke="0" extrusionOk="0">
                  <a:moveTo>
                    <a:pt x="0" y="3451"/>
                  </a:moveTo>
                  <a:lnTo>
                    <a:pt x="2761" y="3451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3451"/>
                  </a:ln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</p:sp>
        <p:sp>
          <p:nvSpPr>
            <p:cNvPr id="20153" name="Graph element 632"/>
            <p:cNvSpPr/>
            <p:nvPr/>
          </p:nvSpPr>
          <p:spPr>
            <a:xfrm>
              <a:off x="614588" y="507387"/>
              <a:ext cx="268473" cy="413860"/>
            </a:xfrm>
            <a:custGeom>
              <a:avLst/>
              <a:gdLst/>
              <a:ahLst/>
              <a:cxnLst/>
              <a:rect l="0" t="0" r="r" b="b"/>
              <a:pathLst>
                <a:path w="268473" h="413860" stroke="0" extrusionOk="0">
                  <a:moveTo>
                    <a:pt x="4486" y="0"/>
                  </a:moveTo>
                  <a:lnTo>
                    <a:pt x="0" y="4486"/>
                  </a:lnTo>
                  <a:lnTo>
                    <a:pt x="0" y="7355"/>
                  </a:lnTo>
                  <a:lnTo>
                    <a:pt x="3451" y="10806"/>
                  </a:lnTo>
                  <a:lnTo>
                    <a:pt x="3451" y="12531"/>
                  </a:lnTo>
                  <a:lnTo>
                    <a:pt x="6902" y="15982"/>
                  </a:lnTo>
                  <a:lnTo>
                    <a:pt x="6902" y="17707"/>
                  </a:lnTo>
                  <a:lnTo>
                    <a:pt x="10352" y="21158"/>
                  </a:lnTo>
                  <a:lnTo>
                    <a:pt x="10352" y="22884"/>
                  </a:lnTo>
                  <a:lnTo>
                    <a:pt x="13803" y="26334"/>
                  </a:lnTo>
                  <a:lnTo>
                    <a:pt x="13803" y="28060"/>
                  </a:lnTo>
                  <a:lnTo>
                    <a:pt x="17254" y="31511"/>
                  </a:lnTo>
                  <a:lnTo>
                    <a:pt x="17254" y="33236"/>
                  </a:lnTo>
                  <a:lnTo>
                    <a:pt x="20705" y="36687"/>
                  </a:lnTo>
                  <a:lnTo>
                    <a:pt x="20705" y="38412"/>
                  </a:lnTo>
                  <a:lnTo>
                    <a:pt x="24156" y="41863"/>
                  </a:lnTo>
                  <a:lnTo>
                    <a:pt x="24156" y="43588"/>
                  </a:lnTo>
                  <a:lnTo>
                    <a:pt x="25881" y="45314"/>
                  </a:lnTo>
                  <a:lnTo>
                    <a:pt x="25881" y="47039"/>
                  </a:lnTo>
                  <a:lnTo>
                    <a:pt x="29332" y="50490"/>
                  </a:lnTo>
                  <a:lnTo>
                    <a:pt x="29332" y="52215"/>
                  </a:lnTo>
                  <a:lnTo>
                    <a:pt x="32783" y="55666"/>
                  </a:lnTo>
                  <a:lnTo>
                    <a:pt x="32783" y="57392"/>
                  </a:lnTo>
                  <a:lnTo>
                    <a:pt x="36233" y="60842"/>
                  </a:lnTo>
                  <a:lnTo>
                    <a:pt x="36233" y="62568"/>
                  </a:lnTo>
                  <a:lnTo>
                    <a:pt x="39684" y="66019"/>
                  </a:lnTo>
                  <a:lnTo>
                    <a:pt x="39684" y="67744"/>
                  </a:lnTo>
                  <a:lnTo>
                    <a:pt x="43135" y="71195"/>
                  </a:lnTo>
                  <a:lnTo>
                    <a:pt x="43135" y="72920"/>
                  </a:lnTo>
                  <a:lnTo>
                    <a:pt x="46586" y="76371"/>
                  </a:lnTo>
                  <a:lnTo>
                    <a:pt x="46586" y="78096"/>
                  </a:lnTo>
                  <a:lnTo>
                    <a:pt x="50037" y="81547"/>
                  </a:lnTo>
                  <a:lnTo>
                    <a:pt x="50037" y="83273"/>
                  </a:lnTo>
                  <a:lnTo>
                    <a:pt x="53487" y="86723"/>
                  </a:lnTo>
                  <a:lnTo>
                    <a:pt x="53487" y="88449"/>
                  </a:lnTo>
                  <a:lnTo>
                    <a:pt x="56938" y="91900"/>
                  </a:lnTo>
                  <a:lnTo>
                    <a:pt x="56938" y="93625"/>
                  </a:lnTo>
                  <a:lnTo>
                    <a:pt x="60389" y="97076"/>
                  </a:lnTo>
                  <a:lnTo>
                    <a:pt x="60389" y="98801"/>
                  </a:lnTo>
                  <a:lnTo>
                    <a:pt x="62114" y="100527"/>
                  </a:lnTo>
                  <a:lnTo>
                    <a:pt x="62114" y="102252"/>
                  </a:lnTo>
                  <a:lnTo>
                    <a:pt x="65565" y="105703"/>
                  </a:lnTo>
                  <a:lnTo>
                    <a:pt x="65565" y="107428"/>
                  </a:lnTo>
                  <a:lnTo>
                    <a:pt x="69016" y="110879"/>
                  </a:lnTo>
                  <a:lnTo>
                    <a:pt x="69016" y="112604"/>
                  </a:lnTo>
                  <a:lnTo>
                    <a:pt x="72467" y="116055"/>
                  </a:lnTo>
                  <a:lnTo>
                    <a:pt x="72467" y="117781"/>
                  </a:lnTo>
                  <a:lnTo>
                    <a:pt x="75918" y="121232"/>
                  </a:lnTo>
                  <a:lnTo>
                    <a:pt x="75918" y="122957"/>
                  </a:lnTo>
                  <a:lnTo>
                    <a:pt x="79369" y="126408"/>
                  </a:lnTo>
                  <a:lnTo>
                    <a:pt x="79369" y="128133"/>
                  </a:lnTo>
                  <a:lnTo>
                    <a:pt x="82819" y="131584"/>
                  </a:lnTo>
                  <a:lnTo>
                    <a:pt x="82819" y="133309"/>
                  </a:lnTo>
                  <a:lnTo>
                    <a:pt x="86270" y="136760"/>
                  </a:lnTo>
                  <a:lnTo>
                    <a:pt x="86270" y="138486"/>
                  </a:lnTo>
                  <a:lnTo>
                    <a:pt x="89721" y="141936"/>
                  </a:lnTo>
                  <a:lnTo>
                    <a:pt x="89721" y="143662"/>
                  </a:lnTo>
                  <a:lnTo>
                    <a:pt x="93172" y="147113"/>
                  </a:lnTo>
                  <a:lnTo>
                    <a:pt x="93172" y="148838"/>
                  </a:lnTo>
                  <a:lnTo>
                    <a:pt x="94897" y="150563"/>
                  </a:lnTo>
                  <a:lnTo>
                    <a:pt x="94897" y="152289"/>
                  </a:lnTo>
                  <a:lnTo>
                    <a:pt x="98348" y="155740"/>
                  </a:lnTo>
                  <a:lnTo>
                    <a:pt x="98348" y="157465"/>
                  </a:lnTo>
                  <a:lnTo>
                    <a:pt x="101799" y="160916"/>
                  </a:lnTo>
                  <a:lnTo>
                    <a:pt x="101799" y="162641"/>
                  </a:lnTo>
                  <a:lnTo>
                    <a:pt x="105250" y="166092"/>
                  </a:lnTo>
                  <a:lnTo>
                    <a:pt x="105250" y="167817"/>
                  </a:lnTo>
                  <a:lnTo>
                    <a:pt x="108700" y="171268"/>
                  </a:lnTo>
                  <a:lnTo>
                    <a:pt x="108700" y="172994"/>
                  </a:lnTo>
                  <a:lnTo>
                    <a:pt x="112151" y="176444"/>
                  </a:lnTo>
                  <a:lnTo>
                    <a:pt x="112151" y="178170"/>
                  </a:lnTo>
                  <a:lnTo>
                    <a:pt x="115602" y="181621"/>
                  </a:lnTo>
                  <a:lnTo>
                    <a:pt x="115602" y="183346"/>
                  </a:lnTo>
                  <a:lnTo>
                    <a:pt x="119053" y="186797"/>
                  </a:lnTo>
                  <a:lnTo>
                    <a:pt x="119053" y="188522"/>
                  </a:lnTo>
                  <a:lnTo>
                    <a:pt x="122504" y="191973"/>
                  </a:lnTo>
                  <a:lnTo>
                    <a:pt x="122504" y="193698"/>
                  </a:lnTo>
                  <a:lnTo>
                    <a:pt x="125954" y="197149"/>
                  </a:lnTo>
                  <a:lnTo>
                    <a:pt x="125954" y="198875"/>
                  </a:lnTo>
                  <a:lnTo>
                    <a:pt x="129405" y="202325"/>
                  </a:lnTo>
                  <a:lnTo>
                    <a:pt x="129405" y="204051"/>
                  </a:lnTo>
                  <a:lnTo>
                    <a:pt x="131131" y="205776"/>
                  </a:lnTo>
                  <a:lnTo>
                    <a:pt x="131131" y="207502"/>
                  </a:lnTo>
                  <a:lnTo>
                    <a:pt x="134581" y="210952"/>
                  </a:lnTo>
                  <a:lnTo>
                    <a:pt x="134581" y="212678"/>
                  </a:lnTo>
                  <a:lnTo>
                    <a:pt x="138032" y="216129"/>
                  </a:lnTo>
                  <a:lnTo>
                    <a:pt x="138032" y="217854"/>
                  </a:lnTo>
                  <a:lnTo>
                    <a:pt x="141483" y="221305"/>
                  </a:lnTo>
                  <a:lnTo>
                    <a:pt x="141483" y="223030"/>
                  </a:lnTo>
                  <a:lnTo>
                    <a:pt x="144934" y="226481"/>
                  </a:lnTo>
                  <a:lnTo>
                    <a:pt x="144934" y="228206"/>
                  </a:lnTo>
                  <a:lnTo>
                    <a:pt x="148385" y="231657"/>
                  </a:lnTo>
                  <a:lnTo>
                    <a:pt x="148385" y="233383"/>
                  </a:lnTo>
                  <a:lnTo>
                    <a:pt x="151835" y="236833"/>
                  </a:lnTo>
                  <a:lnTo>
                    <a:pt x="151835" y="238559"/>
                  </a:lnTo>
                  <a:lnTo>
                    <a:pt x="155286" y="242010"/>
                  </a:lnTo>
                  <a:lnTo>
                    <a:pt x="155286" y="243735"/>
                  </a:lnTo>
                  <a:lnTo>
                    <a:pt x="158737" y="247186"/>
                  </a:lnTo>
                  <a:lnTo>
                    <a:pt x="158737" y="248911"/>
                  </a:lnTo>
                  <a:lnTo>
                    <a:pt x="162188" y="252362"/>
                  </a:lnTo>
                  <a:lnTo>
                    <a:pt x="162188" y="254087"/>
                  </a:lnTo>
                  <a:lnTo>
                    <a:pt x="165639" y="257538"/>
                  </a:lnTo>
                  <a:lnTo>
                    <a:pt x="165639" y="259264"/>
                  </a:lnTo>
                  <a:lnTo>
                    <a:pt x="167364" y="260989"/>
                  </a:lnTo>
                  <a:lnTo>
                    <a:pt x="167364" y="262715"/>
                  </a:lnTo>
                  <a:lnTo>
                    <a:pt x="170815" y="266165"/>
                  </a:lnTo>
                  <a:lnTo>
                    <a:pt x="170815" y="267891"/>
                  </a:lnTo>
                  <a:lnTo>
                    <a:pt x="174266" y="271342"/>
                  </a:lnTo>
                  <a:lnTo>
                    <a:pt x="174266" y="273067"/>
                  </a:lnTo>
                  <a:lnTo>
                    <a:pt x="177716" y="276518"/>
                  </a:lnTo>
                  <a:lnTo>
                    <a:pt x="177716" y="278243"/>
                  </a:lnTo>
                  <a:lnTo>
                    <a:pt x="181167" y="281694"/>
                  </a:lnTo>
                  <a:lnTo>
                    <a:pt x="181167" y="283419"/>
                  </a:lnTo>
                  <a:lnTo>
                    <a:pt x="184618" y="286870"/>
                  </a:lnTo>
                  <a:lnTo>
                    <a:pt x="184618" y="288596"/>
                  </a:lnTo>
                  <a:lnTo>
                    <a:pt x="188069" y="292046"/>
                  </a:lnTo>
                  <a:lnTo>
                    <a:pt x="188069" y="293772"/>
                  </a:lnTo>
                  <a:lnTo>
                    <a:pt x="191520" y="297223"/>
                  </a:lnTo>
                  <a:lnTo>
                    <a:pt x="191520" y="298948"/>
                  </a:lnTo>
                  <a:lnTo>
                    <a:pt x="194970" y="302399"/>
                  </a:lnTo>
                  <a:lnTo>
                    <a:pt x="194970" y="304124"/>
                  </a:lnTo>
                  <a:lnTo>
                    <a:pt x="198421" y="307575"/>
                  </a:lnTo>
                  <a:lnTo>
                    <a:pt x="198421" y="309300"/>
                  </a:lnTo>
                  <a:lnTo>
                    <a:pt x="201872" y="312751"/>
                  </a:lnTo>
                  <a:lnTo>
                    <a:pt x="201872" y="314477"/>
                  </a:lnTo>
                  <a:lnTo>
                    <a:pt x="203597" y="316202"/>
                  </a:lnTo>
                  <a:lnTo>
                    <a:pt x="203597" y="317927"/>
                  </a:lnTo>
                  <a:lnTo>
                    <a:pt x="207048" y="321378"/>
                  </a:lnTo>
                  <a:lnTo>
                    <a:pt x="207048" y="323104"/>
                  </a:lnTo>
                  <a:lnTo>
                    <a:pt x="210499" y="326554"/>
                  </a:lnTo>
                  <a:lnTo>
                    <a:pt x="210499" y="328280"/>
                  </a:lnTo>
                  <a:lnTo>
                    <a:pt x="213950" y="331731"/>
                  </a:lnTo>
                  <a:lnTo>
                    <a:pt x="213950" y="333456"/>
                  </a:lnTo>
                  <a:lnTo>
                    <a:pt x="217401" y="336907"/>
                  </a:lnTo>
                  <a:lnTo>
                    <a:pt x="217401" y="338632"/>
                  </a:lnTo>
                  <a:lnTo>
                    <a:pt x="220852" y="342083"/>
                  </a:lnTo>
                  <a:lnTo>
                    <a:pt x="220852" y="343808"/>
                  </a:lnTo>
                  <a:lnTo>
                    <a:pt x="224302" y="347259"/>
                  </a:lnTo>
                  <a:lnTo>
                    <a:pt x="224302" y="348985"/>
                  </a:lnTo>
                  <a:lnTo>
                    <a:pt x="227753" y="352435"/>
                  </a:lnTo>
                  <a:lnTo>
                    <a:pt x="227753" y="354161"/>
                  </a:lnTo>
                  <a:lnTo>
                    <a:pt x="231204" y="357612"/>
                  </a:lnTo>
                  <a:lnTo>
                    <a:pt x="231204" y="359337"/>
                  </a:lnTo>
                  <a:lnTo>
                    <a:pt x="234655" y="362788"/>
                  </a:lnTo>
                  <a:lnTo>
                    <a:pt x="234655" y="364513"/>
                  </a:lnTo>
                  <a:lnTo>
                    <a:pt x="236380" y="366239"/>
                  </a:lnTo>
                  <a:lnTo>
                    <a:pt x="236380" y="367964"/>
                  </a:lnTo>
                  <a:lnTo>
                    <a:pt x="239831" y="371415"/>
                  </a:lnTo>
                  <a:lnTo>
                    <a:pt x="239831" y="373140"/>
                  </a:lnTo>
                  <a:lnTo>
                    <a:pt x="243282" y="376591"/>
                  </a:lnTo>
                  <a:lnTo>
                    <a:pt x="243282" y="378316"/>
                  </a:lnTo>
                  <a:lnTo>
                    <a:pt x="246733" y="381767"/>
                  </a:lnTo>
                  <a:lnTo>
                    <a:pt x="246733" y="383493"/>
                  </a:lnTo>
                  <a:lnTo>
                    <a:pt x="250183" y="386943"/>
                  </a:lnTo>
                  <a:lnTo>
                    <a:pt x="250183" y="388669"/>
                  </a:lnTo>
                  <a:lnTo>
                    <a:pt x="253634" y="392120"/>
                  </a:lnTo>
                  <a:lnTo>
                    <a:pt x="253634" y="393845"/>
                  </a:lnTo>
                  <a:lnTo>
                    <a:pt x="257085" y="397296"/>
                  </a:lnTo>
                  <a:lnTo>
                    <a:pt x="257085" y="399021"/>
                  </a:lnTo>
                  <a:lnTo>
                    <a:pt x="260536" y="402472"/>
                  </a:lnTo>
                  <a:lnTo>
                    <a:pt x="260536" y="404198"/>
                  </a:lnTo>
                  <a:lnTo>
                    <a:pt x="263987" y="407648"/>
                  </a:lnTo>
                  <a:lnTo>
                    <a:pt x="263987" y="409374"/>
                  </a:lnTo>
                  <a:lnTo>
                    <a:pt x="268473" y="413860"/>
                  </a:lnTo>
                  <a:lnTo>
                    <a:pt x="268473" y="408230"/>
                  </a:lnTo>
                  <a:lnTo>
                    <a:pt x="266747" y="406505"/>
                  </a:lnTo>
                  <a:lnTo>
                    <a:pt x="266747" y="403054"/>
                  </a:lnTo>
                  <a:lnTo>
                    <a:pt x="265022" y="401329"/>
                  </a:lnTo>
                  <a:lnTo>
                    <a:pt x="265022" y="399603"/>
                  </a:lnTo>
                  <a:lnTo>
                    <a:pt x="261571" y="396152"/>
                  </a:lnTo>
                  <a:lnTo>
                    <a:pt x="261571" y="394427"/>
                  </a:lnTo>
                  <a:lnTo>
                    <a:pt x="258120" y="390976"/>
                  </a:lnTo>
                  <a:lnTo>
                    <a:pt x="258120" y="389251"/>
                  </a:lnTo>
                  <a:lnTo>
                    <a:pt x="254669" y="385800"/>
                  </a:lnTo>
                  <a:lnTo>
                    <a:pt x="254669" y="384075"/>
                  </a:lnTo>
                  <a:lnTo>
                    <a:pt x="251219" y="380624"/>
                  </a:lnTo>
                  <a:lnTo>
                    <a:pt x="251219" y="378898"/>
                  </a:lnTo>
                  <a:lnTo>
                    <a:pt x="247768" y="375448"/>
                  </a:lnTo>
                  <a:lnTo>
                    <a:pt x="247768" y="373722"/>
                  </a:lnTo>
                  <a:lnTo>
                    <a:pt x="244317" y="370271"/>
                  </a:lnTo>
                  <a:lnTo>
                    <a:pt x="244317" y="368546"/>
                  </a:lnTo>
                  <a:lnTo>
                    <a:pt x="242592" y="366821"/>
                  </a:lnTo>
                  <a:lnTo>
                    <a:pt x="242592" y="365095"/>
                  </a:lnTo>
                  <a:lnTo>
                    <a:pt x="239141" y="361644"/>
                  </a:lnTo>
                  <a:lnTo>
                    <a:pt x="239141" y="359919"/>
                  </a:lnTo>
                  <a:lnTo>
                    <a:pt x="235690" y="356468"/>
                  </a:lnTo>
                  <a:lnTo>
                    <a:pt x="235690" y="354743"/>
                  </a:lnTo>
                  <a:lnTo>
                    <a:pt x="232239" y="351292"/>
                  </a:lnTo>
                  <a:lnTo>
                    <a:pt x="232239" y="349567"/>
                  </a:lnTo>
                  <a:lnTo>
                    <a:pt x="228788" y="346116"/>
                  </a:lnTo>
                  <a:lnTo>
                    <a:pt x="228788" y="344390"/>
                  </a:lnTo>
                  <a:lnTo>
                    <a:pt x="225338" y="340940"/>
                  </a:lnTo>
                  <a:lnTo>
                    <a:pt x="225338" y="339214"/>
                  </a:lnTo>
                  <a:lnTo>
                    <a:pt x="221887" y="335763"/>
                  </a:lnTo>
                  <a:lnTo>
                    <a:pt x="221887" y="334038"/>
                  </a:lnTo>
                  <a:lnTo>
                    <a:pt x="218436" y="330587"/>
                  </a:lnTo>
                  <a:lnTo>
                    <a:pt x="218436" y="328862"/>
                  </a:lnTo>
                  <a:lnTo>
                    <a:pt x="214985" y="325411"/>
                  </a:lnTo>
                  <a:lnTo>
                    <a:pt x="214985" y="323685"/>
                  </a:lnTo>
                  <a:lnTo>
                    <a:pt x="211534" y="320235"/>
                  </a:lnTo>
                  <a:lnTo>
                    <a:pt x="211534" y="318509"/>
                  </a:lnTo>
                  <a:lnTo>
                    <a:pt x="208084" y="315058"/>
                  </a:lnTo>
                  <a:lnTo>
                    <a:pt x="208084" y="313333"/>
                  </a:lnTo>
                  <a:lnTo>
                    <a:pt x="206358" y="311608"/>
                  </a:lnTo>
                  <a:lnTo>
                    <a:pt x="206358" y="309882"/>
                  </a:lnTo>
                  <a:lnTo>
                    <a:pt x="202907" y="306431"/>
                  </a:lnTo>
                  <a:lnTo>
                    <a:pt x="202907" y="304706"/>
                  </a:lnTo>
                  <a:lnTo>
                    <a:pt x="199457" y="301255"/>
                  </a:lnTo>
                  <a:lnTo>
                    <a:pt x="199457" y="299530"/>
                  </a:lnTo>
                  <a:lnTo>
                    <a:pt x="196006" y="296079"/>
                  </a:lnTo>
                  <a:lnTo>
                    <a:pt x="196006" y="294354"/>
                  </a:lnTo>
                  <a:lnTo>
                    <a:pt x="192555" y="290903"/>
                  </a:lnTo>
                  <a:lnTo>
                    <a:pt x="192555" y="289177"/>
                  </a:lnTo>
                  <a:lnTo>
                    <a:pt x="189104" y="285727"/>
                  </a:lnTo>
                  <a:lnTo>
                    <a:pt x="189104" y="284001"/>
                  </a:lnTo>
                  <a:lnTo>
                    <a:pt x="185653" y="280550"/>
                  </a:lnTo>
                  <a:lnTo>
                    <a:pt x="185653" y="278825"/>
                  </a:lnTo>
                  <a:lnTo>
                    <a:pt x="182202" y="275374"/>
                  </a:lnTo>
                  <a:lnTo>
                    <a:pt x="182202" y="273649"/>
                  </a:lnTo>
                  <a:lnTo>
                    <a:pt x="178752" y="270198"/>
                  </a:lnTo>
                  <a:lnTo>
                    <a:pt x="178752" y="268473"/>
                  </a:lnTo>
                  <a:lnTo>
                    <a:pt x="175301" y="265022"/>
                  </a:lnTo>
                  <a:lnTo>
                    <a:pt x="175301" y="263296"/>
                  </a:lnTo>
                  <a:lnTo>
                    <a:pt x="171850" y="259846"/>
                  </a:lnTo>
                  <a:lnTo>
                    <a:pt x="171850" y="258120"/>
                  </a:lnTo>
                  <a:lnTo>
                    <a:pt x="170125" y="256395"/>
                  </a:lnTo>
                  <a:lnTo>
                    <a:pt x="170125" y="254669"/>
                  </a:lnTo>
                  <a:lnTo>
                    <a:pt x="166674" y="251219"/>
                  </a:lnTo>
                  <a:lnTo>
                    <a:pt x="166674" y="249493"/>
                  </a:lnTo>
                  <a:lnTo>
                    <a:pt x="163223" y="246042"/>
                  </a:lnTo>
                  <a:lnTo>
                    <a:pt x="163223" y="244317"/>
                  </a:lnTo>
                  <a:lnTo>
                    <a:pt x="159772" y="240866"/>
                  </a:lnTo>
                  <a:lnTo>
                    <a:pt x="159772" y="239141"/>
                  </a:lnTo>
                  <a:lnTo>
                    <a:pt x="156321" y="235690"/>
                  </a:lnTo>
                  <a:lnTo>
                    <a:pt x="156321" y="233965"/>
                  </a:lnTo>
                  <a:lnTo>
                    <a:pt x="152871" y="230514"/>
                  </a:lnTo>
                  <a:lnTo>
                    <a:pt x="152871" y="228788"/>
                  </a:lnTo>
                  <a:lnTo>
                    <a:pt x="149420" y="225338"/>
                  </a:lnTo>
                  <a:lnTo>
                    <a:pt x="149420" y="223612"/>
                  </a:lnTo>
                  <a:lnTo>
                    <a:pt x="145969" y="220161"/>
                  </a:lnTo>
                  <a:lnTo>
                    <a:pt x="145969" y="218436"/>
                  </a:lnTo>
                  <a:lnTo>
                    <a:pt x="142518" y="214985"/>
                  </a:lnTo>
                  <a:lnTo>
                    <a:pt x="142518" y="213260"/>
                  </a:lnTo>
                  <a:lnTo>
                    <a:pt x="139067" y="209809"/>
                  </a:lnTo>
                  <a:lnTo>
                    <a:pt x="139067" y="208084"/>
                  </a:lnTo>
                  <a:lnTo>
                    <a:pt x="137342" y="206358"/>
                  </a:lnTo>
                  <a:lnTo>
                    <a:pt x="137342" y="204633"/>
                  </a:lnTo>
                  <a:lnTo>
                    <a:pt x="133891" y="201182"/>
                  </a:lnTo>
                  <a:lnTo>
                    <a:pt x="133891" y="199457"/>
                  </a:lnTo>
                  <a:lnTo>
                    <a:pt x="130440" y="196006"/>
                  </a:lnTo>
                  <a:lnTo>
                    <a:pt x="130440" y="194280"/>
                  </a:lnTo>
                  <a:lnTo>
                    <a:pt x="126990" y="190830"/>
                  </a:lnTo>
                  <a:lnTo>
                    <a:pt x="126990" y="189104"/>
                  </a:lnTo>
                  <a:lnTo>
                    <a:pt x="123539" y="185653"/>
                  </a:lnTo>
                  <a:lnTo>
                    <a:pt x="123539" y="183928"/>
                  </a:lnTo>
                  <a:lnTo>
                    <a:pt x="120088" y="180477"/>
                  </a:lnTo>
                  <a:lnTo>
                    <a:pt x="120088" y="178752"/>
                  </a:lnTo>
                  <a:lnTo>
                    <a:pt x="116637" y="175301"/>
                  </a:lnTo>
                  <a:lnTo>
                    <a:pt x="116637" y="173575"/>
                  </a:lnTo>
                  <a:lnTo>
                    <a:pt x="113186" y="170125"/>
                  </a:lnTo>
                  <a:lnTo>
                    <a:pt x="113186" y="168399"/>
                  </a:lnTo>
                  <a:lnTo>
                    <a:pt x="109736" y="164948"/>
                  </a:lnTo>
                  <a:lnTo>
                    <a:pt x="109736" y="163223"/>
                  </a:lnTo>
                  <a:lnTo>
                    <a:pt x="106285" y="159772"/>
                  </a:lnTo>
                  <a:lnTo>
                    <a:pt x="106285" y="158047"/>
                  </a:lnTo>
                  <a:lnTo>
                    <a:pt x="102834" y="154596"/>
                  </a:lnTo>
                  <a:lnTo>
                    <a:pt x="102834" y="152871"/>
                  </a:lnTo>
                  <a:lnTo>
                    <a:pt x="101109" y="151145"/>
                  </a:lnTo>
                  <a:lnTo>
                    <a:pt x="101109" y="149420"/>
                  </a:lnTo>
                  <a:lnTo>
                    <a:pt x="97658" y="145969"/>
                  </a:lnTo>
                  <a:lnTo>
                    <a:pt x="97658" y="144244"/>
                  </a:lnTo>
                  <a:lnTo>
                    <a:pt x="94207" y="140793"/>
                  </a:lnTo>
                  <a:lnTo>
                    <a:pt x="94207" y="139067"/>
                  </a:lnTo>
                  <a:lnTo>
                    <a:pt x="90756" y="135617"/>
                  </a:lnTo>
                  <a:lnTo>
                    <a:pt x="90756" y="133891"/>
                  </a:lnTo>
                  <a:lnTo>
                    <a:pt x="87305" y="130440"/>
                  </a:lnTo>
                  <a:lnTo>
                    <a:pt x="87305" y="128715"/>
                  </a:lnTo>
                  <a:lnTo>
                    <a:pt x="83855" y="125264"/>
                  </a:lnTo>
                  <a:lnTo>
                    <a:pt x="83855" y="123539"/>
                  </a:lnTo>
                  <a:lnTo>
                    <a:pt x="80404" y="120088"/>
                  </a:lnTo>
                  <a:lnTo>
                    <a:pt x="80404" y="118363"/>
                  </a:lnTo>
                  <a:lnTo>
                    <a:pt x="76953" y="114912"/>
                  </a:lnTo>
                  <a:lnTo>
                    <a:pt x="76953" y="113186"/>
                  </a:lnTo>
                  <a:lnTo>
                    <a:pt x="73502" y="109736"/>
                  </a:lnTo>
                  <a:lnTo>
                    <a:pt x="73502" y="108010"/>
                  </a:lnTo>
                  <a:lnTo>
                    <a:pt x="70051" y="104559"/>
                  </a:lnTo>
                  <a:lnTo>
                    <a:pt x="70051" y="102834"/>
                  </a:lnTo>
                  <a:lnTo>
                    <a:pt x="66601" y="99383"/>
                  </a:lnTo>
                  <a:lnTo>
                    <a:pt x="66601" y="97658"/>
                  </a:lnTo>
                  <a:lnTo>
                    <a:pt x="64875" y="95932"/>
                  </a:lnTo>
                  <a:lnTo>
                    <a:pt x="64875" y="94207"/>
                  </a:lnTo>
                  <a:lnTo>
                    <a:pt x="61424" y="90756"/>
                  </a:lnTo>
                  <a:lnTo>
                    <a:pt x="61424" y="89031"/>
                  </a:lnTo>
                  <a:lnTo>
                    <a:pt x="57974" y="85580"/>
                  </a:lnTo>
                  <a:lnTo>
                    <a:pt x="57974" y="83855"/>
                  </a:lnTo>
                  <a:lnTo>
                    <a:pt x="54523" y="80404"/>
                  </a:lnTo>
                  <a:lnTo>
                    <a:pt x="54523" y="78678"/>
                  </a:lnTo>
                  <a:lnTo>
                    <a:pt x="51072" y="75228"/>
                  </a:lnTo>
                  <a:lnTo>
                    <a:pt x="51072" y="73502"/>
                  </a:lnTo>
                  <a:lnTo>
                    <a:pt x="47621" y="70051"/>
                  </a:lnTo>
                  <a:lnTo>
                    <a:pt x="47621" y="68326"/>
                  </a:lnTo>
                  <a:lnTo>
                    <a:pt x="44170" y="64875"/>
                  </a:lnTo>
                  <a:lnTo>
                    <a:pt x="44170" y="63150"/>
                  </a:lnTo>
                  <a:lnTo>
                    <a:pt x="40719" y="59699"/>
                  </a:lnTo>
                  <a:lnTo>
                    <a:pt x="40719" y="57974"/>
                  </a:lnTo>
                  <a:lnTo>
                    <a:pt x="37269" y="54523"/>
                  </a:lnTo>
                  <a:lnTo>
                    <a:pt x="37269" y="52797"/>
                  </a:lnTo>
                  <a:lnTo>
                    <a:pt x="33818" y="49347"/>
                  </a:lnTo>
                  <a:lnTo>
                    <a:pt x="33818" y="47621"/>
                  </a:lnTo>
                  <a:lnTo>
                    <a:pt x="32092" y="45896"/>
                  </a:lnTo>
                  <a:lnTo>
                    <a:pt x="32092" y="44170"/>
                  </a:lnTo>
                  <a:lnTo>
                    <a:pt x="28642" y="40719"/>
                  </a:lnTo>
                  <a:lnTo>
                    <a:pt x="28642" y="38994"/>
                  </a:lnTo>
                  <a:lnTo>
                    <a:pt x="25191" y="35543"/>
                  </a:lnTo>
                  <a:lnTo>
                    <a:pt x="25191" y="33818"/>
                  </a:lnTo>
                  <a:lnTo>
                    <a:pt x="21740" y="30367"/>
                  </a:lnTo>
                  <a:lnTo>
                    <a:pt x="21740" y="28642"/>
                  </a:lnTo>
                  <a:lnTo>
                    <a:pt x="18289" y="25191"/>
                  </a:lnTo>
                  <a:lnTo>
                    <a:pt x="18289" y="23465"/>
                  </a:lnTo>
                  <a:lnTo>
                    <a:pt x="14838" y="20015"/>
                  </a:lnTo>
                  <a:lnTo>
                    <a:pt x="14838" y="18289"/>
                  </a:lnTo>
                  <a:lnTo>
                    <a:pt x="11388" y="14838"/>
                  </a:lnTo>
                  <a:lnTo>
                    <a:pt x="11388" y="13113"/>
                  </a:lnTo>
                  <a:lnTo>
                    <a:pt x="7937" y="9662"/>
                  </a:lnTo>
                  <a:lnTo>
                    <a:pt x="7937" y="7937"/>
                  </a:lnTo>
                  <a:lnTo>
                    <a:pt x="4486" y="4486"/>
                  </a:lnTo>
                  <a:lnTo>
                    <a:pt x="4486" y="0"/>
                  </a:ln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</p:sp>
        <p:sp>
          <p:nvSpPr>
            <p:cNvPr id="20154" name="Graph element 633"/>
            <p:cNvSpPr/>
            <p:nvPr/>
          </p:nvSpPr>
          <p:spPr>
            <a:xfrm>
              <a:off x="500712" y="501865"/>
              <a:ext cx="113758" cy="129859"/>
            </a:xfrm>
            <a:custGeom>
              <a:avLst/>
              <a:gdLst/>
              <a:ahLst/>
              <a:cxnLst/>
              <a:rect l="0" t="0" r="r" b="b"/>
              <a:pathLst>
                <a:path w="113758" h="129859" stroke="0" extrusionOk="0">
                  <a:moveTo>
                    <a:pt x="104904" y="0"/>
                  </a:moveTo>
                  <a:lnTo>
                    <a:pt x="100073" y="4831"/>
                  </a:lnTo>
                  <a:lnTo>
                    <a:pt x="100073" y="6557"/>
                  </a:lnTo>
                  <a:lnTo>
                    <a:pt x="82819" y="23811"/>
                  </a:lnTo>
                  <a:lnTo>
                    <a:pt x="82819" y="25536"/>
                  </a:lnTo>
                  <a:lnTo>
                    <a:pt x="65565" y="42790"/>
                  </a:lnTo>
                  <a:lnTo>
                    <a:pt x="65565" y="44515"/>
                  </a:lnTo>
                  <a:lnTo>
                    <a:pt x="48311" y="61769"/>
                  </a:lnTo>
                  <a:lnTo>
                    <a:pt x="48311" y="63495"/>
                  </a:lnTo>
                  <a:lnTo>
                    <a:pt x="29332" y="82474"/>
                  </a:lnTo>
                  <a:lnTo>
                    <a:pt x="29332" y="84200"/>
                  </a:lnTo>
                  <a:lnTo>
                    <a:pt x="12078" y="101454"/>
                  </a:lnTo>
                  <a:lnTo>
                    <a:pt x="12078" y="103179"/>
                  </a:lnTo>
                  <a:lnTo>
                    <a:pt x="0" y="115257"/>
                  </a:lnTo>
                  <a:lnTo>
                    <a:pt x="0" y="125027"/>
                  </a:lnTo>
                  <a:lnTo>
                    <a:pt x="4831" y="129859"/>
                  </a:lnTo>
                  <a:lnTo>
                    <a:pt x="16564" y="118126"/>
                  </a:lnTo>
                  <a:lnTo>
                    <a:pt x="16564" y="116400"/>
                  </a:lnTo>
                  <a:lnTo>
                    <a:pt x="33818" y="99146"/>
                  </a:lnTo>
                  <a:lnTo>
                    <a:pt x="33818" y="97421"/>
                  </a:lnTo>
                  <a:lnTo>
                    <a:pt x="51072" y="80167"/>
                  </a:lnTo>
                  <a:lnTo>
                    <a:pt x="51072" y="78442"/>
                  </a:lnTo>
                  <a:lnTo>
                    <a:pt x="68326" y="61188"/>
                  </a:lnTo>
                  <a:lnTo>
                    <a:pt x="68326" y="59462"/>
                  </a:lnTo>
                  <a:lnTo>
                    <a:pt x="85580" y="42208"/>
                  </a:lnTo>
                  <a:lnTo>
                    <a:pt x="85580" y="40483"/>
                  </a:lnTo>
                  <a:lnTo>
                    <a:pt x="104559" y="21503"/>
                  </a:lnTo>
                  <a:lnTo>
                    <a:pt x="104559" y="19778"/>
                  </a:lnTo>
                  <a:lnTo>
                    <a:pt x="113758" y="10579"/>
                  </a:lnTo>
                  <a:lnTo>
                    <a:pt x="109736" y="6557"/>
                  </a:lnTo>
                  <a:lnTo>
                    <a:pt x="109736" y="4831"/>
                  </a:lnTo>
                  <a:lnTo>
                    <a:pt x="104904" y="0"/>
                  </a:ln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</p:sp>
        <p:sp>
          <p:nvSpPr>
            <p:cNvPr id="20155" name="Graph element 634"/>
            <p:cNvSpPr/>
            <p:nvPr/>
          </p:nvSpPr>
          <p:spPr>
            <a:xfrm>
              <a:off x="317592" y="500712"/>
              <a:ext cx="13566" cy="6211"/>
            </a:xfrm>
            <a:custGeom>
              <a:avLst/>
              <a:gdLst/>
              <a:ahLst/>
              <a:cxnLst/>
              <a:rect l="0" t="0" r="r" b="b"/>
              <a:pathLst>
                <a:path w="13566" h="6211" stroke="0" extrusionOk="0">
                  <a:moveTo>
                    <a:pt x="0" y="0"/>
                  </a:moveTo>
                  <a:lnTo>
                    <a:pt x="6211" y="6211"/>
                  </a:lnTo>
                  <a:lnTo>
                    <a:pt x="13566" y="6211"/>
                  </a:lnTo>
                  <a:lnTo>
                    <a:pt x="9080" y="1725"/>
                  </a:lnTo>
                  <a:lnTo>
                    <a:pt x="7355" y="1725"/>
                  </a:lnTo>
                  <a:lnTo>
                    <a:pt x="563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</p:sp>
        <p:sp>
          <p:nvSpPr>
            <p:cNvPr id="20156" name="Graph element 635"/>
            <p:cNvSpPr/>
            <p:nvPr/>
          </p:nvSpPr>
          <p:spPr>
            <a:xfrm>
              <a:off x="481732" y="473105"/>
              <a:ext cx="18289" cy="151145"/>
            </a:xfrm>
            <a:custGeom>
              <a:avLst/>
              <a:gdLst/>
              <a:ahLst/>
              <a:cxnLst/>
              <a:rect l="0" t="0" r="r" b="b"/>
              <a:pathLst>
                <a:path w="18289" h="151145" stroke="0" extrusionOk="0">
                  <a:moveTo>
                    <a:pt x="0" y="0"/>
                  </a:moveTo>
                  <a:lnTo>
                    <a:pt x="0" y="43362"/>
                  </a:lnTo>
                  <a:lnTo>
                    <a:pt x="1725" y="45087"/>
                  </a:lnTo>
                  <a:lnTo>
                    <a:pt x="1725" y="88222"/>
                  </a:lnTo>
                  <a:lnTo>
                    <a:pt x="3451" y="89948"/>
                  </a:lnTo>
                  <a:lnTo>
                    <a:pt x="3451" y="134808"/>
                  </a:lnTo>
                  <a:lnTo>
                    <a:pt x="5176" y="136533"/>
                  </a:lnTo>
                  <a:lnTo>
                    <a:pt x="5176" y="146886"/>
                  </a:lnTo>
                  <a:lnTo>
                    <a:pt x="9436" y="151145"/>
                  </a:lnTo>
                  <a:lnTo>
                    <a:pt x="12304" y="151145"/>
                  </a:lnTo>
                  <a:lnTo>
                    <a:pt x="18289" y="145160"/>
                  </a:lnTo>
                  <a:lnTo>
                    <a:pt x="18289" y="135390"/>
                  </a:lnTo>
                  <a:lnTo>
                    <a:pt x="16564" y="133665"/>
                  </a:lnTo>
                  <a:lnTo>
                    <a:pt x="16564" y="88804"/>
                  </a:lnTo>
                  <a:lnTo>
                    <a:pt x="14838" y="87079"/>
                  </a:lnTo>
                  <a:lnTo>
                    <a:pt x="14838" y="42218"/>
                  </a:lnTo>
                  <a:lnTo>
                    <a:pt x="13113" y="40493"/>
                  </a:lnTo>
                  <a:lnTo>
                    <a:pt x="13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</p:sp>
        <p:sp>
          <p:nvSpPr>
            <p:cNvPr id="20157" name="Graph element 636"/>
            <p:cNvSpPr/>
            <p:nvPr/>
          </p:nvSpPr>
          <p:spPr>
            <a:xfrm>
              <a:off x="324494" y="461028"/>
              <a:ext cx="156548" cy="42445"/>
            </a:xfrm>
            <a:custGeom>
              <a:avLst/>
              <a:gdLst/>
              <a:ahLst/>
              <a:cxnLst/>
              <a:rect l="0" t="0" r="r" b="b"/>
              <a:pathLst>
                <a:path w="156548" h="42445" stroke="0" extrusionOk="0">
                  <a:moveTo>
                    <a:pt x="147694" y="0"/>
                  </a:moveTo>
                  <a:lnTo>
                    <a:pt x="145969" y="1725"/>
                  </a:lnTo>
                  <a:lnTo>
                    <a:pt x="135617" y="1725"/>
                  </a:lnTo>
                  <a:lnTo>
                    <a:pt x="133891" y="3451"/>
                  </a:lnTo>
                  <a:lnTo>
                    <a:pt x="121813" y="3451"/>
                  </a:lnTo>
                  <a:lnTo>
                    <a:pt x="120088" y="5176"/>
                  </a:lnTo>
                  <a:lnTo>
                    <a:pt x="109736" y="5176"/>
                  </a:lnTo>
                  <a:lnTo>
                    <a:pt x="108010" y="6902"/>
                  </a:lnTo>
                  <a:lnTo>
                    <a:pt x="97658" y="6902"/>
                  </a:lnTo>
                  <a:lnTo>
                    <a:pt x="95932" y="8627"/>
                  </a:lnTo>
                  <a:lnTo>
                    <a:pt x="85580" y="8627"/>
                  </a:lnTo>
                  <a:lnTo>
                    <a:pt x="83855" y="10352"/>
                  </a:lnTo>
                  <a:lnTo>
                    <a:pt x="71777" y="10352"/>
                  </a:lnTo>
                  <a:lnTo>
                    <a:pt x="70051" y="12078"/>
                  </a:lnTo>
                  <a:lnTo>
                    <a:pt x="59699" y="12078"/>
                  </a:lnTo>
                  <a:lnTo>
                    <a:pt x="57974" y="13803"/>
                  </a:lnTo>
                  <a:lnTo>
                    <a:pt x="47621" y="13803"/>
                  </a:lnTo>
                  <a:lnTo>
                    <a:pt x="45896" y="15529"/>
                  </a:lnTo>
                  <a:lnTo>
                    <a:pt x="33818" y="15529"/>
                  </a:lnTo>
                  <a:lnTo>
                    <a:pt x="32092" y="17254"/>
                  </a:lnTo>
                  <a:lnTo>
                    <a:pt x="21740" y="17254"/>
                  </a:lnTo>
                  <a:lnTo>
                    <a:pt x="20015" y="18979"/>
                  </a:lnTo>
                  <a:lnTo>
                    <a:pt x="9662" y="18979"/>
                  </a:lnTo>
                  <a:lnTo>
                    <a:pt x="7937" y="20705"/>
                  </a:lnTo>
                  <a:lnTo>
                    <a:pt x="6211" y="20705"/>
                  </a:lnTo>
                  <a:lnTo>
                    <a:pt x="227" y="26690"/>
                  </a:lnTo>
                  <a:lnTo>
                    <a:pt x="227" y="29559"/>
                  </a:lnTo>
                  <a:lnTo>
                    <a:pt x="3677" y="33009"/>
                  </a:lnTo>
                  <a:lnTo>
                    <a:pt x="3677" y="33591"/>
                  </a:lnTo>
                  <a:lnTo>
                    <a:pt x="0" y="37269"/>
                  </a:lnTo>
                  <a:lnTo>
                    <a:pt x="4486" y="37269"/>
                  </a:lnTo>
                  <a:lnTo>
                    <a:pt x="9662" y="42445"/>
                  </a:lnTo>
                  <a:lnTo>
                    <a:pt x="15292" y="42445"/>
                  </a:lnTo>
                  <a:lnTo>
                    <a:pt x="7010" y="34163"/>
                  </a:lnTo>
                  <a:lnTo>
                    <a:pt x="7355" y="33818"/>
                  </a:lnTo>
                  <a:lnTo>
                    <a:pt x="9080" y="33818"/>
                  </a:lnTo>
                  <a:lnTo>
                    <a:pt x="10806" y="32092"/>
                  </a:lnTo>
                  <a:lnTo>
                    <a:pt x="21158" y="32092"/>
                  </a:lnTo>
                  <a:lnTo>
                    <a:pt x="22884" y="30367"/>
                  </a:lnTo>
                  <a:lnTo>
                    <a:pt x="34961" y="30367"/>
                  </a:lnTo>
                  <a:lnTo>
                    <a:pt x="36687" y="28642"/>
                  </a:lnTo>
                  <a:lnTo>
                    <a:pt x="47039" y="28642"/>
                  </a:lnTo>
                  <a:lnTo>
                    <a:pt x="48765" y="26916"/>
                  </a:lnTo>
                  <a:lnTo>
                    <a:pt x="59117" y="26916"/>
                  </a:lnTo>
                  <a:lnTo>
                    <a:pt x="60842" y="25191"/>
                  </a:lnTo>
                  <a:lnTo>
                    <a:pt x="72920" y="25191"/>
                  </a:lnTo>
                  <a:lnTo>
                    <a:pt x="74646" y="23465"/>
                  </a:lnTo>
                  <a:lnTo>
                    <a:pt x="84998" y="23465"/>
                  </a:lnTo>
                  <a:lnTo>
                    <a:pt x="86723" y="21740"/>
                  </a:lnTo>
                  <a:lnTo>
                    <a:pt x="97076" y="21740"/>
                  </a:lnTo>
                  <a:lnTo>
                    <a:pt x="98801" y="20015"/>
                  </a:lnTo>
                  <a:lnTo>
                    <a:pt x="109154" y="20015"/>
                  </a:lnTo>
                  <a:lnTo>
                    <a:pt x="110879" y="18289"/>
                  </a:lnTo>
                  <a:lnTo>
                    <a:pt x="122957" y="18289"/>
                  </a:lnTo>
                  <a:lnTo>
                    <a:pt x="124682" y="16564"/>
                  </a:lnTo>
                  <a:lnTo>
                    <a:pt x="135035" y="16564"/>
                  </a:lnTo>
                  <a:lnTo>
                    <a:pt x="136760" y="14838"/>
                  </a:lnTo>
                  <a:lnTo>
                    <a:pt x="147113" y="14838"/>
                  </a:lnTo>
                  <a:lnTo>
                    <a:pt x="148838" y="13113"/>
                  </a:lnTo>
                  <a:lnTo>
                    <a:pt x="156548" y="13113"/>
                  </a:lnTo>
                  <a:lnTo>
                    <a:pt x="156548" y="0"/>
                  </a:lnTo>
                  <a:lnTo>
                    <a:pt x="147694" y="0"/>
                  </a:ln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</p:sp>
        <p:sp>
          <p:nvSpPr>
            <p:cNvPr id="20158" name="Graph element 637"/>
            <p:cNvSpPr/>
            <p:nvPr/>
          </p:nvSpPr>
          <p:spPr>
            <a:xfrm>
              <a:off x="581806" y="459302"/>
              <a:ext cx="29213" cy="40719"/>
            </a:xfrm>
            <a:custGeom>
              <a:avLst/>
              <a:gdLst/>
              <a:ahLst/>
              <a:cxnLst/>
              <a:rect l="0" t="0" r="r" b="b"/>
              <a:pathLst>
                <a:path w="29213" h="40719" stroke="0" extrusionOk="0">
                  <a:moveTo>
                    <a:pt x="0" y="0"/>
                  </a:moveTo>
                  <a:lnTo>
                    <a:pt x="0" y="5403"/>
                  </a:lnTo>
                  <a:lnTo>
                    <a:pt x="3451" y="8854"/>
                  </a:lnTo>
                  <a:lnTo>
                    <a:pt x="3451" y="10579"/>
                  </a:lnTo>
                  <a:lnTo>
                    <a:pt x="6902" y="14030"/>
                  </a:lnTo>
                  <a:lnTo>
                    <a:pt x="6902" y="15755"/>
                  </a:lnTo>
                  <a:lnTo>
                    <a:pt x="10352" y="19206"/>
                  </a:lnTo>
                  <a:lnTo>
                    <a:pt x="10352" y="20931"/>
                  </a:lnTo>
                  <a:lnTo>
                    <a:pt x="13803" y="24382"/>
                  </a:lnTo>
                  <a:lnTo>
                    <a:pt x="13803" y="26108"/>
                  </a:lnTo>
                  <a:lnTo>
                    <a:pt x="17254" y="29559"/>
                  </a:lnTo>
                  <a:lnTo>
                    <a:pt x="17254" y="31284"/>
                  </a:lnTo>
                  <a:lnTo>
                    <a:pt x="20705" y="34735"/>
                  </a:lnTo>
                  <a:lnTo>
                    <a:pt x="20705" y="36460"/>
                  </a:lnTo>
                  <a:lnTo>
                    <a:pt x="22430" y="38186"/>
                  </a:lnTo>
                  <a:lnTo>
                    <a:pt x="22430" y="40719"/>
                  </a:lnTo>
                  <a:lnTo>
                    <a:pt x="26108" y="40719"/>
                  </a:lnTo>
                  <a:lnTo>
                    <a:pt x="29213" y="37614"/>
                  </a:lnTo>
                  <a:lnTo>
                    <a:pt x="25191" y="33591"/>
                  </a:lnTo>
                  <a:lnTo>
                    <a:pt x="25191" y="31866"/>
                  </a:lnTo>
                  <a:lnTo>
                    <a:pt x="21740" y="28415"/>
                  </a:lnTo>
                  <a:lnTo>
                    <a:pt x="21740" y="26690"/>
                  </a:lnTo>
                  <a:lnTo>
                    <a:pt x="18289" y="23239"/>
                  </a:lnTo>
                  <a:lnTo>
                    <a:pt x="18289" y="21513"/>
                  </a:lnTo>
                  <a:lnTo>
                    <a:pt x="14838" y="18063"/>
                  </a:lnTo>
                  <a:lnTo>
                    <a:pt x="14838" y="16337"/>
                  </a:lnTo>
                  <a:lnTo>
                    <a:pt x="11388" y="12886"/>
                  </a:lnTo>
                  <a:lnTo>
                    <a:pt x="11388" y="11161"/>
                  </a:lnTo>
                  <a:lnTo>
                    <a:pt x="7937" y="7710"/>
                  </a:lnTo>
                  <a:lnTo>
                    <a:pt x="7937" y="5985"/>
                  </a:lnTo>
                  <a:lnTo>
                    <a:pt x="4486" y="2534"/>
                  </a:lnTo>
                  <a:lnTo>
                    <a:pt x="448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</p:sp>
        <p:sp>
          <p:nvSpPr>
            <p:cNvPr id="20159" name="Graph element 638"/>
            <p:cNvSpPr/>
            <p:nvPr/>
          </p:nvSpPr>
          <p:spPr>
            <a:xfrm>
              <a:off x="672680" y="450103"/>
              <a:ext cx="212106" cy="460791"/>
            </a:xfrm>
            <a:custGeom>
              <a:avLst/>
              <a:gdLst/>
              <a:ahLst/>
              <a:cxnLst/>
              <a:rect l="0" t="0" r="r" b="b"/>
              <a:pathLst>
                <a:path w="212106" h="460791" stroke="0" extrusionOk="0">
                  <a:moveTo>
                    <a:pt x="3677" y="0"/>
                  </a:moveTo>
                  <a:lnTo>
                    <a:pt x="0" y="3677"/>
                  </a:lnTo>
                  <a:lnTo>
                    <a:pt x="2297" y="5975"/>
                  </a:lnTo>
                  <a:lnTo>
                    <a:pt x="2297" y="9425"/>
                  </a:lnTo>
                  <a:lnTo>
                    <a:pt x="4023" y="11151"/>
                  </a:lnTo>
                  <a:lnTo>
                    <a:pt x="4023" y="12876"/>
                  </a:lnTo>
                  <a:lnTo>
                    <a:pt x="5748" y="14602"/>
                  </a:lnTo>
                  <a:lnTo>
                    <a:pt x="5748" y="16327"/>
                  </a:lnTo>
                  <a:lnTo>
                    <a:pt x="7473" y="18052"/>
                  </a:lnTo>
                  <a:lnTo>
                    <a:pt x="7473" y="19778"/>
                  </a:lnTo>
                  <a:lnTo>
                    <a:pt x="9199" y="21503"/>
                  </a:lnTo>
                  <a:lnTo>
                    <a:pt x="9199" y="23229"/>
                  </a:lnTo>
                  <a:lnTo>
                    <a:pt x="10924" y="24954"/>
                  </a:lnTo>
                  <a:lnTo>
                    <a:pt x="10924" y="28405"/>
                  </a:lnTo>
                  <a:lnTo>
                    <a:pt x="12650" y="30130"/>
                  </a:lnTo>
                  <a:lnTo>
                    <a:pt x="12650" y="31856"/>
                  </a:lnTo>
                  <a:lnTo>
                    <a:pt x="14375" y="33581"/>
                  </a:lnTo>
                  <a:lnTo>
                    <a:pt x="14375" y="35306"/>
                  </a:lnTo>
                  <a:lnTo>
                    <a:pt x="16100" y="37032"/>
                  </a:lnTo>
                  <a:lnTo>
                    <a:pt x="16100" y="38757"/>
                  </a:lnTo>
                  <a:lnTo>
                    <a:pt x="17826" y="40483"/>
                  </a:lnTo>
                  <a:lnTo>
                    <a:pt x="17826" y="42208"/>
                  </a:lnTo>
                  <a:lnTo>
                    <a:pt x="19551" y="43933"/>
                  </a:lnTo>
                  <a:lnTo>
                    <a:pt x="19551" y="47384"/>
                  </a:lnTo>
                  <a:lnTo>
                    <a:pt x="21277" y="49110"/>
                  </a:lnTo>
                  <a:lnTo>
                    <a:pt x="21277" y="50835"/>
                  </a:lnTo>
                  <a:lnTo>
                    <a:pt x="23002" y="52560"/>
                  </a:lnTo>
                  <a:lnTo>
                    <a:pt x="23002" y="54286"/>
                  </a:lnTo>
                  <a:lnTo>
                    <a:pt x="24727" y="56011"/>
                  </a:lnTo>
                  <a:lnTo>
                    <a:pt x="24727" y="57737"/>
                  </a:lnTo>
                  <a:lnTo>
                    <a:pt x="26453" y="59462"/>
                  </a:lnTo>
                  <a:lnTo>
                    <a:pt x="26453" y="61188"/>
                  </a:lnTo>
                  <a:lnTo>
                    <a:pt x="28178" y="62913"/>
                  </a:lnTo>
                  <a:lnTo>
                    <a:pt x="28178" y="66364"/>
                  </a:lnTo>
                  <a:lnTo>
                    <a:pt x="29904" y="68089"/>
                  </a:lnTo>
                  <a:lnTo>
                    <a:pt x="29904" y="69815"/>
                  </a:lnTo>
                  <a:lnTo>
                    <a:pt x="31629" y="71540"/>
                  </a:lnTo>
                  <a:lnTo>
                    <a:pt x="31629" y="73265"/>
                  </a:lnTo>
                  <a:lnTo>
                    <a:pt x="33354" y="74991"/>
                  </a:lnTo>
                  <a:lnTo>
                    <a:pt x="33354" y="76716"/>
                  </a:lnTo>
                  <a:lnTo>
                    <a:pt x="35080" y="78442"/>
                  </a:lnTo>
                  <a:lnTo>
                    <a:pt x="35080" y="80167"/>
                  </a:lnTo>
                  <a:lnTo>
                    <a:pt x="36805" y="81892"/>
                  </a:lnTo>
                  <a:lnTo>
                    <a:pt x="36805" y="83618"/>
                  </a:lnTo>
                  <a:lnTo>
                    <a:pt x="38531" y="85343"/>
                  </a:lnTo>
                  <a:lnTo>
                    <a:pt x="38531" y="88794"/>
                  </a:lnTo>
                  <a:lnTo>
                    <a:pt x="40256" y="90519"/>
                  </a:lnTo>
                  <a:lnTo>
                    <a:pt x="40256" y="92245"/>
                  </a:lnTo>
                  <a:lnTo>
                    <a:pt x="41981" y="93970"/>
                  </a:lnTo>
                  <a:lnTo>
                    <a:pt x="41981" y="95696"/>
                  </a:lnTo>
                  <a:lnTo>
                    <a:pt x="43707" y="97421"/>
                  </a:lnTo>
                  <a:lnTo>
                    <a:pt x="43707" y="99146"/>
                  </a:lnTo>
                  <a:lnTo>
                    <a:pt x="45432" y="100872"/>
                  </a:lnTo>
                  <a:lnTo>
                    <a:pt x="45432" y="102597"/>
                  </a:lnTo>
                  <a:lnTo>
                    <a:pt x="47158" y="104323"/>
                  </a:lnTo>
                  <a:lnTo>
                    <a:pt x="47158" y="107773"/>
                  </a:lnTo>
                  <a:lnTo>
                    <a:pt x="48883" y="109499"/>
                  </a:lnTo>
                  <a:lnTo>
                    <a:pt x="48883" y="111224"/>
                  </a:lnTo>
                  <a:lnTo>
                    <a:pt x="50608" y="112950"/>
                  </a:lnTo>
                  <a:lnTo>
                    <a:pt x="50608" y="114675"/>
                  </a:lnTo>
                  <a:lnTo>
                    <a:pt x="52334" y="116400"/>
                  </a:lnTo>
                  <a:lnTo>
                    <a:pt x="52334" y="118126"/>
                  </a:lnTo>
                  <a:lnTo>
                    <a:pt x="54059" y="119851"/>
                  </a:lnTo>
                  <a:lnTo>
                    <a:pt x="54059" y="121577"/>
                  </a:lnTo>
                  <a:lnTo>
                    <a:pt x="55785" y="123302"/>
                  </a:lnTo>
                  <a:lnTo>
                    <a:pt x="55785" y="126753"/>
                  </a:lnTo>
                  <a:lnTo>
                    <a:pt x="57510" y="128478"/>
                  </a:lnTo>
                  <a:lnTo>
                    <a:pt x="57510" y="130204"/>
                  </a:lnTo>
                  <a:lnTo>
                    <a:pt x="59235" y="131929"/>
                  </a:lnTo>
                  <a:lnTo>
                    <a:pt x="59235" y="133654"/>
                  </a:lnTo>
                  <a:lnTo>
                    <a:pt x="60961" y="135380"/>
                  </a:lnTo>
                  <a:lnTo>
                    <a:pt x="60961" y="137105"/>
                  </a:lnTo>
                  <a:lnTo>
                    <a:pt x="62686" y="138831"/>
                  </a:lnTo>
                  <a:lnTo>
                    <a:pt x="62686" y="140556"/>
                  </a:lnTo>
                  <a:lnTo>
                    <a:pt x="64412" y="142281"/>
                  </a:lnTo>
                  <a:lnTo>
                    <a:pt x="64412" y="145732"/>
                  </a:lnTo>
                  <a:lnTo>
                    <a:pt x="66137" y="147458"/>
                  </a:lnTo>
                  <a:lnTo>
                    <a:pt x="66137" y="149183"/>
                  </a:lnTo>
                  <a:lnTo>
                    <a:pt x="67862" y="150908"/>
                  </a:lnTo>
                  <a:lnTo>
                    <a:pt x="67862" y="152634"/>
                  </a:lnTo>
                  <a:lnTo>
                    <a:pt x="69588" y="154359"/>
                  </a:lnTo>
                  <a:lnTo>
                    <a:pt x="69588" y="156085"/>
                  </a:lnTo>
                  <a:lnTo>
                    <a:pt x="71313" y="157810"/>
                  </a:lnTo>
                  <a:lnTo>
                    <a:pt x="71313" y="159535"/>
                  </a:lnTo>
                  <a:lnTo>
                    <a:pt x="73039" y="161261"/>
                  </a:lnTo>
                  <a:lnTo>
                    <a:pt x="73039" y="164712"/>
                  </a:lnTo>
                  <a:lnTo>
                    <a:pt x="74764" y="166437"/>
                  </a:lnTo>
                  <a:lnTo>
                    <a:pt x="74764" y="168162"/>
                  </a:lnTo>
                  <a:lnTo>
                    <a:pt x="76489" y="169888"/>
                  </a:lnTo>
                  <a:lnTo>
                    <a:pt x="76489" y="171613"/>
                  </a:lnTo>
                  <a:lnTo>
                    <a:pt x="78215" y="173339"/>
                  </a:lnTo>
                  <a:lnTo>
                    <a:pt x="78215" y="175064"/>
                  </a:lnTo>
                  <a:lnTo>
                    <a:pt x="79940" y="176789"/>
                  </a:lnTo>
                  <a:lnTo>
                    <a:pt x="79940" y="178515"/>
                  </a:lnTo>
                  <a:lnTo>
                    <a:pt x="81666" y="180240"/>
                  </a:lnTo>
                  <a:lnTo>
                    <a:pt x="81666" y="181966"/>
                  </a:lnTo>
                  <a:lnTo>
                    <a:pt x="83391" y="183691"/>
                  </a:lnTo>
                  <a:lnTo>
                    <a:pt x="83391" y="187142"/>
                  </a:lnTo>
                  <a:lnTo>
                    <a:pt x="85116" y="188867"/>
                  </a:lnTo>
                  <a:lnTo>
                    <a:pt x="85116" y="190593"/>
                  </a:lnTo>
                  <a:lnTo>
                    <a:pt x="86842" y="192318"/>
                  </a:lnTo>
                  <a:lnTo>
                    <a:pt x="86842" y="194043"/>
                  </a:lnTo>
                  <a:lnTo>
                    <a:pt x="88567" y="195769"/>
                  </a:lnTo>
                  <a:lnTo>
                    <a:pt x="88567" y="197494"/>
                  </a:lnTo>
                  <a:lnTo>
                    <a:pt x="90293" y="199220"/>
                  </a:lnTo>
                  <a:lnTo>
                    <a:pt x="90293" y="200945"/>
                  </a:lnTo>
                  <a:lnTo>
                    <a:pt x="92018" y="202670"/>
                  </a:lnTo>
                  <a:lnTo>
                    <a:pt x="92018" y="206121"/>
                  </a:lnTo>
                  <a:lnTo>
                    <a:pt x="93743" y="207847"/>
                  </a:lnTo>
                  <a:lnTo>
                    <a:pt x="93743" y="209572"/>
                  </a:lnTo>
                  <a:lnTo>
                    <a:pt x="95469" y="211298"/>
                  </a:lnTo>
                  <a:lnTo>
                    <a:pt x="95469" y="213023"/>
                  </a:lnTo>
                  <a:lnTo>
                    <a:pt x="97194" y="214748"/>
                  </a:lnTo>
                  <a:lnTo>
                    <a:pt x="97194" y="216474"/>
                  </a:lnTo>
                  <a:lnTo>
                    <a:pt x="98920" y="218199"/>
                  </a:lnTo>
                  <a:lnTo>
                    <a:pt x="98920" y="219925"/>
                  </a:lnTo>
                  <a:lnTo>
                    <a:pt x="100645" y="221650"/>
                  </a:lnTo>
                  <a:lnTo>
                    <a:pt x="100645" y="225101"/>
                  </a:lnTo>
                  <a:lnTo>
                    <a:pt x="102370" y="226826"/>
                  </a:lnTo>
                  <a:lnTo>
                    <a:pt x="102370" y="228552"/>
                  </a:lnTo>
                  <a:lnTo>
                    <a:pt x="104096" y="230277"/>
                  </a:lnTo>
                  <a:lnTo>
                    <a:pt x="104096" y="232002"/>
                  </a:lnTo>
                  <a:lnTo>
                    <a:pt x="105821" y="233728"/>
                  </a:lnTo>
                  <a:lnTo>
                    <a:pt x="105821" y="235453"/>
                  </a:lnTo>
                  <a:lnTo>
                    <a:pt x="107547" y="237179"/>
                  </a:lnTo>
                  <a:lnTo>
                    <a:pt x="107547" y="238904"/>
                  </a:lnTo>
                  <a:lnTo>
                    <a:pt x="109272" y="240629"/>
                  </a:lnTo>
                  <a:lnTo>
                    <a:pt x="109272" y="244080"/>
                  </a:lnTo>
                  <a:lnTo>
                    <a:pt x="110998" y="245806"/>
                  </a:lnTo>
                  <a:lnTo>
                    <a:pt x="110998" y="247531"/>
                  </a:lnTo>
                  <a:lnTo>
                    <a:pt x="112723" y="249256"/>
                  </a:lnTo>
                  <a:lnTo>
                    <a:pt x="112723" y="250982"/>
                  </a:lnTo>
                  <a:lnTo>
                    <a:pt x="114448" y="252707"/>
                  </a:lnTo>
                  <a:lnTo>
                    <a:pt x="114448" y="254433"/>
                  </a:lnTo>
                  <a:lnTo>
                    <a:pt x="116174" y="256158"/>
                  </a:lnTo>
                  <a:lnTo>
                    <a:pt x="116174" y="257883"/>
                  </a:lnTo>
                  <a:lnTo>
                    <a:pt x="117899" y="259609"/>
                  </a:lnTo>
                  <a:lnTo>
                    <a:pt x="117899" y="261334"/>
                  </a:lnTo>
                  <a:lnTo>
                    <a:pt x="119625" y="263060"/>
                  </a:lnTo>
                  <a:lnTo>
                    <a:pt x="119625" y="266510"/>
                  </a:lnTo>
                  <a:lnTo>
                    <a:pt x="121350" y="268236"/>
                  </a:lnTo>
                  <a:lnTo>
                    <a:pt x="121350" y="269961"/>
                  </a:lnTo>
                  <a:lnTo>
                    <a:pt x="123075" y="271687"/>
                  </a:lnTo>
                  <a:lnTo>
                    <a:pt x="123075" y="273412"/>
                  </a:lnTo>
                  <a:lnTo>
                    <a:pt x="124801" y="275137"/>
                  </a:lnTo>
                  <a:lnTo>
                    <a:pt x="124801" y="276863"/>
                  </a:lnTo>
                  <a:lnTo>
                    <a:pt x="126526" y="278588"/>
                  </a:lnTo>
                  <a:lnTo>
                    <a:pt x="126526" y="280314"/>
                  </a:lnTo>
                  <a:lnTo>
                    <a:pt x="128252" y="282039"/>
                  </a:lnTo>
                  <a:lnTo>
                    <a:pt x="128252" y="285490"/>
                  </a:lnTo>
                  <a:lnTo>
                    <a:pt x="129977" y="287215"/>
                  </a:lnTo>
                  <a:lnTo>
                    <a:pt x="129977" y="288941"/>
                  </a:lnTo>
                  <a:lnTo>
                    <a:pt x="131702" y="290666"/>
                  </a:lnTo>
                  <a:lnTo>
                    <a:pt x="131702" y="292391"/>
                  </a:lnTo>
                  <a:lnTo>
                    <a:pt x="133428" y="294117"/>
                  </a:lnTo>
                  <a:lnTo>
                    <a:pt x="133428" y="295842"/>
                  </a:lnTo>
                  <a:lnTo>
                    <a:pt x="135153" y="297568"/>
                  </a:lnTo>
                  <a:lnTo>
                    <a:pt x="135153" y="299293"/>
                  </a:lnTo>
                  <a:lnTo>
                    <a:pt x="136879" y="301018"/>
                  </a:lnTo>
                  <a:lnTo>
                    <a:pt x="136879" y="304469"/>
                  </a:lnTo>
                  <a:lnTo>
                    <a:pt x="138604" y="306195"/>
                  </a:lnTo>
                  <a:lnTo>
                    <a:pt x="138604" y="307920"/>
                  </a:lnTo>
                  <a:lnTo>
                    <a:pt x="140329" y="309645"/>
                  </a:lnTo>
                  <a:lnTo>
                    <a:pt x="140329" y="311371"/>
                  </a:lnTo>
                  <a:lnTo>
                    <a:pt x="142055" y="313096"/>
                  </a:lnTo>
                  <a:lnTo>
                    <a:pt x="142055" y="314822"/>
                  </a:lnTo>
                  <a:lnTo>
                    <a:pt x="143780" y="316547"/>
                  </a:lnTo>
                  <a:lnTo>
                    <a:pt x="143780" y="318272"/>
                  </a:lnTo>
                  <a:lnTo>
                    <a:pt x="145506" y="319998"/>
                  </a:lnTo>
                  <a:lnTo>
                    <a:pt x="145506" y="323449"/>
                  </a:lnTo>
                  <a:lnTo>
                    <a:pt x="147231" y="325174"/>
                  </a:lnTo>
                  <a:lnTo>
                    <a:pt x="147231" y="326899"/>
                  </a:lnTo>
                  <a:lnTo>
                    <a:pt x="148956" y="328625"/>
                  </a:lnTo>
                  <a:lnTo>
                    <a:pt x="148956" y="330350"/>
                  </a:lnTo>
                  <a:lnTo>
                    <a:pt x="150682" y="332076"/>
                  </a:lnTo>
                  <a:lnTo>
                    <a:pt x="150682" y="333801"/>
                  </a:lnTo>
                  <a:lnTo>
                    <a:pt x="152407" y="335526"/>
                  </a:lnTo>
                  <a:lnTo>
                    <a:pt x="152407" y="337252"/>
                  </a:lnTo>
                  <a:lnTo>
                    <a:pt x="154133" y="338977"/>
                  </a:lnTo>
                  <a:lnTo>
                    <a:pt x="154133" y="342428"/>
                  </a:lnTo>
                  <a:lnTo>
                    <a:pt x="155858" y="344153"/>
                  </a:lnTo>
                  <a:lnTo>
                    <a:pt x="155858" y="345879"/>
                  </a:lnTo>
                  <a:lnTo>
                    <a:pt x="157583" y="347604"/>
                  </a:lnTo>
                  <a:lnTo>
                    <a:pt x="157583" y="349330"/>
                  </a:lnTo>
                  <a:lnTo>
                    <a:pt x="159309" y="351055"/>
                  </a:lnTo>
                  <a:lnTo>
                    <a:pt x="159309" y="352781"/>
                  </a:lnTo>
                  <a:lnTo>
                    <a:pt x="161034" y="354506"/>
                  </a:lnTo>
                  <a:lnTo>
                    <a:pt x="161034" y="356231"/>
                  </a:lnTo>
                  <a:lnTo>
                    <a:pt x="162760" y="357957"/>
                  </a:lnTo>
                  <a:lnTo>
                    <a:pt x="162760" y="359682"/>
                  </a:lnTo>
                  <a:lnTo>
                    <a:pt x="164485" y="361408"/>
                  </a:lnTo>
                  <a:lnTo>
                    <a:pt x="164485" y="364858"/>
                  </a:lnTo>
                  <a:lnTo>
                    <a:pt x="166210" y="366584"/>
                  </a:lnTo>
                  <a:lnTo>
                    <a:pt x="166210" y="368309"/>
                  </a:lnTo>
                  <a:lnTo>
                    <a:pt x="167936" y="370035"/>
                  </a:lnTo>
                  <a:lnTo>
                    <a:pt x="167936" y="371760"/>
                  </a:lnTo>
                  <a:lnTo>
                    <a:pt x="169661" y="373485"/>
                  </a:lnTo>
                  <a:lnTo>
                    <a:pt x="169661" y="375211"/>
                  </a:lnTo>
                  <a:lnTo>
                    <a:pt x="171387" y="376936"/>
                  </a:lnTo>
                  <a:lnTo>
                    <a:pt x="171387" y="378662"/>
                  </a:lnTo>
                  <a:lnTo>
                    <a:pt x="173112" y="380387"/>
                  </a:lnTo>
                  <a:lnTo>
                    <a:pt x="173112" y="383838"/>
                  </a:lnTo>
                  <a:lnTo>
                    <a:pt x="174837" y="385563"/>
                  </a:lnTo>
                  <a:lnTo>
                    <a:pt x="174837" y="387289"/>
                  </a:lnTo>
                  <a:lnTo>
                    <a:pt x="176563" y="389014"/>
                  </a:lnTo>
                  <a:lnTo>
                    <a:pt x="176563" y="390739"/>
                  </a:lnTo>
                  <a:lnTo>
                    <a:pt x="178288" y="392465"/>
                  </a:lnTo>
                  <a:lnTo>
                    <a:pt x="178288" y="394190"/>
                  </a:lnTo>
                  <a:lnTo>
                    <a:pt x="180014" y="395916"/>
                  </a:lnTo>
                  <a:lnTo>
                    <a:pt x="180014" y="397641"/>
                  </a:lnTo>
                  <a:lnTo>
                    <a:pt x="181739" y="399366"/>
                  </a:lnTo>
                  <a:lnTo>
                    <a:pt x="181739" y="402817"/>
                  </a:lnTo>
                  <a:lnTo>
                    <a:pt x="183464" y="404543"/>
                  </a:lnTo>
                  <a:lnTo>
                    <a:pt x="183464" y="406268"/>
                  </a:lnTo>
                  <a:lnTo>
                    <a:pt x="185190" y="407993"/>
                  </a:lnTo>
                  <a:lnTo>
                    <a:pt x="185190" y="409719"/>
                  </a:lnTo>
                  <a:lnTo>
                    <a:pt x="186915" y="411444"/>
                  </a:lnTo>
                  <a:lnTo>
                    <a:pt x="186915" y="413170"/>
                  </a:lnTo>
                  <a:lnTo>
                    <a:pt x="188641" y="414895"/>
                  </a:lnTo>
                  <a:lnTo>
                    <a:pt x="188641" y="416620"/>
                  </a:lnTo>
                  <a:lnTo>
                    <a:pt x="190366" y="418346"/>
                  </a:lnTo>
                  <a:lnTo>
                    <a:pt x="190366" y="421797"/>
                  </a:lnTo>
                  <a:lnTo>
                    <a:pt x="192091" y="423522"/>
                  </a:lnTo>
                  <a:lnTo>
                    <a:pt x="192091" y="425247"/>
                  </a:lnTo>
                  <a:lnTo>
                    <a:pt x="193817" y="426973"/>
                  </a:lnTo>
                  <a:lnTo>
                    <a:pt x="193817" y="428698"/>
                  </a:lnTo>
                  <a:lnTo>
                    <a:pt x="195542" y="430424"/>
                  </a:lnTo>
                  <a:lnTo>
                    <a:pt x="195542" y="432149"/>
                  </a:lnTo>
                  <a:lnTo>
                    <a:pt x="197268" y="433874"/>
                  </a:lnTo>
                  <a:lnTo>
                    <a:pt x="197268" y="435600"/>
                  </a:lnTo>
                  <a:lnTo>
                    <a:pt x="198993" y="437325"/>
                  </a:lnTo>
                  <a:lnTo>
                    <a:pt x="198993" y="440776"/>
                  </a:lnTo>
                  <a:lnTo>
                    <a:pt x="200718" y="442501"/>
                  </a:lnTo>
                  <a:lnTo>
                    <a:pt x="200718" y="444227"/>
                  </a:lnTo>
                  <a:lnTo>
                    <a:pt x="202444" y="445952"/>
                  </a:lnTo>
                  <a:lnTo>
                    <a:pt x="202444" y="447678"/>
                  </a:lnTo>
                  <a:lnTo>
                    <a:pt x="204169" y="449403"/>
                  </a:lnTo>
                  <a:lnTo>
                    <a:pt x="204169" y="451128"/>
                  </a:lnTo>
                  <a:lnTo>
                    <a:pt x="205895" y="452854"/>
                  </a:lnTo>
                  <a:lnTo>
                    <a:pt x="205895" y="454579"/>
                  </a:lnTo>
                  <a:lnTo>
                    <a:pt x="207620" y="456305"/>
                  </a:lnTo>
                  <a:lnTo>
                    <a:pt x="207620" y="460791"/>
                  </a:lnTo>
                  <a:lnTo>
                    <a:pt x="212106" y="456305"/>
                  </a:lnTo>
                  <a:lnTo>
                    <a:pt x="212106" y="453436"/>
                  </a:lnTo>
                  <a:lnTo>
                    <a:pt x="210381" y="451710"/>
                  </a:lnTo>
                  <a:lnTo>
                    <a:pt x="210381" y="449985"/>
                  </a:lnTo>
                  <a:lnTo>
                    <a:pt x="208655" y="448260"/>
                  </a:lnTo>
                  <a:lnTo>
                    <a:pt x="208655" y="446534"/>
                  </a:lnTo>
                  <a:lnTo>
                    <a:pt x="206930" y="444809"/>
                  </a:lnTo>
                  <a:lnTo>
                    <a:pt x="206930" y="443083"/>
                  </a:lnTo>
                  <a:lnTo>
                    <a:pt x="205204" y="441358"/>
                  </a:lnTo>
                  <a:lnTo>
                    <a:pt x="205204" y="437907"/>
                  </a:lnTo>
                  <a:lnTo>
                    <a:pt x="203479" y="436182"/>
                  </a:lnTo>
                  <a:lnTo>
                    <a:pt x="203479" y="434456"/>
                  </a:lnTo>
                  <a:lnTo>
                    <a:pt x="201754" y="432731"/>
                  </a:lnTo>
                  <a:lnTo>
                    <a:pt x="201754" y="431006"/>
                  </a:lnTo>
                  <a:lnTo>
                    <a:pt x="200028" y="429280"/>
                  </a:lnTo>
                  <a:lnTo>
                    <a:pt x="200028" y="427555"/>
                  </a:lnTo>
                  <a:lnTo>
                    <a:pt x="198303" y="425829"/>
                  </a:lnTo>
                  <a:lnTo>
                    <a:pt x="198303" y="424104"/>
                  </a:lnTo>
                  <a:lnTo>
                    <a:pt x="196577" y="422379"/>
                  </a:lnTo>
                  <a:lnTo>
                    <a:pt x="196577" y="418928"/>
                  </a:lnTo>
                  <a:lnTo>
                    <a:pt x="194852" y="417202"/>
                  </a:lnTo>
                  <a:lnTo>
                    <a:pt x="194852" y="415477"/>
                  </a:lnTo>
                  <a:lnTo>
                    <a:pt x="193127" y="413751"/>
                  </a:lnTo>
                  <a:lnTo>
                    <a:pt x="193127" y="412026"/>
                  </a:lnTo>
                  <a:lnTo>
                    <a:pt x="191401" y="410301"/>
                  </a:lnTo>
                  <a:lnTo>
                    <a:pt x="191401" y="408575"/>
                  </a:lnTo>
                  <a:lnTo>
                    <a:pt x="189676" y="406850"/>
                  </a:lnTo>
                  <a:lnTo>
                    <a:pt x="189676" y="405124"/>
                  </a:lnTo>
                  <a:lnTo>
                    <a:pt x="187950" y="403399"/>
                  </a:lnTo>
                  <a:lnTo>
                    <a:pt x="187950" y="399948"/>
                  </a:lnTo>
                  <a:lnTo>
                    <a:pt x="186225" y="398223"/>
                  </a:lnTo>
                  <a:lnTo>
                    <a:pt x="186225" y="396497"/>
                  </a:lnTo>
                  <a:lnTo>
                    <a:pt x="184500" y="394772"/>
                  </a:lnTo>
                  <a:lnTo>
                    <a:pt x="184500" y="393047"/>
                  </a:lnTo>
                  <a:lnTo>
                    <a:pt x="182774" y="391321"/>
                  </a:lnTo>
                  <a:lnTo>
                    <a:pt x="182774" y="389596"/>
                  </a:lnTo>
                  <a:lnTo>
                    <a:pt x="181049" y="387870"/>
                  </a:lnTo>
                  <a:lnTo>
                    <a:pt x="181049" y="386145"/>
                  </a:lnTo>
                  <a:lnTo>
                    <a:pt x="179323" y="384420"/>
                  </a:lnTo>
                  <a:lnTo>
                    <a:pt x="179323" y="382694"/>
                  </a:lnTo>
                  <a:lnTo>
                    <a:pt x="177598" y="380969"/>
                  </a:lnTo>
                  <a:lnTo>
                    <a:pt x="177598" y="377518"/>
                  </a:lnTo>
                  <a:lnTo>
                    <a:pt x="175873" y="375793"/>
                  </a:lnTo>
                  <a:lnTo>
                    <a:pt x="175873" y="374067"/>
                  </a:lnTo>
                  <a:lnTo>
                    <a:pt x="174147" y="372342"/>
                  </a:lnTo>
                  <a:lnTo>
                    <a:pt x="174147" y="370616"/>
                  </a:lnTo>
                  <a:lnTo>
                    <a:pt x="172422" y="368891"/>
                  </a:lnTo>
                  <a:lnTo>
                    <a:pt x="172422" y="367166"/>
                  </a:lnTo>
                  <a:lnTo>
                    <a:pt x="170696" y="365440"/>
                  </a:lnTo>
                  <a:lnTo>
                    <a:pt x="170696" y="363715"/>
                  </a:lnTo>
                  <a:lnTo>
                    <a:pt x="168971" y="361989"/>
                  </a:lnTo>
                  <a:lnTo>
                    <a:pt x="168971" y="358539"/>
                  </a:lnTo>
                  <a:lnTo>
                    <a:pt x="167246" y="356813"/>
                  </a:lnTo>
                  <a:lnTo>
                    <a:pt x="167246" y="355088"/>
                  </a:lnTo>
                  <a:lnTo>
                    <a:pt x="165520" y="353362"/>
                  </a:lnTo>
                  <a:lnTo>
                    <a:pt x="165520" y="351637"/>
                  </a:lnTo>
                  <a:lnTo>
                    <a:pt x="163795" y="349912"/>
                  </a:lnTo>
                  <a:lnTo>
                    <a:pt x="163795" y="348186"/>
                  </a:lnTo>
                  <a:lnTo>
                    <a:pt x="162069" y="346461"/>
                  </a:lnTo>
                  <a:lnTo>
                    <a:pt x="162069" y="344735"/>
                  </a:lnTo>
                  <a:lnTo>
                    <a:pt x="160344" y="343010"/>
                  </a:lnTo>
                  <a:lnTo>
                    <a:pt x="160344" y="339559"/>
                  </a:lnTo>
                  <a:lnTo>
                    <a:pt x="158619" y="337834"/>
                  </a:lnTo>
                  <a:lnTo>
                    <a:pt x="158619" y="336108"/>
                  </a:lnTo>
                  <a:lnTo>
                    <a:pt x="156893" y="334383"/>
                  </a:lnTo>
                  <a:lnTo>
                    <a:pt x="156893" y="332658"/>
                  </a:lnTo>
                  <a:lnTo>
                    <a:pt x="155168" y="330932"/>
                  </a:lnTo>
                  <a:lnTo>
                    <a:pt x="155168" y="329207"/>
                  </a:lnTo>
                  <a:lnTo>
                    <a:pt x="153442" y="327481"/>
                  </a:lnTo>
                  <a:lnTo>
                    <a:pt x="153442" y="325756"/>
                  </a:lnTo>
                  <a:lnTo>
                    <a:pt x="151717" y="324031"/>
                  </a:lnTo>
                  <a:lnTo>
                    <a:pt x="151717" y="320580"/>
                  </a:lnTo>
                  <a:lnTo>
                    <a:pt x="149992" y="318854"/>
                  </a:lnTo>
                  <a:lnTo>
                    <a:pt x="149992" y="317129"/>
                  </a:lnTo>
                  <a:lnTo>
                    <a:pt x="148266" y="315404"/>
                  </a:lnTo>
                  <a:lnTo>
                    <a:pt x="148266" y="313678"/>
                  </a:lnTo>
                  <a:lnTo>
                    <a:pt x="146541" y="311953"/>
                  </a:lnTo>
                  <a:lnTo>
                    <a:pt x="146541" y="310227"/>
                  </a:lnTo>
                  <a:lnTo>
                    <a:pt x="144815" y="308502"/>
                  </a:lnTo>
                  <a:lnTo>
                    <a:pt x="144815" y="306777"/>
                  </a:lnTo>
                  <a:lnTo>
                    <a:pt x="143090" y="305051"/>
                  </a:lnTo>
                  <a:lnTo>
                    <a:pt x="143090" y="303326"/>
                  </a:lnTo>
                  <a:lnTo>
                    <a:pt x="141365" y="301600"/>
                  </a:lnTo>
                  <a:lnTo>
                    <a:pt x="141365" y="298150"/>
                  </a:lnTo>
                  <a:lnTo>
                    <a:pt x="139639" y="296424"/>
                  </a:lnTo>
                  <a:lnTo>
                    <a:pt x="139639" y="294699"/>
                  </a:lnTo>
                  <a:lnTo>
                    <a:pt x="137914" y="292973"/>
                  </a:lnTo>
                  <a:lnTo>
                    <a:pt x="137914" y="291248"/>
                  </a:lnTo>
                  <a:lnTo>
                    <a:pt x="136188" y="289523"/>
                  </a:lnTo>
                  <a:lnTo>
                    <a:pt x="136188" y="287797"/>
                  </a:lnTo>
                  <a:lnTo>
                    <a:pt x="134463" y="286072"/>
                  </a:lnTo>
                  <a:lnTo>
                    <a:pt x="134463" y="284346"/>
                  </a:lnTo>
                  <a:lnTo>
                    <a:pt x="132738" y="282621"/>
                  </a:lnTo>
                  <a:lnTo>
                    <a:pt x="132738" y="279170"/>
                  </a:lnTo>
                  <a:lnTo>
                    <a:pt x="131012" y="277445"/>
                  </a:lnTo>
                  <a:lnTo>
                    <a:pt x="131012" y="275719"/>
                  </a:lnTo>
                  <a:lnTo>
                    <a:pt x="129287" y="273994"/>
                  </a:lnTo>
                  <a:lnTo>
                    <a:pt x="129287" y="272269"/>
                  </a:lnTo>
                  <a:lnTo>
                    <a:pt x="127561" y="270543"/>
                  </a:lnTo>
                  <a:lnTo>
                    <a:pt x="127561" y="268818"/>
                  </a:lnTo>
                  <a:lnTo>
                    <a:pt x="125836" y="267092"/>
                  </a:lnTo>
                  <a:lnTo>
                    <a:pt x="125836" y="265367"/>
                  </a:lnTo>
                  <a:lnTo>
                    <a:pt x="124111" y="263641"/>
                  </a:lnTo>
                  <a:lnTo>
                    <a:pt x="124111" y="260191"/>
                  </a:lnTo>
                  <a:lnTo>
                    <a:pt x="122385" y="258465"/>
                  </a:lnTo>
                  <a:lnTo>
                    <a:pt x="122385" y="256740"/>
                  </a:lnTo>
                  <a:lnTo>
                    <a:pt x="120660" y="255014"/>
                  </a:lnTo>
                  <a:lnTo>
                    <a:pt x="120660" y="253289"/>
                  </a:lnTo>
                  <a:lnTo>
                    <a:pt x="118934" y="251564"/>
                  </a:lnTo>
                  <a:lnTo>
                    <a:pt x="118934" y="249838"/>
                  </a:lnTo>
                  <a:lnTo>
                    <a:pt x="117209" y="248113"/>
                  </a:lnTo>
                  <a:lnTo>
                    <a:pt x="117209" y="246387"/>
                  </a:lnTo>
                  <a:lnTo>
                    <a:pt x="115484" y="244662"/>
                  </a:lnTo>
                  <a:lnTo>
                    <a:pt x="115484" y="241211"/>
                  </a:lnTo>
                  <a:lnTo>
                    <a:pt x="113758" y="239486"/>
                  </a:lnTo>
                  <a:lnTo>
                    <a:pt x="113758" y="237760"/>
                  </a:lnTo>
                  <a:lnTo>
                    <a:pt x="112033" y="236035"/>
                  </a:lnTo>
                  <a:lnTo>
                    <a:pt x="112033" y="234310"/>
                  </a:lnTo>
                  <a:lnTo>
                    <a:pt x="110307" y="232584"/>
                  </a:lnTo>
                  <a:lnTo>
                    <a:pt x="110307" y="230859"/>
                  </a:lnTo>
                  <a:lnTo>
                    <a:pt x="108582" y="229133"/>
                  </a:lnTo>
                  <a:lnTo>
                    <a:pt x="108582" y="227408"/>
                  </a:lnTo>
                  <a:lnTo>
                    <a:pt x="106857" y="225683"/>
                  </a:lnTo>
                  <a:lnTo>
                    <a:pt x="106857" y="222232"/>
                  </a:lnTo>
                  <a:lnTo>
                    <a:pt x="105131" y="220506"/>
                  </a:lnTo>
                  <a:lnTo>
                    <a:pt x="105131" y="218781"/>
                  </a:lnTo>
                  <a:lnTo>
                    <a:pt x="103406" y="217056"/>
                  </a:lnTo>
                  <a:lnTo>
                    <a:pt x="103406" y="215330"/>
                  </a:lnTo>
                  <a:lnTo>
                    <a:pt x="101680" y="213605"/>
                  </a:lnTo>
                  <a:lnTo>
                    <a:pt x="101680" y="211879"/>
                  </a:lnTo>
                  <a:lnTo>
                    <a:pt x="99955" y="210154"/>
                  </a:lnTo>
                  <a:lnTo>
                    <a:pt x="99955" y="208429"/>
                  </a:lnTo>
                  <a:lnTo>
                    <a:pt x="98230" y="206703"/>
                  </a:lnTo>
                  <a:lnTo>
                    <a:pt x="98230" y="204978"/>
                  </a:lnTo>
                  <a:lnTo>
                    <a:pt x="96504" y="203252"/>
                  </a:lnTo>
                  <a:lnTo>
                    <a:pt x="96504" y="199802"/>
                  </a:lnTo>
                  <a:lnTo>
                    <a:pt x="94779" y="198076"/>
                  </a:lnTo>
                  <a:lnTo>
                    <a:pt x="94779" y="196351"/>
                  </a:lnTo>
                  <a:lnTo>
                    <a:pt x="93053" y="194625"/>
                  </a:lnTo>
                  <a:lnTo>
                    <a:pt x="93053" y="192900"/>
                  </a:lnTo>
                  <a:lnTo>
                    <a:pt x="91328" y="191175"/>
                  </a:lnTo>
                  <a:lnTo>
                    <a:pt x="91328" y="189449"/>
                  </a:lnTo>
                  <a:lnTo>
                    <a:pt x="89603" y="187724"/>
                  </a:lnTo>
                  <a:lnTo>
                    <a:pt x="89603" y="185998"/>
                  </a:lnTo>
                  <a:lnTo>
                    <a:pt x="87877" y="184273"/>
                  </a:lnTo>
                  <a:lnTo>
                    <a:pt x="87877" y="180822"/>
                  </a:lnTo>
                  <a:lnTo>
                    <a:pt x="86152" y="179097"/>
                  </a:lnTo>
                  <a:lnTo>
                    <a:pt x="86152" y="177371"/>
                  </a:lnTo>
                  <a:lnTo>
                    <a:pt x="84426" y="175646"/>
                  </a:lnTo>
                  <a:lnTo>
                    <a:pt x="84426" y="173921"/>
                  </a:lnTo>
                  <a:lnTo>
                    <a:pt x="82701" y="172195"/>
                  </a:lnTo>
                  <a:lnTo>
                    <a:pt x="82701" y="170470"/>
                  </a:lnTo>
                  <a:lnTo>
                    <a:pt x="80976" y="168744"/>
                  </a:lnTo>
                  <a:lnTo>
                    <a:pt x="80976" y="167019"/>
                  </a:lnTo>
                  <a:lnTo>
                    <a:pt x="79250" y="165294"/>
                  </a:lnTo>
                  <a:lnTo>
                    <a:pt x="79250" y="161843"/>
                  </a:lnTo>
                  <a:lnTo>
                    <a:pt x="77525" y="160117"/>
                  </a:lnTo>
                  <a:lnTo>
                    <a:pt x="77525" y="158392"/>
                  </a:lnTo>
                  <a:lnTo>
                    <a:pt x="75799" y="156667"/>
                  </a:lnTo>
                  <a:lnTo>
                    <a:pt x="75799" y="154941"/>
                  </a:lnTo>
                  <a:lnTo>
                    <a:pt x="74074" y="153216"/>
                  </a:lnTo>
                  <a:lnTo>
                    <a:pt x="74074" y="151490"/>
                  </a:lnTo>
                  <a:lnTo>
                    <a:pt x="72348" y="149765"/>
                  </a:lnTo>
                  <a:lnTo>
                    <a:pt x="72348" y="148040"/>
                  </a:lnTo>
                  <a:lnTo>
                    <a:pt x="70623" y="146314"/>
                  </a:lnTo>
                  <a:lnTo>
                    <a:pt x="70623" y="142863"/>
                  </a:lnTo>
                  <a:lnTo>
                    <a:pt x="68898" y="141138"/>
                  </a:lnTo>
                  <a:lnTo>
                    <a:pt x="68898" y="139413"/>
                  </a:lnTo>
                  <a:lnTo>
                    <a:pt x="67172" y="137687"/>
                  </a:lnTo>
                  <a:lnTo>
                    <a:pt x="67172" y="135962"/>
                  </a:lnTo>
                  <a:lnTo>
                    <a:pt x="65447" y="134236"/>
                  </a:lnTo>
                  <a:lnTo>
                    <a:pt x="65447" y="132511"/>
                  </a:lnTo>
                  <a:lnTo>
                    <a:pt x="63721" y="130786"/>
                  </a:lnTo>
                  <a:lnTo>
                    <a:pt x="63721" y="129060"/>
                  </a:lnTo>
                  <a:lnTo>
                    <a:pt x="61996" y="127335"/>
                  </a:lnTo>
                  <a:lnTo>
                    <a:pt x="61996" y="123884"/>
                  </a:lnTo>
                  <a:lnTo>
                    <a:pt x="60271" y="122158"/>
                  </a:lnTo>
                  <a:lnTo>
                    <a:pt x="60271" y="120433"/>
                  </a:lnTo>
                  <a:lnTo>
                    <a:pt x="58545" y="118708"/>
                  </a:lnTo>
                  <a:lnTo>
                    <a:pt x="58545" y="116982"/>
                  </a:lnTo>
                  <a:lnTo>
                    <a:pt x="56820" y="115257"/>
                  </a:lnTo>
                  <a:lnTo>
                    <a:pt x="56820" y="113531"/>
                  </a:lnTo>
                  <a:lnTo>
                    <a:pt x="55094" y="111806"/>
                  </a:lnTo>
                  <a:lnTo>
                    <a:pt x="55094" y="110081"/>
                  </a:lnTo>
                  <a:lnTo>
                    <a:pt x="53369" y="108355"/>
                  </a:lnTo>
                  <a:lnTo>
                    <a:pt x="53369" y="106630"/>
                  </a:lnTo>
                  <a:lnTo>
                    <a:pt x="51644" y="104904"/>
                  </a:lnTo>
                  <a:lnTo>
                    <a:pt x="51644" y="101454"/>
                  </a:lnTo>
                  <a:lnTo>
                    <a:pt x="49918" y="99728"/>
                  </a:lnTo>
                  <a:lnTo>
                    <a:pt x="49918" y="98003"/>
                  </a:lnTo>
                  <a:lnTo>
                    <a:pt x="48193" y="96277"/>
                  </a:lnTo>
                  <a:lnTo>
                    <a:pt x="48193" y="94552"/>
                  </a:lnTo>
                  <a:lnTo>
                    <a:pt x="46467" y="92827"/>
                  </a:lnTo>
                  <a:lnTo>
                    <a:pt x="46467" y="91101"/>
                  </a:lnTo>
                  <a:lnTo>
                    <a:pt x="44742" y="89376"/>
                  </a:lnTo>
                  <a:lnTo>
                    <a:pt x="44742" y="87650"/>
                  </a:lnTo>
                  <a:lnTo>
                    <a:pt x="43017" y="85925"/>
                  </a:lnTo>
                  <a:lnTo>
                    <a:pt x="43017" y="82474"/>
                  </a:lnTo>
                  <a:lnTo>
                    <a:pt x="41291" y="80749"/>
                  </a:lnTo>
                  <a:lnTo>
                    <a:pt x="41291" y="79023"/>
                  </a:lnTo>
                  <a:lnTo>
                    <a:pt x="39566" y="77298"/>
                  </a:lnTo>
                  <a:lnTo>
                    <a:pt x="39566" y="75573"/>
                  </a:lnTo>
                  <a:lnTo>
                    <a:pt x="37840" y="73847"/>
                  </a:lnTo>
                  <a:lnTo>
                    <a:pt x="37840" y="72122"/>
                  </a:lnTo>
                  <a:lnTo>
                    <a:pt x="36115" y="70396"/>
                  </a:lnTo>
                  <a:lnTo>
                    <a:pt x="36115" y="68671"/>
                  </a:lnTo>
                  <a:lnTo>
                    <a:pt x="34390" y="66946"/>
                  </a:lnTo>
                  <a:lnTo>
                    <a:pt x="34390" y="63495"/>
                  </a:lnTo>
                  <a:lnTo>
                    <a:pt x="32664" y="61769"/>
                  </a:lnTo>
                  <a:lnTo>
                    <a:pt x="32664" y="60044"/>
                  </a:lnTo>
                  <a:lnTo>
                    <a:pt x="30939" y="58319"/>
                  </a:lnTo>
                  <a:lnTo>
                    <a:pt x="30939" y="56593"/>
                  </a:lnTo>
                  <a:lnTo>
                    <a:pt x="29213" y="54868"/>
                  </a:lnTo>
                  <a:lnTo>
                    <a:pt x="29213" y="53142"/>
                  </a:lnTo>
                  <a:lnTo>
                    <a:pt x="27488" y="51417"/>
                  </a:lnTo>
                  <a:lnTo>
                    <a:pt x="27488" y="49692"/>
                  </a:lnTo>
                  <a:lnTo>
                    <a:pt x="25763" y="47966"/>
                  </a:lnTo>
                  <a:lnTo>
                    <a:pt x="25763" y="44515"/>
                  </a:lnTo>
                  <a:lnTo>
                    <a:pt x="24037" y="42790"/>
                  </a:lnTo>
                  <a:lnTo>
                    <a:pt x="24037" y="41065"/>
                  </a:lnTo>
                  <a:lnTo>
                    <a:pt x="22312" y="39339"/>
                  </a:lnTo>
                  <a:lnTo>
                    <a:pt x="22312" y="37614"/>
                  </a:lnTo>
                  <a:lnTo>
                    <a:pt x="20586" y="35888"/>
                  </a:lnTo>
                  <a:lnTo>
                    <a:pt x="20586" y="34163"/>
                  </a:lnTo>
                  <a:lnTo>
                    <a:pt x="18861" y="32438"/>
                  </a:lnTo>
                  <a:lnTo>
                    <a:pt x="18861" y="30712"/>
                  </a:lnTo>
                  <a:lnTo>
                    <a:pt x="17136" y="28987"/>
                  </a:lnTo>
                  <a:lnTo>
                    <a:pt x="17136" y="27261"/>
                  </a:lnTo>
                  <a:lnTo>
                    <a:pt x="15410" y="25536"/>
                  </a:lnTo>
                  <a:lnTo>
                    <a:pt x="15410" y="22085"/>
                  </a:lnTo>
                  <a:lnTo>
                    <a:pt x="13685" y="20360"/>
                  </a:lnTo>
                  <a:lnTo>
                    <a:pt x="13685" y="18634"/>
                  </a:lnTo>
                  <a:lnTo>
                    <a:pt x="11959" y="16909"/>
                  </a:lnTo>
                  <a:lnTo>
                    <a:pt x="11959" y="15184"/>
                  </a:lnTo>
                  <a:lnTo>
                    <a:pt x="10234" y="13458"/>
                  </a:lnTo>
                  <a:lnTo>
                    <a:pt x="10234" y="11733"/>
                  </a:lnTo>
                  <a:lnTo>
                    <a:pt x="8509" y="10007"/>
                  </a:lnTo>
                  <a:lnTo>
                    <a:pt x="8509" y="8282"/>
                  </a:lnTo>
                  <a:lnTo>
                    <a:pt x="6783" y="6557"/>
                  </a:lnTo>
                  <a:lnTo>
                    <a:pt x="6783" y="3106"/>
                  </a:lnTo>
                  <a:lnTo>
                    <a:pt x="3677" y="0"/>
                  </a:ln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</p:sp>
        <p:sp>
          <p:nvSpPr>
            <p:cNvPr id="20160" name="Graph element 639"/>
            <p:cNvSpPr/>
            <p:nvPr/>
          </p:nvSpPr>
          <p:spPr>
            <a:xfrm>
              <a:off x="611138" y="448950"/>
              <a:ext cx="56820" cy="61651"/>
            </a:xfrm>
            <a:custGeom>
              <a:avLst/>
              <a:gdLst/>
              <a:ahLst/>
              <a:cxnLst/>
              <a:rect l="0" t="0" r="r" b="b"/>
              <a:pathLst>
                <a:path w="56820" h="61651" stroke="0" extrusionOk="0">
                  <a:moveTo>
                    <a:pt x="45669" y="0"/>
                  </a:moveTo>
                  <a:lnTo>
                    <a:pt x="43944" y="1725"/>
                  </a:lnTo>
                  <a:lnTo>
                    <a:pt x="42218" y="1725"/>
                  </a:lnTo>
                  <a:lnTo>
                    <a:pt x="25881" y="18063"/>
                  </a:lnTo>
                  <a:lnTo>
                    <a:pt x="25881" y="19788"/>
                  </a:lnTo>
                  <a:lnTo>
                    <a:pt x="6902" y="38767"/>
                  </a:lnTo>
                  <a:lnTo>
                    <a:pt x="6902" y="40493"/>
                  </a:lnTo>
                  <a:lnTo>
                    <a:pt x="0" y="47394"/>
                  </a:lnTo>
                  <a:lnTo>
                    <a:pt x="0" y="50263"/>
                  </a:lnTo>
                  <a:lnTo>
                    <a:pt x="1725" y="51989"/>
                  </a:lnTo>
                  <a:lnTo>
                    <a:pt x="1725" y="53714"/>
                  </a:lnTo>
                  <a:lnTo>
                    <a:pt x="5176" y="57165"/>
                  </a:lnTo>
                  <a:lnTo>
                    <a:pt x="5176" y="61651"/>
                  </a:lnTo>
                  <a:lnTo>
                    <a:pt x="11388" y="55440"/>
                  </a:lnTo>
                  <a:lnTo>
                    <a:pt x="11388" y="53714"/>
                  </a:lnTo>
                  <a:lnTo>
                    <a:pt x="28642" y="36460"/>
                  </a:lnTo>
                  <a:lnTo>
                    <a:pt x="28642" y="34735"/>
                  </a:lnTo>
                  <a:lnTo>
                    <a:pt x="45896" y="17481"/>
                  </a:lnTo>
                  <a:lnTo>
                    <a:pt x="45896" y="15755"/>
                  </a:lnTo>
                  <a:lnTo>
                    <a:pt x="56820" y="4831"/>
                  </a:lnTo>
                  <a:lnTo>
                    <a:pt x="51989" y="0"/>
                  </a:lnTo>
                  <a:lnTo>
                    <a:pt x="45669" y="0"/>
                  </a:ln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</p:sp>
        <p:sp>
          <p:nvSpPr>
            <p:cNvPr id="20161" name="Graph element 640"/>
            <p:cNvSpPr/>
            <p:nvPr/>
          </p:nvSpPr>
          <p:spPr>
            <a:xfrm>
              <a:off x="576403" y="436872"/>
              <a:ext cx="82356" cy="21740"/>
            </a:xfrm>
            <a:custGeom>
              <a:avLst/>
              <a:gdLst/>
              <a:ahLst/>
              <a:cxnLst/>
              <a:rect l="0" t="0" r="r" b="b"/>
              <a:pathLst>
                <a:path w="82356" h="21740" stroke="0" extrusionOk="0">
                  <a:moveTo>
                    <a:pt x="71777" y="0"/>
                  </a:moveTo>
                  <a:lnTo>
                    <a:pt x="68326" y="3451"/>
                  </a:lnTo>
                  <a:lnTo>
                    <a:pt x="45896" y="3451"/>
                  </a:lnTo>
                  <a:lnTo>
                    <a:pt x="44170" y="5176"/>
                  </a:lnTo>
                  <a:lnTo>
                    <a:pt x="33818" y="5176"/>
                  </a:lnTo>
                  <a:lnTo>
                    <a:pt x="32092" y="6902"/>
                  </a:lnTo>
                  <a:lnTo>
                    <a:pt x="21740" y="6902"/>
                  </a:lnTo>
                  <a:lnTo>
                    <a:pt x="20015" y="8627"/>
                  </a:lnTo>
                  <a:lnTo>
                    <a:pt x="7937" y="8627"/>
                  </a:lnTo>
                  <a:lnTo>
                    <a:pt x="6211" y="10352"/>
                  </a:lnTo>
                  <a:lnTo>
                    <a:pt x="0" y="10352"/>
                  </a:lnTo>
                  <a:lnTo>
                    <a:pt x="3677" y="14030"/>
                  </a:lnTo>
                  <a:lnTo>
                    <a:pt x="3677" y="15755"/>
                  </a:lnTo>
                  <a:lnTo>
                    <a:pt x="7128" y="19206"/>
                  </a:lnTo>
                  <a:lnTo>
                    <a:pt x="7128" y="21740"/>
                  </a:lnTo>
                  <a:lnTo>
                    <a:pt x="21158" y="21740"/>
                  </a:lnTo>
                  <a:lnTo>
                    <a:pt x="22884" y="20015"/>
                  </a:lnTo>
                  <a:lnTo>
                    <a:pt x="33236" y="20015"/>
                  </a:lnTo>
                  <a:lnTo>
                    <a:pt x="34961" y="18289"/>
                  </a:lnTo>
                  <a:lnTo>
                    <a:pt x="45314" y="18289"/>
                  </a:lnTo>
                  <a:lnTo>
                    <a:pt x="47039" y="16564"/>
                  </a:lnTo>
                  <a:lnTo>
                    <a:pt x="59117" y="16564"/>
                  </a:lnTo>
                  <a:lnTo>
                    <a:pt x="60842" y="14838"/>
                  </a:lnTo>
                  <a:lnTo>
                    <a:pt x="71195" y="14838"/>
                  </a:lnTo>
                  <a:lnTo>
                    <a:pt x="72920" y="13113"/>
                  </a:lnTo>
                  <a:lnTo>
                    <a:pt x="76371" y="13113"/>
                  </a:lnTo>
                  <a:lnTo>
                    <a:pt x="82356" y="7128"/>
                  </a:lnTo>
                  <a:lnTo>
                    <a:pt x="82356" y="4259"/>
                  </a:lnTo>
                  <a:lnTo>
                    <a:pt x="79822" y="1725"/>
                  </a:lnTo>
                  <a:lnTo>
                    <a:pt x="78096" y="1725"/>
                  </a:lnTo>
                  <a:lnTo>
                    <a:pt x="76371" y="0"/>
                  </a:lnTo>
                  <a:lnTo>
                    <a:pt x="71777" y="0"/>
                  </a:ln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</p:sp>
        <p:sp>
          <p:nvSpPr>
            <p:cNvPr id="20162" name="Graph element 641"/>
            <p:cNvSpPr/>
            <p:nvPr/>
          </p:nvSpPr>
          <p:spPr>
            <a:xfrm>
              <a:off x="557423" y="428245"/>
              <a:ext cx="22193" cy="20015"/>
            </a:xfrm>
            <a:custGeom>
              <a:avLst/>
              <a:gdLst/>
              <a:ahLst/>
              <a:cxnLst/>
              <a:rect l="0" t="0" r="r" b="b"/>
              <a:pathLst>
                <a:path w="22193" h="20015" stroke="0" extrusionOk="0">
                  <a:moveTo>
                    <a:pt x="0" y="0"/>
                  </a:moveTo>
                  <a:lnTo>
                    <a:pt x="5403" y="5403"/>
                  </a:lnTo>
                  <a:lnTo>
                    <a:pt x="5403" y="7128"/>
                  </a:lnTo>
                  <a:lnTo>
                    <a:pt x="8854" y="10579"/>
                  </a:lnTo>
                  <a:lnTo>
                    <a:pt x="8854" y="12304"/>
                  </a:lnTo>
                  <a:lnTo>
                    <a:pt x="10579" y="14030"/>
                  </a:lnTo>
                  <a:lnTo>
                    <a:pt x="10579" y="15755"/>
                  </a:lnTo>
                  <a:lnTo>
                    <a:pt x="14838" y="20015"/>
                  </a:lnTo>
                  <a:lnTo>
                    <a:pt x="22193" y="20015"/>
                  </a:lnTo>
                  <a:lnTo>
                    <a:pt x="16791" y="14612"/>
                  </a:lnTo>
                  <a:lnTo>
                    <a:pt x="16791" y="12886"/>
                  </a:lnTo>
                  <a:lnTo>
                    <a:pt x="13340" y="9436"/>
                  </a:lnTo>
                  <a:lnTo>
                    <a:pt x="13340" y="7710"/>
                  </a:lnTo>
                  <a:lnTo>
                    <a:pt x="9889" y="4259"/>
                  </a:lnTo>
                  <a:lnTo>
                    <a:pt x="9889" y="1725"/>
                  </a:lnTo>
                  <a:lnTo>
                    <a:pt x="7355" y="1725"/>
                  </a:lnTo>
                  <a:lnTo>
                    <a:pt x="563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</p:sp>
        <p:sp>
          <p:nvSpPr>
            <p:cNvPr id="20163" name="Graph element 642"/>
            <p:cNvSpPr/>
            <p:nvPr/>
          </p:nvSpPr>
          <p:spPr>
            <a:xfrm>
              <a:off x="649096" y="422842"/>
              <a:ext cx="16791" cy="13340"/>
            </a:xfrm>
            <a:custGeom>
              <a:avLst/>
              <a:gdLst/>
              <a:ahLst/>
              <a:cxnLst/>
              <a:rect l="0" t="0" r="r" b="b"/>
              <a:pathLst>
                <a:path w="16791" h="13340" stroke="0" extrusionOk="0">
                  <a:moveTo>
                    <a:pt x="8627" y="0"/>
                  </a:moveTo>
                  <a:lnTo>
                    <a:pt x="8627" y="4486"/>
                  </a:lnTo>
                  <a:lnTo>
                    <a:pt x="5985" y="7128"/>
                  </a:lnTo>
                  <a:lnTo>
                    <a:pt x="0" y="7128"/>
                  </a:lnTo>
                  <a:lnTo>
                    <a:pt x="0" y="10806"/>
                  </a:lnTo>
                  <a:lnTo>
                    <a:pt x="2534" y="13340"/>
                  </a:lnTo>
                  <a:lnTo>
                    <a:pt x="9662" y="13340"/>
                  </a:lnTo>
                  <a:lnTo>
                    <a:pt x="9662" y="10806"/>
                  </a:lnTo>
                  <a:lnTo>
                    <a:pt x="12304" y="8164"/>
                  </a:lnTo>
                  <a:lnTo>
                    <a:pt x="16791" y="8164"/>
                  </a:lnTo>
                  <a:lnTo>
                    <a:pt x="8627" y="0"/>
                  </a:ln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</p:sp>
        <p:sp>
          <p:nvSpPr>
            <p:cNvPr id="20164" name="Graph element 643"/>
            <p:cNvSpPr/>
            <p:nvPr/>
          </p:nvSpPr>
          <p:spPr>
            <a:xfrm>
              <a:off x="635293" y="412716"/>
              <a:ext cx="4486" cy="9889"/>
            </a:xfrm>
            <a:custGeom>
              <a:avLst/>
              <a:gdLst/>
              <a:ahLst/>
              <a:cxnLst/>
              <a:rect l="0" t="0" r="r" b="b"/>
              <a:pathLst>
                <a:path w="4486" h="9889" stroke="0" extrusionOk="0">
                  <a:moveTo>
                    <a:pt x="0" y="0"/>
                  </a:moveTo>
                  <a:lnTo>
                    <a:pt x="0" y="5403"/>
                  </a:lnTo>
                  <a:lnTo>
                    <a:pt x="4486" y="9889"/>
                  </a:lnTo>
                  <a:lnTo>
                    <a:pt x="448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</p:sp>
        <p:sp>
          <p:nvSpPr>
            <p:cNvPr id="20165" name="Graph element 644"/>
            <p:cNvSpPr/>
            <p:nvPr/>
          </p:nvSpPr>
          <p:spPr>
            <a:xfrm>
              <a:off x="476556" y="353707"/>
              <a:ext cx="101109" cy="118708"/>
            </a:xfrm>
            <a:custGeom>
              <a:avLst/>
              <a:gdLst/>
              <a:ahLst/>
              <a:cxnLst/>
              <a:rect l="0" t="0" r="r" b="b"/>
              <a:pathLst>
                <a:path w="101109" h="118708" stroke="0" extrusionOk="0">
                  <a:moveTo>
                    <a:pt x="10352" y="0"/>
                  </a:moveTo>
                  <a:lnTo>
                    <a:pt x="10352" y="1154"/>
                  </a:lnTo>
                  <a:lnTo>
                    <a:pt x="5985" y="5521"/>
                  </a:lnTo>
                  <a:lnTo>
                    <a:pt x="0" y="5521"/>
                  </a:lnTo>
                  <a:lnTo>
                    <a:pt x="0" y="23002"/>
                  </a:lnTo>
                  <a:lnTo>
                    <a:pt x="1725" y="24727"/>
                  </a:lnTo>
                  <a:lnTo>
                    <a:pt x="1725" y="69588"/>
                  </a:lnTo>
                  <a:lnTo>
                    <a:pt x="3451" y="71313"/>
                  </a:lnTo>
                  <a:lnTo>
                    <a:pt x="3451" y="106630"/>
                  </a:lnTo>
                  <a:lnTo>
                    <a:pt x="10579" y="106630"/>
                  </a:lnTo>
                  <a:lnTo>
                    <a:pt x="12304" y="104904"/>
                  </a:lnTo>
                  <a:lnTo>
                    <a:pt x="14612" y="104904"/>
                  </a:lnTo>
                  <a:lnTo>
                    <a:pt x="17254" y="107547"/>
                  </a:lnTo>
                  <a:lnTo>
                    <a:pt x="17254" y="118708"/>
                  </a:lnTo>
                  <a:lnTo>
                    <a:pt x="20931" y="118708"/>
                  </a:lnTo>
                  <a:lnTo>
                    <a:pt x="22657" y="116982"/>
                  </a:lnTo>
                  <a:lnTo>
                    <a:pt x="33009" y="116982"/>
                  </a:lnTo>
                  <a:lnTo>
                    <a:pt x="34735" y="115257"/>
                  </a:lnTo>
                  <a:lnTo>
                    <a:pt x="45087" y="115257"/>
                  </a:lnTo>
                  <a:lnTo>
                    <a:pt x="46813" y="113531"/>
                  </a:lnTo>
                  <a:lnTo>
                    <a:pt x="58890" y="113531"/>
                  </a:lnTo>
                  <a:lnTo>
                    <a:pt x="60616" y="111806"/>
                  </a:lnTo>
                  <a:lnTo>
                    <a:pt x="70968" y="111806"/>
                  </a:lnTo>
                  <a:lnTo>
                    <a:pt x="72694" y="110081"/>
                  </a:lnTo>
                  <a:lnTo>
                    <a:pt x="83046" y="110081"/>
                  </a:lnTo>
                  <a:lnTo>
                    <a:pt x="84771" y="108355"/>
                  </a:lnTo>
                  <a:lnTo>
                    <a:pt x="95124" y="108355"/>
                  </a:lnTo>
                  <a:lnTo>
                    <a:pt x="96849" y="106630"/>
                  </a:lnTo>
                  <a:lnTo>
                    <a:pt x="101109" y="106630"/>
                  </a:lnTo>
                  <a:lnTo>
                    <a:pt x="101109" y="102952"/>
                  </a:lnTo>
                  <a:lnTo>
                    <a:pt x="97658" y="99502"/>
                  </a:lnTo>
                  <a:lnTo>
                    <a:pt x="97658" y="97776"/>
                  </a:lnTo>
                  <a:lnTo>
                    <a:pt x="95124" y="95242"/>
                  </a:lnTo>
                  <a:lnTo>
                    <a:pt x="83628" y="95242"/>
                  </a:lnTo>
                  <a:lnTo>
                    <a:pt x="81902" y="96968"/>
                  </a:lnTo>
                  <a:lnTo>
                    <a:pt x="71550" y="96968"/>
                  </a:lnTo>
                  <a:lnTo>
                    <a:pt x="69825" y="98693"/>
                  </a:lnTo>
                  <a:lnTo>
                    <a:pt x="57747" y="98693"/>
                  </a:lnTo>
                  <a:lnTo>
                    <a:pt x="56021" y="100418"/>
                  </a:lnTo>
                  <a:lnTo>
                    <a:pt x="45669" y="100418"/>
                  </a:lnTo>
                  <a:lnTo>
                    <a:pt x="43944" y="102144"/>
                  </a:lnTo>
                  <a:lnTo>
                    <a:pt x="33591" y="102144"/>
                  </a:lnTo>
                  <a:lnTo>
                    <a:pt x="31866" y="103869"/>
                  </a:lnTo>
                  <a:lnTo>
                    <a:pt x="19788" y="103869"/>
                  </a:lnTo>
                  <a:lnTo>
                    <a:pt x="18634" y="105023"/>
                  </a:lnTo>
                  <a:lnTo>
                    <a:pt x="16564" y="102952"/>
                  </a:lnTo>
                  <a:lnTo>
                    <a:pt x="16564" y="77988"/>
                  </a:lnTo>
                  <a:lnTo>
                    <a:pt x="12304" y="77988"/>
                  </a:lnTo>
                  <a:lnTo>
                    <a:pt x="6211" y="71895"/>
                  </a:lnTo>
                  <a:lnTo>
                    <a:pt x="6211" y="70170"/>
                  </a:lnTo>
                  <a:lnTo>
                    <a:pt x="4486" y="68444"/>
                  </a:lnTo>
                  <a:lnTo>
                    <a:pt x="4486" y="57510"/>
                  </a:lnTo>
                  <a:lnTo>
                    <a:pt x="6211" y="55785"/>
                  </a:lnTo>
                  <a:lnTo>
                    <a:pt x="6211" y="54059"/>
                  </a:lnTo>
                  <a:lnTo>
                    <a:pt x="10579" y="49692"/>
                  </a:lnTo>
                  <a:lnTo>
                    <a:pt x="12304" y="49692"/>
                  </a:lnTo>
                  <a:lnTo>
                    <a:pt x="14838" y="47158"/>
                  </a:lnTo>
                  <a:lnTo>
                    <a:pt x="14838" y="21858"/>
                  </a:lnTo>
                  <a:lnTo>
                    <a:pt x="13113" y="20133"/>
                  </a:lnTo>
                  <a:lnTo>
                    <a:pt x="10352" y="0"/>
                  </a:ln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</p:sp>
        <p:sp>
          <p:nvSpPr>
            <p:cNvPr id="20166" name="Graph element 645"/>
            <p:cNvSpPr/>
            <p:nvPr/>
          </p:nvSpPr>
          <p:spPr>
            <a:xfrm>
              <a:off x="531542" y="348876"/>
              <a:ext cx="88104" cy="55844"/>
            </a:xfrm>
            <a:custGeom>
              <a:avLst/>
              <a:gdLst/>
              <a:ahLst/>
              <a:cxnLst/>
              <a:rect l="0" t="0" r="r" b="b"/>
              <a:pathLst>
                <a:path w="88104" h="55844" stroke="0" extrusionOk="0">
                  <a:moveTo>
                    <a:pt x="0" y="0"/>
                  </a:moveTo>
                  <a:lnTo>
                    <a:pt x="6211" y="6211"/>
                  </a:lnTo>
                  <a:lnTo>
                    <a:pt x="7937" y="6211"/>
                  </a:lnTo>
                  <a:lnTo>
                    <a:pt x="11388" y="9662"/>
                  </a:lnTo>
                  <a:lnTo>
                    <a:pt x="13113" y="9662"/>
                  </a:lnTo>
                  <a:lnTo>
                    <a:pt x="18289" y="14838"/>
                  </a:lnTo>
                  <a:lnTo>
                    <a:pt x="20015" y="14838"/>
                  </a:lnTo>
                  <a:lnTo>
                    <a:pt x="23465" y="18289"/>
                  </a:lnTo>
                  <a:lnTo>
                    <a:pt x="25191" y="18289"/>
                  </a:lnTo>
                  <a:lnTo>
                    <a:pt x="30367" y="23465"/>
                  </a:lnTo>
                  <a:lnTo>
                    <a:pt x="32092" y="23465"/>
                  </a:lnTo>
                  <a:lnTo>
                    <a:pt x="35543" y="26916"/>
                  </a:lnTo>
                  <a:lnTo>
                    <a:pt x="37269" y="26916"/>
                  </a:lnTo>
                  <a:lnTo>
                    <a:pt x="42445" y="32092"/>
                  </a:lnTo>
                  <a:lnTo>
                    <a:pt x="44170" y="32092"/>
                  </a:lnTo>
                  <a:lnTo>
                    <a:pt x="47621" y="35543"/>
                  </a:lnTo>
                  <a:lnTo>
                    <a:pt x="49347" y="35543"/>
                  </a:lnTo>
                  <a:lnTo>
                    <a:pt x="54523" y="40719"/>
                  </a:lnTo>
                  <a:lnTo>
                    <a:pt x="56248" y="40719"/>
                  </a:lnTo>
                  <a:lnTo>
                    <a:pt x="61424" y="45896"/>
                  </a:lnTo>
                  <a:lnTo>
                    <a:pt x="63150" y="45896"/>
                  </a:lnTo>
                  <a:lnTo>
                    <a:pt x="66601" y="49347"/>
                  </a:lnTo>
                  <a:lnTo>
                    <a:pt x="68326" y="49347"/>
                  </a:lnTo>
                  <a:lnTo>
                    <a:pt x="71777" y="52797"/>
                  </a:lnTo>
                  <a:lnTo>
                    <a:pt x="80404" y="52797"/>
                  </a:lnTo>
                  <a:lnTo>
                    <a:pt x="82129" y="54523"/>
                  </a:lnTo>
                  <a:lnTo>
                    <a:pt x="83855" y="54523"/>
                  </a:lnTo>
                  <a:lnTo>
                    <a:pt x="85176" y="55844"/>
                  </a:lnTo>
                  <a:lnTo>
                    <a:pt x="87128" y="53892"/>
                  </a:lnTo>
                  <a:lnTo>
                    <a:pt x="85807" y="52571"/>
                  </a:lnTo>
                  <a:lnTo>
                    <a:pt x="85807" y="50263"/>
                  </a:lnTo>
                  <a:lnTo>
                    <a:pt x="88104" y="47966"/>
                  </a:lnTo>
                  <a:lnTo>
                    <a:pt x="84998" y="44860"/>
                  </a:lnTo>
                  <a:lnTo>
                    <a:pt x="83273" y="44860"/>
                  </a:lnTo>
                  <a:lnTo>
                    <a:pt x="79822" y="41410"/>
                  </a:lnTo>
                  <a:lnTo>
                    <a:pt x="78096" y="41410"/>
                  </a:lnTo>
                  <a:lnTo>
                    <a:pt x="72920" y="36233"/>
                  </a:lnTo>
                  <a:lnTo>
                    <a:pt x="71195" y="36233"/>
                  </a:lnTo>
                  <a:lnTo>
                    <a:pt x="67744" y="32783"/>
                  </a:lnTo>
                  <a:lnTo>
                    <a:pt x="66019" y="32783"/>
                  </a:lnTo>
                  <a:lnTo>
                    <a:pt x="60842" y="27606"/>
                  </a:lnTo>
                  <a:lnTo>
                    <a:pt x="59117" y="27606"/>
                  </a:lnTo>
                  <a:lnTo>
                    <a:pt x="55666" y="24156"/>
                  </a:lnTo>
                  <a:lnTo>
                    <a:pt x="53941" y="24156"/>
                  </a:lnTo>
                  <a:lnTo>
                    <a:pt x="48765" y="18979"/>
                  </a:lnTo>
                  <a:lnTo>
                    <a:pt x="47039" y="18979"/>
                  </a:lnTo>
                  <a:lnTo>
                    <a:pt x="41863" y="13803"/>
                  </a:lnTo>
                  <a:lnTo>
                    <a:pt x="40138" y="13803"/>
                  </a:lnTo>
                  <a:lnTo>
                    <a:pt x="36687" y="10352"/>
                  </a:lnTo>
                  <a:lnTo>
                    <a:pt x="34961" y="10352"/>
                  </a:lnTo>
                  <a:lnTo>
                    <a:pt x="29785" y="5176"/>
                  </a:lnTo>
                  <a:lnTo>
                    <a:pt x="28060" y="5176"/>
                  </a:lnTo>
                  <a:lnTo>
                    <a:pt x="24609" y="1725"/>
                  </a:lnTo>
                  <a:lnTo>
                    <a:pt x="14257" y="1725"/>
                  </a:lnTo>
                  <a:lnTo>
                    <a:pt x="1253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</p:sp>
        <p:sp>
          <p:nvSpPr>
            <p:cNvPr id="20167" name="Graph element 646"/>
            <p:cNvSpPr/>
            <p:nvPr/>
          </p:nvSpPr>
          <p:spPr>
            <a:xfrm>
              <a:off x="507613" y="345199"/>
              <a:ext cx="41291" cy="62223"/>
            </a:xfrm>
            <a:custGeom>
              <a:avLst/>
              <a:gdLst/>
              <a:ahLst/>
              <a:cxnLst/>
              <a:rect l="0" t="0" r="r" b="b"/>
              <a:pathLst>
                <a:path w="41291" h="62223" stroke="0" extrusionOk="0">
                  <a:moveTo>
                    <a:pt x="0" y="0"/>
                  </a:moveTo>
                  <a:lnTo>
                    <a:pt x="0" y="5630"/>
                  </a:lnTo>
                  <a:lnTo>
                    <a:pt x="1725" y="7355"/>
                  </a:lnTo>
                  <a:lnTo>
                    <a:pt x="1725" y="9080"/>
                  </a:lnTo>
                  <a:lnTo>
                    <a:pt x="5176" y="12531"/>
                  </a:lnTo>
                  <a:lnTo>
                    <a:pt x="5176" y="14257"/>
                  </a:lnTo>
                  <a:lnTo>
                    <a:pt x="8627" y="17707"/>
                  </a:lnTo>
                  <a:lnTo>
                    <a:pt x="8627" y="19433"/>
                  </a:lnTo>
                  <a:lnTo>
                    <a:pt x="12078" y="22884"/>
                  </a:lnTo>
                  <a:lnTo>
                    <a:pt x="12078" y="24609"/>
                  </a:lnTo>
                  <a:lnTo>
                    <a:pt x="15529" y="28060"/>
                  </a:lnTo>
                  <a:lnTo>
                    <a:pt x="15529" y="29785"/>
                  </a:lnTo>
                  <a:lnTo>
                    <a:pt x="18979" y="33236"/>
                  </a:lnTo>
                  <a:lnTo>
                    <a:pt x="18979" y="34961"/>
                  </a:lnTo>
                  <a:lnTo>
                    <a:pt x="22430" y="38412"/>
                  </a:lnTo>
                  <a:lnTo>
                    <a:pt x="22430" y="40138"/>
                  </a:lnTo>
                  <a:lnTo>
                    <a:pt x="25881" y="43588"/>
                  </a:lnTo>
                  <a:lnTo>
                    <a:pt x="25881" y="45314"/>
                  </a:lnTo>
                  <a:lnTo>
                    <a:pt x="27606" y="47039"/>
                  </a:lnTo>
                  <a:lnTo>
                    <a:pt x="27606" y="48765"/>
                  </a:lnTo>
                  <a:lnTo>
                    <a:pt x="30140" y="51299"/>
                  </a:lnTo>
                  <a:lnTo>
                    <a:pt x="31866" y="51299"/>
                  </a:lnTo>
                  <a:lnTo>
                    <a:pt x="32783" y="52215"/>
                  </a:lnTo>
                  <a:lnTo>
                    <a:pt x="32783" y="53941"/>
                  </a:lnTo>
                  <a:lnTo>
                    <a:pt x="34508" y="55666"/>
                  </a:lnTo>
                  <a:lnTo>
                    <a:pt x="34508" y="59117"/>
                  </a:lnTo>
                  <a:lnTo>
                    <a:pt x="37614" y="62223"/>
                  </a:lnTo>
                  <a:lnTo>
                    <a:pt x="41291" y="58545"/>
                  </a:lnTo>
                  <a:lnTo>
                    <a:pt x="38994" y="56248"/>
                  </a:lnTo>
                  <a:lnTo>
                    <a:pt x="38994" y="54523"/>
                  </a:lnTo>
                  <a:lnTo>
                    <a:pt x="35543" y="51072"/>
                  </a:lnTo>
                  <a:lnTo>
                    <a:pt x="35543" y="49347"/>
                  </a:lnTo>
                  <a:lnTo>
                    <a:pt x="32092" y="45896"/>
                  </a:lnTo>
                  <a:lnTo>
                    <a:pt x="32092" y="44170"/>
                  </a:lnTo>
                  <a:lnTo>
                    <a:pt x="30367" y="42445"/>
                  </a:lnTo>
                  <a:lnTo>
                    <a:pt x="30367" y="40719"/>
                  </a:lnTo>
                  <a:lnTo>
                    <a:pt x="26916" y="37269"/>
                  </a:lnTo>
                  <a:lnTo>
                    <a:pt x="26916" y="35543"/>
                  </a:lnTo>
                  <a:lnTo>
                    <a:pt x="23465" y="32092"/>
                  </a:lnTo>
                  <a:lnTo>
                    <a:pt x="23465" y="30367"/>
                  </a:lnTo>
                  <a:lnTo>
                    <a:pt x="20015" y="26916"/>
                  </a:lnTo>
                  <a:lnTo>
                    <a:pt x="20015" y="25191"/>
                  </a:lnTo>
                  <a:lnTo>
                    <a:pt x="16564" y="21740"/>
                  </a:lnTo>
                  <a:lnTo>
                    <a:pt x="16564" y="20015"/>
                  </a:lnTo>
                  <a:lnTo>
                    <a:pt x="13113" y="16564"/>
                  </a:lnTo>
                  <a:lnTo>
                    <a:pt x="13113" y="14838"/>
                  </a:lnTo>
                  <a:lnTo>
                    <a:pt x="9662" y="11388"/>
                  </a:lnTo>
                  <a:lnTo>
                    <a:pt x="9662" y="9662"/>
                  </a:lnTo>
                  <a:lnTo>
                    <a:pt x="6211" y="6211"/>
                  </a:lnTo>
                  <a:lnTo>
                    <a:pt x="6211" y="3677"/>
                  </a:lnTo>
                  <a:lnTo>
                    <a:pt x="3677" y="36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</p:sp>
        <p:sp>
          <p:nvSpPr>
            <p:cNvPr id="20168" name="Graph element 647"/>
            <p:cNvSpPr/>
            <p:nvPr/>
          </p:nvSpPr>
          <p:spPr>
            <a:xfrm>
              <a:off x="314142" y="341403"/>
              <a:ext cx="134690" cy="141936"/>
            </a:xfrm>
            <a:custGeom>
              <a:avLst/>
              <a:gdLst/>
              <a:ahLst/>
              <a:cxnLst/>
              <a:rect l="0" t="0" r="r" b="b"/>
              <a:pathLst>
                <a:path w="134690" h="141936" stroke="0" extrusionOk="0">
                  <a:moveTo>
                    <a:pt x="125836" y="0"/>
                  </a:moveTo>
                  <a:lnTo>
                    <a:pt x="115829" y="10007"/>
                  </a:lnTo>
                  <a:lnTo>
                    <a:pt x="115829" y="11733"/>
                  </a:lnTo>
                  <a:lnTo>
                    <a:pt x="98575" y="28987"/>
                  </a:lnTo>
                  <a:lnTo>
                    <a:pt x="98575" y="30712"/>
                  </a:lnTo>
                  <a:lnTo>
                    <a:pt x="81321" y="47966"/>
                  </a:lnTo>
                  <a:lnTo>
                    <a:pt x="81321" y="49692"/>
                  </a:lnTo>
                  <a:lnTo>
                    <a:pt x="65792" y="65220"/>
                  </a:lnTo>
                  <a:lnTo>
                    <a:pt x="65792" y="66946"/>
                  </a:lnTo>
                  <a:lnTo>
                    <a:pt x="48538" y="84200"/>
                  </a:lnTo>
                  <a:lnTo>
                    <a:pt x="48538" y="85925"/>
                  </a:lnTo>
                  <a:lnTo>
                    <a:pt x="31284" y="103179"/>
                  </a:lnTo>
                  <a:lnTo>
                    <a:pt x="31284" y="104904"/>
                  </a:lnTo>
                  <a:lnTo>
                    <a:pt x="14030" y="122158"/>
                  </a:lnTo>
                  <a:lnTo>
                    <a:pt x="14030" y="123884"/>
                  </a:lnTo>
                  <a:lnTo>
                    <a:pt x="0" y="137914"/>
                  </a:lnTo>
                  <a:lnTo>
                    <a:pt x="4486" y="137914"/>
                  </a:lnTo>
                  <a:lnTo>
                    <a:pt x="8509" y="141936"/>
                  </a:lnTo>
                  <a:lnTo>
                    <a:pt x="10806" y="139639"/>
                  </a:lnTo>
                  <a:lnTo>
                    <a:pt x="15982" y="139639"/>
                  </a:lnTo>
                  <a:lnTo>
                    <a:pt x="34045" y="121577"/>
                  </a:lnTo>
                  <a:lnTo>
                    <a:pt x="34045" y="119851"/>
                  </a:lnTo>
                  <a:lnTo>
                    <a:pt x="51299" y="102597"/>
                  </a:lnTo>
                  <a:lnTo>
                    <a:pt x="51299" y="100872"/>
                  </a:lnTo>
                  <a:lnTo>
                    <a:pt x="68553" y="83618"/>
                  </a:lnTo>
                  <a:lnTo>
                    <a:pt x="68553" y="81892"/>
                  </a:lnTo>
                  <a:lnTo>
                    <a:pt x="85807" y="64638"/>
                  </a:lnTo>
                  <a:lnTo>
                    <a:pt x="85807" y="62913"/>
                  </a:lnTo>
                  <a:lnTo>
                    <a:pt x="103061" y="45659"/>
                  </a:lnTo>
                  <a:lnTo>
                    <a:pt x="103061" y="43933"/>
                  </a:lnTo>
                  <a:lnTo>
                    <a:pt x="120315" y="26679"/>
                  </a:lnTo>
                  <a:lnTo>
                    <a:pt x="120315" y="24954"/>
                  </a:lnTo>
                  <a:lnTo>
                    <a:pt x="134690" y="10579"/>
                  </a:lnTo>
                  <a:lnTo>
                    <a:pt x="128942" y="4831"/>
                  </a:lnTo>
                  <a:lnTo>
                    <a:pt x="128942" y="3106"/>
                  </a:lnTo>
                  <a:lnTo>
                    <a:pt x="125836" y="0"/>
                  </a:ln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</p:sp>
        <p:sp>
          <p:nvSpPr>
            <p:cNvPr id="20169" name="Graph element 648"/>
            <p:cNvSpPr/>
            <p:nvPr/>
          </p:nvSpPr>
          <p:spPr>
            <a:xfrm>
              <a:off x="519691" y="333003"/>
              <a:ext cx="2761" cy="6902"/>
            </a:xfrm>
            <a:custGeom>
              <a:avLst/>
              <a:gdLst/>
              <a:ahLst/>
              <a:cxnLst/>
              <a:rect l="0" t="0" r="r" b="b"/>
              <a:pathLst>
                <a:path w="2761" h="6902" stroke="0" extrusionOk="0">
                  <a:moveTo>
                    <a:pt x="0" y="6902"/>
                  </a:moveTo>
                  <a:lnTo>
                    <a:pt x="2761" y="6902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6902"/>
                  </a:ln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</p:sp>
        <p:sp>
          <p:nvSpPr>
            <p:cNvPr id="20170" name="Graph element 649"/>
            <p:cNvSpPr/>
            <p:nvPr/>
          </p:nvSpPr>
          <p:spPr>
            <a:xfrm>
              <a:off x="497261" y="329670"/>
              <a:ext cx="4486" cy="8509"/>
            </a:xfrm>
            <a:custGeom>
              <a:avLst/>
              <a:gdLst/>
              <a:ahLst/>
              <a:cxnLst/>
              <a:rect l="0" t="0" r="r" b="b"/>
              <a:pathLst>
                <a:path w="4486" h="8509" stroke="0" extrusionOk="0">
                  <a:moveTo>
                    <a:pt x="0" y="0"/>
                  </a:moveTo>
                  <a:lnTo>
                    <a:pt x="0" y="5630"/>
                  </a:lnTo>
                  <a:lnTo>
                    <a:pt x="1725" y="7355"/>
                  </a:lnTo>
                  <a:lnTo>
                    <a:pt x="1725" y="8509"/>
                  </a:lnTo>
                  <a:lnTo>
                    <a:pt x="4486" y="8509"/>
                  </a:lnTo>
                  <a:lnTo>
                    <a:pt x="4486" y="44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</p:sp>
        <p:sp>
          <p:nvSpPr>
            <p:cNvPr id="20171" name="Graph element 650"/>
            <p:cNvSpPr/>
            <p:nvPr/>
          </p:nvSpPr>
          <p:spPr>
            <a:xfrm>
              <a:off x="476556" y="333003"/>
              <a:ext cx="2761" cy="6902"/>
            </a:xfrm>
            <a:custGeom>
              <a:avLst/>
              <a:gdLst/>
              <a:ahLst/>
              <a:cxnLst/>
              <a:rect l="0" t="0" r="r" b="b"/>
              <a:pathLst>
                <a:path w="2761" h="6902" stroke="0" extrusionOk="0">
                  <a:moveTo>
                    <a:pt x="0" y="6902"/>
                  </a:moveTo>
                  <a:lnTo>
                    <a:pt x="2761" y="6902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6902"/>
                  </a:ln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</p:sp>
        <p:sp>
          <p:nvSpPr>
            <p:cNvPr id="20172" name="Graph element 651"/>
            <p:cNvSpPr/>
            <p:nvPr/>
          </p:nvSpPr>
          <p:spPr>
            <a:xfrm>
              <a:off x="474604" y="317819"/>
              <a:ext cx="18861" cy="6211"/>
            </a:xfrm>
            <a:custGeom>
              <a:avLst/>
              <a:gdLst/>
              <a:ahLst/>
              <a:cxnLst/>
              <a:rect l="0" t="0" r="r" b="b"/>
              <a:pathLst>
                <a:path w="18861" h="6211" stroke="0" extrusionOk="0">
                  <a:moveTo>
                    <a:pt x="4486" y="0"/>
                  </a:moveTo>
                  <a:lnTo>
                    <a:pt x="0" y="4486"/>
                  </a:lnTo>
                  <a:lnTo>
                    <a:pt x="14838" y="4486"/>
                  </a:lnTo>
                  <a:lnTo>
                    <a:pt x="16564" y="6211"/>
                  </a:lnTo>
                  <a:lnTo>
                    <a:pt x="18861" y="6211"/>
                  </a:lnTo>
                  <a:lnTo>
                    <a:pt x="18861" y="3451"/>
                  </a:lnTo>
                  <a:lnTo>
                    <a:pt x="17707" y="3451"/>
                  </a:lnTo>
                  <a:lnTo>
                    <a:pt x="15982" y="1725"/>
                  </a:lnTo>
                  <a:lnTo>
                    <a:pt x="12531" y="1725"/>
                  </a:lnTo>
                  <a:lnTo>
                    <a:pt x="10806" y="0"/>
                  </a:lnTo>
                  <a:lnTo>
                    <a:pt x="4486" y="0"/>
                  </a:ln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</p:sp>
        <p:sp>
          <p:nvSpPr>
            <p:cNvPr id="20173" name="Graph element 652"/>
            <p:cNvSpPr/>
            <p:nvPr/>
          </p:nvSpPr>
          <p:spPr>
            <a:xfrm>
              <a:off x="458730" y="310346"/>
              <a:ext cx="19088" cy="17707"/>
            </a:xfrm>
            <a:custGeom>
              <a:avLst/>
              <a:gdLst/>
              <a:ahLst/>
              <a:cxnLst/>
              <a:rect l="0" t="0" r="r" b="b"/>
              <a:pathLst>
                <a:path w="19088" h="17707" stroke="0" extrusionOk="0">
                  <a:moveTo>
                    <a:pt x="8854" y="0"/>
                  </a:moveTo>
                  <a:lnTo>
                    <a:pt x="5748" y="3106"/>
                  </a:lnTo>
                  <a:lnTo>
                    <a:pt x="5748" y="4831"/>
                  </a:lnTo>
                  <a:lnTo>
                    <a:pt x="0" y="10579"/>
                  </a:lnTo>
                  <a:lnTo>
                    <a:pt x="7128" y="17707"/>
                  </a:lnTo>
                  <a:lnTo>
                    <a:pt x="12876" y="11959"/>
                  </a:lnTo>
                  <a:lnTo>
                    <a:pt x="19088" y="11959"/>
                  </a:lnTo>
                  <a:lnTo>
                    <a:pt x="15410" y="8282"/>
                  </a:lnTo>
                  <a:lnTo>
                    <a:pt x="15410" y="6557"/>
                  </a:lnTo>
                  <a:lnTo>
                    <a:pt x="8854" y="0"/>
                  </a:ln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</p:sp>
        <p:sp>
          <p:nvSpPr>
            <p:cNvPr id="20174" name="Graph element 653"/>
            <p:cNvSpPr/>
            <p:nvPr/>
          </p:nvSpPr>
          <p:spPr>
            <a:xfrm>
              <a:off x="492085" y="305515"/>
              <a:ext cx="20360" cy="20813"/>
            </a:xfrm>
            <a:custGeom>
              <a:avLst/>
              <a:gdLst/>
              <a:ahLst/>
              <a:cxnLst/>
              <a:rect l="0" t="0" r="r" b="b"/>
              <a:pathLst>
                <a:path w="20360" h="20813" stroke="0" extrusionOk="0">
                  <a:moveTo>
                    <a:pt x="1725" y="0"/>
                  </a:moveTo>
                  <a:lnTo>
                    <a:pt x="1725" y="6211"/>
                  </a:lnTo>
                  <a:lnTo>
                    <a:pt x="0" y="7937"/>
                  </a:lnTo>
                  <a:lnTo>
                    <a:pt x="0" y="12531"/>
                  </a:lnTo>
                  <a:lnTo>
                    <a:pt x="4259" y="16791"/>
                  </a:lnTo>
                  <a:lnTo>
                    <a:pt x="11161" y="16791"/>
                  </a:lnTo>
                  <a:lnTo>
                    <a:pt x="15184" y="20813"/>
                  </a:lnTo>
                  <a:lnTo>
                    <a:pt x="19206" y="16791"/>
                  </a:lnTo>
                  <a:lnTo>
                    <a:pt x="20360" y="16791"/>
                  </a:lnTo>
                  <a:lnTo>
                    <a:pt x="20360" y="14030"/>
                  </a:lnTo>
                  <a:lnTo>
                    <a:pt x="19206" y="14030"/>
                  </a:lnTo>
                  <a:lnTo>
                    <a:pt x="15755" y="10579"/>
                  </a:lnTo>
                  <a:lnTo>
                    <a:pt x="14030" y="10579"/>
                  </a:lnTo>
                  <a:lnTo>
                    <a:pt x="8854" y="5403"/>
                  </a:lnTo>
                  <a:lnTo>
                    <a:pt x="7128" y="5403"/>
                  </a:lnTo>
                  <a:lnTo>
                    <a:pt x="1725" y="0"/>
                  </a:ln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</p:sp>
        <p:sp>
          <p:nvSpPr>
            <p:cNvPr id="20175" name="Graph element 654"/>
            <p:cNvSpPr/>
            <p:nvPr/>
          </p:nvSpPr>
          <p:spPr>
            <a:xfrm>
              <a:off x="1080102" y="1339257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176" name="Graph element 655"/>
            <p:cNvSpPr/>
            <p:nvPr/>
          </p:nvSpPr>
          <p:spPr>
            <a:xfrm>
              <a:off x="1073200" y="1327180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177" name="Graph element 656"/>
            <p:cNvSpPr/>
            <p:nvPr/>
          </p:nvSpPr>
          <p:spPr>
            <a:xfrm>
              <a:off x="1225785" y="1284449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178" name="Graph element 657"/>
            <p:cNvSpPr/>
            <p:nvPr/>
          </p:nvSpPr>
          <p:spPr>
            <a:xfrm>
              <a:off x="1804771" y="1235733"/>
              <a:ext cx="6902" cy="2761"/>
            </a:xfrm>
            <a:custGeom>
              <a:avLst/>
              <a:gdLst/>
              <a:ahLst/>
              <a:cxnLst/>
              <a:rect l="0" t="0" r="r" b="b"/>
              <a:pathLst>
                <a:path w="6902" h="2761" stroke="0" extrusionOk="0">
                  <a:moveTo>
                    <a:pt x="6902" y="2761"/>
                  </a:moveTo>
                  <a:lnTo>
                    <a:pt x="6902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6902" y="2761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179" name="Graph element 658"/>
            <p:cNvSpPr/>
            <p:nvPr/>
          </p:nvSpPr>
          <p:spPr>
            <a:xfrm>
              <a:off x="1765087" y="1235733"/>
              <a:ext cx="6902" cy="2761"/>
            </a:xfrm>
            <a:custGeom>
              <a:avLst/>
              <a:gdLst/>
              <a:ahLst/>
              <a:cxnLst/>
              <a:rect l="0" t="0" r="r" b="b"/>
              <a:pathLst>
                <a:path w="6902" h="2761" stroke="0" extrusionOk="0">
                  <a:moveTo>
                    <a:pt x="6902" y="2761"/>
                  </a:moveTo>
                  <a:lnTo>
                    <a:pt x="6902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6902" y="2761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180" name="Graph element 659"/>
            <p:cNvSpPr/>
            <p:nvPr/>
          </p:nvSpPr>
          <p:spPr>
            <a:xfrm>
              <a:off x="1820645" y="912738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181" name="Graph element 660"/>
            <p:cNvSpPr/>
            <p:nvPr/>
          </p:nvSpPr>
          <p:spPr>
            <a:xfrm>
              <a:off x="1820645" y="907562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182" name="Graph element 661"/>
            <p:cNvSpPr/>
            <p:nvPr/>
          </p:nvSpPr>
          <p:spPr>
            <a:xfrm>
              <a:off x="822041" y="885881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183" name="Graph element 662"/>
            <p:cNvSpPr/>
            <p:nvPr/>
          </p:nvSpPr>
          <p:spPr>
            <a:xfrm>
              <a:off x="799611" y="868627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184" name="Graph element 663"/>
            <p:cNvSpPr/>
            <p:nvPr/>
          </p:nvSpPr>
          <p:spPr>
            <a:xfrm>
              <a:off x="804787" y="866901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185" name="Graph element 664"/>
            <p:cNvSpPr/>
            <p:nvPr/>
          </p:nvSpPr>
          <p:spPr>
            <a:xfrm>
              <a:off x="792709" y="863451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186" name="Graph element 665"/>
            <p:cNvSpPr/>
            <p:nvPr/>
          </p:nvSpPr>
          <p:spPr>
            <a:xfrm>
              <a:off x="797885" y="861725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187" name="Graph element 666"/>
            <p:cNvSpPr/>
            <p:nvPr/>
          </p:nvSpPr>
          <p:spPr>
            <a:xfrm>
              <a:off x="784082" y="856549"/>
              <a:ext cx="5403" cy="5403"/>
            </a:xfrm>
            <a:custGeom>
              <a:avLst/>
              <a:gdLst/>
              <a:ahLst/>
              <a:cxnLst/>
              <a:rect l="0" t="0" r="r" b="b"/>
              <a:pathLst>
                <a:path w="5403" h="5403" stroke="0" extrusionOk="0">
                  <a:moveTo>
                    <a:pt x="3451" y="5403"/>
                  </a:moveTo>
                  <a:lnTo>
                    <a:pt x="5403" y="3451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3451" y="5403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188" name="Graph element 667"/>
            <p:cNvSpPr/>
            <p:nvPr/>
          </p:nvSpPr>
          <p:spPr>
            <a:xfrm>
              <a:off x="1818919" y="852349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189" name="Graph element 668"/>
            <p:cNvSpPr/>
            <p:nvPr/>
          </p:nvSpPr>
          <p:spPr>
            <a:xfrm>
              <a:off x="777180" y="851373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190" name="Graph element 669"/>
            <p:cNvSpPr/>
            <p:nvPr/>
          </p:nvSpPr>
          <p:spPr>
            <a:xfrm>
              <a:off x="782357" y="849647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191" name="Graph element 670"/>
            <p:cNvSpPr/>
            <p:nvPr/>
          </p:nvSpPr>
          <p:spPr>
            <a:xfrm>
              <a:off x="770279" y="846197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192" name="Graph element 671"/>
            <p:cNvSpPr/>
            <p:nvPr/>
          </p:nvSpPr>
          <p:spPr>
            <a:xfrm>
              <a:off x="775455" y="844471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193" name="Graph element 672"/>
            <p:cNvSpPr/>
            <p:nvPr/>
          </p:nvSpPr>
          <p:spPr>
            <a:xfrm>
              <a:off x="768553" y="839295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194" name="Graph element 673"/>
            <p:cNvSpPr/>
            <p:nvPr/>
          </p:nvSpPr>
          <p:spPr>
            <a:xfrm>
              <a:off x="761652" y="839295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195" name="Graph element 674"/>
            <p:cNvSpPr/>
            <p:nvPr/>
          </p:nvSpPr>
          <p:spPr>
            <a:xfrm>
              <a:off x="761652" y="834119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196" name="Graph element 675"/>
            <p:cNvSpPr/>
            <p:nvPr/>
          </p:nvSpPr>
          <p:spPr>
            <a:xfrm>
              <a:off x="754750" y="834119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197" name="Graph element 676"/>
            <p:cNvSpPr/>
            <p:nvPr/>
          </p:nvSpPr>
          <p:spPr>
            <a:xfrm>
              <a:off x="753025" y="827217"/>
              <a:ext cx="5403" cy="5403"/>
            </a:xfrm>
            <a:custGeom>
              <a:avLst/>
              <a:gdLst/>
              <a:ahLst/>
              <a:cxnLst/>
              <a:rect l="0" t="0" r="r" b="b"/>
              <a:pathLst>
                <a:path w="5403" h="5403" stroke="0" extrusionOk="0">
                  <a:moveTo>
                    <a:pt x="3451" y="5403"/>
                  </a:moveTo>
                  <a:lnTo>
                    <a:pt x="5403" y="3451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3451" y="5403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198" name="Graph element 677"/>
            <p:cNvSpPr/>
            <p:nvPr/>
          </p:nvSpPr>
          <p:spPr>
            <a:xfrm>
              <a:off x="746123" y="827217"/>
              <a:ext cx="5403" cy="5403"/>
            </a:xfrm>
            <a:custGeom>
              <a:avLst/>
              <a:gdLst/>
              <a:ahLst/>
              <a:cxnLst/>
              <a:rect l="0" t="0" r="r" b="b"/>
              <a:pathLst>
                <a:path w="5403" h="5403" stroke="0" extrusionOk="0">
                  <a:moveTo>
                    <a:pt x="3451" y="5403"/>
                  </a:moveTo>
                  <a:lnTo>
                    <a:pt x="5403" y="3451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3451" y="5403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199" name="Graph element 678"/>
            <p:cNvSpPr/>
            <p:nvPr/>
          </p:nvSpPr>
          <p:spPr>
            <a:xfrm>
              <a:off x="746123" y="822041"/>
              <a:ext cx="5403" cy="5403"/>
            </a:xfrm>
            <a:custGeom>
              <a:avLst/>
              <a:gdLst/>
              <a:ahLst/>
              <a:cxnLst/>
              <a:rect l="0" t="0" r="r" b="b"/>
              <a:pathLst>
                <a:path w="5403" h="5403" stroke="0" extrusionOk="0">
                  <a:moveTo>
                    <a:pt x="3451" y="5403"/>
                  </a:moveTo>
                  <a:lnTo>
                    <a:pt x="5403" y="3451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3451" y="5403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200" name="Graph element 679"/>
            <p:cNvSpPr/>
            <p:nvPr/>
          </p:nvSpPr>
          <p:spPr>
            <a:xfrm>
              <a:off x="739222" y="822041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201" name="Graph element 680"/>
            <p:cNvSpPr/>
            <p:nvPr/>
          </p:nvSpPr>
          <p:spPr>
            <a:xfrm>
              <a:off x="739222" y="816865"/>
              <a:ext cx="5403" cy="5403"/>
            </a:xfrm>
            <a:custGeom>
              <a:avLst/>
              <a:gdLst/>
              <a:ahLst/>
              <a:cxnLst/>
              <a:rect l="0" t="0" r="r" b="b"/>
              <a:pathLst>
                <a:path w="5403" h="5403" stroke="0" extrusionOk="0">
                  <a:moveTo>
                    <a:pt x="3451" y="5403"/>
                  </a:moveTo>
                  <a:lnTo>
                    <a:pt x="5403" y="3451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3451" y="5403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202" name="Graph element 681"/>
            <p:cNvSpPr/>
            <p:nvPr/>
          </p:nvSpPr>
          <p:spPr>
            <a:xfrm>
              <a:off x="732320" y="816865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203" name="Graph element 682"/>
            <p:cNvSpPr/>
            <p:nvPr/>
          </p:nvSpPr>
          <p:spPr>
            <a:xfrm>
              <a:off x="732320" y="811689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204" name="Graph element 683"/>
            <p:cNvSpPr/>
            <p:nvPr/>
          </p:nvSpPr>
          <p:spPr>
            <a:xfrm>
              <a:off x="723693" y="809963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205" name="Graph element 684"/>
            <p:cNvSpPr/>
            <p:nvPr/>
          </p:nvSpPr>
          <p:spPr>
            <a:xfrm>
              <a:off x="725418" y="806512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206" name="Graph element 685"/>
            <p:cNvSpPr/>
            <p:nvPr/>
          </p:nvSpPr>
          <p:spPr>
            <a:xfrm>
              <a:off x="716791" y="804787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207" name="Graph element 686"/>
            <p:cNvSpPr/>
            <p:nvPr/>
          </p:nvSpPr>
          <p:spPr>
            <a:xfrm>
              <a:off x="718517" y="801336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208" name="Graph element 687"/>
            <p:cNvSpPr/>
            <p:nvPr/>
          </p:nvSpPr>
          <p:spPr>
            <a:xfrm>
              <a:off x="708164" y="797885"/>
              <a:ext cx="5403" cy="5403"/>
            </a:xfrm>
            <a:custGeom>
              <a:avLst/>
              <a:gdLst/>
              <a:ahLst/>
              <a:cxnLst/>
              <a:rect l="0" t="0" r="r" b="b"/>
              <a:pathLst>
                <a:path w="5403" h="5403" stroke="0" extrusionOk="0">
                  <a:moveTo>
                    <a:pt x="3451" y="5403"/>
                  </a:moveTo>
                  <a:lnTo>
                    <a:pt x="5403" y="3451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3451" y="5403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209" name="Graph element 688"/>
            <p:cNvSpPr/>
            <p:nvPr/>
          </p:nvSpPr>
          <p:spPr>
            <a:xfrm>
              <a:off x="711615" y="796160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210" name="Graph element 689"/>
            <p:cNvSpPr/>
            <p:nvPr/>
          </p:nvSpPr>
          <p:spPr>
            <a:xfrm>
              <a:off x="701263" y="792709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211" name="Graph element 690"/>
            <p:cNvSpPr/>
            <p:nvPr/>
          </p:nvSpPr>
          <p:spPr>
            <a:xfrm>
              <a:off x="704714" y="790984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212" name="Graph element 691"/>
            <p:cNvSpPr/>
            <p:nvPr/>
          </p:nvSpPr>
          <p:spPr>
            <a:xfrm>
              <a:off x="694361" y="787533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213" name="Graph element 692"/>
            <p:cNvSpPr/>
            <p:nvPr/>
          </p:nvSpPr>
          <p:spPr>
            <a:xfrm>
              <a:off x="696087" y="784082"/>
              <a:ext cx="5403" cy="5403"/>
            </a:xfrm>
            <a:custGeom>
              <a:avLst/>
              <a:gdLst/>
              <a:ahLst/>
              <a:cxnLst/>
              <a:rect l="0" t="0" r="r" b="b"/>
              <a:pathLst>
                <a:path w="5403" h="5403" stroke="0" extrusionOk="0">
                  <a:moveTo>
                    <a:pt x="3451" y="5403"/>
                  </a:moveTo>
                  <a:lnTo>
                    <a:pt x="5403" y="3451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3451" y="5403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214" name="Graph element 693"/>
            <p:cNvSpPr/>
            <p:nvPr/>
          </p:nvSpPr>
          <p:spPr>
            <a:xfrm>
              <a:off x="685734" y="780631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215" name="Graph element 694"/>
            <p:cNvSpPr/>
            <p:nvPr/>
          </p:nvSpPr>
          <p:spPr>
            <a:xfrm>
              <a:off x="689185" y="778906"/>
              <a:ext cx="5403" cy="5403"/>
            </a:xfrm>
            <a:custGeom>
              <a:avLst/>
              <a:gdLst/>
              <a:ahLst/>
              <a:cxnLst/>
              <a:rect l="0" t="0" r="r" b="b"/>
              <a:pathLst>
                <a:path w="5403" h="5403" stroke="0" extrusionOk="0">
                  <a:moveTo>
                    <a:pt x="3451" y="5403"/>
                  </a:moveTo>
                  <a:lnTo>
                    <a:pt x="5403" y="3451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3451" y="5403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216" name="Graph element 695"/>
            <p:cNvSpPr/>
            <p:nvPr/>
          </p:nvSpPr>
          <p:spPr>
            <a:xfrm>
              <a:off x="678833" y="775455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217" name="Graph element 696"/>
            <p:cNvSpPr/>
            <p:nvPr/>
          </p:nvSpPr>
          <p:spPr>
            <a:xfrm>
              <a:off x="682283" y="773730"/>
              <a:ext cx="5403" cy="5403"/>
            </a:xfrm>
            <a:custGeom>
              <a:avLst/>
              <a:gdLst/>
              <a:ahLst/>
              <a:cxnLst/>
              <a:rect l="0" t="0" r="r" b="b"/>
              <a:pathLst>
                <a:path w="5403" h="5403" stroke="0" extrusionOk="0">
                  <a:moveTo>
                    <a:pt x="3451" y="5403"/>
                  </a:moveTo>
                  <a:lnTo>
                    <a:pt x="5403" y="3451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3451" y="5403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218" name="Graph element 697"/>
            <p:cNvSpPr/>
            <p:nvPr/>
          </p:nvSpPr>
          <p:spPr>
            <a:xfrm>
              <a:off x="675382" y="768553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219" name="Graph element 698"/>
            <p:cNvSpPr/>
            <p:nvPr/>
          </p:nvSpPr>
          <p:spPr>
            <a:xfrm>
              <a:off x="670206" y="768553"/>
              <a:ext cx="5403" cy="5403"/>
            </a:xfrm>
            <a:custGeom>
              <a:avLst/>
              <a:gdLst/>
              <a:ahLst/>
              <a:cxnLst/>
              <a:rect l="0" t="0" r="r" b="b"/>
              <a:pathLst>
                <a:path w="5403" h="5403" stroke="0" extrusionOk="0">
                  <a:moveTo>
                    <a:pt x="3451" y="5403"/>
                  </a:moveTo>
                  <a:lnTo>
                    <a:pt x="5403" y="3451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3451" y="5403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220" name="Graph element 699"/>
            <p:cNvSpPr/>
            <p:nvPr/>
          </p:nvSpPr>
          <p:spPr>
            <a:xfrm>
              <a:off x="668480" y="763377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221" name="Graph element 700"/>
            <p:cNvSpPr/>
            <p:nvPr/>
          </p:nvSpPr>
          <p:spPr>
            <a:xfrm>
              <a:off x="663304" y="763377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222" name="Graph element 701"/>
            <p:cNvSpPr/>
            <p:nvPr/>
          </p:nvSpPr>
          <p:spPr>
            <a:xfrm>
              <a:off x="1794419" y="759522"/>
              <a:ext cx="3451" cy="2761"/>
            </a:xfrm>
            <a:custGeom>
              <a:avLst/>
              <a:gdLst/>
              <a:ahLst/>
              <a:cxnLst/>
              <a:rect l="0" t="0" r="r" b="b"/>
              <a:pathLst>
                <a:path w="3451" h="2761" stroke="0" extrusionOk="0">
                  <a:moveTo>
                    <a:pt x="3451" y="2761"/>
                  </a:moveTo>
                  <a:lnTo>
                    <a:pt x="3451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3451" y="2761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223" name="Graph element 702"/>
            <p:cNvSpPr/>
            <p:nvPr/>
          </p:nvSpPr>
          <p:spPr>
            <a:xfrm>
              <a:off x="661578" y="758201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224" name="Graph element 703"/>
            <p:cNvSpPr/>
            <p:nvPr/>
          </p:nvSpPr>
          <p:spPr>
            <a:xfrm>
              <a:off x="656402" y="758201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225" name="Graph element 704"/>
            <p:cNvSpPr/>
            <p:nvPr/>
          </p:nvSpPr>
          <p:spPr>
            <a:xfrm>
              <a:off x="654677" y="753025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226" name="Graph element 705"/>
            <p:cNvSpPr/>
            <p:nvPr/>
          </p:nvSpPr>
          <p:spPr>
            <a:xfrm>
              <a:off x="646799" y="747849"/>
              <a:ext cx="5630" cy="7128"/>
            </a:xfrm>
            <a:custGeom>
              <a:avLst/>
              <a:gdLst/>
              <a:ahLst/>
              <a:cxnLst/>
              <a:rect l="0" t="0" r="r" b="b"/>
              <a:pathLst>
                <a:path w="5630" h="7128" stroke="0" extrusionOk="0">
                  <a:moveTo>
                    <a:pt x="0" y="4427"/>
                  </a:moveTo>
                  <a:lnTo>
                    <a:pt x="2701" y="7128"/>
                  </a:lnTo>
                  <a:lnTo>
                    <a:pt x="4654" y="5176"/>
                  </a:lnTo>
                  <a:lnTo>
                    <a:pt x="3904" y="4427"/>
                  </a:lnTo>
                  <a:lnTo>
                    <a:pt x="5630" y="2701"/>
                  </a:lnTo>
                  <a:lnTo>
                    <a:pt x="2928" y="0"/>
                  </a:lnTo>
                  <a:lnTo>
                    <a:pt x="976" y="1952"/>
                  </a:lnTo>
                  <a:lnTo>
                    <a:pt x="1725" y="2701"/>
                  </a:lnTo>
                  <a:lnTo>
                    <a:pt x="0" y="4427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227" name="Graph element 706"/>
            <p:cNvSpPr/>
            <p:nvPr/>
          </p:nvSpPr>
          <p:spPr>
            <a:xfrm>
              <a:off x="639148" y="740947"/>
              <a:ext cx="6379" cy="8854"/>
            </a:xfrm>
            <a:custGeom>
              <a:avLst/>
              <a:gdLst/>
              <a:ahLst/>
              <a:cxnLst/>
              <a:rect l="0" t="0" r="r" b="b"/>
              <a:pathLst>
                <a:path w="6379" h="8854" stroke="0" extrusionOk="0">
                  <a:moveTo>
                    <a:pt x="749" y="6152"/>
                  </a:moveTo>
                  <a:lnTo>
                    <a:pt x="3451" y="8854"/>
                  </a:lnTo>
                  <a:lnTo>
                    <a:pt x="5403" y="6902"/>
                  </a:lnTo>
                  <a:lnTo>
                    <a:pt x="4654" y="6152"/>
                  </a:lnTo>
                  <a:lnTo>
                    <a:pt x="6379" y="4427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2475" y="4427"/>
                  </a:lnTo>
                  <a:lnTo>
                    <a:pt x="749" y="6152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228" name="Graph element 707"/>
            <p:cNvSpPr/>
            <p:nvPr/>
          </p:nvSpPr>
          <p:spPr>
            <a:xfrm>
              <a:off x="631271" y="737723"/>
              <a:ext cx="7355" cy="6902"/>
            </a:xfrm>
            <a:custGeom>
              <a:avLst/>
              <a:gdLst/>
              <a:ahLst/>
              <a:cxnLst/>
              <a:rect l="0" t="0" r="r" b="b"/>
              <a:pathLst>
                <a:path w="7355" h="6902" stroke="0" extrusionOk="0">
                  <a:moveTo>
                    <a:pt x="976" y="0"/>
                  </a:moveTo>
                  <a:lnTo>
                    <a:pt x="1725" y="749"/>
                  </a:lnTo>
                  <a:lnTo>
                    <a:pt x="0" y="2475"/>
                  </a:lnTo>
                  <a:lnTo>
                    <a:pt x="4427" y="6902"/>
                  </a:lnTo>
                  <a:lnTo>
                    <a:pt x="6379" y="4950"/>
                  </a:lnTo>
                  <a:lnTo>
                    <a:pt x="5630" y="4200"/>
                  </a:lnTo>
                  <a:lnTo>
                    <a:pt x="7355" y="2475"/>
                  </a:lnTo>
                  <a:lnTo>
                    <a:pt x="976" y="0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229" name="Graph element 708"/>
            <p:cNvSpPr/>
            <p:nvPr/>
          </p:nvSpPr>
          <p:spPr>
            <a:xfrm>
              <a:off x="624369" y="732547"/>
              <a:ext cx="7355" cy="6152"/>
            </a:xfrm>
            <a:custGeom>
              <a:avLst/>
              <a:gdLst/>
              <a:ahLst/>
              <a:cxnLst/>
              <a:rect l="0" t="0" r="r" b="b"/>
              <a:pathLst>
                <a:path w="7355" h="6152" stroke="0" extrusionOk="0">
                  <a:moveTo>
                    <a:pt x="976" y="0"/>
                  </a:moveTo>
                  <a:lnTo>
                    <a:pt x="1725" y="749"/>
                  </a:lnTo>
                  <a:lnTo>
                    <a:pt x="0" y="2475"/>
                  </a:lnTo>
                  <a:lnTo>
                    <a:pt x="3677" y="6152"/>
                  </a:lnTo>
                  <a:lnTo>
                    <a:pt x="7355" y="2475"/>
                  </a:lnTo>
                  <a:lnTo>
                    <a:pt x="976" y="0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230" name="Graph element 709"/>
            <p:cNvSpPr/>
            <p:nvPr/>
          </p:nvSpPr>
          <p:spPr>
            <a:xfrm>
              <a:off x="617467" y="725418"/>
              <a:ext cx="5630" cy="7128"/>
            </a:xfrm>
            <a:custGeom>
              <a:avLst/>
              <a:gdLst/>
              <a:ahLst/>
              <a:cxnLst/>
              <a:rect l="0" t="0" r="r" b="b"/>
              <a:pathLst>
                <a:path w="5630" h="7128" stroke="0" extrusionOk="0">
                  <a:moveTo>
                    <a:pt x="0" y="4427"/>
                  </a:moveTo>
                  <a:lnTo>
                    <a:pt x="2701" y="7128"/>
                  </a:lnTo>
                  <a:lnTo>
                    <a:pt x="4654" y="5176"/>
                  </a:lnTo>
                  <a:lnTo>
                    <a:pt x="3904" y="4427"/>
                  </a:lnTo>
                  <a:lnTo>
                    <a:pt x="5630" y="2701"/>
                  </a:lnTo>
                  <a:lnTo>
                    <a:pt x="2928" y="0"/>
                  </a:lnTo>
                  <a:lnTo>
                    <a:pt x="976" y="1952"/>
                  </a:lnTo>
                  <a:lnTo>
                    <a:pt x="1725" y="2701"/>
                  </a:lnTo>
                  <a:lnTo>
                    <a:pt x="0" y="4427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231" name="Graph element 710"/>
            <p:cNvSpPr/>
            <p:nvPr/>
          </p:nvSpPr>
          <p:spPr>
            <a:xfrm>
              <a:off x="608840" y="719266"/>
              <a:ext cx="7355" cy="7355"/>
            </a:xfrm>
            <a:custGeom>
              <a:avLst/>
              <a:gdLst/>
              <a:ahLst/>
              <a:cxnLst/>
              <a:rect l="0" t="0" r="r" b="b"/>
              <a:pathLst>
                <a:path w="7355" h="7355" stroke="0" extrusionOk="0">
                  <a:moveTo>
                    <a:pt x="3677" y="0"/>
                  </a:moveTo>
                  <a:lnTo>
                    <a:pt x="0" y="3677"/>
                  </a:lnTo>
                  <a:lnTo>
                    <a:pt x="3677" y="7355"/>
                  </a:lnTo>
                  <a:lnTo>
                    <a:pt x="7355" y="3677"/>
                  </a:lnTo>
                  <a:lnTo>
                    <a:pt x="3677" y="0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232" name="Graph element 711"/>
            <p:cNvSpPr/>
            <p:nvPr/>
          </p:nvSpPr>
          <p:spPr>
            <a:xfrm>
              <a:off x="601939" y="714090"/>
              <a:ext cx="7355" cy="7355"/>
            </a:xfrm>
            <a:custGeom>
              <a:avLst/>
              <a:gdLst/>
              <a:ahLst/>
              <a:cxnLst/>
              <a:rect l="0" t="0" r="r" b="b"/>
              <a:pathLst>
                <a:path w="7355" h="7355" stroke="0" extrusionOk="0">
                  <a:moveTo>
                    <a:pt x="3677" y="0"/>
                  </a:moveTo>
                  <a:lnTo>
                    <a:pt x="0" y="3677"/>
                  </a:lnTo>
                  <a:lnTo>
                    <a:pt x="3677" y="7355"/>
                  </a:lnTo>
                  <a:lnTo>
                    <a:pt x="7355" y="3677"/>
                  </a:lnTo>
                  <a:lnTo>
                    <a:pt x="3677" y="0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233" name="Graph element 712"/>
            <p:cNvSpPr/>
            <p:nvPr/>
          </p:nvSpPr>
          <p:spPr>
            <a:xfrm>
              <a:off x="594288" y="708914"/>
              <a:ext cx="8104" cy="7355"/>
            </a:xfrm>
            <a:custGeom>
              <a:avLst/>
              <a:gdLst/>
              <a:ahLst/>
              <a:cxnLst/>
              <a:rect l="0" t="0" r="r" b="b"/>
              <a:pathLst>
                <a:path w="8104" h="7355" stroke="0" extrusionOk="0">
                  <a:moveTo>
                    <a:pt x="0" y="2928"/>
                  </a:moveTo>
                  <a:lnTo>
                    <a:pt x="4427" y="7355"/>
                  </a:lnTo>
                  <a:lnTo>
                    <a:pt x="8104" y="3677"/>
                  </a:lnTo>
                  <a:lnTo>
                    <a:pt x="4427" y="0"/>
                  </a:lnTo>
                  <a:lnTo>
                    <a:pt x="2701" y="1725"/>
                  </a:lnTo>
                  <a:lnTo>
                    <a:pt x="0" y="2928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234" name="Graph element 713"/>
            <p:cNvSpPr/>
            <p:nvPr/>
          </p:nvSpPr>
          <p:spPr>
            <a:xfrm>
              <a:off x="587386" y="703738"/>
              <a:ext cx="7128" cy="5630"/>
            </a:xfrm>
            <a:custGeom>
              <a:avLst/>
              <a:gdLst/>
              <a:ahLst/>
              <a:cxnLst/>
              <a:rect l="0" t="0" r="r" b="b"/>
              <a:pathLst>
                <a:path w="7128" h="5630" stroke="0" extrusionOk="0">
                  <a:moveTo>
                    <a:pt x="2701" y="1725"/>
                  </a:moveTo>
                  <a:lnTo>
                    <a:pt x="1952" y="976"/>
                  </a:lnTo>
                  <a:lnTo>
                    <a:pt x="0" y="2928"/>
                  </a:lnTo>
                  <a:lnTo>
                    <a:pt x="2701" y="5630"/>
                  </a:lnTo>
                  <a:lnTo>
                    <a:pt x="4427" y="3904"/>
                  </a:lnTo>
                  <a:lnTo>
                    <a:pt x="5176" y="4654"/>
                  </a:lnTo>
                  <a:lnTo>
                    <a:pt x="7128" y="2701"/>
                  </a:lnTo>
                  <a:lnTo>
                    <a:pt x="4427" y="0"/>
                  </a:lnTo>
                  <a:lnTo>
                    <a:pt x="2701" y="1725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235" name="Graph element 714"/>
            <p:cNvSpPr/>
            <p:nvPr/>
          </p:nvSpPr>
          <p:spPr>
            <a:xfrm>
              <a:off x="579509" y="696836"/>
              <a:ext cx="8104" cy="7355"/>
            </a:xfrm>
            <a:custGeom>
              <a:avLst/>
              <a:gdLst/>
              <a:ahLst/>
              <a:cxnLst/>
              <a:rect l="0" t="0" r="r" b="b"/>
              <a:pathLst>
                <a:path w="8104" h="7355" stroke="0" extrusionOk="0">
                  <a:moveTo>
                    <a:pt x="3677" y="0"/>
                  </a:moveTo>
                  <a:lnTo>
                    <a:pt x="0" y="3677"/>
                  </a:lnTo>
                  <a:lnTo>
                    <a:pt x="3677" y="7355"/>
                  </a:lnTo>
                  <a:lnTo>
                    <a:pt x="5403" y="5630"/>
                  </a:lnTo>
                  <a:lnTo>
                    <a:pt x="6152" y="6379"/>
                  </a:lnTo>
                  <a:lnTo>
                    <a:pt x="8104" y="4427"/>
                  </a:lnTo>
                  <a:lnTo>
                    <a:pt x="3677" y="0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236" name="Graph element 715"/>
            <p:cNvSpPr/>
            <p:nvPr/>
          </p:nvSpPr>
          <p:spPr>
            <a:xfrm>
              <a:off x="564956" y="686483"/>
              <a:ext cx="15755" cy="12531"/>
            </a:xfrm>
            <a:custGeom>
              <a:avLst/>
              <a:gdLst/>
              <a:ahLst/>
              <a:cxnLst/>
              <a:rect l="0" t="0" r="r" b="b"/>
              <a:pathLst>
                <a:path w="15755" h="12531" stroke="0" extrusionOk="0">
                  <a:moveTo>
                    <a:pt x="0" y="2928"/>
                  </a:moveTo>
                  <a:lnTo>
                    <a:pt x="2701" y="5630"/>
                  </a:lnTo>
                  <a:lnTo>
                    <a:pt x="4427" y="3904"/>
                  </a:lnTo>
                  <a:lnTo>
                    <a:pt x="6497" y="5975"/>
                  </a:lnTo>
                  <a:lnTo>
                    <a:pt x="6497" y="7700"/>
                  </a:lnTo>
                  <a:lnTo>
                    <a:pt x="11328" y="12531"/>
                  </a:lnTo>
                  <a:lnTo>
                    <a:pt x="13054" y="10806"/>
                  </a:lnTo>
                  <a:lnTo>
                    <a:pt x="13803" y="11555"/>
                  </a:lnTo>
                  <a:lnTo>
                    <a:pt x="15755" y="9603"/>
                  </a:lnTo>
                  <a:lnTo>
                    <a:pt x="11328" y="5176"/>
                  </a:lnTo>
                  <a:lnTo>
                    <a:pt x="9603" y="6902"/>
                  </a:lnTo>
                  <a:lnTo>
                    <a:pt x="9258" y="4831"/>
                  </a:lnTo>
                  <a:lnTo>
                    <a:pt x="4427" y="0"/>
                  </a:lnTo>
                  <a:lnTo>
                    <a:pt x="2701" y="1725"/>
                  </a:lnTo>
                  <a:lnTo>
                    <a:pt x="0" y="2928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237" name="Graph element 716"/>
            <p:cNvSpPr/>
            <p:nvPr/>
          </p:nvSpPr>
          <p:spPr>
            <a:xfrm>
              <a:off x="558054" y="681307"/>
              <a:ext cx="7128" cy="5630"/>
            </a:xfrm>
            <a:custGeom>
              <a:avLst/>
              <a:gdLst/>
              <a:ahLst/>
              <a:cxnLst/>
              <a:rect l="0" t="0" r="r" b="b"/>
              <a:pathLst>
                <a:path w="7128" h="5630" stroke="0" extrusionOk="0">
                  <a:moveTo>
                    <a:pt x="2701" y="1725"/>
                  </a:moveTo>
                  <a:lnTo>
                    <a:pt x="1952" y="976"/>
                  </a:lnTo>
                  <a:lnTo>
                    <a:pt x="0" y="2928"/>
                  </a:lnTo>
                  <a:lnTo>
                    <a:pt x="2701" y="5630"/>
                  </a:lnTo>
                  <a:lnTo>
                    <a:pt x="4427" y="3904"/>
                  </a:lnTo>
                  <a:lnTo>
                    <a:pt x="5176" y="4654"/>
                  </a:lnTo>
                  <a:lnTo>
                    <a:pt x="7128" y="2701"/>
                  </a:lnTo>
                  <a:lnTo>
                    <a:pt x="4427" y="0"/>
                  </a:lnTo>
                  <a:lnTo>
                    <a:pt x="2701" y="1725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238" name="Graph element 717"/>
            <p:cNvSpPr/>
            <p:nvPr/>
          </p:nvSpPr>
          <p:spPr>
            <a:xfrm>
              <a:off x="517621" y="649096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239" name="Graph element 718"/>
            <p:cNvSpPr/>
            <p:nvPr/>
          </p:nvSpPr>
          <p:spPr>
            <a:xfrm>
              <a:off x="1786137" y="641850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240" name="Graph element 719"/>
            <p:cNvSpPr/>
            <p:nvPr/>
          </p:nvSpPr>
          <p:spPr>
            <a:xfrm>
              <a:off x="505888" y="638517"/>
              <a:ext cx="9662" cy="13566"/>
            </a:xfrm>
            <a:custGeom>
              <a:avLst/>
              <a:gdLst/>
              <a:ahLst/>
              <a:cxnLst/>
              <a:rect l="0" t="0" r="r" b="b"/>
              <a:pathLst>
                <a:path w="9662" h="13566" stroke="0" extrusionOk="0">
                  <a:moveTo>
                    <a:pt x="0" y="0"/>
                  </a:moveTo>
                  <a:lnTo>
                    <a:pt x="0" y="6438"/>
                  </a:lnTo>
                  <a:lnTo>
                    <a:pt x="2534" y="6438"/>
                  </a:lnTo>
                  <a:lnTo>
                    <a:pt x="9662" y="13566"/>
                  </a:lnTo>
                  <a:lnTo>
                    <a:pt x="9662" y="7937"/>
                  </a:lnTo>
                  <a:lnTo>
                    <a:pt x="7128" y="5403"/>
                  </a:lnTo>
                  <a:lnTo>
                    <a:pt x="5403" y="54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241" name="Graph element 720"/>
            <p:cNvSpPr/>
            <p:nvPr/>
          </p:nvSpPr>
          <p:spPr>
            <a:xfrm>
              <a:off x="482137" y="623620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242" name="Graph element 721"/>
            <p:cNvSpPr/>
            <p:nvPr/>
          </p:nvSpPr>
          <p:spPr>
            <a:xfrm>
              <a:off x="487313" y="620169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243" name="Graph element 722"/>
            <p:cNvSpPr/>
            <p:nvPr/>
          </p:nvSpPr>
          <p:spPr>
            <a:xfrm>
              <a:off x="494214" y="618039"/>
              <a:ext cx="7533" cy="6557"/>
            </a:xfrm>
            <a:custGeom>
              <a:avLst/>
              <a:gdLst/>
              <a:ahLst/>
              <a:cxnLst/>
              <a:rect l="0" t="0" r="r" b="b"/>
              <a:pathLst>
                <a:path w="7533" h="6557" stroke="0" extrusionOk="0">
                  <a:moveTo>
                    <a:pt x="3855" y="0"/>
                  </a:moveTo>
                  <a:lnTo>
                    <a:pt x="0" y="3855"/>
                  </a:lnTo>
                  <a:lnTo>
                    <a:pt x="1952" y="5807"/>
                  </a:lnTo>
                  <a:lnTo>
                    <a:pt x="4427" y="3332"/>
                  </a:lnTo>
                  <a:lnTo>
                    <a:pt x="4772" y="6557"/>
                  </a:lnTo>
                  <a:lnTo>
                    <a:pt x="7533" y="6557"/>
                  </a:lnTo>
                  <a:lnTo>
                    <a:pt x="7533" y="0"/>
                  </a:lnTo>
                  <a:lnTo>
                    <a:pt x="3855" y="0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244" name="Graph element 723"/>
            <p:cNvSpPr/>
            <p:nvPr/>
          </p:nvSpPr>
          <p:spPr>
            <a:xfrm>
              <a:off x="473510" y="616718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245" name="Graph element 724"/>
            <p:cNvSpPr/>
            <p:nvPr/>
          </p:nvSpPr>
          <p:spPr>
            <a:xfrm>
              <a:off x="466608" y="611542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246" name="Graph element 725"/>
            <p:cNvSpPr/>
            <p:nvPr/>
          </p:nvSpPr>
          <p:spPr>
            <a:xfrm>
              <a:off x="457981" y="604640"/>
              <a:ext cx="5403" cy="5403"/>
            </a:xfrm>
            <a:custGeom>
              <a:avLst/>
              <a:gdLst/>
              <a:ahLst/>
              <a:cxnLst/>
              <a:rect l="0" t="0" r="r" b="b"/>
              <a:pathLst>
                <a:path w="5403" h="5403" stroke="0" extrusionOk="0">
                  <a:moveTo>
                    <a:pt x="3451" y="5403"/>
                  </a:moveTo>
                  <a:lnTo>
                    <a:pt x="5403" y="3451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3451" y="5403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247" name="Graph element 726"/>
            <p:cNvSpPr/>
            <p:nvPr/>
          </p:nvSpPr>
          <p:spPr>
            <a:xfrm>
              <a:off x="451079" y="599464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248" name="Graph element 727"/>
            <p:cNvSpPr/>
            <p:nvPr/>
          </p:nvSpPr>
          <p:spPr>
            <a:xfrm>
              <a:off x="444178" y="594288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249" name="Graph element 728"/>
            <p:cNvSpPr/>
            <p:nvPr/>
          </p:nvSpPr>
          <p:spPr>
            <a:xfrm>
              <a:off x="435551" y="587386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250" name="Graph element 729"/>
            <p:cNvSpPr/>
            <p:nvPr/>
          </p:nvSpPr>
          <p:spPr>
            <a:xfrm>
              <a:off x="428649" y="582210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251" name="Graph element 730"/>
            <p:cNvSpPr/>
            <p:nvPr/>
          </p:nvSpPr>
          <p:spPr>
            <a:xfrm>
              <a:off x="435551" y="580485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252" name="Graph element 731"/>
            <p:cNvSpPr/>
            <p:nvPr/>
          </p:nvSpPr>
          <p:spPr>
            <a:xfrm>
              <a:off x="420022" y="575308"/>
              <a:ext cx="5403" cy="5403"/>
            </a:xfrm>
            <a:custGeom>
              <a:avLst/>
              <a:gdLst/>
              <a:ahLst/>
              <a:cxnLst/>
              <a:rect l="0" t="0" r="r" b="b"/>
              <a:pathLst>
                <a:path w="5403" h="5403" stroke="0" extrusionOk="0">
                  <a:moveTo>
                    <a:pt x="3451" y="5403"/>
                  </a:moveTo>
                  <a:lnTo>
                    <a:pt x="5403" y="3451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3451" y="5403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253" name="Graph element 732"/>
            <p:cNvSpPr/>
            <p:nvPr/>
          </p:nvSpPr>
          <p:spPr>
            <a:xfrm>
              <a:off x="413121" y="570132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254" name="Graph element 733"/>
            <p:cNvSpPr/>
            <p:nvPr/>
          </p:nvSpPr>
          <p:spPr>
            <a:xfrm>
              <a:off x="420022" y="568407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255" name="Graph element 734"/>
            <p:cNvSpPr/>
            <p:nvPr/>
          </p:nvSpPr>
          <p:spPr>
            <a:xfrm>
              <a:off x="406219" y="564956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256" name="Graph element 735"/>
            <p:cNvSpPr/>
            <p:nvPr/>
          </p:nvSpPr>
          <p:spPr>
            <a:xfrm>
              <a:off x="411395" y="561505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257" name="Graph element 736"/>
            <p:cNvSpPr/>
            <p:nvPr/>
          </p:nvSpPr>
          <p:spPr>
            <a:xfrm>
              <a:off x="397592" y="558054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258" name="Graph element 737"/>
            <p:cNvSpPr/>
            <p:nvPr/>
          </p:nvSpPr>
          <p:spPr>
            <a:xfrm>
              <a:off x="404494" y="556329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259" name="Graph element 738"/>
            <p:cNvSpPr/>
            <p:nvPr/>
          </p:nvSpPr>
          <p:spPr>
            <a:xfrm>
              <a:off x="390690" y="552878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260" name="Graph element 739"/>
            <p:cNvSpPr/>
            <p:nvPr/>
          </p:nvSpPr>
          <p:spPr>
            <a:xfrm>
              <a:off x="395867" y="549427"/>
              <a:ext cx="5403" cy="5403"/>
            </a:xfrm>
            <a:custGeom>
              <a:avLst/>
              <a:gdLst/>
              <a:ahLst/>
              <a:cxnLst/>
              <a:rect l="0" t="0" r="r" b="b"/>
              <a:pathLst>
                <a:path w="5403" h="5403" stroke="0" extrusionOk="0">
                  <a:moveTo>
                    <a:pt x="3451" y="5403"/>
                  </a:moveTo>
                  <a:lnTo>
                    <a:pt x="5403" y="3451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3451" y="5403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261" name="Graph element 740"/>
            <p:cNvSpPr/>
            <p:nvPr/>
          </p:nvSpPr>
          <p:spPr>
            <a:xfrm>
              <a:off x="382063" y="545977"/>
              <a:ext cx="5403" cy="5403"/>
            </a:xfrm>
            <a:custGeom>
              <a:avLst/>
              <a:gdLst/>
              <a:ahLst/>
              <a:cxnLst/>
              <a:rect l="0" t="0" r="r" b="b"/>
              <a:pathLst>
                <a:path w="5403" h="5403" stroke="0" extrusionOk="0">
                  <a:moveTo>
                    <a:pt x="3451" y="5403"/>
                  </a:moveTo>
                  <a:lnTo>
                    <a:pt x="5403" y="3451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3451" y="5403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262" name="Graph element 741"/>
            <p:cNvSpPr/>
            <p:nvPr/>
          </p:nvSpPr>
          <p:spPr>
            <a:xfrm>
              <a:off x="388965" y="544251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263" name="Graph element 742"/>
            <p:cNvSpPr/>
            <p:nvPr/>
          </p:nvSpPr>
          <p:spPr>
            <a:xfrm>
              <a:off x="375162" y="540800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264" name="Graph element 743"/>
            <p:cNvSpPr/>
            <p:nvPr/>
          </p:nvSpPr>
          <p:spPr>
            <a:xfrm>
              <a:off x="382063" y="539075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265" name="Graph element 744"/>
            <p:cNvSpPr/>
            <p:nvPr/>
          </p:nvSpPr>
          <p:spPr>
            <a:xfrm>
              <a:off x="367284" y="533899"/>
              <a:ext cx="4654" cy="5403"/>
            </a:xfrm>
            <a:custGeom>
              <a:avLst/>
              <a:gdLst/>
              <a:ahLst/>
              <a:cxnLst/>
              <a:rect l="0" t="0" r="r" b="b"/>
              <a:pathLst>
                <a:path w="4654" h="5403" stroke="0" extrusionOk="0">
                  <a:moveTo>
                    <a:pt x="0" y="2701"/>
                  </a:moveTo>
                  <a:lnTo>
                    <a:pt x="2701" y="5403"/>
                  </a:lnTo>
                  <a:lnTo>
                    <a:pt x="4654" y="3451"/>
                  </a:lnTo>
                  <a:lnTo>
                    <a:pt x="3904" y="2701"/>
                  </a:lnTo>
                  <a:lnTo>
                    <a:pt x="4654" y="1952"/>
                  </a:lnTo>
                  <a:lnTo>
                    <a:pt x="2701" y="0"/>
                  </a:lnTo>
                  <a:lnTo>
                    <a:pt x="0" y="2701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266" name="Graph element 745"/>
            <p:cNvSpPr/>
            <p:nvPr/>
          </p:nvSpPr>
          <p:spPr>
            <a:xfrm>
              <a:off x="609816" y="508018"/>
              <a:ext cx="7128" cy="6379"/>
            </a:xfrm>
            <a:custGeom>
              <a:avLst/>
              <a:gdLst/>
              <a:ahLst/>
              <a:cxnLst/>
              <a:rect l="0" t="0" r="r" b="b"/>
              <a:pathLst>
                <a:path w="7128" h="6379" stroke="0" extrusionOk="0">
                  <a:moveTo>
                    <a:pt x="4427" y="2475"/>
                  </a:moveTo>
                  <a:lnTo>
                    <a:pt x="1952" y="0"/>
                  </a:lnTo>
                  <a:lnTo>
                    <a:pt x="0" y="1952"/>
                  </a:lnTo>
                  <a:lnTo>
                    <a:pt x="4427" y="6379"/>
                  </a:lnTo>
                  <a:lnTo>
                    <a:pt x="7128" y="3677"/>
                  </a:lnTo>
                  <a:lnTo>
                    <a:pt x="5176" y="1725"/>
                  </a:lnTo>
                  <a:lnTo>
                    <a:pt x="4427" y="2475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267" name="Graph element 746"/>
            <p:cNvSpPr/>
            <p:nvPr/>
          </p:nvSpPr>
          <p:spPr>
            <a:xfrm>
              <a:off x="606366" y="502841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268" name="Graph element 747"/>
            <p:cNvSpPr/>
            <p:nvPr/>
          </p:nvSpPr>
          <p:spPr>
            <a:xfrm>
              <a:off x="606366" y="497665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269" name="Graph element 748"/>
            <p:cNvSpPr/>
            <p:nvPr/>
          </p:nvSpPr>
          <p:spPr>
            <a:xfrm>
              <a:off x="328576" y="497665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270" name="Graph element 749"/>
            <p:cNvSpPr/>
            <p:nvPr/>
          </p:nvSpPr>
          <p:spPr>
            <a:xfrm>
              <a:off x="324376" y="480007"/>
              <a:ext cx="6557" cy="7533"/>
            </a:xfrm>
            <a:custGeom>
              <a:avLst/>
              <a:gdLst/>
              <a:ahLst/>
              <a:cxnLst/>
              <a:rect l="0" t="0" r="r" b="b"/>
              <a:pathLst>
                <a:path w="6557" h="7533" stroke="0" extrusionOk="0">
                  <a:moveTo>
                    <a:pt x="0" y="2761"/>
                  </a:moveTo>
                  <a:lnTo>
                    <a:pt x="3224" y="3106"/>
                  </a:lnTo>
                  <a:lnTo>
                    <a:pt x="749" y="5580"/>
                  </a:lnTo>
                  <a:lnTo>
                    <a:pt x="2701" y="7533"/>
                  </a:lnTo>
                  <a:lnTo>
                    <a:pt x="6557" y="3677"/>
                  </a:lnTo>
                  <a:lnTo>
                    <a:pt x="6557" y="0"/>
                  </a:lnTo>
                  <a:lnTo>
                    <a:pt x="0" y="2761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271" name="Graph element 750"/>
            <p:cNvSpPr/>
            <p:nvPr/>
          </p:nvSpPr>
          <p:spPr>
            <a:xfrm>
              <a:off x="490014" y="471380"/>
              <a:ext cx="3451" cy="2761"/>
            </a:xfrm>
            <a:custGeom>
              <a:avLst/>
              <a:gdLst/>
              <a:ahLst/>
              <a:cxnLst/>
              <a:rect l="0" t="0" r="r" b="b"/>
              <a:pathLst>
                <a:path w="3451" h="2761" stroke="0" extrusionOk="0">
                  <a:moveTo>
                    <a:pt x="3451" y="2761"/>
                  </a:moveTo>
                  <a:lnTo>
                    <a:pt x="3451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3451" y="2761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272" name="Graph element 751"/>
            <p:cNvSpPr/>
            <p:nvPr/>
          </p:nvSpPr>
          <p:spPr>
            <a:xfrm>
              <a:off x="488289" y="457577"/>
              <a:ext cx="3451" cy="2761"/>
            </a:xfrm>
            <a:custGeom>
              <a:avLst/>
              <a:gdLst/>
              <a:ahLst/>
              <a:cxnLst/>
              <a:rect l="0" t="0" r="r" b="b"/>
              <a:pathLst>
                <a:path w="3451" h="2761" stroke="0" extrusionOk="0">
                  <a:moveTo>
                    <a:pt x="3451" y="2761"/>
                  </a:moveTo>
                  <a:lnTo>
                    <a:pt x="3451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3451" y="2761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273" name="Graph element 752"/>
            <p:cNvSpPr/>
            <p:nvPr/>
          </p:nvSpPr>
          <p:spPr>
            <a:xfrm>
              <a:off x="573583" y="452805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274" name="Graph element 753"/>
            <p:cNvSpPr/>
            <p:nvPr/>
          </p:nvSpPr>
          <p:spPr>
            <a:xfrm>
              <a:off x="652547" y="444178"/>
              <a:ext cx="6438" cy="7533"/>
            </a:xfrm>
            <a:custGeom>
              <a:avLst/>
              <a:gdLst/>
              <a:ahLst/>
              <a:cxnLst/>
              <a:rect l="0" t="0" r="r" b="b"/>
              <a:pathLst>
                <a:path w="6438" h="7533" stroke="0" extrusionOk="0">
                  <a:moveTo>
                    <a:pt x="3855" y="0"/>
                  </a:moveTo>
                  <a:lnTo>
                    <a:pt x="0" y="3855"/>
                  </a:lnTo>
                  <a:lnTo>
                    <a:pt x="0" y="7533"/>
                  </a:lnTo>
                  <a:lnTo>
                    <a:pt x="6438" y="7533"/>
                  </a:lnTo>
                  <a:lnTo>
                    <a:pt x="3332" y="4427"/>
                  </a:lnTo>
                  <a:lnTo>
                    <a:pt x="3855" y="0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275" name="Graph element 754"/>
            <p:cNvSpPr/>
            <p:nvPr/>
          </p:nvSpPr>
          <p:spPr>
            <a:xfrm>
              <a:off x="652547" y="435146"/>
              <a:ext cx="6438" cy="6438"/>
            </a:xfrm>
            <a:custGeom>
              <a:avLst/>
              <a:gdLst/>
              <a:ahLst/>
              <a:cxnLst/>
              <a:rect l="0" t="0" r="r" b="b"/>
              <a:pathLst>
                <a:path w="6438" h="6438" stroke="0" extrusionOk="0">
                  <a:moveTo>
                    <a:pt x="0" y="0"/>
                  </a:moveTo>
                  <a:lnTo>
                    <a:pt x="0" y="6438"/>
                  </a:lnTo>
                  <a:lnTo>
                    <a:pt x="643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276" name="Graph element 755"/>
            <p:cNvSpPr/>
            <p:nvPr/>
          </p:nvSpPr>
          <p:spPr>
            <a:xfrm>
              <a:off x="492489" y="318223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B5B4B4"/>
            </a:solidFill>
            <a:ln>
              <a:noFill/>
            </a:ln>
          </p:spPr>
        </p:sp>
        <p:sp>
          <p:nvSpPr>
            <p:cNvPr id="20277" name="Graph element 756"/>
            <p:cNvSpPr/>
            <p:nvPr/>
          </p:nvSpPr>
          <p:spPr>
            <a:xfrm>
              <a:off x="1069868" y="1327180"/>
              <a:ext cx="15065" cy="16791"/>
            </a:xfrm>
            <a:custGeom>
              <a:avLst/>
              <a:gdLst/>
              <a:ahLst/>
              <a:cxnLst/>
              <a:rect l="0" t="0" r="r" b="b"/>
              <a:pathLst>
                <a:path w="15065" h="16791" stroke="0" extrusionOk="0">
                  <a:moveTo>
                    <a:pt x="6211" y="0"/>
                  </a:moveTo>
                  <a:lnTo>
                    <a:pt x="4486" y="1725"/>
                  </a:lnTo>
                  <a:lnTo>
                    <a:pt x="0" y="1725"/>
                  </a:lnTo>
                  <a:lnTo>
                    <a:pt x="3677" y="5403"/>
                  </a:lnTo>
                  <a:lnTo>
                    <a:pt x="3677" y="7128"/>
                  </a:lnTo>
                  <a:lnTo>
                    <a:pt x="5403" y="8854"/>
                  </a:lnTo>
                  <a:lnTo>
                    <a:pt x="5403" y="10579"/>
                  </a:lnTo>
                  <a:lnTo>
                    <a:pt x="7128" y="12304"/>
                  </a:lnTo>
                  <a:lnTo>
                    <a:pt x="7128" y="16791"/>
                  </a:lnTo>
                  <a:lnTo>
                    <a:pt x="10806" y="13113"/>
                  </a:lnTo>
                  <a:lnTo>
                    <a:pt x="15065" y="13113"/>
                  </a:lnTo>
                  <a:lnTo>
                    <a:pt x="15065" y="9436"/>
                  </a:lnTo>
                  <a:lnTo>
                    <a:pt x="13340" y="7710"/>
                  </a:lnTo>
                  <a:lnTo>
                    <a:pt x="13340" y="4259"/>
                  </a:lnTo>
                  <a:lnTo>
                    <a:pt x="11614" y="2534"/>
                  </a:lnTo>
                  <a:lnTo>
                    <a:pt x="11614" y="0"/>
                  </a:lnTo>
                  <a:lnTo>
                    <a:pt x="6211" y="0"/>
                  </a:lnTo>
                  <a:close/>
                </a:path>
              </a:pathLst>
            </a:custGeom>
            <a:solidFill>
              <a:srgbClr val="ACACAC"/>
            </a:solidFill>
            <a:ln>
              <a:noFill/>
            </a:ln>
          </p:spPr>
        </p:sp>
        <p:sp>
          <p:nvSpPr>
            <p:cNvPr id="20278" name="Graph element 757"/>
            <p:cNvSpPr/>
            <p:nvPr/>
          </p:nvSpPr>
          <p:spPr>
            <a:xfrm>
              <a:off x="1814147" y="923840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ACACAC"/>
            </a:solidFill>
            <a:ln>
              <a:noFill/>
            </a:ln>
          </p:spPr>
        </p:sp>
        <p:sp>
          <p:nvSpPr>
            <p:cNvPr id="20279" name="Graph element 758"/>
            <p:cNvSpPr/>
            <p:nvPr/>
          </p:nvSpPr>
          <p:spPr>
            <a:xfrm>
              <a:off x="873399" y="918032"/>
              <a:ext cx="5058" cy="10116"/>
            </a:xfrm>
            <a:custGeom>
              <a:avLst/>
              <a:gdLst/>
              <a:ahLst/>
              <a:cxnLst/>
              <a:rect l="0" t="0" r="r" b="b"/>
              <a:pathLst>
                <a:path w="5058" h="10116" stroke="0" extrusionOk="0">
                  <a:moveTo>
                    <a:pt x="0" y="0"/>
                  </a:moveTo>
                  <a:lnTo>
                    <a:pt x="0" y="10116"/>
                  </a:lnTo>
                  <a:lnTo>
                    <a:pt x="5058" y="50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CACAC"/>
            </a:solidFill>
            <a:ln>
              <a:noFill/>
            </a:ln>
          </p:spPr>
        </p:sp>
        <p:sp>
          <p:nvSpPr>
            <p:cNvPr id="20280" name="Graph element 759"/>
            <p:cNvSpPr/>
            <p:nvPr/>
          </p:nvSpPr>
          <p:spPr>
            <a:xfrm>
              <a:off x="850968" y="904111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ACACAC"/>
            </a:solidFill>
            <a:ln>
              <a:noFill/>
            </a:ln>
          </p:spPr>
        </p:sp>
        <p:sp>
          <p:nvSpPr>
            <p:cNvPr id="20281" name="Graph element 760"/>
            <p:cNvSpPr/>
            <p:nvPr/>
          </p:nvSpPr>
          <p:spPr>
            <a:xfrm>
              <a:off x="1814147" y="894508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ACACAC"/>
            </a:solidFill>
            <a:ln>
              <a:noFill/>
            </a:ln>
          </p:spPr>
        </p:sp>
        <p:sp>
          <p:nvSpPr>
            <p:cNvPr id="20282" name="Graph element 761"/>
            <p:cNvSpPr/>
            <p:nvPr/>
          </p:nvSpPr>
          <p:spPr>
            <a:xfrm>
              <a:off x="1808971" y="889332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ACACAC"/>
            </a:solidFill>
            <a:ln>
              <a:noFill/>
            </a:ln>
          </p:spPr>
        </p:sp>
        <p:sp>
          <p:nvSpPr>
            <p:cNvPr id="20283" name="Graph element 762"/>
            <p:cNvSpPr/>
            <p:nvPr/>
          </p:nvSpPr>
          <p:spPr>
            <a:xfrm>
              <a:off x="573583" y="694588"/>
              <a:ext cx="270020" cy="202276"/>
            </a:xfrm>
            <a:custGeom>
              <a:avLst/>
              <a:gdLst/>
              <a:ahLst/>
              <a:cxnLst/>
              <a:rect l="0" t="0" r="r" b="b"/>
              <a:pathLst>
                <a:path w="270020" h="202276" stroke="0" extrusionOk="0">
                  <a:moveTo>
                    <a:pt x="0" y="0"/>
                  </a:moveTo>
                  <a:lnTo>
                    <a:pt x="5580" y="5580"/>
                  </a:lnTo>
                  <a:lnTo>
                    <a:pt x="7306" y="5580"/>
                  </a:lnTo>
                  <a:lnTo>
                    <a:pt x="12482" y="10757"/>
                  </a:lnTo>
                  <a:lnTo>
                    <a:pt x="14208" y="10757"/>
                  </a:lnTo>
                  <a:lnTo>
                    <a:pt x="19384" y="15933"/>
                  </a:lnTo>
                  <a:lnTo>
                    <a:pt x="21109" y="15933"/>
                  </a:lnTo>
                  <a:lnTo>
                    <a:pt x="28011" y="22835"/>
                  </a:lnTo>
                  <a:lnTo>
                    <a:pt x="29736" y="22835"/>
                  </a:lnTo>
                  <a:lnTo>
                    <a:pt x="34912" y="28011"/>
                  </a:lnTo>
                  <a:lnTo>
                    <a:pt x="36638" y="28011"/>
                  </a:lnTo>
                  <a:lnTo>
                    <a:pt x="43539" y="34912"/>
                  </a:lnTo>
                  <a:lnTo>
                    <a:pt x="45265" y="34912"/>
                  </a:lnTo>
                  <a:lnTo>
                    <a:pt x="50441" y="40089"/>
                  </a:lnTo>
                  <a:lnTo>
                    <a:pt x="52166" y="40089"/>
                  </a:lnTo>
                  <a:lnTo>
                    <a:pt x="57343" y="45265"/>
                  </a:lnTo>
                  <a:lnTo>
                    <a:pt x="59068" y="45265"/>
                  </a:lnTo>
                  <a:lnTo>
                    <a:pt x="65970" y="52166"/>
                  </a:lnTo>
                  <a:lnTo>
                    <a:pt x="67695" y="52166"/>
                  </a:lnTo>
                  <a:lnTo>
                    <a:pt x="72871" y="57343"/>
                  </a:lnTo>
                  <a:lnTo>
                    <a:pt x="74597" y="57343"/>
                  </a:lnTo>
                  <a:lnTo>
                    <a:pt x="81498" y="64244"/>
                  </a:lnTo>
                  <a:lnTo>
                    <a:pt x="83224" y="64244"/>
                  </a:lnTo>
                  <a:lnTo>
                    <a:pt x="88400" y="69420"/>
                  </a:lnTo>
                  <a:lnTo>
                    <a:pt x="90125" y="69420"/>
                  </a:lnTo>
                  <a:lnTo>
                    <a:pt x="95301" y="74597"/>
                  </a:lnTo>
                  <a:lnTo>
                    <a:pt x="97027" y="74597"/>
                  </a:lnTo>
                  <a:lnTo>
                    <a:pt x="103928" y="81498"/>
                  </a:lnTo>
                  <a:lnTo>
                    <a:pt x="105654" y="81498"/>
                  </a:lnTo>
                  <a:lnTo>
                    <a:pt x="110830" y="86674"/>
                  </a:lnTo>
                  <a:lnTo>
                    <a:pt x="112555" y="86674"/>
                  </a:lnTo>
                  <a:lnTo>
                    <a:pt x="119457" y="93576"/>
                  </a:lnTo>
                  <a:lnTo>
                    <a:pt x="121182" y="93576"/>
                  </a:lnTo>
                  <a:lnTo>
                    <a:pt x="126359" y="98752"/>
                  </a:lnTo>
                  <a:lnTo>
                    <a:pt x="128084" y="98752"/>
                  </a:lnTo>
                  <a:lnTo>
                    <a:pt x="133260" y="103928"/>
                  </a:lnTo>
                  <a:lnTo>
                    <a:pt x="134986" y="103928"/>
                  </a:lnTo>
                  <a:lnTo>
                    <a:pt x="141887" y="110830"/>
                  </a:lnTo>
                  <a:lnTo>
                    <a:pt x="143613" y="110830"/>
                  </a:lnTo>
                  <a:lnTo>
                    <a:pt x="148789" y="116006"/>
                  </a:lnTo>
                  <a:lnTo>
                    <a:pt x="150514" y="116006"/>
                  </a:lnTo>
                  <a:lnTo>
                    <a:pt x="157416" y="122908"/>
                  </a:lnTo>
                  <a:lnTo>
                    <a:pt x="159141" y="122908"/>
                  </a:lnTo>
                  <a:lnTo>
                    <a:pt x="164318" y="128084"/>
                  </a:lnTo>
                  <a:lnTo>
                    <a:pt x="166043" y="128084"/>
                  </a:lnTo>
                  <a:lnTo>
                    <a:pt x="171219" y="133260"/>
                  </a:lnTo>
                  <a:lnTo>
                    <a:pt x="172945" y="133260"/>
                  </a:lnTo>
                  <a:lnTo>
                    <a:pt x="179846" y="140162"/>
                  </a:lnTo>
                  <a:lnTo>
                    <a:pt x="181572" y="140162"/>
                  </a:lnTo>
                  <a:lnTo>
                    <a:pt x="186748" y="145338"/>
                  </a:lnTo>
                  <a:lnTo>
                    <a:pt x="188473" y="145338"/>
                  </a:lnTo>
                  <a:lnTo>
                    <a:pt x="195375" y="152240"/>
                  </a:lnTo>
                  <a:lnTo>
                    <a:pt x="197100" y="152240"/>
                  </a:lnTo>
                  <a:lnTo>
                    <a:pt x="202276" y="157416"/>
                  </a:lnTo>
                  <a:lnTo>
                    <a:pt x="204002" y="157416"/>
                  </a:lnTo>
                  <a:lnTo>
                    <a:pt x="209178" y="162592"/>
                  </a:lnTo>
                  <a:lnTo>
                    <a:pt x="210903" y="162592"/>
                  </a:lnTo>
                  <a:lnTo>
                    <a:pt x="217805" y="169494"/>
                  </a:lnTo>
                  <a:lnTo>
                    <a:pt x="219530" y="169494"/>
                  </a:lnTo>
                  <a:lnTo>
                    <a:pt x="224707" y="174670"/>
                  </a:lnTo>
                  <a:lnTo>
                    <a:pt x="226432" y="174670"/>
                  </a:lnTo>
                  <a:lnTo>
                    <a:pt x="233334" y="181572"/>
                  </a:lnTo>
                  <a:lnTo>
                    <a:pt x="235059" y="181572"/>
                  </a:lnTo>
                  <a:lnTo>
                    <a:pt x="240235" y="186748"/>
                  </a:lnTo>
                  <a:lnTo>
                    <a:pt x="241961" y="186748"/>
                  </a:lnTo>
                  <a:lnTo>
                    <a:pt x="247137" y="191924"/>
                  </a:lnTo>
                  <a:lnTo>
                    <a:pt x="248862" y="191924"/>
                  </a:lnTo>
                  <a:lnTo>
                    <a:pt x="255764" y="198826"/>
                  </a:lnTo>
                  <a:lnTo>
                    <a:pt x="257489" y="198826"/>
                  </a:lnTo>
                  <a:lnTo>
                    <a:pt x="260940" y="202276"/>
                  </a:lnTo>
                  <a:lnTo>
                    <a:pt x="270020" y="202276"/>
                  </a:lnTo>
                  <a:lnTo>
                    <a:pt x="263809" y="196065"/>
                  </a:lnTo>
                  <a:lnTo>
                    <a:pt x="262084" y="196065"/>
                  </a:lnTo>
                  <a:lnTo>
                    <a:pt x="256907" y="190889"/>
                  </a:lnTo>
                  <a:lnTo>
                    <a:pt x="255182" y="190889"/>
                  </a:lnTo>
                  <a:lnTo>
                    <a:pt x="250006" y="185713"/>
                  </a:lnTo>
                  <a:lnTo>
                    <a:pt x="248280" y="185713"/>
                  </a:lnTo>
                  <a:lnTo>
                    <a:pt x="243104" y="180536"/>
                  </a:lnTo>
                  <a:lnTo>
                    <a:pt x="241379" y="180536"/>
                  </a:lnTo>
                  <a:lnTo>
                    <a:pt x="236203" y="175360"/>
                  </a:lnTo>
                  <a:lnTo>
                    <a:pt x="234477" y="175360"/>
                  </a:lnTo>
                  <a:lnTo>
                    <a:pt x="229301" y="170184"/>
                  </a:lnTo>
                  <a:lnTo>
                    <a:pt x="227575" y="170184"/>
                  </a:lnTo>
                  <a:lnTo>
                    <a:pt x="220674" y="163282"/>
                  </a:lnTo>
                  <a:lnTo>
                    <a:pt x="218948" y="163282"/>
                  </a:lnTo>
                  <a:lnTo>
                    <a:pt x="213772" y="158106"/>
                  </a:lnTo>
                  <a:lnTo>
                    <a:pt x="212047" y="158106"/>
                  </a:lnTo>
                  <a:lnTo>
                    <a:pt x="206871" y="152930"/>
                  </a:lnTo>
                  <a:lnTo>
                    <a:pt x="205145" y="152930"/>
                  </a:lnTo>
                  <a:lnTo>
                    <a:pt x="199969" y="147754"/>
                  </a:lnTo>
                  <a:lnTo>
                    <a:pt x="198244" y="147754"/>
                  </a:lnTo>
                  <a:lnTo>
                    <a:pt x="193067" y="142577"/>
                  </a:lnTo>
                  <a:lnTo>
                    <a:pt x="191342" y="142577"/>
                  </a:lnTo>
                  <a:lnTo>
                    <a:pt x="186166" y="137401"/>
                  </a:lnTo>
                  <a:lnTo>
                    <a:pt x="184440" y="137401"/>
                  </a:lnTo>
                  <a:lnTo>
                    <a:pt x="179264" y="132225"/>
                  </a:lnTo>
                  <a:lnTo>
                    <a:pt x="177539" y="132225"/>
                  </a:lnTo>
                  <a:lnTo>
                    <a:pt x="172363" y="127049"/>
                  </a:lnTo>
                  <a:lnTo>
                    <a:pt x="170637" y="127049"/>
                  </a:lnTo>
                  <a:lnTo>
                    <a:pt x="163736" y="120147"/>
                  </a:lnTo>
                  <a:lnTo>
                    <a:pt x="162010" y="120147"/>
                  </a:lnTo>
                  <a:lnTo>
                    <a:pt x="156834" y="114971"/>
                  </a:lnTo>
                  <a:lnTo>
                    <a:pt x="155109" y="114971"/>
                  </a:lnTo>
                  <a:lnTo>
                    <a:pt x="149932" y="109795"/>
                  </a:lnTo>
                  <a:lnTo>
                    <a:pt x="148207" y="109795"/>
                  </a:lnTo>
                  <a:lnTo>
                    <a:pt x="143031" y="104619"/>
                  </a:lnTo>
                  <a:lnTo>
                    <a:pt x="141305" y="104619"/>
                  </a:lnTo>
                  <a:lnTo>
                    <a:pt x="136129" y="99442"/>
                  </a:lnTo>
                  <a:lnTo>
                    <a:pt x="134404" y="99442"/>
                  </a:lnTo>
                  <a:lnTo>
                    <a:pt x="129228" y="94266"/>
                  </a:lnTo>
                  <a:lnTo>
                    <a:pt x="127502" y="94266"/>
                  </a:lnTo>
                  <a:lnTo>
                    <a:pt x="122326" y="89090"/>
                  </a:lnTo>
                  <a:lnTo>
                    <a:pt x="120601" y="89090"/>
                  </a:lnTo>
                  <a:lnTo>
                    <a:pt x="115424" y="83914"/>
                  </a:lnTo>
                  <a:lnTo>
                    <a:pt x="113699" y="83914"/>
                  </a:lnTo>
                  <a:lnTo>
                    <a:pt x="106797" y="77012"/>
                  </a:lnTo>
                  <a:lnTo>
                    <a:pt x="105072" y="77012"/>
                  </a:lnTo>
                  <a:lnTo>
                    <a:pt x="99896" y="71836"/>
                  </a:lnTo>
                  <a:lnTo>
                    <a:pt x="98170" y="71836"/>
                  </a:lnTo>
                  <a:lnTo>
                    <a:pt x="92994" y="66660"/>
                  </a:lnTo>
                  <a:lnTo>
                    <a:pt x="91269" y="66660"/>
                  </a:lnTo>
                  <a:lnTo>
                    <a:pt x="86093" y="61484"/>
                  </a:lnTo>
                  <a:lnTo>
                    <a:pt x="84367" y="61484"/>
                  </a:lnTo>
                  <a:lnTo>
                    <a:pt x="79191" y="56307"/>
                  </a:lnTo>
                  <a:lnTo>
                    <a:pt x="77465" y="56307"/>
                  </a:lnTo>
                  <a:lnTo>
                    <a:pt x="72289" y="51131"/>
                  </a:lnTo>
                  <a:lnTo>
                    <a:pt x="70564" y="51131"/>
                  </a:lnTo>
                  <a:lnTo>
                    <a:pt x="65388" y="45955"/>
                  </a:lnTo>
                  <a:lnTo>
                    <a:pt x="63662" y="45955"/>
                  </a:lnTo>
                  <a:lnTo>
                    <a:pt x="58486" y="40779"/>
                  </a:lnTo>
                  <a:lnTo>
                    <a:pt x="56761" y="40779"/>
                  </a:lnTo>
                  <a:lnTo>
                    <a:pt x="49859" y="33877"/>
                  </a:lnTo>
                  <a:lnTo>
                    <a:pt x="48134" y="33877"/>
                  </a:lnTo>
                  <a:lnTo>
                    <a:pt x="42957" y="28701"/>
                  </a:lnTo>
                  <a:lnTo>
                    <a:pt x="41232" y="28701"/>
                  </a:lnTo>
                  <a:lnTo>
                    <a:pt x="36056" y="23525"/>
                  </a:lnTo>
                  <a:lnTo>
                    <a:pt x="34330" y="23525"/>
                  </a:lnTo>
                  <a:lnTo>
                    <a:pt x="29154" y="18348"/>
                  </a:lnTo>
                  <a:lnTo>
                    <a:pt x="27429" y="18348"/>
                  </a:lnTo>
                  <a:lnTo>
                    <a:pt x="22253" y="13172"/>
                  </a:lnTo>
                  <a:lnTo>
                    <a:pt x="20527" y="13172"/>
                  </a:lnTo>
                  <a:lnTo>
                    <a:pt x="15351" y="7996"/>
                  </a:lnTo>
                  <a:lnTo>
                    <a:pt x="13626" y="7996"/>
                  </a:lnTo>
                  <a:lnTo>
                    <a:pt x="8449" y="2820"/>
                  </a:lnTo>
                  <a:lnTo>
                    <a:pt x="6724" y="28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CACAC"/>
            </a:solidFill>
            <a:ln>
              <a:noFill/>
            </a:ln>
          </p:spPr>
        </p:sp>
        <p:sp>
          <p:nvSpPr>
            <p:cNvPr id="20284" name="Graph element 763"/>
            <p:cNvSpPr/>
            <p:nvPr/>
          </p:nvSpPr>
          <p:spPr>
            <a:xfrm>
              <a:off x="1779235" y="690161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ACACAC"/>
            </a:solidFill>
            <a:ln>
              <a:noFill/>
            </a:ln>
          </p:spPr>
        </p:sp>
        <p:sp>
          <p:nvSpPr>
            <p:cNvPr id="20285" name="Graph element 764"/>
            <p:cNvSpPr/>
            <p:nvPr/>
          </p:nvSpPr>
          <p:spPr>
            <a:xfrm>
              <a:off x="554604" y="678833"/>
              <a:ext cx="17481" cy="14030"/>
            </a:xfrm>
            <a:custGeom>
              <a:avLst/>
              <a:gdLst/>
              <a:ahLst/>
              <a:cxnLst/>
              <a:rect l="0" t="0" r="r" b="b"/>
              <a:pathLst>
                <a:path w="17481" h="14030" stroke="0" extrusionOk="0">
                  <a:moveTo>
                    <a:pt x="2130" y="4082"/>
                  </a:moveTo>
                  <a:lnTo>
                    <a:pt x="3855" y="4082"/>
                  </a:lnTo>
                  <a:lnTo>
                    <a:pt x="9031" y="9258"/>
                  </a:lnTo>
                  <a:lnTo>
                    <a:pt x="10757" y="9258"/>
                  </a:lnTo>
                  <a:lnTo>
                    <a:pt x="15529" y="14030"/>
                  </a:lnTo>
                  <a:lnTo>
                    <a:pt x="17481" y="12078"/>
                  </a:lnTo>
                  <a:lnTo>
                    <a:pt x="11900" y="6497"/>
                  </a:lnTo>
                  <a:lnTo>
                    <a:pt x="10175" y="6497"/>
                  </a:lnTo>
                  <a:lnTo>
                    <a:pt x="4999" y="1321"/>
                  </a:lnTo>
                  <a:lnTo>
                    <a:pt x="3273" y="1321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2130" y="4082"/>
                  </a:lnTo>
                  <a:close/>
                </a:path>
              </a:pathLst>
            </a:custGeom>
            <a:solidFill>
              <a:srgbClr val="ACACAC"/>
            </a:solidFill>
            <a:ln>
              <a:noFill/>
            </a:ln>
          </p:spPr>
        </p:sp>
        <p:sp>
          <p:nvSpPr>
            <p:cNvPr id="20286" name="Graph element 765"/>
            <p:cNvSpPr/>
            <p:nvPr/>
          </p:nvSpPr>
          <p:spPr>
            <a:xfrm>
              <a:off x="494964" y="617812"/>
              <a:ext cx="5058" cy="10116"/>
            </a:xfrm>
            <a:custGeom>
              <a:avLst/>
              <a:gdLst/>
              <a:ahLst/>
              <a:cxnLst/>
              <a:rect l="0" t="0" r="r" b="b"/>
              <a:pathLst>
                <a:path w="5058" h="10116" stroke="0" extrusionOk="0">
                  <a:moveTo>
                    <a:pt x="5058" y="0"/>
                  </a:moveTo>
                  <a:lnTo>
                    <a:pt x="0" y="5058"/>
                  </a:lnTo>
                  <a:lnTo>
                    <a:pt x="5058" y="10116"/>
                  </a:lnTo>
                  <a:lnTo>
                    <a:pt x="5058" y="0"/>
                  </a:lnTo>
                  <a:close/>
                </a:path>
              </a:pathLst>
            </a:custGeom>
            <a:solidFill>
              <a:srgbClr val="ACACAC"/>
            </a:solidFill>
            <a:ln>
              <a:noFill/>
            </a:ln>
          </p:spPr>
        </p:sp>
        <p:sp>
          <p:nvSpPr>
            <p:cNvPr id="20287" name="Graph element 766"/>
            <p:cNvSpPr/>
            <p:nvPr/>
          </p:nvSpPr>
          <p:spPr>
            <a:xfrm>
              <a:off x="369009" y="533494"/>
              <a:ext cx="120660" cy="92482"/>
            </a:xfrm>
            <a:custGeom>
              <a:avLst/>
              <a:gdLst/>
              <a:ahLst/>
              <a:cxnLst/>
              <a:rect l="0" t="0" r="r" b="b"/>
              <a:pathLst>
                <a:path w="120660" h="92482" stroke="0" extrusionOk="0">
                  <a:moveTo>
                    <a:pt x="3106" y="0"/>
                  </a:moveTo>
                  <a:lnTo>
                    <a:pt x="0" y="3106"/>
                  </a:lnTo>
                  <a:lnTo>
                    <a:pt x="4831" y="7937"/>
                  </a:lnTo>
                  <a:lnTo>
                    <a:pt x="6557" y="7937"/>
                  </a:lnTo>
                  <a:lnTo>
                    <a:pt x="11733" y="13113"/>
                  </a:lnTo>
                  <a:lnTo>
                    <a:pt x="13458" y="13113"/>
                  </a:lnTo>
                  <a:lnTo>
                    <a:pt x="20360" y="20015"/>
                  </a:lnTo>
                  <a:lnTo>
                    <a:pt x="22085" y="20015"/>
                  </a:lnTo>
                  <a:lnTo>
                    <a:pt x="27261" y="25191"/>
                  </a:lnTo>
                  <a:lnTo>
                    <a:pt x="28987" y="25191"/>
                  </a:lnTo>
                  <a:lnTo>
                    <a:pt x="35888" y="32092"/>
                  </a:lnTo>
                  <a:lnTo>
                    <a:pt x="37614" y="32092"/>
                  </a:lnTo>
                  <a:lnTo>
                    <a:pt x="42790" y="37269"/>
                  </a:lnTo>
                  <a:lnTo>
                    <a:pt x="44515" y="37269"/>
                  </a:lnTo>
                  <a:lnTo>
                    <a:pt x="49692" y="42445"/>
                  </a:lnTo>
                  <a:lnTo>
                    <a:pt x="51417" y="42445"/>
                  </a:lnTo>
                  <a:lnTo>
                    <a:pt x="58319" y="49347"/>
                  </a:lnTo>
                  <a:lnTo>
                    <a:pt x="60044" y="49347"/>
                  </a:lnTo>
                  <a:lnTo>
                    <a:pt x="65220" y="54523"/>
                  </a:lnTo>
                  <a:lnTo>
                    <a:pt x="66946" y="54523"/>
                  </a:lnTo>
                  <a:lnTo>
                    <a:pt x="73847" y="61424"/>
                  </a:lnTo>
                  <a:lnTo>
                    <a:pt x="75573" y="61424"/>
                  </a:lnTo>
                  <a:lnTo>
                    <a:pt x="80749" y="66601"/>
                  </a:lnTo>
                  <a:lnTo>
                    <a:pt x="82474" y="66601"/>
                  </a:lnTo>
                  <a:lnTo>
                    <a:pt x="87650" y="71777"/>
                  </a:lnTo>
                  <a:lnTo>
                    <a:pt x="89376" y="71777"/>
                  </a:lnTo>
                  <a:lnTo>
                    <a:pt x="96277" y="78678"/>
                  </a:lnTo>
                  <a:lnTo>
                    <a:pt x="98003" y="78678"/>
                  </a:lnTo>
                  <a:lnTo>
                    <a:pt x="103179" y="83855"/>
                  </a:lnTo>
                  <a:lnTo>
                    <a:pt x="104904" y="83855"/>
                  </a:lnTo>
                  <a:lnTo>
                    <a:pt x="111806" y="90756"/>
                  </a:lnTo>
                  <a:lnTo>
                    <a:pt x="113531" y="90756"/>
                  </a:lnTo>
                  <a:lnTo>
                    <a:pt x="115257" y="92482"/>
                  </a:lnTo>
                  <a:lnTo>
                    <a:pt x="120660" y="92482"/>
                  </a:lnTo>
                  <a:lnTo>
                    <a:pt x="120660" y="88804"/>
                  </a:lnTo>
                  <a:lnTo>
                    <a:pt x="118126" y="86270"/>
                  </a:lnTo>
                  <a:lnTo>
                    <a:pt x="116400" y="86270"/>
                  </a:lnTo>
                  <a:lnTo>
                    <a:pt x="111224" y="81094"/>
                  </a:lnTo>
                  <a:lnTo>
                    <a:pt x="109499" y="81094"/>
                  </a:lnTo>
                  <a:lnTo>
                    <a:pt x="102597" y="74192"/>
                  </a:lnTo>
                  <a:lnTo>
                    <a:pt x="100872" y="74192"/>
                  </a:lnTo>
                  <a:lnTo>
                    <a:pt x="93970" y="67291"/>
                  </a:lnTo>
                  <a:lnTo>
                    <a:pt x="92245" y="67291"/>
                  </a:lnTo>
                  <a:lnTo>
                    <a:pt x="87069" y="62114"/>
                  </a:lnTo>
                  <a:lnTo>
                    <a:pt x="85343" y="62114"/>
                  </a:lnTo>
                  <a:lnTo>
                    <a:pt x="78442" y="55213"/>
                  </a:lnTo>
                  <a:lnTo>
                    <a:pt x="76716" y="55213"/>
                  </a:lnTo>
                  <a:lnTo>
                    <a:pt x="71540" y="50037"/>
                  </a:lnTo>
                  <a:lnTo>
                    <a:pt x="69815" y="50037"/>
                  </a:lnTo>
                  <a:lnTo>
                    <a:pt x="62913" y="43135"/>
                  </a:lnTo>
                  <a:lnTo>
                    <a:pt x="61188" y="43135"/>
                  </a:lnTo>
                  <a:lnTo>
                    <a:pt x="56011" y="37959"/>
                  </a:lnTo>
                  <a:lnTo>
                    <a:pt x="54286" y="37959"/>
                  </a:lnTo>
                  <a:lnTo>
                    <a:pt x="47384" y="31057"/>
                  </a:lnTo>
                  <a:lnTo>
                    <a:pt x="45659" y="31057"/>
                  </a:lnTo>
                  <a:lnTo>
                    <a:pt x="40483" y="25881"/>
                  </a:lnTo>
                  <a:lnTo>
                    <a:pt x="38757" y="25881"/>
                  </a:lnTo>
                  <a:lnTo>
                    <a:pt x="33581" y="20705"/>
                  </a:lnTo>
                  <a:lnTo>
                    <a:pt x="31856" y="20705"/>
                  </a:lnTo>
                  <a:lnTo>
                    <a:pt x="24954" y="13803"/>
                  </a:lnTo>
                  <a:lnTo>
                    <a:pt x="23229" y="13803"/>
                  </a:lnTo>
                  <a:lnTo>
                    <a:pt x="18052" y="8627"/>
                  </a:lnTo>
                  <a:lnTo>
                    <a:pt x="16327" y="8627"/>
                  </a:lnTo>
                  <a:lnTo>
                    <a:pt x="9425" y="1725"/>
                  </a:lnTo>
                  <a:lnTo>
                    <a:pt x="7700" y="1725"/>
                  </a:lnTo>
                  <a:lnTo>
                    <a:pt x="5975" y="0"/>
                  </a:lnTo>
                  <a:lnTo>
                    <a:pt x="3106" y="0"/>
                  </a:lnTo>
                  <a:close/>
                </a:path>
              </a:pathLst>
            </a:custGeom>
            <a:solidFill>
              <a:srgbClr val="ACACAC"/>
            </a:solidFill>
            <a:ln>
              <a:noFill/>
            </a:ln>
          </p:spPr>
        </p:sp>
        <p:sp>
          <p:nvSpPr>
            <p:cNvPr id="20288" name="Graph element 767"/>
            <p:cNvSpPr/>
            <p:nvPr/>
          </p:nvSpPr>
          <p:spPr>
            <a:xfrm>
              <a:off x="605390" y="495309"/>
              <a:ext cx="11959" cy="17362"/>
            </a:xfrm>
            <a:custGeom>
              <a:avLst/>
              <a:gdLst/>
              <a:ahLst/>
              <a:cxnLst/>
              <a:rect l="0" t="0" r="r" b="b"/>
              <a:pathLst>
                <a:path w="11959" h="17362" stroke="0" extrusionOk="0">
                  <a:moveTo>
                    <a:pt x="6783" y="0"/>
                  </a:moveTo>
                  <a:lnTo>
                    <a:pt x="0" y="6783"/>
                  </a:lnTo>
                  <a:lnTo>
                    <a:pt x="4023" y="10806"/>
                  </a:lnTo>
                  <a:lnTo>
                    <a:pt x="4023" y="12531"/>
                  </a:lnTo>
                  <a:lnTo>
                    <a:pt x="8854" y="17362"/>
                  </a:lnTo>
                  <a:lnTo>
                    <a:pt x="11959" y="14257"/>
                  </a:lnTo>
                  <a:lnTo>
                    <a:pt x="11959" y="11388"/>
                  </a:lnTo>
                  <a:lnTo>
                    <a:pt x="10234" y="9662"/>
                  </a:lnTo>
                  <a:lnTo>
                    <a:pt x="10234" y="7937"/>
                  </a:lnTo>
                  <a:lnTo>
                    <a:pt x="6783" y="4486"/>
                  </a:lnTo>
                  <a:lnTo>
                    <a:pt x="6783" y="0"/>
                  </a:lnTo>
                  <a:close/>
                </a:path>
              </a:pathLst>
            </a:custGeom>
            <a:solidFill>
              <a:srgbClr val="ACACAC"/>
            </a:solidFill>
            <a:ln>
              <a:noFill/>
            </a:ln>
          </p:spPr>
        </p:sp>
        <p:sp>
          <p:nvSpPr>
            <p:cNvPr id="20289" name="Graph element 768"/>
            <p:cNvSpPr/>
            <p:nvPr/>
          </p:nvSpPr>
          <p:spPr>
            <a:xfrm>
              <a:off x="322424" y="493584"/>
              <a:ext cx="13685" cy="15637"/>
            </a:xfrm>
            <a:custGeom>
              <a:avLst/>
              <a:gdLst/>
              <a:ahLst/>
              <a:cxnLst/>
              <a:rect l="0" t="0" r="r" b="b"/>
              <a:pathLst>
                <a:path w="13685" h="15637" stroke="0" extrusionOk="0">
                  <a:moveTo>
                    <a:pt x="2297" y="0"/>
                  </a:moveTo>
                  <a:lnTo>
                    <a:pt x="2297" y="4486"/>
                  </a:lnTo>
                  <a:lnTo>
                    <a:pt x="0" y="6783"/>
                  </a:lnTo>
                  <a:lnTo>
                    <a:pt x="6557" y="13340"/>
                  </a:lnTo>
                  <a:lnTo>
                    <a:pt x="8282" y="13340"/>
                  </a:lnTo>
                  <a:lnTo>
                    <a:pt x="10579" y="15637"/>
                  </a:lnTo>
                  <a:lnTo>
                    <a:pt x="13685" y="12531"/>
                  </a:lnTo>
                  <a:lnTo>
                    <a:pt x="13685" y="9662"/>
                  </a:lnTo>
                  <a:lnTo>
                    <a:pt x="11151" y="7128"/>
                  </a:lnTo>
                  <a:lnTo>
                    <a:pt x="9425" y="7128"/>
                  </a:lnTo>
                  <a:lnTo>
                    <a:pt x="2297" y="0"/>
                  </a:lnTo>
                  <a:close/>
                </a:path>
              </a:pathLst>
            </a:custGeom>
            <a:solidFill>
              <a:srgbClr val="ACACAC"/>
            </a:solidFill>
            <a:ln>
              <a:noFill/>
            </a:ln>
          </p:spPr>
        </p:sp>
        <p:sp>
          <p:nvSpPr>
            <p:cNvPr id="20290" name="Graph element 769"/>
            <p:cNvSpPr/>
            <p:nvPr/>
          </p:nvSpPr>
          <p:spPr>
            <a:xfrm>
              <a:off x="319318" y="481732"/>
              <a:ext cx="11841" cy="4486"/>
            </a:xfrm>
            <a:custGeom>
              <a:avLst/>
              <a:gdLst/>
              <a:ahLst/>
              <a:cxnLst/>
              <a:rect l="0" t="0" r="r" b="b"/>
              <a:pathLst>
                <a:path w="11841" h="4486" stroke="0" extrusionOk="0">
                  <a:moveTo>
                    <a:pt x="0" y="0"/>
                  </a:moveTo>
                  <a:lnTo>
                    <a:pt x="4486" y="4486"/>
                  </a:lnTo>
                  <a:lnTo>
                    <a:pt x="7355" y="4486"/>
                  </a:lnTo>
                  <a:lnTo>
                    <a:pt x="1184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CACAC"/>
            </a:solidFill>
            <a:ln>
              <a:noFill/>
            </a:ln>
          </p:spPr>
        </p:sp>
        <p:sp>
          <p:nvSpPr>
            <p:cNvPr id="20291" name="Graph element 770"/>
            <p:cNvSpPr/>
            <p:nvPr/>
          </p:nvSpPr>
          <p:spPr>
            <a:xfrm>
              <a:off x="480007" y="459302"/>
              <a:ext cx="14838" cy="14838"/>
            </a:xfrm>
            <a:custGeom>
              <a:avLst/>
              <a:gdLst/>
              <a:ahLst/>
              <a:cxnLst/>
              <a:rect l="0" t="0" r="r" b="b"/>
              <a:pathLst>
                <a:path w="14838" h="14838" stroke="0" extrusionOk="0">
                  <a:moveTo>
                    <a:pt x="0" y="0"/>
                  </a:moveTo>
                  <a:lnTo>
                    <a:pt x="0" y="14838"/>
                  </a:lnTo>
                  <a:lnTo>
                    <a:pt x="8854" y="14838"/>
                  </a:lnTo>
                  <a:lnTo>
                    <a:pt x="10579" y="13113"/>
                  </a:lnTo>
                  <a:lnTo>
                    <a:pt x="14838" y="13113"/>
                  </a:lnTo>
                  <a:lnTo>
                    <a:pt x="1483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CACAC"/>
            </a:solidFill>
            <a:ln>
              <a:noFill/>
            </a:ln>
          </p:spPr>
        </p:sp>
        <p:sp>
          <p:nvSpPr>
            <p:cNvPr id="20292" name="Graph element 771"/>
            <p:cNvSpPr/>
            <p:nvPr/>
          </p:nvSpPr>
          <p:spPr>
            <a:xfrm>
              <a:off x="672907" y="450675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ACACAC"/>
            </a:solidFill>
            <a:ln>
              <a:noFill/>
            </a:ln>
          </p:spPr>
        </p:sp>
        <p:sp>
          <p:nvSpPr>
            <p:cNvPr id="20293" name="Graph element 772"/>
            <p:cNvSpPr/>
            <p:nvPr/>
          </p:nvSpPr>
          <p:spPr>
            <a:xfrm>
              <a:off x="569501" y="447224"/>
              <a:ext cx="18743" cy="13113"/>
            </a:xfrm>
            <a:custGeom>
              <a:avLst/>
              <a:gdLst/>
              <a:ahLst/>
              <a:cxnLst/>
              <a:rect l="0" t="0" r="r" b="b"/>
              <a:pathLst>
                <a:path w="18743" h="13113" stroke="0" extrusionOk="0">
                  <a:moveTo>
                    <a:pt x="0" y="0"/>
                  </a:moveTo>
                  <a:lnTo>
                    <a:pt x="3677" y="3677"/>
                  </a:lnTo>
                  <a:lnTo>
                    <a:pt x="3677" y="5403"/>
                  </a:lnTo>
                  <a:lnTo>
                    <a:pt x="7128" y="8854"/>
                  </a:lnTo>
                  <a:lnTo>
                    <a:pt x="7128" y="10579"/>
                  </a:lnTo>
                  <a:lnTo>
                    <a:pt x="9662" y="13113"/>
                  </a:lnTo>
                  <a:lnTo>
                    <a:pt x="18743" y="13113"/>
                  </a:lnTo>
                  <a:lnTo>
                    <a:pt x="13340" y="7710"/>
                  </a:lnTo>
                  <a:lnTo>
                    <a:pt x="13340" y="5985"/>
                  </a:lnTo>
                  <a:lnTo>
                    <a:pt x="9889" y="2534"/>
                  </a:lnTo>
                  <a:lnTo>
                    <a:pt x="98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CACAC"/>
            </a:solidFill>
            <a:ln>
              <a:noFill/>
            </a:ln>
          </p:spPr>
        </p:sp>
        <p:sp>
          <p:nvSpPr>
            <p:cNvPr id="20294" name="Graph element 773"/>
            <p:cNvSpPr/>
            <p:nvPr/>
          </p:nvSpPr>
          <p:spPr>
            <a:xfrm>
              <a:off x="652321" y="443428"/>
              <a:ext cx="11841" cy="6557"/>
            </a:xfrm>
            <a:custGeom>
              <a:avLst/>
              <a:gdLst/>
              <a:ahLst/>
              <a:cxnLst/>
              <a:rect l="0" t="0" r="r" b="b"/>
              <a:pathLst>
                <a:path w="11841" h="6557" stroke="0" extrusionOk="0">
                  <a:moveTo>
                    <a:pt x="5403" y="0"/>
                  </a:moveTo>
                  <a:lnTo>
                    <a:pt x="5403" y="1154"/>
                  </a:lnTo>
                  <a:lnTo>
                    <a:pt x="0" y="6557"/>
                  </a:lnTo>
                  <a:lnTo>
                    <a:pt x="11841" y="6557"/>
                  </a:lnTo>
                  <a:lnTo>
                    <a:pt x="5403" y="0"/>
                  </a:lnTo>
                  <a:close/>
                </a:path>
              </a:pathLst>
            </a:custGeom>
            <a:solidFill>
              <a:srgbClr val="ACACAC"/>
            </a:solidFill>
            <a:ln>
              <a:noFill/>
            </a:ln>
          </p:spPr>
        </p:sp>
        <p:sp>
          <p:nvSpPr>
            <p:cNvPr id="20295" name="Graph element 774"/>
            <p:cNvSpPr/>
            <p:nvPr/>
          </p:nvSpPr>
          <p:spPr>
            <a:xfrm>
              <a:off x="652321" y="433194"/>
              <a:ext cx="6438" cy="6438"/>
            </a:xfrm>
            <a:custGeom>
              <a:avLst/>
              <a:gdLst/>
              <a:ahLst/>
              <a:cxnLst/>
              <a:rect l="0" t="0" r="r" b="b"/>
              <a:pathLst>
                <a:path w="6438" h="6438" stroke="0" extrusionOk="0">
                  <a:moveTo>
                    <a:pt x="6438" y="0"/>
                  </a:moveTo>
                  <a:lnTo>
                    <a:pt x="0" y="6438"/>
                  </a:lnTo>
                  <a:lnTo>
                    <a:pt x="6438" y="6438"/>
                  </a:lnTo>
                  <a:lnTo>
                    <a:pt x="6438" y="0"/>
                  </a:lnTo>
                  <a:close/>
                </a:path>
              </a:pathLst>
            </a:custGeom>
            <a:solidFill>
              <a:srgbClr val="ACACAC"/>
            </a:solidFill>
            <a:ln>
              <a:noFill/>
            </a:ln>
          </p:spPr>
        </p:sp>
        <p:sp>
          <p:nvSpPr>
            <p:cNvPr id="20296" name="Graph element 775"/>
            <p:cNvSpPr/>
            <p:nvPr/>
          </p:nvSpPr>
          <p:spPr>
            <a:xfrm>
              <a:off x="474831" y="319199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ACACAC"/>
            </a:solidFill>
            <a:ln>
              <a:noFill/>
            </a:ln>
          </p:spPr>
        </p:sp>
        <p:sp>
          <p:nvSpPr>
            <p:cNvPr id="20297" name="Graph element 776"/>
            <p:cNvSpPr/>
            <p:nvPr/>
          </p:nvSpPr>
          <p:spPr>
            <a:xfrm>
              <a:off x="484956" y="316094"/>
              <a:ext cx="11841" cy="6211"/>
            </a:xfrm>
            <a:custGeom>
              <a:avLst/>
              <a:gdLst/>
              <a:ahLst/>
              <a:cxnLst/>
              <a:rect l="0" t="0" r="r" b="b"/>
              <a:pathLst>
                <a:path w="11841" h="6211" stroke="0" extrusionOk="0">
                  <a:moveTo>
                    <a:pt x="4486" y="0"/>
                  </a:moveTo>
                  <a:lnTo>
                    <a:pt x="0" y="4486"/>
                  </a:lnTo>
                  <a:lnTo>
                    <a:pt x="4486" y="4486"/>
                  </a:lnTo>
                  <a:lnTo>
                    <a:pt x="6211" y="6211"/>
                  </a:lnTo>
                  <a:lnTo>
                    <a:pt x="11841" y="6211"/>
                  </a:lnTo>
                  <a:lnTo>
                    <a:pt x="8164" y="2534"/>
                  </a:lnTo>
                  <a:lnTo>
                    <a:pt x="8164" y="0"/>
                  </a:lnTo>
                  <a:lnTo>
                    <a:pt x="4486" y="0"/>
                  </a:lnTo>
                  <a:close/>
                </a:path>
              </a:pathLst>
            </a:custGeom>
            <a:solidFill>
              <a:srgbClr val="ACACAC"/>
            </a:solidFill>
            <a:ln>
              <a:noFill/>
            </a:ln>
          </p:spPr>
        </p:sp>
        <p:sp>
          <p:nvSpPr>
            <p:cNvPr id="20298" name="Graph element 777"/>
            <p:cNvSpPr/>
            <p:nvPr/>
          </p:nvSpPr>
          <p:spPr>
            <a:xfrm>
              <a:off x="1228832" y="96623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ACACAC"/>
            </a:solidFill>
            <a:ln>
              <a:noFill/>
            </a:ln>
          </p:spPr>
        </p:sp>
        <p:sp>
          <p:nvSpPr>
            <p:cNvPr id="20299" name="Graph element 778"/>
            <p:cNvSpPr/>
            <p:nvPr/>
          </p:nvSpPr>
          <p:spPr>
            <a:xfrm>
              <a:off x="1761981" y="1108053"/>
              <a:ext cx="51072" cy="56248"/>
            </a:xfrm>
            <a:custGeom>
              <a:avLst/>
              <a:gdLst/>
              <a:ahLst/>
              <a:cxnLst/>
              <a:rect l="0" t="0" r="r" b="b"/>
              <a:pathLst>
                <a:path w="51072" h="56248" stroke="0" extrusionOk="0">
                  <a:moveTo>
                    <a:pt x="0" y="0"/>
                  </a:moveTo>
                  <a:lnTo>
                    <a:pt x="0" y="56248"/>
                  </a:lnTo>
                  <a:lnTo>
                    <a:pt x="51072" y="56248"/>
                  </a:lnTo>
                  <a:lnTo>
                    <a:pt x="5107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300A6"/>
            </a:solidFill>
            <a:ln>
              <a:noFill/>
            </a:ln>
          </p:spPr>
        </p:sp>
        <p:sp>
          <p:nvSpPr>
            <p:cNvPr id="20300" name="Graph element 779"/>
            <p:cNvSpPr/>
            <p:nvPr/>
          </p:nvSpPr>
          <p:spPr>
            <a:xfrm>
              <a:off x="1180520" y="1518354"/>
              <a:ext cx="2761" cy="3451"/>
            </a:xfrm>
            <a:custGeom>
              <a:avLst/>
              <a:gdLst/>
              <a:ahLst/>
              <a:cxnLst/>
              <a:rect l="0" t="0" r="r" b="b"/>
              <a:pathLst>
                <a:path w="2761" h="3451" stroke="0" extrusionOk="0">
                  <a:moveTo>
                    <a:pt x="0" y="3451"/>
                  </a:moveTo>
                  <a:lnTo>
                    <a:pt x="2761" y="3451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3451"/>
                  </a:lnTo>
                  <a:close/>
                </a:path>
              </a:pathLst>
            </a:custGeom>
            <a:solidFill>
              <a:srgbClr val="78636C"/>
            </a:solidFill>
            <a:ln>
              <a:noFill/>
            </a:ln>
          </p:spPr>
        </p:sp>
        <p:sp>
          <p:nvSpPr>
            <p:cNvPr id="20301" name="Graph element 780"/>
            <p:cNvSpPr/>
            <p:nvPr/>
          </p:nvSpPr>
          <p:spPr>
            <a:xfrm>
              <a:off x="1146012" y="1514903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78636C"/>
            </a:solidFill>
            <a:ln>
              <a:noFill/>
            </a:ln>
          </p:spPr>
        </p:sp>
        <p:sp>
          <p:nvSpPr>
            <p:cNvPr id="20302" name="Graph element 781"/>
            <p:cNvSpPr/>
            <p:nvPr/>
          </p:nvSpPr>
          <p:spPr>
            <a:xfrm>
              <a:off x="945521" y="1404823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78636C"/>
            </a:solidFill>
            <a:ln>
              <a:noFill/>
            </a:ln>
          </p:spPr>
        </p:sp>
        <p:sp>
          <p:nvSpPr>
            <p:cNvPr id="20303" name="Graph element 782"/>
            <p:cNvSpPr/>
            <p:nvPr/>
          </p:nvSpPr>
          <p:spPr>
            <a:xfrm>
              <a:off x="960073" y="1394125"/>
              <a:ext cx="4082" cy="4427"/>
            </a:xfrm>
            <a:custGeom>
              <a:avLst/>
              <a:gdLst/>
              <a:ahLst/>
              <a:cxnLst/>
              <a:rect l="0" t="0" r="r" b="b"/>
              <a:pathLst>
                <a:path w="4082" h="4427" stroke="0" extrusionOk="0">
                  <a:moveTo>
                    <a:pt x="0" y="2475"/>
                  </a:moveTo>
                  <a:lnTo>
                    <a:pt x="1952" y="4427"/>
                  </a:lnTo>
                  <a:lnTo>
                    <a:pt x="4082" y="2297"/>
                  </a:lnTo>
                  <a:lnTo>
                    <a:pt x="4082" y="0"/>
                  </a:lnTo>
                  <a:lnTo>
                    <a:pt x="1321" y="0"/>
                  </a:lnTo>
                  <a:lnTo>
                    <a:pt x="1321" y="1154"/>
                  </a:lnTo>
                  <a:lnTo>
                    <a:pt x="0" y="2475"/>
                  </a:lnTo>
                  <a:close/>
                </a:path>
              </a:pathLst>
            </a:custGeom>
            <a:solidFill>
              <a:srgbClr val="78636C"/>
            </a:solidFill>
            <a:ln>
              <a:noFill/>
            </a:ln>
          </p:spPr>
        </p:sp>
        <p:sp>
          <p:nvSpPr>
            <p:cNvPr id="20304" name="Graph element 783"/>
            <p:cNvSpPr/>
            <p:nvPr/>
          </p:nvSpPr>
          <p:spPr>
            <a:xfrm>
              <a:off x="1202951" y="1275072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78636C"/>
            </a:solidFill>
            <a:ln>
              <a:noFill/>
            </a:ln>
          </p:spPr>
        </p:sp>
        <p:sp>
          <p:nvSpPr>
            <p:cNvPr id="20305" name="Graph element 784"/>
            <p:cNvSpPr/>
            <p:nvPr/>
          </p:nvSpPr>
          <p:spPr>
            <a:xfrm>
              <a:off x="1206806" y="1260293"/>
              <a:ext cx="5403" cy="5403"/>
            </a:xfrm>
            <a:custGeom>
              <a:avLst/>
              <a:gdLst/>
              <a:ahLst/>
              <a:cxnLst/>
              <a:rect l="0" t="0" r="r" b="b"/>
              <a:pathLst>
                <a:path w="5403" h="5403" stroke="0" extrusionOk="0">
                  <a:moveTo>
                    <a:pt x="0" y="3451"/>
                  </a:moveTo>
                  <a:lnTo>
                    <a:pt x="1952" y="5403"/>
                  </a:lnTo>
                  <a:lnTo>
                    <a:pt x="5403" y="1952"/>
                  </a:lnTo>
                  <a:lnTo>
                    <a:pt x="3451" y="0"/>
                  </a:lnTo>
                  <a:lnTo>
                    <a:pt x="0" y="3451"/>
                  </a:lnTo>
                  <a:close/>
                </a:path>
              </a:pathLst>
            </a:custGeom>
            <a:solidFill>
              <a:srgbClr val="78636C"/>
            </a:solidFill>
            <a:ln>
              <a:noFill/>
            </a:ln>
          </p:spPr>
        </p:sp>
        <p:sp>
          <p:nvSpPr>
            <p:cNvPr id="20306" name="Graph element 785"/>
            <p:cNvSpPr/>
            <p:nvPr/>
          </p:nvSpPr>
          <p:spPr>
            <a:xfrm>
              <a:off x="1223310" y="1256438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78636C"/>
            </a:solidFill>
            <a:ln>
              <a:noFill/>
            </a:ln>
          </p:spPr>
        </p:sp>
        <p:sp>
          <p:nvSpPr>
            <p:cNvPr id="20307" name="Graph element 786"/>
            <p:cNvSpPr/>
            <p:nvPr/>
          </p:nvSpPr>
          <p:spPr>
            <a:xfrm>
              <a:off x="62864" y="1073950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78636C"/>
            </a:solidFill>
            <a:ln>
              <a:noFill/>
            </a:ln>
          </p:spPr>
        </p:sp>
        <p:sp>
          <p:nvSpPr>
            <p:cNvPr id="20308" name="Graph element 787"/>
            <p:cNvSpPr/>
            <p:nvPr/>
          </p:nvSpPr>
          <p:spPr>
            <a:xfrm>
              <a:off x="62864" y="1046343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78636C"/>
            </a:solidFill>
            <a:ln>
              <a:noFill/>
            </a:ln>
          </p:spPr>
        </p:sp>
        <p:sp>
          <p:nvSpPr>
            <p:cNvPr id="20309" name="Graph element 788"/>
            <p:cNvSpPr/>
            <p:nvPr/>
          </p:nvSpPr>
          <p:spPr>
            <a:xfrm>
              <a:off x="1655006" y="1021438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78636C"/>
            </a:solidFill>
            <a:ln>
              <a:noFill/>
            </a:ln>
          </p:spPr>
        </p:sp>
        <p:sp>
          <p:nvSpPr>
            <p:cNvPr id="20310" name="Graph element 789"/>
            <p:cNvSpPr/>
            <p:nvPr/>
          </p:nvSpPr>
          <p:spPr>
            <a:xfrm>
              <a:off x="1650234" y="1003208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78636C"/>
            </a:solidFill>
            <a:ln>
              <a:noFill/>
            </a:ln>
          </p:spPr>
        </p:sp>
        <p:sp>
          <p:nvSpPr>
            <p:cNvPr id="20311" name="Graph element 790"/>
            <p:cNvSpPr/>
            <p:nvPr/>
          </p:nvSpPr>
          <p:spPr>
            <a:xfrm>
              <a:off x="1633956" y="999353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78636C"/>
            </a:solidFill>
            <a:ln>
              <a:noFill/>
            </a:ln>
          </p:spPr>
        </p:sp>
        <p:sp>
          <p:nvSpPr>
            <p:cNvPr id="20312" name="Graph element 791"/>
            <p:cNvSpPr/>
            <p:nvPr/>
          </p:nvSpPr>
          <p:spPr>
            <a:xfrm>
              <a:off x="900660" y="966570"/>
              <a:ext cx="3451" cy="2761"/>
            </a:xfrm>
            <a:custGeom>
              <a:avLst/>
              <a:gdLst/>
              <a:ahLst/>
              <a:cxnLst/>
              <a:rect l="0" t="0" r="r" b="b"/>
              <a:pathLst>
                <a:path w="3451" h="2761" stroke="0" extrusionOk="0">
                  <a:moveTo>
                    <a:pt x="3451" y="2761"/>
                  </a:moveTo>
                  <a:lnTo>
                    <a:pt x="3451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3451" y="2761"/>
                  </a:lnTo>
                  <a:close/>
                </a:path>
              </a:pathLst>
            </a:custGeom>
            <a:solidFill>
              <a:srgbClr val="78636C"/>
            </a:solidFill>
            <a:ln>
              <a:noFill/>
            </a:ln>
          </p:spPr>
        </p:sp>
        <p:sp>
          <p:nvSpPr>
            <p:cNvPr id="20313" name="Graph element 792"/>
            <p:cNvSpPr/>
            <p:nvPr/>
          </p:nvSpPr>
          <p:spPr>
            <a:xfrm>
              <a:off x="895484" y="966570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78636C"/>
            </a:solidFill>
            <a:ln>
              <a:noFill/>
            </a:ln>
          </p:spPr>
        </p:sp>
        <p:sp>
          <p:nvSpPr>
            <p:cNvPr id="20314" name="Graph element 793"/>
            <p:cNvSpPr/>
            <p:nvPr/>
          </p:nvSpPr>
          <p:spPr>
            <a:xfrm>
              <a:off x="911762" y="961799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78636C"/>
            </a:solidFill>
            <a:ln>
              <a:noFill/>
            </a:ln>
          </p:spPr>
        </p:sp>
        <p:sp>
          <p:nvSpPr>
            <p:cNvPr id="20315" name="Graph element 794"/>
            <p:cNvSpPr/>
            <p:nvPr/>
          </p:nvSpPr>
          <p:spPr>
            <a:xfrm>
              <a:off x="923435" y="940344"/>
              <a:ext cx="2761" cy="5176"/>
            </a:xfrm>
            <a:custGeom>
              <a:avLst/>
              <a:gdLst/>
              <a:ahLst/>
              <a:cxnLst/>
              <a:rect l="0" t="0" r="r" b="b"/>
              <a:pathLst>
                <a:path w="2761" h="5176" stroke="0" extrusionOk="0">
                  <a:moveTo>
                    <a:pt x="0" y="5176"/>
                  </a:moveTo>
                  <a:lnTo>
                    <a:pt x="2761" y="5176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5176"/>
                  </a:lnTo>
                  <a:close/>
                </a:path>
              </a:pathLst>
            </a:custGeom>
            <a:solidFill>
              <a:srgbClr val="78636C"/>
            </a:solidFill>
            <a:ln>
              <a:noFill/>
            </a:ln>
          </p:spPr>
        </p:sp>
        <p:sp>
          <p:nvSpPr>
            <p:cNvPr id="20316" name="Graph element 795"/>
            <p:cNvSpPr/>
            <p:nvPr/>
          </p:nvSpPr>
          <p:spPr>
            <a:xfrm>
              <a:off x="871673" y="938619"/>
              <a:ext cx="2761" cy="8627"/>
            </a:xfrm>
            <a:custGeom>
              <a:avLst/>
              <a:gdLst/>
              <a:ahLst/>
              <a:cxnLst/>
              <a:rect l="0" t="0" r="r" b="b"/>
              <a:pathLst>
                <a:path w="2761" h="8627" stroke="0" extrusionOk="0">
                  <a:moveTo>
                    <a:pt x="0" y="8627"/>
                  </a:moveTo>
                  <a:lnTo>
                    <a:pt x="2761" y="8627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8627"/>
                  </a:lnTo>
                  <a:close/>
                </a:path>
              </a:pathLst>
            </a:custGeom>
            <a:solidFill>
              <a:srgbClr val="78636C"/>
            </a:solidFill>
            <a:ln>
              <a:noFill/>
            </a:ln>
          </p:spPr>
        </p:sp>
        <p:sp>
          <p:nvSpPr>
            <p:cNvPr id="20317" name="Graph element 796"/>
            <p:cNvSpPr/>
            <p:nvPr/>
          </p:nvSpPr>
          <p:spPr>
            <a:xfrm>
              <a:off x="1789361" y="933788"/>
              <a:ext cx="10234" cy="4486"/>
            </a:xfrm>
            <a:custGeom>
              <a:avLst/>
              <a:gdLst/>
              <a:ahLst/>
              <a:cxnLst/>
              <a:rect l="0" t="0" r="r" b="b"/>
              <a:pathLst>
                <a:path w="10234" h="4486" stroke="0" extrusionOk="0">
                  <a:moveTo>
                    <a:pt x="4486" y="0"/>
                  </a:moveTo>
                  <a:lnTo>
                    <a:pt x="0" y="4486"/>
                  </a:lnTo>
                  <a:lnTo>
                    <a:pt x="10234" y="4486"/>
                  </a:lnTo>
                  <a:lnTo>
                    <a:pt x="10234" y="1725"/>
                  </a:lnTo>
                  <a:lnTo>
                    <a:pt x="9080" y="1725"/>
                  </a:lnTo>
                  <a:lnTo>
                    <a:pt x="7355" y="0"/>
                  </a:lnTo>
                  <a:lnTo>
                    <a:pt x="4486" y="0"/>
                  </a:lnTo>
                  <a:close/>
                </a:path>
              </a:pathLst>
            </a:custGeom>
            <a:solidFill>
              <a:srgbClr val="78636C"/>
            </a:solidFill>
            <a:ln>
              <a:noFill/>
            </a:ln>
          </p:spPr>
        </p:sp>
        <p:sp>
          <p:nvSpPr>
            <p:cNvPr id="20318" name="Graph element 797"/>
            <p:cNvSpPr/>
            <p:nvPr/>
          </p:nvSpPr>
          <p:spPr>
            <a:xfrm>
              <a:off x="1803391" y="933443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78636C"/>
            </a:solidFill>
            <a:ln>
              <a:noFill/>
            </a:ln>
          </p:spPr>
        </p:sp>
        <p:sp>
          <p:nvSpPr>
            <p:cNvPr id="20319" name="Graph element 798"/>
            <p:cNvSpPr/>
            <p:nvPr/>
          </p:nvSpPr>
          <p:spPr>
            <a:xfrm>
              <a:off x="1784815" y="932467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78636C"/>
            </a:solidFill>
            <a:ln>
              <a:noFill/>
            </a:ln>
          </p:spPr>
        </p:sp>
        <p:sp>
          <p:nvSpPr>
            <p:cNvPr id="20320" name="Graph element 799"/>
            <p:cNvSpPr/>
            <p:nvPr/>
          </p:nvSpPr>
          <p:spPr>
            <a:xfrm>
              <a:off x="1810697" y="927290"/>
              <a:ext cx="5403" cy="5403"/>
            </a:xfrm>
            <a:custGeom>
              <a:avLst/>
              <a:gdLst/>
              <a:ahLst/>
              <a:cxnLst/>
              <a:rect l="0" t="0" r="r" b="b"/>
              <a:pathLst>
                <a:path w="5403" h="5403" stroke="0" extrusionOk="0">
                  <a:moveTo>
                    <a:pt x="0" y="3451"/>
                  </a:moveTo>
                  <a:lnTo>
                    <a:pt x="1952" y="5403"/>
                  </a:lnTo>
                  <a:lnTo>
                    <a:pt x="5403" y="1952"/>
                  </a:lnTo>
                  <a:lnTo>
                    <a:pt x="3451" y="0"/>
                  </a:lnTo>
                  <a:lnTo>
                    <a:pt x="0" y="3451"/>
                  </a:lnTo>
                  <a:close/>
                </a:path>
              </a:pathLst>
            </a:custGeom>
            <a:solidFill>
              <a:srgbClr val="78636C"/>
            </a:solidFill>
            <a:ln>
              <a:noFill/>
            </a:ln>
          </p:spPr>
        </p:sp>
        <p:sp>
          <p:nvSpPr>
            <p:cNvPr id="20321" name="Graph element 800"/>
            <p:cNvSpPr/>
            <p:nvPr/>
          </p:nvSpPr>
          <p:spPr>
            <a:xfrm>
              <a:off x="1817598" y="916938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78636C"/>
            </a:solidFill>
            <a:ln>
              <a:noFill/>
            </a:ln>
          </p:spPr>
        </p:sp>
        <p:sp>
          <p:nvSpPr>
            <p:cNvPr id="20322" name="Graph element 801"/>
            <p:cNvSpPr/>
            <p:nvPr/>
          </p:nvSpPr>
          <p:spPr>
            <a:xfrm>
              <a:off x="1768883" y="902504"/>
              <a:ext cx="4486" cy="17017"/>
            </a:xfrm>
            <a:custGeom>
              <a:avLst/>
              <a:gdLst/>
              <a:ahLst/>
              <a:cxnLst/>
              <a:rect l="0" t="0" r="r" b="b"/>
              <a:pathLst>
                <a:path w="4486" h="17017" stroke="0" extrusionOk="0">
                  <a:moveTo>
                    <a:pt x="0" y="0"/>
                  </a:moveTo>
                  <a:lnTo>
                    <a:pt x="0" y="5630"/>
                  </a:lnTo>
                  <a:lnTo>
                    <a:pt x="1725" y="7355"/>
                  </a:lnTo>
                  <a:lnTo>
                    <a:pt x="1725" y="9662"/>
                  </a:lnTo>
                  <a:lnTo>
                    <a:pt x="0" y="11388"/>
                  </a:lnTo>
                  <a:lnTo>
                    <a:pt x="0" y="17017"/>
                  </a:lnTo>
                  <a:lnTo>
                    <a:pt x="4486" y="12531"/>
                  </a:lnTo>
                  <a:lnTo>
                    <a:pt x="4486" y="44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8636C"/>
            </a:solidFill>
            <a:ln>
              <a:noFill/>
            </a:ln>
          </p:spPr>
        </p:sp>
        <p:sp>
          <p:nvSpPr>
            <p:cNvPr id="20323" name="Graph element 802"/>
            <p:cNvSpPr/>
            <p:nvPr/>
          </p:nvSpPr>
          <p:spPr>
            <a:xfrm>
              <a:off x="1817598" y="901409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78636C"/>
            </a:solidFill>
            <a:ln>
              <a:noFill/>
            </a:ln>
          </p:spPr>
        </p:sp>
        <p:sp>
          <p:nvSpPr>
            <p:cNvPr id="20324" name="Graph element 803"/>
            <p:cNvSpPr/>
            <p:nvPr/>
          </p:nvSpPr>
          <p:spPr>
            <a:xfrm>
              <a:off x="1772738" y="896233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78636C"/>
            </a:solidFill>
            <a:ln>
              <a:noFill/>
            </a:ln>
          </p:spPr>
        </p:sp>
        <p:sp>
          <p:nvSpPr>
            <p:cNvPr id="20325" name="Graph element 804"/>
            <p:cNvSpPr/>
            <p:nvPr/>
          </p:nvSpPr>
          <p:spPr>
            <a:xfrm>
              <a:off x="1812422" y="891057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78636C"/>
            </a:solidFill>
            <a:ln>
              <a:noFill/>
            </a:ln>
          </p:spPr>
        </p:sp>
        <p:sp>
          <p:nvSpPr>
            <p:cNvPr id="20326" name="Graph element 805"/>
            <p:cNvSpPr/>
            <p:nvPr/>
          </p:nvSpPr>
          <p:spPr>
            <a:xfrm>
              <a:off x="1803391" y="886857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78636C"/>
            </a:solidFill>
            <a:ln>
              <a:noFill/>
            </a:ln>
          </p:spPr>
        </p:sp>
        <p:sp>
          <p:nvSpPr>
            <p:cNvPr id="20327" name="Graph element 806"/>
            <p:cNvSpPr/>
            <p:nvPr/>
          </p:nvSpPr>
          <p:spPr>
            <a:xfrm>
              <a:off x="1782459" y="885477"/>
              <a:ext cx="6438" cy="6438"/>
            </a:xfrm>
            <a:custGeom>
              <a:avLst/>
              <a:gdLst/>
              <a:ahLst/>
              <a:cxnLst/>
              <a:rect l="0" t="0" r="r" b="b"/>
              <a:pathLst>
                <a:path w="6438" h="6438" stroke="0" extrusionOk="0">
                  <a:moveTo>
                    <a:pt x="0" y="0"/>
                  </a:moveTo>
                  <a:lnTo>
                    <a:pt x="6438" y="6438"/>
                  </a:lnTo>
                  <a:lnTo>
                    <a:pt x="643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8636C"/>
            </a:solidFill>
            <a:ln>
              <a:noFill/>
            </a:ln>
          </p:spPr>
        </p:sp>
        <p:sp>
          <p:nvSpPr>
            <p:cNvPr id="20328" name="Graph element 807"/>
            <p:cNvSpPr/>
            <p:nvPr/>
          </p:nvSpPr>
          <p:spPr>
            <a:xfrm>
              <a:off x="1792693" y="883751"/>
              <a:ext cx="8509" cy="5058"/>
            </a:xfrm>
            <a:custGeom>
              <a:avLst/>
              <a:gdLst/>
              <a:ahLst/>
              <a:cxnLst/>
              <a:rect l="0" t="0" r="r" b="b"/>
              <a:pathLst>
                <a:path w="8509" h="5058" stroke="0" extrusionOk="0">
                  <a:moveTo>
                    <a:pt x="0" y="2761"/>
                  </a:moveTo>
                  <a:lnTo>
                    <a:pt x="1154" y="2761"/>
                  </a:lnTo>
                  <a:lnTo>
                    <a:pt x="3451" y="5058"/>
                  </a:lnTo>
                  <a:lnTo>
                    <a:pt x="8509" y="0"/>
                  </a:lnTo>
                  <a:lnTo>
                    <a:pt x="0" y="2761"/>
                  </a:lnTo>
                  <a:close/>
                </a:path>
              </a:pathLst>
            </a:custGeom>
            <a:solidFill>
              <a:srgbClr val="78636C"/>
            </a:solidFill>
            <a:ln>
              <a:noFill/>
            </a:ln>
          </p:spPr>
        </p:sp>
        <p:sp>
          <p:nvSpPr>
            <p:cNvPr id="20329" name="Graph element 808"/>
            <p:cNvSpPr/>
            <p:nvPr/>
          </p:nvSpPr>
          <p:spPr>
            <a:xfrm>
              <a:off x="1797869" y="869948"/>
              <a:ext cx="4427" cy="4082"/>
            </a:xfrm>
            <a:custGeom>
              <a:avLst/>
              <a:gdLst/>
              <a:ahLst/>
              <a:cxnLst/>
              <a:rect l="0" t="0" r="r" b="b"/>
              <a:pathLst>
                <a:path w="4427" h="4082" stroke="0" extrusionOk="0">
                  <a:moveTo>
                    <a:pt x="1154" y="2761"/>
                  </a:moveTo>
                  <a:lnTo>
                    <a:pt x="2475" y="4082"/>
                  </a:lnTo>
                  <a:lnTo>
                    <a:pt x="4427" y="2130"/>
                  </a:lnTo>
                  <a:lnTo>
                    <a:pt x="2297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154" y="2761"/>
                  </a:lnTo>
                  <a:close/>
                </a:path>
              </a:pathLst>
            </a:custGeom>
            <a:solidFill>
              <a:srgbClr val="78636C"/>
            </a:solidFill>
            <a:ln>
              <a:noFill/>
            </a:ln>
          </p:spPr>
        </p:sp>
        <p:sp>
          <p:nvSpPr>
            <p:cNvPr id="20330" name="Graph element 809"/>
            <p:cNvSpPr/>
            <p:nvPr/>
          </p:nvSpPr>
          <p:spPr>
            <a:xfrm>
              <a:off x="1789587" y="869948"/>
              <a:ext cx="6438" cy="6438"/>
            </a:xfrm>
            <a:custGeom>
              <a:avLst/>
              <a:gdLst/>
              <a:ahLst/>
              <a:cxnLst/>
              <a:rect l="0" t="0" r="r" b="b"/>
              <a:pathLst>
                <a:path w="6438" h="6438" stroke="0" extrusionOk="0">
                  <a:moveTo>
                    <a:pt x="0" y="0"/>
                  </a:moveTo>
                  <a:lnTo>
                    <a:pt x="0" y="6438"/>
                  </a:lnTo>
                  <a:lnTo>
                    <a:pt x="643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8636C"/>
            </a:solidFill>
            <a:ln>
              <a:noFill/>
            </a:ln>
          </p:spPr>
        </p:sp>
        <p:sp>
          <p:nvSpPr>
            <p:cNvPr id="20331" name="Graph element 810"/>
            <p:cNvSpPr/>
            <p:nvPr/>
          </p:nvSpPr>
          <p:spPr>
            <a:xfrm>
              <a:off x="1803795" y="868627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78636C"/>
            </a:solidFill>
            <a:ln>
              <a:noFill/>
            </a:ln>
          </p:spPr>
        </p:sp>
        <p:sp>
          <p:nvSpPr>
            <p:cNvPr id="20332" name="Graph element 811"/>
            <p:cNvSpPr/>
            <p:nvPr/>
          </p:nvSpPr>
          <p:spPr>
            <a:xfrm>
              <a:off x="1816849" y="856145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78636C"/>
            </a:solidFill>
            <a:ln>
              <a:noFill/>
            </a:ln>
          </p:spPr>
        </p:sp>
        <p:sp>
          <p:nvSpPr>
            <p:cNvPr id="20333" name="Graph element 812"/>
            <p:cNvSpPr/>
            <p:nvPr/>
          </p:nvSpPr>
          <p:spPr>
            <a:xfrm>
              <a:off x="1768656" y="850623"/>
              <a:ext cx="6438" cy="4831"/>
            </a:xfrm>
            <a:custGeom>
              <a:avLst/>
              <a:gdLst/>
              <a:ahLst/>
              <a:cxnLst/>
              <a:rect l="0" t="0" r="r" b="b"/>
              <a:pathLst>
                <a:path w="6438" h="4831" stroke="0" extrusionOk="0">
                  <a:moveTo>
                    <a:pt x="3677" y="0"/>
                  </a:moveTo>
                  <a:lnTo>
                    <a:pt x="3677" y="1154"/>
                  </a:lnTo>
                  <a:lnTo>
                    <a:pt x="0" y="4831"/>
                  </a:lnTo>
                  <a:lnTo>
                    <a:pt x="6438" y="4831"/>
                  </a:lnTo>
                  <a:lnTo>
                    <a:pt x="3677" y="0"/>
                  </a:lnTo>
                  <a:close/>
                </a:path>
              </a:pathLst>
            </a:custGeom>
            <a:solidFill>
              <a:srgbClr val="78636C"/>
            </a:solidFill>
            <a:ln>
              <a:noFill/>
            </a:ln>
          </p:spPr>
        </p:sp>
        <p:sp>
          <p:nvSpPr>
            <p:cNvPr id="20334" name="Graph element 813"/>
            <p:cNvSpPr/>
            <p:nvPr/>
          </p:nvSpPr>
          <p:spPr>
            <a:xfrm>
              <a:off x="1818919" y="848898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78636C"/>
            </a:solidFill>
            <a:ln>
              <a:noFill/>
            </a:ln>
          </p:spPr>
        </p:sp>
        <p:sp>
          <p:nvSpPr>
            <p:cNvPr id="20335" name="Graph element 814"/>
            <p:cNvSpPr/>
            <p:nvPr/>
          </p:nvSpPr>
          <p:spPr>
            <a:xfrm>
              <a:off x="1770608" y="840389"/>
              <a:ext cx="4486" cy="10116"/>
            </a:xfrm>
            <a:custGeom>
              <a:avLst/>
              <a:gdLst/>
              <a:ahLst/>
              <a:cxnLst/>
              <a:rect l="0" t="0" r="r" b="b"/>
              <a:pathLst>
                <a:path w="4486" h="10116" stroke="0" extrusionOk="0">
                  <a:moveTo>
                    <a:pt x="0" y="0"/>
                  </a:moveTo>
                  <a:lnTo>
                    <a:pt x="0" y="5630"/>
                  </a:lnTo>
                  <a:lnTo>
                    <a:pt x="4486" y="10116"/>
                  </a:lnTo>
                  <a:lnTo>
                    <a:pt x="4486" y="44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8636C"/>
            </a:solidFill>
            <a:ln>
              <a:noFill/>
            </a:ln>
          </p:spPr>
        </p:sp>
        <p:sp>
          <p:nvSpPr>
            <p:cNvPr id="20336" name="Graph element 815"/>
            <p:cNvSpPr/>
            <p:nvPr/>
          </p:nvSpPr>
          <p:spPr>
            <a:xfrm>
              <a:off x="1815873" y="839295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78636C"/>
            </a:solidFill>
            <a:ln>
              <a:noFill/>
            </a:ln>
          </p:spPr>
        </p:sp>
        <p:sp>
          <p:nvSpPr>
            <p:cNvPr id="20337" name="Graph element 816"/>
            <p:cNvSpPr/>
            <p:nvPr/>
          </p:nvSpPr>
          <p:spPr>
            <a:xfrm>
              <a:off x="1802069" y="825492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78636C"/>
            </a:solidFill>
            <a:ln>
              <a:noFill/>
            </a:ln>
          </p:spPr>
        </p:sp>
        <p:sp>
          <p:nvSpPr>
            <p:cNvPr id="20338" name="Graph element 817"/>
            <p:cNvSpPr/>
            <p:nvPr/>
          </p:nvSpPr>
          <p:spPr>
            <a:xfrm>
              <a:off x="1789361" y="811284"/>
              <a:ext cx="13566" cy="4486"/>
            </a:xfrm>
            <a:custGeom>
              <a:avLst/>
              <a:gdLst/>
              <a:ahLst/>
              <a:cxnLst/>
              <a:rect l="0" t="0" r="r" b="b"/>
              <a:pathLst>
                <a:path w="13566" h="4486" stroke="0" extrusionOk="0">
                  <a:moveTo>
                    <a:pt x="4486" y="0"/>
                  </a:moveTo>
                  <a:lnTo>
                    <a:pt x="0" y="4486"/>
                  </a:lnTo>
                  <a:lnTo>
                    <a:pt x="13566" y="4486"/>
                  </a:lnTo>
                  <a:lnTo>
                    <a:pt x="9080" y="0"/>
                  </a:lnTo>
                  <a:lnTo>
                    <a:pt x="4486" y="0"/>
                  </a:lnTo>
                  <a:close/>
                </a:path>
              </a:pathLst>
            </a:custGeom>
            <a:solidFill>
              <a:srgbClr val="78636C"/>
            </a:solidFill>
            <a:ln>
              <a:noFill/>
            </a:ln>
          </p:spPr>
        </p:sp>
        <p:sp>
          <p:nvSpPr>
            <p:cNvPr id="20339" name="Graph element 818"/>
            <p:cNvSpPr/>
            <p:nvPr/>
          </p:nvSpPr>
          <p:spPr>
            <a:xfrm>
              <a:off x="1786137" y="810939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78636C"/>
            </a:solidFill>
            <a:ln>
              <a:noFill/>
            </a:ln>
          </p:spPr>
        </p:sp>
        <p:sp>
          <p:nvSpPr>
            <p:cNvPr id="20340" name="Graph element 819"/>
            <p:cNvSpPr/>
            <p:nvPr/>
          </p:nvSpPr>
          <p:spPr>
            <a:xfrm>
              <a:off x="1779639" y="804787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78636C"/>
            </a:solidFill>
            <a:ln>
              <a:noFill/>
            </a:ln>
          </p:spPr>
        </p:sp>
        <p:sp>
          <p:nvSpPr>
            <p:cNvPr id="20341" name="Graph element 820"/>
            <p:cNvSpPr/>
            <p:nvPr/>
          </p:nvSpPr>
          <p:spPr>
            <a:xfrm>
              <a:off x="1814147" y="797885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78636C"/>
            </a:solidFill>
            <a:ln>
              <a:noFill/>
            </a:ln>
          </p:spPr>
        </p:sp>
        <p:sp>
          <p:nvSpPr>
            <p:cNvPr id="20342" name="Graph element 821"/>
            <p:cNvSpPr/>
            <p:nvPr/>
          </p:nvSpPr>
          <p:spPr>
            <a:xfrm>
              <a:off x="1772333" y="783451"/>
              <a:ext cx="4486" cy="17017"/>
            </a:xfrm>
            <a:custGeom>
              <a:avLst/>
              <a:gdLst/>
              <a:ahLst/>
              <a:cxnLst/>
              <a:rect l="0" t="0" r="r" b="b"/>
              <a:pathLst>
                <a:path w="4486" h="17017" stroke="0" extrusionOk="0">
                  <a:moveTo>
                    <a:pt x="0" y="0"/>
                  </a:moveTo>
                  <a:lnTo>
                    <a:pt x="0" y="5630"/>
                  </a:lnTo>
                  <a:lnTo>
                    <a:pt x="1725" y="7355"/>
                  </a:lnTo>
                  <a:lnTo>
                    <a:pt x="1725" y="9662"/>
                  </a:lnTo>
                  <a:lnTo>
                    <a:pt x="0" y="11388"/>
                  </a:lnTo>
                  <a:lnTo>
                    <a:pt x="0" y="17017"/>
                  </a:lnTo>
                  <a:lnTo>
                    <a:pt x="4486" y="12531"/>
                  </a:lnTo>
                  <a:lnTo>
                    <a:pt x="4486" y="44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8636C"/>
            </a:solidFill>
            <a:ln>
              <a:noFill/>
            </a:ln>
          </p:spPr>
        </p:sp>
        <p:sp>
          <p:nvSpPr>
            <p:cNvPr id="20343" name="Graph element 822"/>
            <p:cNvSpPr/>
            <p:nvPr/>
          </p:nvSpPr>
          <p:spPr>
            <a:xfrm>
              <a:off x="1814147" y="782357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78636C"/>
            </a:solidFill>
            <a:ln>
              <a:noFill/>
            </a:ln>
          </p:spPr>
        </p:sp>
        <p:sp>
          <p:nvSpPr>
            <p:cNvPr id="20344" name="Graph element 823"/>
            <p:cNvSpPr/>
            <p:nvPr/>
          </p:nvSpPr>
          <p:spPr>
            <a:xfrm>
              <a:off x="1783090" y="772004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78636C"/>
            </a:solidFill>
            <a:ln>
              <a:noFill/>
            </a:ln>
          </p:spPr>
        </p:sp>
        <p:sp>
          <p:nvSpPr>
            <p:cNvPr id="20345" name="Graph element 824"/>
            <p:cNvSpPr/>
            <p:nvPr/>
          </p:nvSpPr>
          <p:spPr>
            <a:xfrm>
              <a:off x="1802069" y="770279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78636C"/>
            </a:solidFill>
            <a:ln>
              <a:noFill/>
            </a:ln>
          </p:spPr>
        </p:sp>
        <p:sp>
          <p:nvSpPr>
            <p:cNvPr id="20346" name="Graph element 825"/>
            <p:cNvSpPr/>
            <p:nvPr/>
          </p:nvSpPr>
          <p:spPr>
            <a:xfrm>
              <a:off x="1792693" y="768149"/>
              <a:ext cx="8509" cy="5058"/>
            </a:xfrm>
            <a:custGeom>
              <a:avLst/>
              <a:gdLst/>
              <a:ahLst/>
              <a:cxnLst/>
              <a:rect l="0" t="0" r="r" b="b"/>
              <a:pathLst>
                <a:path w="8509" h="5058" stroke="0" extrusionOk="0">
                  <a:moveTo>
                    <a:pt x="0" y="2761"/>
                  </a:moveTo>
                  <a:lnTo>
                    <a:pt x="1154" y="2761"/>
                  </a:lnTo>
                  <a:lnTo>
                    <a:pt x="3451" y="5058"/>
                  </a:lnTo>
                  <a:lnTo>
                    <a:pt x="8509" y="0"/>
                  </a:lnTo>
                  <a:lnTo>
                    <a:pt x="0" y="2761"/>
                  </a:lnTo>
                  <a:close/>
                </a:path>
              </a:pathLst>
            </a:custGeom>
            <a:solidFill>
              <a:srgbClr val="78636C"/>
            </a:solidFill>
            <a:ln>
              <a:noFill/>
            </a:ln>
          </p:spPr>
        </p:sp>
        <p:sp>
          <p:nvSpPr>
            <p:cNvPr id="20347" name="Graph element 826"/>
            <p:cNvSpPr/>
            <p:nvPr/>
          </p:nvSpPr>
          <p:spPr>
            <a:xfrm>
              <a:off x="1800344" y="756476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78636C"/>
            </a:solidFill>
            <a:ln>
              <a:noFill/>
            </a:ln>
          </p:spPr>
        </p:sp>
        <p:sp>
          <p:nvSpPr>
            <p:cNvPr id="20348" name="Graph element 827"/>
            <p:cNvSpPr/>
            <p:nvPr/>
          </p:nvSpPr>
          <p:spPr>
            <a:xfrm>
              <a:off x="1787862" y="757452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78636C"/>
            </a:solidFill>
            <a:ln>
              <a:noFill/>
            </a:ln>
          </p:spPr>
        </p:sp>
        <p:sp>
          <p:nvSpPr>
            <p:cNvPr id="20349" name="Graph element 828"/>
            <p:cNvSpPr/>
            <p:nvPr/>
          </p:nvSpPr>
          <p:spPr>
            <a:xfrm>
              <a:off x="1781365" y="751299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78636C"/>
            </a:solidFill>
            <a:ln>
              <a:noFill/>
            </a:ln>
          </p:spPr>
        </p:sp>
        <p:sp>
          <p:nvSpPr>
            <p:cNvPr id="20350" name="Graph element 829"/>
            <p:cNvSpPr/>
            <p:nvPr/>
          </p:nvSpPr>
          <p:spPr>
            <a:xfrm>
              <a:off x="1812422" y="744398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78636C"/>
            </a:solidFill>
            <a:ln>
              <a:noFill/>
            </a:ln>
          </p:spPr>
        </p:sp>
        <p:sp>
          <p:nvSpPr>
            <p:cNvPr id="20351" name="Graph element 830"/>
            <p:cNvSpPr/>
            <p:nvPr/>
          </p:nvSpPr>
          <p:spPr>
            <a:xfrm>
              <a:off x="1774059" y="736747"/>
              <a:ext cx="5058" cy="8509"/>
            </a:xfrm>
            <a:custGeom>
              <a:avLst/>
              <a:gdLst/>
              <a:ahLst/>
              <a:cxnLst/>
              <a:rect l="0" t="0" r="r" b="b"/>
              <a:pathLst>
                <a:path w="5058" h="8509" stroke="0" extrusionOk="0">
                  <a:moveTo>
                    <a:pt x="0" y="0"/>
                  </a:moveTo>
                  <a:lnTo>
                    <a:pt x="0" y="8509"/>
                  </a:lnTo>
                  <a:lnTo>
                    <a:pt x="5058" y="3451"/>
                  </a:lnTo>
                  <a:lnTo>
                    <a:pt x="2761" y="11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8636C"/>
            </a:solidFill>
            <a:ln>
              <a:noFill/>
            </a:ln>
          </p:spPr>
        </p:sp>
        <p:sp>
          <p:nvSpPr>
            <p:cNvPr id="20352" name="Graph element 831"/>
            <p:cNvSpPr/>
            <p:nvPr/>
          </p:nvSpPr>
          <p:spPr>
            <a:xfrm>
              <a:off x="1812422" y="732320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78636C"/>
            </a:solidFill>
            <a:ln>
              <a:noFill/>
            </a:ln>
          </p:spPr>
        </p:sp>
        <p:sp>
          <p:nvSpPr>
            <p:cNvPr id="20353" name="Graph element 832"/>
            <p:cNvSpPr/>
            <p:nvPr/>
          </p:nvSpPr>
          <p:spPr>
            <a:xfrm>
              <a:off x="1779639" y="722717"/>
              <a:ext cx="7128" cy="5630"/>
            </a:xfrm>
            <a:custGeom>
              <a:avLst/>
              <a:gdLst/>
              <a:ahLst/>
              <a:cxnLst/>
              <a:rect l="0" t="0" r="r" b="b"/>
              <a:pathLst>
                <a:path w="7128" h="5630" stroke="0" extrusionOk="0">
                  <a:moveTo>
                    <a:pt x="0" y="2701"/>
                  </a:moveTo>
                  <a:lnTo>
                    <a:pt x="1952" y="4654"/>
                  </a:lnTo>
                  <a:lnTo>
                    <a:pt x="2701" y="3904"/>
                  </a:lnTo>
                  <a:lnTo>
                    <a:pt x="4427" y="5630"/>
                  </a:lnTo>
                  <a:lnTo>
                    <a:pt x="7128" y="2928"/>
                  </a:lnTo>
                  <a:lnTo>
                    <a:pt x="5176" y="976"/>
                  </a:lnTo>
                  <a:lnTo>
                    <a:pt x="4427" y="1725"/>
                  </a:lnTo>
                  <a:lnTo>
                    <a:pt x="2701" y="0"/>
                  </a:lnTo>
                  <a:lnTo>
                    <a:pt x="0" y="2701"/>
                  </a:lnTo>
                  <a:close/>
                </a:path>
              </a:pathLst>
            </a:custGeom>
            <a:solidFill>
              <a:srgbClr val="78636C"/>
            </a:solidFill>
            <a:ln>
              <a:noFill/>
            </a:ln>
          </p:spPr>
        </p:sp>
        <p:sp>
          <p:nvSpPr>
            <p:cNvPr id="20354" name="Graph element 833"/>
            <p:cNvSpPr/>
            <p:nvPr/>
          </p:nvSpPr>
          <p:spPr>
            <a:xfrm>
              <a:off x="1801665" y="721218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78636C"/>
            </a:solidFill>
            <a:ln>
              <a:noFill/>
            </a:ln>
          </p:spPr>
        </p:sp>
        <p:sp>
          <p:nvSpPr>
            <p:cNvPr id="20355" name="Graph element 834"/>
            <p:cNvSpPr/>
            <p:nvPr/>
          </p:nvSpPr>
          <p:spPr>
            <a:xfrm>
              <a:off x="1786541" y="720242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78636C"/>
            </a:solidFill>
            <a:ln>
              <a:noFill/>
            </a:ln>
          </p:spPr>
        </p:sp>
        <p:sp>
          <p:nvSpPr>
            <p:cNvPr id="20356" name="Graph element 835"/>
            <p:cNvSpPr/>
            <p:nvPr/>
          </p:nvSpPr>
          <p:spPr>
            <a:xfrm>
              <a:off x="1794419" y="718112"/>
              <a:ext cx="3451" cy="2761"/>
            </a:xfrm>
            <a:custGeom>
              <a:avLst/>
              <a:gdLst/>
              <a:ahLst/>
              <a:cxnLst/>
              <a:rect l="0" t="0" r="r" b="b"/>
              <a:pathLst>
                <a:path w="3451" h="2761" stroke="0" extrusionOk="0">
                  <a:moveTo>
                    <a:pt x="3451" y="2761"/>
                  </a:moveTo>
                  <a:lnTo>
                    <a:pt x="3451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3451" y="2761"/>
                  </a:lnTo>
                  <a:close/>
                </a:path>
              </a:pathLst>
            </a:custGeom>
            <a:solidFill>
              <a:srgbClr val="78636C"/>
            </a:solidFill>
            <a:ln>
              <a:noFill/>
            </a:ln>
          </p:spPr>
        </p:sp>
        <p:sp>
          <p:nvSpPr>
            <p:cNvPr id="20357" name="Graph element 836"/>
            <p:cNvSpPr/>
            <p:nvPr/>
          </p:nvSpPr>
          <p:spPr>
            <a:xfrm>
              <a:off x="1788266" y="704714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78636C"/>
            </a:solidFill>
            <a:ln>
              <a:noFill/>
            </a:ln>
          </p:spPr>
        </p:sp>
        <p:sp>
          <p:nvSpPr>
            <p:cNvPr id="20358" name="Graph element 837"/>
            <p:cNvSpPr/>
            <p:nvPr/>
          </p:nvSpPr>
          <p:spPr>
            <a:xfrm>
              <a:off x="1781365" y="701263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78636C"/>
            </a:solidFill>
            <a:ln>
              <a:noFill/>
            </a:ln>
          </p:spPr>
        </p:sp>
        <p:sp>
          <p:nvSpPr>
            <p:cNvPr id="20359" name="Graph element 838"/>
            <p:cNvSpPr/>
            <p:nvPr/>
          </p:nvSpPr>
          <p:spPr>
            <a:xfrm>
              <a:off x="1805520" y="699537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78636C"/>
            </a:solidFill>
            <a:ln>
              <a:noFill/>
            </a:ln>
          </p:spPr>
        </p:sp>
        <p:sp>
          <p:nvSpPr>
            <p:cNvPr id="20360" name="Graph element 839"/>
            <p:cNvSpPr/>
            <p:nvPr/>
          </p:nvSpPr>
          <p:spPr>
            <a:xfrm>
              <a:off x="1777510" y="692231"/>
              <a:ext cx="6438" cy="6438"/>
            </a:xfrm>
            <a:custGeom>
              <a:avLst/>
              <a:gdLst/>
              <a:ahLst/>
              <a:cxnLst/>
              <a:rect l="0" t="0" r="r" b="b"/>
              <a:pathLst>
                <a:path w="6438" h="6438" stroke="0" extrusionOk="0">
                  <a:moveTo>
                    <a:pt x="0" y="0"/>
                  </a:moveTo>
                  <a:lnTo>
                    <a:pt x="0" y="6438"/>
                  </a:lnTo>
                  <a:lnTo>
                    <a:pt x="643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8636C"/>
            </a:solidFill>
            <a:ln>
              <a:noFill/>
            </a:ln>
          </p:spPr>
        </p:sp>
        <p:sp>
          <p:nvSpPr>
            <p:cNvPr id="20361" name="Graph element 840"/>
            <p:cNvSpPr/>
            <p:nvPr/>
          </p:nvSpPr>
          <p:spPr>
            <a:xfrm>
              <a:off x="1808340" y="686829"/>
              <a:ext cx="6438" cy="6438"/>
            </a:xfrm>
            <a:custGeom>
              <a:avLst/>
              <a:gdLst/>
              <a:ahLst/>
              <a:cxnLst/>
              <a:rect l="0" t="0" r="r" b="b"/>
              <a:pathLst>
                <a:path w="6438" h="6438" stroke="0" extrusionOk="0">
                  <a:moveTo>
                    <a:pt x="6438" y="0"/>
                  </a:moveTo>
                  <a:lnTo>
                    <a:pt x="0" y="6438"/>
                  </a:lnTo>
                  <a:lnTo>
                    <a:pt x="6438" y="6438"/>
                  </a:lnTo>
                  <a:lnTo>
                    <a:pt x="6438" y="0"/>
                  </a:lnTo>
                  <a:close/>
                </a:path>
              </a:pathLst>
            </a:custGeom>
            <a:solidFill>
              <a:srgbClr val="78636C"/>
            </a:solidFill>
            <a:ln>
              <a:noFill/>
            </a:ln>
          </p:spPr>
        </p:sp>
        <p:sp>
          <p:nvSpPr>
            <p:cNvPr id="20362" name="Graph element 841"/>
            <p:cNvSpPr/>
            <p:nvPr/>
          </p:nvSpPr>
          <p:spPr>
            <a:xfrm>
              <a:off x="1777510" y="683378"/>
              <a:ext cx="6438" cy="6438"/>
            </a:xfrm>
            <a:custGeom>
              <a:avLst/>
              <a:gdLst/>
              <a:ahLst/>
              <a:cxnLst/>
              <a:rect l="0" t="0" r="r" b="b"/>
              <a:pathLst>
                <a:path w="6438" h="6438" stroke="0" extrusionOk="0">
                  <a:moveTo>
                    <a:pt x="0" y="0"/>
                  </a:moveTo>
                  <a:lnTo>
                    <a:pt x="0" y="6438"/>
                  </a:lnTo>
                  <a:lnTo>
                    <a:pt x="6438" y="64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8636C"/>
            </a:solidFill>
            <a:ln>
              <a:noFill/>
            </a:ln>
          </p:spPr>
        </p:sp>
        <p:sp>
          <p:nvSpPr>
            <p:cNvPr id="20363" name="Graph element 842"/>
            <p:cNvSpPr/>
            <p:nvPr/>
          </p:nvSpPr>
          <p:spPr>
            <a:xfrm>
              <a:off x="1805520" y="678833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78636C"/>
            </a:solidFill>
            <a:ln>
              <a:noFill/>
            </a:ln>
          </p:spPr>
        </p:sp>
        <p:sp>
          <p:nvSpPr>
            <p:cNvPr id="20364" name="Graph element 843"/>
            <p:cNvSpPr/>
            <p:nvPr/>
          </p:nvSpPr>
          <p:spPr>
            <a:xfrm>
              <a:off x="1781365" y="677107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78636C"/>
            </a:solidFill>
            <a:ln>
              <a:noFill/>
            </a:ln>
          </p:spPr>
        </p:sp>
        <p:sp>
          <p:nvSpPr>
            <p:cNvPr id="20365" name="Graph element 844"/>
            <p:cNvSpPr/>
            <p:nvPr/>
          </p:nvSpPr>
          <p:spPr>
            <a:xfrm>
              <a:off x="1796262" y="671300"/>
              <a:ext cx="6438" cy="6438"/>
            </a:xfrm>
            <a:custGeom>
              <a:avLst/>
              <a:gdLst/>
              <a:ahLst/>
              <a:cxnLst/>
              <a:rect l="0" t="0" r="r" b="b"/>
              <a:pathLst>
                <a:path w="6438" h="6438" stroke="0" extrusionOk="0">
                  <a:moveTo>
                    <a:pt x="6438" y="0"/>
                  </a:moveTo>
                  <a:lnTo>
                    <a:pt x="0" y="6438"/>
                  </a:lnTo>
                  <a:lnTo>
                    <a:pt x="6438" y="6438"/>
                  </a:lnTo>
                  <a:lnTo>
                    <a:pt x="6438" y="0"/>
                  </a:lnTo>
                  <a:close/>
                </a:path>
              </a:pathLst>
            </a:custGeom>
            <a:solidFill>
              <a:srgbClr val="78636C"/>
            </a:solidFill>
            <a:ln>
              <a:noFill/>
            </a:ln>
          </p:spPr>
        </p:sp>
        <p:sp>
          <p:nvSpPr>
            <p:cNvPr id="20366" name="Graph element 845"/>
            <p:cNvSpPr/>
            <p:nvPr/>
          </p:nvSpPr>
          <p:spPr>
            <a:xfrm>
              <a:off x="1785910" y="673252"/>
              <a:ext cx="6438" cy="6438"/>
            </a:xfrm>
            <a:custGeom>
              <a:avLst/>
              <a:gdLst/>
              <a:ahLst/>
              <a:cxnLst/>
              <a:rect l="0" t="0" r="r" b="b"/>
              <a:pathLst>
                <a:path w="6438" h="6438" stroke="0" extrusionOk="0">
                  <a:moveTo>
                    <a:pt x="0" y="0"/>
                  </a:moveTo>
                  <a:lnTo>
                    <a:pt x="6438" y="6438"/>
                  </a:lnTo>
                  <a:lnTo>
                    <a:pt x="643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8636C"/>
            </a:solidFill>
            <a:ln>
              <a:noFill/>
            </a:ln>
          </p:spPr>
        </p:sp>
        <p:sp>
          <p:nvSpPr>
            <p:cNvPr id="20367" name="Graph element 846"/>
            <p:cNvSpPr/>
            <p:nvPr/>
          </p:nvSpPr>
          <p:spPr>
            <a:xfrm>
              <a:off x="1802069" y="647775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78636C"/>
            </a:solidFill>
            <a:ln>
              <a:noFill/>
            </a:ln>
          </p:spPr>
        </p:sp>
        <p:sp>
          <p:nvSpPr>
            <p:cNvPr id="20368" name="Graph element 847"/>
            <p:cNvSpPr/>
            <p:nvPr/>
          </p:nvSpPr>
          <p:spPr>
            <a:xfrm>
              <a:off x="1784815" y="644324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78636C"/>
            </a:solidFill>
            <a:ln>
              <a:noFill/>
            </a:ln>
          </p:spPr>
        </p:sp>
        <p:sp>
          <p:nvSpPr>
            <p:cNvPr id="20369" name="Graph element 848"/>
            <p:cNvSpPr/>
            <p:nvPr/>
          </p:nvSpPr>
          <p:spPr>
            <a:xfrm>
              <a:off x="1803391" y="636792"/>
              <a:ext cx="4486" cy="8164"/>
            </a:xfrm>
            <a:custGeom>
              <a:avLst/>
              <a:gdLst/>
              <a:ahLst/>
              <a:cxnLst/>
              <a:rect l="0" t="0" r="r" b="b"/>
              <a:pathLst>
                <a:path w="4486" h="8164" stroke="0" extrusionOk="0">
                  <a:moveTo>
                    <a:pt x="4486" y="0"/>
                  </a:moveTo>
                  <a:lnTo>
                    <a:pt x="0" y="4486"/>
                  </a:lnTo>
                  <a:lnTo>
                    <a:pt x="0" y="8164"/>
                  </a:lnTo>
                  <a:lnTo>
                    <a:pt x="4486" y="8164"/>
                  </a:lnTo>
                  <a:lnTo>
                    <a:pt x="4486" y="0"/>
                  </a:lnTo>
                  <a:close/>
                </a:path>
              </a:pathLst>
            </a:custGeom>
            <a:solidFill>
              <a:srgbClr val="78636C"/>
            </a:solidFill>
            <a:ln>
              <a:noFill/>
            </a:ln>
          </p:spPr>
        </p:sp>
        <p:sp>
          <p:nvSpPr>
            <p:cNvPr id="20370" name="Graph element 849"/>
            <p:cNvSpPr/>
            <p:nvPr/>
          </p:nvSpPr>
          <p:spPr>
            <a:xfrm>
              <a:off x="1788266" y="633972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78636C"/>
            </a:solidFill>
            <a:ln>
              <a:noFill/>
            </a:ln>
          </p:spPr>
        </p:sp>
        <p:sp>
          <p:nvSpPr>
            <p:cNvPr id="20371" name="Graph element 850"/>
            <p:cNvSpPr/>
            <p:nvPr/>
          </p:nvSpPr>
          <p:spPr>
            <a:xfrm>
              <a:off x="1794419" y="630117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78636C"/>
            </a:solidFill>
            <a:ln>
              <a:noFill/>
            </a:ln>
          </p:spPr>
        </p:sp>
        <p:sp>
          <p:nvSpPr>
            <p:cNvPr id="20372" name="Graph element 851"/>
            <p:cNvSpPr/>
            <p:nvPr/>
          </p:nvSpPr>
          <p:spPr>
            <a:xfrm>
              <a:off x="481732" y="631497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78636C"/>
            </a:solidFill>
            <a:ln>
              <a:noFill/>
            </a:ln>
          </p:spPr>
        </p:sp>
        <p:sp>
          <p:nvSpPr>
            <p:cNvPr id="20373" name="Graph element 852"/>
            <p:cNvSpPr/>
            <p:nvPr/>
          </p:nvSpPr>
          <p:spPr>
            <a:xfrm>
              <a:off x="499391" y="625345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78636C"/>
            </a:solidFill>
            <a:ln>
              <a:noFill/>
            </a:ln>
          </p:spPr>
        </p:sp>
        <p:sp>
          <p:nvSpPr>
            <p:cNvPr id="20374" name="Graph element 853"/>
            <p:cNvSpPr/>
            <p:nvPr/>
          </p:nvSpPr>
          <p:spPr>
            <a:xfrm>
              <a:off x="483862" y="625345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78636C"/>
            </a:solidFill>
            <a:ln>
              <a:noFill/>
            </a:ln>
          </p:spPr>
        </p:sp>
        <p:sp>
          <p:nvSpPr>
            <p:cNvPr id="20375" name="Graph element 854"/>
            <p:cNvSpPr/>
            <p:nvPr/>
          </p:nvSpPr>
          <p:spPr>
            <a:xfrm>
              <a:off x="490014" y="623215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78636C"/>
            </a:solidFill>
            <a:ln>
              <a:noFill/>
            </a:ln>
          </p:spPr>
        </p:sp>
        <p:sp>
          <p:nvSpPr>
            <p:cNvPr id="20376" name="Graph element 855"/>
            <p:cNvSpPr/>
            <p:nvPr/>
          </p:nvSpPr>
          <p:spPr>
            <a:xfrm>
              <a:off x="322995" y="486563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78636C"/>
            </a:solidFill>
            <a:ln>
              <a:noFill/>
            </a:ln>
          </p:spPr>
        </p:sp>
        <p:sp>
          <p:nvSpPr>
            <p:cNvPr id="20377" name="Graph element 856"/>
            <p:cNvSpPr/>
            <p:nvPr/>
          </p:nvSpPr>
          <p:spPr>
            <a:xfrm>
              <a:off x="304420" y="480411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78636C"/>
            </a:solidFill>
            <a:ln>
              <a:noFill/>
            </a:ln>
          </p:spPr>
        </p:sp>
        <p:sp>
          <p:nvSpPr>
            <p:cNvPr id="20378" name="Graph element 857"/>
            <p:cNvSpPr/>
            <p:nvPr/>
          </p:nvSpPr>
          <p:spPr>
            <a:xfrm>
              <a:off x="315749" y="478282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78636C"/>
            </a:solidFill>
            <a:ln>
              <a:noFill/>
            </a:ln>
          </p:spPr>
        </p:sp>
        <p:sp>
          <p:nvSpPr>
            <p:cNvPr id="20379" name="Graph element 858"/>
            <p:cNvSpPr/>
            <p:nvPr/>
          </p:nvSpPr>
          <p:spPr>
            <a:xfrm>
              <a:off x="667731" y="450675"/>
              <a:ext cx="3451" cy="2761"/>
            </a:xfrm>
            <a:custGeom>
              <a:avLst/>
              <a:gdLst/>
              <a:ahLst/>
              <a:cxnLst/>
              <a:rect l="0" t="0" r="r" b="b"/>
              <a:pathLst>
                <a:path w="3451" h="2761" stroke="0" extrusionOk="0">
                  <a:moveTo>
                    <a:pt x="3451" y="2761"/>
                  </a:moveTo>
                  <a:lnTo>
                    <a:pt x="3451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3451" y="2761"/>
                  </a:lnTo>
                  <a:close/>
                </a:path>
              </a:pathLst>
            </a:custGeom>
            <a:solidFill>
              <a:srgbClr val="78636C"/>
            </a:solidFill>
            <a:ln>
              <a:noFill/>
            </a:ln>
          </p:spPr>
        </p:sp>
        <p:sp>
          <p:nvSpPr>
            <p:cNvPr id="20380" name="Graph element 859"/>
            <p:cNvSpPr/>
            <p:nvPr/>
          </p:nvSpPr>
          <p:spPr>
            <a:xfrm>
              <a:off x="675382" y="447629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78636C"/>
            </a:solidFill>
            <a:ln>
              <a:noFill/>
            </a:ln>
          </p:spPr>
        </p:sp>
        <p:sp>
          <p:nvSpPr>
            <p:cNvPr id="20381" name="Graph element 860"/>
            <p:cNvSpPr/>
            <p:nvPr/>
          </p:nvSpPr>
          <p:spPr>
            <a:xfrm>
              <a:off x="657723" y="439978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78636C"/>
            </a:solidFill>
            <a:ln>
              <a:noFill/>
            </a:ln>
          </p:spPr>
        </p:sp>
        <p:sp>
          <p:nvSpPr>
            <p:cNvPr id="20382" name="Graph element 861"/>
            <p:cNvSpPr/>
            <p:nvPr/>
          </p:nvSpPr>
          <p:spPr>
            <a:xfrm>
              <a:off x="1244015" y="112496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78636C"/>
            </a:solidFill>
            <a:ln>
              <a:noFill/>
            </a:ln>
          </p:spPr>
        </p:sp>
        <p:sp>
          <p:nvSpPr>
            <p:cNvPr id="20383" name="Graph element 862"/>
            <p:cNvSpPr/>
            <p:nvPr/>
          </p:nvSpPr>
          <p:spPr>
            <a:xfrm>
              <a:off x="440323" y="1760256"/>
              <a:ext cx="18289" cy="18289"/>
            </a:xfrm>
            <a:custGeom>
              <a:avLst/>
              <a:gdLst/>
              <a:ahLst/>
              <a:cxnLst/>
              <a:rect l="0" t="0" r="r" b="b"/>
              <a:pathLst>
                <a:path w="18289" h="18289" stroke="0" extrusionOk="0">
                  <a:moveTo>
                    <a:pt x="5985" y="0"/>
                  </a:moveTo>
                  <a:lnTo>
                    <a:pt x="1725" y="4259"/>
                  </a:lnTo>
                  <a:lnTo>
                    <a:pt x="1725" y="5985"/>
                  </a:lnTo>
                  <a:lnTo>
                    <a:pt x="0" y="7710"/>
                  </a:lnTo>
                  <a:lnTo>
                    <a:pt x="0" y="10579"/>
                  </a:lnTo>
                  <a:lnTo>
                    <a:pt x="1725" y="12304"/>
                  </a:lnTo>
                  <a:lnTo>
                    <a:pt x="1725" y="14030"/>
                  </a:lnTo>
                  <a:lnTo>
                    <a:pt x="5985" y="18289"/>
                  </a:lnTo>
                  <a:lnTo>
                    <a:pt x="12304" y="18289"/>
                  </a:lnTo>
                  <a:lnTo>
                    <a:pt x="14030" y="16564"/>
                  </a:lnTo>
                  <a:lnTo>
                    <a:pt x="15755" y="16564"/>
                  </a:lnTo>
                  <a:lnTo>
                    <a:pt x="18289" y="14030"/>
                  </a:lnTo>
                  <a:lnTo>
                    <a:pt x="18289" y="4259"/>
                  </a:lnTo>
                  <a:lnTo>
                    <a:pt x="14030" y="0"/>
                  </a:lnTo>
                  <a:lnTo>
                    <a:pt x="5985" y="0"/>
                  </a:lnTo>
                  <a:close/>
                </a:path>
              </a:pathLst>
            </a:custGeom>
            <a:solidFill>
              <a:srgbClr val="D2006C"/>
            </a:solidFill>
            <a:ln>
              <a:noFill/>
            </a:ln>
          </p:spPr>
        </p:sp>
        <p:sp>
          <p:nvSpPr>
            <p:cNvPr id="20384" name="Graph element 863"/>
            <p:cNvSpPr/>
            <p:nvPr/>
          </p:nvSpPr>
          <p:spPr>
            <a:xfrm>
              <a:off x="1761981" y="1163266"/>
              <a:ext cx="51072" cy="40719"/>
            </a:xfrm>
            <a:custGeom>
              <a:avLst/>
              <a:gdLst/>
              <a:ahLst/>
              <a:cxnLst/>
              <a:rect l="0" t="0" r="r" b="b"/>
              <a:pathLst>
                <a:path w="51072" h="40719" stroke="0" extrusionOk="0">
                  <a:moveTo>
                    <a:pt x="0" y="0"/>
                  </a:moveTo>
                  <a:lnTo>
                    <a:pt x="0" y="40719"/>
                  </a:lnTo>
                  <a:lnTo>
                    <a:pt x="51072" y="40719"/>
                  </a:lnTo>
                  <a:lnTo>
                    <a:pt x="51072" y="22430"/>
                  </a:lnTo>
                  <a:lnTo>
                    <a:pt x="41636" y="22430"/>
                  </a:lnTo>
                  <a:lnTo>
                    <a:pt x="41291" y="22085"/>
                  </a:lnTo>
                  <a:lnTo>
                    <a:pt x="41636" y="21740"/>
                  </a:lnTo>
                  <a:lnTo>
                    <a:pt x="51072" y="21740"/>
                  </a:lnTo>
                  <a:lnTo>
                    <a:pt x="51072" y="0"/>
                  </a:lnTo>
                  <a:lnTo>
                    <a:pt x="0" y="0"/>
                  </a:lnTo>
                  <a:close/>
                  <a:moveTo>
                    <a:pt x="3332" y="22085"/>
                  </a:moveTo>
                  <a:lnTo>
                    <a:pt x="3677" y="21740"/>
                  </a:lnTo>
                  <a:lnTo>
                    <a:pt x="11161" y="21740"/>
                  </a:lnTo>
                  <a:lnTo>
                    <a:pt x="11506" y="22085"/>
                  </a:lnTo>
                  <a:lnTo>
                    <a:pt x="11161" y="22430"/>
                  </a:lnTo>
                  <a:lnTo>
                    <a:pt x="3677" y="22430"/>
                  </a:lnTo>
                  <a:lnTo>
                    <a:pt x="3332" y="22085"/>
                  </a:lnTo>
                  <a:close/>
                </a:path>
              </a:pathLst>
            </a:custGeom>
            <a:solidFill>
              <a:srgbClr val="D2006C"/>
            </a:solidFill>
            <a:ln>
              <a:noFill/>
            </a:ln>
          </p:spPr>
        </p:sp>
        <p:sp>
          <p:nvSpPr>
            <p:cNvPr id="20385" name="Graph element 864"/>
            <p:cNvSpPr/>
            <p:nvPr/>
          </p:nvSpPr>
          <p:spPr>
            <a:xfrm>
              <a:off x="485183" y="626666"/>
              <a:ext cx="18861" cy="18861"/>
            </a:xfrm>
            <a:custGeom>
              <a:avLst/>
              <a:gdLst/>
              <a:ahLst/>
              <a:cxnLst/>
              <a:rect l="0" t="0" r="r" b="b"/>
              <a:pathLst>
                <a:path w="18861" h="18861" stroke="0" extrusionOk="0">
                  <a:moveTo>
                    <a:pt x="4259" y="0"/>
                  </a:moveTo>
                  <a:lnTo>
                    <a:pt x="0" y="4259"/>
                  </a:lnTo>
                  <a:lnTo>
                    <a:pt x="0" y="12304"/>
                  </a:lnTo>
                  <a:lnTo>
                    <a:pt x="4259" y="16564"/>
                  </a:lnTo>
                  <a:lnTo>
                    <a:pt x="5985" y="16564"/>
                  </a:lnTo>
                  <a:lnTo>
                    <a:pt x="8282" y="18861"/>
                  </a:lnTo>
                  <a:lnTo>
                    <a:pt x="10579" y="16564"/>
                  </a:lnTo>
                  <a:lnTo>
                    <a:pt x="14030" y="16564"/>
                  </a:lnTo>
                  <a:lnTo>
                    <a:pt x="16564" y="14030"/>
                  </a:lnTo>
                  <a:lnTo>
                    <a:pt x="16564" y="10579"/>
                  </a:lnTo>
                  <a:lnTo>
                    <a:pt x="18861" y="8282"/>
                  </a:lnTo>
                  <a:lnTo>
                    <a:pt x="16564" y="5985"/>
                  </a:lnTo>
                  <a:lnTo>
                    <a:pt x="16564" y="4259"/>
                  </a:lnTo>
                  <a:lnTo>
                    <a:pt x="12304" y="0"/>
                  </a:lnTo>
                  <a:lnTo>
                    <a:pt x="4259" y="0"/>
                  </a:lnTo>
                  <a:close/>
                </a:path>
              </a:pathLst>
            </a:custGeom>
            <a:solidFill>
              <a:srgbClr val="D2006C"/>
            </a:solidFill>
            <a:ln>
              <a:noFill/>
            </a:ln>
          </p:spPr>
        </p:sp>
        <p:sp>
          <p:nvSpPr>
            <p:cNvPr id="20386" name="Graph element 865"/>
            <p:cNvSpPr/>
            <p:nvPr/>
          </p:nvSpPr>
          <p:spPr>
            <a:xfrm>
              <a:off x="304016" y="481732"/>
              <a:ext cx="18289" cy="18861"/>
            </a:xfrm>
            <a:custGeom>
              <a:avLst/>
              <a:gdLst/>
              <a:ahLst/>
              <a:cxnLst/>
              <a:rect l="0" t="0" r="r" b="b"/>
              <a:pathLst>
                <a:path w="18289" h="18861" stroke="0" extrusionOk="0">
                  <a:moveTo>
                    <a:pt x="5985" y="0"/>
                  </a:moveTo>
                  <a:lnTo>
                    <a:pt x="4259" y="1725"/>
                  </a:lnTo>
                  <a:lnTo>
                    <a:pt x="1725" y="1725"/>
                  </a:lnTo>
                  <a:lnTo>
                    <a:pt x="1725" y="5985"/>
                  </a:lnTo>
                  <a:lnTo>
                    <a:pt x="0" y="7710"/>
                  </a:lnTo>
                  <a:lnTo>
                    <a:pt x="0" y="10579"/>
                  </a:lnTo>
                  <a:lnTo>
                    <a:pt x="1725" y="12304"/>
                  </a:lnTo>
                  <a:lnTo>
                    <a:pt x="1725" y="14030"/>
                  </a:lnTo>
                  <a:lnTo>
                    <a:pt x="4259" y="16564"/>
                  </a:lnTo>
                  <a:lnTo>
                    <a:pt x="7710" y="16564"/>
                  </a:lnTo>
                  <a:lnTo>
                    <a:pt x="10007" y="18861"/>
                  </a:lnTo>
                  <a:lnTo>
                    <a:pt x="12304" y="16564"/>
                  </a:lnTo>
                  <a:lnTo>
                    <a:pt x="14030" y="16564"/>
                  </a:lnTo>
                  <a:lnTo>
                    <a:pt x="18289" y="12304"/>
                  </a:lnTo>
                  <a:lnTo>
                    <a:pt x="18289" y="4259"/>
                  </a:lnTo>
                  <a:lnTo>
                    <a:pt x="14030" y="0"/>
                  </a:lnTo>
                  <a:lnTo>
                    <a:pt x="5985" y="0"/>
                  </a:lnTo>
                  <a:close/>
                </a:path>
              </a:pathLst>
            </a:custGeom>
            <a:solidFill>
              <a:srgbClr val="D2006C"/>
            </a:solidFill>
            <a:ln>
              <a:noFill/>
            </a:ln>
          </p:spPr>
        </p:sp>
        <p:sp>
          <p:nvSpPr>
            <p:cNvPr id="20387" name="Graph element 866"/>
            <p:cNvSpPr/>
            <p:nvPr/>
          </p:nvSpPr>
          <p:spPr>
            <a:xfrm>
              <a:off x="205668" y="1589441"/>
              <a:ext cx="18289" cy="18289"/>
            </a:xfrm>
            <a:custGeom>
              <a:avLst/>
              <a:gdLst/>
              <a:ahLst/>
              <a:cxnLst/>
              <a:rect l="0" t="0" r="r" b="b"/>
              <a:pathLst>
                <a:path w="18289" h="18289" stroke="0" extrusionOk="0">
                  <a:moveTo>
                    <a:pt x="7710" y="0"/>
                  </a:moveTo>
                  <a:lnTo>
                    <a:pt x="5985" y="1725"/>
                  </a:lnTo>
                  <a:lnTo>
                    <a:pt x="4259" y="1725"/>
                  </a:lnTo>
                  <a:lnTo>
                    <a:pt x="1725" y="4259"/>
                  </a:lnTo>
                  <a:lnTo>
                    <a:pt x="1725" y="5985"/>
                  </a:lnTo>
                  <a:lnTo>
                    <a:pt x="0" y="7710"/>
                  </a:lnTo>
                  <a:lnTo>
                    <a:pt x="0" y="10579"/>
                  </a:lnTo>
                  <a:lnTo>
                    <a:pt x="1725" y="12304"/>
                  </a:lnTo>
                  <a:lnTo>
                    <a:pt x="1725" y="14030"/>
                  </a:lnTo>
                  <a:lnTo>
                    <a:pt x="5985" y="18289"/>
                  </a:lnTo>
                  <a:lnTo>
                    <a:pt x="12304" y="18289"/>
                  </a:lnTo>
                  <a:lnTo>
                    <a:pt x="14030" y="16564"/>
                  </a:lnTo>
                  <a:lnTo>
                    <a:pt x="16564" y="16564"/>
                  </a:lnTo>
                  <a:lnTo>
                    <a:pt x="16564" y="14030"/>
                  </a:lnTo>
                  <a:lnTo>
                    <a:pt x="18289" y="12304"/>
                  </a:lnTo>
                  <a:lnTo>
                    <a:pt x="18289" y="5985"/>
                  </a:lnTo>
                  <a:lnTo>
                    <a:pt x="14030" y="1725"/>
                  </a:lnTo>
                  <a:lnTo>
                    <a:pt x="12304" y="1725"/>
                  </a:lnTo>
                  <a:lnTo>
                    <a:pt x="10579" y="0"/>
                  </a:lnTo>
                  <a:lnTo>
                    <a:pt x="7710" y="0"/>
                  </a:lnTo>
                  <a:close/>
                </a:path>
              </a:pathLst>
            </a:custGeom>
            <a:solidFill>
              <a:srgbClr val="7A00C1"/>
            </a:solidFill>
            <a:ln>
              <a:noFill/>
            </a:ln>
          </p:spPr>
        </p:sp>
        <p:sp>
          <p:nvSpPr>
            <p:cNvPr id="20388" name="Graph element 867"/>
            <p:cNvSpPr/>
            <p:nvPr/>
          </p:nvSpPr>
          <p:spPr>
            <a:xfrm>
              <a:off x="1761981" y="1044214"/>
              <a:ext cx="51072" cy="64875"/>
            </a:xfrm>
            <a:custGeom>
              <a:avLst/>
              <a:gdLst/>
              <a:ahLst/>
              <a:cxnLst/>
              <a:rect l="0" t="0" r="r" b="b"/>
              <a:pathLst>
                <a:path w="51072" h="64875" stroke="0" extrusionOk="0">
                  <a:moveTo>
                    <a:pt x="0" y="0"/>
                  </a:moveTo>
                  <a:lnTo>
                    <a:pt x="0" y="64875"/>
                  </a:lnTo>
                  <a:lnTo>
                    <a:pt x="51072" y="64875"/>
                  </a:lnTo>
                  <a:lnTo>
                    <a:pt x="51072" y="39684"/>
                  </a:lnTo>
                  <a:lnTo>
                    <a:pt x="41636" y="39684"/>
                  </a:lnTo>
                  <a:lnTo>
                    <a:pt x="41291" y="39339"/>
                  </a:lnTo>
                  <a:lnTo>
                    <a:pt x="41636" y="38994"/>
                  </a:lnTo>
                  <a:lnTo>
                    <a:pt x="51072" y="38994"/>
                  </a:lnTo>
                  <a:lnTo>
                    <a:pt x="51072" y="0"/>
                  </a:lnTo>
                  <a:lnTo>
                    <a:pt x="0" y="0"/>
                  </a:lnTo>
                  <a:close/>
                  <a:moveTo>
                    <a:pt x="3332" y="39339"/>
                  </a:moveTo>
                  <a:lnTo>
                    <a:pt x="3677" y="38994"/>
                  </a:lnTo>
                  <a:lnTo>
                    <a:pt x="9436" y="38994"/>
                  </a:lnTo>
                  <a:lnTo>
                    <a:pt x="9781" y="39339"/>
                  </a:lnTo>
                  <a:lnTo>
                    <a:pt x="9436" y="39684"/>
                  </a:lnTo>
                  <a:lnTo>
                    <a:pt x="3677" y="39684"/>
                  </a:lnTo>
                  <a:lnTo>
                    <a:pt x="3332" y="39339"/>
                  </a:lnTo>
                  <a:close/>
                </a:path>
              </a:pathLst>
            </a:custGeom>
            <a:solidFill>
              <a:srgbClr val="7A00C1"/>
            </a:solidFill>
            <a:ln>
              <a:noFill/>
            </a:ln>
          </p:spPr>
        </p:sp>
        <p:sp>
          <p:nvSpPr>
            <p:cNvPr id="20389" name="Graph element 868"/>
            <p:cNvSpPr/>
            <p:nvPr/>
          </p:nvSpPr>
          <p:spPr>
            <a:xfrm>
              <a:off x="1430704" y="580080"/>
              <a:ext cx="16564" cy="18289"/>
            </a:xfrm>
            <a:custGeom>
              <a:avLst/>
              <a:gdLst/>
              <a:ahLst/>
              <a:cxnLst/>
              <a:rect l="0" t="0" r="r" b="b"/>
              <a:pathLst>
                <a:path w="16564" h="18289" stroke="0" extrusionOk="0">
                  <a:moveTo>
                    <a:pt x="4259" y="0"/>
                  </a:moveTo>
                  <a:lnTo>
                    <a:pt x="0" y="4259"/>
                  </a:lnTo>
                  <a:lnTo>
                    <a:pt x="0" y="14030"/>
                  </a:lnTo>
                  <a:lnTo>
                    <a:pt x="2534" y="16564"/>
                  </a:lnTo>
                  <a:lnTo>
                    <a:pt x="4259" y="16564"/>
                  </a:lnTo>
                  <a:lnTo>
                    <a:pt x="5985" y="18289"/>
                  </a:lnTo>
                  <a:lnTo>
                    <a:pt x="10579" y="18289"/>
                  </a:lnTo>
                  <a:lnTo>
                    <a:pt x="12304" y="16564"/>
                  </a:lnTo>
                  <a:lnTo>
                    <a:pt x="14030" y="16564"/>
                  </a:lnTo>
                  <a:lnTo>
                    <a:pt x="16564" y="14030"/>
                  </a:lnTo>
                  <a:lnTo>
                    <a:pt x="16564" y="4259"/>
                  </a:lnTo>
                  <a:lnTo>
                    <a:pt x="12304" y="0"/>
                  </a:lnTo>
                  <a:lnTo>
                    <a:pt x="4259" y="0"/>
                  </a:lnTo>
                  <a:close/>
                </a:path>
              </a:pathLst>
            </a:custGeom>
            <a:solidFill>
              <a:srgbClr val="7A00C1"/>
            </a:solidFill>
            <a:ln>
              <a:noFill/>
            </a:ln>
          </p:spPr>
        </p:sp>
        <p:sp>
          <p:nvSpPr>
            <p:cNvPr id="20390" name="Graph element 869"/>
            <p:cNvSpPr/>
            <p:nvPr/>
          </p:nvSpPr>
          <p:spPr>
            <a:xfrm>
              <a:off x="661174" y="431696"/>
              <a:ext cx="18289" cy="18289"/>
            </a:xfrm>
            <a:custGeom>
              <a:avLst/>
              <a:gdLst/>
              <a:ahLst/>
              <a:cxnLst/>
              <a:rect l="0" t="0" r="r" b="b"/>
              <a:pathLst>
                <a:path w="18289" h="18289" stroke="0" extrusionOk="0">
                  <a:moveTo>
                    <a:pt x="7710" y="0"/>
                  </a:moveTo>
                  <a:lnTo>
                    <a:pt x="5985" y="1725"/>
                  </a:lnTo>
                  <a:lnTo>
                    <a:pt x="4259" y="1725"/>
                  </a:lnTo>
                  <a:lnTo>
                    <a:pt x="0" y="5985"/>
                  </a:lnTo>
                  <a:lnTo>
                    <a:pt x="0" y="12304"/>
                  </a:lnTo>
                  <a:lnTo>
                    <a:pt x="5985" y="18289"/>
                  </a:lnTo>
                  <a:lnTo>
                    <a:pt x="12304" y="18289"/>
                  </a:lnTo>
                  <a:lnTo>
                    <a:pt x="18289" y="12304"/>
                  </a:lnTo>
                  <a:lnTo>
                    <a:pt x="18289" y="7710"/>
                  </a:lnTo>
                  <a:lnTo>
                    <a:pt x="16564" y="5985"/>
                  </a:lnTo>
                  <a:lnTo>
                    <a:pt x="16564" y="4259"/>
                  </a:lnTo>
                  <a:lnTo>
                    <a:pt x="14030" y="1725"/>
                  </a:lnTo>
                  <a:lnTo>
                    <a:pt x="12304" y="1725"/>
                  </a:lnTo>
                  <a:lnTo>
                    <a:pt x="10579" y="0"/>
                  </a:lnTo>
                  <a:lnTo>
                    <a:pt x="7710" y="0"/>
                  </a:lnTo>
                  <a:close/>
                </a:path>
              </a:pathLst>
            </a:custGeom>
            <a:solidFill>
              <a:srgbClr val="7A00C1"/>
            </a:solidFill>
            <a:ln>
              <a:noFill/>
            </a:ln>
          </p:spPr>
        </p:sp>
        <p:sp>
          <p:nvSpPr>
            <p:cNvPr id="20391" name="Graph element 870"/>
            <p:cNvSpPr/>
            <p:nvPr/>
          </p:nvSpPr>
          <p:spPr>
            <a:xfrm>
              <a:off x="1761981" y="1202951"/>
              <a:ext cx="51072" cy="21740"/>
            </a:xfrm>
            <a:custGeom>
              <a:avLst/>
              <a:gdLst/>
              <a:ahLst/>
              <a:cxnLst/>
              <a:rect l="0" t="0" r="r" b="b"/>
              <a:pathLst>
                <a:path w="51072" h="21740" stroke="0" extrusionOk="0">
                  <a:moveTo>
                    <a:pt x="0" y="0"/>
                  </a:moveTo>
                  <a:lnTo>
                    <a:pt x="0" y="21740"/>
                  </a:lnTo>
                  <a:lnTo>
                    <a:pt x="51072" y="21740"/>
                  </a:lnTo>
                  <a:lnTo>
                    <a:pt x="5107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F015A"/>
            </a:solidFill>
            <a:ln>
              <a:noFill/>
            </a:ln>
          </p:spPr>
        </p:sp>
        <p:sp>
          <p:nvSpPr>
            <p:cNvPr id="20392" name="Graph element 871"/>
            <p:cNvSpPr/>
            <p:nvPr/>
          </p:nvSpPr>
          <p:spPr>
            <a:xfrm>
              <a:off x="1627400" y="1024889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DF015A"/>
            </a:solidFill>
            <a:ln>
              <a:noFill/>
            </a:ln>
          </p:spPr>
        </p:sp>
        <p:sp>
          <p:nvSpPr>
            <p:cNvPr id="20393" name="Graph element 872"/>
            <p:cNvSpPr/>
            <p:nvPr/>
          </p:nvSpPr>
          <p:spPr>
            <a:xfrm>
              <a:off x="954897" y="1375895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E6034B"/>
            </a:solidFill>
            <a:ln>
              <a:noFill/>
            </a:ln>
          </p:spPr>
        </p:sp>
        <p:sp>
          <p:nvSpPr>
            <p:cNvPr id="20394" name="Graph element 873"/>
            <p:cNvSpPr/>
            <p:nvPr/>
          </p:nvSpPr>
          <p:spPr>
            <a:xfrm>
              <a:off x="1761981" y="1223655"/>
              <a:ext cx="51072" cy="13113"/>
            </a:xfrm>
            <a:custGeom>
              <a:avLst/>
              <a:gdLst/>
              <a:ahLst/>
              <a:cxnLst/>
              <a:rect l="0" t="0" r="r" b="b"/>
              <a:pathLst>
                <a:path w="51072" h="13113" stroke="0" extrusionOk="0">
                  <a:moveTo>
                    <a:pt x="0" y="0"/>
                  </a:moveTo>
                  <a:lnTo>
                    <a:pt x="0" y="13113"/>
                  </a:lnTo>
                  <a:lnTo>
                    <a:pt x="51072" y="13113"/>
                  </a:lnTo>
                  <a:lnTo>
                    <a:pt x="5107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034B"/>
            </a:solidFill>
            <a:ln>
              <a:noFill/>
            </a:ln>
          </p:spPr>
        </p:sp>
        <p:sp>
          <p:nvSpPr>
            <p:cNvPr id="20395" name="Graph element 874"/>
            <p:cNvSpPr/>
            <p:nvPr/>
          </p:nvSpPr>
          <p:spPr>
            <a:xfrm>
              <a:off x="81094" y="1042488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E6034B"/>
            </a:solidFill>
            <a:ln>
              <a:noFill/>
            </a:ln>
          </p:spPr>
        </p:sp>
        <p:sp>
          <p:nvSpPr>
            <p:cNvPr id="20396" name="Graph element 875"/>
            <p:cNvSpPr/>
            <p:nvPr/>
          </p:nvSpPr>
          <p:spPr>
            <a:xfrm>
              <a:off x="1653281" y="1016262"/>
              <a:ext cx="2761" cy="3451"/>
            </a:xfrm>
            <a:custGeom>
              <a:avLst/>
              <a:gdLst/>
              <a:ahLst/>
              <a:cxnLst/>
              <a:rect l="0" t="0" r="r" b="b"/>
              <a:pathLst>
                <a:path w="2761" h="3451" stroke="0" extrusionOk="0">
                  <a:moveTo>
                    <a:pt x="0" y="3451"/>
                  </a:moveTo>
                  <a:lnTo>
                    <a:pt x="2761" y="3451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3451"/>
                  </a:lnTo>
                  <a:close/>
                </a:path>
              </a:pathLst>
            </a:custGeom>
            <a:solidFill>
              <a:srgbClr val="E6034B"/>
            </a:solidFill>
            <a:ln>
              <a:noFill/>
            </a:ln>
          </p:spPr>
        </p:sp>
        <p:sp>
          <p:nvSpPr>
            <p:cNvPr id="20397" name="Graph element 876"/>
            <p:cNvSpPr/>
            <p:nvPr/>
          </p:nvSpPr>
          <p:spPr>
            <a:xfrm>
              <a:off x="1623377" y="1015286"/>
              <a:ext cx="4654" cy="5403"/>
            </a:xfrm>
            <a:custGeom>
              <a:avLst/>
              <a:gdLst/>
              <a:ahLst/>
              <a:cxnLst/>
              <a:rect l="0" t="0" r="r" b="b"/>
              <a:pathLst>
                <a:path w="4654" h="5403" stroke="0" extrusionOk="0">
                  <a:moveTo>
                    <a:pt x="0" y="2701"/>
                  </a:moveTo>
                  <a:lnTo>
                    <a:pt x="2701" y="5403"/>
                  </a:lnTo>
                  <a:lnTo>
                    <a:pt x="4654" y="3451"/>
                  </a:lnTo>
                  <a:lnTo>
                    <a:pt x="3904" y="2701"/>
                  </a:lnTo>
                  <a:lnTo>
                    <a:pt x="4654" y="1952"/>
                  </a:lnTo>
                  <a:lnTo>
                    <a:pt x="2701" y="0"/>
                  </a:lnTo>
                  <a:lnTo>
                    <a:pt x="0" y="2701"/>
                  </a:lnTo>
                  <a:close/>
                </a:path>
              </a:pathLst>
            </a:custGeom>
            <a:solidFill>
              <a:srgbClr val="E6034B"/>
            </a:solidFill>
            <a:ln>
              <a:noFill/>
            </a:ln>
          </p:spPr>
        </p:sp>
        <p:sp>
          <p:nvSpPr>
            <p:cNvPr id="20398" name="Graph element 877"/>
            <p:cNvSpPr/>
            <p:nvPr/>
          </p:nvSpPr>
          <p:spPr>
            <a:xfrm>
              <a:off x="1625674" y="1009360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E6034B"/>
            </a:solidFill>
            <a:ln>
              <a:noFill/>
            </a:ln>
          </p:spPr>
        </p:sp>
        <p:sp>
          <p:nvSpPr>
            <p:cNvPr id="20399" name="Graph element 878"/>
            <p:cNvSpPr/>
            <p:nvPr/>
          </p:nvSpPr>
          <p:spPr>
            <a:xfrm>
              <a:off x="1648509" y="1004934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E6034B"/>
            </a:solidFill>
            <a:ln>
              <a:noFill/>
            </a:ln>
          </p:spPr>
        </p:sp>
        <p:sp>
          <p:nvSpPr>
            <p:cNvPr id="20400" name="Graph element 879"/>
            <p:cNvSpPr/>
            <p:nvPr/>
          </p:nvSpPr>
          <p:spPr>
            <a:xfrm>
              <a:off x="1637407" y="1001078"/>
              <a:ext cx="3451" cy="2761"/>
            </a:xfrm>
            <a:custGeom>
              <a:avLst/>
              <a:gdLst/>
              <a:ahLst/>
              <a:cxnLst/>
              <a:rect l="0" t="0" r="r" b="b"/>
              <a:pathLst>
                <a:path w="3451" h="2761" stroke="0" extrusionOk="0">
                  <a:moveTo>
                    <a:pt x="3451" y="2761"/>
                  </a:moveTo>
                  <a:lnTo>
                    <a:pt x="3451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3451" y="2761"/>
                  </a:lnTo>
                  <a:close/>
                </a:path>
              </a:pathLst>
            </a:custGeom>
            <a:solidFill>
              <a:srgbClr val="E6034B"/>
            </a:solidFill>
            <a:ln>
              <a:noFill/>
            </a:ln>
          </p:spPr>
        </p:sp>
        <p:sp>
          <p:nvSpPr>
            <p:cNvPr id="20401" name="Graph element 880"/>
            <p:cNvSpPr/>
            <p:nvPr/>
          </p:nvSpPr>
          <p:spPr>
            <a:xfrm>
              <a:off x="889332" y="920389"/>
              <a:ext cx="4427" cy="4082"/>
            </a:xfrm>
            <a:custGeom>
              <a:avLst/>
              <a:gdLst/>
              <a:ahLst/>
              <a:cxnLst/>
              <a:rect l="0" t="0" r="r" b="b"/>
              <a:pathLst>
                <a:path w="4427" h="4082" stroke="0" extrusionOk="0">
                  <a:moveTo>
                    <a:pt x="2130" y="4082"/>
                  </a:moveTo>
                  <a:lnTo>
                    <a:pt x="4427" y="4082"/>
                  </a:lnTo>
                  <a:lnTo>
                    <a:pt x="4427" y="1321"/>
                  </a:lnTo>
                  <a:lnTo>
                    <a:pt x="3273" y="1321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2130" y="4082"/>
                  </a:lnTo>
                  <a:close/>
                </a:path>
              </a:pathLst>
            </a:custGeom>
            <a:solidFill>
              <a:srgbClr val="E6034B"/>
            </a:solidFill>
            <a:ln>
              <a:noFill/>
            </a:ln>
          </p:spPr>
        </p:sp>
        <p:sp>
          <p:nvSpPr>
            <p:cNvPr id="20402" name="Graph element 881"/>
            <p:cNvSpPr/>
            <p:nvPr/>
          </p:nvSpPr>
          <p:spPr>
            <a:xfrm>
              <a:off x="488634" y="305396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E6034B"/>
            </a:solidFill>
            <a:ln>
              <a:noFill/>
            </a:ln>
          </p:spPr>
        </p:sp>
        <p:sp>
          <p:nvSpPr>
            <p:cNvPr id="20403" name="Graph element 882"/>
            <p:cNvSpPr/>
            <p:nvPr/>
          </p:nvSpPr>
          <p:spPr>
            <a:xfrm>
              <a:off x="1247466" y="110771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E6034B"/>
            </a:solidFill>
            <a:ln>
              <a:noFill/>
            </a:ln>
          </p:spPr>
        </p:sp>
        <p:sp>
          <p:nvSpPr>
            <p:cNvPr id="20404" name="Graph element 883"/>
            <p:cNvSpPr/>
            <p:nvPr/>
          </p:nvSpPr>
          <p:spPr>
            <a:xfrm>
              <a:off x="1261614" y="94897"/>
              <a:ext cx="2761" cy="3451"/>
            </a:xfrm>
            <a:custGeom>
              <a:avLst/>
              <a:gdLst/>
              <a:ahLst/>
              <a:cxnLst/>
              <a:rect l="0" t="0" r="r" b="b"/>
              <a:pathLst>
                <a:path w="2761" h="3451" stroke="0" extrusionOk="0">
                  <a:moveTo>
                    <a:pt x="0" y="3451"/>
                  </a:moveTo>
                  <a:lnTo>
                    <a:pt x="2761" y="3451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3451"/>
                  </a:lnTo>
                  <a:close/>
                </a:path>
              </a:pathLst>
            </a:custGeom>
            <a:solidFill>
              <a:srgbClr val="E6034B"/>
            </a:solidFill>
            <a:ln>
              <a:noFill/>
            </a:ln>
          </p:spPr>
        </p:sp>
        <p:sp>
          <p:nvSpPr>
            <p:cNvPr id="20405" name="Graph element 884"/>
            <p:cNvSpPr/>
            <p:nvPr/>
          </p:nvSpPr>
          <p:spPr>
            <a:xfrm>
              <a:off x="1232282" y="91446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E6034B"/>
            </a:solidFill>
            <a:ln>
              <a:noFill/>
            </a:ln>
          </p:spPr>
        </p:sp>
        <p:sp>
          <p:nvSpPr>
            <p:cNvPr id="20406" name="Graph element 885"/>
            <p:cNvSpPr/>
            <p:nvPr/>
          </p:nvSpPr>
          <p:spPr>
            <a:xfrm>
              <a:off x="1761981" y="1235733"/>
              <a:ext cx="51072" cy="18289"/>
            </a:xfrm>
            <a:custGeom>
              <a:avLst/>
              <a:gdLst/>
              <a:ahLst/>
              <a:cxnLst/>
              <a:rect l="0" t="0" r="r" b="b"/>
              <a:pathLst>
                <a:path w="51072" h="18289" stroke="0" extrusionOk="0">
                  <a:moveTo>
                    <a:pt x="12886" y="0"/>
                  </a:moveTo>
                  <a:lnTo>
                    <a:pt x="11161" y="1725"/>
                  </a:lnTo>
                  <a:lnTo>
                    <a:pt x="0" y="1725"/>
                  </a:lnTo>
                  <a:lnTo>
                    <a:pt x="0" y="18289"/>
                  </a:lnTo>
                  <a:lnTo>
                    <a:pt x="51072" y="18289"/>
                  </a:lnTo>
                  <a:lnTo>
                    <a:pt x="51072" y="1725"/>
                  </a:lnTo>
                  <a:lnTo>
                    <a:pt x="41636" y="1725"/>
                  </a:lnTo>
                  <a:lnTo>
                    <a:pt x="39911" y="0"/>
                  </a:lnTo>
                  <a:lnTo>
                    <a:pt x="12886" y="0"/>
                  </a:lnTo>
                  <a:close/>
                </a:path>
              </a:pathLst>
            </a:custGeom>
            <a:solidFill>
              <a:srgbClr val="ED0043"/>
            </a:solidFill>
            <a:ln>
              <a:noFill/>
            </a:ln>
          </p:spPr>
        </p:sp>
        <p:sp>
          <p:nvSpPr>
            <p:cNvPr id="20407" name="Graph element 886"/>
            <p:cNvSpPr/>
            <p:nvPr/>
          </p:nvSpPr>
          <p:spPr>
            <a:xfrm>
              <a:off x="1232282" y="84890"/>
              <a:ext cx="30367" cy="26916"/>
            </a:xfrm>
            <a:custGeom>
              <a:avLst/>
              <a:gdLst/>
              <a:ahLst/>
              <a:cxnLst/>
              <a:rect l="0" t="0" r="r" b="b"/>
              <a:pathLst>
                <a:path w="30367" h="26916" stroke="0" extrusionOk="0">
                  <a:moveTo>
                    <a:pt x="9436" y="0"/>
                  </a:moveTo>
                  <a:lnTo>
                    <a:pt x="7710" y="1725"/>
                  </a:lnTo>
                  <a:lnTo>
                    <a:pt x="5985" y="1725"/>
                  </a:lnTo>
                  <a:lnTo>
                    <a:pt x="4259" y="3451"/>
                  </a:lnTo>
                  <a:lnTo>
                    <a:pt x="1725" y="3451"/>
                  </a:lnTo>
                  <a:lnTo>
                    <a:pt x="1725" y="7710"/>
                  </a:lnTo>
                  <a:lnTo>
                    <a:pt x="0" y="9436"/>
                  </a:lnTo>
                  <a:lnTo>
                    <a:pt x="0" y="15755"/>
                  </a:lnTo>
                  <a:lnTo>
                    <a:pt x="1725" y="17481"/>
                  </a:lnTo>
                  <a:lnTo>
                    <a:pt x="1725" y="19206"/>
                  </a:lnTo>
                  <a:lnTo>
                    <a:pt x="3451" y="20931"/>
                  </a:lnTo>
                  <a:lnTo>
                    <a:pt x="3451" y="23465"/>
                  </a:lnTo>
                  <a:lnTo>
                    <a:pt x="5985" y="23465"/>
                  </a:lnTo>
                  <a:lnTo>
                    <a:pt x="9436" y="26916"/>
                  </a:lnTo>
                  <a:lnTo>
                    <a:pt x="20931" y="26916"/>
                  </a:lnTo>
                  <a:lnTo>
                    <a:pt x="22657" y="25191"/>
                  </a:lnTo>
                  <a:lnTo>
                    <a:pt x="24382" y="25191"/>
                  </a:lnTo>
                  <a:lnTo>
                    <a:pt x="28642" y="20931"/>
                  </a:lnTo>
                  <a:lnTo>
                    <a:pt x="28642" y="19206"/>
                  </a:lnTo>
                  <a:lnTo>
                    <a:pt x="30367" y="17481"/>
                  </a:lnTo>
                  <a:lnTo>
                    <a:pt x="30367" y="5985"/>
                  </a:lnTo>
                  <a:lnTo>
                    <a:pt x="28642" y="4259"/>
                  </a:lnTo>
                  <a:lnTo>
                    <a:pt x="28642" y="2534"/>
                  </a:lnTo>
                  <a:lnTo>
                    <a:pt x="26108" y="0"/>
                  </a:lnTo>
                  <a:lnTo>
                    <a:pt x="19788" y="0"/>
                  </a:lnTo>
                  <a:lnTo>
                    <a:pt x="18063" y="1725"/>
                  </a:lnTo>
                  <a:lnTo>
                    <a:pt x="15755" y="1725"/>
                  </a:lnTo>
                  <a:lnTo>
                    <a:pt x="14030" y="0"/>
                  </a:lnTo>
                  <a:lnTo>
                    <a:pt x="9436" y="0"/>
                  </a:lnTo>
                  <a:close/>
                </a:path>
              </a:pathLst>
            </a:custGeom>
            <a:solidFill>
              <a:srgbClr val="ED0043"/>
            </a:solidFill>
            <a:ln>
              <a:noFill/>
            </a:ln>
          </p:spPr>
        </p:sp>
        <p:sp>
          <p:nvSpPr>
            <p:cNvPr id="20408" name="Graph element 887"/>
            <p:cNvSpPr/>
            <p:nvPr/>
          </p:nvSpPr>
          <p:spPr>
            <a:xfrm>
              <a:off x="930337" y="1392400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F70027"/>
            </a:solidFill>
            <a:ln>
              <a:noFill/>
            </a:ln>
          </p:spPr>
        </p:sp>
        <p:sp>
          <p:nvSpPr>
            <p:cNvPr id="20409" name="Graph element 888"/>
            <p:cNvSpPr/>
            <p:nvPr/>
          </p:nvSpPr>
          <p:spPr>
            <a:xfrm>
              <a:off x="959669" y="1387224"/>
              <a:ext cx="2761" cy="3451"/>
            </a:xfrm>
            <a:custGeom>
              <a:avLst/>
              <a:gdLst/>
              <a:ahLst/>
              <a:cxnLst/>
              <a:rect l="0" t="0" r="r" b="b"/>
              <a:pathLst>
                <a:path w="2761" h="3451" stroke="0" extrusionOk="0">
                  <a:moveTo>
                    <a:pt x="0" y="3451"/>
                  </a:moveTo>
                  <a:lnTo>
                    <a:pt x="2761" y="3451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3451"/>
                  </a:lnTo>
                  <a:close/>
                </a:path>
              </a:pathLst>
            </a:custGeom>
            <a:solidFill>
              <a:srgbClr val="F70027"/>
            </a:solidFill>
            <a:ln>
              <a:noFill/>
            </a:ln>
          </p:spPr>
        </p:sp>
        <p:sp>
          <p:nvSpPr>
            <p:cNvPr id="20410" name="Graph element 889"/>
            <p:cNvSpPr/>
            <p:nvPr/>
          </p:nvSpPr>
          <p:spPr>
            <a:xfrm>
              <a:off x="1206401" y="1259889"/>
              <a:ext cx="32092" cy="30367"/>
            </a:xfrm>
            <a:custGeom>
              <a:avLst/>
              <a:gdLst/>
              <a:ahLst/>
              <a:cxnLst/>
              <a:rect l="0" t="0" r="r" b="b"/>
              <a:pathLst>
                <a:path w="32092" h="30367" stroke="0" extrusionOk="0">
                  <a:moveTo>
                    <a:pt x="9436" y="0"/>
                  </a:moveTo>
                  <a:lnTo>
                    <a:pt x="5985" y="3451"/>
                  </a:lnTo>
                  <a:lnTo>
                    <a:pt x="3451" y="3451"/>
                  </a:lnTo>
                  <a:lnTo>
                    <a:pt x="3451" y="5985"/>
                  </a:lnTo>
                  <a:lnTo>
                    <a:pt x="1725" y="7710"/>
                  </a:lnTo>
                  <a:lnTo>
                    <a:pt x="1725" y="9436"/>
                  </a:lnTo>
                  <a:lnTo>
                    <a:pt x="0" y="11161"/>
                  </a:lnTo>
                  <a:lnTo>
                    <a:pt x="0" y="19206"/>
                  </a:lnTo>
                  <a:lnTo>
                    <a:pt x="1725" y="20931"/>
                  </a:lnTo>
                  <a:lnTo>
                    <a:pt x="1725" y="22657"/>
                  </a:lnTo>
                  <a:lnTo>
                    <a:pt x="3451" y="24382"/>
                  </a:lnTo>
                  <a:lnTo>
                    <a:pt x="3451" y="26916"/>
                  </a:lnTo>
                  <a:lnTo>
                    <a:pt x="5985" y="26916"/>
                  </a:lnTo>
                  <a:lnTo>
                    <a:pt x="9436" y="30367"/>
                  </a:lnTo>
                  <a:lnTo>
                    <a:pt x="13113" y="30367"/>
                  </a:lnTo>
                  <a:lnTo>
                    <a:pt x="13113" y="27833"/>
                  </a:lnTo>
                  <a:lnTo>
                    <a:pt x="15755" y="25191"/>
                  </a:lnTo>
                  <a:lnTo>
                    <a:pt x="19788" y="25191"/>
                  </a:lnTo>
                  <a:lnTo>
                    <a:pt x="23811" y="29213"/>
                  </a:lnTo>
                  <a:lnTo>
                    <a:pt x="30367" y="22657"/>
                  </a:lnTo>
                  <a:lnTo>
                    <a:pt x="30367" y="19206"/>
                  </a:lnTo>
                  <a:lnTo>
                    <a:pt x="32092" y="17481"/>
                  </a:lnTo>
                  <a:lnTo>
                    <a:pt x="32092" y="12886"/>
                  </a:lnTo>
                  <a:lnTo>
                    <a:pt x="30367" y="11161"/>
                  </a:lnTo>
                  <a:lnTo>
                    <a:pt x="30367" y="7710"/>
                  </a:lnTo>
                  <a:lnTo>
                    <a:pt x="22657" y="0"/>
                  </a:lnTo>
                  <a:lnTo>
                    <a:pt x="9436" y="0"/>
                  </a:lnTo>
                  <a:close/>
                </a:path>
              </a:pathLst>
            </a:custGeom>
            <a:solidFill>
              <a:srgbClr val="F70027"/>
            </a:solidFill>
            <a:ln>
              <a:noFill/>
            </a:ln>
          </p:spPr>
        </p:sp>
        <p:sp>
          <p:nvSpPr>
            <p:cNvPr id="20411" name="Graph element 890"/>
            <p:cNvSpPr/>
            <p:nvPr/>
          </p:nvSpPr>
          <p:spPr>
            <a:xfrm>
              <a:off x="1761981" y="1252987"/>
              <a:ext cx="51072" cy="23465"/>
            </a:xfrm>
            <a:custGeom>
              <a:avLst/>
              <a:gdLst/>
              <a:ahLst/>
              <a:cxnLst/>
              <a:rect l="0" t="0" r="r" b="b"/>
              <a:pathLst>
                <a:path w="51072" h="23465" stroke="0" extrusionOk="0">
                  <a:moveTo>
                    <a:pt x="0" y="0"/>
                  </a:moveTo>
                  <a:lnTo>
                    <a:pt x="0" y="23465"/>
                  </a:lnTo>
                  <a:lnTo>
                    <a:pt x="51072" y="23465"/>
                  </a:lnTo>
                  <a:lnTo>
                    <a:pt x="5107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0027"/>
            </a:solidFill>
            <a:ln>
              <a:noFill/>
            </a:ln>
          </p:spPr>
        </p:sp>
        <p:sp>
          <p:nvSpPr>
            <p:cNvPr id="20412" name="Graph element 891"/>
            <p:cNvSpPr/>
            <p:nvPr/>
          </p:nvSpPr>
          <p:spPr>
            <a:xfrm>
              <a:off x="92196" y="1060146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F70027"/>
            </a:solidFill>
            <a:ln>
              <a:noFill/>
            </a:ln>
          </p:spPr>
        </p:sp>
        <p:sp>
          <p:nvSpPr>
            <p:cNvPr id="20413" name="Graph element 892"/>
            <p:cNvSpPr/>
            <p:nvPr/>
          </p:nvSpPr>
          <p:spPr>
            <a:xfrm>
              <a:off x="1625102" y="1002804"/>
              <a:ext cx="29213" cy="30367"/>
            </a:xfrm>
            <a:custGeom>
              <a:avLst/>
              <a:gdLst/>
              <a:ahLst/>
              <a:cxnLst/>
              <a:rect l="0" t="0" r="r" b="b"/>
              <a:pathLst>
                <a:path w="29213" h="30367" stroke="0" extrusionOk="0">
                  <a:moveTo>
                    <a:pt x="8282" y="0"/>
                  </a:moveTo>
                  <a:lnTo>
                    <a:pt x="6557" y="1725"/>
                  </a:lnTo>
                  <a:lnTo>
                    <a:pt x="4831" y="1725"/>
                  </a:lnTo>
                  <a:lnTo>
                    <a:pt x="2297" y="4259"/>
                  </a:lnTo>
                  <a:lnTo>
                    <a:pt x="2297" y="12886"/>
                  </a:lnTo>
                  <a:lnTo>
                    <a:pt x="0" y="15184"/>
                  </a:lnTo>
                  <a:lnTo>
                    <a:pt x="2297" y="17481"/>
                  </a:lnTo>
                  <a:lnTo>
                    <a:pt x="2297" y="19206"/>
                  </a:lnTo>
                  <a:lnTo>
                    <a:pt x="4023" y="20931"/>
                  </a:lnTo>
                  <a:lnTo>
                    <a:pt x="4023" y="26108"/>
                  </a:lnTo>
                  <a:lnTo>
                    <a:pt x="6557" y="28642"/>
                  </a:lnTo>
                  <a:lnTo>
                    <a:pt x="10007" y="28642"/>
                  </a:lnTo>
                  <a:lnTo>
                    <a:pt x="11733" y="30367"/>
                  </a:lnTo>
                  <a:lnTo>
                    <a:pt x="18052" y="30367"/>
                  </a:lnTo>
                  <a:lnTo>
                    <a:pt x="19778" y="28642"/>
                  </a:lnTo>
                  <a:lnTo>
                    <a:pt x="21503" y="28642"/>
                  </a:lnTo>
                  <a:lnTo>
                    <a:pt x="23229" y="26916"/>
                  </a:lnTo>
                  <a:lnTo>
                    <a:pt x="24954" y="26916"/>
                  </a:lnTo>
                  <a:lnTo>
                    <a:pt x="27488" y="24382"/>
                  </a:lnTo>
                  <a:lnTo>
                    <a:pt x="27488" y="22657"/>
                  </a:lnTo>
                  <a:lnTo>
                    <a:pt x="29213" y="20931"/>
                  </a:lnTo>
                  <a:lnTo>
                    <a:pt x="29213" y="7710"/>
                  </a:lnTo>
                  <a:lnTo>
                    <a:pt x="21503" y="0"/>
                  </a:lnTo>
                  <a:lnTo>
                    <a:pt x="8282" y="0"/>
                  </a:lnTo>
                  <a:close/>
                </a:path>
              </a:pathLst>
            </a:custGeom>
            <a:solidFill>
              <a:srgbClr val="F70027"/>
            </a:solidFill>
            <a:ln>
              <a:noFill/>
            </a:ln>
          </p:spPr>
        </p:sp>
        <p:sp>
          <p:nvSpPr>
            <p:cNvPr id="20414" name="Graph element 893"/>
            <p:cNvSpPr/>
            <p:nvPr/>
          </p:nvSpPr>
          <p:spPr>
            <a:xfrm>
              <a:off x="903135" y="927290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F70027"/>
            </a:solidFill>
            <a:ln>
              <a:noFill/>
            </a:ln>
          </p:spPr>
        </p:sp>
        <p:sp>
          <p:nvSpPr>
            <p:cNvPr id="20415" name="Graph element 894"/>
            <p:cNvSpPr/>
            <p:nvPr/>
          </p:nvSpPr>
          <p:spPr>
            <a:xfrm>
              <a:off x="479662" y="312643"/>
              <a:ext cx="3451" cy="2761"/>
            </a:xfrm>
            <a:custGeom>
              <a:avLst/>
              <a:gdLst/>
              <a:ahLst/>
              <a:cxnLst/>
              <a:rect l="0" t="0" r="r" b="b"/>
              <a:pathLst>
                <a:path w="3451" h="2761" stroke="0" extrusionOk="0">
                  <a:moveTo>
                    <a:pt x="3451" y="2761"/>
                  </a:moveTo>
                  <a:lnTo>
                    <a:pt x="3451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3451" y="2761"/>
                  </a:lnTo>
                  <a:close/>
                </a:path>
              </a:pathLst>
            </a:custGeom>
            <a:solidFill>
              <a:srgbClr val="F70027"/>
            </a:solidFill>
            <a:ln>
              <a:noFill/>
            </a:ln>
          </p:spPr>
        </p:sp>
        <p:sp>
          <p:nvSpPr>
            <p:cNvPr id="20416" name="Graph element 895"/>
            <p:cNvSpPr/>
            <p:nvPr/>
          </p:nvSpPr>
          <p:spPr>
            <a:xfrm>
              <a:off x="485587" y="309596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F70027"/>
            </a:solidFill>
            <a:ln>
              <a:noFill/>
            </a:ln>
          </p:spPr>
        </p:sp>
        <p:sp>
          <p:nvSpPr>
            <p:cNvPr id="20417" name="Graph element 896"/>
            <p:cNvSpPr/>
            <p:nvPr/>
          </p:nvSpPr>
          <p:spPr>
            <a:xfrm>
              <a:off x="473510" y="309596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F70027"/>
            </a:solidFill>
            <a:ln>
              <a:noFill/>
            </a:ln>
          </p:spPr>
        </p:sp>
        <p:sp>
          <p:nvSpPr>
            <p:cNvPr id="20418" name="Graph element 897"/>
            <p:cNvSpPr/>
            <p:nvPr/>
          </p:nvSpPr>
          <p:spPr>
            <a:xfrm>
              <a:off x="1162921" y="1534228"/>
              <a:ext cx="3451" cy="2761"/>
            </a:xfrm>
            <a:custGeom>
              <a:avLst/>
              <a:gdLst/>
              <a:ahLst/>
              <a:cxnLst/>
              <a:rect l="0" t="0" r="r" b="b"/>
              <a:pathLst>
                <a:path w="3451" h="2761" stroke="0" extrusionOk="0">
                  <a:moveTo>
                    <a:pt x="3451" y="2761"/>
                  </a:moveTo>
                  <a:lnTo>
                    <a:pt x="3451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3451" y="2761"/>
                  </a:lnTo>
                  <a:close/>
                </a:path>
              </a:pathLst>
            </a:custGeom>
            <a:solidFill>
              <a:srgbClr val="FC000E"/>
            </a:solidFill>
            <a:ln>
              <a:noFill/>
            </a:ln>
          </p:spPr>
        </p:sp>
        <p:sp>
          <p:nvSpPr>
            <p:cNvPr id="20419" name="Graph element 898"/>
            <p:cNvSpPr/>
            <p:nvPr/>
          </p:nvSpPr>
          <p:spPr>
            <a:xfrm>
              <a:off x="1170572" y="1531181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FC000E"/>
            </a:solidFill>
            <a:ln>
              <a:noFill/>
            </a:ln>
          </p:spPr>
        </p:sp>
        <p:sp>
          <p:nvSpPr>
            <p:cNvPr id="20420" name="Graph element 899"/>
            <p:cNvSpPr/>
            <p:nvPr/>
          </p:nvSpPr>
          <p:spPr>
            <a:xfrm>
              <a:off x="1175748" y="1525256"/>
              <a:ext cx="4082" cy="4427"/>
            </a:xfrm>
            <a:custGeom>
              <a:avLst/>
              <a:gdLst/>
              <a:ahLst/>
              <a:cxnLst/>
              <a:rect l="0" t="0" r="r" b="b"/>
              <a:pathLst>
                <a:path w="4082" h="4427" stroke="0" extrusionOk="0">
                  <a:moveTo>
                    <a:pt x="0" y="2475"/>
                  </a:moveTo>
                  <a:lnTo>
                    <a:pt x="1952" y="4427"/>
                  </a:lnTo>
                  <a:lnTo>
                    <a:pt x="4082" y="2297"/>
                  </a:lnTo>
                  <a:lnTo>
                    <a:pt x="4082" y="0"/>
                  </a:lnTo>
                  <a:lnTo>
                    <a:pt x="1321" y="0"/>
                  </a:lnTo>
                  <a:lnTo>
                    <a:pt x="1321" y="1154"/>
                  </a:lnTo>
                  <a:lnTo>
                    <a:pt x="0" y="2475"/>
                  </a:lnTo>
                  <a:close/>
                </a:path>
              </a:pathLst>
            </a:custGeom>
            <a:solidFill>
              <a:srgbClr val="FC000E"/>
            </a:solidFill>
            <a:ln>
              <a:noFill/>
            </a:ln>
          </p:spPr>
        </p:sp>
        <p:sp>
          <p:nvSpPr>
            <p:cNvPr id="20421" name="Graph element 900"/>
            <p:cNvSpPr/>
            <p:nvPr/>
          </p:nvSpPr>
          <p:spPr>
            <a:xfrm>
              <a:off x="1147738" y="1518354"/>
              <a:ext cx="2761" cy="3451"/>
            </a:xfrm>
            <a:custGeom>
              <a:avLst/>
              <a:gdLst/>
              <a:ahLst/>
              <a:cxnLst/>
              <a:rect l="0" t="0" r="r" b="b"/>
              <a:pathLst>
                <a:path w="2761" h="3451" stroke="0" extrusionOk="0">
                  <a:moveTo>
                    <a:pt x="0" y="3451"/>
                  </a:moveTo>
                  <a:lnTo>
                    <a:pt x="2761" y="3451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3451"/>
                  </a:lnTo>
                  <a:close/>
                </a:path>
              </a:pathLst>
            </a:custGeom>
            <a:solidFill>
              <a:srgbClr val="FC000E"/>
            </a:solidFill>
            <a:ln>
              <a:noFill/>
            </a:ln>
          </p:spPr>
        </p:sp>
        <p:sp>
          <p:nvSpPr>
            <p:cNvPr id="20422" name="Graph element 901"/>
            <p:cNvSpPr/>
            <p:nvPr/>
          </p:nvSpPr>
          <p:spPr>
            <a:xfrm>
              <a:off x="1149867" y="1510476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FC000E"/>
            </a:solidFill>
            <a:ln>
              <a:noFill/>
            </a:ln>
          </p:spPr>
        </p:sp>
        <p:sp>
          <p:nvSpPr>
            <p:cNvPr id="20423" name="Graph element 902"/>
            <p:cNvSpPr/>
            <p:nvPr/>
          </p:nvSpPr>
          <p:spPr>
            <a:xfrm>
              <a:off x="1172298" y="1507026"/>
              <a:ext cx="5403" cy="5403"/>
            </a:xfrm>
            <a:custGeom>
              <a:avLst/>
              <a:gdLst/>
              <a:ahLst/>
              <a:cxnLst/>
              <a:rect l="0" t="0" r="r" b="b"/>
              <a:pathLst>
                <a:path w="5403" h="5403" stroke="0" extrusionOk="0">
                  <a:moveTo>
                    <a:pt x="3451" y="5403"/>
                  </a:moveTo>
                  <a:lnTo>
                    <a:pt x="5403" y="3451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3451" y="5403"/>
                  </a:lnTo>
                  <a:close/>
                </a:path>
              </a:pathLst>
            </a:custGeom>
            <a:solidFill>
              <a:srgbClr val="FC000E"/>
            </a:solidFill>
            <a:ln>
              <a:noFill/>
            </a:ln>
          </p:spPr>
        </p:sp>
        <p:sp>
          <p:nvSpPr>
            <p:cNvPr id="20424" name="Graph element 903"/>
            <p:cNvSpPr/>
            <p:nvPr/>
          </p:nvSpPr>
          <p:spPr>
            <a:xfrm>
              <a:off x="930337" y="1373765"/>
              <a:ext cx="30367" cy="30367"/>
            </a:xfrm>
            <a:custGeom>
              <a:avLst/>
              <a:gdLst/>
              <a:ahLst/>
              <a:cxnLst/>
              <a:rect l="0" t="0" r="r" b="b"/>
              <a:pathLst>
                <a:path w="30367" h="30367" stroke="0" extrusionOk="0">
                  <a:moveTo>
                    <a:pt x="16337" y="0"/>
                  </a:moveTo>
                  <a:lnTo>
                    <a:pt x="12886" y="3451"/>
                  </a:lnTo>
                  <a:lnTo>
                    <a:pt x="11161" y="3451"/>
                  </a:lnTo>
                  <a:lnTo>
                    <a:pt x="9436" y="5176"/>
                  </a:lnTo>
                  <a:lnTo>
                    <a:pt x="4259" y="5176"/>
                  </a:lnTo>
                  <a:lnTo>
                    <a:pt x="1725" y="7710"/>
                  </a:lnTo>
                  <a:lnTo>
                    <a:pt x="1725" y="9436"/>
                  </a:lnTo>
                  <a:lnTo>
                    <a:pt x="0" y="11161"/>
                  </a:lnTo>
                  <a:lnTo>
                    <a:pt x="0" y="17481"/>
                  </a:lnTo>
                  <a:lnTo>
                    <a:pt x="1725" y="19206"/>
                  </a:lnTo>
                  <a:lnTo>
                    <a:pt x="1725" y="22657"/>
                  </a:lnTo>
                  <a:lnTo>
                    <a:pt x="7710" y="28642"/>
                  </a:lnTo>
                  <a:lnTo>
                    <a:pt x="9436" y="28642"/>
                  </a:lnTo>
                  <a:lnTo>
                    <a:pt x="11161" y="30367"/>
                  </a:lnTo>
                  <a:lnTo>
                    <a:pt x="20931" y="30367"/>
                  </a:lnTo>
                  <a:lnTo>
                    <a:pt x="22657" y="28642"/>
                  </a:lnTo>
                  <a:lnTo>
                    <a:pt x="24382" y="28642"/>
                  </a:lnTo>
                  <a:lnTo>
                    <a:pt x="28642" y="24382"/>
                  </a:lnTo>
                  <a:lnTo>
                    <a:pt x="28642" y="22657"/>
                  </a:lnTo>
                  <a:lnTo>
                    <a:pt x="30367" y="20931"/>
                  </a:lnTo>
                  <a:lnTo>
                    <a:pt x="30367" y="7710"/>
                  </a:lnTo>
                  <a:lnTo>
                    <a:pt x="24382" y="1725"/>
                  </a:lnTo>
                  <a:lnTo>
                    <a:pt x="22657" y="1725"/>
                  </a:lnTo>
                  <a:lnTo>
                    <a:pt x="20931" y="0"/>
                  </a:lnTo>
                  <a:lnTo>
                    <a:pt x="16337" y="0"/>
                  </a:lnTo>
                  <a:close/>
                </a:path>
              </a:pathLst>
            </a:custGeom>
            <a:solidFill>
              <a:srgbClr val="FC000E"/>
            </a:solidFill>
            <a:ln>
              <a:noFill/>
            </a:ln>
          </p:spPr>
        </p:sp>
        <p:sp>
          <p:nvSpPr>
            <p:cNvPr id="20425" name="Graph element 904"/>
            <p:cNvSpPr/>
            <p:nvPr/>
          </p:nvSpPr>
          <p:spPr>
            <a:xfrm>
              <a:off x="1761981" y="1275417"/>
              <a:ext cx="51072" cy="9662"/>
            </a:xfrm>
            <a:custGeom>
              <a:avLst/>
              <a:gdLst/>
              <a:ahLst/>
              <a:cxnLst/>
              <a:rect l="0" t="0" r="r" b="b"/>
              <a:pathLst>
                <a:path w="51072" h="9662" stroke="0" extrusionOk="0">
                  <a:moveTo>
                    <a:pt x="0" y="0"/>
                  </a:moveTo>
                  <a:lnTo>
                    <a:pt x="0" y="9662"/>
                  </a:lnTo>
                  <a:lnTo>
                    <a:pt x="51072" y="9662"/>
                  </a:lnTo>
                  <a:lnTo>
                    <a:pt x="5107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C000E"/>
            </a:solidFill>
            <a:ln>
              <a:noFill/>
            </a:ln>
          </p:spPr>
        </p:sp>
        <p:sp>
          <p:nvSpPr>
            <p:cNvPr id="20426" name="Graph element 905"/>
            <p:cNvSpPr/>
            <p:nvPr/>
          </p:nvSpPr>
          <p:spPr>
            <a:xfrm>
              <a:off x="60734" y="1041916"/>
              <a:ext cx="37269" cy="39566"/>
            </a:xfrm>
            <a:custGeom>
              <a:avLst/>
              <a:gdLst/>
              <a:ahLst/>
              <a:cxnLst/>
              <a:rect l="0" t="0" r="r" b="b"/>
              <a:pathLst>
                <a:path w="37269" h="39566" stroke="0" extrusionOk="0">
                  <a:moveTo>
                    <a:pt x="18634" y="0"/>
                  </a:moveTo>
                  <a:lnTo>
                    <a:pt x="16337" y="2297"/>
                  </a:lnTo>
                  <a:lnTo>
                    <a:pt x="11161" y="2297"/>
                  </a:lnTo>
                  <a:lnTo>
                    <a:pt x="7710" y="5748"/>
                  </a:lnTo>
                  <a:lnTo>
                    <a:pt x="5176" y="5748"/>
                  </a:lnTo>
                  <a:lnTo>
                    <a:pt x="5176" y="8282"/>
                  </a:lnTo>
                  <a:lnTo>
                    <a:pt x="1725" y="11733"/>
                  </a:lnTo>
                  <a:lnTo>
                    <a:pt x="1725" y="13458"/>
                  </a:lnTo>
                  <a:lnTo>
                    <a:pt x="0" y="15184"/>
                  </a:lnTo>
                  <a:lnTo>
                    <a:pt x="0" y="24954"/>
                  </a:lnTo>
                  <a:lnTo>
                    <a:pt x="1725" y="26679"/>
                  </a:lnTo>
                  <a:lnTo>
                    <a:pt x="1725" y="28405"/>
                  </a:lnTo>
                  <a:lnTo>
                    <a:pt x="3451" y="30130"/>
                  </a:lnTo>
                  <a:lnTo>
                    <a:pt x="3451" y="31856"/>
                  </a:lnTo>
                  <a:lnTo>
                    <a:pt x="5985" y="34390"/>
                  </a:lnTo>
                  <a:lnTo>
                    <a:pt x="7710" y="34390"/>
                  </a:lnTo>
                  <a:lnTo>
                    <a:pt x="11161" y="37840"/>
                  </a:lnTo>
                  <a:lnTo>
                    <a:pt x="14612" y="37840"/>
                  </a:lnTo>
                  <a:lnTo>
                    <a:pt x="16337" y="39566"/>
                  </a:lnTo>
                  <a:lnTo>
                    <a:pt x="20931" y="39566"/>
                  </a:lnTo>
                  <a:lnTo>
                    <a:pt x="22657" y="37840"/>
                  </a:lnTo>
                  <a:lnTo>
                    <a:pt x="26108" y="37840"/>
                  </a:lnTo>
                  <a:lnTo>
                    <a:pt x="27833" y="36115"/>
                  </a:lnTo>
                  <a:lnTo>
                    <a:pt x="30367" y="36115"/>
                  </a:lnTo>
                  <a:lnTo>
                    <a:pt x="30367" y="28405"/>
                  </a:lnTo>
                  <a:lnTo>
                    <a:pt x="31284" y="27488"/>
                  </a:lnTo>
                  <a:lnTo>
                    <a:pt x="33009" y="27488"/>
                  </a:lnTo>
                  <a:lnTo>
                    <a:pt x="34735" y="25763"/>
                  </a:lnTo>
                  <a:lnTo>
                    <a:pt x="37269" y="25763"/>
                  </a:lnTo>
                  <a:lnTo>
                    <a:pt x="37269" y="21277"/>
                  </a:lnTo>
                  <a:lnTo>
                    <a:pt x="34735" y="21277"/>
                  </a:lnTo>
                  <a:lnTo>
                    <a:pt x="32092" y="18634"/>
                  </a:lnTo>
                  <a:lnTo>
                    <a:pt x="32092" y="16909"/>
                  </a:lnTo>
                  <a:lnTo>
                    <a:pt x="30367" y="15184"/>
                  </a:lnTo>
                  <a:lnTo>
                    <a:pt x="30367" y="9425"/>
                  </a:lnTo>
                  <a:lnTo>
                    <a:pt x="34045" y="5748"/>
                  </a:lnTo>
                  <a:lnTo>
                    <a:pt x="29559" y="5748"/>
                  </a:lnTo>
                  <a:lnTo>
                    <a:pt x="26108" y="2297"/>
                  </a:lnTo>
                  <a:lnTo>
                    <a:pt x="20931" y="2297"/>
                  </a:lnTo>
                  <a:lnTo>
                    <a:pt x="18634" y="0"/>
                  </a:lnTo>
                  <a:close/>
                </a:path>
              </a:pathLst>
            </a:custGeom>
            <a:solidFill>
              <a:srgbClr val="FC000E"/>
            </a:solidFill>
            <a:ln>
              <a:noFill/>
            </a:ln>
          </p:spPr>
        </p:sp>
        <p:sp>
          <p:nvSpPr>
            <p:cNvPr id="20427" name="Graph element 906"/>
            <p:cNvSpPr/>
            <p:nvPr/>
          </p:nvSpPr>
          <p:spPr>
            <a:xfrm>
              <a:off x="890308" y="963120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FC000E"/>
            </a:solidFill>
            <a:ln>
              <a:noFill/>
            </a:ln>
          </p:spPr>
        </p:sp>
        <p:sp>
          <p:nvSpPr>
            <p:cNvPr id="20428" name="Graph element 907"/>
            <p:cNvSpPr/>
            <p:nvPr/>
          </p:nvSpPr>
          <p:spPr>
            <a:xfrm>
              <a:off x="910036" y="960073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FC000E"/>
            </a:solidFill>
            <a:ln>
              <a:noFill/>
            </a:ln>
          </p:spPr>
        </p:sp>
        <p:sp>
          <p:nvSpPr>
            <p:cNvPr id="20429" name="Graph element 908"/>
            <p:cNvSpPr/>
            <p:nvPr/>
          </p:nvSpPr>
          <p:spPr>
            <a:xfrm>
              <a:off x="884155" y="960073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FC000E"/>
            </a:solidFill>
            <a:ln>
              <a:noFill/>
            </a:ln>
          </p:spPr>
        </p:sp>
        <p:sp>
          <p:nvSpPr>
            <p:cNvPr id="20430" name="Graph element 909"/>
            <p:cNvSpPr/>
            <p:nvPr/>
          </p:nvSpPr>
          <p:spPr>
            <a:xfrm>
              <a:off x="877254" y="953172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FC000E"/>
            </a:solidFill>
            <a:ln>
              <a:noFill/>
            </a:ln>
          </p:spPr>
        </p:sp>
        <p:sp>
          <p:nvSpPr>
            <p:cNvPr id="20431" name="Graph element 910"/>
            <p:cNvSpPr/>
            <p:nvPr/>
          </p:nvSpPr>
          <p:spPr>
            <a:xfrm>
              <a:off x="875124" y="948971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FC000E"/>
            </a:solidFill>
            <a:ln>
              <a:noFill/>
            </a:ln>
          </p:spPr>
        </p:sp>
        <p:sp>
          <p:nvSpPr>
            <p:cNvPr id="20432" name="Graph element 911"/>
            <p:cNvSpPr/>
            <p:nvPr/>
          </p:nvSpPr>
          <p:spPr>
            <a:xfrm>
              <a:off x="473105" y="297114"/>
              <a:ext cx="16564" cy="16564"/>
            </a:xfrm>
            <a:custGeom>
              <a:avLst/>
              <a:gdLst/>
              <a:ahLst/>
              <a:cxnLst/>
              <a:rect l="0" t="0" r="r" b="b"/>
              <a:pathLst>
                <a:path w="16564" h="16564" stroke="0" extrusionOk="0">
                  <a:moveTo>
                    <a:pt x="4259" y="0"/>
                  </a:moveTo>
                  <a:lnTo>
                    <a:pt x="0" y="4259"/>
                  </a:lnTo>
                  <a:lnTo>
                    <a:pt x="0" y="12304"/>
                  </a:lnTo>
                  <a:lnTo>
                    <a:pt x="4259" y="16564"/>
                  </a:lnTo>
                  <a:lnTo>
                    <a:pt x="12304" y="16564"/>
                  </a:lnTo>
                  <a:lnTo>
                    <a:pt x="16564" y="12304"/>
                  </a:lnTo>
                  <a:lnTo>
                    <a:pt x="16564" y="4259"/>
                  </a:lnTo>
                  <a:lnTo>
                    <a:pt x="12304" y="0"/>
                  </a:lnTo>
                  <a:lnTo>
                    <a:pt x="4259" y="0"/>
                  </a:lnTo>
                  <a:close/>
                </a:path>
              </a:pathLst>
            </a:custGeom>
            <a:solidFill>
              <a:srgbClr val="FC000E"/>
            </a:solidFill>
            <a:ln>
              <a:noFill/>
            </a:ln>
          </p:spPr>
        </p:sp>
        <p:sp>
          <p:nvSpPr>
            <p:cNvPr id="20433" name="Graph element 912"/>
            <p:cNvSpPr/>
            <p:nvPr/>
          </p:nvSpPr>
          <p:spPr>
            <a:xfrm>
              <a:off x="1149463" y="1508347"/>
              <a:ext cx="30367" cy="26916"/>
            </a:xfrm>
            <a:custGeom>
              <a:avLst/>
              <a:gdLst/>
              <a:ahLst/>
              <a:cxnLst/>
              <a:rect l="0" t="0" r="r" b="b"/>
              <a:pathLst>
                <a:path w="30367" h="26916" stroke="0" extrusionOk="0">
                  <a:moveTo>
                    <a:pt x="3451" y="0"/>
                  </a:moveTo>
                  <a:lnTo>
                    <a:pt x="3451" y="2534"/>
                  </a:lnTo>
                  <a:lnTo>
                    <a:pt x="0" y="5985"/>
                  </a:lnTo>
                  <a:lnTo>
                    <a:pt x="0" y="17481"/>
                  </a:lnTo>
                  <a:lnTo>
                    <a:pt x="1725" y="19206"/>
                  </a:lnTo>
                  <a:lnTo>
                    <a:pt x="1725" y="20931"/>
                  </a:lnTo>
                  <a:lnTo>
                    <a:pt x="5985" y="25191"/>
                  </a:lnTo>
                  <a:lnTo>
                    <a:pt x="7710" y="25191"/>
                  </a:lnTo>
                  <a:lnTo>
                    <a:pt x="9436" y="26916"/>
                  </a:lnTo>
                  <a:lnTo>
                    <a:pt x="20931" y="26916"/>
                  </a:lnTo>
                  <a:lnTo>
                    <a:pt x="24382" y="23465"/>
                  </a:lnTo>
                  <a:lnTo>
                    <a:pt x="26916" y="23465"/>
                  </a:lnTo>
                  <a:lnTo>
                    <a:pt x="26916" y="20931"/>
                  </a:lnTo>
                  <a:lnTo>
                    <a:pt x="28642" y="19206"/>
                  </a:lnTo>
                  <a:lnTo>
                    <a:pt x="28642" y="17481"/>
                  </a:lnTo>
                  <a:lnTo>
                    <a:pt x="30367" y="15755"/>
                  </a:lnTo>
                  <a:lnTo>
                    <a:pt x="30367" y="7710"/>
                  </a:lnTo>
                  <a:lnTo>
                    <a:pt x="28642" y="5985"/>
                  </a:lnTo>
                  <a:lnTo>
                    <a:pt x="28642" y="4259"/>
                  </a:lnTo>
                  <a:lnTo>
                    <a:pt x="24382" y="0"/>
                  </a:lnTo>
                  <a:lnTo>
                    <a:pt x="19788" y="0"/>
                  </a:lnTo>
                  <a:lnTo>
                    <a:pt x="18063" y="1725"/>
                  </a:lnTo>
                  <a:lnTo>
                    <a:pt x="10579" y="1725"/>
                  </a:lnTo>
                  <a:lnTo>
                    <a:pt x="8854" y="0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rgbClr val="FF0001"/>
            </a:solidFill>
            <a:ln>
              <a:noFill/>
            </a:ln>
          </p:spPr>
        </p:sp>
        <p:sp>
          <p:nvSpPr>
            <p:cNvPr id="20434" name="Graph element 913"/>
            <p:cNvSpPr/>
            <p:nvPr/>
          </p:nvSpPr>
          <p:spPr>
            <a:xfrm>
              <a:off x="1761981" y="1284044"/>
              <a:ext cx="51072" cy="6211"/>
            </a:xfrm>
            <a:custGeom>
              <a:avLst/>
              <a:gdLst/>
              <a:ahLst/>
              <a:cxnLst/>
              <a:rect l="0" t="0" r="r" b="b"/>
              <a:pathLst>
                <a:path w="51072" h="6211" stroke="0" extrusionOk="0">
                  <a:moveTo>
                    <a:pt x="0" y="0"/>
                  </a:moveTo>
                  <a:lnTo>
                    <a:pt x="0" y="6211"/>
                  </a:lnTo>
                  <a:lnTo>
                    <a:pt x="51072" y="6211"/>
                  </a:lnTo>
                  <a:lnTo>
                    <a:pt x="5107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1"/>
            </a:solidFill>
            <a:ln>
              <a:noFill/>
            </a:ln>
          </p:spPr>
        </p:sp>
        <p:sp>
          <p:nvSpPr>
            <p:cNvPr id="20435" name="Graph element 914"/>
            <p:cNvSpPr/>
            <p:nvPr/>
          </p:nvSpPr>
          <p:spPr>
            <a:xfrm>
              <a:off x="875124" y="926314"/>
              <a:ext cx="47621" cy="39566"/>
            </a:xfrm>
            <a:custGeom>
              <a:avLst/>
              <a:gdLst/>
              <a:ahLst/>
              <a:cxnLst/>
              <a:rect l="0" t="0" r="r" b="b"/>
              <a:pathLst>
                <a:path w="47621" h="39566" stroke="0" extrusionOk="0">
                  <a:moveTo>
                    <a:pt x="6557" y="0"/>
                  </a:moveTo>
                  <a:lnTo>
                    <a:pt x="1725" y="4831"/>
                  </a:lnTo>
                  <a:lnTo>
                    <a:pt x="1725" y="8282"/>
                  </a:lnTo>
                  <a:lnTo>
                    <a:pt x="0" y="10007"/>
                  </a:lnTo>
                  <a:lnTo>
                    <a:pt x="0" y="21503"/>
                  </a:lnTo>
                  <a:lnTo>
                    <a:pt x="1725" y="23229"/>
                  </a:lnTo>
                  <a:lnTo>
                    <a:pt x="1725" y="26679"/>
                  </a:lnTo>
                  <a:lnTo>
                    <a:pt x="5176" y="30130"/>
                  </a:lnTo>
                  <a:lnTo>
                    <a:pt x="5176" y="31856"/>
                  </a:lnTo>
                  <a:lnTo>
                    <a:pt x="7710" y="34390"/>
                  </a:lnTo>
                  <a:lnTo>
                    <a:pt x="9436" y="34390"/>
                  </a:lnTo>
                  <a:lnTo>
                    <a:pt x="12886" y="37840"/>
                  </a:lnTo>
                  <a:lnTo>
                    <a:pt x="16337" y="37840"/>
                  </a:lnTo>
                  <a:lnTo>
                    <a:pt x="18063" y="39566"/>
                  </a:lnTo>
                  <a:lnTo>
                    <a:pt x="29559" y="39566"/>
                  </a:lnTo>
                  <a:lnTo>
                    <a:pt x="31284" y="37840"/>
                  </a:lnTo>
                  <a:lnTo>
                    <a:pt x="34735" y="37840"/>
                  </a:lnTo>
                  <a:lnTo>
                    <a:pt x="38186" y="34390"/>
                  </a:lnTo>
                  <a:lnTo>
                    <a:pt x="39911" y="34390"/>
                  </a:lnTo>
                  <a:lnTo>
                    <a:pt x="42445" y="31856"/>
                  </a:lnTo>
                  <a:lnTo>
                    <a:pt x="42445" y="30130"/>
                  </a:lnTo>
                  <a:lnTo>
                    <a:pt x="45896" y="26679"/>
                  </a:lnTo>
                  <a:lnTo>
                    <a:pt x="45896" y="23229"/>
                  </a:lnTo>
                  <a:lnTo>
                    <a:pt x="47621" y="21503"/>
                  </a:lnTo>
                  <a:lnTo>
                    <a:pt x="47621" y="10007"/>
                  </a:lnTo>
                  <a:lnTo>
                    <a:pt x="45896" y="8282"/>
                  </a:lnTo>
                  <a:lnTo>
                    <a:pt x="45896" y="5748"/>
                  </a:lnTo>
                  <a:lnTo>
                    <a:pt x="34735" y="5748"/>
                  </a:lnTo>
                  <a:lnTo>
                    <a:pt x="33009" y="4023"/>
                  </a:lnTo>
                  <a:lnTo>
                    <a:pt x="31284" y="4023"/>
                  </a:lnTo>
                  <a:lnTo>
                    <a:pt x="29559" y="2297"/>
                  </a:lnTo>
                  <a:lnTo>
                    <a:pt x="26690" y="2297"/>
                  </a:lnTo>
                  <a:lnTo>
                    <a:pt x="24964" y="4023"/>
                  </a:lnTo>
                  <a:lnTo>
                    <a:pt x="23239" y="4023"/>
                  </a:lnTo>
                  <a:lnTo>
                    <a:pt x="21513" y="5748"/>
                  </a:lnTo>
                  <a:lnTo>
                    <a:pt x="14030" y="5748"/>
                  </a:lnTo>
                  <a:lnTo>
                    <a:pt x="12304" y="4023"/>
                  </a:lnTo>
                  <a:lnTo>
                    <a:pt x="10579" y="4023"/>
                  </a:lnTo>
                  <a:lnTo>
                    <a:pt x="6557" y="0"/>
                  </a:lnTo>
                  <a:close/>
                </a:path>
              </a:pathLst>
            </a:custGeom>
            <a:solidFill>
              <a:srgbClr val="FF0001"/>
            </a:solidFill>
            <a:ln>
              <a:noFill/>
            </a:ln>
          </p:spPr>
        </p:sp>
        <p:sp>
          <p:nvSpPr>
            <p:cNvPr id="20436" name="Graph element 915"/>
            <p:cNvSpPr/>
            <p:nvPr/>
          </p:nvSpPr>
          <p:spPr>
            <a:xfrm>
              <a:off x="485587" y="639148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1725" y="3677"/>
                  </a:moveTo>
                  <a:lnTo>
                    <a:pt x="3677" y="1725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1725" y="3677"/>
                  </a:lnTo>
                  <a:close/>
                </a:path>
              </a:pathLst>
            </a:custGeom>
            <a:solidFill>
              <a:srgbClr val="670593"/>
            </a:solidFill>
            <a:ln>
              <a:noFill/>
            </a:ln>
          </p:spPr>
        </p:sp>
        <p:sp>
          <p:nvSpPr>
            <p:cNvPr id="20437" name="Graph element 916"/>
            <p:cNvSpPr/>
            <p:nvPr/>
          </p:nvSpPr>
          <p:spPr>
            <a:xfrm>
              <a:off x="438597" y="1763480"/>
              <a:ext cx="23465" cy="16791"/>
            </a:xfrm>
            <a:custGeom>
              <a:avLst/>
              <a:gdLst/>
              <a:ahLst/>
              <a:cxnLst/>
              <a:rect l="0" t="0" r="r" b="b"/>
              <a:pathLst>
                <a:path w="23465" h="16791" stroke="0" extrusionOk="0">
                  <a:moveTo>
                    <a:pt x="0" y="1952"/>
                  </a:moveTo>
                  <a:lnTo>
                    <a:pt x="0" y="7355"/>
                  </a:lnTo>
                  <a:lnTo>
                    <a:pt x="1725" y="9080"/>
                  </a:lnTo>
                  <a:lnTo>
                    <a:pt x="1725" y="12531"/>
                  </a:lnTo>
                  <a:lnTo>
                    <a:pt x="4259" y="15065"/>
                  </a:lnTo>
                  <a:lnTo>
                    <a:pt x="5985" y="15065"/>
                  </a:lnTo>
                  <a:lnTo>
                    <a:pt x="7710" y="16791"/>
                  </a:lnTo>
                  <a:lnTo>
                    <a:pt x="15755" y="16791"/>
                  </a:lnTo>
                  <a:lnTo>
                    <a:pt x="17481" y="15065"/>
                  </a:lnTo>
                  <a:lnTo>
                    <a:pt x="20015" y="15065"/>
                  </a:lnTo>
                  <a:lnTo>
                    <a:pt x="20015" y="12531"/>
                  </a:lnTo>
                  <a:lnTo>
                    <a:pt x="21740" y="10806"/>
                  </a:lnTo>
                  <a:lnTo>
                    <a:pt x="21740" y="9080"/>
                  </a:lnTo>
                  <a:lnTo>
                    <a:pt x="23465" y="7355"/>
                  </a:lnTo>
                  <a:lnTo>
                    <a:pt x="23465" y="4486"/>
                  </a:lnTo>
                  <a:lnTo>
                    <a:pt x="18979" y="0"/>
                  </a:lnTo>
                  <a:lnTo>
                    <a:pt x="18979" y="9662"/>
                  </a:lnTo>
                  <a:lnTo>
                    <a:pt x="14612" y="14030"/>
                  </a:lnTo>
                  <a:lnTo>
                    <a:pt x="8854" y="14030"/>
                  </a:lnTo>
                  <a:lnTo>
                    <a:pt x="4486" y="9662"/>
                  </a:lnTo>
                  <a:lnTo>
                    <a:pt x="4486" y="7937"/>
                  </a:lnTo>
                  <a:lnTo>
                    <a:pt x="2761" y="6211"/>
                  </a:lnTo>
                  <a:lnTo>
                    <a:pt x="2761" y="5630"/>
                  </a:lnTo>
                  <a:lnTo>
                    <a:pt x="6438" y="1952"/>
                  </a:lnTo>
                  <a:lnTo>
                    <a:pt x="0" y="1952"/>
                  </a:lnTo>
                  <a:close/>
                </a:path>
              </a:pathLst>
            </a:custGeom>
            <a:solidFill>
              <a:srgbClr val="240067"/>
            </a:solidFill>
            <a:ln>
              <a:noFill/>
            </a:ln>
          </p:spPr>
        </p:sp>
        <p:sp>
          <p:nvSpPr>
            <p:cNvPr id="20438" name="Graph element 917"/>
            <p:cNvSpPr/>
            <p:nvPr/>
          </p:nvSpPr>
          <p:spPr>
            <a:xfrm>
              <a:off x="442452" y="1760660"/>
              <a:ext cx="3677" cy="3677"/>
            </a:xfrm>
            <a:custGeom>
              <a:avLst/>
              <a:gdLst/>
              <a:ahLst/>
              <a:cxnLst/>
              <a:rect l="0" t="0" r="r" b="b"/>
              <a:pathLst>
                <a:path w="3677" h="3677" stroke="0" extrusionOk="0">
                  <a:moveTo>
                    <a:pt x="0" y="1725"/>
                  </a:moveTo>
                  <a:lnTo>
                    <a:pt x="1952" y="3677"/>
                  </a:lnTo>
                  <a:lnTo>
                    <a:pt x="3677" y="1952"/>
                  </a:lnTo>
                  <a:lnTo>
                    <a:pt x="1725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240067"/>
            </a:solidFill>
            <a:ln>
              <a:noFill/>
            </a:ln>
          </p:spPr>
        </p:sp>
        <p:sp>
          <p:nvSpPr>
            <p:cNvPr id="20439" name="Graph element 918"/>
            <p:cNvSpPr/>
            <p:nvPr/>
          </p:nvSpPr>
          <p:spPr>
            <a:xfrm>
              <a:off x="222922" y="1597723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240067"/>
            </a:solidFill>
            <a:ln>
              <a:noFill/>
            </a:ln>
          </p:spPr>
        </p:sp>
        <p:sp>
          <p:nvSpPr>
            <p:cNvPr id="20440" name="Graph element 919"/>
            <p:cNvSpPr/>
            <p:nvPr/>
          </p:nvSpPr>
          <p:spPr>
            <a:xfrm>
              <a:off x="1146012" y="1514154"/>
              <a:ext cx="35543" cy="24560"/>
            </a:xfrm>
            <a:custGeom>
              <a:avLst/>
              <a:gdLst/>
              <a:ahLst/>
              <a:cxnLst/>
              <a:rect l="0" t="0" r="r" b="b"/>
              <a:pathLst>
                <a:path w="35543" h="24560" stroke="0" extrusionOk="0">
                  <a:moveTo>
                    <a:pt x="31462" y="0"/>
                  </a:moveTo>
                  <a:lnTo>
                    <a:pt x="32783" y="1321"/>
                  </a:lnTo>
                  <a:lnTo>
                    <a:pt x="32783" y="12255"/>
                  </a:lnTo>
                  <a:lnTo>
                    <a:pt x="24964" y="20074"/>
                  </a:lnTo>
                  <a:lnTo>
                    <a:pt x="21513" y="20074"/>
                  </a:lnTo>
                  <a:lnTo>
                    <a:pt x="19788" y="21799"/>
                  </a:lnTo>
                  <a:lnTo>
                    <a:pt x="17481" y="21799"/>
                  </a:lnTo>
                  <a:lnTo>
                    <a:pt x="15755" y="20074"/>
                  </a:lnTo>
                  <a:lnTo>
                    <a:pt x="12304" y="20074"/>
                  </a:lnTo>
                  <a:lnTo>
                    <a:pt x="4486" y="12255"/>
                  </a:lnTo>
                  <a:lnTo>
                    <a:pt x="4486" y="8805"/>
                  </a:lnTo>
                  <a:lnTo>
                    <a:pt x="2761" y="7079"/>
                  </a:lnTo>
                  <a:lnTo>
                    <a:pt x="2761" y="4772"/>
                  </a:lnTo>
                  <a:lnTo>
                    <a:pt x="4486" y="3047"/>
                  </a:lnTo>
                  <a:lnTo>
                    <a:pt x="4486" y="749"/>
                  </a:lnTo>
                  <a:lnTo>
                    <a:pt x="1725" y="749"/>
                  </a:lnTo>
                  <a:lnTo>
                    <a:pt x="1725" y="1903"/>
                  </a:lnTo>
                  <a:lnTo>
                    <a:pt x="0" y="3628"/>
                  </a:lnTo>
                  <a:lnTo>
                    <a:pt x="0" y="8223"/>
                  </a:lnTo>
                  <a:lnTo>
                    <a:pt x="1725" y="9948"/>
                  </a:lnTo>
                  <a:lnTo>
                    <a:pt x="1725" y="13399"/>
                  </a:lnTo>
                  <a:lnTo>
                    <a:pt x="3451" y="15124"/>
                  </a:lnTo>
                  <a:lnTo>
                    <a:pt x="3451" y="16850"/>
                  </a:lnTo>
                  <a:lnTo>
                    <a:pt x="7710" y="21109"/>
                  </a:lnTo>
                  <a:lnTo>
                    <a:pt x="9436" y="21109"/>
                  </a:lnTo>
                  <a:lnTo>
                    <a:pt x="11161" y="22835"/>
                  </a:lnTo>
                  <a:lnTo>
                    <a:pt x="14612" y="22835"/>
                  </a:lnTo>
                  <a:lnTo>
                    <a:pt x="16337" y="24560"/>
                  </a:lnTo>
                  <a:lnTo>
                    <a:pt x="20931" y="24560"/>
                  </a:lnTo>
                  <a:lnTo>
                    <a:pt x="22657" y="22835"/>
                  </a:lnTo>
                  <a:lnTo>
                    <a:pt x="26108" y="22835"/>
                  </a:lnTo>
                  <a:lnTo>
                    <a:pt x="27833" y="21109"/>
                  </a:lnTo>
                  <a:lnTo>
                    <a:pt x="29559" y="21109"/>
                  </a:lnTo>
                  <a:lnTo>
                    <a:pt x="32092" y="18575"/>
                  </a:lnTo>
                  <a:lnTo>
                    <a:pt x="32092" y="16850"/>
                  </a:lnTo>
                  <a:lnTo>
                    <a:pt x="35543" y="13399"/>
                  </a:lnTo>
                  <a:lnTo>
                    <a:pt x="35543" y="178"/>
                  </a:lnTo>
                  <a:lnTo>
                    <a:pt x="31462" y="0"/>
                  </a:lnTo>
                  <a:close/>
                </a:path>
              </a:pathLst>
            </a:custGeom>
            <a:solidFill>
              <a:srgbClr val="240067"/>
            </a:solidFill>
            <a:ln>
              <a:noFill/>
            </a:ln>
          </p:spPr>
        </p:sp>
        <p:sp>
          <p:nvSpPr>
            <p:cNvPr id="20441" name="Graph element 920"/>
            <p:cNvSpPr/>
            <p:nvPr/>
          </p:nvSpPr>
          <p:spPr>
            <a:xfrm>
              <a:off x="928612" y="1384749"/>
              <a:ext cx="35543" cy="21109"/>
            </a:xfrm>
            <a:custGeom>
              <a:avLst/>
              <a:gdLst/>
              <a:ahLst/>
              <a:cxnLst/>
              <a:rect l="0" t="0" r="r" b="b"/>
              <a:pathLst>
                <a:path w="35543" h="21109" stroke="0" extrusionOk="0">
                  <a:moveTo>
                    <a:pt x="31462" y="0"/>
                  </a:moveTo>
                  <a:lnTo>
                    <a:pt x="32783" y="1321"/>
                  </a:lnTo>
                  <a:lnTo>
                    <a:pt x="32783" y="7079"/>
                  </a:lnTo>
                  <a:lnTo>
                    <a:pt x="31057" y="8805"/>
                  </a:lnTo>
                  <a:lnTo>
                    <a:pt x="31057" y="10530"/>
                  </a:lnTo>
                  <a:lnTo>
                    <a:pt x="23239" y="18348"/>
                  </a:lnTo>
                  <a:lnTo>
                    <a:pt x="12304" y="18348"/>
                  </a:lnTo>
                  <a:lnTo>
                    <a:pt x="10579" y="16623"/>
                  </a:lnTo>
                  <a:lnTo>
                    <a:pt x="8854" y="16623"/>
                  </a:lnTo>
                  <a:lnTo>
                    <a:pt x="6211" y="13981"/>
                  </a:lnTo>
                  <a:lnTo>
                    <a:pt x="6211" y="12255"/>
                  </a:lnTo>
                  <a:lnTo>
                    <a:pt x="2761" y="8805"/>
                  </a:lnTo>
                  <a:lnTo>
                    <a:pt x="2761" y="749"/>
                  </a:lnTo>
                  <a:lnTo>
                    <a:pt x="0" y="749"/>
                  </a:lnTo>
                  <a:lnTo>
                    <a:pt x="0" y="9948"/>
                  </a:lnTo>
                  <a:lnTo>
                    <a:pt x="1725" y="11674"/>
                  </a:lnTo>
                  <a:lnTo>
                    <a:pt x="1725" y="13399"/>
                  </a:lnTo>
                  <a:lnTo>
                    <a:pt x="7710" y="19384"/>
                  </a:lnTo>
                  <a:lnTo>
                    <a:pt x="9436" y="19384"/>
                  </a:lnTo>
                  <a:lnTo>
                    <a:pt x="11161" y="21109"/>
                  </a:lnTo>
                  <a:lnTo>
                    <a:pt x="24382" y="21109"/>
                  </a:lnTo>
                  <a:lnTo>
                    <a:pt x="26108" y="19384"/>
                  </a:lnTo>
                  <a:lnTo>
                    <a:pt x="27833" y="19384"/>
                  </a:lnTo>
                  <a:lnTo>
                    <a:pt x="32092" y="15124"/>
                  </a:lnTo>
                  <a:lnTo>
                    <a:pt x="32092" y="13399"/>
                  </a:lnTo>
                  <a:lnTo>
                    <a:pt x="33818" y="11674"/>
                  </a:lnTo>
                  <a:lnTo>
                    <a:pt x="33818" y="9948"/>
                  </a:lnTo>
                  <a:lnTo>
                    <a:pt x="35543" y="8223"/>
                  </a:lnTo>
                  <a:lnTo>
                    <a:pt x="35543" y="178"/>
                  </a:lnTo>
                  <a:lnTo>
                    <a:pt x="31462" y="0"/>
                  </a:lnTo>
                  <a:close/>
                </a:path>
              </a:pathLst>
            </a:custGeom>
            <a:solidFill>
              <a:srgbClr val="240067"/>
            </a:solidFill>
            <a:ln>
              <a:noFill/>
            </a:ln>
          </p:spPr>
        </p:sp>
        <p:sp>
          <p:nvSpPr>
            <p:cNvPr id="20442" name="Graph element 921"/>
            <p:cNvSpPr/>
            <p:nvPr/>
          </p:nvSpPr>
          <p:spPr>
            <a:xfrm>
              <a:off x="948971" y="1372040"/>
              <a:ext cx="1725" cy="2761"/>
            </a:xfrm>
            <a:custGeom>
              <a:avLst/>
              <a:gdLst/>
              <a:ahLst/>
              <a:cxnLst/>
              <a:rect l="0" t="0" r="r" b="b"/>
              <a:pathLst>
                <a:path w="1725" h="2761" stroke="0" extrusionOk="0">
                  <a:moveTo>
                    <a:pt x="1725" y="2761"/>
                  </a:moveTo>
                  <a:lnTo>
                    <a:pt x="1725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725" y="2761"/>
                  </a:lnTo>
                  <a:close/>
                </a:path>
              </a:pathLst>
            </a:custGeom>
            <a:solidFill>
              <a:srgbClr val="240067"/>
            </a:solidFill>
            <a:ln>
              <a:noFill/>
            </a:ln>
          </p:spPr>
        </p:sp>
        <p:sp>
          <p:nvSpPr>
            <p:cNvPr id="20443" name="Graph element 922"/>
            <p:cNvSpPr/>
            <p:nvPr/>
          </p:nvSpPr>
          <p:spPr>
            <a:xfrm>
              <a:off x="1204676" y="1255866"/>
              <a:ext cx="35543" cy="20931"/>
            </a:xfrm>
            <a:custGeom>
              <a:avLst/>
              <a:gdLst/>
              <a:ahLst/>
              <a:cxnLst/>
              <a:rect l="0" t="0" r="r" b="b"/>
              <a:pathLst>
                <a:path w="35543" h="20931" stroke="0" extrusionOk="0">
                  <a:moveTo>
                    <a:pt x="16909" y="0"/>
                  </a:moveTo>
                  <a:lnTo>
                    <a:pt x="14612" y="2297"/>
                  </a:lnTo>
                  <a:lnTo>
                    <a:pt x="9436" y="2297"/>
                  </a:lnTo>
                  <a:lnTo>
                    <a:pt x="1725" y="10007"/>
                  </a:lnTo>
                  <a:lnTo>
                    <a:pt x="1725" y="11733"/>
                  </a:lnTo>
                  <a:lnTo>
                    <a:pt x="0" y="13458"/>
                  </a:lnTo>
                  <a:lnTo>
                    <a:pt x="0" y="20931"/>
                  </a:lnTo>
                  <a:lnTo>
                    <a:pt x="2761" y="20931"/>
                  </a:lnTo>
                  <a:lnTo>
                    <a:pt x="2761" y="14602"/>
                  </a:lnTo>
                  <a:lnTo>
                    <a:pt x="4486" y="12876"/>
                  </a:lnTo>
                  <a:lnTo>
                    <a:pt x="4486" y="11151"/>
                  </a:lnTo>
                  <a:lnTo>
                    <a:pt x="8854" y="6783"/>
                  </a:lnTo>
                  <a:lnTo>
                    <a:pt x="10579" y="6783"/>
                  </a:lnTo>
                  <a:lnTo>
                    <a:pt x="12304" y="5058"/>
                  </a:lnTo>
                  <a:lnTo>
                    <a:pt x="15755" y="5058"/>
                  </a:lnTo>
                  <a:lnTo>
                    <a:pt x="16909" y="3904"/>
                  </a:lnTo>
                  <a:lnTo>
                    <a:pt x="18063" y="5058"/>
                  </a:lnTo>
                  <a:lnTo>
                    <a:pt x="23239" y="5058"/>
                  </a:lnTo>
                  <a:lnTo>
                    <a:pt x="26690" y="8509"/>
                  </a:lnTo>
                  <a:lnTo>
                    <a:pt x="28415" y="8509"/>
                  </a:lnTo>
                  <a:lnTo>
                    <a:pt x="29332" y="9425"/>
                  </a:lnTo>
                  <a:lnTo>
                    <a:pt x="29332" y="11151"/>
                  </a:lnTo>
                  <a:lnTo>
                    <a:pt x="31057" y="12876"/>
                  </a:lnTo>
                  <a:lnTo>
                    <a:pt x="31057" y="14602"/>
                  </a:lnTo>
                  <a:lnTo>
                    <a:pt x="32783" y="16327"/>
                  </a:lnTo>
                  <a:lnTo>
                    <a:pt x="32783" y="20931"/>
                  </a:lnTo>
                  <a:lnTo>
                    <a:pt x="35543" y="20931"/>
                  </a:lnTo>
                  <a:lnTo>
                    <a:pt x="35543" y="15184"/>
                  </a:lnTo>
                  <a:lnTo>
                    <a:pt x="33818" y="13458"/>
                  </a:lnTo>
                  <a:lnTo>
                    <a:pt x="33818" y="11733"/>
                  </a:lnTo>
                  <a:lnTo>
                    <a:pt x="32092" y="10007"/>
                  </a:lnTo>
                  <a:lnTo>
                    <a:pt x="32092" y="8282"/>
                  </a:lnTo>
                  <a:lnTo>
                    <a:pt x="27833" y="4023"/>
                  </a:lnTo>
                  <a:lnTo>
                    <a:pt x="26108" y="4023"/>
                  </a:lnTo>
                  <a:lnTo>
                    <a:pt x="24382" y="2297"/>
                  </a:lnTo>
                  <a:lnTo>
                    <a:pt x="19206" y="2297"/>
                  </a:lnTo>
                  <a:lnTo>
                    <a:pt x="16909" y="0"/>
                  </a:lnTo>
                  <a:close/>
                </a:path>
              </a:pathLst>
            </a:custGeom>
            <a:solidFill>
              <a:srgbClr val="240067"/>
            </a:solidFill>
            <a:ln>
              <a:noFill/>
            </a:ln>
          </p:spPr>
        </p:sp>
        <p:sp>
          <p:nvSpPr>
            <p:cNvPr id="20444" name="Graph element 923"/>
            <p:cNvSpPr/>
            <p:nvPr/>
          </p:nvSpPr>
          <p:spPr>
            <a:xfrm>
              <a:off x="59009" y="1040763"/>
              <a:ext cx="22085" cy="42445"/>
            </a:xfrm>
            <a:custGeom>
              <a:avLst/>
              <a:gdLst/>
              <a:ahLst/>
              <a:cxnLst/>
              <a:rect l="0" t="0" r="r" b="b"/>
              <a:pathLst>
                <a:path w="22085" h="42445" stroke="0" extrusionOk="0">
                  <a:moveTo>
                    <a:pt x="18063" y="0"/>
                  </a:moveTo>
                  <a:lnTo>
                    <a:pt x="16337" y="1725"/>
                  </a:lnTo>
                  <a:lnTo>
                    <a:pt x="12886" y="1725"/>
                  </a:lnTo>
                  <a:lnTo>
                    <a:pt x="11161" y="3451"/>
                  </a:lnTo>
                  <a:lnTo>
                    <a:pt x="9436" y="3451"/>
                  </a:lnTo>
                  <a:lnTo>
                    <a:pt x="1725" y="11161"/>
                  </a:lnTo>
                  <a:lnTo>
                    <a:pt x="1725" y="14612"/>
                  </a:lnTo>
                  <a:lnTo>
                    <a:pt x="0" y="16337"/>
                  </a:lnTo>
                  <a:lnTo>
                    <a:pt x="0" y="26108"/>
                  </a:lnTo>
                  <a:lnTo>
                    <a:pt x="1725" y="27833"/>
                  </a:lnTo>
                  <a:lnTo>
                    <a:pt x="1725" y="31284"/>
                  </a:lnTo>
                  <a:lnTo>
                    <a:pt x="9436" y="38994"/>
                  </a:lnTo>
                  <a:lnTo>
                    <a:pt x="11161" y="38994"/>
                  </a:lnTo>
                  <a:lnTo>
                    <a:pt x="12886" y="40719"/>
                  </a:lnTo>
                  <a:lnTo>
                    <a:pt x="14612" y="40719"/>
                  </a:lnTo>
                  <a:lnTo>
                    <a:pt x="16337" y="42445"/>
                  </a:lnTo>
                  <a:lnTo>
                    <a:pt x="22085" y="42445"/>
                  </a:lnTo>
                  <a:lnTo>
                    <a:pt x="22085" y="39684"/>
                  </a:lnTo>
                  <a:lnTo>
                    <a:pt x="17481" y="39684"/>
                  </a:lnTo>
                  <a:lnTo>
                    <a:pt x="15755" y="37959"/>
                  </a:lnTo>
                  <a:lnTo>
                    <a:pt x="14030" y="37959"/>
                  </a:lnTo>
                  <a:lnTo>
                    <a:pt x="12304" y="36233"/>
                  </a:lnTo>
                  <a:lnTo>
                    <a:pt x="10579" y="36233"/>
                  </a:lnTo>
                  <a:lnTo>
                    <a:pt x="6211" y="31866"/>
                  </a:lnTo>
                  <a:lnTo>
                    <a:pt x="6211" y="30140"/>
                  </a:lnTo>
                  <a:lnTo>
                    <a:pt x="4486" y="28415"/>
                  </a:lnTo>
                  <a:lnTo>
                    <a:pt x="4486" y="26690"/>
                  </a:lnTo>
                  <a:lnTo>
                    <a:pt x="2761" y="24964"/>
                  </a:lnTo>
                  <a:lnTo>
                    <a:pt x="2761" y="17481"/>
                  </a:lnTo>
                  <a:lnTo>
                    <a:pt x="4486" y="15755"/>
                  </a:lnTo>
                  <a:lnTo>
                    <a:pt x="4486" y="14030"/>
                  </a:lnTo>
                  <a:lnTo>
                    <a:pt x="6211" y="12304"/>
                  </a:lnTo>
                  <a:lnTo>
                    <a:pt x="6211" y="10579"/>
                  </a:lnTo>
                  <a:lnTo>
                    <a:pt x="8854" y="7937"/>
                  </a:lnTo>
                  <a:lnTo>
                    <a:pt x="10579" y="7937"/>
                  </a:lnTo>
                  <a:lnTo>
                    <a:pt x="14030" y="4486"/>
                  </a:lnTo>
                  <a:lnTo>
                    <a:pt x="17481" y="4486"/>
                  </a:lnTo>
                  <a:lnTo>
                    <a:pt x="19206" y="2761"/>
                  </a:lnTo>
                  <a:lnTo>
                    <a:pt x="22085" y="2761"/>
                  </a:lnTo>
                  <a:lnTo>
                    <a:pt x="22085" y="0"/>
                  </a:lnTo>
                  <a:lnTo>
                    <a:pt x="18063" y="0"/>
                  </a:lnTo>
                  <a:close/>
                </a:path>
              </a:pathLst>
            </a:custGeom>
            <a:solidFill>
              <a:srgbClr val="240067"/>
            </a:solidFill>
            <a:ln>
              <a:noFill/>
            </a:ln>
          </p:spPr>
        </p:sp>
        <p:sp>
          <p:nvSpPr>
            <p:cNvPr id="20445" name="Graph element 924"/>
            <p:cNvSpPr/>
            <p:nvPr/>
          </p:nvSpPr>
          <p:spPr>
            <a:xfrm>
              <a:off x="1633956" y="999353"/>
              <a:ext cx="23811" cy="35543"/>
            </a:xfrm>
            <a:custGeom>
              <a:avLst/>
              <a:gdLst/>
              <a:ahLst/>
              <a:cxnLst/>
              <a:rect l="0" t="0" r="r" b="b"/>
              <a:pathLst>
                <a:path w="23811" h="35543" stroke="0" extrusionOk="0">
                  <a:moveTo>
                    <a:pt x="2879" y="0"/>
                  </a:moveTo>
                  <a:lnTo>
                    <a:pt x="1154" y="1725"/>
                  </a:lnTo>
                  <a:lnTo>
                    <a:pt x="0" y="1725"/>
                  </a:lnTo>
                  <a:lnTo>
                    <a:pt x="0" y="4486"/>
                  </a:lnTo>
                  <a:lnTo>
                    <a:pt x="2297" y="4486"/>
                  </a:lnTo>
                  <a:lnTo>
                    <a:pt x="4023" y="2761"/>
                  </a:lnTo>
                  <a:lnTo>
                    <a:pt x="6330" y="2761"/>
                  </a:lnTo>
                  <a:lnTo>
                    <a:pt x="8055" y="4486"/>
                  </a:lnTo>
                  <a:lnTo>
                    <a:pt x="11506" y="4486"/>
                  </a:lnTo>
                  <a:lnTo>
                    <a:pt x="13231" y="6211"/>
                  </a:lnTo>
                  <a:lnTo>
                    <a:pt x="14957" y="6211"/>
                  </a:lnTo>
                  <a:lnTo>
                    <a:pt x="17599" y="8854"/>
                  </a:lnTo>
                  <a:lnTo>
                    <a:pt x="17599" y="10579"/>
                  </a:lnTo>
                  <a:lnTo>
                    <a:pt x="19325" y="12304"/>
                  </a:lnTo>
                  <a:lnTo>
                    <a:pt x="19325" y="15755"/>
                  </a:lnTo>
                  <a:lnTo>
                    <a:pt x="21050" y="17481"/>
                  </a:lnTo>
                  <a:lnTo>
                    <a:pt x="21050" y="19788"/>
                  </a:lnTo>
                  <a:lnTo>
                    <a:pt x="19325" y="21513"/>
                  </a:lnTo>
                  <a:lnTo>
                    <a:pt x="19325" y="24964"/>
                  </a:lnTo>
                  <a:lnTo>
                    <a:pt x="13231" y="31057"/>
                  </a:lnTo>
                  <a:lnTo>
                    <a:pt x="11506" y="31057"/>
                  </a:lnTo>
                  <a:lnTo>
                    <a:pt x="9781" y="32783"/>
                  </a:lnTo>
                  <a:lnTo>
                    <a:pt x="0" y="32783"/>
                  </a:lnTo>
                  <a:lnTo>
                    <a:pt x="0" y="35543"/>
                  </a:lnTo>
                  <a:lnTo>
                    <a:pt x="12650" y="35543"/>
                  </a:lnTo>
                  <a:lnTo>
                    <a:pt x="16100" y="32092"/>
                  </a:lnTo>
                  <a:lnTo>
                    <a:pt x="17826" y="32092"/>
                  </a:lnTo>
                  <a:lnTo>
                    <a:pt x="20360" y="29559"/>
                  </a:lnTo>
                  <a:lnTo>
                    <a:pt x="20360" y="27833"/>
                  </a:lnTo>
                  <a:lnTo>
                    <a:pt x="22085" y="26108"/>
                  </a:lnTo>
                  <a:lnTo>
                    <a:pt x="22085" y="22657"/>
                  </a:lnTo>
                  <a:lnTo>
                    <a:pt x="23811" y="20931"/>
                  </a:lnTo>
                  <a:lnTo>
                    <a:pt x="23811" y="14612"/>
                  </a:lnTo>
                  <a:lnTo>
                    <a:pt x="22085" y="12886"/>
                  </a:lnTo>
                  <a:lnTo>
                    <a:pt x="22085" y="9436"/>
                  </a:lnTo>
                  <a:lnTo>
                    <a:pt x="14375" y="1725"/>
                  </a:lnTo>
                  <a:lnTo>
                    <a:pt x="10924" y="1725"/>
                  </a:lnTo>
                  <a:lnTo>
                    <a:pt x="9199" y="0"/>
                  </a:lnTo>
                  <a:lnTo>
                    <a:pt x="2879" y="0"/>
                  </a:lnTo>
                  <a:close/>
                </a:path>
              </a:pathLst>
            </a:custGeom>
            <a:solidFill>
              <a:srgbClr val="240067"/>
            </a:solidFill>
            <a:ln>
              <a:noFill/>
            </a:ln>
          </p:spPr>
        </p:sp>
        <p:sp>
          <p:nvSpPr>
            <p:cNvPr id="20446" name="Graph element 925"/>
            <p:cNvSpPr/>
            <p:nvPr/>
          </p:nvSpPr>
          <p:spPr>
            <a:xfrm>
              <a:off x="873399" y="938619"/>
              <a:ext cx="51072" cy="31284"/>
            </a:xfrm>
            <a:custGeom>
              <a:avLst/>
              <a:gdLst/>
              <a:ahLst/>
              <a:cxnLst/>
              <a:rect l="0" t="0" r="r" b="b"/>
              <a:pathLst>
                <a:path w="51072" h="31284" stroke="0" extrusionOk="0">
                  <a:moveTo>
                    <a:pt x="48311" y="0"/>
                  </a:moveTo>
                  <a:lnTo>
                    <a:pt x="48311" y="9781"/>
                  </a:lnTo>
                  <a:lnTo>
                    <a:pt x="46586" y="11506"/>
                  </a:lnTo>
                  <a:lnTo>
                    <a:pt x="46586" y="13231"/>
                  </a:lnTo>
                  <a:lnTo>
                    <a:pt x="44860" y="14957"/>
                  </a:lnTo>
                  <a:lnTo>
                    <a:pt x="44860" y="16682"/>
                  </a:lnTo>
                  <a:lnTo>
                    <a:pt x="37042" y="24501"/>
                  </a:lnTo>
                  <a:lnTo>
                    <a:pt x="33591" y="24501"/>
                  </a:lnTo>
                  <a:lnTo>
                    <a:pt x="31866" y="26226"/>
                  </a:lnTo>
                  <a:lnTo>
                    <a:pt x="26690" y="26226"/>
                  </a:lnTo>
                  <a:lnTo>
                    <a:pt x="25536" y="27380"/>
                  </a:lnTo>
                  <a:lnTo>
                    <a:pt x="24382" y="26226"/>
                  </a:lnTo>
                  <a:lnTo>
                    <a:pt x="17481" y="26226"/>
                  </a:lnTo>
                  <a:lnTo>
                    <a:pt x="15755" y="24501"/>
                  </a:lnTo>
                  <a:lnTo>
                    <a:pt x="14030" y="24501"/>
                  </a:lnTo>
                  <a:lnTo>
                    <a:pt x="4486" y="14957"/>
                  </a:lnTo>
                  <a:lnTo>
                    <a:pt x="4486" y="13231"/>
                  </a:lnTo>
                  <a:lnTo>
                    <a:pt x="2761" y="11506"/>
                  </a:lnTo>
                  <a:lnTo>
                    <a:pt x="2761" y="5176"/>
                  </a:lnTo>
                  <a:lnTo>
                    <a:pt x="0" y="5176"/>
                  </a:lnTo>
                  <a:lnTo>
                    <a:pt x="0" y="12650"/>
                  </a:lnTo>
                  <a:lnTo>
                    <a:pt x="1725" y="14375"/>
                  </a:lnTo>
                  <a:lnTo>
                    <a:pt x="1725" y="16100"/>
                  </a:lnTo>
                  <a:lnTo>
                    <a:pt x="5176" y="19551"/>
                  </a:lnTo>
                  <a:lnTo>
                    <a:pt x="5176" y="21277"/>
                  </a:lnTo>
                  <a:lnTo>
                    <a:pt x="7710" y="23811"/>
                  </a:lnTo>
                  <a:lnTo>
                    <a:pt x="9436" y="23811"/>
                  </a:lnTo>
                  <a:lnTo>
                    <a:pt x="12886" y="27261"/>
                  </a:lnTo>
                  <a:lnTo>
                    <a:pt x="14612" y="27261"/>
                  </a:lnTo>
                  <a:lnTo>
                    <a:pt x="16337" y="28987"/>
                  </a:lnTo>
                  <a:lnTo>
                    <a:pt x="23239" y="28987"/>
                  </a:lnTo>
                  <a:lnTo>
                    <a:pt x="25536" y="31284"/>
                  </a:lnTo>
                  <a:lnTo>
                    <a:pt x="27833" y="28987"/>
                  </a:lnTo>
                  <a:lnTo>
                    <a:pt x="34735" y="28987"/>
                  </a:lnTo>
                  <a:lnTo>
                    <a:pt x="36460" y="27261"/>
                  </a:lnTo>
                  <a:lnTo>
                    <a:pt x="38186" y="27261"/>
                  </a:lnTo>
                  <a:lnTo>
                    <a:pt x="41636" y="23811"/>
                  </a:lnTo>
                  <a:lnTo>
                    <a:pt x="43362" y="23811"/>
                  </a:lnTo>
                  <a:lnTo>
                    <a:pt x="45896" y="21277"/>
                  </a:lnTo>
                  <a:lnTo>
                    <a:pt x="45896" y="19551"/>
                  </a:lnTo>
                  <a:lnTo>
                    <a:pt x="49347" y="16100"/>
                  </a:lnTo>
                  <a:lnTo>
                    <a:pt x="49347" y="12650"/>
                  </a:lnTo>
                  <a:lnTo>
                    <a:pt x="51072" y="10924"/>
                  </a:lnTo>
                  <a:lnTo>
                    <a:pt x="48311" y="0"/>
                  </a:lnTo>
                  <a:close/>
                </a:path>
              </a:pathLst>
            </a:custGeom>
            <a:solidFill>
              <a:srgbClr val="240067"/>
            </a:solidFill>
            <a:ln>
              <a:noFill/>
            </a:ln>
          </p:spPr>
        </p:sp>
        <p:sp>
          <p:nvSpPr>
            <p:cNvPr id="20447" name="Graph element 926"/>
            <p:cNvSpPr/>
            <p:nvPr/>
          </p:nvSpPr>
          <p:spPr>
            <a:xfrm>
              <a:off x="873399" y="938619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240067"/>
            </a:solidFill>
            <a:ln>
              <a:noFill/>
            </a:ln>
          </p:spPr>
        </p:sp>
        <p:sp>
          <p:nvSpPr>
            <p:cNvPr id="20448" name="Graph element 927"/>
            <p:cNvSpPr/>
            <p:nvPr/>
          </p:nvSpPr>
          <p:spPr>
            <a:xfrm>
              <a:off x="1797869" y="933788"/>
              <a:ext cx="5176" cy="2761"/>
            </a:xfrm>
            <a:custGeom>
              <a:avLst/>
              <a:gdLst/>
              <a:ahLst/>
              <a:cxnLst/>
              <a:rect l="0" t="0" r="r" b="b"/>
              <a:pathLst>
                <a:path w="5176" h="2761" stroke="0" extrusionOk="0">
                  <a:moveTo>
                    <a:pt x="5176" y="2761"/>
                  </a:moveTo>
                  <a:lnTo>
                    <a:pt x="5176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5176" y="2761"/>
                  </a:lnTo>
                  <a:close/>
                </a:path>
              </a:pathLst>
            </a:custGeom>
            <a:solidFill>
              <a:srgbClr val="240067"/>
            </a:solidFill>
            <a:ln>
              <a:noFill/>
            </a:ln>
          </p:spPr>
        </p:sp>
        <p:sp>
          <p:nvSpPr>
            <p:cNvPr id="20449" name="Graph element 928"/>
            <p:cNvSpPr/>
            <p:nvPr/>
          </p:nvSpPr>
          <p:spPr>
            <a:xfrm>
              <a:off x="1770608" y="916189"/>
              <a:ext cx="22085" cy="20360"/>
            </a:xfrm>
            <a:custGeom>
              <a:avLst/>
              <a:gdLst/>
              <a:ahLst/>
              <a:cxnLst/>
              <a:rect l="0" t="0" r="r" b="b"/>
              <a:pathLst>
                <a:path w="22085" h="20360" stroke="0" extrusionOk="0">
                  <a:moveTo>
                    <a:pt x="0" y="0"/>
                  </a:moveTo>
                  <a:lnTo>
                    <a:pt x="0" y="4023"/>
                  </a:lnTo>
                  <a:lnTo>
                    <a:pt x="1725" y="5748"/>
                  </a:lnTo>
                  <a:lnTo>
                    <a:pt x="1725" y="7473"/>
                  </a:lnTo>
                  <a:lnTo>
                    <a:pt x="3451" y="9199"/>
                  </a:lnTo>
                  <a:lnTo>
                    <a:pt x="3451" y="10924"/>
                  </a:lnTo>
                  <a:lnTo>
                    <a:pt x="9436" y="16909"/>
                  </a:lnTo>
                  <a:lnTo>
                    <a:pt x="11161" y="16909"/>
                  </a:lnTo>
                  <a:lnTo>
                    <a:pt x="12886" y="18634"/>
                  </a:lnTo>
                  <a:lnTo>
                    <a:pt x="14612" y="18634"/>
                  </a:lnTo>
                  <a:lnTo>
                    <a:pt x="16337" y="20360"/>
                  </a:lnTo>
                  <a:lnTo>
                    <a:pt x="22085" y="20360"/>
                  </a:lnTo>
                  <a:lnTo>
                    <a:pt x="22085" y="17599"/>
                  </a:lnTo>
                  <a:lnTo>
                    <a:pt x="17481" y="17599"/>
                  </a:lnTo>
                  <a:lnTo>
                    <a:pt x="15755" y="15874"/>
                  </a:lnTo>
                  <a:lnTo>
                    <a:pt x="14030" y="15874"/>
                  </a:lnTo>
                  <a:lnTo>
                    <a:pt x="10579" y="12423"/>
                  </a:lnTo>
                  <a:lnTo>
                    <a:pt x="8854" y="12423"/>
                  </a:lnTo>
                  <a:lnTo>
                    <a:pt x="7937" y="11506"/>
                  </a:lnTo>
                  <a:lnTo>
                    <a:pt x="7937" y="9781"/>
                  </a:lnTo>
                  <a:lnTo>
                    <a:pt x="4486" y="6330"/>
                  </a:lnTo>
                  <a:lnTo>
                    <a:pt x="4486" y="46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0067"/>
            </a:solidFill>
            <a:ln>
              <a:noFill/>
            </a:ln>
          </p:spPr>
        </p:sp>
        <p:sp>
          <p:nvSpPr>
            <p:cNvPr id="20450" name="Graph element 929"/>
            <p:cNvSpPr/>
            <p:nvPr/>
          </p:nvSpPr>
          <p:spPr>
            <a:xfrm>
              <a:off x="1768883" y="909287"/>
              <a:ext cx="2761" cy="3451"/>
            </a:xfrm>
            <a:custGeom>
              <a:avLst/>
              <a:gdLst/>
              <a:ahLst/>
              <a:cxnLst/>
              <a:rect l="0" t="0" r="r" b="b"/>
              <a:pathLst>
                <a:path w="2761" h="3451" stroke="0" extrusionOk="0">
                  <a:moveTo>
                    <a:pt x="0" y="3451"/>
                  </a:moveTo>
                  <a:lnTo>
                    <a:pt x="2761" y="3451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3451"/>
                  </a:lnTo>
                  <a:close/>
                </a:path>
              </a:pathLst>
            </a:custGeom>
            <a:solidFill>
              <a:srgbClr val="240067"/>
            </a:solidFill>
            <a:ln>
              <a:noFill/>
            </a:ln>
          </p:spPr>
        </p:sp>
        <p:sp>
          <p:nvSpPr>
            <p:cNvPr id="20451" name="Graph element 930"/>
            <p:cNvSpPr/>
            <p:nvPr/>
          </p:nvSpPr>
          <p:spPr>
            <a:xfrm>
              <a:off x="1803164" y="887202"/>
              <a:ext cx="18516" cy="47621"/>
            </a:xfrm>
            <a:custGeom>
              <a:avLst/>
              <a:gdLst/>
              <a:ahLst/>
              <a:cxnLst/>
              <a:rect l="0" t="0" r="r" b="b"/>
              <a:pathLst>
                <a:path w="18516" h="47621" stroke="0" extrusionOk="0">
                  <a:moveTo>
                    <a:pt x="0" y="0"/>
                  </a:moveTo>
                  <a:lnTo>
                    <a:pt x="4486" y="4486"/>
                  </a:lnTo>
                  <a:lnTo>
                    <a:pt x="6211" y="4486"/>
                  </a:lnTo>
                  <a:lnTo>
                    <a:pt x="12304" y="10579"/>
                  </a:lnTo>
                  <a:lnTo>
                    <a:pt x="12304" y="12304"/>
                  </a:lnTo>
                  <a:lnTo>
                    <a:pt x="14030" y="14030"/>
                  </a:lnTo>
                  <a:lnTo>
                    <a:pt x="14030" y="15755"/>
                  </a:lnTo>
                  <a:lnTo>
                    <a:pt x="15755" y="17481"/>
                  </a:lnTo>
                  <a:lnTo>
                    <a:pt x="15755" y="30140"/>
                  </a:lnTo>
                  <a:lnTo>
                    <a:pt x="14030" y="31866"/>
                  </a:lnTo>
                  <a:lnTo>
                    <a:pt x="14030" y="33591"/>
                  </a:lnTo>
                  <a:lnTo>
                    <a:pt x="12304" y="35317"/>
                  </a:lnTo>
                  <a:lnTo>
                    <a:pt x="12304" y="37042"/>
                  </a:lnTo>
                  <a:lnTo>
                    <a:pt x="4486" y="44860"/>
                  </a:lnTo>
                  <a:lnTo>
                    <a:pt x="3332" y="44860"/>
                  </a:lnTo>
                  <a:lnTo>
                    <a:pt x="3332" y="47621"/>
                  </a:lnTo>
                  <a:lnTo>
                    <a:pt x="5630" y="47621"/>
                  </a:lnTo>
                  <a:lnTo>
                    <a:pt x="15065" y="38186"/>
                  </a:lnTo>
                  <a:lnTo>
                    <a:pt x="15065" y="36460"/>
                  </a:lnTo>
                  <a:lnTo>
                    <a:pt x="16791" y="34735"/>
                  </a:lnTo>
                  <a:lnTo>
                    <a:pt x="16791" y="33009"/>
                  </a:lnTo>
                  <a:lnTo>
                    <a:pt x="18516" y="31284"/>
                  </a:lnTo>
                  <a:lnTo>
                    <a:pt x="18516" y="16337"/>
                  </a:lnTo>
                  <a:lnTo>
                    <a:pt x="16791" y="14612"/>
                  </a:lnTo>
                  <a:lnTo>
                    <a:pt x="16791" y="12886"/>
                  </a:lnTo>
                  <a:lnTo>
                    <a:pt x="15065" y="11161"/>
                  </a:lnTo>
                  <a:lnTo>
                    <a:pt x="15065" y="9436"/>
                  </a:lnTo>
                  <a:lnTo>
                    <a:pt x="563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0067"/>
            </a:solidFill>
            <a:ln>
              <a:noFill/>
            </a:ln>
          </p:spPr>
        </p:sp>
        <p:sp>
          <p:nvSpPr>
            <p:cNvPr id="20452" name="Graph element 931"/>
            <p:cNvSpPr/>
            <p:nvPr/>
          </p:nvSpPr>
          <p:spPr>
            <a:xfrm>
              <a:off x="1770608" y="887202"/>
              <a:ext cx="15184" cy="18634"/>
            </a:xfrm>
            <a:custGeom>
              <a:avLst/>
              <a:gdLst/>
              <a:ahLst/>
              <a:cxnLst/>
              <a:rect l="0" t="0" r="r" b="b"/>
              <a:pathLst>
                <a:path w="15184" h="18634" stroke="0" extrusionOk="0">
                  <a:moveTo>
                    <a:pt x="12886" y="0"/>
                  </a:moveTo>
                  <a:lnTo>
                    <a:pt x="9436" y="3451"/>
                  </a:lnTo>
                  <a:lnTo>
                    <a:pt x="7710" y="3451"/>
                  </a:lnTo>
                  <a:lnTo>
                    <a:pt x="3451" y="7710"/>
                  </a:lnTo>
                  <a:lnTo>
                    <a:pt x="3451" y="9436"/>
                  </a:lnTo>
                  <a:lnTo>
                    <a:pt x="1725" y="11161"/>
                  </a:lnTo>
                  <a:lnTo>
                    <a:pt x="1725" y="12886"/>
                  </a:lnTo>
                  <a:lnTo>
                    <a:pt x="0" y="14612"/>
                  </a:lnTo>
                  <a:lnTo>
                    <a:pt x="0" y="18634"/>
                  </a:lnTo>
                  <a:lnTo>
                    <a:pt x="2761" y="18634"/>
                  </a:lnTo>
                  <a:lnTo>
                    <a:pt x="2761" y="15755"/>
                  </a:lnTo>
                  <a:lnTo>
                    <a:pt x="4486" y="14030"/>
                  </a:lnTo>
                  <a:lnTo>
                    <a:pt x="4486" y="12304"/>
                  </a:lnTo>
                  <a:lnTo>
                    <a:pt x="14030" y="2761"/>
                  </a:lnTo>
                  <a:lnTo>
                    <a:pt x="15184" y="2761"/>
                  </a:lnTo>
                  <a:lnTo>
                    <a:pt x="15184" y="0"/>
                  </a:lnTo>
                  <a:lnTo>
                    <a:pt x="12886" y="0"/>
                  </a:lnTo>
                  <a:close/>
                </a:path>
              </a:pathLst>
            </a:custGeom>
            <a:solidFill>
              <a:srgbClr val="240067"/>
            </a:solidFill>
            <a:ln>
              <a:noFill/>
            </a:ln>
          </p:spPr>
        </p:sp>
        <p:sp>
          <p:nvSpPr>
            <p:cNvPr id="20453" name="Graph element 932"/>
            <p:cNvSpPr/>
            <p:nvPr/>
          </p:nvSpPr>
          <p:spPr>
            <a:xfrm>
              <a:off x="1797869" y="885477"/>
              <a:ext cx="5176" cy="2761"/>
            </a:xfrm>
            <a:custGeom>
              <a:avLst/>
              <a:gdLst/>
              <a:ahLst/>
              <a:cxnLst/>
              <a:rect l="0" t="0" r="r" b="b"/>
              <a:pathLst>
                <a:path w="5176" h="2761" stroke="0" extrusionOk="0">
                  <a:moveTo>
                    <a:pt x="5176" y="2761"/>
                  </a:moveTo>
                  <a:lnTo>
                    <a:pt x="5176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5176" y="2761"/>
                  </a:lnTo>
                  <a:close/>
                </a:path>
              </a:pathLst>
            </a:custGeom>
            <a:solidFill>
              <a:srgbClr val="240067"/>
            </a:solidFill>
            <a:ln>
              <a:noFill/>
            </a:ln>
          </p:spPr>
        </p:sp>
        <p:sp>
          <p:nvSpPr>
            <p:cNvPr id="20454" name="Graph element 933"/>
            <p:cNvSpPr/>
            <p:nvPr/>
          </p:nvSpPr>
          <p:spPr>
            <a:xfrm>
              <a:off x="1789242" y="885477"/>
              <a:ext cx="5176" cy="2761"/>
            </a:xfrm>
            <a:custGeom>
              <a:avLst/>
              <a:gdLst/>
              <a:ahLst/>
              <a:cxnLst/>
              <a:rect l="0" t="0" r="r" b="b"/>
              <a:pathLst>
                <a:path w="5176" h="2761" stroke="0" extrusionOk="0">
                  <a:moveTo>
                    <a:pt x="5176" y="2761"/>
                  </a:moveTo>
                  <a:lnTo>
                    <a:pt x="5176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5176" y="2761"/>
                  </a:lnTo>
                  <a:close/>
                </a:path>
              </a:pathLst>
            </a:custGeom>
            <a:solidFill>
              <a:srgbClr val="240067"/>
            </a:solidFill>
            <a:ln>
              <a:noFill/>
            </a:ln>
          </p:spPr>
        </p:sp>
        <p:sp>
          <p:nvSpPr>
            <p:cNvPr id="20455" name="Graph element 934"/>
            <p:cNvSpPr/>
            <p:nvPr/>
          </p:nvSpPr>
          <p:spPr>
            <a:xfrm>
              <a:off x="1792693" y="858274"/>
              <a:ext cx="23811" cy="16160"/>
            </a:xfrm>
            <a:custGeom>
              <a:avLst/>
              <a:gdLst/>
              <a:ahLst/>
              <a:cxnLst/>
              <a:rect l="0" t="0" r="r" b="b"/>
              <a:pathLst>
                <a:path w="23811" h="16160" stroke="0" extrusionOk="0">
                  <a:moveTo>
                    <a:pt x="23180" y="0"/>
                  </a:moveTo>
                  <a:lnTo>
                    <a:pt x="21050" y="2130"/>
                  </a:lnTo>
                  <a:lnTo>
                    <a:pt x="21050" y="3855"/>
                  </a:lnTo>
                  <a:lnTo>
                    <a:pt x="16682" y="8223"/>
                  </a:lnTo>
                  <a:lnTo>
                    <a:pt x="14957" y="8223"/>
                  </a:lnTo>
                  <a:lnTo>
                    <a:pt x="11506" y="11674"/>
                  </a:lnTo>
                  <a:lnTo>
                    <a:pt x="8055" y="11674"/>
                  </a:lnTo>
                  <a:lnTo>
                    <a:pt x="6330" y="13399"/>
                  </a:lnTo>
                  <a:lnTo>
                    <a:pt x="0" y="13399"/>
                  </a:lnTo>
                  <a:lnTo>
                    <a:pt x="0" y="16160"/>
                  </a:lnTo>
                  <a:lnTo>
                    <a:pt x="7473" y="16160"/>
                  </a:lnTo>
                  <a:lnTo>
                    <a:pt x="9199" y="14434"/>
                  </a:lnTo>
                  <a:lnTo>
                    <a:pt x="12650" y="14434"/>
                  </a:lnTo>
                  <a:lnTo>
                    <a:pt x="14375" y="12709"/>
                  </a:lnTo>
                  <a:lnTo>
                    <a:pt x="16100" y="12709"/>
                  </a:lnTo>
                  <a:lnTo>
                    <a:pt x="23811" y="4999"/>
                  </a:lnTo>
                  <a:lnTo>
                    <a:pt x="23180" y="0"/>
                  </a:lnTo>
                  <a:close/>
                </a:path>
              </a:pathLst>
            </a:custGeom>
            <a:solidFill>
              <a:srgbClr val="240067"/>
            </a:solidFill>
            <a:ln>
              <a:noFill/>
            </a:ln>
          </p:spPr>
        </p:sp>
        <p:sp>
          <p:nvSpPr>
            <p:cNvPr id="20456" name="Graph element 935"/>
            <p:cNvSpPr/>
            <p:nvPr/>
          </p:nvSpPr>
          <p:spPr>
            <a:xfrm>
              <a:off x="1772333" y="855800"/>
              <a:ext cx="16909" cy="16909"/>
            </a:xfrm>
            <a:custGeom>
              <a:avLst/>
              <a:gdLst/>
              <a:ahLst/>
              <a:cxnLst/>
              <a:rect l="0" t="0" r="r" b="b"/>
              <a:pathLst>
                <a:path w="16909" h="16909" stroke="0" extrusionOk="0">
                  <a:moveTo>
                    <a:pt x="0" y="0"/>
                  </a:moveTo>
                  <a:lnTo>
                    <a:pt x="0" y="2297"/>
                  </a:lnTo>
                  <a:lnTo>
                    <a:pt x="1725" y="4023"/>
                  </a:lnTo>
                  <a:lnTo>
                    <a:pt x="1725" y="5748"/>
                  </a:lnTo>
                  <a:lnTo>
                    <a:pt x="5176" y="9199"/>
                  </a:lnTo>
                  <a:lnTo>
                    <a:pt x="5176" y="11733"/>
                  </a:lnTo>
                  <a:lnTo>
                    <a:pt x="7710" y="11733"/>
                  </a:lnTo>
                  <a:lnTo>
                    <a:pt x="11161" y="15184"/>
                  </a:lnTo>
                  <a:lnTo>
                    <a:pt x="12886" y="15184"/>
                  </a:lnTo>
                  <a:lnTo>
                    <a:pt x="14612" y="16909"/>
                  </a:lnTo>
                  <a:lnTo>
                    <a:pt x="16909" y="16909"/>
                  </a:lnTo>
                  <a:lnTo>
                    <a:pt x="16909" y="14148"/>
                  </a:lnTo>
                  <a:lnTo>
                    <a:pt x="15755" y="14148"/>
                  </a:lnTo>
                  <a:lnTo>
                    <a:pt x="14030" y="12423"/>
                  </a:lnTo>
                  <a:lnTo>
                    <a:pt x="12304" y="12423"/>
                  </a:lnTo>
                  <a:lnTo>
                    <a:pt x="4486" y="4604"/>
                  </a:lnTo>
                  <a:lnTo>
                    <a:pt x="4486" y="2879"/>
                  </a:lnTo>
                  <a:lnTo>
                    <a:pt x="2761" y="11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0067"/>
            </a:solidFill>
            <a:ln>
              <a:noFill/>
            </a:ln>
          </p:spPr>
        </p:sp>
        <p:sp>
          <p:nvSpPr>
            <p:cNvPr id="20457" name="Graph element 936"/>
            <p:cNvSpPr/>
            <p:nvPr/>
          </p:nvSpPr>
          <p:spPr>
            <a:xfrm>
              <a:off x="1770608" y="847173"/>
              <a:ext cx="2761" cy="5176"/>
            </a:xfrm>
            <a:custGeom>
              <a:avLst/>
              <a:gdLst/>
              <a:ahLst/>
              <a:cxnLst/>
              <a:rect l="0" t="0" r="r" b="b"/>
              <a:pathLst>
                <a:path w="2761" h="5176" stroke="0" extrusionOk="0">
                  <a:moveTo>
                    <a:pt x="0" y="5176"/>
                  </a:moveTo>
                  <a:lnTo>
                    <a:pt x="2761" y="5176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5176"/>
                  </a:lnTo>
                  <a:close/>
                </a:path>
              </a:pathLst>
            </a:custGeom>
            <a:solidFill>
              <a:srgbClr val="240067"/>
            </a:solidFill>
            <a:ln>
              <a:noFill/>
            </a:ln>
          </p:spPr>
        </p:sp>
        <p:sp>
          <p:nvSpPr>
            <p:cNvPr id="20458" name="Graph element 937"/>
            <p:cNvSpPr/>
            <p:nvPr/>
          </p:nvSpPr>
          <p:spPr>
            <a:xfrm>
              <a:off x="1772333" y="825087"/>
              <a:ext cx="47621" cy="30712"/>
            </a:xfrm>
            <a:custGeom>
              <a:avLst/>
              <a:gdLst/>
              <a:ahLst/>
              <a:cxnLst/>
              <a:rect l="0" t="0" r="r" b="b"/>
              <a:pathLst>
                <a:path w="47621" h="30712" stroke="0" extrusionOk="0">
                  <a:moveTo>
                    <a:pt x="0" y="14612"/>
                  </a:moveTo>
                  <a:lnTo>
                    <a:pt x="0" y="18634"/>
                  </a:lnTo>
                  <a:lnTo>
                    <a:pt x="2761" y="18634"/>
                  </a:lnTo>
                  <a:lnTo>
                    <a:pt x="2761" y="15755"/>
                  </a:lnTo>
                  <a:lnTo>
                    <a:pt x="6211" y="12304"/>
                  </a:lnTo>
                  <a:lnTo>
                    <a:pt x="6211" y="10579"/>
                  </a:lnTo>
                  <a:lnTo>
                    <a:pt x="10579" y="6211"/>
                  </a:lnTo>
                  <a:lnTo>
                    <a:pt x="12304" y="6211"/>
                  </a:lnTo>
                  <a:lnTo>
                    <a:pt x="14030" y="4486"/>
                  </a:lnTo>
                  <a:lnTo>
                    <a:pt x="15755" y="4486"/>
                  </a:lnTo>
                  <a:lnTo>
                    <a:pt x="17481" y="2761"/>
                  </a:lnTo>
                  <a:lnTo>
                    <a:pt x="30140" y="2761"/>
                  </a:lnTo>
                  <a:lnTo>
                    <a:pt x="31866" y="4486"/>
                  </a:lnTo>
                  <a:lnTo>
                    <a:pt x="33591" y="4486"/>
                  </a:lnTo>
                  <a:lnTo>
                    <a:pt x="37042" y="7937"/>
                  </a:lnTo>
                  <a:lnTo>
                    <a:pt x="38767" y="7937"/>
                  </a:lnTo>
                  <a:lnTo>
                    <a:pt x="39684" y="8854"/>
                  </a:lnTo>
                  <a:lnTo>
                    <a:pt x="39684" y="10579"/>
                  </a:lnTo>
                  <a:lnTo>
                    <a:pt x="43135" y="14030"/>
                  </a:lnTo>
                  <a:lnTo>
                    <a:pt x="43135" y="15755"/>
                  </a:lnTo>
                  <a:lnTo>
                    <a:pt x="44860" y="17481"/>
                  </a:lnTo>
                  <a:lnTo>
                    <a:pt x="44860" y="30712"/>
                  </a:lnTo>
                  <a:lnTo>
                    <a:pt x="47621" y="30712"/>
                  </a:lnTo>
                  <a:lnTo>
                    <a:pt x="47621" y="16337"/>
                  </a:lnTo>
                  <a:lnTo>
                    <a:pt x="45896" y="14612"/>
                  </a:lnTo>
                  <a:lnTo>
                    <a:pt x="45896" y="12886"/>
                  </a:lnTo>
                  <a:lnTo>
                    <a:pt x="42445" y="9436"/>
                  </a:lnTo>
                  <a:lnTo>
                    <a:pt x="42445" y="7710"/>
                  </a:lnTo>
                  <a:lnTo>
                    <a:pt x="39911" y="5176"/>
                  </a:lnTo>
                  <a:lnTo>
                    <a:pt x="38186" y="5176"/>
                  </a:lnTo>
                  <a:lnTo>
                    <a:pt x="34735" y="1725"/>
                  </a:lnTo>
                  <a:lnTo>
                    <a:pt x="33009" y="1725"/>
                  </a:lnTo>
                  <a:lnTo>
                    <a:pt x="31284" y="0"/>
                  </a:lnTo>
                  <a:lnTo>
                    <a:pt x="16337" y="0"/>
                  </a:lnTo>
                  <a:lnTo>
                    <a:pt x="14612" y="1725"/>
                  </a:lnTo>
                  <a:lnTo>
                    <a:pt x="12886" y="1725"/>
                  </a:lnTo>
                  <a:lnTo>
                    <a:pt x="11161" y="3451"/>
                  </a:lnTo>
                  <a:lnTo>
                    <a:pt x="9436" y="3451"/>
                  </a:lnTo>
                  <a:lnTo>
                    <a:pt x="3451" y="9436"/>
                  </a:lnTo>
                  <a:lnTo>
                    <a:pt x="3451" y="11161"/>
                  </a:lnTo>
                  <a:lnTo>
                    <a:pt x="0" y="14612"/>
                  </a:lnTo>
                  <a:close/>
                </a:path>
              </a:pathLst>
            </a:custGeom>
            <a:solidFill>
              <a:srgbClr val="240067"/>
            </a:solidFill>
            <a:ln>
              <a:noFill/>
            </a:ln>
          </p:spPr>
        </p:sp>
        <p:sp>
          <p:nvSpPr>
            <p:cNvPr id="20459" name="Graph element 938"/>
            <p:cNvSpPr/>
            <p:nvPr/>
          </p:nvSpPr>
          <p:spPr>
            <a:xfrm>
              <a:off x="1789242" y="811284"/>
              <a:ext cx="3451" cy="2761"/>
            </a:xfrm>
            <a:custGeom>
              <a:avLst/>
              <a:gdLst/>
              <a:ahLst/>
              <a:cxnLst/>
              <a:rect l="0" t="0" r="r" b="b"/>
              <a:pathLst>
                <a:path w="3451" h="2761" stroke="0" extrusionOk="0">
                  <a:moveTo>
                    <a:pt x="3451" y="2761"/>
                  </a:moveTo>
                  <a:lnTo>
                    <a:pt x="3451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3451" y="2761"/>
                  </a:lnTo>
                  <a:close/>
                </a:path>
              </a:pathLst>
            </a:custGeom>
            <a:solidFill>
              <a:srgbClr val="240067"/>
            </a:solidFill>
            <a:ln>
              <a:noFill/>
            </a:ln>
          </p:spPr>
        </p:sp>
        <p:sp>
          <p:nvSpPr>
            <p:cNvPr id="20460" name="Graph element 939"/>
            <p:cNvSpPr/>
            <p:nvPr/>
          </p:nvSpPr>
          <p:spPr>
            <a:xfrm>
              <a:off x="1774059" y="797136"/>
              <a:ext cx="12709" cy="14779"/>
            </a:xfrm>
            <a:custGeom>
              <a:avLst/>
              <a:gdLst/>
              <a:ahLst/>
              <a:cxnLst/>
              <a:rect l="0" t="0" r="r" b="b"/>
              <a:pathLst>
                <a:path w="12709" h="14779" stroke="0" extrusionOk="0">
                  <a:moveTo>
                    <a:pt x="0" y="4023"/>
                  </a:moveTo>
                  <a:lnTo>
                    <a:pt x="3451" y="7473"/>
                  </a:lnTo>
                  <a:lnTo>
                    <a:pt x="3451" y="9199"/>
                  </a:lnTo>
                  <a:lnTo>
                    <a:pt x="7710" y="13458"/>
                  </a:lnTo>
                  <a:lnTo>
                    <a:pt x="9436" y="13458"/>
                  </a:lnTo>
                  <a:lnTo>
                    <a:pt x="10757" y="14779"/>
                  </a:lnTo>
                  <a:lnTo>
                    <a:pt x="12709" y="12827"/>
                  </a:lnTo>
                  <a:lnTo>
                    <a:pt x="10579" y="10697"/>
                  </a:lnTo>
                  <a:lnTo>
                    <a:pt x="8854" y="10697"/>
                  </a:lnTo>
                  <a:lnTo>
                    <a:pt x="6211" y="8055"/>
                  </a:lnTo>
                  <a:lnTo>
                    <a:pt x="6211" y="6330"/>
                  </a:lnTo>
                  <a:lnTo>
                    <a:pt x="2761" y="2879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4023"/>
                  </a:lnTo>
                  <a:close/>
                </a:path>
              </a:pathLst>
            </a:custGeom>
            <a:solidFill>
              <a:srgbClr val="240067"/>
            </a:solidFill>
            <a:ln>
              <a:noFill/>
            </a:ln>
          </p:spPr>
        </p:sp>
        <p:sp>
          <p:nvSpPr>
            <p:cNvPr id="20461" name="Graph element 940"/>
            <p:cNvSpPr/>
            <p:nvPr/>
          </p:nvSpPr>
          <p:spPr>
            <a:xfrm>
              <a:off x="1772333" y="790234"/>
              <a:ext cx="2761" cy="3451"/>
            </a:xfrm>
            <a:custGeom>
              <a:avLst/>
              <a:gdLst/>
              <a:ahLst/>
              <a:cxnLst/>
              <a:rect l="0" t="0" r="r" b="b"/>
              <a:pathLst>
                <a:path w="2761" h="3451" stroke="0" extrusionOk="0">
                  <a:moveTo>
                    <a:pt x="0" y="3451"/>
                  </a:moveTo>
                  <a:lnTo>
                    <a:pt x="2761" y="3451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3451"/>
                  </a:lnTo>
                  <a:close/>
                </a:path>
              </a:pathLst>
            </a:custGeom>
            <a:solidFill>
              <a:srgbClr val="240067"/>
            </a:solidFill>
            <a:ln>
              <a:noFill/>
            </a:ln>
          </p:spPr>
        </p:sp>
        <p:sp>
          <p:nvSpPr>
            <p:cNvPr id="20462" name="Graph element 941"/>
            <p:cNvSpPr/>
            <p:nvPr/>
          </p:nvSpPr>
          <p:spPr>
            <a:xfrm>
              <a:off x="1797869" y="769875"/>
              <a:ext cx="20360" cy="44170"/>
            </a:xfrm>
            <a:custGeom>
              <a:avLst/>
              <a:gdLst/>
              <a:ahLst/>
              <a:cxnLst/>
              <a:rect l="0" t="0" r="r" b="b"/>
              <a:pathLst>
                <a:path w="20360" h="44170" stroke="0" extrusionOk="0">
                  <a:moveTo>
                    <a:pt x="0" y="2761"/>
                  </a:moveTo>
                  <a:lnTo>
                    <a:pt x="4604" y="2761"/>
                  </a:lnTo>
                  <a:lnTo>
                    <a:pt x="6330" y="4486"/>
                  </a:lnTo>
                  <a:lnTo>
                    <a:pt x="8055" y="4486"/>
                  </a:lnTo>
                  <a:lnTo>
                    <a:pt x="15874" y="12304"/>
                  </a:lnTo>
                  <a:lnTo>
                    <a:pt x="15874" y="14030"/>
                  </a:lnTo>
                  <a:lnTo>
                    <a:pt x="17599" y="15755"/>
                  </a:lnTo>
                  <a:lnTo>
                    <a:pt x="17599" y="28415"/>
                  </a:lnTo>
                  <a:lnTo>
                    <a:pt x="15874" y="30140"/>
                  </a:lnTo>
                  <a:lnTo>
                    <a:pt x="15874" y="31866"/>
                  </a:lnTo>
                  <a:lnTo>
                    <a:pt x="8055" y="39684"/>
                  </a:lnTo>
                  <a:lnTo>
                    <a:pt x="6330" y="39684"/>
                  </a:lnTo>
                  <a:lnTo>
                    <a:pt x="4604" y="41410"/>
                  </a:lnTo>
                  <a:lnTo>
                    <a:pt x="1725" y="41410"/>
                  </a:lnTo>
                  <a:lnTo>
                    <a:pt x="1725" y="44170"/>
                  </a:lnTo>
                  <a:lnTo>
                    <a:pt x="5748" y="44170"/>
                  </a:lnTo>
                  <a:lnTo>
                    <a:pt x="7473" y="42445"/>
                  </a:lnTo>
                  <a:lnTo>
                    <a:pt x="9199" y="42445"/>
                  </a:lnTo>
                  <a:lnTo>
                    <a:pt x="12650" y="38994"/>
                  </a:lnTo>
                  <a:lnTo>
                    <a:pt x="15184" y="38994"/>
                  </a:lnTo>
                  <a:lnTo>
                    <a:pt x="15184" y="36460"/>
                  </a:lnTo>
                  <a:lnTo>
                    <a:pt x="18634" y="33009"/>
                  </a:lnTo>
                  <a:lnTo>
                    <a:pt x="18634" y="31284"/>
                  </a:lnTo>
                  <a:lnTo>
                    <a:pt x="20360" y="29559"/>
                  </a:lnTo>
                  <a:lnTo>
                    <a:pt x="20360" y="14612"/>
                  </a:lnTo>
                  <a:lnTo>
                    <a:pt x="18634" y="12886"/>
                  </a:lnTo>
                  <a:lnTo>
                    <a:pt x="18634" y="11161"/>
                  </a:lnTo>
                  <a:lnTo>
                    <a:pt x="15184" y="7710"/>
                  </a:lnTo>
                  <a:lnTo>
                    <a:pt x="15184" y="5176"/>
                  </a:lnTo>
                  <a:lnTo>
                    <a:pt x="12650" y="5176"/>
                  </a:lnTo>
                  <a:lnTo>
                    <a:pt x="9199" y="1725"/>
                  </a:lnTo>
                  <a:lnTo>
                    <a:pt x="7473" y="1725"/>
                  </a:lnTo>
                  <a:lnTo>
                    <a:pt x="5748" y="0"/>
                  </a:lnTo>
                  <a:lnTo>
                    <a:pt x="0" y="2761"/>
                  </a:lnTo>
                  <a:close/>
                </a:path>
              </a:pathLst>
            </a:custGeom>
            <a:solidFill>
              <a:srgbClr val="240067"/>
            </a:solidFill>
            <a:ln>
              <a:noFill/>
            </a:ln>
          </p:spPr>
        </p:sp>
        <p:sp>
          <p:nvSpPr>
            <p:cNvPr id="20463" name="Graph element 942"/>
            <p:cNvSpPr/>
            <p:nvPr/>
          </p:nvSpPr>
          <p:spPr>
            <a:xfrm>
              <a:off x="1774059" y="769875"/>
              <a:ext cx="20360" cy="16909"/>
            </a:xfrm>
            <a:custGeom>
              <a:avLst/>
              <a:gdLst/>
              <a:ahLst/>
              <a:cxnLst/>
              <a:rect l="0" t="0" r="r" b="b"/>
              <a:pathLst>
                <a:path w="20360" h="16909" stroke="0" extrusionOk="0">
                  <a:moveTo>
                    <a:pt x="14612" y="0"/>
                  </a:moveTo>
                  <a:lnTo>
                    <a:pt x="12886" y="1725"/>
                  </a:lnTo>
                  <a:lnTo>
                    <a:pt x="11161" y="1725"/>
                  </a:lnTo>
                  <a:lnTo>
                    <a:pt x="9436" y="3451"/>
                  </a:lnTo>
                  <a:lnTo>
                    <a:pt x="7710" y="3451"/>
                  </a:lnTo>
                  <a:lnTo>
                    <a:pt x="3451" y="7710"/>
                  </a:lnTo>
                  <a:lnTo>
                    <a:pt x="3451" y="9436"/>
                  </a:lnTo>
                  <a:lnTo>
                    <a:pt x="0" y="12886"/>
                  </a:lnTo>
                  <a:lnTo>
                    <a:pt x="0" y="16909"/>
                  </a:lnTo>
                  <a:lnTo>
                    <a:pt x="2761" y="16909"/>
                  </a:lnTo>
                  <a:lnTo>
                    <a:pt x="2761" y="14030"/>
                  </a:lnTo>
                  <a:lnTo>
                    <a:pt x="6211" y="10579"/>
                  </a:lnTo>
                  <a:lnTo>
                    <a:pt x="6211" y="8854"/>
                  </a:lnTo>
                  <a:lnTo>
                    <a:pt x="7128" y="7937"/>
                  </a:lnTo>
                  <a:lnTo>
                    <a:pt x="8854" y="7937"/>
                  </a:lnTo>
                  <a:lnTo>
                    <a:pt x="12304" y="4486"/>
                  </a:lnTo>
                  <a:lnTo>
                    <a:pt x="14030" y="4486"/>
                  </a:lnTo>
                  <a:lnTo>
                    <a:pt x="15755" y="2761"/>
                  </a:lnTo>
                  <a:lnTo>
                    <a:pt x="20360" y="2761"/>
                  </a:lnTo>
                  <a:lnTo>
                    <a:pt x="20360" y="0"/>
                  </a:lnTo>
                  <a:lnTo>
                    <a:pt x="14612" y="0"/>
                  </a:lnTo>
                  <a:close/>
                </a:path>
              </a:pathLst>
            </a:custGeom>
            <a:solidFill>
              <a:srgbClr val="240067"/>
            </a:solidFill>
            <a:ln>
              <a:noFill/>
            </a:ln>
          </p:spPr>
        </p:sp>
        <p:sp>
          <p:nvSpPr>
            <p:cNvPr id="20464" name="Graph element 943"/>
            <p:cNvSpPr/>
            <p:nvPr/>
          </p:nvSpPr>
          <p:spPr>
            <a:xfrm>
              <a:off x="1775784" y="741923"/>
              <a:ext cx="12709" cy="16505"/>
            </a:xfrm>
            <a:custGeom>
              <a:avLst/>
              <a:gdLst/>
              <a:ahLst/>
              <a:cxnLst/>
              <a:rect l="0" t="0" r="r" b="b"/>
              <a:pathLst>
                <a:path w="12709" h="16505" stroke="0" extrusionOk="0">
                  <a:moveTo>
                    <a:pt x="0" y="5748"/>
                  </a:moveTo>
                  <a:lnTo>
                    <a:pt x="3451" y="9199"/>
                  </a:lnTo>
                  <a:lnTo>
                    <a:pt x="3451" y="10924"/>
                  </a:lnTo>
                  <a:lnTo>
                    <a:pt x="7710" y="15184"/>
                  </a:lnTo>
                  <a:lnTo>
                    <a:pt x="9436" y="15184"/>
                  </a:lnTo>
                  <a:lnTo>
                    <a:pt x="10757" y="16505"/>
                  </a:lnTo>
                  <a:lnTo>
                    <a:pt x="12709" y="14553"/>
                  </a:lnTo>
                  <a:lnTo>
                    <a:pt x="10579" y="12423"/>
                  </a:lnTo>
                  <a:lnTo>
                    <a:pt x="8854" y="12423"/>
                  </a:lnTo>
                  <a:lnTo>
                    <a:pt x="6211" y="9781"/>
                  </a:lnTo>
                  <a:lnTo>
                    <a:pt x="6211" y="8055"/>
                  </a:lnTo>
                  <a:lnTo>
                    <a:pt x="2761" y="4604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5748"/>
                  </a:lnTo>
                  <a:close/>
                </a:path>
              </a:pathLst>
            </a:custGeom>
            <a:solidFill>
              <a:srgbClr val="240067"/>
            </a:solidFill>
            <a:ln>
              <a:noFill/>
            </a:ln>
          </p:spPr>
        </p:sp>
        <p:sp>
          <p:nvSpPr>
            <p:cNvPr id="20465" name="Graph element 944"/>
            <p:cNvSpPr/>
            <p:nvPr/>
          </p:nvSpPr>
          <p:spPr>
            <a:xfrm>
              <a:off x="1790968" y="723289"/>
              <a:ext cx="25536" cy="37269"/>
            </a:xfrm>
            <a:custGeom>
              <a:avLst/>
              <a:gdLst/>
              <a:ahLst/>
              <a:cxnLst/>
              <a:rect l="0" t="0" r="r" b="b"/>
              <a:pathLst>
                <a:path w="25536" h="37269" stroke="0" extrusionOk="0">
                  <a:moveTo>
                    <a:pt x="12827" y="631"/>
                  </a:moveTo>
                  <a:lnTo>
                    <a:pt x="14957" y="2761"/>
                  </a:lnTo>
                  <a:lnTo>
                    <a:pt x="16682" y="2761"/>
                  </a:lnTo>
                  <a:lnTo>
                    <a:pt x="17599" y="3677"/>
                  </a:lnTo>
                  <a:lnTo>
                    <a:pt x="17599" y="5403"/>
                  </a:lnTo>
                  <a:lnTo>
                    <a:pt x="21050" y="8854"/>
                  </a:lnTo>
                  <a:lnTo>
                    <a:pt x="21050" y="10579"/>
                  </a:lnTo>
                  <a:lnTo>
                    <a:pt x="22775" y="12304"/>
                  </a:lnTo>
                  <a:lnTo>
                    <a:pt x="22775" y="21513"/>
                  </a:lnTo>
                  <a:lnTo>
                    <a:pt x="21050" y="23239"/>
                  </a:lnTo>
                  <a:lnTo>
                    <a:pt x="21050" y="24964"/>
                  </a:lnTo>
                  <a:lnTo>
                    <a:pt x="13231" y="32783"/>
                  </a:lnTo>
                  <a:lnTo>
                    <a:pt x="11506" y="32783"/>
                  </a:lnTo>
                  <a:lnTo>
                    <a:pt x="9781" y="34508"/>
                  </a:lnTo>
                  <a:lnTo>
                    <a:pt x="0" y="34508"/>
                  </a:lnTo>
                  <a:lnTo>
                    <a:pt x="0" y="37269"/>
                  </a:lnTo>
                  <a:lnTo>
                    <a:pt x="10924" y="37269"/>
                  </a:lnTo>
                  <a:lnTo>
                    <a:pt x="12650" y="35543"/>
                  </a:lnTo>
                  <a:lnTo>
                    <a:pt x="14375" y="35543"/>
                  </a:lnTo>
                  <a:lnTo>
                    <a:pt x="17826" y="32092"/>
                  </a:lnTo>
                  <a:lnTo>
                    <a:pt x="20360" y="32092"/>
                  </a:lnTo>
                  <a:lnTo>
                    <a:pt x="20360" y="29559"/>
                  </a:lnTo>
                  <a:lnTo>
                    <a:pt x="23811" y="26108"/>
                  </a:lnTo>
                  <a:lnTo>
                    <a:pt x="23811" y="24382"/>
                  </a:lnTo>
                  <a:lnTo>
                    <a:pt x="25536" y="22657"/>
                  </a:lnTo>
                  <a:lnTo>
                    <a:pt x="25536" y="11161"/>
                  </a:lnTo>
                  <a:lnTo>
                    <a:pt x="23811" y="9436"/>
                  </a:lnTo>
                  <a:lnTo>
                    <a:pt x="23811" y="7710"/>
                  </a:lnTo>
                  <a:lnTo>
                    <a:pt x="22085" y="5985"/>
                  </a:lnTo>
                  <a:lnTo>
                    <a:pt x="22085" y="4259"/>
                  </a:lnTo>
                  <a:lnTo>
                    <a:pt x="17826" y="0"/>
                  </a:lnTo>
                  <a:lnTo>
                    <a:pt x="12827" y="631"/>
                  </a:lnTo>
                  <a:close/>
                </a:path>
              </a:pathLst>
            </a:custGeom>
            <a:solidFill>
              <a:srgbClr val="240067"/>
            </a:solidFill>
            <a:ln>
              <a:noFill/>
            </a:ln>
          </p:spPr>
        </p:sp>
        <p:sp>
          <p:nvSpPr>
            <p:cNvPr id="20466" name="Graph element 945"/>
            <p:cNvSpPr/>
            <p:nvPr/>
          </p:nvSpPr>
          <p:spPr>
            <a:xfrm>
              <a:off x="1775784" y="719838"/>
              <a:ext cx="25536" cy="18634"/>
            </a:xfrm>
            <a:custGeom>
              <a:avLst/>
              <a:gdLst/>
              <a:ahLst/>
              <a:cxnLst/>
              <a:rect l="0" t="0" r="r" b="b"/>
              <a:pathLst>
                <a:path w="25536" h="18634" stroke="0" extrusionOk="0">
                  <a:moveTo>
                    <a:pt x="0" y="12886"/>
                  </a:moveTo>
                  <a:lnTo>
                    <a:pt x="0" y="18634"/>
                  </a:lnTo>
                  <a:lnTo>
                    <a:pt x="2761" y="18634"/>
                  </a:lnTo>
                  <a:lnTo>
                    <a:pt x="2761" y="14030"/>
                  </a:lnTo>
                  <a:lnTo>
                    <a:pt x="4486" y="12304"/>
                  </a:lnTo>
                  <a:lnTo>
                    <a:pt x="4486" y="10579"/>
                  </a:lnTo>
                  <a:lnTo>
                    <a:pt x="10579" y="4486"/>
                  </a:lnTo>
                  <a:lnTo>
                    <a:pt x="12304" y="4486"/>
                  </a:lnTo>
                  <a:lnTo>
                    <a:pt x="14030" y="2761"/>
                  </a:lnTo>
                  <a:lnTo>
                    <a:pt x="25536" y="2761"/>
                  </a:lnTo>
                  <a:lnTo>
                    <a:pt x="25536" y="0"/>
                  </a:lnTo>
                  <a:lnTo>
                    <a:pt x="12886" y="0"/>
                  </a:lnTo>
                  <a:lnTo>
                    <a:pt x="11161" y="1725"/>
                  </a:lnTo>
                  <a:lnTo>
                    <a:pt x="9436" y="1725"/>
                  </a:lnTo>
                  <a:lnTo>
                    <a:pt x="1725" y="9436"/>
                  </a:lnTo>
                  <a:lnTo>
                    <a:pt x="1725" y="11161"/>
                  </a:lnTo>
                  <a:lnTo>
                    <a:pt x="0" y="12886"/>
                  </a:lnTo>
                  <a:close/>
                </a:path>
              </a:pathLst>
            </a:custGeom>
            <a:solidFill>
              <a:srgbClr val="240067"/>
            </a:solidFill>
            <a:ln>
              <a:noFill/>
            </a:ln>
          </p:spPr>
        </p:sp>
        <p:sp>
          <p:nvSpPr>
            <p:cNvPr id="20467" name="Graph element 946"/>
            <p:cNvSpPr/>
            <p:nvPr/>
          </p:nvSpPr>
          <p:spPr>
            <a:xfrm>
              <a:off x="1779235" y="693612"/>
              <a:ext cx="33818" cy="15184"/>
            </a:xfrm>
            <a:custGeom>
              <a:avLst/>
              <a:gdLst/>
              <a:ahLst/>
              <a:cxnLst/>
              <a:rect l="0" t="0" r="r" b="b"/>
              <a:pathLst>
                <a:path w="33818" h="15184" stroke="0" extrusionOk="0">
                  <a:moveTo>
                    <a:pt x="31057" y="0"/>
                  </a:moveTo>
                  <a:lnTo>
                    <a:pt x="31057" y="2879"/>
                  </a:lnTo>
                  <a:lnTo>
                    <a:pt x="29332" y="4604"/>
                  </a:lnTo>
                  <a:lnTo>
                    <a:pt x="29332" y="6330"/>
                  </a:lnTo>
                  <a:lnTo>
                    <a:pt x="26690" y="8972"/>
                  </a:lnTo>
                  <a:lnTo>
                    <a:pt x="24964" y="8972"/>
                  </a:lnTo>
                  <a:lnTo>
                    <a:pt x="21513" y="12423"/>
                  </a:lnTo>
                  <a:lnTo>
                    <a:pt x="12304" y="12423"/>
                  </a:lnTo>
                  <a:lnTo>
                    <a:pt x="10579" y="10697"/>
                  </a:lnTo>
                  <a:lnTo>
                    <a:pt x="8854" y="10697"/>
                  </a:lnTo>
                  <a:lnTo>
                    <a:pt x="2761" y="4604"/>
                  </a:lnTo>
                  <a:lnTo>
                    <a:pt x="2761" y="1725"/>
                  </a:lnTo>
                  <a:lnTo>
                    <a:pt x="0" y="1725"/>
                  </a:lnTo>
                  <a:lnTo>
                    <a:pt x="0" y="5748"/>
                  </a:lnTo>
                  <a:lnTo>
                    <a:pt x="7710" y="13458"/>
                  </a:lnTo>
                  <a:lnTo>
                    <a:pt x="9436" y="13458"/>
                  </a:lnTo>
                  <a:lnTo>
                    <a:pt x="11161" y="15184"/>
                  </a:lnTo>
                  <a:lnTo>
                    <a:pt x="22657" y="15184"/>
                  </a:lnTo>
                  <a:lnTo>
                    <a:pt x="24382" y="13458"/>
                  </a:lnTo>
                  <a:lnTo>
                    <a:pt x="26108" y="13458"/>
                  </a:lnTo>
                  <a:lnTo>
                    <a:pt x="32092" y="7473"/>
                  </a:lnTo>
                  <a:lnTo>
                    <a:pt x="32092" y="5748"/>
                  </a:lnTo>
                  <a:lnTo>
                    <a:pt x="33818" y="4023"/>
                  </a:lnTo>
                  <a:lnTo>
                    <a:pt x="31057" y="0"/>
                  </a:lnTo>
                  <a:close/>
                </a:path>
              </a:pathLst>
            </a:custGeom>
            <a:solidFill>
              <a:srgbClr val="240067"/>
            </a:solidFill>
            <a:ln>
              <a:noFill/>
            </a:ln>
          </p:spPr>
        </p:sp>
        <p:sp>
          <p:nvSpPr>
            <p:cNvPr id="20468" name="Graph element 947"/>
            <p:cNvSpPr/>
            <p:nvPr/>
          </p:nvSpPr>
          <p:spPr>
            <a:xfrm>
              <a:off x="1777510" y="690161"/>
              <a:ext cx="2761" cy="1725"/>
            </a:xfrm>
            <a:custGeom>
              <a:avLst/>
              <a:gdLst/>
              <a:ahLst/>
              <a:cxnLst/>
              <a:rect l="0" t="0" r="r" b="b"/>
              <a:pathLst>
                <a:path w="2761" h="1725" stroke="0" extrusionOk="0">
                  <a:moveTo>
                    <a:pt x="0" y="1725"/>
                  </a:moveTo>
                  <a:lnTo>
                    <a:pt x="2761" y="1725"/>
                  </a:lnTo>
                  <a:lnTo>
                    <a:pt x="2761" y="0"/>
                  </a:lnTo>
                  <a:lnTo>
                    <a:pt x="0" y="0"/>
                  </a:lnTo>
                  <a:lnTo>
                    <a:pt x="0" y="1725"/>
                  </a:lnTo>
                  <a:close/>
                </a:path>
              </a:pathLst>
            </a:custGeom>
            <a:solidFill>
              <a:srgbClr val="240067"/>
            </a:solidFill>
            <a:ln>
              <a:noFill/>
            </a:ln>
          </p:spPr>
        </p:sp>
        <p:sp>
          <p:nvSpPr>
            <p:cNvPr id="20469" name="Graph element 948"/>
            <p:cNvSpPr/>
            <p:nvPr/>
          </p:nvSpPr>
          <p:spPr>
            <a:xfrm>
              <a:off x="1802069" y="675382"/>
              <a:ext cx="10983" cy="14779"/>
            </a:xfrm>
            <a:custGeom>
              <a:avLst/>
              <a:gdLst/>
              <a:ahLst/>
              <a:cxnLst/>
              <a:rect l="0" t="0" r="r" b="b"/>
              <a:pathLst>
                <a:path w="10983" h="14779" stroke="0" extrusionOk="0">
                  <a:moveTo>
                    <a:pt x="2130" y="4082"/>
                  </a:moveTo>
                  <a:lnTo>
                    <a:pt x="3855" y="4082"/>
                  </a:lnTo>
                  <a:lnTo>
                    <a:pt x="6497" y="6724"/>
                  </a:lnTo>
                  <a:lnTo>
                    <a:pt x="6497" y="8449"/>
                  </a:lnTo>
                  <a:lnTo>
                    <a:pt x="8223" y="10175"/>
                  </a:lnTo>
                  <a:lnTo>
                    <a:pt x="8223" y="14779"/>
                  </a:lnTo>
                  <a:lnTo>
                    <a:pt x="10983" y="14779"/>
                  </a:lnTo>
                  <a:lnTo>
                    <a:pt x="10983" y="9031"/>
                  </a:lnTo>
                  <a:lnTo>
                    <a:pt x="9258" y="7306"/>
                  </a:lnTo>
                  <a:lnTo>
                    <a:pt x="9258" y="5580"/>
                  </a:lnTo>
                  <a:lnTo>
                    <a:pt x="4999" y="1321"/>
                  </a:lnTo>
                  <a:lnTo>
                    <a:pt x="3273" y="1321"/>
                  </a:lnTo>
                  <a:lnTo>
                    <a:pt x="1952" y="0"/>
                  </a:lnTo>
                  <a:lnTo>
                    <a:pt x="0" y="1952"/>
                  </a:lnTo>
                  <a:lnTo>
                    <a:pt x="2130" y="4082"/>
                  </a:lnTo>
                  <a:close/>
                </a:path>
              </a:pathLst>
            </a:custGeom>
            <a:solidFill>
              <a:srgbClr val="240067"/>
            </a:solidFill>
            <a:ln>
              <a:noFill/>
            </a:ln>
          </p:spPr>
        </p:sp>
        <p:sp>
          <p:nvSpPr>
            <p:cNvPr id="20470" name="Graph element 949"/>
            <p:cNvSpPr/>
            <p:nvPr/>
          </p:nvSpPr>
          <p:spPr>
            <a:xfrm>
              <a:off x="1779235" y="674977"/>
              <a:ext cx="10007" cy="11733"/>
            </a:xfrm>
            <a:custGeom>
              <a:avLst/>
              <a:gdLst/>
              <a:ahLst/>
              <a:cxnLst/>
              <a:rect l="0" t="0" r="r" b="b"/>
              <a:pathLst>
                <a:path w="10007" h="11733" stroke="0" extrusionOk="0">
                  <a:moveTo>
                    <a:pt x="0" y="7710"/>
                  </a:moveTo>
                  <a:lnTo>
                    <a:pt x="0" y="11733"/>
                  </a:lnTo>
                  <a:lnTo>
                    <a:pt x="2761" y="11733"/>
                  </a:lnTo>
                  <a:lnTo>
                    <a:pt x="2761" y="8854"/>
                  </a:lnTo>
                  <a:lnTo>
                    <a:pt x="8854" y="2761"/>
                  </a:lnTo>
                  <a:lnTo>
                    <a:pt x="10007" y="2761"/>
                  </a:lnTo>
                  <a:lnTo>
                    <a:pt x="10007" y="0"/>
                  </a:lnTo>
                  <a:lnTo>
                    <a:pt x="7710" y="0"/>
                  </a:lnTo>
                  <a:lnTo>
                    <a:pt x="0" y="7710"/>
                  </a:lnTo>
                  <a:close/>
                </a:path>
              </a:pathLst>
            </a:custGeom>
            <a:solidFill>
              <a:srgbClr val="240067"/>
            </a:solidFill>
            <a:ln>
              <a:noFill/>
            </a:ln>
          </p:spPr>
        </p:sp>
        <p:sp>
          <p:nvSpPr>
            <p:cNvPr id="20471" name="Graph element 950"/>
            <p:cNvSpPr/>
            <p:nvPr/>
          </p:nvSpPr>
          <p:spPr>
            <a:xfrm>
              <a:off x="1792693" y="673252"/>
              <a:ext cx="6902" cy="2761"/>
            </a:xfrm>
            <a:custGeom>
              <a:avLst/>
              <a:gdLst/>
              <a:ahLst/>
              <a:cxnLst/>
              <a:rect l="0" t="0" r="r" b="b"/>
              <a:pathLst>
                <a:path w="6902" h="2761" stroke="0" extrusionOk="0">
                  <a:moveTo>
                    <a:pt x="6902" y="2761"/>
                  </a:moveTo>
                  <a:lnTo>
                    <a:pt x="6902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6902" y="2761"/>
                  </a:lnTo>
                  <a:close/>
                </a:path>
              </a:pathLst>
            </a:custGeom>
            <a:solidFill>
              <a:srgbClr val="240067"/>
            </a:solidFill>
            <a:ln>
              <a:noFill/>
            </a:ln>
          </p:spPr>
        </p:sp>
        <p:sp>
          <p:nvSpPr>
            <p:cNvPr id="20472" name="Graph element 951"/>
            <p:cNvSpPr/>
            <p:nvPr/>
          </p:nvSpPr>
          <p:spPr>
            <a:xfrm>
              <a:off x="1784411" y="631842"/>
              <a:ext cx="21740" cy="21740"/>
            </a:xfrm>
            <a:custGeom>
              <a:avLst/>
              <a:gdLst/>
              <a:ahLst/>
              <a:cxnLst/>
              <a:rect l="0" t="0" r="r" b="b"/>
              <a:pathLst>
                <a:path w="21740" h="21740" stroke="0" extrusionOk="0">
                  <a:moveTo>
                    <a:pt x="5985" y="0"/>
                  </a:moveTo>
                  <a:lnTo>
                    <a:pt x="1725" y="4259"/>
                  </a:lnTo>
                  <a:lnTo>
                    <a:pt x="1725" y="5985"/>
                  </a:lnTo>
                  <a:lnTo>
                    <a:pt x="0" y="7710"/>
                  </a:lnTo>
                  <a:lnTo>
                    <a:pt x="0" y="14030"/>
                  </a:lnTo>
                  <a:lnTo>
                    <a:pt x="1725" y="15755"/>
                  </a:lnTo>
                  <a:lnTo>
                    <a:pt x="1725" y="17481"/>
                  </a:lnTo>
                  <a:lnTo>
                    <a:pt x="4259" y="20015"/>
                  </a:lnTo>
                  <a:lnTo>
                    <a:pt x="5985" y="20015"/>
                  </a:lnTo>
                  <a:lnTo>
                    <a:pt x="7710" y="21740"/>
                  </a:lnTo>
                  <a:lnTo>
                    <a:pt x="15755" y="21740"/>
                  </a:lnTo>
                  <a:lnTo>
                    <a:pt x="21740" y="15755"/>
                  </a:lnTo>
                  <a:lnTo>
                    <a:pt x="21740" y="13458"/>
                  </a:lnTo>
                  <a:lnTo>
                    <a:pt x="18979" y="13458"/>
                  </a:lnTo>
                  <a:lnTo>
                    <a:pt x="18979" y="14612"/>
                  </a:lnTo>
                  <a:lnTo>
                    <a:pt x="14612" y="18979"/>
                  </a:lnTo>
                  <a:lnTo>
                    <a:pt x="8854" y="18979"/>
                  </a:lnTo>
                  <a:lnTo>
                    <a:pt x="2761" y="12886"/>
                  </a:lnTo>
                  <a:lnTo>
                    <a:pt x="2761" y="8854"/>
                  </a:lnTo>
                  <a:lnTo>
                    <a:pt x="4486" y="7128"/>
                  </a:lnTo>
                  <a:lnTo>
                    <a:pt x="4486" y="5403"/>
                  </a:lnTo>
                  <a:lnTo>
                    <a:pt x="7128" y="2761"/>
                  </a:lnTo>
                  <a:lnTo>
                    <a:pt x="14612" y="2761"/>
                  </a:lnTo>
                  <a:lnTo>
                    <a:pt x="18979" y="7128"/>
                  </a:lnTo>
                  <a:lnTo>
                    <a:pt x="18979" y="8282"/>
                  </a:lnTo>
                  <a:lnTo>
                    <a:pt x="21740" y="8282"/>
                  </a:lnTo>
                  <a:lnTo>
                    <a:pt x="21740" y="5985"/>
                  </a:lnTo>
                  <a:lnTo>
                    <a:pt x="20015" y="4259"/>
                  </a:lnTo>
                  <a:lnTo>
                    <a:pt x="20015" y="1725"/>
                  </a:lnTo>
                  <a:lnTo>
                    <a:pt x="17481" y="1725"/>
                  </a:lnTo>
                  <a:lnTo>
                    <a:pt x="15755" y="0"/>
                  </a:lnTo>
                  <a:lnTo>
                    <a:pt x="5985" y="0"/>
                  </a:lnTo>
                  <a:close/>
                </a:path>
              </a:pathLst>
            </a:custGeom>
            <a:solidFill>
              <a:srgbClr val="240067"/>
            </a:solidFill>
            <a:ln>
              <a:noFill/>
            </a:ln>
          </p:spPr>
        </p:sp>
        <p:sp>
          <p:nvSpPr>
            <p:cNvPr id="20473" name="Graph element 952"/>
            <p:cNvSpPr/>
            <p:nvPr/>
          </p:nvSpPr>
          <p:spPr>
            <a:xfrm>
              <a:off x="483458" y="623215"/>
              <a:ext cx="21336" cy="13458"/>
            </a:xfrm>
            <a:custGeom>
              <a:avLst/>
              <a:gdLst/>
              <a:ahLst/>
              <a:cxnLst/>
              <a:rect l="0" t="0" r="r" b="b"/>
              <a:pathLst>
                <a:path w="21336" h="13458" stroke="0" extrusionOk="0">
                  <a:moveTo>
                    <a:pt x="9436" y="0"/>
                  </a:moveTo>
                  <a:lnTo>
                    <a:pt x="7710" y="1725"/>
                  </a:lnTo>
                  <a:lnTo>
                    <a:pt x="4259" y="1725"/>
                  </a:lnTo>
                  <a:lnTo>
                    <a:pt x="0" y="5985"/>
                  </a:lnTo>
                  <a:lnTo>
                    <a:pt x="0" y="13458"/>
                  </a:lnTo>
                  <a:lnTo>
                    <a:pt x="2761" y="13458"/>
                  </a:lnTo>
                  <a:lnTo>
                    <a:pt x="2761" y="8854"/>
                  </a:lnTo>
                  <a:lnTo>
                    <a:pt x="7128" y="4486"/>
                  </a:lnTo>
                  <a:lnTo>
                    <a:pt x="12886" y="4486"/>
                  </a:lnTo>
                  <a:lnTo>
                    <a:pt x="14612" y="6211"/>
                  </a:lnTo>
                  <a:lnTo>
                    <a:pt x="16337" y="6211"/>
                  </a:lnTo>
                  <a:lnTo>
                    <a:pt x="17254" y="7128"/>
                  </a:lnTo>
                  <a:lnTo>
                    <a:pt x="17254" y="8854"/>
                  </a:lnTo>
                  <a:lnTo>
                    <a:pt x="19384" y="10983"/>
                  </a:lnTo>
                  <a:lnTo>
                    <a:pt x="21336" y="9031"/>
                  </a:lnTo>
                  <a:lnTo>
                    <a:pt x="20015" y="7710"/>
                  </a:lnTo>
                  <a:lnTo>
                    <a:pt x="20015" y="5985"/>
                  </a:lnTo>
                  <a:lnTo>
                    <a:pt x="15755" y="1725"/>
                  </a:lnTo>
                  <a:lnTo>
                    <a:pt x="14030" y="1725"/>
                  </a:lnTo>
                  <a:lnTo>
                    <a:pt x="12304" y="0"/>
                  </a:lnTo>
                  <a:lnTo>
                    <a:pt x="9436" y="0"/>
                  </a:lnTo>
                  <a:close/>
                </a:path>
              </a:pathLst>
            </a:custGeom>
            <a:solidFill>
              <a:srgbClr val="240067"/>
            </a:solidFill>
            <a:ln>
              <a:noFill/>
            </a:ln>
          </p:spPr>
        </p:sp>
        <p:sp>
          <p:nvSpPr>
            <p:cNvPr id="20474" name="Graph element 953"/>
            <p:cNvSpPr/>
            <p:nvPr/>
          </p:nvSpPr>
          <p:spPr>
            <a:xfrm>
              <a:off x="1427253" y="578355"/>
              <a:ext cx="23465" cy="16791"/>
            </a:xfrm>
            <a:custGeom>
              <a:avLst/>
              <a:gdLst/>
              <a:ahLst/>
              <a:cxnLst/>
              <a:rect l="0" t="0" r="r" b="b"/>
              <a:pathLst>
                <a:path w="23465" h="16791" stroke="0" extrusionOk="0">
                  <a:moveTo>
                    <a:pt x="5985" y="0"/>
                  </a:moveTo>
                  <a:lnTo>
                    <a:pt x="1725" y="4259"/>
                  </a:lnTo>
                  <a:lnTo>
                    <a:pt x="1725" y="7710"/>
                  </a:lnTo>
                  <a:lnTo>
                    <a:pt x="0" y="9436"/>
                  </a:lnTo>
                  <a:lnTo>
                    <a:pt x="0" y="12304"/>
                  </a:lnTo>
                  <a:lnTo>
                    <a:pt x="4486" y="16791"/>
                  </a:lnTo>
                  <a:lnTo>
                    <a:pt x="4486" y="11161"/>
                  </a:lnTo>
                  <a:lnTo>
                    <a:pt x="3332" y="10007"/>
                  </a:lnTo>
                  <a:lnTo>
                    <a:pt x="4486" y="8854"/>
                  </a:lnTo>
                  <a:lnTo>
                    <a:pt x="4486" y="7128"/>
                  </a:lnTo>
                  <a:lnTo>
                    <a:pt x="8854" y="2761"/>
                  </a:lnTo>
                  <a:lnTo>
                    <a:pt x="14612" y="2761"/>
                  </a:lnTo>
                  <a:lnTo>
                    <a:pt x="18979" y="7128"/>
                  </a:lnTo>
                  <a:lnTo>
                    <a:pt x="18979" y="8854"/>
                  </a:lnTo>
                  <a:lnTo>
                    <a:pt x="20133" y="10007"/>
                  </a:lnTo>
                  <a:lnTo>
                    <a:pt x="18979" y="11161"/>
                  </a:lnTo>
                  <a:lnTo>
                    <a:pt x="18979" y="16791"/>
                  </a:lnTo>
                  <a:lnTo>
                    <a:pt x="23465" y="12304"/>
                  </a:lnTo>
                  <a:lnTo>
                    <a:pt x="23465" y="9436"/>
                  </a:lnTo>
                  <a:lnTo>
                    <a:pt x="21740" y="7710"/>
                  </a:lnTo>
                  <a:lnTo>
                    <a:pt x="21740" y="4259"/>
                  </a:lnTo>
                  <a:lnTo>
                    <a:pt x="17481" y="0"/>
                  </a:lnTo>
                  <a:lnTo>
                    <a:pt x="5985" y="0"/>
                  </a:lnTo>
                  <a:close/>
                </a:path>
              </a:pathLst>
            </a:custGeom>
            <a:solidFill>
              <a:srgbClr val="240067"/>
            </a:solidFill>
            <a:ln>
              <a:noFill/>
            </a:ln>
          </p:spPr>
        </p:sp>
        <p:sp>
          <p:nvSpPr>
            <p:cNvPr id="20475" name="Graph element 954"/>
            <p:cNvSpPr/>
            <p:nvPr/>
          </p:nvSpPr>
          <p:spPr>
            <a:xfrm>
              <a:off x="302291" y="477710"/>
              <a:ext cx="24037" cy="17362"/>
            </a:xfrm>
            <a:custGeom>
              <a:avLst/>
              <a:gdLst/>
              <a:ahLst/>
              <a:cxnLst/>
              <a:rect l="0" t="0" r="r" b="b"/>
              <a:pathLst>
                <a:path w="24037" h="17362" stroke="0" extrusionOk="0">
                  <a:moveTo>
                    <a:pt x="11733" y="0"/>
                  </a:moveTo>
                  <a:lnTo>
                    <a:pt x="9436" y="2297"/>
                  </a:lnTo>
                  <a:lnTo>
                    <a:pt x="5985" y="2297"/>
                  </a:lnTo>
                  <a:lnTo>
                    <a:pt x="1725" y="6557"/>
                  </a:lnTo>
                  <a:lnTo>
                    <a:pt x="1725" y="8282"/>
                  </a:lnTo>
                  <a:lnTo>
                    <a:pt x="0" y="10007"/>
                  </a:lnTo>
                  <a:lnTo>
                    <a:pt x="0" y="14602"/>
                  </a:lnTo>
                  <a:lnTo>
                    <a:pt x="2130" y="16731"/>
                  </a:lnTo>
                  <a:lnTo>
                    <a:pt x="4082" y="14779"/>
                  </a:lnTo>
                  <a:lnTo>
                    <a:pt x="2761" y="13458"/>
                  </a:lnTo>
                  <a:lnTo>
                    <a:pt x="2761" y="11151"/>
                  </a:lnTo>
                  <a:lnTo>
                    <a:pt x="4486" y="9425"/>
                  </a:lnTo>
                  <a:lnTo>
                    <a:pt x="4486" y="7700"/>
                  </a:lnTo>
                  <a:lnTo>
                    <a:pt x="7128" y="5058"/>
                  </a:lnTo>
                  <a:lnTo>
                    <a:pt x="14612" y="5058"/>
                  </a:lnTo>
                  <a:lnTo>
                    <a:pt x="18979" y="9425"/>
                  </a:lnTo>
                  <a:lnTo>
                    <a:pt x="18979" y="17362"/>
                  </a:lnTo>
                  <a:lnTo>
                    <a:pt x="24037" y="12304"/>
                  </a:lnTo>
                  <a:lnTo>
                    <a:pt x="21740" y="10007"/>
                  </a:lnTo>
                  <a:lnTo>
                    <a:pt x="21740" y="6557"/>
                  </a:lnTo>
                  <a:lnTo>
                    <a:pt x="17481" y="2297"/>
                  </a:lnTo>
                  <a:lnTo>
                    <a:pt x="14030" y="2297"/>
                  </a:lnTo>
                  <a:lnTo>
                    <a:pt x="11733" y="0"/>
                  </a:lnTo>
                  <a:close/>
                </a:path>
              </a:pathLst>
            </a:custGeom>
            <a:solidFill>
              <a:srgbClr val="240067"/>
            </a:solidFill>
            <a:ln>
              <a:noFill/>
            </a:ln>
          </p:spPr>
        </p:sp>
        <p:sp>
          <p:nvSpPr>
            <p:cNvPr id="20476" name="Graph element 955"/>
            <p:cNvSpPr/>
            <p:nvPr/>
          </p:nvSpPr>
          <p:spPr>
            <a:xfrm>
              <a:off x="659449" y="439978"/>
              <a:ext cx="21740" cy="11733"/>
            </a:xfrm>
            <a:custGeom>
              <a:avLst/>
              <a:gdLst/>
              <a:ahLst/>
              <a:cxnLst/>
              <a:rect l="0" t="0" r="r" b="b"/>
              <a:pathLst>
                <a:path w="21740" h="11733" stroke="0" extrusionOk="0">
                  <a:moveTo>
                    <a:pt x="0" y="0"/>
                  </a:moveTo>
                  <a:lnTo>
                    <a:pt x="0" y="5748"/>
                  </a:lnTo>
                  <a:lnTo>
                    <a:pt x="1725" y="7473"/>
                  </a:lnTo>
                  <a:lnTo>
                    <a:pt x="1725" y="10007"/>
                  </a:lnTo>
                  <a:lnTo>
                    <a:pt x="4259" y="10007"/>
                  </a:lnTo>
                  <a:lnTo>
                    <a:pt x="5985" y="11733"/>
                  </a:lnTo>
                  <a:lnTo>
                    <a:pt x="15755" y="11733"/>
                  </a:lnTo>
                  <a:lnTo>
                    <a:pt x="21740" y="5748"/>
                  </a:lnTo>
                  <a:lnTo>
                    <a:pt x="21740" y="0"/>
                  </a:lnTo>
                  <a:lnTo>
                    <a:pt x="18979" y="0"/>
                  </a:lnTo>
                  <a:lnTo>
                    <a:pt x="18979" y="2879"/>
                  </a:lnTo>
                  <a:lnTo>
                    <a:pt x="17254" y="4604"/>
                  </a:lnTo>
                  <a:lnTo>
                    <a:pt x="17254" y="6330"/>
                  </a:lnTo>
                  <a:lnTo>
                    <a:pt x="16337" y="7247"/>
                  </a:lnTo>
                  <a:lnTo>
                    <a:pt x="14612" y="7247"/>
                  </a:lnTo>
                  <a:lnTo>
                    <a:pt x="12886" y="8972"/>
                  </a:lnTo>
                  <a:lnTo>
                    <a:pt x="8854" y="8972"/>
                  </a:lnTo>
                  <a:lnTo>
                    <a:pt x="7128" y="7247"/>
                  </a:lnTo>
                  <a:lnTo>
                    <a:pt x="5403" y="7247"/>
                  </a:lnTo>
                  <a:lnTo>
                    <a:pt x="4486" y="6330"/>
                  </a:lnTo>
                  <a:lnTo>
                    <a:pt x="4486" y="46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0067"/>
            </a:solidFill>
            <a:ln>
              <a:noFill/>
            </a:ln>
          </p:spPr>
        </p:sp>
        <p:sp>
          <p:nvSpPr>
            <p:cNvPr id="20477" name="Graph element 956"/>
            <p:cNvSpPr/>
            <p:nvPr/>
          </p:nvSpPr>
          <p:spPr>
            <a:xfrm>
              <a:off x="672907" y="431696"/>
              <a:ext cx="6152" cy="5807"/>
            </a:xfrm>
            <a:custGeom>
              <a:avLst/>
              <a:gdLst/>
              <a:ahLst/>
              <a:cxnLst/>
              <a:rect l="0" t="0" r="r" b="b"/>
              <a:pathLst>
                <a:path w="6152" h="5807" stroke="0" extrusionOk="0">
                  <a:moveTo>
                    <a:pt x="1154" y="2761"/>
                  </a:moveTo>
                  <a:lnTo>
                    <a:pt x="4200" y="5807"/>
                  </a:lnTo>
                  <a:lnTo>
                    <a:pt x="6152" y="3855"/>
                  </a:lnTo>
                  <a:lnTo>
                    <a:pt x="2297" y="0"/>
                  </a:lnTo>
                  <a:lnTo>
                    <a:pt x="0" y="0"/>
                  </a:lnTo>
                  <a:lnTo>
                    <a:pt x="0" y="2761"/>
                  </a:lnTo>
                  <a:lnTo>
                    <a:pt x="1154" y="2761"/>
                  </a:lnTo>
                  <a:close/>
                </a:path>
              </a:pathLst>
            </a:custGeom>
            <a:solidFill>
              <a:srgbClr val="240067"/>
            </a:solidFill>
            <a:ln>
              <a:noFill/>
            </a:ln>
          </p:spPr>
        </p:sp>
        <p:sp>
          <p:nvSpPr>
            <p:cNvPr id="20478" name="Graph element 957"/>
            <p:cNvSpPr/>
            <p:nvPr/>
          </p:nvSpPr>
          <p:spPr>
            <a:xfrm>
              <a:off x="661578" y="431696"/>
              <a:ext cx="6152" cy="5807"/>
            </a:xfrm>
            <a:custGeom>
              <a:avLst/>
              <a:gdLst/>
              <a:ahLst/>
              <a:cxnLst/>
              <a:rect l="0" t="0" r="r" b="b"/>
              <a:pathLst>
                <a:path w="6152" h="5807" stroke="0" extrusionOk="0">
                  <a:moveTo>
                    <a:pt x="0" y="3855"/>
                  </a:moveTo>
                  <a:lnTo>
                    <a:pt x="1952" y="5807"/>
                  </a:lnTo>
                  <a:lnTo>
                    <a:pt x="4999" y="2761"/>
                  </a:lnTo>
                  <a:lnTo>
                    <a:pt x="6152" y="2761"/>
                  </a:lnTo>
                  <a:lnTo>
                    <a:pt x="6152" y="0"/>
                  </a:lnTo>
                  <a:lnTo>
                    <a:pt x="3855" y="0"/>
                  </a:lnTo>
                  <a:lnTo>
                    <a:pt x="0" y="3855"/>
                  </a:lnTo>
                  <a:close/>
                </a:path>
              </a:pathLst>
            </a:custGeom>
            <a:solidFill>
              <a:srgbClr val="240067"/>
            </a:solidFill>
            <a:ln>
              <a:noFill/>
            </a:ln>
          </p:spPr>
        </p:sp>
        <p:sp>
          <p:nvSpPr>
            <p:cNvPr id="20479" name="Graph element 958"/>
            <p:cNvSpPr/>
            <p:nvPr/>
          </p:nvSpPr>
          <p:spPr>
            <a:xfrm>
              <a:off x="469655" y="293092"/>
              <a:ext cx="23465" cy="16731"/>
            </a:xfrm>
            <a:custGeom>
              <a:avLst/>
              <a:gdLst/>
              <a:ahLst/>
              <a:cxnLst/>
              <a:rect l="0" t="0" r="r" b="b"/>
              <a:pathLst>
                <a:path w="23465" h="16731" stroke="0" extrusionOk="0">
                  <a:moveTo>
                    <a:pt x="11733" y="0"/>
                  </a:moveTo>
                  <a:lnTo>
                    <a:pt x="9436" y="2297"/>
                  </a:lnTo>
                  <a:lnTo>
                    <a:pt x="5985" y="2297"/>
                  </a:lnTo>
                  <a:lnTo>
                    <a:pt x="1725" y="6557"/>
                  </a:lnTo>
                  <a:lnTo>
                    <a:pt x="1725" y="8282"/>
                  </a:lnTo>
                  <a:lnTo>
                    <a:pt x="0" y="10007"/>
                  </a:lnTo>
                  <a:lnTo>
                    <a:pt x="0" y="14602"/>
                  </a:lnTo>
                  <a:lnTo>
                    <a:pt x="2130" y="16731"/>
                  </a:lnTo>
                  <a:lnTo>
                    <a:pt x="4082" y="14779"/>
                  </a:lnTo>
                  <a:lnTo>
                    <a:pt x="2761" y="13458"/>
                  </a:lnTo>
                  <a:lnTo>
                    <a:pt x="2761" y="11151"/>
                  </a:lnTo>
                  <a:lnTo>
                    <a:pt x="4486" y="9425"/>
                  </a:lnTo>
                  <a:lnTo>
                    <a:pt x="4486" y="7700"/>
                  </a:lnTo>
                  <a:lnTo>
                    <a:pt x="5403" y="6783"/>
                  </a:lnTo>
                  <a:lnTo>
                    <a:pt x="7128" y="6783"/>
                  </a:lnTo>
                  <a:lnTo>
                    <a:pt x="8854" y="5058"/>
                  </a:lnTo>
                  <a:lnTo>
                    <a:pt x="10579" y="5058"/>
                  </a:lnTo>
                  <a:lnTo>
                    <a:pt x="11733" y="3904"/>
                  </a:lnTo>
                  <a:lnTo>
                    <a:pt x="12886" y="5058"/>
                  </a:lnTo>
                  <a:lnTo>
                    <a:pt x="14612" y="5058"/>
                  </a:lnTo>
                  <a:lnTo>
                    <a:pt x="18979" y="9425"/>
                  </a:lnTo>
                  <a:lnTo>
                    <a:pt x="18979" y="11151"/>
                  </a:lnTo>
                  <a:lnTo>
                    <a:pt x="20705" y="12876"/>
                  </a:lnTo>
                  <a:lnTo>
                    <a:pt x="20705" y="13458"/>
                  </a:lnTo>
                  <a:lnTo>
                    <a:pt x="19384" y="14779"/>
                  </a:lnTo>
                  <a:lnTo>
                    <a:pt x="21336" y="16731"/>
                  </a:lnTo>
                  <a:lnTo>
                    <a:pt x="23465" y="14602"/>
                  </a:lnTo>
                  <a:lnTo>
                    <a:pt x="23465" y="11733"/>
                  </a:lnTo>
                  <a:lnTo>
                    <a:pt x="21740" y="10007"/>
                  </a:lnTo>
                  <a:lnTo>
                    <a:pt x="21740" y="6557"/>
                  </a:lnTo>
                  <a:lnTo>
                    <a:pt x="17481" y="2297"/>
                  </a:lnTo>
                  <a:lnTo>
                    <a:pt x="14030" y="2297"/>
                  </a:lnTo>
                  <a:lnTo>
                    <a:pt x="11733" y="0"/>
                  </a:lnTo>
                  <a:close/>
                </a:path>
              </a:pathLst>
            </a:custGeom>
            <a:solidFill>
              <a:srgbClr val="240067"/>
            </a:solidFill>
            <a:ln>
              <a:noFill/>
            </a:ln>
          </p:spPr>
        </p:sp>
        <p:sp>
          <p:nvSpPr>
            <p:cNvPr id="20480" name="Graph element 959"/>
            <p:cNvSpPr/>
            <p:nvPr/>
          </p:nvSpPr>
          <p:spPr>
            <a:xfrm>
              <a:off x="1230557" y="94148"/>
              <a:ext cx="35543" cy="21109"/>
            </a:xfrm>
            <a:custGeom>
              <a:avLst/>
              <a:gdLst/>
              <a:ahLst/>
              <a:cxnLst/>
              <a:rect l="0" t="0" r="r" b="b"/>
              <a:pathLst>
                <a:path w="35543" h="21109" stroke="0" extrusionOk="0">
                  <a:moveTo>
                    <a:pt x="31462" y="0"/>
                  </a:moveTo>
                  <a:lnTo>
                    <a:pt x="32783" y="1321"/>
                  </a:lnTo>
                  <a:lnTo>
                    <a:pt x="32783" y="3628"/>
                  </a:lnTo>
                  <a:lnTo>
                    <a:pt x="31057" y="5354"/>
                  </a:lnTo>
                  <a:lnTo>
                    <a:pt x="31057" y="8805"/>
                  </a:lnTo>
                  <a:lnTo>
                    <a:pt x="23239" y="16623"/>
                  </a:lnTo>
                  <a:lnTo>
                    <a:pt x="19788" y="16623"/>
                  </a:lnTo>
                  <a:lnTo>
                    <a:pt x="18063" y="18348"/>
                  </a:lnTo>
                  <a:lnTo>
                    <a:pt x="17481" y="18348"/>
                  </a:lnTo>
                  <a:lnTo>
                    <a:pt x="15755" y="16623"/>
                  </a:lnTo>
                  <a:lnTo>
                    <a:pt x="12304" y="16623"/>
                  </a:lnTo>
                  <a:lnTo>
                    <a:pt x="10579" y="14898"/>
                  </a:lnTo>
                  <a:lnTo>
                    <a:pt x="8854" y="14898"/>
                  </a:lnTo>
                  <a:lnTo>
                    <a:pt x="4486" y="10530"/>
                  </a:lnTo>
                  <a:lnTo>
                    <a:pt x="4486" y="8805"/>
                  </a:lnTo>
                  <a:lnTo>
                    <a:pt x="2761" y="7079"/>
                  </a:lnTo>
                  <a:lnTo>
                    <a:pt x="2761" y="2475"/>
                  </a:lnTo>
                  <a:lnTo>
                    <a:pt x="0" y="2475"/>
                  </a:lnTo>
                  <a:lnTo>
                    <a:pt x="0" y="8223"/>
                  </a:lnTo>
                  <a:lnTo>
                    <a:pt x="1725" y="9948"/>
                  </a:lnTo>
                  <a:lnTo>
                    <a:pt x="1725" y="11674"/>
                  </a:lnTo>
                  <a:lnTo>
                    <a:pt x="3451" y="13399"/>
                  </a:lnTo>
                  <a:lnTo>
                    <a:pt x="3451" y="15933"/>
                  </a:lnTo>
                  <a:lnTo>
                    <a:pt x="5985" y="15933"/>
                  </a:lnTo>
                  <a:lnTo>
                    <a:pt x="9436" y="19384"/>
                  </a:lnTo>
                  <a:lnTo>
                    <a:pt x="14612" y="19384"/>
                  </a:lnTo>
                  <a:lnTo>
                    <a:pt x="16337" y="21109"/>
                  </a:lnTo>
                  <a:lnTo>
                    <a:pt x="19206" y="21109"/>
                  </a:lnTo>
                  <a:lnTo>
                    <a:pt x="20931" y="19384"/>
                  </a:lnTo>
                  <a:lnTo>
                    <a:pt x="24382" y="19384"/>
                  </a:lnTo>
                  <a:lnTo>
                    <a:pt x="26108" y="17658"/>
                  </a:lnTo>
                  <a:lnTo>
                    <a:pt x="27833" y="17658"/>
                  </a:lnTo>
                  <a:lnTo>
                    <a:pt x="32092" y="13399"/>
                  </a:lnTo>
                  <a:lnTo>
                    <a:pt x="32092" y="11674"/>
                  </a:lnTo>
                  <a:lnTo>
                    <a:pt x="33818" y="9948"/>
                  </a:lnTo>
                  <a:lnTo>
                    <a:pt x="33818" y="8223"/>
                  </a:lnTo>
                  <a:lnTo>
                    <a:pt x="35543" y="6497"/>
                  </a:lnTo>
                  <a:lnTo>
                    <a:pt x="35543" y="178"/>
                  </a:lnTo>
                  <a:lnTo>
                    <a:pt x="31462" y="0"/>
                  </a:lnTo>
                  <a:close/>
                </a:path>
              </a:pathLst>
            </a:custGeom>
            <a:solidFill>
              <a:srgbClr val="240067"/>
            </a:solidFill>
            <a:ln>
              <a:noFill/>
            </a:ln>
          </p:spPr>
        </p:sp>
        <p:sp>
          <p:nvSpPr>
            <p:cNvPr id="20481" name="Text: Arginine and proline metabolism"/>
            <p:cNvSpPr/>
            <p:nvPr/>
          </p:nvSpPr>
          <p:spPr>
            <a:xfrm>
              <a:off x="994027" y="50714"/>
              <a:ext cx="575664" cy="52813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08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Arginine and proline metabolism</a:t>
              </a:r>
            </a:p>
          </p:txBody>
        </p:sp>
        <p:sp>
          <p:nvSpPr>
            <p:cNvPr id="20482" name="Text: Serotonin receptor agonists/antagonists"/>
            <p:cNvSpPr/>
            <p:nvPr/>
          </p:nvSpPr>
          <p:spPr>
            <a:xfrm>
              <a:off x="112151" y="315345"/>
              <a:ext cx="698788" cy="52037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04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Serotonin receptor agonists/antagonists</a:t>
              </a:r>
            </a:p>
          </p:txBody>
        </p:sp>
        <p:sp>
          <p:nvSpPr>
            <p:cNvPr id="20483" name="Text: cAMP signaling pathway"/>
            <p:cNvSpPr/>
            <p:nvPr/>
          </p:nvSpPr>
          <p:spPr>
            <a:xfrm>
              <a:off x="484838" y="394061"/>
              <a:ext cx="440328" cy="52904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09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cAMP signaling pathway</a:t>
              </a:r>
            </a:p>
          </p:txBody>
        </p:sp>
        <p:sp>
          <p:nvSpPr>
            <p:cNvPr id="20484" name="Text: Gap junction"/>
            <p:cNvSpPr/>
            <p:nvPr/>
          </p:nvSpPr>
          <p:spPr>
            <a:xfrm>
              <a:off x="181167" y="499784"/>
              <a:ext cx="224302" cy="51854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02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Gap junction</a:t>
              </a:r>
            </a:p>
          </p:txBody>
        </p:sp>
        <p:sp>
          <p:nvSpPr>
            <p:cNvPr id="20485" name="Text: number of genes"/>
            <p:cNvSpPr/>
            <p:nvPr/>
          </p:nvSpPr>
          <p:spPr>
            <a:xfrm>
              <a:off x="1766812" y="578554"/>
              <a:ext cx="217401" cy="37368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218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number of genes</a:t>
              </a:r>
            </a:p>
          </p:txBody>
        </p:sp>
        <p:sp>
          <p:nvSpPr>
            <p:cNvPr id="20486" name="Text: Thermogenesis"/>
            <p:cNvSpPr/>
            <p:nvPr/>
          </p:nvSpPr>
          <p:spPr>
            <a:xfrm>
              <a:off x="1278523" y="597644"/>
              <a:ext cx="282184" cy="53077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10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Thermogenesis</a:t>
              </a:r>
            </a:p>
          </p:txBody>
        </p:sp>
        <p:sp>
          <p:nvSpPr>
            <p:cNvPr id="20487" name="Text: 1"/>
            <p:cNvSpPr/>
            <p:nvPr/>
          </p:nvSpPr>
          <p:spPr>
            <a:xfrm>
              <a:off x="1844455" y="629893"/>
              <a:ext cx="24937" cy="39093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228" b="0" dirty="0">
                  <a:solidFill>
                    <a:srgbClr val="0f0f0f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20488" name="Text: Synaptic vesicle cycle"/>
            <p:cNvSpPr/>
            <p:nvPr/>
          </p:nvSpPr>
          <p:spPr>
            <a:xfrm>
              <a:off x="279515" y="634301"/>
              <a:ext cx="394659" cy="52694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07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Synaptic vesicle cycle</a:t>
              </a:r>
            </a:p>
          </p:txBody>
        </p:sp>
        <p:sp>
          <p:nvSpPr>
            <p:cNvPr id="20489" name="Text: 2"/>
            <p:cNvSpPr/>
            <p:nvPr/>
          </p:nvSpPr>
          <p:spPr>
            <a:xfrm>
              <a:off x="1844455" y="678204"/>
              <a:ext cx="24937" cy="39093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228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20490" name="Text: 3"/>
            <p:cNvSpPr/>
            <p:nvPr/>
          </p:nvSpPr>
          <p:spPr>
            <a:xfrm>
              <a:off x="1844455" y="726561"/>
              <a:ext cx="24937" cy="38554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225" b="0" dirty="0">
                  <a:solidFill>
                    <a:srgbClr val="020202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20491" name="Text: 4"/>
            <p:cNvSpPr/>
            <p:nvPr/>
          </p:nvSpPr>
          <p:spPr>
            <a:xfrm>
              <a:off x="1844455" y="780280"/>
              <a:ext cx="23023" cy="35835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209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20492" name="Text: 5"/>
            <p:cNvSpPr/>
            <p:nvPr/>
          </p:nvSpPr>
          <p:spPr>
            <a:xfrm>
              <a:off x="1844455" y="838678"/>
              <a:ext cx="23023" cy="35835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209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5</a:t>
              </a:r>
            </a:p>
          </p:txBody>
        </p:sp>
        <p:sp>
          <p:nvSpPr>
            <p:cNvPr id="20493" name="Text: 6"/>
            <p:cNvSpPr/>
            <p:nvPr/>
          </p:nvSpPr>
          <p:spPr>
            <a:xfrm>
              <a:off x="1844455" y="897376"/>
              <a:ext cx="24937" cy="38554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22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6</a:t>
              </a:r>
            </a:p>
          </p:txBody>
        </p:sp>
        <p:sp>
          <p:nvSpPr>
            <p:cNvPr id="20494" name="Text: Bile secretion"/>
            <p:cNvSpPr/>
            <p:nvPr/>
          </p:nvSpPr>
          <p:spPr>
            <a:xfrm>
              <a:off x="810939" y="894507"/>
              <a:ext cx="239831" cy="51978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03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Bile secretion</a:t>
              </a:r>
            </a:p>
          </p:txBody>
        </p:sp>
        <p:sp>
          <p:nvSpPr>
            <p:cNvPr id="20495" name="Text: pvalue"/>
            <p:cNvSpPr/>
            <p:nvPr/>
          </p:nvSpPr>
          <p:spPr>
            <a:xfrm>
              <a:off x="1766812" y="1004536"/>
              <a:ext cx="90044" cy="36383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212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pvalue</a:t>
              </a:r>
            </a:p>
          </p:txBody>
        </p:sp>
        <p:sp>
          <p:nvSpPr>
            <p:cNvPr id="20496" name="Text: Pentose and glucuronate interconversions"/>
            <p:cNvSpPr/>
            <p:nvPr/>
          </p:nvSpPr>
          <p:spPr>
            <a:xfrm>
              <a:off x="898935" y="997976"/>
              <a:ext cx="750065" cy="52621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07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Pentose and glucuronate interconversions</a:t>
              </a:r>
            </a:p>
          </p:txBody>
        </p:sp>
        <p:sp>
          <p:nvSpPr>
            <p:cNvPr id="20497" name="Text: Steroid hormone biosynthesis"/>
            <p:cNvSpPr/>
            <p:nvPr/>
          </p:nvSpPr>
          <p:spPr>
            <a:xfrm>
              <a:off x="94897" y="1043250"/>
              <a:ext cx="524522" cy="52316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0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Steroid hormone biosynthesis</a:t>
              </a:r>
            </a:p>
          </p:txBody>
        </p:sp>
        <p:sp>
          <p:nvSpPr>
            <p:cNvPr id="20498" name="Text: Primary bile acid biosynthesis"/>
            <p:cNvSpPr/>
            <p:nvPr/>
          </p:nvSpPr>
          <p:spPr>
            <a:xfrm>
              <a:off x="940344" y="1284371"/>
              <a:ext cx="531424" cy="52881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08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Primary bile acid biosynthesis</a:t>
              </a:r>
            </a:p>
          </p:txBody>
        </p:sp>
        <p:sp>
          <p:nvSpPr>
            <p:cNvPr id="20499" name="Text: Secondary bile acid biosynthesis"/>
            <p:cNvSpPr/>
            <p:nvPr/>
          </p:nvSpPr>
          <p:spPr>
            <a:xfrm>
              <a:off x="688436" y="1341745"/>
              <a:ext cx="578010" cy="52316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0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Secondary bile acid biosynthesis</a:t>
              </a:r>
            </a:p>
          </p:txBody>
        </p:sp>
        <p:sp>
          <p:nvSpPr>
            <p:cNvPr id="20500" name="Text: Cholesterol metabolism"/>
            <p:cNvSpPr/>
            <p:nvPr/>
          </p:nvSpPr>
          <p:spPr>
            <a:xfrm>
              <a:off x="986930" y="1474561"/>
              <a:ext cx="423344" cy="52827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08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Cholesterol metabolism</a:t>
              </a:r>
            </a:p>
          </p:txBody>
        </p:sp>
        <p:sp>
          <p:nvSpPr>
            <p:cNvPr id="20501" name="Text: Folate transport and metabolism"/>
            <p:cNvSpPr/>
            <p:nvPr/>
          </p:nvSpPr>
          <p:spPr>
            <a:xfrm>
              <a:off x="205323" y="1579365"/>
              <a:ext cx="595264" cy="53459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12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Folate transport and metabolism</a:t>
              </a:r>
            </a:p>
          </p:txBody>
        </p:sp>
        <p:sp>
          <p:nvSpPr>
            <p:cNvPr id="20502" name="Text: Choline metabolism in cancer"/>
            <p:cNvSpPr/>
            <p:nvPr/>
          </p:nvSpPr>
          <p:spPr>
            <a:xfrm>
              <a:off x="220852" y="1723018"/>
              <a:ext cx="529267" cy="52846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08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Choline metabolism in cancer</a:t>
              </a:r>
            </a:p>
          </p:txBody>
        </p:sp>
        <p:sp>
          <p:nvSpPr>
            <p:cNvPr id="20503" name="Text: 0.04"/>
            <p:cNvSpPr/>
            <p:nvPr/>
          </p:nvSpPr>
          <p:spPr>
            <a:xfrm>
              <a:off x="1828927" y="1069916"/>
              <a:ext cx="65700" cy="38554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22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0.04</a:t>
              </a:r>
            </a:p>
          </p:txBody>
        </p:sp>
        <p:sp>
          <p:nvSpPr>
            <p:cNvPr id="20504" name="Text: 0.03"/>
            <p:cNvSpPr/>
            <p:nvPr/>
          </p:nvSpPr>
          <p:spPr>
            <a:xfrm>
              <a:off x="1828927" y="1121678"/>
              <a:ext cx="65700" cy="38554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22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0.03</a:t>
              </a:r>
            </a:p>
          </p:txBody>
        </p:sp>
        <p:sp>
          <p:nvSpPr>
            <p:cNvPr id="20505" name="Text: 0.02"/>
            <p:cNvSpPr/>
            <p:nvPr/>
          </p:nvSpPr>
          <p:spPr>
            <a:xfrm>
              <a:off x="1828927" y="1171715"/>
              <a:ext cx="65700" cy="38554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22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0.02</a:t>
              </a:r>
            </a:p>
          </p:txBody>
        </p:sp>
        <p:sp>
          <p:nvSpPr>
            <p:cNvPr id="20506" name="Text: 0.01"/>
            <p:cNvSpPr/>
            <p:nvPr/>
          </p:nvSpPr>
          <p:spPr>
            <a:xfrm>
              <a:off x="1828927" y="1223477"/>
              <a:ext cx="65700" cy="38554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225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0.01</a:t>
              </a:r>
            </a:p>
          </p:txBody>
        </p:sp>
      </p:grpSp>
      <p:sp>
        <p:nvSpPr>
          <p:cNvPr id="81" name="文本框 80">
            <a:extLst>
              <a:ext uri="{FF2B5EF4-FFF2-40B4-BE49-F238E27FC236}">
                <a16:creationId xmlns:a16="http://schemas.microsoft.com/office/drawing/2014/main" id="{8671AE27-B4E4-1FB5-12E8-D811FEDA90A2}"/>
              </a:ext>
            </a:extLst>
          </p:cNvPr>
          <p:cNvSpPr txBox="1"/>
          <p:nvPr/>
        </p:nvSpPr>
        <p:spPr>
          <a:xfrm>
            <a:off x="2673235" y="4578690"/>
            <a:ext cx="718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G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D16E3B4D-22BA-FC4A-A6B1-0AB9A27B446C}"/>
              </a:ext>
            </a:extLst>
          </p:cNvPr>
          <p:cNvSpPr txBox="1"/>
          <p:nvPr/>
        </p:nvSpPr>
        <p:spPr>
          <a:xfrm>
            <a:off x="4810847" y="4579334"/>
            <a:ext cx="718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H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3" name="图片 82 — editable">
            <a:extLst>
              <a:ext uri="{FF2B5EF4-FFF2-40B4-BE49-F238E27FC236}">
                <a16:creationId xmlns:a16="http://schemas.microsoft.com/office/drawing/2014/main" id="{C3DD3F81-20BF-D265-D6A1-8A5DCC125E4D}"/>
              </a:ext>
            </a:extLst>
          </p:cNvPr>
          <p:cNvGrpSpPr/>
          <p:nvPr/>
        </p:nvGrpSpPr>
        <p:grpSpPr>
          <a:xfrm>
            <a:off x="5126863" y="4692969"/>
            <a:ext cx="1998016" cy="1985153"/>
            <a:chOff x="0" y="0"/>
            <a:chExt cx="1998016" cy="1985153"/>
          </a:xfrm>
        </p:grpSpPr>
        <p:sp>
          <p:nvSpPr>
            <p:cNvPr id="20507" name="Panel background"/>
            <p:cNvSpPr/>
            <p:nvPr/>
          </p:nvSpPr>
          <p:spPr>
            <a:xfrm>
              <a:off x="0" y="0"/>
              <a:ext cx="1998016" cy="198515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508" name="Graph element 1"/>
            <p:cNvSpPr/>
            <p:nvPr/>
          </p:nvSpPr>
          <p:spPr>
            <a:xfrm>
              <a:off x="1949137" y="1802931"/>
              <a:ext cx="3430" cy="27869"/>
            </a:xfrm>
            <a:custGeom>
              <a:avLst/>
              <a:gdLst/>
              <a:ahLst/>
              <a:cxnLst/>
              <a:rect l="0" t="0" r="r" b="b"/>
              <a:pathLst>
                <a:path w="3430" h="27869" stroke="0" extrusionOk="0">
                  <a:moveTo>
                    <a:pt x="0" y="27869"/>
                  </a:moveTo>
                  <a:lnTo>
                    <a:pt x="3430" y="27869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7869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</p:sp>
        <p:sp>
          <p:nvSpPr>
            <p:cNvPr id="20509" name="Graph element 2"/>
            <p:cNvSpPr/>
            <p:nvPr/>
          </p:nvSpPr>
          <p:spPr>
            <a:xfrm>
              <a:off x="1779778" y="1706460"/>
              <a:ext cx="3430" cy="124340"/>
            </a:xfrm>
            <a:custGeom>
              <a:avLst/>
              <a:gdLst/>
              <a:ahLst/>
              <a:cxnLst/>
              <a:rect l="0" t="0" r="r" b="b"/>
              <a:pathLst>
                <a:path w="3430" h="124340" stroke="0" extrusionOk="0">
                  <a:moveTo>
                    <a:pt x="0" y="124340"/>
                  </a:moveTo>
                  <a:lnTo>
                    <a:pt x="3430" y="124340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2434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</p:sp>
        <p:sp>
          <p:nvSpPr>
            <p:cNvPr id="20510" name="Graph element 3"/>
            <p:cNvSpPr/>
            <p:nvPr/>
          </p:nvSpPr>
          <p:spPr>
            <a:xfrm>
              <a:off x="1252404" y="1687166"/>
              <a:ext cx="3430" cy="143634"/>
            </a:xfrm>
            <a:custGeom>
              <a:avLst/>
              <a:gdLst/>
              <a:ahLst/>
              <a:cxnLst/>
              <a:rect l="0" t="0" r="r" b="b"/>
              <a:pathLst>
                <a:path w="3430" h="143634" stroke="0" extrusionOk="0">
                  <a:moveTo>
                    <a:pt x="0" y="143634"/>
                  </a:moveTo>
                  <a:lnTo>
                    <a:pt x="3430" y="14363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43634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</p:sp>
        <p:sp>
          <p:nvSpPr>
            <p:cNvPr id="20511" name="Graph element 4"/>
            <p:cNvSpPr/>
            <p:nvPr/>
          </p:nvSpPr>
          <p:spPr>
            <a:xfrm>
              <a:off x="1949137" y="1478005"/>
              <a:ext cx="5072" cy="204873"/>
            </a:xfrm>
            <a:custGeom>
              <a:avLst/>
              <a:gdLst/>
              <a:ahLst/>
              <a:cxnLst/>
              <a:rect l="0" t="0" r="r" b="b"/>
              <a:pathLst>
                <a:path w="5072" h="204873" stroke="0" extrusionOk="0">
                  <a:moveTo>
                    <a:pt x="0" y="2646"/>
                  </a:moveTo>
                  <a:lnTo>
                    <a:pt x="0" y="204873"/>
                  </a:lnTo>
                  <a:lnTo>
                    <a:pt x="3430" y="204873"/>
                  </a:lnTo>
                  <a:lnTo>
                    <a:pt x="3430" y="4067"/>
                  </a:lnTo>
                  <a:lnTo>
                    <a:pt x="5072" y="2425"/>
                  </a:lnTo>
                  <a:lnTo>
                    <a:pt x="2646" y="0"/>
                  </a:lnTo>
                  <a:lnTo>
                    <a:pt x="0" y="2646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</p:sp>
        <p:sp>
          <p:nvSpPr>
            <p:cNvPr id="20512" name="Graph element 5"/>
            <p:cNvSpPr/>
            <p:nvPr/>
          </p:nvSpPr>
          <p:spPr>
            <a:xfrm>
              <a:off x="1778136" y="1478005"/>
              <a:ext cx="5072" cy="204873"/>
            </a:xfrm>
            <a:custGeom>
              <a:avLst/>
              <a:gdLst/>
              <a:ahLst/>
              <a:cxnLst/>
              <a:rect l="0" t="0" r="r" b="b"/>
              <a:pathLst>
                <a:path w="5072" h="204873" stroke="0" extrusionOk="0">
                  <a:moveTo>
                    <a:pt x="1641" y="4067"/>
                  </a:moveTo>
                  <a:lnTo>
                    <a:pt x="1641" y="204873"/>
                  </a:lnTo>
                  <a:lnTo>
                    <a:pt x="5072" y="204873"/>
                  </a:lnTo>
                  <a:lnTo>
                    <a:pt x="5072" y="2646"/>
                  </a:lnTo>
                  <a:lnTo>
                    <a:pt x="2425" y="0"/>
                  </a:lnTo>
                  <a:lnTo>
                    <a:pt x="0" y="2425"/>
                  </a:lnTo>
                  <a:lnTo>
                    <a:pt x="1641" y="4067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</p:sp>
        <p:sp>
          <p:nvSpPr>
            <p:cNvPr id="20513" name="Graph element 6"/>
            <p:cNvSpPr/>
            <p:nvPr/>
          </p:nvSpPr>
          <p:spPr>
            <a:xfrm>
              <a:off x="1603558" y="1477503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</p:sp>
        <p:sp>
          <p:nvSpPr>
            <p:cNvPr id="20514" name="Graph element 7"/>
            <p:cNvSpPr/>
            <p:nvPr/>
          </p:nvSpPr>
          <p:spPr>
            <a:xfrm>
              <a:off x="1429911" y="1477503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</p:sp>
        <p:sp>
          <p:nvSpPr>
            <p:cNvPr id="20515" name="Graph element 8"/>
            <p:cNvSpPr/>
            <p:nvPr/>
          </p:nvSpPr>
          <p:spPr>
            <a:xfrm>
              <a:off x="1252404" y="1478005"/>
              <a:ext cx="5072" cy="202729"/>
            </a:xfrm>
            <a:custGeom>
              <a:avLst/>
              <a:gdLst/>
              <a:ahLst/>
              <a:cxnLst/>
              <a:rect l="0" t="0" r="r" b="b"/>
              <a:pathLst>
                <a:path w="5072" h="202729" stroke="0" extrusionOk="0">
                  <a:moveTo>
                    <a:pt x="0" y="2646"/>
                  </a:moveTo>
                  <a:lnTo>
                    <a:pt x="0" y="202729"/>
                  </a:lnTo>
                  <a:lnTo>
                    <a:pt x="3430" y="202729"/>
                  </a:lnTo>
                  <a:lnTo>
                    <a:pt x="3430" y="4067"/>
                  </a:lnTo>
                  <a:lnTo>
                    <a:pt x="5072" y="2425"/>
                  </a:lnTo>
                  <a:lnTo>
                    <a:pt x="2646" y="0"/>
                  </a:lnTo>
                  <a:lnTo>
                    <a:pt x="0" y="2646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</p:sp>
        <p:sp>
          <p:nvSpPr>
            <p:cNvPr id="20516" name="Graph element 9"/>
            <p:cNvSpPr/>
            <p:nvPr/>
          </p:nvSpPr>
          <p:spPr>
            <a:xfrm>
              <a:off x="906825" y="1477503"/>
              <a:ext cx="6003" cy="353297"/>
            </a:xfrm>
            <a:custGeom>
              <a:avLst/>
              <a:gdLst/>
              <a:ahLst/>
              <a:cxnLst/>
              <a:rect l="0" t="0" r="r" b="b"/>
              <a:pathLst>
                <a:path w="6003" h="353297" stroke="0" extrusionOk="0">
                  <a:moveTo>
                    <a:pt x="1433" y="3430"/>
                  </a:moveTo>
                  <a:lnTo>
                    <a:pt x="2573" y="4569"/>
                  </a:lnTo>
                  <a:lnTo>
                    <a:pt x="2573" y="353297"/>
                  </a:lnTo>
                  <a:lnTo>
                    <a:pt x="6003" y="353297"/>
                  </a:lnTo>
                  <a:lnTo>
                    <a:pt x="6003" y="3148"/>
                  </a:lnTo>
                  <a:lnTo>
                    <a:pt x="285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1433" y="343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</p:sp>
        <p:sp>
          <p:nvSpPr>
            <p:cNvPr id="20517" name="Graph element 10"/>
            <p:cNvSpPr/>
            <p:nvPr/>
          </p:nvSpPr>
          <p:spPr>
            <a:xfrm>
              <a:off x="733178" y="1477503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</p:sp>
        <p:sp>
          <p:nvSpPr>
            <p:cNvPr id="20518" name="Graph element 11"/>
            <p:cNvSpPr/>
            <p:nvPr/>
          </p:nvSpPr>
          <p:spPr>
            <a:xfrm>
              <a:off x="555671" y="1477503"/>
              <a:ext cx="6003" cy="353297"/>
            </a:xfrm>
            <a:custGeom>
              <a:avLst/>
              <a:gdLst/>
              <a:ahLst/>
              <a:cxnLst/>
              <a:rect l="0" t="0" r="r" b="b"/>
              <a:pathLst>
                <a:path w="6003" h="353297" stroke="0" extrusionOk="0">
                  <a:moveTo>
                    <a:pt x="0" y="3148"/>
                  </a:moveTo>
                  <a:lnTo>
                    <a:pt x="0" y="353297"/>
                  </a:lnTo>
                  <a:lnTo>
                    <a:pt x="3430" y="353297"/>
                  </a:lnTo>
                  <a:lnTo>
                    <a:pt x="3430" y="4569"/>
                  </a:lnTo>
                  <a:lnTo>
                    <a:pt x="4569" y="3430"/>
                  </a:lnTo>
                  <a:lnTo>
                    <a:pt x="6003" y="3430"/>
                  </a:lnTo>
                  <a:lnTo>
                    <a:pt x="6003" y="0"/>
                  </a:lnTo>
                  <a:lnTo>
                    <a:pt x="3148" y="0"/>
                  </a:lnTo>
                  <a:lnTo>
                    <a:pt x="0" y="3148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</p:sp>
        <p:sp>
          <p:nvSpPr>
            <p:cNvPr id="20519" name="Graph element 12"/>
            <p:cNvSpPr/>
            <p:nvPr/>
          </p:nvSpPr>
          <p:spPr>
            <a:xfrm>
              <a:off x="1603558" y="1095907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</p:sp>
        <p:sp>
          <p:nvSpPr>
            <p:cNvPr id="20520" name="Graph element 13"/>
            <p:cNvSpPr/>
            <p:nvPr/>
          </p:nvSpPr>
          <p:spPr>
            <a:xfrm>
              <a:off x="1429911" y="1095907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</p:sp>
        <p:sp>
          <p:nvSpPr>
            <p:cNvPr id="20521" name="Graph element 14"/>
            <p:cNvSpPr/>
            <p:nvPr/>
          </p:nvSpPr>
          <p:spPr>
            <a:xfrm>
              <a:off x="733178" y="1095907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</p:sp>
        <p:sp>
          <p:nvSpPr>
            <p:cNvPr id="20522" name="Graph element 15"/>
            <p:cNvSpPr/>
            <p:nvPr/>
          </p:nvSpPr>
          <p:spPr>
            <a:xfrm>
              <a:off x="1778136" y="883243"/>
              <a:ext cx="5072" cy="215592"/>
            </a:xfrm>
            <a:custGeom>
              <a:avLst/>
              <a:gdLst/>
              <a:ahLst/>
              <a:cxnLst/>
              <a:rect l="0" t="0" r="r" b="b"/>
              <a:pathLst>
                <a:path w="5072" h="215592" stroke="0" extrusionOk="0">
                  <a:moveTo>
                    <a:pt x="0" y="213167"/>
                  </a:moveTo>
                  <a:lnTo>
                    <a:pt x="2425" y="215592"/>
                  </a:lnTo>
                  <a:lnTo>
                    <a:pt x="5072" y="212946"/>
                  </a:lnTo>
                  <a:lnTo>
                    <a:pt x="5072" y="0"/>
                  </a:lnTo>
                  <a:lnTo>
                    <a:pt x="1641" y="0"/>
                  </a:lnTo>
                  <a:lnTo>
                    <a:pt x="1641" y="211525"/>
                  </a:lnTo>
                  <a:lnTo>
                    <a:pt x="0" y="213167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</p:sp>
        <p:sp>
          <p:nvSpPr>
            <p:cNvPr id="20523" name="Graph element 16"/>
            <p:cNvSpPr/>
            <p:nvPr/>
          </p:nvSpPr>
          <p:spPr>
            <a:xfrm>
              <a:off x="1779778" y="821073"/>
              <a:ext cx="3430" cy="36444"/>
            </a:xfrm>
            <a:custGeom>
              <a:avLst/>
              <a:gdLst/>
              <a:ahLst/>
              <a:cxnLst/>
              <a:rect l="0" t="0" r="r" b="b"/>
              <a:pathLst>
                <a:path w="3430" h="36444" stroke="0" extrusionOk="0">
                  <a:moveTo>
                    <a:pt x="0" y="36444"/>
                  </a:moveTo>
                  <a:lnTo>
                    <a:pt x="3430" y="364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36444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</p:sp>
        <p:sp>
          <p:nvSpPr>
            <p:cNvPr id="20524" name="Graph element 17"/>
            <p:cNvSpPr/>
            <p:nvPr/>
          </p:nvSpPr>
          <p:spPr>
            <a:xfrm>
              <a:off x="1252404" y="782485"/>
              <a:ext cx="5072" cy="316350"/>
            </a:xfrm>
            <a:custGeom>
              <a:avLst/>
              <a:gdLst/>
              <a:ahLst/>
              <a:cxnLst/>
              <a:rect l="0" t="0" r="r" b="b"/>
              <a:pathLst>
                <a:path w="5072" h="316350" stroke="0" extrusionOk="0">
                  <a:moveTo>
                    <a:pt x="0" y="313704"/>
                  </a:moveTo>
                  <a:lnTo>
                    <a:pt x="2646" y="316350"/>
                  </a:lnTo>
                  <a:lnTo>
                    <a:pt x="5072" y="313925"/>
                  </a:lnTo>
                  <a:lnTo>
                    <a:pt x="3430" y="31228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313704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</p:sp>
        <p:sp>
          <p:nvSpPr>
            <p:cNvPr id="20525" name="Graph element 18"/>
            <p:cNvSpPr/>
            <p:nvPr/>
          </p:nvSpPr>
          <p:spPr>
            <a:xfrm>
              <a:off x="1779778" y="692445"/>
              <a:ext cx="3430" cy="102902"/>
            </a:xfrm>
            <a:custGeom>
              <a:avLst/>
              <a:gdLst/>
              <a:ahLst/>
              <a:cxnLst/>
              <a:rect l="0" t="0" r="r" b="b"/>
              <a:pathLst>
                <a:path w="3430" h="102902" stroke="0" extrusionOk="0">
                  <a:moveTo>
                    <a:pt x="0" y="102902"/>
                  </a:moveTo>
                  <a:lnTo>
                    <a:pt x="3430" y="102902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02902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</p:sp>
        <p:sp>
          <p:nvSpPr>
            <p:cNvPr id="20526" name="Graph element 19"/>
            <p:cNvSpPr/>
            <p:nvPr/>
          </p:nvSpPr>
          <p:spPr>
            <a:xfrm>
              <a:off x="1252404" y="686014"/>
              <a:ext cx="3430" cy="70745"/>
            </a:xfrm>
            <a:custGeom>
              <a:avLst/>
              <a:gdLst/>
              <a:ahLst/>
              <a:cxnLst/>
              <a:rect l="0" t="0" r="r" b="b"/>
              <a:pathLst>
                <a:path w="3430" h="70745" stroke="0" extrusionOk="0">
                  <a:moveTo>
                    <a:pt x="0" y="70745"/>
                  </a:moveTo>
                  <a:lnTo>
                    <a:pt x="3430" y="7074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70745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</p:sp>
        <p:sp>
          <p:nvSpPr>
            <p:cNvPr id="20527" name="Graph element 20"/>
            <p:cNvSpPr/>
            <p:nvPr/>
          </p:nvSpPr>
          <p:spPr>
            <a:xfrm>
              <a:off x="1252404" y="658145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</p:sp>
        <p:sp>
          <p:nvSpPr>
            <p:cNvPr id="20528" name="Graph element 21"/>
            <p:cNvSpPr/>
            <p:nvPr/>
          </p:nvSpPr>
          <p:spPr>
            <a:xfrm>
              <a:off x="906825" y="568105"/>
              <a:ext cx="6003" cy="531232"/>
            </a:xfrm>
            <a:custGeom>
              <a:avLst/>
              <a:gdLst/>
              <a:ahLst/>
              <a:cxnLst/>
              <a:rect l="0" t="0" r="r" b="b"/>
              <a:pathLst>
                <a:path w="6003" h="531232" stroke="0" extrusionOk="0">
                  <a:moveTo>
                    <a:pt x="0" y="527802"/>
                  </a:moveTo>
                  <a:lnTo>
                    <a:pt x="0" y="531232"/>
                  </a:lnTo>
                  <a:lnTo>
                    <a:pt x="2854" y="531232"/>
                  </a:lnTo>
                  <a:lnTo>
                    <a:pt x="6003" y="528084"/>
                  </a:lnTo>
                  <a:lnTo>
                    <a:pt x="6003" y="0"/>
                  </a:lnTo>
                  <a:lnTo>
                    <a:pt x="2573" y="0"/>
                  </a:lnTo>
                  <a:lnTo>
                    <a:pt x="2573" y="526663"/>
                  </a:lnTo>
                  <a:lnTo>
                    <a:pt x="1433" y="527802"/>
                  </a:lnTo>
                  <a:lnTo>
                    <a:pt x="0" y="527802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</p:sp>
        <p:sp>
          <p:nvSpPr>
            <p:cNvPr id="20529" name="Graph element 22"/>
            <p:cNvSpPr/>
            <p:nvPr/>
          </p:nvSpPr>
          <p:spPr>
            <a:xfrm>
              <a:off x="909397" y="433046"/>
              <a:ext cx="3430" cy="45020"/>
            </a:xfrm>
            <a:custGeom>
              <a:avLst/>
              <a:gdLst/>
              <a:ahLst/>
              <a:cxnLst/>
              <a:rect l="0" t="0" r="r" b="b"/>
              <a:pathLst>
                <a:path w="3430" h="45020" stroke="0" extrusionOk="0">
                  <a:moveTo>
                    <a:pt x="0" y="45020"/>
                  </a:moveTo>
                  <a:lnTo>
                    <a:pt x="3430" y="45020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502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</p:sp>
        <p:sp>
          <p:nvSpPr>
            <p:cNvPr id="20530" name="Graph element 23"/>
            <p:cNvSpPr/>
            <p:nvPr/>
          </p:nvSpPr>
          <p:spPr>
            <a:xfrm>
              <a:off x="555671" y="347295"/>
              <a:ext cx="6003" cy="752043"/>
            </a:xfrm>
            <a:custGeom>
              <a:avLst/>
              <a:gdLst/>
              <a:ahLst/>
              <a:cxnLst/>
              <a:rect l="0" t="0" r="r" b="b"/>
              <a:pathLst>
                <a:path w="6003" h="752043" stroke="0" extrusionOk="0">
                  <a:moveTo>
                    <a:pt x="0" y="748894"/>
                  </a:moveTo>
                  <a:lnTo>
                    <a:pt x="3148" y="752043"/>
                  </a:lnTo>
                  <a:lnTo>
                    <a:pt x="6003" y="752043"/>
                  </a:lnTo>
                  <a:lnTo>
                    <a:pt x="6003" y="748613"/>
                  </a:lnTo>
                  <a:lnTo>
                    <a:pt x="4569" y="748613"/>
                  </a:lnTo>
                  <a:lnTo>
                    <a:pt x="3430" y="74747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748894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</p:sp>
        <p:sp>
          <p:nvSpPr>
            <p:cNvPr id="20531" name="Graph element 24"/>
            <p:cNvSpPr/>
            <p:nvPr/>
          </p:nvSpPr>
          <p:spPr>
            <a:xfrm>
              <a:off x="555671" y="280837"/>
              <a:ext cx="3430" cy="40732"/>
            </a:xfrm>
            <a:custGeom>
              <a:avLst/>
              <a:gdLst/>
              <a:ahLst/>
              <a:cxnLst/>
              <a:rect l="0" t="0" r="r" b="b"/>
              <a:pathLst>
                <a:path w="3430" h="40732" stroke="0" extrusionOk="0">
                  <a:moveTo>
                    <a:pt x="0" y="40732"/>
                  </a:moveTo>
                  <a:lnTo>
                    <a:pt x="3430" y="40732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0732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</p:sp>
        <p:sp>
          <p:nvSpPr>
            <p:cNvPr id="20532" name="Graph element 25"/>
            <p:cNvSpPr/>
            <p:nvPr/>
          </p:nvSpPr>
          <p:spPr>
            <a:xfrm>
              <a:off x="1252404" y="199373"/>
              <a:ext cx="3430" cy="433046"/>
            </a:xfrm>
            <a:custGeom>
              <a:avLst/>
              <a:gdLst/>
              <a:ahLst/>
              <a:cxnLst/>
              <a:rect l="0" t="0" r="r" b="b"/>
              <a:pathLst>
                <a:path w="3430" h="433046" stroke="0" extrusionOk="0">
                  <a:moveTo>
                    <a:pt x="0" y="433046"/>
                  </a:moveTo>
                  <a:lnTo>
                    <a:pt x="3430" y="433046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33046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</p:sp>
        <p:sp>
          <p:nvSpPr>
            <p:cNvPr id="20533" name="Graph element 26"/>
            <p:cNvSpPr/>
            <p:nvPr/>
          </p:nvSpPr>
          <p:spPr>
            <a:xfrm>
              <a:off x="909397" y="199373"/>
              <a:ext cx="3430" cy="207948"/>
            </a:xfrm>
            <a:custGeom>
              <a:avLst/>
              <a:gdLst/>
              <a:ahLst/>
              <a:cxnLst/>
              <a:rect l="0" t="0" r="r" b="b"/>
              <a:pathLst>
                <a:path w="3430" h="207948" stroke="0" extrusionOk="0">
                  <a:moveTo>
                    <a:pt x="0" y="207948"/>
                  </a:moveTo>
                  <a:lnTo>
                    <a:pt x="3430" y="20794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07948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</p:sp>
        <p:sp>
          <p:nvSpPr>
            <p:cNvPr id="20534" name="Graph element 27"/>
            <p:cNvSpPr/>
            <p:nvPr/>
          </p:nvSpPr>
          <p:spPr>
            <a:xfrm>
              <a:off x="909397" y="139347"/>
              <a:ext cx="3430" cy="23582"/>
            </a:xfrm>
            <a:custGeom>
              <a:avLst/>
              <a:gdLst/>
              <a:ahLst/>
              <a:cxnLst/>
              <a:rect l="0" t="0" r="r" b="b"/>
              <a:pathLst>
                <a:path w="3430" h="23582" stroke="0" extrusionOk="0">
                  <a:moveTo>
                    <a:pt x="0" y="23582"/>
                  </a:moveTo>
                  <a:lnTo>
                    <a:pt x="3430" y="23582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3582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</p:sp>
        <p:sp>
          <p:nvSpPr>
            <p:cNvPr id="20535" name="Graph element 28"/>
            <p:cNvSpPr/>
            <p:nvPr/>
          </p:nvSpPr>
          <p:spPr>
            <a:xfrm>
              <a:off x="1949137" y="124340"/>
              <a:ext cx="5072" cy="974495"/>
            </a:xfrm>
            <a:custGeom>
              <a:avLst/>
              <a:gdLst/>
              <a:ahLst/>
              <a:cxnLst/>
              <a:rect l="0" t="0" r="r" b="b"/>
              <a:pathLst>
                <a:path w="5072" h="974495" stroke="0" extrusionOk="0">
                  <a:moveTo>
                    <a:pt x="0" y="971849"/>
                  </a:moveTo>
                  <a:lnTo>
                    <a:pt x="2646" y="974495"/>
                  </a:lnTo>
                  <a:lnTo>
                    <a:pt x="5072" y="972070"/>
                  </a:lnTo>
                  <a:lnTo>
                    <a:pt x="3430" y="97042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971849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</p:sp>
        <p:sp>
          <p:nvSpPr>
            <p:cNvPr id="20536" name="Graph element 29"/>
            <p:cNvSpPr/>
            <p:nvPr/>
          </p:nvSpPr>
          <p:spPr>
            <a:xfrm>
              <a:off x="909397" y="60026"/>
              <a:ext cx="3430" cy="49307"/>
            </a:xfrm>
            <a:custGeom>
              <a:avLst/>
              <a:gdLst/>
              <a:ahLst/>
              <a:cxnLst/>
              <a:rect l="0" t="0" r="r" b="b"/>
              <a:pathLst>
                <a:path w="3430" h="49307" stroke="0" extrusionOk="0">
                  <a:moveTo>
                    <a:pt x="0" y="49307"/>
                  </a:moveTo>
                  <a:lnTo>
                    <a:pt x="3430" y="49307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9307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</p:sp>
        <p:sp>
          <p:nvSpPr>
            <p:cNvPr id="20537" name="Graph element 30"/>
            <p:cNvSpPr/>
            <p:nvPr/>
          </p:nvSpPr>
          <p:spPr>
            <a:xfrm>
              <a:off x="1949137" y="30013"/>
              <a:ext cx="3430" cy="68601"/>
            </a:xfrm>
            <a:custGeom>
              <a:avLst/>
              <a:gdLst/>
              <a:ahLst/>
              <a:cxnLst/>
              <a:rect l="0" t="0" r="r" b="b"/>
              <a:pathLst>
                <a:path w="3430" h="68601" stroke="0" extrusionOk="0">
                  <a:moveTo>
                    <a:pt x="0" y="68601"/>
                  </a:moveTo>
                  <a:lnTo>
                    <a:pt x="3430" y="68601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6860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</p:sp>
        <p:sp>
          <p:nvSpPr>
            <p:cNvPr id="20538" name="Graph element 31"/>
            <p:cNvSpPr/>
            <p:nvPr/>
          </p:nvSpPr>
          <p:spPr>
            <a:xfrm>
              <a:off x="1779778" y="30013"/>
              <a:ext cx="3430" cy="638851"/>
            </a:xfrm>
            <a:custGeom>
              <a:avLst/>
              <a:gdLst/>
              <a:ahLst/>
              <a:cxnLst/>
              <a:rect l="0" t="0" r="r" b="b"/>
              <a:pathLst>
                <a:path w="3430" h="638851" stroke="0" extrusionOk="0">
                  <a:moveTo>
                    <a:pt x="0" y="638851"/>
                  </a:moveTo>
                  <a:lnTo>
                    <a:pt x="3430" y="638851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63885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</p:sp>
        <p:sp>
          <p:nvSpPr>
            <p:cNvPr id="20539" name="Graph element 32"/>
            <p:cNvSpPr/>
            <p:nvPr/>
          </p:nvSpPr>
          <p:spPr>
            <a:xfrm>
              <a:off x="1252404" y="30013"/>
              <a:ext cx="3430" cy="132915"/>
            </a:xfrm>
            <a:custGeom>
              <a:avLst/>
              <a:gdLst/>
              <a:ahLst/>
              <a:cxnLst/>
              <a:rect l="0" t="0" r="r" b="b"/>
              <a:pathLst>
                <a:path w="3430" h="132915" stroke="0" extrusionOk="0">
                  <a:moveTo>
                    <a:pt x="0" y="132915"/>
                  </a:moveTo>
                  <a:lnTo>
                    <a:pt x="3430" y="13291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32915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</p:sp>
        <p:sp>
          <p:nvSpPr>
            <p:cNvPr id="20540" name="Graph element 33"/>
            <p:cNvSpPr/>
            <p:nvPr/>
          </p:nvSpPr>
          <p:spPr>
            <a:xfrm>
              <a:off x="909397" y="30013"/>
              <a:ext cx="3430" cy="19294"/>
            </a:xfrm>
            <a:custGeom>
              <a:avLst/>
              <a:gdLst/>
              <a:ahLst/>
              <a:cxnLst/>
              <a:rect l="0" t="0" r="r" b="b"/>
              <a:pathLst>
                <a:path w="3430" h="19294" stroke="0" extrusionOk="0">
                  <a:moveTo>
                    <a:pt x="0" y="19294"/>
                  </a:moveTo>
                  <a:lnTo>
                    <a:pt x="3430" y="1929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9294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</p:sp>
        <p:sp>
          <p:nvSpPr>
            <p:cNvPr id="20541" name="Graph element 34"/>
            <p:cNvSpPr/>
            <p:nvPr/>
          </p:nvSpPr>
          <p:spPr>
            <a:xfrm>
              <a:off x="555671" y="30013"/>
              <a:ext cx="3430" cy="225098"/>
            </a:xfrm>
            <a:custGeom>
              <a:avLst/>
              <a:gdLst/>
              <a:ahLst/>
              <a:cxnLst/>
              <a:rect l="0" t="0" r="r" b="b"/>
              <a:pathLst>
                <a:path w="3430" h="225098" stroke="0" extrusionOk="0">
                  <a:moveTo>
                    <a:pt x="0" y="225098"/>
                  </a:moveTo>
                  <a:lnTo>
                    <a:pt x="3430" y="22509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25098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</p:sp>
        <p:sp>
          <p:nvSpPr>
            <p:cNvPr id="20542" name="Graph element 35"/>
            <p:cNvSpPr/>
            <p:nvPr/>
          </p:nvSpPr>
          <p:spPr>
            <a:xfrm>
              <a:off x="1735260" y="952776"/>
              <a:ext cx="4569" cy="4569"/>
            </a:xfrm>
            <a:custGeom>
              <a:avLst/>
              <a:gdLst/>
              <a:ahLst/>
              <a:cxnLst/>
              <a:rect l="0" t="0" r="r" b="b"/>
              <a:pathLst>
                <a:path w="4569" h="4569" stroke="0" extrusionOk="0">
                  <a:moveTo>
                    <a:pt x="0" y="2144"/>
                  </a:moveTo>
                  <a:lnTo>
                    <a:pt x="2425" y="4569"/>
                  </a:lnTo>
                  <a:lnTo>
                    <a:pt x="4569" y="2425"/>
                  </a:lnTo>
                  <a:lnTo>
                    <a:pt x="2144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F0F5F9"/>
            </a:solidFill>
            <a:ln>
              <a:noFill/>
            </a:ln>
          </p:spPr>
        </p:sp>
        <p:sp>
          <p:nvSpPr>
            <p:cNvPr id="20543" name="Graph element 36"/>
            <p:cNvSpPr/>
            <p:nvPr/>
          </p:nvSpPr>
          <p:spPr>
            <a:xfrm>
              <a:off x="1728829" y="832723"/>
              <a:ext cx="4569" cy="4569"/>
            </a:xfrm>
            <a:custGeom>
              <a:avLst/>
              <a:gdLst/>
              <a:ahLst/>
              <a:cxnLst/>
              <a:rect l="0" t="0" r="r" b="b"/>
              <a:pathLst>
                <a:path w="4569" h="4569" stroke="0" extrusionOk="0">
                  <a:moveTo>
                    <a:pt x="0" y="2144"/>
                  </a:moveTo>
                  <a:lnTo>
                    <a:pt x="2425" y="4569"/>
                  </a:lnTo>
                  <a:lnTo>
                    <a:pt x="4569" y="2425"/>
                  </a:lnTo>
                  <a:lnTo>
                    <a:pt x="2144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F0F5F9"/>
            </a:solidFill>
            <a:ln>
              <a:noFill/>
            </a:ln>
          </p:spPr>
        </p:sp>
        <p:sp>
          <p:nvSpPr>
            <p:cNvPr id="20544" name="Graph element 37"/>
            <p:cNvSpPr/>
            <p:nvPr/>
          </p:nvSpPr>
          <p:spPr>
            <a:xfrm>
              <a:off x="1670947" y="826292"/>
              <a:ext cx="4569" cy="4569"/>
            </a:xfrm>
            <a:custGeom>
              <a:avLst/>
              <a:gdLst/>
              <a:ahLst/>
              <a:cxnLst/>
              <a:rect l="0" t="0" r="r" b="b"/>
              <a:pathLst>
                <a:path w="4569" h="4569" stroke="0" extrusionOk="0">
                  <a:moveTo>
                    <a:pt x="0" y="2144"/>
                  </a:moveTo>
                  <a:lnTo>
                    <a:pt x="2425" y="4569"/>
                  </a:lnTo>
                  <a:lnTo>
                    <a:pt x="4569" y="2425"/>
                  </a:lnTo>
                  <a:lnTo>
                    <a:pt x="2144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F0F5F9"/>
            </a:solidFill>
            <a:ln>
              <a:noFill/>
            </a:ln>
          </p:spPr>
        </p:sp>
        <p:sp>
          <p:nvSpPr>
            <p:cNvPr id="20545" name="Graph element 38"/>
            <p:cNvSpPr/>
            <p:nvPr/>
          </p:nvSpPr>
          <p:spPr>
            <a:xfrm>
              <a:off x="1490868" y="787703"/>
              <a:ext cx="4569" cy="4569"/>
            </a:xfrm>
            <a:custGeom>
              <a:avLst/>
              <a:gdLst/>
              <a:ahLst/>
              <a:cxnLst/>
              <a:rect l="0" t="0" r="r" b="b"/>
              <a:pathLst>
                <a:path w="4569" h="4569" stroke="0" extrusionOk="0">
                  <a:moveTo>
                    <a:pt x="0" y="2144"/>
                  </a:moveTo>
                  <a:lnTo>
                    <a:pt x="2425" y="4569"/>
                  </a:lnTo>
                  <a:lnTo>
                    <a:pt x="4569" y="2425"/>
                  </a:lnTo>
                  <a:lnTo>
                    <a:pt x="2144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F0F5F9"/>
            </a:solidFill>
            <a:ln>
              <a:noFill/>
            </a:ln>
          </p:spPr>
        </p:sp>
        <p:sp>
          <p:nvSpPr>
            <p:cNvPr id="20546" name="Graph element 39"/>
            <p:cNvSpPr/>
            <p:nvPr/>
          </p:nvSpPr>
          <p:spPr>
            <a:xfrm>
              <a:off x="1713822" y="635494"/>
              <a:ext cx="4569" cy="4569"/>
            </a:xfrm>
            <a:custGeom>
              <a:avLst/>
              <a:gdLst/>
              <a:ahLst/>
              <a:cxnLst/>
              <a:rect l="0" t="0" r="r" b="b"/>
              <a:pathLst>
                <a:path w="4569" h="4569" stroke="0" extrusionOk="0">
                  <a:moveTo>
                    <a:pt x="0" y="2144"/>
                  </a:moveTo>
                  <a:lnTo>
                    <a:pt x="2425" y="4569"/>
                  </a:lnTo>
                  <a:lnTo>
                    <a:pt x="4569" y="2425"/>
                  </a:lnTo>
                  <a:lnTo>
                    <a:pt x="2144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F0F5F9"/>
            </a:solidFill>
            <a:ln>
              <a:noFill/>
            </a:ln>
          </p:spPr>
        </p:sp>
        <p:sp>
          <p:nvSpPr>
            <p:cNvPr id="20547" name="Graph element 40"/>
            <p:cNvSpPr/>
            <p:nvPr/>
          </p:nvSpPr>
          <p:spPr>
            <a:xfrm>
              <a:off x="704096" y="318213"/>
              <a:ext cx="4569" cy="4569"/>
            </a:xfrm>
            <a:custGeom>
              <a:avLst/>
              <a:gdLst/>
              <a:ahLst/>
              <a:cxnLst/>
              <a:rect l="0" t="0" r="r" b="b"/>
              <a:pathLst>
                <a:path w="4569" h="4569" stroke="0" extrusionOk="0">
                  <a:moveTo>
                    <a:pt x="0" y="2144"/>
                  </a:moveTo>
                  <a:lnTo>
                    <a:pt x="2425" y="4569"/>
                  </a:lnTo>
                  <a:lnTo>
                    <a:pt x="4569" y="2425"/>
                  </a:lnTo>
                  <a:lnTo>
                    <a:pt x="2144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F0F5F9"/>
            </a:solidFill>
            <a:ln>
              <a:noFill/>
            </a:ln>
          </p:spPr>
        </p:sp>
        <p:sp>
          <p:nvSpPr>
            <p:cNvPr id="20548" name="Graph element 41"/>
            <p:cNvSpPr/>
            <p:nvPr/>
          </p:nvSpPr>
          <p:spPr>
            <a:xfrm>
              <a:off x="377308" y="234102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F0F5F9"/>
            </a:solidFill>
            <a:ln>
              <a:noFill/>
            </a:ln>
          </p:spPr>
        </p:sp>
        <p:sp>
          <p:nvSpPr>
            <p:cNvPr id="20549" name="Graph element 42"/>
            <p:cNvSpPr/>
            <p:nvPr/>
          </p:nvSpPr>
          <p:spPr>
            <a:xfrm>
              <a:off x="1725754" y="1698314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</p:sp>
        <p:sp>
          <p:nvSpPr>
            <p:cNvPr id="20550" name="Graph element 43"/>
            <p:cNvSpPr/>
            <p:nvPr/>
          </p:nvSpPr>
          <p:spPr>
            <a:xfrm>
              <a:off x="1530669" y="1687595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</p:sp>
        <p:sp>
          <p:nvSpPr>
            <p:cNvPr id="20551" name="Graph element 44"/>
            <p:cNvSpPr/>
            <p:nvPr/>
          </p:nvSpPr>
          <p:spPr>
            <a:xfrm>
              <a:off x="1447061" y="1685451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</p:sp>
        <p:sp>
          <p:nvSpPr>
            <p:cNvPr id="20552" name="Graph element 45"/>
            <p:cNvSpPr/>
            <p:nvPr/>
          </p:nvSpPr>
          <p:spPr>
            <a:xfrm>
              <a:off x="1363453" y="1683307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</p:sp>
        <p:sp>
          <p:nvSpPr>
            <p:cNvPr id="20553" name="Graph element 46"/>
            <p:cNvSpPr/>
            <p:nvPr/>
          </p:nvSpPr>
          <p:spPr>
            <a:xfrm>
              <a:off x="1307714" y="1683307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</p:sp>
        <p:sp>
          <p:nvSpPr>
            <p:cNvPr id="20554" name="Graph element 47"/>
            <p:cNvSpPr/>
            <p:nvPr/>
          </p:nvSpPr>
          <p:spPr>
            <a:xfrm>
              <a:off x="1224106" y="1683307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</p:sp>
        <p:sp>
          <p:nvSpPr>
            <p:cNvPr id="20555" name="Graph element 48"/>
            <p:cNvSpPr/>
            <p:nvPr/>
          </p:nvSpPr>
          <p:spPr>
            <a:xfrm>
              <a:off x="1168368" y="1683307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</p:sp>
        <p:sp>
          <p:nvSpPr>
            <p:cNvPr id="20556" name="Graph element 49"/>
            <p:cNvSpPr/>
            <p:nvPr/>
          </p:nvSpPr>
          <p:spPr>
            <a:xfrm>
              <a:off x="1140498" y="1683307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</p:sp>
        <p:sp>
          <p:nvSpPr>
            <p:cNvPr id="20557" name="Graph element 50"/>
            <p:cNvSpPr/>
            <p:nvPr/>
          </p:nvSpPr>
          <p:spPr>
            <a:xfrm>
              <a:off x="1029021" y="1683307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</p:sp>
        <p:sp>
          <p:nvSpPr>
            <p:cNvPr id="20558" name="Graph element 51"/>
            <p:cNvSpPr/>
            <p:nvPr/>
          </p:nvSpPr>
          <p:spPr>
            <a:xfrm>
              <a:off x="1001152" y="1683307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</p:sp>
        <p:sp>
          <p:nvSpPr>
            <p:cNvPr id="20559" name="Graph element 52"/>
            <p:cNvSpPr/>
            <p:nvPr/>
          </p:nvSpPr>
          <p:spPr>
            <a:xfrm>
              <a:off x="945413" y="1683307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</p:sp>
        <p:sp>
          <p:nvSpPr>
            <p:cNvPr id="20560" name="Graph element 53"/>
            <p:cNvSpPr/>
            <p:nvPr/>
          </p:nvSpPr>
          <p:spPr>
            <a:xfrm>
              <a:off x="917544" y="1683307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</p:sp>
        <p:sp>
          <p:nvSpPr>
            <p:cNvPr id="20561" name="Graph element 54"/>
            <p:cNvSpPr/>
            <p:nvPr/>
          </p:nvSpPr>
          <p:spPr>
            <a:xfrm>
              <a:off x="889675" y="1683307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</p:sp>
        <p:sp>
          <p:nvSpPr>
            <p:cNvPr id="20562" name="Graph element 55"/>
            <p:cNvSpPr/>
            <p:nvPr/>
          </p:nvSpPr>
          <p:spPr>
            <a:xfrm>
              <a:off x="861805" y="1683307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</p:sp>
        <p:sp>
          <p:nvSpPr>
            <p:cNvPr id="20563" name="Graph element 56"/>
            <p:cNvSpPr/>
            <p:nvPr/>
          </p:nvSpPr>
          <p:spPr>
            <a:xfrm>
              <a:off x="833936" y="1683307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</p:sp>
        <p:sp>
          <p:nvSpPr>
            <p:cNvPr id="20564" name="Graph element 57"/>
            <p:cNvSpPr/>
            <p:nvPr/>
          </p:nvSpPr>
          <p:spPr>
            <a:xfrm>
              <a:off x="806067" y="1683307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</p:sp>
        <p:sp>
          <p:nvSpPr>
            <p:cNvPr id="20565" name="Graph element 58"/>
            <p:cNvSpPr/>
            <p:nvPr/>
          </p:nvSpPr>
          <p:spPr>
            <a:xfrm>
              <a:off x="778197" y="1683307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</p:sp>
        <p:sp>
          <p:nvSpPr>
            <p:cNvPr id="20566" name="Graph element 59"/>
            <p:cNvSpPr/>
            <p:nvPr/>
          </p:nvSpPr>
          <p:spPr>
            <a:xfrm>
              <a:off x="750328" y="1683307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</p:sp>
        <p:sp>
          <p:nvSpPr>
            <p:cNvPr id="20567" name="Graph element 60"/>
            <p:cNvSpPr/>
            <p:nvPr/>
          </p:nvSpPr>
          <p:spPr>
            <a:xfrm>
              <a:off x="694589" y="1683307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</p:sp>
        <p:sp>
          <p:nvSpPr>
            <p:cNvPr id="20568" name="Graph element 61"/>
            <p:cNvSpPr/>
            <p:nvPr/>
          </p:nvSpPr>
          <p:spPr>
            <a:xfrm>
              <a:off x="666720" y="1683307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</p:sp>
        <p:sp>
          <p:nvSpPr>
            <p:cNvPr id="20569" name="Graph element 62"/>
            <p:cNvSpPr/>
            <p:nvPr/>
          </p:nvSpPr>
          <p:spPr>
            <a:xfrm>
              <a:off x="638851" y="1683307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</p:sp>
        <p:sp>
          <p:nvSpPr>
            <p:cNvPr id="20570" name="Graph element 63"/>
            <p:cNvSpPr/>
            <p:nvPr/>
          </p:nvSpPr>
          <p:spPr>
            <a:xfrm>
              <a:off x="520942" y="1683307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</p:sp>
        <p:sp>
          <p:nvSpPr>
            <p:cNvPr id="20571" name="Graph element 64"/>
            <p:cNvSpPr/>
            <p:nvPr/>
          </p:nvSpPr>
          <p:spPr>
            <a:xfrm>
              <a:off x="465203" y="1683307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</p:sp>
        <p:sp>
          <p:nvSpPr>
            <p:cNvPr id="20572" name="Graph element 65"/>
            <p:cNvSpPr/>
            <p:nvPr/>
          </p:nvSpPr>
          <p:spPr>
            <a:xfrm>
              <a:off x="437334" y="1683307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</p:sp>
        <p:sp>
          <p:nvSpPr>
            <p:cNvPr id="20573" name="Graph element 66"/>
            <p:cNvSpPr/>
            <p:nvPr/>
          </p:nvSpPr>
          <p:spPr>
            <a:xfrm>
              <a:off x="409465" y="1683307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</p:sp>
        <p:sp>
          <p:nvSpPr>
            <p:cNvPr id="20574" name="Graph element 67"/>
            <p:cNvSpPr/>
            <p:nvPr/>
          </p:nvSpPr>
          <p:spPr>
            <a:xfrm>
              <a:off x="353726" y="1683307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</p:sp>
        <p:sp>
          <p:nvSpPr>
            <p:cNvPr id="20575" name="Graph element 68"/>
            <p:cNvSpPr/>
            <p:nvPr/>
          </p:nvSpPr>
          <p:spPr>
            <a:xfrm>
              <a:off x="325857" y="1683307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</p:sp>
        <p:sp>
          <p:nvSpPr>
            <p:cNvPr id="20576" name="Graph element 69"/>
            <p:cNvSpPr/>
            <p:nvPr/>
          </p:nvSpPr>
          <p:spPr>
            <a:xfrm>
              <a:off x="297987" y="1683307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</p:sp>
        <p:sp>
          <p:nvSpPr>
            <p:cNvPr id="20577" name="Graph element 70"/>
            <p:cNvSpPr/>
            <p:nvPr/>
          </p:nvSpPr>
          <p:spPr>
            <a:xfrm>
              <a:off x="270118" y="1683307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</p:sp>
        <p:sp>
          <p:nvSpPr>
            <p:cNvPr id="20578" name="Graph element 71"/>
            <p:cNvSpPr/>
            <p:nvPr/>
          </p:nvSpPr>
          <p:spPr>
            <a:xfrm>
              <a:off x="242249" y="1683307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</p:sp>
        <p:sp>
          <p:nvSpPr>
            <p:cNvPr id="20579" name="Graph element 72"/>
            <p:cNvSpPr/>
            <p:nvPr/>
          </p:nvSpPr>
          <p:spPr>
            <a:xfrm>
              <a:off x="1333869" y="1681163"/>
              <a:ext cx="5574" cy="5574"/>
            </a:xfrm>
            <a:custGeom>
              <a:avLst/>
              <a:gdLst/>
              <a:ahLst/>
              <a:cxnLst/>
              <a:rect l="0" t="0" r="r" b="b"/>
              <a:pathLst>
                <a:path w="5574" h="5574" stroke="0" extrusionOk="0">
                  <a:moveTo>
                    <a:pt x="0" y="0"/>
                  </a:moveTo>
                  <a:lnTo>
                    <a:pt x="0" y="5574"/>
                  </a:lnTo>
                  <a:lnTo>
                    <a:pt x="5574" y="5574"/>
                  </a:lnTo>
                  <a:lnTo>
                    <a:pt x="557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</p:sp>
        <p:sp>
          <p:nvSpPr>
            <p:cNvPr id="20580" name="Graph element 73"/>
            <p:cNvSpPr/>
            <p:nvPr/>
          </p:nvSpPr>
          <p:spPr>
            <a:xfrm>
              <a:off x="1029021" y="1674732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</p:sp>
        <p:sp>
          <p:nvSpPr>
            <p:cNvPr id="20581" name="Graph element 74"/>
            <p:cNvSpPr/>
            <p:nvPr/>
          </p:nvSpPr>
          <p:spPr>
            <a:xfrm>
              <a:off x="778197" y="1670444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</p:sp>
        <p:sp>
          <p:nvSpPr>
            <p:cNvPr id="20582" name="Graph element 75"/>
            <p:cNvSpPr/>
            <p:nvPr/>
          </p:nvSpPr>
          <p:spPr>
            <a:xfrm>
              <a:off x="722459" y="1668300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</p:sp>
        <p:sp>
          <p:nvSpPr>
            <p:cNvPr id="20583" name="Graph element 76"/>
            <p:cNvSpPr/>
            <p:nvPr/>
          </p:nvSpPr>
          <p:spPr>
            <a:xfrm>
              <a:off x="520942" y="1664013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</p:sp>
        <p:sp>
          <p:nvSpPr>
            <p:cNvPr id="20584" name="Graph element 77"/>
            <p:cNvSpPr/>
            <p:nvPr/>
          </p:nvSpPr>
          <p:spPr>
            <a:xfrm>
              <a:off x="465203" y="1659725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</p:sp>
        <p:sp>
          <p:nvSpPr>
            <p:cNvPr id="20585" name="Graph element 78"/>
            <p:cNvSpPr/>
            <p:nvPr/>
          </p:nvSpPr>
          <p:spPr>
            <a:xfrm>
              <a:off x="1953425" y="1802931"/>
              <a:ext cx="3430" cy="27869"/>
            </a:xfrm>
            <a:custGeom>
              <a:avLst/>
              <a:gdLst/>
              <a:ahLst/>
              <a:cxnLst/>
              <a:rect l="0" t="0" r="r" b="b"/>
              <a:pathLst>
                <a:path w="3430" h="27869" stroke="0" extrusionOk="0">
                  <a:moveTo>
                    <a:pt x="0" y="27869"/>
                  </a:moveTo>
                  <a:lnTo>
                    <a:pt x="3430" y="27869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7869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</p:sp>
        <p:sp>
          <p:nvSpPr>
            <p:cNvPr id="20586" name="Graph element 79"/>
            <p:cNvSpPr/>
            <p:nvPr/>
          </p:nvSpPr>
          <p:spPr>
            <a:xfrm>
              <a:off x="1775490" y="1706460"/>
              <a:ext cx="3430" cy="124340"/>
            </a:xfrm>
            <a:custGeom>
              <a:avLst/>
              <a:gdLst/>
              <a:ahLst/>
              <a:cxnLst/>
              <a:rect l="0" t="0" r="r" b="b"/>
              <a:pathLst>
                <a:path w="3430" h="124340" stroke="0" extrusionOk="0">
                  <a:moveTo>
                    <a:pt x="0" y="124340"/>
                  </a:moveTo>
                  <a:lnTo>
                    <a:pt x="3430" y="124340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24340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</p:sp>
        <p:sp>
          <p:nvSpPr>
            <p:cNvPr id="20587" name="Graph element 80"/>
            <p:cNvSpPr/>
            <p:nvPr/>
          </p:nvSpPr>
          <p:spPr>
            <a:xfrm>
              <a:off x="1256692" y="1687166"/>
              <a:ext cx="3430" cy="143634"/>
            </a:xfrm>
            <a:custGeom>
              <a:avLst/>
              <a:gdLst/>
              <a:ahLst/>
              <a:cxnLst/>
              <a:rect l="0" t="0" r="r" b="b"/>
              <a:pathLst>
                <a:path w="3430" h="143634" stroke="0" extrusionOk="0">
                  <a:moveTo>
                    <a:pt x="0" y="143634"/>
                  </a:moveTo>
                  <a:lnTo>
                    <a:pt x="3430" y="14363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43634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</p:sp>
        <p:sp>
          <p:nvSpPr>
            <p:cNvPr id="20588" name="Graph element 81"/>
            <p:cNvSpPr/>
            <p:nvPr/>
          </p:nvSpPr>
          <p:spPr>
            <a:xfrm>
              <a:off x="1083045" y="1687166"/>
              <a:ext cx="3430" cy="143634"/>
            </a:xfrm>
            <a:custGeom>
              <a:avLst/>
              <a:gdLst/>
              <a:ahLst/>
              <a:cxnLst/>
              <a:rect l="0" t="0" r="r" b="b"/>
              <a:pathLst>
                <a:path w="3430" h="143634" stroke="0" extrusionOk="0">
                  <a:moveTo>
                    <a:pt x="0" y="143634"/>
                  </a:moveTo>
                  <a:lnTo>
                    <a:pt x="3430" y="14363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43634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</p:sp>
        <p:sp>
          <p:nvSpPr>
            <p:cNvPr id="20589" name="Graph element 82"/>
            <p:cNvSpPr/>
            <p:nvPr/>
          </p:nvSpPr>
          <p:spPr>
            <a:xfrm>
              <a:off x="1078757" y="1687166"/>
              <a:ext cx="3430" cy="143634"/>
            </a:xfrm>
            <a:custGeom>
              <a:avLst/>
              <a:gdLst/>
              <a:ahLst/>
              <a:cxnLst/>
              <a:rect l="0" t="0" r="r" b="b"/>
              <a:pathLst>
                <a:path w="3430" h="143634" stroke="0" extrusionOk="0">
                  <a:moveTo>
                    <a:pt x="0" y="143634"/>
                  </a:moveTo>
                  <a:lnTo>
                    <a:pt x="3430" y="14363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43634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</p:sp>
        <p:sp>
          <p:nvSpPr>
            <p:cNvPr id="20590" name="Graph element 83"/>
            <p:cNvSpPr/>
            <p:nvPr/>
          </p:nvSpPr>
          <p:spPr>
            <a:xfrm>
              <a:off x="386312" y="1687166"/>
              <a:ext cx="3430" cy="143634"/>
            </a:xfrm>
            <a:custGeom>
              <a:avLst/>
              <a:gdLst/>
              <a:ahLst/>
              <a:cxnLst/>
              <a:rect l="0" t="0" r="r" b="b"/>
              <a:pathLst>
                <a:path w="3430" h="143634" stroke="0" extrusionOk="0">
                  <a:moveTo>
                    <a:pt x="0" y="143634"/>
                  </a:moveTo>
                  <a:lnTo>
                    <a:pt x="3430" y="14363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43634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</p:sp>
        <p:sp>
          <p:nvSpPr>
            <p:cNvPr id="20591" name="Graph element 84"/>
            <p:cNvSpPr/>
            <p:nvPr/>
          </p:nvSpPr>
          <p:spPr>
            <a:xfrm>
              <a:off x="382024" y="1687166"/>
              <a:ext cx="3430" cy="143634"/>
            </a:xfrm>
            <a:custGeom>
              <a:avLst/>
              <a:gdLst/>
              <a:ahLst/>
              <a:cxnLst/>
              <a:rect l="0" t="0" r="r" b="b"/>
              <a:pathLst>
                <a:path w="3430" h="143634" stroke="0" extrusionOk="0">
                  <a:moveTo>
                    <a:pt x="0" y="143634"/>
                  </a:moveTo>
                  <a:lnTo>
                    <a:pt x="3430" y="14363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43634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</p:sp>
        <p:sp>
          <p:nvSpPr>
            <p:cNvPr id="20592" name="Graph element 85"/>
            <p:cNvSpPr/>
            <p:nvPr/>
          </p:nvSpPr>
          <p:spPr>
            <a:xfrm>
              <a:off x="1953425" y="1481362"/>
              <a:ext cx="3430" cy="201517"/>
            </a:xfrm>
            <a:custGeom>
              <a:avLst/>
              <a:gdLst/>
              <a:ahLst/>
              <a:cxnLst/>
              <a:rect l="0" t="0" r="r" b="b"/>
              <a:pathLst>
                <a:path w="3430" h="201517" stroke="0" extrusionOk="0">
                  <a:moveTo>
                    <a:pt x="0" y="201517"/>
                  </a:moveTo>
                  <a:lnTo>
                    <a:pt x="3430" y="201517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01517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</p:sp>
        <p:sp>
          <p:nvSpPr>
            <p:cNvPr id="20593" name="Graph element 86"/>
            <p:cNvSpPr/>
            <p:nvPr/>
          </p:nvSpPr>
          <p:spPr>
            <a:xfrm>
              <a:off x="1775490" y="1481362"/>
              <a:ext cx="3430" cy="201517"/>
            </a:xfrm>
            <a:custGeom>
              <a:avLst/>
              <a:gdLst/>
              <a:ahLst/>
              <a:cxnLst/>
              <a:rect l="0" t="0" r="r" b="b"/>
              <a:pathLst>
                <a:path w="3430" h="201517" stroke="0" extrusionOk="0">
                  <a:moveTo>
                    <a:pt x="0" y="201517"/>
                  </a:moveTo>
                  <a:lnTo>
                    <a:pt x="3430" y="201517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01517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</p:sp>
        <p:sp>
          <p:nvSpPr>
            <p:cNvPr id="20594" name="Graph element 87"/>
            <p:cNvSpPr/>
            <p:nvPr/>
          </p:nvSpPr>
          <p:spPr>
            <a:xfrm>
              <a:off x="1256692" y="1481362"/>
              <a:ext cx="3430" cy="199373"/>
            </a:xfrm>
            <a:custGeom>
              <a:avLst/>
              <a:gdLst/>
              <a:ahLst/>
              <a:cxnLst/>
              <a:rect l="0" t="0" r="r" b="b"/>
              <a:pathLst>
                <a:path w="3430" h="199373" stroke="0" extrusionOk="0">
                  <a:moveTo>
                    <a:pt x="0" y="199373"/>
                  </a:moveTo>
                  <a:lnTo>
                    <a:pt x="3430" y="199373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99373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</p:sp>
        <p:sp>
          <p:nvSpPr>
            <p:cNvPr id="20595" name="Graph element 88"/>
            <p:cNvSpPr/>
            <p:nvPr/>
          </p:nvSpPr>
          <p:spPr>
            <a:xfrm>
              <a:off x="1083045" y="1481362"/>
              <a:ext cx="3430" cy="195085"/>
            </a:xfrm>
            <a:custGeom>
              <a:avLst/>
              <a:gdLst/>
              <a:ahLst/>
              <a:cxnLst/>
              <a:rect l="0" t="0" r="r" b="b"/>
              <a:pathLst>
                <a:path w="3430" h="195085" stroke="0" extrusionOk="0">
                  <a:moveTo>
                    <a:pt x="0" y="195085"/>
                  </a:moveTo>
                  <a:lnTo>
                    <a:pt x="3430" y="19508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95085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</p:sp>
        <p:sp>
          <p:nvSpPr>
            <p:cNvPr id="20596" name="Graph element 89"/>
            <p:cNvSpPr/>
            <p:nvPr/>
          </p:nvSpPr>
          <p:spPr>
            <a:xfrm>
              <a:off x="1078757" y="1481362"/>
              <a:ext cx="3430" cy="195085"/>
            </a:xfrm>
            <a:custGeom>
              <a:avLst/>
              <a:gdLst/>
              <a:ahLst/>
              <a:cxnLst/>
              <a:rect l="0" t="0" r="r" b="b"/>
              <a:pathLst>
                <a:path w="3430" h="195085" stroke="0" extrusionOk="0">
                  <a:moveTo>
                    <a:pt x="0" y="195085"/>
                  </a:moveTo>
                  <a:lnTo>
                    <a:pt x="3430" y="19508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95085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</p:sp>
        <p:sp>
          <p:nvSpPr>
            <p:cNvPr id="20597" name="Graph element 90"/>
            <p:cNvSpPr/>
            <p:nvPr/>
          </p:nvSpPr>
          <p:spPr>
            <a:xfrm>
              <a:off x="386312" y="1481362"/>
              <a:ext cx="3430" cy="175791"/>
            </a:xfrm>
            <a:custGeom>
              <a:avLst/>
              <a:gdLst/>
              <a:ahLst/>
              <a:cxnLst/>
              <a:rect l="0" t="0" r="r" b="b"/>
              <a:pathLst>
                <a:path w="3430" h="175791" stroke="0" extrusionOk="0">
                  <a:moveTo>
                    <a:pt x="0" y="175791"/>
                  </a:moveTo>
                  <a:lnTo>
                    <a:pt x="3430" y="175791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75791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</p:sp>
        <p:sp>
          <p:nvSpPr>
            <p:cNvPr id="20598" name="Graph element 91"/>
            <p:cNvSpPr/>
            <p:nvPr/>
          </p:nvSpPr>
          <p:spPr>
            <a:xfrm>
              <a:off x="382024" y="1481362"/>
              <a:ext cx="3430" cy="175791"/>
            </a:xfrm>
            <a:custGeom>
              <a:avLst/>
              <a:gdLst/>
              <a:ahLst/>
              <a:cxnLst/>
              <a:rect l="0" t="0" r="r" b="b"/>
              <a:pathLst>
                <a:path w="3430" h="175791" stroke="0" extrusionOk="0">
                  <a:moveTo>
                    <a:pt x="0" y="175791"/>
                  </a:moveTo>
                  <a:lnTo>
                    <a:pt x="3430" y="175791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75791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</p:sp>
        <p:sp>
          <p:nvSpPr>
            <p:cNvPr id="20599" name="Graph element 92"/>
            <p:cNvSpPr/>
            <p:nvPr/>
          </p:nvSpPr>
          <p:spPr>
            <a:xfrm>
              <a:off x="1775490" y="878956"/>
              <a:ext cx="3430" cy="216523"/>
            </a:xfrm>
            <a:custGeom>
              <a:avLst/>
              <a:gdLst/>
              <a:ahLst/>
              <a:cxnLst/>
              <a:rect l="0" t="0" r="r" b="b"/>
              <a:pathLst>
                <a:path w="3430" h="216523" stroke="0" extrusionOk="0">
                  <a:moveTo>
                    <a:pt x="0" y="216523"/>
                  </a:moveTo>
                  <a:lnTo>
                    <a:pt x="3430" y="216523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6523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</p:sp>
        <p:sp>
          <p:nvSpPr>
            <p:cNvPr id="20600" name="Graph element 93"/>
            <p:cNvSpPr/>
            <p:nvPr/>
          </p:nvSpPr>
          <p:spPr>
            <a:xfrm>
              <a:off x="1775490" y="816786"/>
              <a:ext cx="3430" cy="38588"/>
            </a:xfrm>
            <a:custGeom>
              <a:avLst/>
              <a:gdLst/>
              <a:ahLst/>
              <a:cxnLst/>
              <a:rect l="0" t="0" r="r" b="b"/>
              <a:pathLst>
                <a:path w="3430" h="38588" stroke="0" extrusionOk="0">
                  <a:moveTo>
                    <a:pt x="0" y="38588"/>
                  </a:moveTo>
                  <a:lnTo>
                    <a:pt x="3430" y="385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38588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</p:sp>
        <p:sp>
          <p:nvSpPr>
            <p:cNvPr id="20601" name="Graph element 94"/>
            <p:cNvSpPr/>
            <p:nvPr/>
          </p:nvSpPr>
          <p:spPr>
            <a:xfrm>
              <a:off x="1256692" y="784629"/>
              <a:ext cx="3430" cy="310850"/>
            </a:xfrm>
            <a:custGeom>
              <a:avLst/>
              <a:gdLst/>
              <a:ahLst/>
              <a:cxnLst/>
              <a:rect l="0" t="0" r="r" b="b"/>
              <a:pathLst>
                <a:path w="3430" h="310850" stroke="0" extrusionOk="0">
                  <a:moveTo>
                    <a:pt x="0" y="310850"/>
                  </a:moveTo>
                  <a:lnTo>
                    <a:pt x="3430" y="310850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310850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</p:sp>
        <p:sp>
          <p:nvSpPr>
            <p:cNvPr id="20602" name="Graph element 95"/>
            <p:cNvSpPr/>
            <p:nvPr/>
          </p:nvSpPr>
          <p:spPr>
            <a:xfrm>
              <a:off x="1775490" y="690302"/>
              <a:ext cx="3430" cy="100758"/>
            </a:xfrm>
            <a:custGeom>
              <a:avLst/>
              <a:gdLst/>
              <a:ahLst/>
              <a:cxnLst/>
              <a:rect l="0" t="0" r="r" b="b"/>
              <a:pathLst>
                <a:path w="3430" h="100758" stroke="0" extrusionOk="0">
                  <a:moveTo>
                    <a:pt x="0" y="100758"/>
                  </a:moveTo>
                  <a:lnTo>
                    <a:pt x="3430" y="10075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00758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</p:sp>
        <p:sp>
          <p:nvSpPr>
            <p:cNvPr id="20603" name="Graph element 96"/>
            <p:cNvSpPr/>
            <p:nvPr/>
          </p:nvSpPr>
          <p:spPr>
            <a:xfrm>
              <a:off x="1256692" y="688158"/>
              <a:ext cx="3430" cy="70745"/>
            </a:xfrm>
            <a:custGeom>
              <a:avLst/>
              <a:gdLst/>
              <a:ahLst/>
              <a:cxnLst/>
              <a:rect l="0" t="0" r="r" b="b"/>
              <a:pathLst>
                <a:path w="3430" h="70745" stroke="0" extrusionOk="0">
                  <a:moveTo>
                    <a:pt x="0" y="70745"/>
                  </a:moveTo>
                  <a:lnTo>
                    <a:pt x="3430" y="7074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70745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</p:sp>
        <p:sp>
          <p:nvSpPr>
            <p:cNvPr id="20604" name="Graph element 97"/>
            <p:cNvSpPr/>
            <p:nvPr/>
          </p:nvSpPr>
          <p:spPr>
            <a:xfrm>
              <a:off x="1083045" y="675295"/>
              <a:ext cx="3430" cy="420184"/>
            </a:xfrm>
            <a:custGeom>
              <a:avLst/>
              <a:gdLst/>
              <a:ahLst/>
              <a:cxnLst/>
              <a:rect l="0" t="0" r="r" b="b"/>
              <a:pathLst>
                <a:path w="3430" h="420184" stroke="0" extrusionOk="0">
                  <a:moveTo>
                    <a:pt x="0" y="420184"/>
                  </a:moveTo>
                  <a:lnTo>
                    <a:pt x="3430" y="42018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0184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</p:sp>
        <p:sp>
          <p:nvSpPr>
            <p:cNvPr id="20605" name="Graph element 98"/>
            <p:cNvSpPr/>
            <p:nvPr/>
          </p:nvSpPr>
          <p:spPr>
            <a:xfrm>
              <a:off x="1078757" y="673151"/>
              <a:ext cx="3430" cy="422327"/>
            </a:xfrm>
            <a:custGeom>
              <a:avLst/>
              <a:gdLst/>
              <a:ahLst/>
              <a:cxnLst/>
              <a:rect l="0" t="0" r="r" b="b"/>
              <a:pathLst>
                <a:path w="3430" h="422327" stroke="0" extrusionOk="0">
                  <a:moveTo>
                    <a:pt x="0" y="422327"/>
                  </a:moveTo>
                  <a:lnTo>
                    <a:pt x="3430" y="422327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2327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</p:sp>
        <p:sp>
          <p:nvSpPr>
            <p:cNvPr id="20606" name="Graph element 99"/>
            <p:cNvSpPr/>
            <p:nvPr/>
          </p:nvSpPr>
          <p:spPr>
            <a:xfrm>
              <a:off x="1256692" y="660289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</p:sp>
        <p:sp>
          <p:nvSpPr>
            <p:cNvPr id="20607" name="Graph element 100"/>
            <p:cNvSpPr/>
            <p:nvPr/>
          </p:nvSpPr>
          <p:spPr>
            <a:xfrm>
              <a:off x="1083045" y="608837"/>
              <a:ext cx="3430" cy="42876"/>
            </a:xfrm>
            <a:custGeom>
              <a:avLst/>
              <a:gdLst/>
              <a:ahLst/>
              <a:cxnLst/>
              <a:rect l="0" t="0" r="r" b="b"/>
              <a:pathLst>
                <a:path w="3430" h="42876" stroke="0" extrusionOk="0">
                  <a:moveTo>
                    <a:pt x="0" y="42876"/>
                  </a:moveTo>
                  <a:lnTo>
                    <a:pt x="3430" y="42876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76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</p:sp>
        <p:sp>
          <p:nvSpPr>
            <p:cNvPr id="20608" name="Graph element 101"/>
            <p:cNvSpPr/>
            <p:nvPr/>
          </p:nvSpPr>
          <p:spPr>
            <a:xfrm>
              <a:off x="1078757" y="606694"/>
              <a:ext cx="3430" cy="40732"/>
            </a:xfrm>
            <a:custGeom>
              <a:avLst/>
              <a:gdLst/>
              <a:ahLst/>
              <a:cxnLst/>
              <a:rect l="0" t="0" r="r" b="b"/>
              <a:pathLst>
                <a:path w="3430" h="40732" stroke="0" extrusionOk="0">
                  <a:moveTo>
                    <a:pt x="0" y="40732"/>
                  </a:moveTo>
                  <a:lnTo>
                    <a:pt x="3430" y="40732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0732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</p:sp>
        <p:sp>
          <p:nvSpPr>
            <p:cNvPr id="20609" name="Graph element 102"/>
            <p:cNvSpPr/>
            <p:nvPr/>
          </p:nvSpPr>
          <p:spPr>
            <a:xfrm>
              <a:off x="1083045" y="546667"/>
              <a:ext cx="3430" cy="36444"/>
            </a:xfrm>
            <a:custGeom>
              <a:avLst/>
              <a:gdLst/>
              <a:ahLst/>
              <a:cxnLst/>
              <a:rect l="0" t="0" r="r" b="b"/>
              <a:pathLst>
                <a:path w="3430" h="36444" stroke="0" extrusionOk="0">
                  <a:moveTo>
                    <a:pt x="0" y="36444"/>
                  </a:moveTo>
                  <a:lnTo>
                    <a:pt x="3430" y="364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36444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</p:sp>
        <p:sp>
          <p:nvSpPr>
            <p:cNvPr id="20610" name="Graph element 103"/>
            <p:cNvSpPr/>
            <p:nvPr/>
          </p:nvSpPr>
          <p:spPr>
            <a:xfrm>
              <a:off x="1078757" y="544524"/>
              <a:ext cx="3430" cy="36444"/>
            </a:xfrm>
            <a:custGeom>
              <a:avLst/>
              <a:gdLst/>
              <a:ahLst/>
              <a:cxnLst/>
              <a:rect l="0" t="0" r="r" b="b"/>
              <a:pathLst>
                <a:path w="3430" h="36444" stroke="0" extrusionOk="0">
                  <a:moveTo>
                    <a:pt x="0" y="36444"/>
                  </a:moveTo>
                  <a:lnTo>
                    <a:pt x="3430" y="364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36444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</p:sp>
        <p:sp>
          <p:nvSpPr>
            <p:cNvPr id="20611" name="Graph element 104"/>
            <p:cNvSpPr/>
            <p:nvPr/>
          </p:nvSpPr>
          <p:spPr>
            <a:xfrm>
              <a:off x="386312" y="242249"/>
              <a:ext cx="3430" cy="853230"/>
            </a:xfrm>
            <a:custGeom>
              <a:avLst/>
              <a:gdLst/>
              <a:ahLst/>
              <a:cxnLst/>
              <a:rect l="0" t="0" r="r" b="b"/>
              <a:pathLst>
                <a:path w="3430" h="853230" stroke="0" extrusionOk="0">
                  <a:moveTo>
                    <a:pt x="0" y="853230"/>
                  </a:moveTo>
                  <a:lnTo>
                    <a:pt x="3430" y="853230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853230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</p:sp>
        <p:sp>
          <p:nvSpPr>
            <p:cNvPr id="20612" name="Graph element 105"/>
            <p:cNvSpPr/>
            <p:nvPr/>
          </p:nvSpPr>
          <p:spPr>
            <a:xfrm>
              <a:off x="382024" y="237961"/>
              <a:ext cx="3430" cy="857518"/>
            </a:xfrm>
            <a:custGeom>
              <a:avLst/>
              <a:gdLst/>
              <a:ahLst/>
              <a:cxnLst/>
              <a:rect l="0" t="0" r="r" b="b"/>
              <a:pathLst>
                <a:path w="3430" h="857518" stroke="0" extrusionOk="0">
                  <a:moveTo>
                    <a:pt x="0" y="857518"/>
                  </a:moveTo>
                  <a:lnTo>
                    <a:pt x="3430" y="85751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857518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</p:sp>
        <p:sp>
          <p:nvSpPr>
            <p:cNvPr id="20613" name="Graph element 106"/>
            <p:cNvSpPr/>
            <p:nvPr/>
          </p:nvSpPr>
          <p:spPr>
            <a:xfrm>
              <a:off x="1083045" y="199373"/>
              <a:ext cx="3430" cy="321569"/>
            </a:xfrm>
            <a:custGeom>
              <a:avLst/>
              <a:gdLst/>
              <a:ahLst/>
              <a:cxnLst/>
              <a:rect l="0" t="0" r="r" b="b"/>
              <a:pathLst>
                <a:path w="3430" h="321569" stroke="0" extrusionOk="0">
                  <a:moveTo>
                    <a:pt x="0" y="321569"/>
                  </a:moveTo>
                  <a:lnTo>
                    <a:pt x="3430" y="321569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321569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</p:sp>
        <p:sp>
          <p:nvSpPr>
            <p:cNvPr id="20614" name="Graph element 107"/>
            <p:cNvSpPr/>
            <p:nvPr/>
          </p:nvSpPr>
          <p:spPr>
            <a:xfrm>
              <a:off x="1256692" y="197229"/>
              <a:ext cx="3430" cy="437334"/>
            </a:xfrm>
            <a:custGeom>
              <a:avLst/>
              <a:gdLst/>
              <a:ahLst/>
              <a:cxnLst/>
              <a:rect l="0" t="0" r="r" b="b"/>
              <a:pathLst>
                <a:path w="3430" h="437334" stroke="0" extrusionOk="0">
                  <a:moveTo>
                    <a:pt x="0" y="437334"/>
                  </a:moveTo>
                  <a:lnTo>
                    <a:pt x="3430" y="43733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37334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</p:sp>
        <p:sp>
          <p:nvSpPr>
            <p:cNvPr id="20615" name="Graph element 108"/>
            <p:cNvSpPr/>
            <p:nvPr/>
          </p:nvSpPr>
          <p:spPr>
            <a:xfrm>
              <a:off x="1078757" y="195085"/>
              <a:ext cx="3430" cy="323713"/>
            </a:xfrm>
            <a:custGeom>
              <a:avLst/>
              <a:gdLst/>
              <a:ahLst/>
              <a:cxnLst/>
              <a:rect l="0" t="0" r="r" b="b"/>
              <a:pathLst>
                <a:path w="3430" h="323713" stroke="0" extrusionOk="0">
                  <a:moveTo>
                    <a:pt x="0" y="323713"/>
                  </a:moveTo>
                  <a:lnTo>
                    <a:pt x="3430" y="323713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323713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</p:sp>
        <p:sp>
          <p:nvSpPr>
            <p:cNvPr id="20616" name="Graph element 109"/>
            <p:cNvSpPr/>
            <p:nvPr/>
          </p:nvSpPr>
          <p:spPr>
            <a:xfrm>
              <a:off x="1256692" y="186510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</p:sp>
        <p:sp>
          <p:nvSpPr>
            <p:cNvPr id="20617" name="Graph element 110"/>
            <p:cNvSpPr/>
            <p:nvPr/>
          </p:nvSpPr>
          <p:spPr>
            <a:xfrm>
              <a:off x="1078757" y="150066"/>
              <a:ext cx="3430" cy="25726"/>
            </a:xfrm>
            <a:custGeom>
              <a:avLst/>
              <a:gdLst/>
              <a:ahLst/>
              <a:cxnLst/>
              <a:rect l="0" t="0" r="r" b="b"/>
              <a:pathLst>
                <a:path w="3430" h="25726" stroke="0" extrusionOk="0">
                  <a:moveTo>
                    <a:pt x="0" y="25726"/>
                  </a:moveTo>
                  <a:lnTo>
                    <a:pt x="3430" y="25726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5726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</p:sp>
        <p:sp>
          <p:nvSpPr>
            <p:cNvPr id="20618" name="Graph element 111"/>
            <p:cNvSpPr/>
            <p:nvPr/>
          </p:nvSpPr>
          <p:spPr>
            <a:xfrm>
              <a:off x="1083045" y="141490"/>
              <a:ext cx="3430" cy="30013"/>
            </a:xfrm>
            <a:custGeom>
              <a:avLst/>
              <a:gdLst/>
              <a:ahLst/>
              <a:cxnLst/>
              <a:rect l="0" t="0" r="r" b="b"/>
              <a:pathLst>
                <a:path w="3430" h="30013" stroke="0" extrusionOk="0">
                  <a:moveTo>
                    <a:pt x="0" y="30013"/>
                  </a:moveTo>
                  <a:lnTo>
                    <a:pt x="3430" y="30013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30013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</p:sp>
        <p:sp>
          <p:nvSpPr>
            <p:cNvPr id="20619" name="Graph element 112"/>
            <p:cNvSpPr/>
            <p:nvPr/>
          </p:nvSpPr>
          <p:spPr>
            <a:xfrm>
              <a:off x="1953425" y="126484"/>
              <a:ext cx="3430" cy="968995"/>
            </a:xfrm>
            <a:custGeom>
              <a:avLst/>
              <a:gdLst/>
              <a:ahLst/>
              <a:cxnLst/>
              <a:rect l="0" t="0" r="r" b="b"/>
              <a:pathLst>
                <a:path w="3430" h="968995" stroke="0" extrusionOk="0">
                  <a:moveTo>
                    <a:pt x="0" y="968995"/>
                  </a:moveTo>
                  <a:lnTo>
                    <a:pt x="3430" y="96899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968995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</p:sp>
        <p:sp>
          <p:nvSpPr>
            <p:cNvPr id="20620" name="Graph element 113"/>
            <p:cNvSpPr/>
            <p:nvPr/>
          </p:nvSpPr>
          <p:spPr>
            <a:xfrm>
              <a:off x="1953425" y="30013"/>
              <a:ext cx="3430" cy="70745"/>
            </a:xfrm>
            <a:custGeom>
              <a:avLst/>
              <a:gdLst/>
              <a:ahLst/>
              <a:cxnLst/>
              <a:rect l="0" t="0" r="r" b="b"/>
              <a:pathLst>
                <a:path w="3430" h="70745" stroke="0" extrusionOk="0">
                  <a:moveTo>
                    <a:pt x="0" y="70745"/>
                  </a:moveTo>
                  <a:lnTo>
                    <a:pt x="3430" y="7074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70745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</p:sp>
        <p:sp>
          <p:nvSpPr>
            <p:cNvPr id="20621" name="Graph element 114"/>
            <p:cNvSpPr/>
            <p:nvPr/>
          </p:nvSpPr>
          <p:spPr>
            <a:xfrm>
              <a:off x="1775490" y="30013"/>
              <a:ext cx="3430" cy="634563"/>
            </a:xfrm>
            <a:custGeom>
              <a:avLst/>
              <a:gdLst/>
              <a:ahLst/>
              <a:cxnLst/>
              <a:rect l="0" t="0" r="r" b="b"/>
              <a:pathLst>
                <a:path w="3430" h="634563" stroke="0" extrusionOk="0">
                  <a:moveTo>
                    <a:pt x="0" y="634563"/>
                  </a:moveTo>
                  <a:lnTo>
                    <a:pt x="3430" y="634563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634563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</p:sp>
        <p:sp>
          <p:nvSpPr>
            <p:cNvPr id="20622" name="Graph element 115"/>
            <p:cNvSpPr/>
            <p:nvPr/>
          </p:nvSpPr>
          <p:spPr>
            <a:xfrm>
              <a:off x="1256692" y="30013"/>
              <a:ext cx="3430" cy="141490"/>
            </a:xfrm>
            <a:custGeom>
              <a:avLst/>
              <a:gdLst/>
              <a:ahLst/>
              <a:cxnLst/>
              <a:rect l="0" t="0" r="r" b="b"/>
              <a:pathLst>
                <a:path w="3430" h="141490" stroke="0" extrusionOk="0">
                  <a:moveTo>
                    <a:pt x="0" y="141490"/>
                  </a:moveTo>
                  <a:lnTo>
                    <a:pt x="3430" y="141490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41490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</p:sp>
        <p:sp>
          <p:nvSpPr>
            <p:cNvPr id="20623" name="Graph element 116"/>
            <p:cNvSpPr/>
            <p:nvPr/>
          </p:nvSpPr>
          <p:spPr>
            <a:xfrm>
              <a:off x="1083045" y="30013"/>
              <a:ext cx="3430" cy="79320"/>
            </a:xfrm>
            <a:custGeom>
              <a:avLst/>
              <a:gdLst/>
              <a:ahLst/>
              <a:cxnLst/>
              <a:rect l="0" t="0" r="r" b="b"/>
              <a:pathLst>
                <a:path w="3430" h="79320" stroke="0" extrusionOk="0">
                  <a:moveTo>
                    <a:pt x="0" y="79320"/>
                  </a:moveTo>
                  <a:lnTo>
                    <a:pt x="3430" y="79320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79320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</p:sp>
        <p:sp>
          <p:nvSpPr>
            <p:cNvPr id="20624" name="Graph element 117"/>
            <p:cNvSpPr/>
            <p:nvPr/>
          </p:nvSpPr>
          <p:spPr>
            <a:xfrm>
              <a:off x="1078757" y="30013"/>
              <a:ext cx="3430" cy="90039"/>
            </a:xfrm>
            <a:custGeom>
              <a:avLst/>
              <a:gdLst/>
              <a:ahLst/>
              <a:cxnLst/>
              <a:rect l="0" t="0" r="r" b="b"/>
              <a:pathLst>
                <a:path w="3430" h="90039" stroke="0" extrusionOk="0">
                  <a:moveTo>
                    <a:pt x="0" y="90039"/>
                  </a:moveTo>
                  <a:lnTo>
                    <a:pt x="3430" y="90039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90039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</p:sp>
        <p:sp>
          <p:nvSpPr>
            <p:cNvPr id="20625" name="Graph element 118"/>
            <p:cNvSpPr/>
            <p:nvPr/>
          </p:nvSpPr>
          <p:spPr>
            <a:xfrm>
              <a:off x="386312" y="30013"/>
              <a:ext cx="3430" cy="115765"/>
            </a:xfrm>
            <a:custGeom>
              <a:avLst/>
              <a:gdLst/>
              <a:ahLst/>
              <a:cxnLst/>
              <a:rect l="0" t="0" r="r" b="b"/>
              <a:pathLst>
                <a:path w="3430" h="115765" stroke="0" extrusionOk="0">
                  <a:moveTo>
                    <a:pt x="0" y="115765"/>
                  </a:moveTo>
                  <a:lnTo>
                    <a:pt x="3430" y="11576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15765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</p:sp>
        <p:sp>
          <p:nvSpPr>
            <p:cNvPr id="20626" name="Graph element 119"/>
            <p:cNvSpPr/>
            <p:nvPr/>
          </p:nvSpPr>
          <p:spPr>
            <a:xfrm>
              <a:off x="382024" y="30013"/>
              <a:ext cx="3430" cy="115765"/>
            </a:xfrm>
            <a:custGeom>
              <a:avLst/>
              <a:gdLst/>
              <a:ahLst/>
              <a:cxnLst/>
              <a:rect l="0" t="0" r="r" b="b"/>
              <a:pathLst>
                <a:path w="3430" h="115765" stroke="0" extrusionOk="0">
                  <a:moveTo>
                    <a:pt x="0" y="115765"/>
                  </a:moveTo>
                  <a:lnTo>
                    <a:pt x="3430" y="11576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15765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</p:sp>
        <p:sp>
          <p:nvSpPr>
            <p:cNvPr id="20627" name="Graph element 120"/>
            <p:cNvSpPr/>
            <p:nvPr/>
          </p:nvSpPr>
          <p:spPr>
            <a:xfrm>
              <a:off x="1951281" y="1802931"/>
              <a:ext cx="3430" cy="27869"/>
            </a:xfrm>
            <a:custGeom>
              <a:avLst/>
              <a:gdLst/>
              <a:ahLst/>
              <a:cxnLst/>
              <a:rect l="0" t="0" r="r" b="b"/>
              <a:pathLst>
                <a:path w="3430" h="27869" stroke="0" extrusionOk="0">
                  <a:moveTo>
                    <a:pt x="0" y="27869"/>
                  </a:moveTo>
                  <a:lnTo>
                    <a:pt x="3430" y="27869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7869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20628" name="Graph element 121"/>
            <p:cNvSpPr/>
            <p:nvPr/>
          </p:nvSpPr>
          <p:spPr>
            <a:xfrm>
              <a:off x="1777634" y="1703104"/>
              <a:ext cx="5072" cy="127697"/>
            </a:xfrm>
            <a:custGeom>
              <a:avLst/>
              <a:gdLst/>
              <a:ahLst/>
              <a:cxnLst/>
              <a:rect l="0" t="0" r="r" b="b"/>
              <a:pathLst>
                <a:path w="5072" h="127697" stroke="0" extrusionOk="0">
                  <a:moveTo>
                    <a:pt x="0" y="2646"/>
                  </a:moveTo>
                  <a:lnTo>
                    <a:pt x="0" y="127697"/>
                  </a:lnTo>
                  <a:lnTo>
                    <a:pt x="3430" y="127697"/>
                  </a:lnTo>
                  <a:lnTo>
                    <a:pt x="3430" y="4067"/>
                  </a:lnTo>
                  <a:lnTo>
                    <a:pt x="5072" y="2425"/>
                  </a:lnTo>
                  <a:lnTo>
                    <a:pt x="2646" y="0"/>
                  </a:lnTo>
                  <a:lnTo>
                    <a:pt x="0" y="2646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20629" name="Graph element 122"/>
            <p:cNvSpPr/>
            <p:nvPr/>
          </p:nvSpPr>
          <p:spPr>
            <a:xfrm>
              <a:off x="1601843" y="1691882"/>
              <a:ext cx="5574" cy="140633"/>
            </a:xfrm>
            <a:custGeom>
              <a:avLst/>
              <a:gdLst/>
              <a:ahLst/>
              <a:cxnLst/>
              <a:rect l="0" t="0" r="r" b="b"/>
              <a:pathLst>
                <a:path w="5574" h="140633" stroke="0" extrusionOk="0">
                  <a:moveTo>
                    <a:pt x="0" y="0"/>
                  </a:moveTo>
                  <a:lnTo>
                    <a:pt x="0" y="140633"/>
                  </a:lnTo>
                  <a:lnTo>
                    <a:pt x="5574" y="140633"/>
                  </a:lnTo>
                  <a:lnTo>
                    <a:pt x="557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20630" name="Graph element 123"/>
            <p:cNvSpPr/>
            <p:nvPr/>
          </p:nvSpPr>
          <p:spPr>
            <a:xfrm>
              <a:off x="1614277" y="1689738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20631" name="Graph element 124"/>
            <p:cNvSpPr/>
            <p:nvPr/>
          </p:nvSpPr>
          <p:spPr>
            <a:xfrm>
              <a:off x="1558538" y="1687595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20632" name="Graph element 125"/>
            <p:cNvSpPr/>
            <p:nvPr/>
          </p:nvSpPr>
          <p:spPr>
            <a:xfrm>
              <a:off x="1428196" y="1685451"/>
              <a:ext cx="5574" cy="147064"/>
            </a:xfrm>
            <a:custGeom>
              <a:avLst/>
              <a:gdLst/>
              <a:ahLst/>
              <a:cxnLst/>
              <a:rect l="0" t="0" r="r" b="b"/>
              <a:pathLst>
                <a:path w="5574" h="147064" stroke="0" extrusionOk="0">
                  <a:moveTo>
                    <a:pt x="0" y="0"/>
                  </a:moveTo>
                  <a:lnTo>
                    <a:pt x="0" y="147064"/>
                  </a:lnTo>
                  <a:lnTo>
                    <a:pt x="5574" y="147064"/>
                  </a:lnTo>
                  <a:lnTo>
                    <a:pt x="557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20633" name="Graph element 126"/>
            <p:cNvSpPr/>
            <p:nvPr/>
          </p:nvSpPr>
          <p:spPr>
            <a:xfrm>
              <a:off x="905110" y="1685451"/>
              <a:ext cx="5574" cy="147064"/>
            </a:xfrm>
            <a:custGeom>
              <a:avLst/>
              <a:gdLst/>
              <a:ahLst/>
              <a:cxnLst/>
              <a:rect l="0" t="0" r="r" b="b"/>
              <a:pathLst>
                <a:path w="5574" h="147064" stroke="0" extrusionOk="0">
                  <a:moveTo>
                    <a:pt x="0" y="0"/>
                  </a:moveTo>
                  <a:lnTo>
                    <a:pt x="0" y="147064"/>
                  </a:lnTo>
                  <a:lnTo>
                    <a:pt x="5574" y="147064"/>
                  </a:lnTo>
                  <a:lnTo>
                    <a:pt x="557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20634" name="Graph element 127"/>
            <p:cNvSpPr/>
            <p:nvPr/>
          </p:nvSpPr>
          <p:spPr>
            <a:xfrm>
              <a:off x="731463" y="1685451"/>
              <a:ext cx="5574" cy="147064"/>
            </a:xfrm>
            <a:custGeom>
              <a:avLst/>
              <a:gdLst/>
              <a:ahLst/>
              <a:cxnLst/>
              <a:rect l="0" t="0" r="r" b="b"/>
              <a:pathLst>
                <a:path w="5574" h="147064" stroke="0" extrusionOk="0">
                  <a:moveTo>
                    <a:pt x="0" y="0"/>
                  </a:moveTo>
                  <a:lnTo>
                    <a:pt x="0" y="147064"/>
                  </a:lnTo>
                  <a:lnTo>
                    <a:pt x="5574" y="147064"/>
                  </a:lnTo>
                  <a:lnTo>
                    <a:pt x="557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20635" name="Graph element 128"/>
            <p:cNvSpPr/>
            <p:nvPr/>
          </p:nvSpPr>
          <p:spPr>
            <a:xfrm>
              <a:off x="557815" y="1685451"/>
              <a:ext cx="5574" cy="147064"/>
            </a:xfrm>
            <a:custGeom>
              <a:avLst/>
              <a:gdLst/>
              <a:ahLst/>
              <a:cxnLst/>
              <a:rect l="0" t="0" r="r" b="b"/>
              <a:pathLst>
                <a:path w="5574" h="147064" stroke="0" extrusionOk="0">
                  <a:moveTo>
                    <a:pt x="0" y="0"/>
                  </a:moveTo>
                  <a:lnTo>
                    <a:pt x="0" y="147064"/>
                  </a:lnTo>
                  <a:lnTo>
                    <a:pt x="5574" y="147064"/>
                  </a:lnTo>
                  <a:lnTo>
                    <a:pt x="557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20636" name="Graph element 129"/>
            <p:cNvSpPr/>
            <p:nvPr/>
          </p:nvSpPr>
          <p:spPr>
            <a:xfrm>
              <a:off x="1391322" y="1683307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20637" name="Graph element 130"/>
            <p:cNvSpPr/>
            <p:nvPr/>
          </p:nvSpPr>
          <p:spPr>
            <a:xfrm>
              <a:off x="1252907" y="1683809"/>
              <a:ext cx="5072" cy="146991"/>
            </a:xfrm>
            <a:custGeom>
              <a:avLst/>
              <a:gdLst/>
              <a:ahLst/>
              <a:cxnLst/>
              <a:rect l="0" t="0" r="r" b="b"/>
              <a:pathLst>
                <a:path w="5072" h="146991" stroke="0" extrusionOk="0">
                  <a:moveTo>
                    <a:pt x="1641" y="4067"/>
                  </a:moveTo>
                  <a:lnTo>
                    <a:pt x="1641" y="146991"/>
                  </a:lnTo>
                  <a:lnTo>
                    <a:pt x="5072" y="146991"/>
                  </a:lnTo>
                  <a:lnTo>
                    <a:pt x="5072" y="2646"/>
                  </a:lnTo>
                  <a:lnTo>
                    <a:pt x="2425" y="0"/>
                  </a:lnTo>
                  <a:lnTo>
                    <a:pt x="0" y="2425"/>
                  </a:lnTo>
                  <a:lnTo>
                    <a:pt x="1641" y="4067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20638" name="Graph element 131"/>
            <p:cNvSpPr/>
            <p:nvPr/>
          </p:nvSpPr>
          <p:spPr>
            <a:xfrm>
              <a:off x="1080901" y="1683809"/>
              <a:ext cx="5072" cy="146991"/>
            </a:xfrm>
            <a:custGeom>
              <a:avLst/>
              <a:gdLst/>
              <a:ahLst/>
              <a:cxnLst/>
              <a:rect l="0" t="0" r="r" b="b"/>
              <a:pathLst>
                <a:path w="5072" h="146991" stroke="0" extrusionOk="0">
                  <a:moveTo>
                    <a:pt x="0" y="2646"/>
                  </a:moveTo>
                  <a:lnTo>
                    <a:pt x="0" y="146991"/>
                  </a:lnTo>
                  <a:lnTo>
                    <a:pt x="3430" y="146991"/>
                  </a:lnTo>
                  <a:lnTo>
                    <a:pt x="3430" y="4067"/>
                  </a:lnTo>
                  <a:lnTo>
                    <a:pt x="5072" y="2425"/>
                  </a:lnTo>
                  <a:lnTo>
                    <a:pt x="2646" y="0"/>
                  </a:lnTo>
                  <a:lnTo>
                    <a:pt x="0" y="2646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20639" name="Graph element 132"/>
            <p:cNvSpPr/>
            <p:nvPr/>
          </p:nvSpPr>
          <p:spPr>
            <a:xfrm>
              <a:off x="382526" y="1683809"/>
              <a:ext cx="5072" cy="146991"/>
            </a:xfrm>
            <a:custGeom>
              <a:avLst/>
              <a:gdLst/>
              <a:ahLst/>
              <a:cxnLst/>
              <a:rect l="0" t="0" r="r" b="b"/>
              <a:pathLst>
                <a:path w="5072" h="146991" stroke="0" extrusionOk="0">
                  <a:moveTo>
                    <a:pt x="1641" y="4067"/>
                  </a:moveTo>
                  <a:lnTo>
                    <a:pt x="1641" y="146991"/>
                  </a:lnTo>
                  <a:lnTo>
                    <a:pt x="5072" y="146991"/>
                  </a:lnTo>
                  <a:lnTo>
                    <a:pt x="5072" y="2646"/>
                  </a:lnTo>
                  <a:lnTo>
                    <a:pt x="2425" y="0"/>
                  </a:lnTo>
                  <a:lnTo>
                    <a:pt x="0" y="2425"/>
                  </a:lnTo>
                  <a:lnTo>
                    <a:pt x="1641" y="4067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20640" name="Graph element 133"/>
            <p:cNvSpPr/>
            <p:nvPr/>
          </p:nvSpPr>
          <p:spPr>
            <a:xfrm>
              <a:off x="1340300" y="1682878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20641" name="Graph element 134"/>
            <p:cNvSpPr/>
            <p:nvPr/>
          </p:nvSpPr>
          <p:spPr>
            <a:xfrm>
              <a:off x="1329581" y="1682878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20642" name="Graph element 135"/>
            <p:cNvSpPr/>
            <p:nvPr/>
          </p:nvSpPr>
          <p:spPr>
            <a:xfrm>
              <a:off x="1224106" y="1679019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20643" name="Graph element 136"/>
            <p:cNvSpPr/>
            <p:nvPr/>
          </p:nvSpPr>
          <p:spPr>
            <a:xfrm>
              <a:off x="1196237" y="1679019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20644" name="Graph element 137"/>
            <p:cNvSpPr/>
            <p:nvPr/>
          </p:nvSpPr>
          <p:spPr>
            <a:xfrm>
              <a:off x="1112629" y="1676876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20645" name="Graph element 138"/>
            <p:cNvSpPr/>
            <p:nvPr/>
          </p:nvSpPr>
          <p:spPr>
            <a:xfrm>
              <a:off x="1001152" y="1674732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20646" name="Graph element 139"/>
            <p:cNvSpPr/>
            <p:nvPr/>
          </p:nvSpPr>
          <p:spPr>
            <a:xfrm>
              <a:off x="889675" y="1672588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20647" name="Graph element 140"/>
            <p:cNvSpPr/>
            <p:nvPr/>
          </p:nvSpPr>
          <p:spPr>
            <a:xfrm>
              <a:off x="694589" y="1668300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20648" name="Graph element 141"/>
            <p:cNvSpPr/>
            <p:nvPr/>
          </p:nvSpPr>
          <p:spPr>
            <a:xfrm>
              <a:off x="666720" y="1668300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20649" name="Graph element 142"/>
            <p:cNvSpPr/>
            <p:nvPr/>
          </p:nvSpPr>
          <p:spPr>
            <a:xfrm>
              <a:off x="576681" y="1666157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20650" name="Graph element 143"/>
            <p:cNvSpPr/>
            <p:nvPr/>
          </p:nvSpPr>
          <p:spPr>
            <a:xfrm>
              <a:off x="270118" y="1636144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20651" name="Graph element 144"/>
            <p:cNvSpPr/>
            <p:nvPr/>
          </p:nvSpPr>
          <p:spPr>
            <a:xfrm>
              <a:off x="1951281" y="1481362"/>
              <a:ext cx="3430" cy="201517"/>
            </a:xfrm>
            <a:custGeom>
              <a:avLst/>
              <a:gdLst/>
              <a:ahLst/>
              <a:cxnLst/>
              <a:rect l="0" t="0" r="r" b="b"/>
              <a:pathLst>
                <a:path w="3430" h="201517" stroke="0" extrusionOk="0">
                  <a:moveTo>
                    <a:pt x="0" y="201517"/>
                  </a:moveTo>
                  <a:lnTo>
                    <a:pt x="3430" y="201517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01517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20652" name="Graph element 145"/>
            <p:cNvSpPr/>
            <p:nvPr/>
          </p:nvSpPr>
          <p:spPr>
            <a:xfrm>
              <a:off x="1777634" y="1481362"/>
              <a:ext cx="3430" cy="201517"/>
            </a:xfrm>
            <a:custGeom>
              <a:avLst/>
              <a:gdLst/>
              <a:ahLst/>
              <a:cxnLst/>
              <a:rect l="0" t="0" r="r" b="b"/>
              <a:pathLst>
                <a:path w="3430" h="201517" stroke="0" extrusionOk="0">
                  <a:moveTo>
                    <a:pt x="0" y="201517"/>
                  </a:moveTo>
                  <a:lnTo>
                    <a:pt x="3430" y="201517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01517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20653" name="Graph element 146"/>
            <p:cNvSpPr/>
            <p:nvPr/>
          </p:nvSpPr>
          <p:spPr>
            <a:xfrm>
              <a:off x="1601843" y="1479647"/>
              <a:ext cx="5574" cy="204947"/>
            </a:xfrm>
            <a:custGeom>
              <a:avLst/>
              <a:gdLst/>
              <a:ahLst/>
              <a:cxnLst/>
              <a:rect l="0" t="0" r="r" b="b"/>
              <a:pathLst>
                <a:path w="5574" h="204947" stroke="0" extrusionOk="0">
                  <a:moveTo>
                    <a:pt x="0" y="0"/>
                  </a:moveTo>
                  <a:lnTo>
                    <a:pt x="0" y="204947"/>
                  </a:lnTo>
                  <a:lnTo>
                    <a:pt x="5574" y="204947"/>
                  </a:lnTo>
                  <a:lnTo>
                    <a:pt x="557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20654" name="Graph element 147"/>
            <p:cNvSpPr/>
            <p:nvPr/>
          </p:nvSpPr>
          <p:spPr>
            <a:xfrm>
              <a:off x="1428196" y="1479647"/>
              <a:ext cx="5574" cy="204947"/>
            </a:xfrm>
            <a:custGeom>
              <a:avLst/>
              <a:gdLst/>
              <a:ahLst/>
              <a:cxnLst/>
              <a:rect l="0" t="0" r="r" b="b"/>
              <a:pathLst>
                <a:path w="5574" h="204947" stroke="0" extrusionOk="0">
                  <a:moveTo>
                    <a:pt x="0" y="0"/>
                  </a:moveTo>
                  <a:lnTo>
                    <a:pt x="0" y="204947"/>
                  </a:lnTo>
                  <a:lnTo>
                    <a:pt x="5574" y="204947"/>
                  </a:lnTo>
                  <a:lnTo>
                    <a:pt x="557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20655" name="Graph element 148"/>
            <p:cNvSpPr/>
            <p:nvPr/>
          </p:nvSpPr>
          <p:spPr>
            <a:xfrm>
              <a:off x="1254548" y="1481362"/>
              <a:ext cx="3430" cy="199373"/>
            </a:xfrm>
            <a:custGeom>
              <a:avLst/>
              <a:gdLst/>
              <a:ahLst/>
              <a:cxnLst/>
              <a:rect l="0" t="0" r="r" b="b"/>
              <a:pathLst>
                <a:path w="3430" h="199373" stroke="0" extrusionOk="0">
                  <a:moveTo>
                    <a:pt x="0" y="199373"/>
                  </a:moveTo>
                  <a:lnTo>
                    <a:pt x="3430" y="199373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99373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20656" name="Graph element 149"/>
            <p:cNvSpPr/>
            <p:nvPr/>
          </p:nvSpPr>
          <p:spPr>
            <a:xfrm>
              <a:off x="1080901" y="1481362"/>
              <a:ext cx="3430" cy="195085"/>
            </a:xfrm>
            <a:custGeom>
              <a:avLst/>
              <a:gdLst/>
              <a:ahLst/>
              <a:cxnLst/>
              <a:rect l="0" t="0" r="r" b="b"/>
              <a:pathLst>
                <a:path w="3430" h="195085" stroke="0" extrusionOk="0">
                  <a:moveTo>
                    <a:pt x="0" y="195085"/>
                  </a:moveTo>
                  <a:lnTo>
                    <a:pt x="3430" y="19508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95085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20657" name="Graph element 150"/>
            <p:cNvSpPr/>
            <p:nvPr/>
          </p:nvSpPr>
          <p:spPr>
            <a:xfrm>
              <a:off x="905110" y="1479647"/>
              <a:ext cx="5574" cy="194228"/>
            </a:xfrm>
            <a:custGeom>
              <a:avLst/>
              <a:gdLst/>
              <a:ahLst/>
              <a:cxnLst/>
              <a:rect l="0" t="0" r="r" b="b"/>
              <a:pathLst>
                <a:path w="5574" h="194228" stroke="0" extrusionOk="0">
                  <a:moveTo>
                    <a:pt x="0" y="0"/>
                  </a:moveTo>
                  <a:lnTo>
                    <a:pt x="0" y="194228"/>
                  </a:lnTo>
                  <a:lnTo>
                    <a:pt x="5574" y="194228"/>
                  </a:lnTo>
                  <a:lnTo>
                    <a:pt x="557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20658" name="Graph element 151"/>
            <p:cNvSpPr/>
            <p:nvPr/>
          </p:nvSpPr>
          <p:spPr>
            <a:xfrm>
              <a:off x="731463" y="1479647"/>
              <a:ext cx="5574" cy="189940"/>
            </a:xfrm>
            <a:custGeom>
              <a:avLst/>
              <a:gdLst/>
              <a:ahLst/>
              <a:cxnLst/>
              <a:rect l="0" t="0" r="r" b="b"/>
              <a:pathLst>
                <a:path w="5574" h="189940" stroke="0" extrusionOk="0">
                  <a:moveTo>
                    <a:pt x="0" y="0"/>
                  </a:moveTo>
                  <a:lnTo>
                    <a:pt x="0" y="189940"/>
                  </a:lnTo>
                  <a:lnTo>
                    <a:pt x="5574" y="189940"/>
                  </a:lnTo>
                  <a:lnTo>
                    <a:pt x="557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20659" name="Graph element 152"/>
            <p:cNvSpPr/>
            <p:nvPr/>
          </p:nvSpPr>
          <p:spPr>
            <a:xfrm>
              <a:off x="557815" y="1479647"/>
              <a:ext cx="5574" cy="187796"/>
            </a:xfrm>
            <a:custGeom>
              <a:avLst/>
              <a:gdLst/>
              <a:ahLst/>
              <a:cxnLst/>
              <a:rect l="0" t="0" r="r" b="b"/>
              <a:pathLst>
                <a:path w="5574" h="187796" stroke="0" extrusionOk="0">
                  <a:moveTo>
                    <a:pt x="0" y="0"/>
                  </a:moveTo>
                  <a:lnTo>
                    <a:pt x="0" y="187796"/>
                  </a:lnTo>
                  <a:lnTo>
                    <a:pt x="5574" y="187796"/>
                  </a:lnTo>
                  <a:lnTo>
                    <a:pt x="557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20660" name="Graph element 153"/>
            <p:cNvSpPr/>
            <p:nvPr/>
          </p:nvSpPr>
          <p:spPr>
            <a:xfrm>
              <a:off x="384168" y="1481362"/>
              <a:ext cx="3430" cy="175791"/>
            </a:xfrm>
            <a:custGeom>
              <a:avLst/>
              <a:gdLst/>
              <a:ahLst/>
              <a:cxnLst/>
              <a:rect l="0" t="0" r="r" b="b"/>
              <a:pathLst>
                <a:path w="3430" h="175791" stroke="0" extrusionOk="0">
                  <a:moveTo>
                    <a:pt x="0" y="175791"/>
                  </a:moveTo>
                  <a:lnTo>
                    <a:pt x="3430" y="175791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7579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20661" name="Graph element 154"/>
            <p:cNvSpPr/>
            <p:nvPr/>
          </p:nvSpPr>
          <p:spPr>
            <a:xfrm>
              <a:off x="1601843" y="986292"/>
              <a:ext cx="5574" cy="110901"/>
            </a:xfrm>
            <a:custGeom>
              <a:avLst/>
              <a:gdLst/>
              <a:ahLst/>
              <a:cxnLst/>
              <a:rect l="0" t="0" r="r" b="b"/>
              <a:pathLst>
                <a:path w="5574" h="110901" stroke="0" extrusionOk="0">
                  <a:moveTo>
                    <a:pt x="0" y="0"/>
                  </a:moveTo>
                  <a:lnTo>
                    <a:pt x="0" y="110901"/>
                  </a:lnTo>
                  <a:lnTo>
                    <a:pt x="5574" y="110901"/>
                  </a:lnTo>
                  <a:lnTo>
                    <a:pt x="5574" y="55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20662" name="Graph element 155"/>
            <p:cNvSpPr/>
            <p:nvPr/>
          </p:nvSpPr>
          <p:spPr>
            <a:xfrm>
              <a:off x="1601843" y="894391"/>
              <a:ext cx="5574" cy="76601"/>
            </a:xfrm>
            <a:custGeom>
              <a:avLst/>
              <a:gdLst/>
              <a:ahLst/>
              <a:cxnLst/>
              <a:rect l="0" t="0" r="r" b="b"/>
              <a:pathLst>
                <a:path w="5574" h="76601" stroke="0" extrusionOk="0">
                  <a:moveTo>
                    <a:pt x="0" y="0"/>
                  </a:moveTo>
                  <a:lnTo>
                    <a:pt x="0" y="71027"/>
                  </a:lnTo>
                  <a:lnTo>
                    <a:pt x="5574" y="76601"/>
                  </a:lnTo>
                  <a:lnTo>
                    <a:pt x="557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20663" name="Graph element 156"/>
            <p:cNvSpPr/>
            <p:nvPr/>
          </p:nvSpPr>
          <p:spPr>
            <a:xfrm>
              <a:off x="1428196" y="881528"/>
              <a:ext cx="5574" cy="215666"/>
            </a:xfrm>
            <a:custGeom>
              <a:avLst/>
              <a:gdLst/>
              <a:ahLst/>
              <a:cxnLst/>
              <a:rect l="0" t="0" r="r" b="b"/>
              <a:pathLst>
                <a:path w="5574" h="215666" stroke="0" extrusionOk="0">
                  <a:moveTo>
                    <a:pt x="0" y="0"/>
                  </a:moveTo>
                  <a:lnTo>
                    <a:pt x="0" y="215666"/>
                  </a:lnTo>
                  <a:lnTo>
                    <a:pt x="5574" y="215666"/>
                  </a:lnTo>
                  <a:lnTo>
                    <a:pt x="557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20664" name="Graph element 157"/>
            <p:cNvSpPr/>
            <p:nvPr/>
          </p:nvSpPr>
          <p:spPr>
            <a:xfrm>
              <a:off x="1777634" y="881099"/>
              <a:ext cx="3430" cy="214379"/>
            </a:xfrm>
            <a:custGeom>
              <a:avLst/>
              <a:gdLst/>
              <a:ahLst/>
              <a:cxnLst/>
              <a:rect l="0" t="0" r="r" b="b"/>
              <a:pathLst>
                <a:path w="3430" h="214379" stroke="0" extrusionOk="0">
                  <a:moveTo>
                    <a:pt x="0" y="214379"/>
                  </a:moveTo>
                  <a:lnTo>
                    <a:pt x="3430" y="214379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379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20665" name="Graph element 158"/>
            <p:cNvSpPr/>
            <p:nvPr/>
          </p:nvSpPr>
          <p:spPr>
            <a:xfrm>
              <a:off x="1601843" y="834365"/>
              <a:ext cx="5574" cy="37731"/>
            </a:xfrm>
            <a:custGeom>
              <a:avLst/>
              <a:gdLst/>
              <a:ahLst/>
              <a:cxnLst/>
              <a:rect l="0" t="0" r="r" b="b"/>
              <a:pathLst>
                <a:path w="5574" h="37731" stroke="0" extrusionOk="0">
                  <a:moveTo>
                    <a:pt x="0" y="0"/>
                  </a:moveTo>
                  <a:lnTo>
                    <a:pt x="0" y="37731"/>
                  </a:lnTo>
                  <a:lnTo>
                    <a:pt x="5574" y="37731"/>
                  </a:lnTo>
                  <a:lnTo>
                    <a:pt x="557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20666" name="Graph element 159"/>
            <p:cNvSpPr/>
            <p:nvPr/>
          </p:nvSpPr>
          <p:spPr>
            <a:xfrm>
              <a:off x="1777634" y="818929"/>
              <a:ext cx="3430" cy="36444"/>
            </a:xfrm>
            <a:custGeom>
              <a:avLst/>
              <a:gdLst/>
              <a:ahLst/>
              <a:cxnLst/>
              <a:rect l="0" t="0" r="r" b="b"/>
              <a:pathLst>
                <a:path w="3430" h="36444" stroke="0" extrusionOk="0">
                  <a:moveTo>
                    <a:pt x="0" y="36444"/>
                  </a:moveTo>
                  <a:lnTo>
                    <a:pt x="3430" y="364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36444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20667" name="Graph element 160"/>
            <p:cNvSpPr/>
            <p:nvPr/>
          </p:nvSpPr>
          <p:spPr>
            <a:xfrm>
              <a:off x="1428196" y="785057"/>
              <a:ext cx="5574" cy="74175"/>
            </a:xfrm>
            <a:custGeom>
              <a:avLst/>
              <a:gdLst/>
              <a:ahLst/>
              <a:cxnLst/>
              <a:rect l="0" t="0" r="r" b="b"/>
              <a:pathLst>
                <a:path w="5574" h="74175" stroke="0" extrusionOk="0">
                  <a:moveTo>
                    <a:pt x="0" y="0"/>
                  </a:moveTo>
                  <a:lnTo>
                    <a:pt x="0" y="74175"/>
                  </a:lnTo>
                  <a:lnTo>
                    <a:pt x="5574" y="74175"/>
                  </a:lnTo>
                  <a:lnTo>
                    <a:pt x="557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20668" name="Graph element 161"/>
            <p:cNvSpPr/>
            <p:nvPr/>
          </p:nvSpPr>
          <p:spPr>
            <a:xfrm>
              <a:off x="1254548" y="784629"/>
              <a:ext cx="3430" cy="310850"/>
            </a:xfrm>
            <a:custGeom>
              <a:avLst/>
              <a:gdLst/>
              <a:ahLst/>
              <a:cxnLst/>
              <a:rect l="0" t="0" r="r" b="b"/>
              <a:pathLst>
                <a:path w="3430" h="310850" stroke="0" extrusionOk="0">
                  <a:moveTo>
                    <a:pt x="0" y="310850"/>
                  </a:moveTo>
                  <a:lnTo>
                    <a:pt x="3430" y="310850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31085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20669" name="Graph element 162"/>
            <p:cNvSpPr/>
            <p:nvPr/>
          </p:nvSpPr>
          <p:spPr>
            <a:xfrm>
              <a:off x="1428196" y="754763"/>
              <a:ext cx="7999" cy="7999"/>
            </a:xfrm>
            <a:custGeom>
              <a:avLst/>
              <a:gdLst/>
              <a:ahLst/>
              <a:cxnLst/>
              <a:rect l="0" t="0" r="r" b="b"/>
              <a:pathLst>
                <a:path w="7999" h="7999" stroke="0" extrusionOk="0">
                  <a:moveTo>
                    <a:pt x="0" y="0"/>
                  </a:moveTo>
                  <a:lnTo>
                    <a:pt x="0" y="7999"/>
                  </a:lnTo>
                  <a:lnTo>
                    <a:pt x="7999" y="79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20670" name="Graph element 163"/>
            <p:cNvSpPr/>
            <p:nvPr/>
          </p:nvSpPr>
          <p:spPr>
            <a:xfrm>
              <a:off x="1777634" y="692445"/>
              <a:ext cx="3430" cy="100758"/>
            </a:xfrm>
            <a:custGeom>
              <a:avLst/>
              <a:gdLst/>
              <a:ahLst/>
              <a:cxnLst/>
              <a:rect l="0" t="0" r="r" b="b"/>
              <a:pathLst>
                <a:path w="3430" h="100758" stroke="0" extrusionOk="0">
                  <a:moveTo>
                    <a:pt x="0" y="100758"/>
                  </a:moveTo>
                  <a:lnTo>
                    <a:pt x="3430" y="10075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00758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20671" name="Graph element 164"/>
            <p:cNvSpPr/>
            <p:nvPr/>
          </p:nvSpPr>
          <p:spPr>
            <a:xfrm>
              <a:off x="1254548" y="688158"/>
              <a:ext cx="3430" cy="70745"/>
            </a:xfrm>
            <a:custGeom>
              <a:avLst/>
              <a:gdLst/>
              <a:ahLst/>
              <a:cxnLst/>
              <a:rect l="0" t="0" r="r" b="b"/>
              <a:pathLst>
                <a:path w="3430" h="70745" stroke="0" extrusionOk="0">
                  <a:moveTo>
                    <a:pt x="0" y="70745"/>
                  </a:moveTo>
                  <a:lnTo>
                    <a:pt x="3430" y="7074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70745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20672" name="Graph element 165"/>
            <p:cNvSpPr/>
            <p:nvPr/>
          </p:nvSpPr>
          <p:spPr>
            <a:xfrm>
              <a:off x="1080901" y="675295"/>
              <a:ext cx="3430" cy="420184"/>
            </a:xfrm>
            <a:custGeom>
              <a:avLst/>
              <a:gdLst/>
              <a:ahLst/>
              <a:cxnLst/>
              <a:rect l="0" t="0" r="r" b="b"/>
              <a:pathLst>
                <a:path w="3430" h="420184" stroke="0" extrusionOk="0">
                  <a:moveTo>
                    <a:pt x="0" y="420184"/>
                  </a:moveTo>
                  <a:lnTo>
                    <a:pt x="3430" y="42018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0184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20673" name="Graph element 166"/>
            <p:cNvSpPr/>
            <p:nvPr/>
          </p:nvSpPr>
          <p:spPr>
            <a:xfrm>
              <a:off x="1254548" y="658145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20674" name="Graph element 167"/>
            <p:cNvSpPr/>
            <p:nvPr/>
          </p:nvSpPr>
          <p:spPr>
            <a:xfrm>
              <a:off x="1080901" y="606694"/>
              <a:ext cx="3430" cy="42876"/>
            </a:xfrm>
            <a:custGeom>
              <a:avLst/>
              <a:gdLst/>
              <a:ahLst/>
              <a:cxnLst/>
              <a:rect l="0" t="0" r="r" b="b"/>
              <a:pathLst>
                <a:path w="3430" h="42876" stroke="0" extrusionOk="0">
                  <a:moveTo>
                    <a:pt x="0" y="42876"/>
                  </a:moveTo>
                  <a:lnTo>
                    <a:pt x="3430" y="42876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76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20675" name="Graph element 168"/>
            <p:cNvSpPr/>
            <p:nvPr/>
          </p:nvSpPr>
          <p:spPr>
            <a:xfrm>
              <a:off x="905110" y="566390"/>
              <a:ext cx="5574" cy="530803"/>
            </a:xfrm>
            <a:custGeom>
              <a:avLst/>
              <a:gdLst/>
              <a:ahLst/>
              <a:cxnLst/>
              <a:rect l="0" t="0" r="r" b="b"/>
              <a:pathLst>
                <a:path w="5574" h="530803" stroke="0" extrusionOk="0">
                  <a:moveTo>
                    <a:pt x="0" y="0"/>
                  </a:moveTo>
                  <a:lnTo>
                    <a:pt x="0" y="530803"/>
                  </a:lnTo>
                  <a:lnTo>
                    <a:pt x="5574" y="530803"/>
                  </a:lnTo>
                  <a:lnTo>
                    <a:pt x="557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20676" name="Graph element 169"/>
            <p:cNvSpPr/>
            <p:nvPr/>
          </p:nvSpPr>
          <p:spPr>
            <a:xfrm>
              <a:off x="1080901" y="544524"/>
              <a:ext cx="3430" cy="36444"/>
            </a:xfrm>
            <a:custGeom>
              <a:avLst/>
              <a:gdLst/>
              <a:ahLst/>
              <a:cxnLst/>
              <a:rect l="0" t="0" r="r" b="b"/>
              <a:pathLst>
                <a:path w="3430" h="36444" stroke="0" extrusionOk="0">
                  <a:moveTo>
                    <a:pt x="0" y="36444"/>
                  </a:moveTo>
                  <a:lnTo>
                    <a:pt x="3430" y="364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36444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20677" name="Graph element 170"/>
            <p:cNvSpPr/>
            <p:nvPr/>
          </p:nvSpPr>
          <p:spPr>
            <a:xfrm>
              <a:off x="731463" y="454631"/>
              <a:ext cx="5574" cy="642562"/>
            </a:xfrm>
            <a:custGeom>
              <a:avLst/>
              <a:gdLst/>
              <a:ahLst/>
              <a:cxnLst/>
              <a:rect l="0" t="0" r="r" b="b"/>
              <a:pathLst>
                <a:path w="5574" h="642562" stroke="0" extrusionOk="0">
                  <a:moveTo>
                    <a:pt x="0" y="0"/>
                  </a:moveTo>
                  <a:lnTo>
                    <a:pt x="0" y="642562"/>
                  </a:lnTo>
                  <a:lnTo>
                    <a:pt x="5574" y="642562"/>
                  </a:lnTo>
                  <a:lnTo>
                    <a:pt x="5574" y="55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20678" name="Graph element 171"/>
            <p:cNvSpPr/>
            <p:nvPr/>
          </p:nvSpPr>
          <p:spPr>
            <a:xfrm>
              <a:off x="905110" y="426762"/>
              <a:ext cx="5574" cy="59732"/>
            </a:xfrm>
            <a:custGeom>
              <a:avLst/>
              <a:gdLst/>
              <a:ahLst/>
              <a:cxnLst/>
              <a:rect l="0" t="0" r="r" b="b"/>
              <a:pathLst>
                <a:path w="5574" h="59732" stroke="0" extrusionOk="0">
                  <a:moveTo>
                    <a:pt x="0" y="0"/>
                  </a:moveTo>
                  <a:lnTo>
                    <a:pt x="0" y="59732"/>
                  </a:lnTo>
                  <a:lnTo>
                    <a:pt x="5574" y="54158"/>
                  </a:lnTo>
                  <a:lnTo>
                    <a:pt x="5574" y="55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20679" name="Graph element 172"/>
            <p:cNvSpPr/>
            <p:nvPr/>
          </p:nvSpPr>
          <p:spPr>
            <a:xfrm>
              <a:off x="731463" y="352011"/>
              <a:ext cx="5574" cy="85176"/>
            </a:xfrm>
            <a:custGeom>
              <a:avLst/>
              <a:gdLst/>
              <a:ahLst/>
              <a:cxnLst/>
              <a:rect l="0" t="0" r="r" b="b"/>
              <a:pathLst>
                <a:path w="5574" h="85176" stroke="0" extrusionOk="0">
                  <a:moveTo>
                    <a:pt x="0" y="0"/>
                  </a:moveTo>
                  <a:lnTo>
                    <a:pt x="0" y="79602"/>
                  </a:lnTo>
                  <a:lnTo>
                    <a:pt x="5574" y="85176"/>
                  </a:lnTo>
                  <a:lnTo>
                    <a:pt x="557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20680" name="Graph element 173"/>
            <p:cNvSpPr/>
            <p:nvPr/>
          </p:nvSpPr>
          <p:spPr>
            <a:xfrm>
              <a:off x="557815" y="345298"/>
              <a:ext cx="5574" cy="751896"/>
            </a:xfrm>
            <a:custGeom>
              <a:avLst/>
              <a:gdLst/>
              <a:ahLst/>
              <a:cxnLst/>
              <a:rect l="0" t="0" r="r" b="b"/>
              <a:pathLst>
                <a:path w="5574" h="751896" stroke="0" extrusionOk="0">
                  <a:moveTo>
                    <a:pt x="0" y="0"/>
                  </a:moveTo>
                  <a:lnTo>
                    <a:pt x="0" y="751896"/>
                  </a:lnTo>
                  <a:lnTo>
                    <a:pt x="5574" y="751896"/>
                  </a:lnTo>
                  <a:lnTo>
                    <a:pt x="5574" y="55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20681" name="Graph element 174"/>
            <p:cNvSpPr/>
            <p:nvPr/>
          </p:nvSpPr>
          <p:spPr>
            <a:xfrm>
              <a:off x="557815" y="281266"/>
              <a:ext cx="5574" cy="46588"/>
            </a:xfrm>
            <a:custGeom>
              <a:avLst/>
              <a:gdLst/>
              <a:ahLst/>
              <a:cxnLst/>
              <a:rect l="0" t="0" r="r" b="b"/>
              <a:pathLst>
                <a:path w="5574" h="46588" stroke="0" extrusionOk="0">
                  <a:moveTo>
                    <a:pt x="0" y="0"/>
                  </a:moveTo>
                  <a:lnTo>
                    <a:pt x="0" y="41014"/>
                  </a:lnTo>
                  <a:lnTo>
                    <a:pt x="5574" y="46588"/>
                  </a:lnTo>
                  <a:lnTo>
                    <a:pt x="557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20682" name="Graph element 175"/>
            <p:cNvSpPr/>
            <p:nvPr/>
          </p:nvSpPr>
          <p:spPr>
            <a:xfrm>
              <a:off x="384168" y="240105"/>
              <a:ext cx="3430" cy="855374"/>
            </a:xfrm>
            <a:custGeom>
              <a:avLst/>
              <a:gdLst/>
              <a:ahLst/>
              <a:cxnLst/>
              <a:rect l="0" t="0" r="r" b="b"/>
              <a:pathLst>
                <a:path w="3430" h="855374" stroke="0" extrusionOk="0">
                  <a:moveTo>
                    <a:pt x="0" y="855374"/>
                  </a:moveTo>
                  <a:lnTo>
                    <a:pt x="3430" y="85537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855374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20683" name="Graph element 176"/>
            <p:cNvSpPr/>
            <p:nvPr/>
          </p:nvSpPr>
          <p:spPr>
            <a:xfrm>
              <a:off x="1254548" y="199373"/>
              <a:ext cx="3430" cy="433046"/>
            </a:xfrm>
            <a:custGeom>
              <a:avLst/>
              <a:gdLst/>
              <a:ahLst/>
              <a:cxnLst/>
              <a:rect l="0" t="0" r="r" b="b"/>
              <a:pathLst>
                <a:path w="3430" h="433046" stroke="0" extrusionOk="0">
                  <a:moveTo>
                    <a:pt x="0" y="433046"/>
                  </a:moveTo>
                  <a:lnTo>
                    <a:pt x="3430" y="433046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33046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20684" name="Graph element 177"/>
            <p:cNvSpPr/>
            <p:nvPr/>
          </p:nvSpPr>
          <p:spPr>
            <a:xfrm>
              <a:off x="905110" y="197658"/>
              <a:ext cx="5574" cy="213804"/>
            </a:xfrm>
            <a:custGeom>
              <a:avLst/>
              <a:gdLst/>
              <a:ahLst/>
              <a:cxnLst/>
              <a:rect l="0" t="0" r="r" b="b"/>
              <a:pathLst>
                <a:path w="5574" h="213804" stroke="0" extrusionOk="0">
                  <a:moveTo>
                    <a:pt x="0" y="0"/>
                  </a:moveTo>
                  <a:lnTo>
                    <a:pt x="0" y="208230"/>
                  </a:lnTo>
                  <a:lnTo>
                    <a:pt x="5574" y="213804"/>
                  </a:lnTo>
                  <a:lnTo>
                    <a:pt x="557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20685" name="Graph element 178"/>
            <p:cNvSpPr/>
            <p:nvPr/>
          </p:nvSpPr>
          <p:spPr>
            <a:xfrm>
              <a:off x="731463" y="197658"/>
              <a:ext cx="5574" cy="132058"/>
            </a:xfrm>
            <a:custGeom>
              <a:avLst/>
              <a:gdLst/>
              <a:ahLst/>
              <a:cxnLst/>
              <a:rect l="0" t="0" r="r" b="b"/>
              <a:pathLst>
                <a:path w="5574" h="132058" stroke="0" extrusionOk="0">
                  <a:moveTo>
                    <a:pt x="0" y="0"/>
                  </a:moveTo>
                  <a:lnTo>
                    <a:pt x="0" y="132058"/>
                  </a:lnTo>
                  <a:lnTo>
                    <a:pt x="5574" y="132058"/>
                  </a:lnTo>
                  <a:lnTo>
                    <a:pt x="557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20686" name="Graph element 179"/>
            <p:cNvSpPr/>
            <p:nvPr/>
          </p:nvSpPr>
          <p:spPr>
            <a:xfrm>
              <a:off x="1080901" y="197229"/>
              <a:ext cx="3430" cy="321569"/>
            </a:xfrm>
            <a:custGeom>
              <a:avLst/>
              <a:gdLst/>
              <a:ahLst/>
              <a:cxnLst/>
              <a:rect l="0" t="0" r="r" b="b"/>
              <a:pathLst>
                <a:path w="3430" h="321569" stroke="0" extrusionOk="0">
                  <a:moveTo>
                    <a:pt x="0" y="321569"/>
                  </a:moveTo>
                  <a:lnTo>
                    <a:pt x="3430" y="321569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321569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20687" name="Graph element 180"/>
            <p:cNvSpPr/>
            <p:nvPr/>
          </p:nvSpPr>
          <p:spPr>
            <a:xfrm>
              <a:off x="731463" y="180507"/>
              <a:ext cx="5574" cy="12287"/>
            </a:xfrm>
            <a:custGeom>
              <a:avLst/>
              <a:gdLst/>
              <a:ahLst/>
              <a:cxnLst/>
              <a:rect l="0" t="0" r="r" b="b"/>
              <a:pathLst>
                <a:path w="5574" h="12287" stroke="0" extrusionOk="0">
                  <a:moveTo>
                    <a:pt x="0" y="0"/>
                  </a:moveTo>
                  <a:lnTo>
                    <a:pt x="0" y="12287"/>
                  </a:lnTo>
                  <a:lnTo>
                    <a:pt x="5574" y="6713"/>
                  </a:lnTo>
                  <a:lnTo>
                    <a:pt x="557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20688" name="Graph element 181"/>
            <p:cNvSpPr/>
            <p:nvPr/>
          </p:nvSpPr>
          <p:spPr>
            <a:xfrm>
              <a:off x="1080901" y="147922"/>
              <a:ext cx="3430" cy="25726"/>
            </a:xfrm>
            <a:custGeom>
              <a:avLst/>
              <a:gdLst/>
              <a:ahLst/>
              <a:cxnLst/>
              <a:rect l="0" t="0" r="r" b="b"/>
              <a:pathLst>
                <a:path w="3430" h="25726" stroke="0" extrusionOk="0">
                  <a:moveTo>
                    <a:pt x="0" y="25726"/>
                  </a:moveTo>
                  <a:lnTo>
                    <a:pt x="3430" y="25726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5726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20689" name="Graph element 182"/>
            <p:cNvSpPr/>
            <p:nvPr/>
          </p:nvSpPr>
          <p:spPr>
            <a:xfrm>
              <a:off x="905110" y="137632"/>
              <a:ext cx="5574" cy="27012"/>
            </a:xfrm>
            <a:custGeom>
              <a:avLst/>
              <a:gdLst/>
              <a:ahLst/>
              <a:cxnLst/>
              <a:rect l="0" t="0" r="r" b="b"/>
              <a:pathLst>
                <a:path w="5574" h="27012" stroke="0" extrusionOk="0">
                  <a:moveTo>
                    <a:pt x="0" y="0"/>
                  </a:moveTo>
                  <a:lnTo>
                    <a:pt x="0" y="27012"/>
                  </a:lnTo>
                  <a:lnTo>
                    <a:pt x="5574" y="27012"/>
                  </a:lnTo>
                  <a:lnTo>
                    <a:pt x="557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20690" name="Graph element 183"/>
            <p:cNvSpPr/>
            <p:nvPr/>
          </p:nvSpPr>
          <p:spPr>
            <a:xfrm>
              <a:off x="1951281" y="126484"/>
              <a:ext cx="3430" cy="968995"/>
            </a:xfrm>
            <a:custGeom>
              <a:avLst/>
              <a:gdLst/>
              <a:ahLst/>
              <a:cxnLst/>
              <a:rect l="0" t="0" r="r" b="b"/>
              <a:pathLst>
                <a:path w="3430" h="968995" stroke="0" extrusionOk="0">
                  <a:moveTo>
                    <a:pt x="0" y="968995"/>
                  </a:moveTo>
                  <a:lnTo>
                    <a:pt x="3430" y="96899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968995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20691" name="Graph element 184"/>
            <p:cNvSpPr/>
            <p:nvPr/>
          </p:nvSpPr>
          <p:spPr>
            <a:xfrm>
              <a:off x="731463" y="120052"/>
              <a:ext cx="5574" cy="51022"/>
            </a:xfrm>
            <a:custGeom>
              <a:avLst/>
              <a:gdLst/>
              <a:ahLst/>
              <a:cxnLst/>
              <a:rect l="0" t="0" r="r" b="b"/>
              <a:pathLst>
                <a:path w="5574" h="51022" stroke="0" extrusionOk="0">
                  <a:moveTo>
                    <a:pt x="0" y="0"/>
                  </a:moveTo>
                  <a:lnTo>
                    <a:pt x="0" y="51022"/>
                  </a:lnTo>
                  <a:lnTo>
                    <a:pt x="5574" y="51022"/>
                  </a:lnTo>
                  <a:lnTo>
                    <a:pt x="5574" y="18584"/>
                  </a:lnTo>
                  <a:lnTo>
                    <a:pt x="3430" y="164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20692" name="Graph element 185"/>
            <p:cNvSpPr/>
            <p:nvPr/>
          </p:nvSpPr>
          <p:spPr>
            <a:xfrm>
              <a:off x="731463" y="77605"/>
              <a:ext cx="5574" cy="33443"/>
            </a:xfrm>
            <a:custGeom>
              <a:avLst/>
              <a:gdLst/>
              <a:ahLst/>
              <a:cxnLst/>
              <a:rect l="0" t="0" r="r" b="b"/>
              <a:pathLst>
                <a:path w="5574" h="33443" stroke="0" extrusionOk="0">
                  <a:moveTo>
                    <a:pt x="0" y="0"/>
                  </a:moveTo>
                  <a:lnTo>
                    <a:pt x="0" y="33443"/>
                  </a:lnTo>
                  <a:lnTo>
                    <a:pt x="5574" y="33443"/>
                  </a:lnTo>
                  <a:lnTo>
                    <a:pt x="557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20693" name="Graph element 186"/>
            <p:cNvSpPr/>
            <p:nvPr/>
          </p:nvSpPr>
          <p:spPr>
            <a:xfrm>
              <a:off x="905110" y="58030"/>
              <a:ext cx="5574" cy="55163"/>
            </a:xfrm>
            <a:custGeom>
              <a:avLst/>
              <a:gdLst/>
              <a:ahLst/>
              <a:cxnLst/>
              <a:rect l="0" t="0" r="r" b="b"/>
              <a:pathLst>
                <a:path w="5574" h="55163" stroke="0" extrusionOk="0">
                  <a:moveTo>
                    <a:pt x="5574" y="0"/>
                  </a:moveTo>
                  <a:lnTo>
                    <a:pt x="0" y="5574"/>
                  </a:lnTo>
                  <a:lnTo>
                    <a:pt x="0" y="55163"/>
                  </a:lnTo>
                  <a:lnTo>
                    <a:pt x="5574" y="55163"/>
                  </a:lnTo>
                  <a:lnTo>
                    <a:pt x="5574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20694" name="Graph element 187"/>
            <p:cNvSpPr/>
            <p:nvPr/>
          </p:nvSpPr>
          <p:spPr>
            <a:xfrm>
              <a:off x="1951281" y="30013"/>
              <a:ext cx="3430" cy="70745"/>
            </a:xfrm>
            <a:custGeom>
              <a:avLst/>
              <a:gdLst/>
              <a:ahLst/>
              <a:cxnLst/>
              <a:rect l="0" t="0" r="r" b="b"/>
              <a:pathLst>
                <a:path w="3430" h="70745" stroke="0" extrusionOk="0">
                  <a:moveTo>
                    <a:pt x="0" y="70745"/>
                  </a:moveTo>
                  <a:lnTo>
                    <a:pt x="3430" y="7074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70745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20695" name="Graph element 188"/>
            <p:cNvSpPr/>
            <p:nvPr/>
          </p:nvSpPr>
          <p:spPr>
            <a:xfrm>
              <a:off x="1777634" y="30013"/>
              <a:ext cx="3430" cy="636707"/>
            </a:xfrm>
            <a:custGeom>
              <a:avLst/>
              <a:gdLst/>
              <a:ahLst/>
              <a:cxnLst/>
              <a:rect l="0" t="0" r="r" b="b"/>
              <a:pathLst>
                <a:path w="3430" h="636707" stroke="0" extrusionOk="0">
                  <a:moveTo>
                    <a:pt x="0" y="636707"/>
                  </a:moveTo>
                  <a:lnTo>
                    <a:pt x="3430" y="636707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636707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20696" name="Graph element 189"/>
            <p:cNvSpPr/>
            <p:nvPr/>
          </p:nvSpPr>
          <p:spPr>
            <a:xfrm>
              <a:off x="1601843" y="28298"/>
              <a:ext cx="5574" cy="783771"/>
            </a:xfrm>
            <a:custGeom>
              <a:avLst/>
              <a:gdLst/>
              <a:ahLst/>
              <a:cxnLst/>
              <a:rect l="0" t="0" r="r" b="b"/>
              <a:pathLst>
                <a:path w="5574" h="783771" stroke="0" extrusionOk="0">
                  <a:moveTo>
                    <a:pt x="0" y="0"/>
                  </a:moveTo>
                  <a:lnTo>
                    <a:pt x="0" y="783771"/>
                  </a:lnTo>
                  <a:lnTo>
                    <a:pt x="5574" y="783771"/>
                  </a:lnTo>
                  <a:lnTo>
                    <a:pt x="557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20697" name="Graph element 190"/>
            <p:cNvSpPr/>
            <p:nvPr/>
          </p:nvSpPr>
          <p:spPr>
            <a:xfrm>
              <a:off x="1428196" y="28298"/>
              <a:ext cx="5574" cy="711164"/>
            </a:xfrm>
            <a:custGeom>
              <a:avLst/>
              <a:gdLst/>
              <a:ahLst/>
              <a:cxnLst/>
              <a:rect l="0" t="0" r="r" b="b"/>
              <a:pathLst>
                <a:path w="5574" h="711164" stroke="0" extrusionOk="0">
                  <a:moveTo>
                    <a:pt x="0" y="0"/>
                  </a:moveTo>
                  <a:lnTo>
                    <a:pt x="0" y="705590"/>
                  </a:lnTo>
                  <a:lnTo>
                    <a:pt x="5574" y="711164"/>
                  </a:lnTo>
                  <a:lnTo>
                    <a:pt x="557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20698" name="Graph element 191"/>
            <p:cNvSpPr/>
            <p:nvPr/>
          </p:nvSpPr>
          <p:spPr>
            <a:xfrm>
              <a:off x="1254548" y="30013"/>
              <a:ext cx="3430" cy="132915"/>
            </a:xfrm>
            <a:custGeom>
              <a:avLst/>
              <a:gdLst/>
              <a:ahLst/>
              <a:cxnLst/>
              <a:rect l="0" t="0" r="r" b="b"/>
              <a:pathLst>
                <a:path w="3430" h="132915" stroke="0" extrusionOk="0">
                  <a:moveTo>
                    <a:pt x="0" y="132915"/>
                  </a:moveTo>
                  <a:lnTo>
                    <a:pt x="3430" y="13291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32915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20699" name="Graph element 192"/>
            <p:cNvSpPr/>
            <p:nvPr/>
          </p:nvSpPr>
          <p:spPr>
            <a:xfrm>
              <a:off x="1080901" y="30013"/>
              <a:ext cx="3430" cy="81464"/>
            </a:xfrm>
            <a:custGeom>
              <a:avLst/>
              <a:gdLst/>
              <a:ahLst/>
              <a:cxnLst/>
              <a:rect l="0" t="0" r="r" b="b"/>
              <a:pathLst>
                <a:path w="3430" h="81464" stroke="0" extrusionOk="0">
                  <a:moveTo>
                    <a:pt x="0" y="81464"/>
                  </a:moveTo>
                  <a:lnTo>
                    <a:pt x="3430" y="8146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81464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20700" name="Graph element 193"/>
            <p:cNvSpPr/>
            <p:nvPr/>
          </p:nvSpPr>
          <p:spPr>
            <a:xfrm>
              <a:off x="905110" y="28298"/>
              <a:ext cx="5574" cy="22724"/>
            </a:xfrm>
            <a:custGeom>
              <a:avLst/>
              <a:gdLst/>
              <a:ahLst/>
              <a:cxnLst/>
              <a:rect l="0" t="0" r="r" b="b"/>
              <a:pathLst>
                <a:path w="5574" h="22724" stroke="0" extrusionOk="0">
                  <a:moveTo>
                    <a:pt x="0" y="0"/>
                  </a:moveTo>
                  <a:lnTo>
                    <a:pt x="0" y="22724"/>
                  </a:lnTo>
                  <a:lnTo>
                    <a:pt x="5574" y="22724"/>
                  </a:lnTo>
                  <a:lnTo>
                    <a:pt x="557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20701" name="Graph element 194"/>
            <p:cNvSpPr/>
            <p:nvPr/>
          </p:nvSpPr>
          <p:spPr>
            <a:xfrm>
              <a:off x="731463" y="28298"/>
              <a:ext cx="5574" cy="27293"/>
            </a:xfrm>
            <a:custGeom>
              <a:avLst/>
              <a:gdLst/>
              <a:ahLst/>
              <a:cxnLst/>
              <a:rect l="0" t="0" r="r" b="b"/>
              <a:pathLst>
                <a:path w="5574" h="27293" stroke="0" extrusionOk="0">
                  <a:moveTo>
                    <a:pt x="0" y="0"/>
                  </a:moveTo>
                  <a:lnTo>
                    <a:pt x="0" y="21720"/>
                  </a:lnTo>
                  <a:lnTo>
                    <a:pt x="5574" y="27293"/>
                  </a:lnTo>
                  <a:lnTo>
                    <a:pt x="557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20702" name="Graph element 195"/>
            <p:cNvSpPr/>
            <p:nvPr/>
          </p:nvSpPr>
          <p:spPr>
            <a:xfrm>
              <a:off x="557815" y="28298"/>
              <a:ext cx="5574" cy="230672"/>
            </a:xfrm>
            <a:custGeom>
              <a:avLst/>
              <a:gdLst/>
              <a:ahLst/>
              <a:cxnLst/>
              <a:rect l="0" t="0" r="r" b="b"/>
              <a:pathLst>
                <a:path w="5574" h="230672" stroke="0" extrusionOk="0">
                  <a:moveTo>
                    <a:pt x="0" y="0"/>
                  </a:moveTo>
                  <a:lnTo>
                    <a:pt x="0" y="230672"/>
                  </a:lnTo>
                  <a:lnTo>
                    <a:pt x="5574" y="230672"/>
                  </a:lnTo>
                  <a:lnTo>
                    <a:pt x="557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20703" name="Graph element 196"/>
            <p:cNvSpPr/>
            <p:nvPr/>
          </p:nvSpPr>
          <p:spPr>
            <a:xfrm>
              <a:off x="384168" y="30013"/>
              <a:ext cx="3430" cy="115765"/>
            </a:xfrm>
            <a:custGeom>
              <a:avLst/>
              <a:gdLst/>
              <a:ahLst/>
              <a:cxnLst/>
              <a:rect l="0" t="0" r="r" b="b"/>
              <a:pathLst>
                <a:path w="3430" h="115765" stroke="0" extrusionOk="0">
                  <a:moveTo>
                    <a:pt x="0" y="115765"/>
                  </a:moveTo>
                  <a:lnTo>
                    <a:pt x="3430" y="11576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15765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20704" name="Graph element 197"/>
            <p:cNvSpPr/>
            <p:nvPr/>
          </p:nvSpPr>
          <p:spPr>
            <a:xfrm>
              <a:off x="1658084" y="918475"/>
              <a:ext cx="4569" cy="4569"/>
            </a:xfrm>
            <a:custGeom>
              <a:avLst/>
              <a:gdLst/>
              <a:ahLst/>
              <a:cxnLst/>
              <a:rect l="0" t="0" r="r" b="b"/>
              <a:pathLst>
                <a:path w="4569" h="4569" stroke="0" extrusionOk="0">
                  <a:moveTo>
                    <a:pt x="0" y="2144"/>
                  </a:moveTo>
                  <a:lnTo>
                    <a:pt x="2425" y="4569"/>
                  </a:lnTo>
                  <a:lnTo>
                    <a:pt x="4569" y="2425"/>
                  </a:lnTo>
                  <a:lnTo>
                    <a:pt x="2144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E4EBF1"/>
            </a:solidFill>
            <a:ln>
              <a:noFill/>
            </a:ln>
          </p:spPr>
        </p:sp>
        <p:sp>
          <p:nvSpPr>
            <p:cNvPr id="20705" name="Graph element 198"/>
            <p:cNvSpPr/>
            <p:nvPr/>
          </p:nvSpPr>
          <p:spPr>
            <a:xfrm>
              <a:off x="1454423" y="774841"/>
              <a:ext cx="4569" cy="4569"/>
            </a:xfrm>
            <a:custGeom>
              <a:avLst/>
              <a:gdLst/>
              <a:ahLst/>
              <a:cxnLst/>
              <a:rect l="0" t="0" r="r" b="b"/>
              <a:pathLst>
                <a:path w="4569" h="4569" stroke="0" extrusionOk="0">
                  <a:moveTo>
                    <a:pt x="0" y="2144"/>
                  </a:moveTo>
                  <a:lnTo>
                    <a:pt x="2425" y="4569"/>
                  </a:lnTo>
                  <a:lnTo>
                    <a:pt x="4569" y="2425"/>
                  </a:lnTo>
                  <a:lnTo>
                    <a:pt x="2144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E4EBF1"/>
            </a:solidFill>
            <a:ln>
              <a:noFill/>
            </a:ln>
          </p:spPr>
        </p:sp>
        <p:sp>
          <p:nvSpPr>
            <p:cNvPr id="20706" name="Graph element 199"/>
            <p:cNvSpPr/>
            <p:nvPr/>
          </p:nvSpPr>
          <p:spPr>
            <a:xfrm>
              <a:off x="1586408" y="1687595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DFE6ED"/>
            </a:solidFill>
            <a:ln>
              <a:noFill/>
            </a:ln>
          </p:spPr>
        </p:sp>
        <p:sp>
          <p:nvSpPr>
            <p:cNvPr id="20707" name="Graph element 200"/>
            <p:cNvSpPr/>
            <p:nvPr/>
          </p:nvSpPr>
          <p:spPr>
            <a:xfrm>
              <a:off x="1474930" y="1685451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DFE6ED"/>
            </a:solidFill>
            <a:ln>
              <a:noFill/>
            </a:ln>
          </p:spPr>
        </p:sp>
        <p:sp>
          <p:nvSpPr>
            <p:cNvPr id="20708" name="Graph element 201"/>
            <p:cNvSpPr/>
            <p:nvPr/>
          </p:nvSpPr>
          <p:spPr>
            <a:xfrm>
              <a:off x="1419192" y="1683307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DFE6ED"/>
            </a:solidFill>
            <a:ln>
              <a:noFill/>
            </a:ln>
          </p:spPr>
        </p:sp>
        <p:sp>
          <p:nvSpPr>
            <p:cNvPr id="20709" name="Graph element 202"/>
            <p:cNvSpPr/>
            <p:nvPr/>
          </p:nvSpPr>
          <p:spPr>
            <a:xfrm>
              <a:off x="677439" y="1683307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DFE6ED"/>
            </a:solidFill>
            <a:ln>
              <a:noFill/>
            </a:ln>
          </p:spPr>
        </p:sp>
        <p:sp>
          <p:nvSpPr>
            <p:cNvPr id="20710" name="Graph element 203"/>
            <p:cNvSpPr/>
            <p:nvPr/>
          </p:nvSpPr>
          <p:spPr>
            <a:xfrm>
              <a:off x="565962" y="1683307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DFE6ED"/>
            </a:solidFill>
            <a:ln>
              <a:noFill/>
            </a:ln>
          </p:spPr>
        </p:sp>
        <p:sp>
          <p:nvSpPr>
            <p:cNvPr id="20711" name="Graph element 204"/>
            <p:cNvSpPr/>
            <p:nvPr/>
          </p:nvSpPr>
          <p:spPr>
            <a:xfrm>
              <a:off x="1307714" y="1681163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DFE6ED"/>
            </a:solidFill>
            <a:ln>
              <a:noFill/>
            </a:ln>
          </p:spPr>
        </p:sp>
        <p:sp>
          <p:nvSpPr>
            <p:cNvPr id="20712" name="Graph element 205"/>
            <p:cNvSpPr/>
            <p:nvPr/>
          </p:nvSpPr>
          <p:spPr>
            <a:xfrm>
              <a:off x="1168368" y="1679019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DFE6ED"/>
            </a:solidFill>
            <a:ln>
              <a:noFill/>
            </a:ln>
          </p:spPr>
        </p:sp>
        <p:sp>
          <p:nvSpPr>
            <p:cNvPr id="20713" name="Graph element 206"/>
            <p:cNvSpPr/>
            <p:nvPr/>
          </p:nvSpPr>
          <p:spPr>
            <a:xfrm>
              <a:off x="973282" y="1674732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DFE6ED"/>
            </a:solidFill>
            <a:ln>
              <a:noFill/>
            </a:ln>
          </p:spPr>
        </p:sp>
        <p:sp>
          <p:nvSpPr>
            <p:cNvPr id="20714" name="Graph element 207"/>
            <p:cNvSpPr/>
            <p:nvPr/>
          </p:nvSpPr>
          <p:spPr>
            <a:xfrm>
              <a:off x="1484437" y="764122"/>
              <a:ext cx="4569" cy="4569"/>
            </a:xfrm>
            <a:custGeom>
              <a:avLst/>
              <a:gdLst/>
              <a:ahLst/>
              <a:cxnLst/>
              <a:rect l="0" t="0" r="r" b="b"/>
              <a:pathLst>
                <a:path w="4569" h="4569" stroke="0" extrusionOk="0">
                  <a:moveTo>
                    <a:pt x="0" y="2144"/>
                  </a:moveTo>
                  <a:lnTo>
                    <a:pt x="2425" y="4569"/>
                  </a:lnTo>
                  <a:lnTo>
                    <a:pt x="4569" y="2425"/>
                  </a:lnTo>
                  <a:lnTo>
                    <a:pt x="2144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DFE6ED"/>
            </a:solidFill>
            <a:ln>
              <a:noFill/>
            </a:ln>
          </p:spPr>
        </p:sp>
        <p:sp>
          <p:nvSpPr>
            <p:cNvPr id="20715" name="Graph element 208"/>
            <p:cNvSpPr/>
            <p:nvPr/>
          </p:nvSpPr>
          <p:spPr>
            <a:xfrm>
              <a:off x="1881038" y="515442"/>
              <a:ext cx="4569" cy="4569"/>
            </a:xfrm>
            <a:custGeom>
              <a:avLst/>
              <a:gdLst/>
              <a:ahLst/>
              <a:cxnLst/>
              <a:rect l="0" t="0" r="r" b="b"/>
              <a:pathLst>
                <a:path w="4569" h="4569" stroke="0" extrusionOk="0">
                  <a:moveTo>
                    <a:pt x="0" y="2144"/>
                  </a:moveTo>
                  <a:lnTo>
                    <a:pt x="2425" y="4569"/>
                  </a:lnTo>
                  <a:lnTo>
                    <a:pt x="4569" y="2425"/>
                  </a:lnTo>
                  <a:lnTo>
                    <a:pt x="2144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DFE6ED"/>
            </a:solidFill>
            <a:ln>
              <a:noFill/>
            </a:ln>
          </p:spPr>
        </p:sp>
        <p:sp>
          <p:nvSpPr>
            <p:cNvPr id="20716" name="Graph element 209"/>
            <p:cNvSpPr/>
            <p:nvPr/>
          </p:nvSpPr>
          <p:spPr>
            <a:xfrm>
              <a:off x="1603558" y="1689738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20717" name="Graph element 210"/>
            <p:cNvSpPr/>
            <p:nvPr/>
          </p:nvSpPr>
          <p:spPr>
            <a:xfrm>
              <a:off x="1946994" y="1683307"/>
              <a:ext cx="5574" cy="117480"/>
            </a:xfrm>
            <a:custGeom>
              <a:avLst/>
              <a:gdLst/>
              <a:ahLst/>
              <a:cxnLst/>
              <a:rect l="0" t="0" r="r" b="b"/>
              <a:pathLst>
                <a:path w="5574" h="117480" stroke="0" extrusionOk="0">
                  <a:moveTo>
                    <a:pt x="0" y="0"/>
                  </a:moveTo>
                  <a:lnTo>
                    <a:pt x="0" y="75314"/>
                  </a:lnTo>
                  <a:lnTo>
                    <a:pt x="2144" y="77458"/>
                  </a:lnTo>
                  <a:lnTo>
                    <a:pt x="2144" y="117480"/>
                  </a:lnTo>
                  <a:lnTo>
                    <a:pt x="5574" y="117480"/>
                  </a:lnTo>
                  <a:lnTo>
                    <a:pt x="557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20718" name="Graph element 211"/>
            <p:cNvSpPr/>
            <p:nvPr/>
          </p:nvSpPr>
          <p:spPr>
            <a:xfrm>
              <a:off x="1919124" y="1683307"/>
              <a:ext cx="5574" cy="59597"/>
            </a:xfrm>
            <a:custGeom>
              <a:avLst/>
              <a:gdLst/>
              <a:ahLst/>
              <a:cxnLst/>
              <a:rect l="0" t="0" r="r" b="b"/>
              <a:pathLst>
                <a:path w="5574" h="59597" stroke="0" extrusionOk="0">
                  <a:moveTo>
                    <a:pt x="0" y="0"/>
                  </a:moveTo>
                  <a:lnTo>
                    <a:pt x="0" y="56020"/>
                  </a:lnTo>
                  <a:lnTo>
                    <a:pt x="2144" y="58164"/>
                  </a:lnTo>
                  <a:lnTo>
                    <a:pt x="2144" y="59597"/>
                  </a:lnTo>
                  <a:lnTo>
                    <a:pt x="5574" y="59597"/>
                  </a:lnTo>
                  <a:lnTo>
                    <a:pt x="557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20719" name="Graph element 212"/>
            <p:cNvSpPr/>
            <p:nvPr/>
          </p:nvSpPr>
          <p:spPr>
            <a:xfrm>
              <a:off x="1891255" y="1683307"/>
              <a:ext cx="5574" cy="53019"/>
            </a:xfrm>
            <a:custGeom>
              <a:avLst/>
              <a:gdLst/>
              <a:ahLst/>
              <a:cxnLst/>
              <a:rect l="0" t="0" r="r" b="b"/>
              <a:pathLst>
                <a:path w="5574" h="53019" stroke="0" extrusionOk="0">
                  <a:moveTo>
                    <a:pt x="0" y="0"/>
                  </a:moveTo>
                  <a:lnTo>
                    <a:pt x="0" y="47445"/>
                  </a:lnTo>
                  <a:lnTo>
                    <a:pt x="5574" y="53019"/>
                  </a:lnTo>
                  <a:lnTo>
                    <a:pt x="557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20720" name="Graph element 213"/>
            <p:cNvSpPr/>
            <p:nvPr/>
          </p:nvSpPr>
          <p:spPr>
            <a:xfrm>
              <a:off x="1863386" y="1683307"/>
              <a:ext cx="7215" cy="45804"/>
            </a:xfrm>
            <a:custGeom>
              <a:avLst/>
              <a:gdLst/>
              <a:ahLst/>
              <a:cxnLst/>
              <a:rect l="0" t="0" r="r" b="b"/>
              <a:pathLst>
                <a:path w="7215" h="45804" stroke="0" extrusionOk="0">
                  <a:moveTo>
                    <a:pt x="0" y="0"/>
                  </a:moveTo>
                  <a:lnTo>
                    <a:pt x="0" y="41014"/>
                  </a:lnTo>
                  <a:lnTo>
                    <a:pt x="4790" y="45804"/>
                  </a:lnTo>
                  <a:lnTo>
                    <a:pt x="7215" y="43378"/>
                  </a:lnTo>
                  <a:lnTo>
                    <a:pt x="5574" y="41737"/>
                  </a:lnTo>
                  <a:lnTo>
                    <a:pt x="557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20721" name="Graph element 214"/>
            <p:cNvSpPr/>
            <p:nvPr/>
          </p:nvSpPr>
          <p:spPr>
            <a:xfrm>
              <a:off x="1835516" y="1683307"/>
              <a:ext cx="5574" cy="40156"/>
            </a:xfrm>
            <a:custGeom>
              <a:avLst/>
              <a:gdLst/>
              <a:ahLst/>
              <a:cxnLst/>
              <a:rect l="0" t="0" r="r" b="b"/>
              <a:pathLst>
                <a:path w="5574" h="40156" stroke="0" extrusionOk="0">
                  <a:moveTo>
                    <a:pt x="0" y="0"/>
                  </a:moveTo>
                  <a:lnTo>
                    <a:pt x="0" y="34582"/>
                  </a:lnTo>
                  <a:lnTo>
                    <a:pt x="5574" y="40156"/>
                  </a:lnTo>
                  <a:lnTo>
                    <a:pt x="557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20722" name="Graph element 215"/>
            <p:cNvSpPr/>
            <p:nvPr/>
          </p:nvSpPr>
          <p:spPr>
            <a:xfrm>
              <a:off x="1807647" y="1683307"/>
              <a:ext cx="5574" cy="29584"/>
            </a:xfrm>
            <a:custGeom>
              <a:avLst/>
              <a:gdLst/>
              <a:ahLst/>
              <a:cxnLst/>
              <a:rect l="0" t="0" r="r" b="b"/>
              <a:pathLst>
                <a:path w="5574" h="29584" stroke="0" extrusionOk="0">
                  <a:moveTo>
                    <a:pt x="0" y="0"/>
                  </a:moveTo>
                  <a:lnTo>
                    <a:pt x="0" y="26007"/>
                  </a:lnTo>
                  <a:lnTo>
                    <a:pt x="2144" y="28151"/>
                  </a:lnTo>
                  <a:lnTo>
                    <a:pt x="2144" y="29584"/>
                  </a:lnTo>
                  <a:lnTo>
                    <a:pt x="5574" y="29584"/>
                  </a:lnTo>
                  <a:lnTo>
                    <a:pt x="557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20723" name="Graph element 216"/>
            <p:cNvSpPr/>
            <p:nvPr/>
          </p:nvSpPr>
          <p:spPr>
            <a:xfrm>
              <a:off x="1777205" y="1683307"/>
              <a:ext cx="8146" cy="25150"/>
            </a:xfrm>
            <a:custGeom>
              <a:avLst/>
              <a:gdLst/>
              <a:ahLst/>
              <a:cxnLst/>
              <a:rect l="0" t="0" r="r" b="b"/>
              <a:pathLst>
                <a:path w="8146" h="25150" stroke="0" extrusionOk="0">
                  <a:moveTo>
                    <a:pt x="2573" y="0"/>
                  </a:moveTo>
                  <a:lnTo>
                    <a:pt x="2573" y="18155"/>
                  </a:lnTo>
                  <a:lnTo>
                    <a:pt x="1433" y="19294"/>
                  </a:lnTo>
                  <a:lnTo>
                    <a:pt x="0" y="19294"/>
                  </a:lnTo>
                  <a:lnTo>
                    <a:pt x="0" y="22724"/>
                  </a:lnTo>
                  <a:lnTo>
                    <a:pt x="2854" y="22724"/>
                  </a:lnTo>
                  <a:lnTo>
                    <a:pt x="4288" y="21291"/>
                  </a:lnTo>
                  <a:lnTo>
                    <a:pt x="8146" y="25150"/>
                  </a:lnTo>
                  <a:lnTo>
                    <a:pt x="8146" y="0"/>
                  </a:lnTo>
                  <a:lnTo>
                    <a:pt x="2573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20724" name="Graph element 217"/>
            <p:cNvSpPr/>
            <p:nvPr/>
          </p:nvSpPr>
          <p:spPr>
            <a:xfrm>
              <a:off x="1751908" y="1683307"/>
              <a:ext cx="5574" cy="20862"/>
            </a:xfrm>
            <a:custGeom>
              <a:avLst/>
              <a:gdLst/>
              <a:ahLst/>
              <a:cxnLst/>
              <a:rect l="0" t="0" r="r" b="b"/>
              <a:pathLst>
                <a:path w="5574" h="20862" stroke="0" extrusionOk="0">
                  <a:moveTo>
                    <a:pt x="0" y="0"/>
                  </a:moveTo>
                  <a:lnTo>
                    <a:pt x="0" y="15288"/>
                  </a:lnTo>
                  <a:lnTo>
                    <a:pt x="5574" y="20862"/>
                  </a:lnTo>
                  <a:lnTo>
                    <a:pt x="557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20725" name="Graph element 218"/>
            <p:cNvSpPr/>
            <p:nvPr/>
          </p:nvSpPr>
          <p:spPr>
            <a:xfrm>
              <a:off x="1722398" y="1683307"/>
              <a:ext cx="8857" cy="17934"/>
            </a:xfrm>
            <a:custGeom>
              <a:avLst/>
              <a:gdLst/>
              <a:ahLst/>
              <a:cxnLst/>
              <a:rect l="0" t="0" r="r" b="b"/>
              <a:pathLst>
                <a:path w="8857" h="17934" stroke="0" extrusionOk="0">
                  <a:moveTo>
                    <a:pt x="1641" y="0"/>
                  </a:moveTo>
                  <a:lnTo>
                    <a:pt x="1641" y="13867"/>
                  </a:lnTo>
                  <a:lnTo>
                    <a:pt x="0" y="15509"/>
                  </a:lnTo>
                  <a:lnTo>
                    <a:pt x="2425" y="17934"/>
                  </a:lnTo>
                  <a:lnTo>
                    <a:pt x="4067" y="16293"/>
                  </a:lnTo>
                  <a:lnTo>
                    <a:pt x="4790" y="16293"/>
                  </a:lnTo>
                  <a:lnTo>
                    <a:pt x="6431" y="17934"/>
                  </a:lnTo>
                  <a:lnTo>
                    <a:pt x="8857" y="15509"/>
                  </a:lnTo>
                  <a:lnTo>
                    <a:pt x="7215" y="13867"/>
                  </a:lnTo>
                  <a:lnTo>
                    <a:pt x="7215" y="0"/>
                  </a:lnTo>
                  <a:lnTo>
                    <a:pt x="164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20726" name="Graph element 219"/>
            <p:cNvSpPr/>
            <p:nvPr/>
          </p:nvSpPr>
          <p:spPr>
            <a:xfrm>
              <a:off x="1696170" y="1683307"/>
              <a:ext cx="7215" cy="15791"/>
            </a:xfrm>
            <a:custGeom>
              <a:avLst/>
              <a:gdLst/>
              <a:ahLst/>
              <a:cxnLst/>
              <a:rect l="0" t="0" r="r" b="b"/>
              <a:pathLst>
                <a:path w="7215" h="15791" stroke="0" extrusionOk="0">
                  <a:moveTo>
                    <a:pt x="0" y="0"/>
                  </a:moveTo>
                  <a:lnTo>
                    <a:pt x="0" y="14149"/>
                  </a:lnTo>
                  <a:lnTo>
                    <a:pt x="3148" y="14149"/>
                  </a:lnTo>
                  <a:lnTo>
                    <a:pt x="4790" y="15791"/>
                  </a:lnTo>
                  <a:lnTo>
                    <a:pt x="7215" y="13365"/>
                  </a:lnTo>
                  <a:lnTo>
                    <a:pt x="5574" y="11724"/>
                  </a:lnTo>
                  <a:lnTo>
                    <a:pt x="557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20727" name="Graph element 220"/>
            <p:cNvSpPr/>
            <p:nvPr/>
          </p:nvSpPr>
          <p:spPr>
            <a:xfrm>
              <a:off x="1666659" y="1683307"/>
              <a:ext cx="7215" cy="13647"/>
            </a:xfrm>
            <a:custGeom>
              <a:avLst/>
              <a:gdLst/>
              <a:ahLst/>
              <a:cxnLst/>
              <a:rect l="0" t="0" r="r" b="b"/>
              <a:pathLst>
                <a:path w="7215" h="13647" stroke="0" extrusionOk="0">
                  <a:moveTo>
                    <a:pt x="1641" y="0"/>
                  </a:moveTo>
                  <a:lnTo>
                    <a:pt x="1641" y="9580"/>
                  </a:lnTo>
                  <a:lnTo>
                    <a:pt x="0" y="11221"/>
                  </a:lnTo>
                  <a:lnTo>
                    <a:pt x="2425" y="13647"/>
                  </a:lnTo>
                  <a:lnTo>
                    <a:pt x="4067" y="12005"/>
                  </a:lnTo>
                  <a:lnTo>
                    <a:pt x="7215" y="12005"/>
                  </a:lnTo>
                  <a:lnTo>
                    <a:pt x="7215" y="0"/>
                  </a:lnTo>
                  <a:lnTo>
                    <a:pt x="164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20728" name="Graph element 221"/>
            <p:cNvSpPr/>
            <p:nvPr/>
          </p:nvSpPr>
          <p:spPr>
            <a:xfrm>
              <a:off x="1640431" y="1683307"/>
              <a:ext cx="5574" cy="14431"/>
            </a:xfrm>
            <a:custGeom>
              <a:avLst/>
              <a:gdLst/>
              <a:ahLst/>
              <a:cxnLst/>
              <a:rect l="0" t="0" r="r" b="b"/>
              <a:pathLst>
                <a:path w="5574" h="14431" stroke="0" extrusionOk="0">
                  <a:moveTo>
                    <a:pt x="0" y="0"/>
                  </a:moveTo>
                  <a:lnTo>
                    <a:pt x="0" y="8857"/>
                  </a:lnTo>
                  <a:lnTo>
                    <a:pt x="5574" y="14431"/>
                  </a:lnTo>
                  <a:lnTo>
                    <a:pt x="557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20729" name="Graph element 222"/>
            <p:cNvSpPr/>
            <p:nvPr/>
          </p:nvSpPr>
          <p:spPr>
            <a:xfrm>
              <a:off x="1612562" y="1683307"/>
              <a:ext cx="5574" cy="7718"/>
            </a:xfrm>
            <a:custGeom>
              <a:avLst/>
              <a:gdLst/>
              <a:ahLst/>
              <a:cxnLst/>
              <a:rect l="0" t="0" r="r" b="b"/>
              <a:pathLst>
                <a:path w="5574" h="7718" stroke="0" extrusionOk="0">
                  <a:moveTo>
                    <a:pt x="0" y="0"/>
                  </a:moveTo>
                  <a:lnTo>
                    <a:pt x="0" y="7718"/>
                  </a:lnTo>
                  <a:lnTo>
                    <a:pt x="5574" y="7718"/>
                  </a:lnTo>
                  <a:lnTo>
                    <a:pt x="557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20730" name="Graph element 223"/>
            <p:cNvSpPr/>
            <p:nvPr/>
          </p:nvSpPr>
          <p:spPr>
            <a:xfrm>
              <a:off x="1584693" y="1683307"/>
              <a:ext cx="5574" cy="5574"/>
            </a:xfrm>
            <a:custGeom>
              <a:avLst/>
              <a:gdLst/>
              <a:ahLst/>
              <a:cxnLst/>
              <a:rect l="0" t="0" r="r" b="b"/>
              <a:pathLst>
                <a:path w="5574" h="5574" stroke="0" extrusionOk="0">
                  <a:moveTo>
                    <a:pt x="0" y="0"/>
                  </a:moveTo>
                  <a:lnTo>
                    <a:pt x="0" y="5574"/>
                  </a:lnTo>
                  <a:lnTo>
                    <a:pt x="5574" y="5574"/>
                  </a:lnTo>
                  <a:lnTo>
                    <a:pt x="557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20731" name="Graph element 224"/>
            <p:cNvSpPr/>
            <p:nvPr/>
          </p:nvSpPr>
          <p:spPr>
            <a:xfrm>
              <a:off x="1556823" y="1683307"/>
              <a:ext cx="5574" cy="5574"/>
            </a:xfrm>
            <a:custGeom>
              <a:avLst/>
              <a:gdLst/>
              <a:ahLst/>
              <a:cxnLst/>
              <a:rect l="0" t="0" r="r" b="b"/>
              <a:pathLst>
                <a:path w="5574" h="5574" stroke="0" extrusionOk="0">
                  <a:moveTo>
                    <a:pt x="0" y="0"/>
                  </a:moveTo>
                  <a:lnTo>
                    <a:pt x="0" y="5574"/>
                  </a:lnTo>
                  <a:lnTo>
                    <a:pt x="5574" y="5574"/>
                  </a:lnTo>
                  <a:lnTo>
                    <a:pt x="557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20732" name="Graph element 225"/>
            <p:cNvSpPr/>
            <p:nvPr/>
          </p:nvSpPr>
          <p:spPr>
            <a:xfrm>
              <a:off x="1527312" y="1683307"/>
              <a:ext cx="8857" cy="7215"/>
            </a:xfrm>
            <a:custGeom>
              <a:avLst/>
              <a:gdLst/>
              <a:ahLst/>
              <a:cxnLst/>
              <a:rect l="0" t="0" r="r" b="b"/>
              <a:pathLst>
                <a:path w="8857" h="7215" stroke="0" extrusionOk="0">
                  <a:moveTo>
                    <a:pt x="1641" y="0"/>
                  </a:moveTo>
                  <a:lnTo>
                    <a:pt x="1641" y="3148"/>
                  </a:lnTo>
                  <a:lnTo>
                    <a:pt x="0" y="4790"/>
                  </a:lnTo>
                  <a:lnTo>
                    <a:pt x="2425" y="7215"/>
                  </a:lnTo>
                  <a:lnTo>
                    <a:pt x="4067" y="5574"/>
                  </a:lnTo>
                  <a:lnTo>
                    <a:pt x="4790" y="5574"/>
                  </a:lnTo>
                  <a:lnTo>
                    <a:pt x="6431" y="7215"/>
                  </a:lnTo>
                  <a:lnTo>
                    <a:pt x="8857" y="4790"/>
                  </a:lnTo>
                  <a:lnTo>
                    <a:pt x="7215" y="3148"/>
                  </a:lnTo>
                  <a:lnTo>
                    <a:pt x="7215" y="0"/>
                  </a:lnTo>
                  <a:lnTo>
                    <a:pt x="164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20733" name="Graph element 226"/>
            <p:cNvSpPr/>
            <p:nvPr/>
          </p:nvSpPr>
          <p:spPr>
            <a:xfrm>
              <a:off x="1498659" y="1683307"/>
              <a:ext cx="7999" cy="7999"/>
            </a:xfrm>
            <a:custGeom>
              <a:avLst/>
              <a:gdLst/>
              <a:ahLst/>
              <a:cxnLst/>
              <a:rect l="0" t="0" r="r" b="b"/>
              <a:pathLst>
                <a:path w="7999" h="7999" stroke="0" extrusionOk="0">
                  <a:moveTo>
                    <a:pt x="0" y="0"/>
                  </a:moveTo>
                  <a:lnTo>
                    <a:pt x="7999" y="7999"/>
                  </a:lnTo>
                  <a:lnTo>
                    <a:pt x="799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20734" name="Graph element 227"/>
            <p:cNvSpPr/>
            <p:nvPr/>
          </p:nvSpPr>
          <p:spPr>
            <a:xfrm>
              <a:off x="1474930" y="1683307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20735" name="Graph element 228"/>
            <p:cNvSpPr/>
            <p:nvPr/>
          </p:nvSpPr>
          <p:spPr>
            <a:xfrm>
              <a:off x="1443704" y="1683307"/>
              <a:ext cx="8857" cy="5072"/>
            </a:xfrm>
            <a:custGeom>
              <a:avLst/>
              <a:gdLst/>
              <a:ahLst/>
              <a:cxnLst/>
              <a:rect l="0" t="0" r="r" b="b"/>
              <a:pathLst>
                <a:path w="8857" h="5072" stroke="0" extrusionOk="0">
                  <a:moveTo>
                    <a:pt x="0" y="2646"/>
                  </a:moveTo>
                  <a:lnTo>
                    <a:pt x="2425" y="5072"/>
                  </a:lnTo>
                  <a:lnTo>
                    <a:pt x="4067" y="3430"/>
                  </a:lnTo>
                  <a:lnTo>
                    <a:pt x="4790" y="3430"/>
                  </a:lnTo>
                  <a:lnTo>
                    <a:pt x="6431" y="5072"/>
                  </a:lnTo>
                  <a:lnTo>
                    <a:pt x="8857" y="2646"/>
                  </a:lnTo>
                  <a:lnTo>
                    <a:pt x="6211" y="0"/>
                  </a:lnTo>
                  <a:lnTo>
                    <a:pt x="2646" y="0"/>
                  </a:lnTo>
                  <a:lnTo>
                    <a:pt x="0" y="2646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20736" name="Graph element 229"/>
            <p:cNvSpPr/>
            <p:nvPr/>
          </p:nvSpPr>
          <p:spPr>
            <a:xfrm>
              <a:off x="906825" y="1683307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20737" name="Graph element 230"/>
            <p:cNvSpPr/>
            <p:nvPr/>
          </p:nvSpPr>
          <p:spPr>
            <a:xfrm>
              <a:off x="733178" y="1683307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20738" name="Graph element 231"/>
            <p:cNvSpPr/>
            <p:nvPr/>
          </p:nvSpPr>
          <p:spPr>
            <a:xfrm>
              <a:off x="559530" y="1683307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20739" name="Graph element 232"/>
            <p:cNvSpPr/>
            <p:nvPr/>
          </p:nvSpPr>
          <p:spPr>
            <a:xfrm>
              <a:off x="1338156" y="1682878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20740" name="Graph element 233"/>
            <p:cNvSpPr/>
            <p:nvPr/>
          </p:nvSpPr>
          <p:spPr>
            <a:xfrm>
              <a:off x="1331725" y="1682878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20741" name="Graph element 234"/>
            <p:cNvSpPr/>
            <p:nvPr/>
          </p:nvSpPr>
          <p:spPr>
            <a:xfrm>
              <a:off x="1279845" y="1681163"/>
              <a:ext cx="5500" cy="5072"/>
            </a:xfrm>
            <a:custGeom>
              <a:avLst/>
              <a:gdLst/>
              <a:ahLst/>
              <a:cxnLst/>
              <a:rect l="0" t="0" r="r" b="b"/>
              <a:pathLst>
                <a:path w="5500" h="5072" stroke="0" extrusionOk="0">
                  <a:moveTo>
                    <a:pt x="1433" y="3430"/>
                  </a:moveTo>
                  <a:lnTo>
                    <a:pt x="3075" y="5072"/>
                  </a:lnTo>
                  <a:lnTo>
                    <a:pt x="5500" y="2646"/>
                  </a:lnTo>
                  <a:lnTo>
                    <a:pt x="285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1433" y="343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20742" name="Graph element 235"/>
            <p:cNvSpPr/>
            <p:nvPr/>
          </p:nvSpPr>
          <p:spPr>
            <a:xfrm>
              <a:off x="1248619" y="1681163"/>
              <a:ext cx="9788" cy="5574"/>
            </a:xfrm>
            <a:custGeom>
              <a:avLst/>
              <a:gdLst/>
              <a:ahLst/>
              <a:cxnLst/>
              <a:rect l="0" t="0" r="r" b="b"/>
              <a:pathLst>
                <a:path w="9788" h="5574" stroke="0" extrusionOk="0">
                  <a:moveTo>
                    <a:pt x="0" y="2646"/>
                  </a:moveTo>
                  <a:lnTo>
                    <a:pt x="2425" y="5072"/>
                  </a:lnTo>
                  <a:lnTo>
                    <a:pt x="4067" y="3430"/>
                  </a:lnTo>
                  <a:lnTo>
                    <a:pt x="4790" y="3430"/>
                  </a:lnTo>
                  <a:lnTo>
                    <a:pt x="6934" y="5574"/>
                  </a:lnTo>
                  <a:lnTo>
                    <a:pt x="9788" y="5574"/>
                  </a:lnTo>
                  <a:lnTo>
                    <a:pt x="9788" y="2144"/>
                  </a:lnTo>
                  <a:lnTo>
                    <a:pt x="8354" y="2144"/>
                  </a:lnTo>
                  <a:lnTo>
                    <a:pt x="6211" y="0"/>
                  </a:lnTo>
                  <a:lnTo>
                    <a:pt x="2646" y="0"/>
                  </a:lnTo>
                  <a:lnTo>
                    <a:pt x="0" y="2646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20743" name="Graph element 236"/>
            <p:cNvSpPr/>
            <p:nvPr/>
          </p:nvSpPr>
          <p:spPr>
            <a:xfrm>
              <a:off x="1220750" y="1681163"/>
              <a:ext cx="8857" cy="5072"/>
            </a:xfrm>
            <a:custGeom>
              <a:avLst/>
              <a:gdLst/>
              <a:ahLst/>
              <a:cxnLst/>
              <a:rect l="0" t="0" r="r" b="b"/>
              <a:pathLst>
                <a:path w="8857" h="5072" stroke="0" extrusionOk="0">
                  <a:moveTo>
                    <a:pt x="0" y="2646"/>
                  </a:moveTo>
                  <a:lnTo>
                    <a:pt x="2425" y="5072"/>
                  </a:lnTo>
                  <a:lnTo>
                    <a:pt x="4067" y="3430"/>
                  </a:lnTo>
                  <a:lnTo>
                    <a:pt x="4790" y="3430"/>
                  </a:lnTo>
                  <a:lnTo>
                    <a:pt x="6431" y="5072"/>
                  </a:lnTo>
                  <a:lnTo>
                    <a:pt x="8857" y="2646"/>
                  </a:lnTo>
                  <a:lnTo>
                    <a:pt x="6211" y="0"/>
                  </a:lnTo>
                  <a:lnTo>
                    <a:pt x="2646" y="0"/>
                  </a:lnTo>
                  <a:lnTo>
                    <a:pt x="0" y="2646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20744" name="Graph element 237"/>
            <p:cNvSpPr/>
            <p:nvPr/>
          </p:nvSpPr>
          <p:spPr>
            <a:xfrm>
              <a:off x="1196237" y="1681163"/>
              <a:ext cx="5500" cy="5072"/>
            </a:xfrm>
            <a:custGeom>
              <a:avLst/>
              <a:gdLst/>
              <a:ahLst/>
              <a:cxnLst/>
              <a:rect l="0" t="0" r="r" b="b"/>
              <a:pathLst>
                <a:path w="5500" h="5072" stroke="0" extrusionOk="0">
                  <a:moveTo>
                    <a:pt x="1433" y="3430"/>
                  </a:moveTo>
                  <a:lnTo>
                    <a:pt x="3075" y="5072"/>
                  </a:lnTo>
                  <a:lnTo>
                    <a:pt x="5500" y="2646"/>
                  </a:lnTo>
                  <a:lnTo>
                    <a:pt x="285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1433" y="343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20745" name="Graph element 238"/>
            <p:cNvSpPr/>
            <p:nvPr/>
          </p:nvSpPr>
          <p:spPr>
            <a:xfrm>
              <a:off x="1165011" y="1681163"/>
              <a:ext cx="8857" cy="5072"/>
            </a:xfrm>
            <a:custGeom>
              <a:avLst/>
              <a:gdLst/>
              <a:ahLst/>
              <a:cxnLst/>
              <a:rect l="0" t="0" r="r" b="b"/>
              <a:pathLst>
                <a:path w="8857" h="5072" stroke="0" extrusionOk="0">
                  <a:moveTo>
                    <a:pt x="0" y="2646"/>
                  </a:moveTo>
                  <a:lnTo>
                    <a:pt x="2425" y="5072"/>
                  </a:lnTo>
                  <a:lnTo>
                    <a:pt x="4067" y="3430"/>
                  </a:lnTo>
                  <a:lnTo>
                    <a:pt x="4790" y="3430"/>
                  </a:lnTo>
                  <a:lnTo>
                    <a:pt x="6431" y="5072"/>
                  </a:lnTo>
                  <a:lnTo>
                    <a:pt x="8857" y="2646"/>
                  </a:lnTo>
                  <a:lnTo>
                    <a:pt x="6211" y="0"/>
                  </a:lnTo>
                  <a:lnTo>
                    <a:pt x="2646" y="0"/>
                  </a:lnTo>
                  <a:lnTo>
                    <a:pt x="0" y="2646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20746" name="Graph element 239"/>
            <p:cNvSpPr/>
            <p:nvPr/>
          </p:nvSpPr>
          <p:spPr>
            <a:xfrm>
              <a:off x="1137142" y="1679019"/>
              <a:ext cx="8857" cy="7215"/>
            </a:xfrm>
            <a:custGeom>
              <a:avLst/>
              <a:gdLst/>
              <a:ahLst/>
              <a:cxnLst/>
              <a:rect l="0" t="0" r="r" b="b"/>
              <a:pathLst>
                <a:path w="8857" h="7215" stroke="0" extrusionOk="0">
                  <a:moveTo>
                    <a:pt x="1641" y="0"/>
                  </a:moveTo>
                  <a:lnTo>
                    <a:pt x="1641" y="3148"/>
                  </a:lnTo>
                  <a:lnTo>
                    <a:pt x="0" y="4790"/>
                  </a:lnTo>
                  <a:lnTo>
                    <a:pt x="2425" y="7215"/>
                  </a:lnTo>
                  <a:lnTo>
                    <a:pt x="4067" y="5574"/>
                  </a:lnTo>
                  <a:lnTo>
                    <a:pt x="4790" y="5574"/>
                  </a:lnTo>
                  <a:lnTo>
                    <a:pt x="6431" y="7215"/>
                  </a:lnTo>
                  <a:lnTo>
                    <a:pt x="8857" y="4790"/>
                  </a:lnTo>
                  <a:lnTo>
                    <a:pt x="7215" y="3148"/>
                  </a:lnTo>
                  <a:lnTo>
                    <a:pt x="7215" y="0"/>
                  </a:lnTo>
                  <a:lnTo>
                    <a:pt x="164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20747" name="Graph element 240"/>
            <p:cNvSpPr/>
            <p:nvPr/>
          </p:nvSpPr>
          <p:spPr>
            <a:xfrm>
              <a:off x="1110914" y="1679019"/>
              <a:ext cx="7215" cy="7215"/>
            </a:xfrm>
            <a:custGeom>
              <a:avLst/>
              <a:gdLst/>
              <a:ahLst/>
              <a:cxnLst/>
              <a:rect l="0" t="0" r="r" b="b"/>
              <a:pathLst>
                <a:path w="7215" h="7215" stroke="0" extrusionOk="0">
                  <a:moveTo>
                    <a:pt x="0" y="0"/>
                  </a:moveTo>
                  <a:lnTo>
                    <a:pt x="0" y="5574"/>
                  </a:lnTo>
                  <a:lnTo>
                    <a:pt x="3148" y="5574"/>
                  </a:lnTo>
                  <a:lnTo>
                    <a:pt x="4790" y="7215"/>
                  </a:lnTo>
                  <a:lnTo>
                    <a:pt x="7215" y="4790"/>
                  </a:lnTo>
                  <a:lnTo>
                    <a:pt x="5574" y="3148"/>
                  </a:lnTo>
                  <a:lnTo>
                    <a:pt x="557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20748" name="Graph element 241"/>
            <p:cNvSpPr/>
            <p:nvPr/>
          </p:nvSpPr>
          <p:spPr>
            <a:xfrm>
              <a:off x="1080472" y="1676876"/>
              <a:ext cx="9788" cy="9861"/>
            </a:xfrm>
            <a:custGeom>
              <a:avLst/>
              <a:gdLst/>
              <a:ahLst/>
              <a:cxnLst/>
              <a:rect l="0" t="0" r="r" b="b"/>
              <a:pathLst>
                <a:path w="9788" h="9861" stroke="0" extrusionOk="0">
                  <a:moveTo>
                    <a:pt x="2573" y="0"/>
                  </a:moveTo>
                  <a:lnTo>
                    <a:pt x="2573" y="5292"/>
                  </a:lnTo>
                  <a:lnTo>
                    <a:pt x="1433" y="6431"/>
                  </a:lnTo>
                  <a:lnTo>
                    <a:pt x="0" y="6431"/>
                  </a:lnTo>
                  <a:lnTo>
                    <a:pt x="0" y="9861"/>
                  </a:lnTo>
                  <a:lnTo>
                    <a:pt x="2854" y="9861"/>
                  </a:lnTo>
                  <a:lnTo>
                    <a:pt x="4998" y="7718"/>
                  </a:lnTo>
                  <a:lnTo>
                    <a:pt x="5721" y="7718"/>
                  </a:lnTo>
                  <a:lnTo>
                    <a:pt x="7362" y="9359"/>
                  </a:lnTo>
                  <a:lnTo>
                    <a:pt x="9788" y="6934"/>
                  </a:lnTo>
                  <a:lnTo>
                    <a:pt x="8146" y="5292"/>
                  </a:lnTo>
                  <a:lnTo>
                    <a:pt x="8146" y="0"/>
                  </a:lnTo>
                  <a:lnTo>
                    <a:pt x="2573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20749" name="Graph element 242"/>
            <p:cNvSpPr/>
            <p:nvPr/>
          </p:nvSpPr>
          <p:spPr>
            <a:xfrm>
              <a:off x="1055175" y="1676876"/>
              <a:ext cx="5574" cy="7718"/>
            </a:xfrm>
            <a:custGeom>
              <a:avLst/>
              <a:gdLst/>
              <a:ahLst/>
              <a:cxnLst/>
              <a:rect l="0" t="0" r="r" b="b"/>
              <a:pathLst>
                <a:path w="5574" h="7718" stroke="0" extrusionOk="0">
                  <a:moveTo>
                    <a:pt x="0" y="0"/>
                  </a:moveTo>
                  <a:lnTo>
                    <a:pt x="0" y="7718"/>
                  </a:lnTo>
                  <a:lnTo>
                    <a:pt x="5574" y="7718"/>
                  </a:lnTo>
                  <a:lnTo>
                    <a:pt x="557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20750" name="Graph element 243"/>
            <p:cNvSpPr/>
            <p:nvPr/>
          </p:nvSpPr>
          <p:spPr>
            <a:xfrm>
              <a:off x="997795" y="1676876"/>
              <a:ext cx="8857" cy="9359"/>
            </a:xfrm>
            <a:custGeom>
              <a:avLst/>
              <a:gdLst/>
              <a:ahLst/>
              <a:cxnLst/>
              <a:rect l="0" t="0" r="r" b="b"/>
              <a:pathLst>
                <a:path w="8857" h="9359" stroke="0" extrusionOk="0">
                  <a:moveTo>
                    <a:pt x="1641" y="0"/>
                  </a:moveTo>
                  <a:lnTo>
                    <a:pt x="1641" y="5292"/>
                  </a:lnTo>
                  <a:lnTo>
                    <a:pt x="0" y="6934"/>
                  </a:lnTo>
                  <a:lnTo>
                    <a:pt x="2425" y="9359"/>
                  </a:lnTo>
                  <a:lnTo>
                    <a:pt x="4067" y="7718"/>
                  </a:lnTo>
                  <a:lnTo>
                    <a:pt x="4790" y="7718"/>
                  </a:lnTo>
                  <a:lnTo>
                    <a:pt x="6431" y="9359"/>
                  </a:lnTo>
                  <a:lnTo>
                    <a:pt x="8857" y="6934"/>
                  </a:lnTo>
                  <a:lnTo>
                    <a:pt x="7215" y="5292"/>
                  </a:lnTo>
                  <a:lnTo>
                    <a:pt x="7215" y="0"/>
                  </a:lnTo>
                  <a:lnTo>
                    <a:pt x="164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20751" name="Graph element 244"/>
            <p:cNvSpPr/>
            <p:nvPr/>
          </p:nvSpPr>
          <p:spPr>
            <a:xfrm>
              <a:off x="971567" y="1676876"/>
              <a:ext cx="7215" cy="9359"/>
            </a:xfrm>
            <a:custGeom>
              <a:avLst/>
              <a:gdLst/>
              <a:ahLst/>
              <a:cxnLst/>
              <a:rect l="0" t="0" r="r" b="b"/>
              <a:pathLst>
                <a:path w="7215" h="9359" stroke="0" extrusionOk="0">
                  <a:moveTo>
                    <a:pt x="0" y="0"/>
                  </a:moveTo>
                  <a:lnTo>
                    <a:pt x="0" y="7718"/>
                  </a:lnTo>
                  <a:lnTo>
                    <a:pt x="3148" y="7718"/>
                  </a:lnTo>
                  <a:lnTo>
                    <a:pt x="4790" y="9359"/>
                  </a:lnTo>
                  <a:lnTo>
                    <a:pt x="7215" y="6934"/>
                  </a:lnTo>
                  <a:lnTo>
                    <a:pt x="5574" y="5292"/>
                  </a:lnTo>
                  <a:lnTo>
                    <a:pt x="557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20752" name="Graph element 245"/>
            <p:cNvSpPr/>
            <p:nvPr/>
          </p:nvSpPr>
          <p:spPr>
            <a:xfrm>
              <a:off x="1025665" y="1675234"/>
              <a:ext cx="8857" cy="11001"/>
            </a:xfrm>
            <a:custGeom>
              <a:avLst/>
              <a:gdLst/>
              <a:ahLst/>
              <a:cxnLst/>
              <a:rect l="0" t="0" r="r" b="b"/>
              <a:pathLst>
                <a:path w="8857" h="11001" stroke="0" extrusionOk="0">
                  <a:moveTo>
                    <a:pt x="0" y="2425"/>
                  </a:moveTo>
                  <a:lnTo>
                    <a:pt x="1641" y="4067"/>
                  </a:lnTo>
                  <a:lnTo>
                    <a:pt x="1641" y="6934"/>
                  </a:lnTo>
                  <a:lnTo>
                    <a:pt x="0" y="8575"/>
                  </a:lnTo>
                  <a:lnTo>
                    <a:pt x="2425" y="11001"/>
                  </a:lnTo>
                  <a:lnTo>
                    <a:pt x="4067" y="9359"/>
                  </a:lnTo>
                  <a:lnTo>
                    <a:pt x="4790" y="9359"/>
                  </a:lnTo>
                  <a:lnTo>
                    <a:pt x="6431" y="11001"/>
                  </a:lnTo>
                  <a:lnTo>
                    <a:pt x="8857" y="8575"/>
                  </a:lnTo>
                  <a:lnTo>
                    <a:pt x="7215" y="6934"/>
                  </a:lnTo>
                  <a:lnTo>
                    <a:pt x="7215" y="4067"/>
                  </a:lnTo>
                  <a:lnTo>
                    <a:pt x="8857" y="2425"/>
                  </a:lnTo>
                  <a:lnTo>
                    <a:pt x="6431" y="0"/>
                  </a:lnTo>
                  <a:lnTo>
                    <a:pt x="4790" y="1641"/>
                  </a:lnTo>
                  <a:lnTo>
                    <a:pt x="0" y="2425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20753" name="Graph element 246"/>
            <p:cNvSpPr/>
            <p:nvPr/>
          </p:nvSpPr>
          <p:spPr>
            <a:xfrm>
              <a:off x="942057" y="1674732"/>
              <a:ext cx="8857" cy="11503"/>
            </a:xfrm>
            <a:custGeom>
              <a:avLst/>
              <a:gdLst/>
              <a:ahLst/>
              <a:cxnLst/>
              <a:rect l="0" t="0" r="r" b="b"/>
              <a:pathLst>
                <a:path w="8857" h="11503" stroke="0" extrusionOk="0">
                  <a:moveTo>
                    <a:pt x="1641" y="0"/>
                  </a:moveTo>
                  <a:lnTo>
                    <a:pt x="1641" y="7436"/>
                  </a:lnTo>
                  <a:lnTo>
                    <a:pt x="0" y="9077"/>
                  </a:lnTo>
                  <a:lnTo>
                    <a:pt x="2425" y="11503"/>
                  </a:lnTo>
                  <a:lnTo>
                    <a:pt x="4067" y="9861"/>
                  </a:lnTo>
                  <a:lnTo>
                    <a:pt x="4790" y="9861"/>
                  </a:lnTo>
                  <a:lnTo>
                    <a:pt x="6431" y="11503"/>
                  </a:lnTo>
                  <a:lnTo>
                    <a:pt x="8857" y="9077"/>
                  </a:lnTo>
                  <a:lnTo>
                    <a:pt x="7215" y="7436"/>
                  </a:lnTo>
                  <a:lnTo>
                    <a:pt x="7215" y="0"/>
                  </a:lnTo>
                  <a:lnTo>
                    <a:pt x="164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20754" name="Graph element 247"/>
            <p:cNvSpPr/>
            <p:nvPr/>
          </p:nvSpPr>
          <p:spPr>
            <a:xfrm>
              <a:off x="886318" y="1674732"/>
              <a:ext cx="8857" cy="11503"/>
            </a:xfrm>
            <a:custGeom>
              <a:avLst/>
              <a:gdLst/>
              <a:ahLst/>
              <a:cxnLst/>
              <a:rect l="0" t="0" r="r" b="b"/>
              <a:pathLst>
                <a:path w="8857" h="11503" stroke="0" extrusionOk="0">
                  <a:moveTo>
                    <a:pt x="1641" y="0"/>
                  </a:moveTo>
                  <a:lnTo>
                    <a:pt x="1641" y="7436"/>
                  </a:lnTo>
                  <a:lnTo>
                    <a:pt x="0" y="9077"/>
                  </a:lnTo>
                  <a:lnTo>
                    <a:pt x="2425" y="11503"/>
                  </a:lnTo>
                  <a:lnTo>
                    <a:pt x="4067" y="9861"/>
                  </a:lnTo>
                  <a:lnTo>
                    <a:pt x="4790" y="9861"/>
                  </a:lnTo>
                  <a:lnTo>
                    <a:pt x="6431" y="11503"/>
                  </a:lnTo>
                  <a:lnTo>
                    <a:pt x="8857" y="9077"/>
                  </a:lnTo>
                  <a:lnTo>
                    <a:pt x="7215" y="7436"/>
                  </a:lnTo>
                  <a:lnTo>
                    <a:pt x="7215" y="0"/>
                  </a:lnTo>
                  <a:lnTo>
                    <a:pt x="164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20755" name="Graph element 248"/>
            <p:cNvSpPr/>
            <p:nvPr/>
          </p:nvSpPr>
          <p:spPr>
            <a:xfrm>
              <a:off x="858449" y="1674732"/>
              <a:ext cx="8857" cy="11503"/>
            </a:xfrm>
            <a:custGeom>
              <a:avLst/>
              <a:gdLst/>
              <a:ahLst/>
              <a:cxnLst/>
              <a:rect l="0" t="0" r="r" b="b"/>
              <a:pathLst>
                <a:path w="8857" h="11503" stroke="0" extrusionOk="0">
                  <a:moveTo>
                    <a:pt x="1641" y="0"/>
                  </a:moveTo>
                  <a:lnTo>
                    <a:pt x="1641" y="7436"/>
                  </a:lnTo>
                  <a:lnTo>
                    <a:pt x="0" y="9077"/>
                  </a:lnTo>
                  <a:lnTo>
                    <a:pt x="2425" y="11503"/>
                  </a:lnTo>
                  <a:lnTo>
                    <a:pt x="4067" y="9861"/>
                  </a:lnTo>
                  <a:lnTo>
                    <a:pt x="4790" y="9861"/>
                  </a:lnTo>
                  <a:lnTo>
                    <a:pt x="6431" y="11503"/>
                  </a:lnTo>
                  <a:lnTo>
                    <a:pt x="8857" y="9077"/>
                  </a:lnTo>
                  <a:lnTo>
                    <a:pt x="7215" y="7436"/>
                  </a:lnTo>
                  <a:lnTo>
                    <a:pt x="7215" y="0"/>
                  </a:lnTo>
                  <a:lnTo>
                    <a:pt x="164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20756" name="Graph element 249"/>
            <p:cNvSpPr/>
            <p:nvPr/>
          </p:nvSpPr>
          <p:spPr>
            <a:xfrm>
              <a:off x="914187" y="1674732"/>
              <a:ext cx="8857" cy="11503"/>
            </a:xfrm>
            <a:custGeom>
              <a:avLst/>
              <a:gdLst/>
              <a:ahLst/>
              <a:cxnLst/>
              <a:rect l="0" t="0" r="r" b="b"/>
              <a:pathLst>
                <a:path w="8857" h="11503" stroke="0" extrusionOk="0">
                  <a:moveTo>
                    <a:pt x="0" y="784"/>
                  </a:moveTo>
                  <a:lnTo>
                    <a:pt x="1641" y="2425"/>
                  </a:lnTo>
                  <a:lnTo>
                    <a:pt x="1641" y="7436"/>
                  </a:lnTo>
                  <a:lnTo>
                    <a:pt x="0" y="9077"/>
                  </a:lnTo>
                  <a:lnTo>
                    <a:pt x="2425" y="11503"/>
                  </a:lnTo>
                  <a:lnTo>
                    <a:pt x="4067" y="9861"/>
                  </a:lnTo>
                  <a:lnTo>
                    <a:pt x="4790" y="9861"/>
                  </a:lnTo>
                  <a:lnTo>
                    <a:pt x="6431" y="11503"/>
                  </a:lnTo>
                  <a:lnTo>
                    <a:pt x="8857" y="9077"/>
                  </a:lnTo>
                  <a:lnTo>
                    <a:pt x="7215" y="7436"/>
                  </a:lnTo>
                  <a:lnTo>
                    <a:pt x="7215" y="0"/>
                  </a:lnTo>
                  <a:lnTo>
                    <a:pt x="0" y="784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20757" name="Graph element 250"/>
            <p:cNvSpPr/>
            <p:nvPr/>
          </p:nvSpPr>
          <p:spPr>
            <a:xfrm>
              <a:off x="906825" y="1672588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20758" name="Graph element 251"/>
            <p:cNvSpPr/>
            <p:nvPr/>
          </p:nvSpPr>
          <p:spPr>
            <a:xfrm>
              <a:off x="830579" y="1672588"/>
              <a:ext cx="8857" cy="13647"/>
            </a:xfrm>
            <a:custGeom>
              <a:avLst/>
              <a:gdLst/>
              <a:ahLst/>
              <a:cxnLst/>
              <a:rect l="0" t="0" r="r" b="b"/>
              <a:pathLst>
                <a:path w="8857" h="13647" stroke="0" extrusionOk="0">
                  <a:moveTo>
                    <a:pt x="1641" y="0"/>
                  </a:moveTo>
                  <a:lnTo>
                    <a:pt x="1641" y="9580"/>
                  </a:lnTo>
                  <a:lnTo>
                    <a:pt x="0" y="11221"/>
                  </a:lnTo>
                  <a:lnTo>
                    <a:pt x="2425" y="13647"/>
                  </a:lnTo>
                  <a:lnTo>
                    <a:pt x="4067" y="12005"/>
                  </a:lnTo>
                  <a:lnTo>
                    <a:pt x="4790" y="12005"/>
                  </a:lnTo>
                  <a:lnTo>
                    <a:pt x="6431" y="13647"/>
                  </a:lnTo>
                  <a:lnTo>
                    <a:pt x="8857" y="11221"/>
                  </a:lnTo>
                  <a:lnTo>
                    <a:pt x="7215" y="9580"/>
                  </a:lnTo>
                  <a:lnTo>
                    <a:pt x="7215" y="0"/>
                  </a:lnTo>
                  <a:lnTo>
                    <a:pt x="164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20759" name="Graph element 252"/>
            <p:cNvSpPr/>
            <p:nvPr/>
          </p:nvSpPr>
          <p:spPr>
            <a:xfrm>
              <a:off x="802710" y="1672588"/>
              <a:ext cx="8857" cy="13647"/>
            </a:xfrm>
            <a:custGeom>
              <a:avLst/>
              <a:gdLst/>
              <a:ahLst/>
              <a:cxnLst/>
              <a:rect l="0" t="0" r="r" b="b"/>
              <a:pathLst>
                <a:path w="8857" h="13647" stroke="0" extrusionOk="0">
                  <a:moveTo>
                    <a:pt x="1641" y="0"/>
                  </a:moveTo>
                  <a:lnTo>
                    <a:pt x="1641" y="9580"/>
                  </a:lnTo>
                  <a:lnTo>
                    <a:pt x="0" y="11221"/>
                  </a:lnTo>
                  <a:lnTo>
                    <a:pt x="2425" y="13647"/>
                  </a:lnTo>
                  <a:lnTo>
                    <a:pt x="4067" y="12005"/>
                  </a:lnTo>
                  <a:lnTo>
                    <a:pt x="4790" y="12005"/>
                  </a:lnTo>
                  <a:lnTo>
                    <a:pt x="6431" y="13647"/>
                  </a:lnTo>
                  <a:lnTo>
                    <a:pt x="8857" y="11221"/>
                  </a:lnTo>
                  <a:lnTo>
                    <a:pt x="7215" y="9580"/>
                  </a:lnTo>
                  <a:lnTo>
                    <a:pt x="7215" y="0"/>
                  </a:lnTo>
                  <a:lnTo>
                    <a:pt x="164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20760" name="Graph element 253"/>
            <p:cNvSpPr/>
            <p:nvPr/>
          </p:nvSpPr>
          <p:spPr>
            <a:xfrm>
              <a:off x="774841" y="1670947"/>
              <a:ext cx="8857" cy="15288"/>
            </a:xfrm>
            <a:custGeom>
              <a:avLst/>
              <a:gdLst/>
              <a:ahLst/>
              <a:cxnLst/>
              <a:rect l="0" t="0" r="r" b="b"/>
              <a:pathLst>
                <a:path w="8857" h="15288" stroke="0" extrusionOk="0">
                  <a:moveTo>
                    <a:pt x="0" y="2425"/>
                  </a:moveTo>
                  <a:lnTo>
                    <a:pt x="1641" y="4067"/>
                  </a:lnTo>
                  <a:lnTo>
                    <a:pt x="1641" y="11221"/>
                  </a:lnTo>
                  <a:lnTo>
                    <a:pt x="0" y="12863"/>
                  </a:lnTo>
                  <a:lnTo>
                    <a:pt x="2425" y="15288"/>
                  </a:lnTo>
                  <a:lnTo>
                    <a:pt x="4067" y="13647"/>
                  </a:lnTo>
                  <a:lnTo>
                    <a:pt x="4790" y="13647"/>
                  </a:lnTo>
                  <a:lnTo>
                    <a:pt x="6431" y="15288"/>
                  </a:lnTo>
                  <a:lnTo>
                    <a:pt x="8857" y="12863"/>
                  </a:lnTo>
                  <a:lnTo>
                    <a:pt x="7215" y="11221"/>
                  </a:lnTo>
                  <a:lnTo>
                    <a:pt x="7215" y="4067"/>
                  </a:lnTo>
                  <a:lnTo>
                    <a:pt x="8857" y="2425"/>
                  </a:lnTo>
                  <a:lnTo>
                    <a:pt x="6431" y="0"/>
                  </a:lnTo>
                  <a:lnTo>
                    <a:pt x="4790" y="1641"/>
                  </a:lnTo>
                  <a:lnTo>
                    <a:pt x="0" y="2425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20761" name="Graph element 254"/>
            <p:cNvSpPr/>
            <p:nvPr/>
          </p:nvSpPr>
          <p:spPr>
            <a:xfrm>
              <a:off x="746971" y="1668019"/>
              <a:ext cx="8857" cy="18216"/>
            </a:xfrm>
            <a:custGeom>
              <a:avLst/>
              <a:gdLst/>
              <a:ahLst/>
              <a:cxnLst/>
              <a:rect l="0" t="0" r="r" b="b"/>
              <a:pathLst>
                <a:path w="8857" h="18216" stroke="0" extrusionOk="0">
                  <a:moveTo>
                    <a:pt x="1641" y="0"/>
                  </a:moveTo>
                  <a:lnTo>
                    <a:pt x="1641" y="14149"/>
                  </a:lnTo>
                  <a:lnTo>
                    <a:pt x="0" y="15791"/>
                  </a:lnTo>
                  <a:lnTo>
                    <a:pt x="2425" y="18216"/>
                  </a:lnTo>
                  <a:lnTo>
                    <a:pt x="4067" y="16574"/>
                  </a:lnTo>
                  <a:lnTo>
                    <a:pt x="4790" y="16574"/>
                  </a:lnTo>
                  <a:lnTo>
                    <a:pt x="6431" y="18216"/>
                  </a:lnTo>
                  <a:lnTo>
                    <a:pt x="8857" y="15791"/>
                  </a:lnTo>
                  <a:lnTo>
                    <a:pt x="7215" y="14149"/>
                  </a:lnTo>
                  <a:lnTo>
                    <a:pt x="7215" y="5574"/>
                  </a:lnTo>
                  <a:lnTo>
                    <a:pt x="164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20762" name="Graph element 255"/>
            <p:cNvSpPr/>
            <p:nvPr/>
          </p:nvSpPr>
          <p:spPr>
            <a:xfrm>
              <a:off x="691233" y="1670444"/>
              <a:ext cx="8857" cy="15791"/>
            </a:xfrm>
            <a:custGeom>
              <a:avLst/>
              <a:gdLst/>
              <a:ahLst/>
              <a:cxnLst/>
              <a:rect l="0" t="0" r="r" b="b"/>
              <a:pathLst>
                <a:path w="8857" h="15791" stroke="0" extrusionOk="0">
                  <a:moveTo>
                    <a:pt x="1641" y="0"/>
                  </a:moveTo>
                  <a:lnTo>
                    <a:pt x="1641" y="11724"/>
                  </a:lnTo>
                  <a:lnTo>
                    <a:pt x="0" y="13365"/>
                  </a:lnTo>
                  <a:lnTo>
                    <a:pt x="2425" y="15791"/>
                  </a:lnTo>
                  <a:lnTo>
                    <a:pt x="4067" y="14149"/>
                  </a:lnTo>
                  <a:lnTo>
                    <a:pt x="4790" y="14149"/>
                  </a:lnTo>
                  <a:lnTo>
                    <a:pt x="6431" y="15791"/>
                  </a:lnTo>
                  <a:lnTo>
                    <a:pt x="8857" y="13365"/>
                  </a:lnTo>
                  <a:lnTo>
                    <a:pt x="7215" y="11724"/>
                  </a:lnTo>
                  <a:lnTo>
                    <a:pt x="7215" y="0"/>
                  </a:lnTo>
                  <a:lnTo>
                    <a:pt x="164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20763" name="Graph element 256"/>
            <p:cNvSpPr/>
            <p:nvPr/>
          </p:nvSpPr>
          <p:spPr>
            <a:xfrm>
              <a:off x="660717" y="1670444"/>
              <a:ext cx="11503" cy="17003"/>
            </a:xfrm>
            <a:custGeom>
              <a:avLst/>
              <a:gdLst/>
              <a:ahLst/>
              <a:cxnLst/>
              <a:rect l="0" t="0" r="r" b="b"/>
              <a:pathLst>
                <a:path w="11503" h="17003" stroke="0" extrusionOk="0">
                  <a:moveTo>
                    <a:pt x="0" y="1715"/>
                  </a:moveTo>
                  <a:lnTo>
                    <a:pt x="0" y="13144"/>
                  </a:lnTo>
                  <a:lnTo>
                    <a:pt x="3859" y="17003"/>
                  </a:lnTo>
                  <a:lnTo>
                    <a:pt x="6713" y="14149"/>
                  </a:lnTo>
                  <a:lnTo>
                    <a:pt x="7436" y="14149"/>
                  </a:lnTo>
                  <a:lnTo>
                    <a:pt x="9077" y="15791"/>
                  </a:lnTo>
                  <a:lnTo>
                    <a:pt x="11503" y="13365"/>
                  </a:lnTo>
                  <a:lnTo>
                    <a:pt x="9861" y="11724"/>
                  </a:lnTo>
                  <a:lnTo>
                    <a:pt x="9861" y="0"/>
                  </a:lnTo>
                  <a:lnTo>
                    <a:pt x="4288" y="0"/>
                  </a:lnTo>
                  <a:lnTo>
                    <a:pt x="4288" y="11724"/>
                  </a:lnTo>
                  <a:lnTo>
                    <a:pt x="3859" y="12152"/>
                  </a:lnTo>
                  <a:lnTo>
                    <a:pt x="0" y="1715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20764" name="Graph element 257"/>
            <p:cNvSpPr/>
            <p:nvPr/>
          </p:nvSpPr>
          <p:spPr>
            <a:xfrm>
              <a:off x="733178" y="1668300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20765" name="Graph element 258"/>
            <p:cNvSpPr/>
            <p:nvPr/>
          </p:nvSpPr>
          <p:spPr>
            <a:xfrm>
              <a:off x="719102" y="1668803"/>
              <a:ext cx="8857" cy="15791"/>
            </a:xfrm>
            <a:custGeom>
              <a:avLst/>
              <a:gdLst/>
              <a:ahLst/>
              <a:cxnLst/>
              <a:rect l="0" t="0" r="r" b="b"/>
              <a:pathLst>
                <a:path w="8857" h="15791" stroke="0" extrusionOk="0">
                  <a:moveTo>
                    <a:pt x="0" y="2425"/>
                  </a:moveTo>
                  <a:lnTo>
                    <a:pt x="1641" y="4067"/>
                  </a:lnTo>
                  <a:lnTo>
                    <a:pt x="1641" y="15791"/>
                  </a:lnTo>
                  <a:lnTo>
                    <a:pt x="7215" y="15791"/>
                  </a:lnTo>
                  <a:lnTo>
                    <a:pt x="7215" y="4067"/>
                  </a:lnTo>
                  <a:lnTo>
                    <a:pt x="8857" y="2425"/>
                  </a:lnTo>
                  <a:lnTo>
                    <a:pt x="6431" y="0"/>
                  </a:lnTo>
                  <a:lnTo>
                    <a:pt x="4790" y="1641"/>
                  </a:lnTo>
                  <a:lnTo>
                    <a:pt x="0" y="2425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20766" name="Graph element 259"/>
            <p:cNvSpPr/>
            <p:nvPr/>
          </p:nvSpPr>
          <p:spPr>
            <a:xfrm>
              <a:off x="635494" y="1665875"/>
              <a:ext cx="8857" cy="20360"/>
            </a:xfrm>
            <a:custGeom>
              <a:avLst/>
              <a:gdLst/>
              <a:ahLst/>
              <a:cxnLst/>
              <a:rect l="0" t="0" r="r" b="b"/>
              <a:pathLst>
                <a:path w="8857" h="20360" stroke="0" extrusionOk="0">
                  <a:moveTo>
                    <a:pt x="1641" y="0"/>
                  </a:moveTo>
                  <a:lnTo>
                    <a:pt x="1641" y="16293"/>
                  </a:lnTo>
                  <a:lnTo>
                    <a:pt x="0" y="17934"/>
                  </a:lnTo>
                  <a:lnTo>
                    <a:pt x="2425" y="20360"/>
                  </a:lnTo>
                  <a:lnTo>
                    <a:pt x="4067" y="18718"/>
                  </a:lnTo>
                  <a:lnTo>
                    <a:pt x="4790" y="18718"/>
                  </a:lnTo>
                  <a:lnTo>
                    <a:pt x="6431" y="20360"/>
                  </a:lnTo>
                  <a:lnTo>
                    <a:pt x="8857" y="17934"/>
                  </a:lnTo>
                  <a:lnTo>
                    <a:pt x="7215" y="16293"/>
                  </a:lnTo>
                  <a:lnTo>
                    <a:pt x="7215" y="5574"/>
                  </a:lnTo>
                  <a:lnTo>
                    <a:pt x="164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20767" name="Graph element 260"/>
            <p:cNvSpPr/>
            <p:nvPr/>
          </p:nvSpPr>
          <p:spPr>
            <a:xfrm>
              <a:off x="581397" y="1670016"/>
              <a:ext cx="3430" cy="12863"/>
            </a:xfrm>
            <a:custGeom>
              <a:avLst/>
              <a:gdLst/>
              <a:ahLst/>
              <a:cxnLst/>
              <a:rect l="0" t="0" r="r" b="b"/>
              <a:pathLst>
                <a:path w="3430" h="12863" stroke="0" extrusionOk="0">
                  <a:moveTo>
                    <a:pt x="0" y="12863"/>
                  </a:moveTo>
                  <a:lnTo>
                    <a:pt x="3430" y="12863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2863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20768" name="Graph element 261"/>
            <p:cNvSpPr/>
            <p:nvPr/>
          </p:nvSpPr>
          <p:spPr>
            <a:xfrm>
              <a:off x="573324" y="1668300"/>
              <a:ext cx="7215" cy="17934"/>
            </a:xfrm>
            <a:custGeom>
              <a:avLst/>
              <a:gdLst/>
              <a:ahLst/>
              <a:cxnLst/>
              <a:rect l="0" t="0" r="r" b="b"/>
              <a:pathLst>
                <a:path w="7215" h="17934" stroke="0" extrusionOk="0">
                  <a:moveTo>
                    <a:pt x="1641" y="0"/>
                  </a:moveTo>
                  <a:lnTo>
                    <a:pt x="1641" y="13867"/>
                  </a:lnTo>
                  <a:lnTo>
                    <a:pt x="0" y="15509"/>
                  </a:lnTo>
                  <a:lnTo>
                    <a:pt x="2425" y="17934"/>
                  </a:lnTo>
                  <a:lnTo>
                    <a:pt x="4067" y="16293"/>
                  </a:lnTo>
                  <a:lnTo>
                    <a:pt x="7215" y="16293"/>
                  </a:lnTo>
                  <a:lnTo>
                    <a:pt x="7215" y="0"/>
                  </a:lnTo>
                  <a:lnTo>
                    <a:pt x="164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20769" name="Graph element 262"/>
            <p:cNvSpPr/>
            <p:nvPr/>
          </p:nvSpPr>
          <p:spPr>
            <a:xfrm>
              <a:off x="553528" y="1670016"/>
              <a:ext cx="3430" cy="12863"/>
            </a:xfrm>
            <a:custGeom>
              <a:avLst/>
              <a:gdLst/>
              <a:ahLst/>
              <a:cxnLst/>
              <a:rect l="0" t="0" r="r" b="b"/>
              <a:pathLst>
                <a:path w="3430" h="12863" stroke="0" extrusionOk="0">
                  <a:moveTo>
                    <a:pt x="0" y="12863"/>
                  </a:moveTo>
                  <a:lnTo>
                    <a:pt x="3430" y="12863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2863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20770" name="Graph element 263"/>
            <p:cNvSpPr/>
            <p:nvPr/>
          </p:nvSpPr>
          <p:spPr>
            <a:xfrm>
              <a:off x="607625" y="1666659"/>
              <a:ext cx="5072" cy="19576"/>
            </a:xfrm>
            <a:custGeom>
              <a:avLst/>
              <a:gdLst/>
              <a:ahLst/>
              <a:cxnLst/>
              <a:rect l="0" t="0" r="r" b="b"/>
              <a:pathLst>
                <a:path w="5072" h="19576" stroke="0" extrusionOk="0">
                  <a:moveTo>
                    <a:pt x="0" y="17150"/>
                  </a:moveTo>
                  <a:lnTo>
                    <a:pt x="2425" y="19576"/>
                  </a:lnTo>
                  <a:lnTo>
                    <a:pt x="5072" y="16930"/>
                  </a:lnTo>
                  <a:lnTo>
                    <a:pt x="5072" y="2646"/>
                  </a:lnTo>
                  <a:lnTo>
                    <a:pt x="2425" y="0"/>
                  </a:lnTo>
                  <a:lnTo>
                    <a:pt x="0" y="2425"/>
                  </a:lnTo>
                  <a:lnTo>
                    <a:pt x="1641" y="4067"/>
                  </a:lnTo>
                  <a:lnTo>
                    <a:pt x="1641" y="15509"/>
                  </a:lnTo>
                  <a:lnTo>
                    <a:pt x="0" y="1715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20771" name="Graph element 264"/>
            <p:cNvSpPr/>
            <p:nvPr/>
          </p:nvSpPr>
          <p:spPr>
            <a:xfrm>
              <a:off x="545455" y="1663731"/>
              <a:ext cx="7215" cy="22504"/>
            </a:xfrm>
            <a:custGeom>
              <a:avLst/>
              <a:gdLst/>
              <a:ahLst/>
              <a:cxnLst/>
              <a:rect l="0" t="0" r="r" b="b"/>
              <a:pathLst>
                <a:path w="7215" h="22504" stroke="0" extrusionOk="0">
                  <a:moveTo>
                    <a:pt x="1641" y="0"/>
                  </a:moveTo>
                  <a:lnTo>
                    <a:pt x="1641" y="18437"/>
                  </a:lnTo>
                  <a:lnTo>
                    <a:pt x="0" y="20078"/>
                  </a:lnTo>
                  <a:lnTo>
                    <a:pt x="2425" y="22504"/>
                  </a:lnTo>
                  <a:lnTo>
                    <a:pt x="4067" y="20862"/>
                  </a:lnTo>
                  <a:lnTo>
                    <a:pt x="7215" y="20862"/>
                  </a:lnTo>
                  <a:lnTo>
                    <a:pt x="7215" y="5574"/>
                  </a:lnTo>
                  <a:lnTo>
                    <a:pt x="164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20772" name="Graph element 265"/>
            <p:cNvSpPr/>
            <p:nvPr/>
          </p:nvSpPr>
          <p:spPr>
            <a:xfrm>
              <a:off x="517585" y="1664515"/>
              <a:ext cx="8857" cy="21720"/>
            </a:xfrm>
            <a:custGeom>
              <a:avLst/>
              <a:gdLst/>
              <a:ahLst/>
              <a:cxnLst/>
              <a:rect l="0" t="0" r="r" b="b"/>
              <a:pathLst>
                <a:path w="8857" h="21720" stroke="0" extrusionOk="0">
                  <a:moveTo>
                    <a:pt x="0" y="2425"/>
                  </a:moveTo>
                  <a:lnTo>
                    <a:pt x="1641" y="4067"/>
                  </a:lnTo>
                  <a:lnTo>
                    <a:pt x="1641" y="17653"/>
                  </a:lnTo>
                  <a:lnTo>
                    <a:pt x="0" y="19294"/>
                  </a:lnTo>
                  <a:lnTo>
                    <a:pt x="2425" y="21720"/>
                  </a:lnTo>
                  <a:lnTo>
                    <a:pt x="4067" y="20078"/>
                  </a:lnTo>
                  <a:lnTo>
                    <a:pt x="4790" y="20078"/>
                  </a:lnTo>
                  <a:lnTo>
                    <a:pt x="6431" y="21720"/>
                  </a:lnTo>
                  <a:lnTo>
                    <a:pt x="8857" y="19294"/>
                  </a:lnTo>
                  <a:lnTo>
                    <a:pt x="7215" y="17653"/>
                  </a:lnTo>
                  <a:lnTo>
                    <a:pt x="7215" y="4067"/>
                  </a:lnTo>
                  <a:lnTo>
                    <a:pt x="8857" y="2425"/>
                  </a:lnTo>
                  <a:lnTo>
                    <a:pt x="6431" y="0"/>
                  </a:lnTo>
                  <a:lnTo>
                    <a:pt x="4790" y="1641"/>
                  </a:lnTo>
                  <a:lnTo>
                    <a:pt x="0" y="2425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20773" name="Graph element 266"/>
            <p:cNvSpPr/>
            <p:nvPr/>
          </p:nvSpPr>
          <p:spPr>
            <a:xfrm>
              <a:off x="489716" y="1664013"/>
              <a:ext cx="7215" cy="22222"/>
            </a:xfrm>
            <a:custGeom>
              <a:avLst/>
              <a:gdLst/>
              <a:ahLst/>
              <a:cxnLst/>
              <a:rect l="0" t="0" r="r" b="b"/>
              <a:pathLst>
                <a:path w="7215" h="22222" stroke="0" extrusionOk="0">
                  <a:moveTo>
                    <a:pt x="0" y="784"/>
                  </a:moveTo>
                  <a:lnTo>
                    <a:pt x="1641" y="2425"/>
                  </a:lnTo>
                  <a:lnTo>
                    <a:pt x="1641" y="18155"/>
                  </a:lnTo>
                  <a:lnTo>
                    <a:pt x="0" y="19796"/>
                  </a:lnTo>
                  <a:lnTo>
                    <a:pt x="2425" y="22222"/>
                  </a:lnTo>
                  <a:lnTo>
                    <a:pt x="4067" y="20580"/>
                  </a:lnTo>
                  <a:lnTo>
                    <a:pt x="7215" y="20580"/>
                  </a:lnTo>
                  <a:lnTo>
                    <a:pt x="7215" y="0"/>
                  </a:lnTo>
                  <a:lnTo>
                    <a:pt x="0" y="784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20774" name="Graph element 267"/>
            <p:cNvSpPr/>
            <p:nvPr/>
          </p:nvSpPr>
          <p:spPr>
            <a:xfrm>
              <a:off x="433977" y="1661869"/>
              <a:ext cx="8857" cy="24366"/>
            </a:xfrm>
            <a:custGeom>
              <a:avLst/>
              <a:gdLst/>
              <a:ahLst/>
              <a:cxnLst/>
              <a:rect l="0" t="0" r="r" b="b"/>
              <a:pathLst>
                <a:path w="8857" h="24366" stroke="0" extrusionOk="0">
                  <a:moveTo>
                    <a:pt x="1641" y="0"/>
                  </a:moveTo>
                  <a:lnTo>
                    <a:pt x="1641" y="20299"/>
                  </a:lnTo>
                  <a:lnTo>
                    <a:pt x="0" y="21940"/>
                  </a:lnTo>
                  <a:lnTo>
                    <a:pt x="2425" y="24366"/>
                  </a:lnTo>
                  <a:lnTo>
                    <a:pt x="4067" y="22724"/>
                  </a:lnTo>
                  <a:lnTo>
                    <a:pt x="4790" y="22724"/>
                  </a:lnTo>
                  <a:lnTo>
                    <a:pt x="6431" y="24366"/>
                  </a:lnTo>
                  <a:lnTo>
                    <a:pt x="8857" y="21940"/>
                  </a:lnTo>
                  <a:lnTo>
                    <a:pt x="7215" y="20299"/>
                  </a:lnTo>
                  <a:lnTo>
                    <a:pt x="7215" y="0"/>
                  </a:lnTo>
                  <a:lnTo>
                    <a:pt x="164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20775" name="Graph element 268"/>
            <p:cNvSpPr/>
            <p:nvPr/>
          </p:nvSpPr>
          <p:spPr>
            <a:xfrm>
              <a:off x="461847" y="1660228"/>
              <a:ext cx="8857" cy="26007"/>
            </a:xfrm>
            <a:custGeom>
              <a:avLst/>
              <a:gdLst/>
              <a:ahLst/>
              <a:cxnLst/>
              <a:rect l="0" t="0" r="r" b="b"/>
              <a:pathLst>
                <a:path w="8857" h="26007" stroke="0" extrusionOk="0">
                  <a:moveTo>
                    <a:pt x="0" y="2425"/>
                  </a:moveTo>
                  <a:lnTo>
                    <a:pt x="1641" y="4067"/>
                  </a:lnTo>
                  <a:lnTo>
                    <a:pt x="1641" y="21940"/>
                  </a:lnTo>
                  <a:lnTo>
                    <a:pt x="0" y="23582"/>
                  </a:lnTo>
                  <a:lnTo>
                    <a:pt x="2425" y="26007"/>
                  </a:lnTo>
                  <a:lnTo>
                    <a:pt x="4067" y="24366"/>
                  </a:lnTo>
                  <a:lnTo>
                    <a:pt x="4790" y="24366"/>
                  </a:lnTo>
                  <a:lnTo>
                    <a:pt x="6431" y="26007"/>
                  </a:lnTo>
                  <a:lnTo>
                    <a:pt x="8857" y="23582"/>
                  </a:lnTo>
                  <a:lnTo>
                    <a:pt x="7215" y="21940"/>
                  </a:lnTo>
                  <a:lnTo>
                    <a:pt x="7215" y="4067"/>
                  </a:lnTo>
                  <a:lnTo>
                    <a:pt x="8857" y="2425"/>
                  </a:lnTo>
                  <a:lnTo>
                    <a:pt x="6431" y="0"/>
                  </a:lnTo>
                  <a:lnTo>
                    <a:pt x="4790" y="1641"/>
                  </a:lnTo>
                  <a:lnTo>
                    <a:pt x="0" y="2425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20776" name="Graph element 269"/>
            <p:cNvSpPr/>
            <p:nvPr/>
          </p:nvSpPr>
          <p:spPr>
            <a:xfrm>
              <a:off x="406108" y="1659725"/>
              <a:ext cx="8857" cy="26509"/>
            </a:xfrm>
            <a:custGeom>
              <a:avLst/>
              <a:gdLst/>
              <a:ahLst/>
              <a:cxnLst/>
              <a:rect l="0" t="0" r="r" b="b"/>
              <a:pathLst>
                <a:path w="8857" h="26509" stroke="0" extrusionOk="0">
                  <a:moveTo>
                    <a:pt x="1641" y="0"/>
                  </a:moveTo>
                  <a:lnTo>
                    <a:pt x="1641" y="22443"/>
                  </a:lnTo>
                  <a:lnTo>
                    <a:pt x="0" y="24084"/>
                  </a:lnTo>
                  <a:lnTo>
                    <a:pt x="2425" y="26509"/>
                  </a:lnTo>
                  <a:lnTo>
                    <a:pt x="4067" y="24868"/>
                  </a:lnTo>
                  <a:lnTo>
                    <a:pt x="4790" y="24868"/>
                  </a:lnTo>
                  <a:lnTo>
                    <a:pt x="6431" y="26509"/>
                  </a:lnTo>
                  <a:lnTo>
                    <a:pt x="8857" y="24084"/>
                  </a:lnTo>
                  <a:lnTo>
                    <a:pt x="7215" y="22443"/>
                  </a:lnTo>
                  <a:lnTo>
                    <a:pt x="7215" y="0"/>
                  </a:lnTo>
                  <a:lnTo>
                    <a:pt x="164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20777" name="Graph element 270"/>
            <p:cNvSpPr/>
            <p:nvPr/>
          </p:nvSpPr>
          <p:spPr>
            <a:xfrm>
              <a:off x="378239" y="1655156"/>
              <a:ext cx="9788" cy="31581"/>
            </a:xfrm>
            <a:custGeom>
              <a:avLst/>
              <a:gdLst/>
              <a:ahLst/>
              <a:cxnLst/>
              <a:rect l="0" t="0" r="r" b="b"/>
              <a:pathLst>
                <a:path w="9788" h="31581" stroke="0" extrusionOk="0">
                  <a:moveTo>
                    <a:pt x="7215" y="0"/>
                  </a:moveTo>
                  <a:lnTo>
                    <a:pt x="1641" y="5574"/>
                  </a:lnTo>
                  <a:lnTo>
                    <a:pt x="1641" y="27012"/>
                  </a:lnTo>
                  <a:lnTo>
                    <a:pt x="0" y="28653"/>
                  </a:lnTo>
                  <a:lnTo>
                    <a:pt x="2425" y="31079"/>
                  </a:lnTo>
                  <a:lnTo>
                    <a:pt x="4067" y="29437"/>
                  </a:lnTo>
                  <a:lnTo>
                    <a:pt x="4790" y="29437"/>
                  </a:lnTo>
                  <a:lnTo>
                    <a:pt x="6934" y="31581"/>
                  </a:lnTo>
                  <a:lnTo>
                    <a:pt x="9788" y="31581"/>
                  </a:lnTo>
                  <a:lnTo>
                    <a:pt x="9788" y="28151"/>
                  </a:lnTo>
                  <a:lnTo>
                    <a:pt x="8354" y="28151"/>
                  </a:lnTo>
                  <a:lnTo>
                    <a:pt x="7215" y="27012"/>
                  </a:lnTo>
                  <a:lnTo>
                    <a:pt x="7215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20778" name="Graph element 271"/>
            <p:cNvSpPr/>
            <p:nvPr/>
          </p:nvSpPr>
          <p:spPr>
            <a:xfrm>
              <a:off x="350370" y="1656222"/>
              <a:ext cx="8857" cy="30013"/>
            </a:xfrm>
            <a:custGeom>
              <a:avLst/>
              <a:gdLst/>
              <a:ahLst/>
              <a:cxnLst/>
              <a:rect l="0" t="0" r="r" b="b"/>
              <a:pathLst>
                <a:path w="8857" h="30013" stroke="0" extrusionOk="0">
                  <a:moveTo>
                    <a:pt x="0" y="0"/>
                  </a:moveTo>
                  <a:lnTo>
                    <a:pt x="1641" y="1641"/>
                  </a:lnTo>
                  <a:lnTo>
                    <a:pt x="1641" y="25946"/>
                  </a:lnTo>
                  <a:lnTo>
                    <a:pt x="0" y="27588"/>
                  </a:lnTo>
                  <a:lnTo>
                    <a:pt x="2425" y="30013"/>
                  </a:lnTo>
                  <a:lnTo>
                    <a:pt x="4067" y="28372"/>
                  </a:lnTo>
                  <a:lnTo>
                    <a:pt x="4790" y="28372"/>
                  </a:lnTo>
                  <a:lnTo>
                    <a:pt x="6431" y="30013"/>
                  </a:lnTo>
                  <a:lnTo>
                    <a:pt x="8857" y="27588"/>
                  </a:lnTo>
                  <a:lnTo>
                    <a:pt x="7215" y="25946"/>
                  </a:lnTo>
                  <a:lnTo>
                    <a:pt x="7215" y="23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20779" name="Graph element 272"/>
            <p:cNvSpPr/>
            <p:nvPr/>
          </p:nvSpPr>
          <p:spPr>
            <a:xfrm>
              <a:off x="322500" y="1646581"/>
              <a:ext cx="8857" cy="39654"/>
            </a:xfrm>
            <a:custGeom>
              <a:avLst/>
              <a:gdLst/>
              <a:ahLst/>
              <a:cxnLst/>
              <a:rect l="0" t="0" r="r" b="b"/>
              <a:pathLst>
                <a:path w="8857" h="39654" stroke="0" extrusionOk="0">
                  <a:moveTo>
                    <a:pt x="1641" y="0"/>
                  </a:moveTo>
                  <a:lnTo>
                    <a:pt x="1641" y="35587"/>
                  </a:lnTo>
                  <a:lnTo>
                    <a:pt x="0" y="37228"/>
                  </a:lnTo>
                  <a:lnTo>
                    <a:pt x="2425" y="39654"/>
                  </a:lnTo>
                  <a:lnTo>
                    <a:pt x="4067" y="38012"/>
                  </a:lnTo>
                  <a:lnTo>
                    <a:pt x="4790" y="38012"/>
                  </a:lnTo>
                  <a:lnTo>
                    <a:pt x="6431" y="39654"/>
                  </a:lnTo>
                  <a:lnTo>
                    <a:pt x="8857" y="37228"/>
                  </a:lnTo>
                  <a:lnTo>
                    <a:pt x="7215" y="35587"/>
                  </a:lnTo>
                  <a:lnTo>
                    <a:pt x="7215" y="5574"/>
                  </a:lnTo>
                  <a:lnTo>
                    <a:pt x="164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20780" name="Graph element 273"/>
            <p:cNvSpPr/>
            <p:nvPr/>
          </p:nvSpPr>
          <p:spPr>
            <a:xfrm>
              <a:off x="294631" y="1646863"/>
              <a:ext cx="8857" cy="39372"/>
            </a:xfrm>
            <a:custGeom>
              <a:avLst/>
              <a:gdLst/>
              <a:ahLst/>
              <a:cxnLst/>
              <a:rect l="0" t="0" r="r" b="b"/>
              <a:pathLst>
                <a:path w="8857" h="39372" stroke="0" extrusionOk="0">
                  <a:moveTo>
                    <a:pt x="1641" y="0"/>
                  </a:moveTo>
                  <a:lnTo>
                    <a:pt x="1641" y="35305"/>
                  </a:lnTo>
                  <a:lnTo>
                    <a:pt x="0" y="36947"/>
                  </a:lnTo>
                  <a:lnTo>
                    <a:pt x="2425" y="39372"/>
                  </a:lnTo>
                  <a:lnTo>
                    <a:pt x="4067" y="37731"/>
                  </a:lnTo>
                  <a:lnTo>
                    <a:pt x="4790" y="37731"/>
                  </a:lnTo>
                  <a:lnTo>
                    <a:pt x="6431" y="39372"/>
                  </a:lnTo>
                  <a:lnTo>
                    <a:pt x="8857" y="36947"/>
                  </a:lnTo>
                  <a:lnTo>
                    <a:pt x="7215" y="35305"/>
                  </a:lnTo>
                  <a:lnTo>
                    <a:pt x="7215" y="0"/>
                  </a:lnTo>
                  <a:lnTo>
                    <a:pt x="164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20781" name="Graph element 274"/>
            <p:cNvSpPr/>
            <p:nvPr/>
          </p:nvSpPr>
          <p:spPr>
            <a:xfrm>
              <a:off x="266762" y="1638287"/>
              <a:ext cx="8857" cy="47947"/>
            </a:xfrm>
            <a:custGeom>
              <a:avLst/>
              <a:gdLst/>
              <a:ahLst/>
              <a:cxnLst/>
              <a:rect l="0" t="0" r="r" b="b"/>
              <a:pathLst>
                <a:path w="8857" h="47947" stroke="0" extrusionOk="0">
                  <a:moveTo>
                    <a:pt x="1641" y="0"/>
                  </a:moveTo>
                  <a:lnTo>
                    <a:pt x="1641" y="43881"/>
                  </a:lnTo>
                  <a:lnTo>
                    <a:pt x="0" y="45522"/>
                  </a:lnTo>
                  <a:lnTo>
                    <a:pt x="2425" y="47947"/>
                  </a:lnTo>
                  <a:lnTo>
                    <a:pt x="4067" y="46306"/>
                  </a:lnTo>
                  <a:lnTo>
                    <a:pt x="4790" y="46306"/>
                  </a:lnTo>
                  <a:lnTo>
                    <a:pt x="6431" y="47947"/>
                  </a:lnTo>
                  <a:lnTo>
                    <a:pt x="8857" y="45522"/>
                  </a:lnTo>
                  <a:lnTo>
                    <a:pt x="7215" y="43881"/>
                  </a:lnTo>
                  <a:lnTo>
                    <a:pt x="7215" y="0"/>
                  </a:lnTo>
                  <a:lnTo>
                    <a:pt x="164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20782" name="Graph element 275"/>
            <p:cNvSpPr/>
            <p:nvPr/>
          </p:nvSpPr>
          <p:spPr>
            <a:xfrm>
              <a:off x="238892" y="1629283"/>
              <a:ext cx="8857" cy="56951"/>
            </a:xfrm>
            <a:custGeom>
              <a:avLst/>
              <a:gdLst/>
              <a:ahLst/>
              <a:cxnLst/>
              <a:rect l="0" t="0" r="r" b="b"/>
              <a:pathLst>
                <a:path w="8857" h="56951" stroke="0" extrusionOk="0">
                  <a:moveTo>
                    <a:pt x="1641" y="0"/>
                  </a:moveTo>
                  <a:lnTo>
                    <a:pt x="1641" y="52884"/>
                  </a:lnTo>
                  <a:lnTo>
                    <a:pt x="0" y="54526"/>
                  </a:lnTo>
                  <a:lnTo>
                    <a:pt x="2425" y="56951"/>
                  </a:lnTo>
                  <a:lnTo>
                    <a:pt x="4067" y="55310"/>
                  </a:lnTo>
                  <a:lnTo>
                    <a:pt x="4790" y="55310"/>
                  </a:lnTo>
                  <a:lnTo>
                    <a:pt x="6431" y="56951"/>
                  </a:lnTo>
                  <a:lnTo>
                    <a:pt x="8857" y="54526"/>
                  </a:lnTo>
                  <a:lnTo>
                    <a:pt x="7215" y="52884"/>
                  </a:lnTo>
                  <a:lnTo>
                    <a:pt x="7215" y="3577"/>
                  </a:lnTo>
                  <a:lnTo>
                    <a:pt x="5072" y="1433"/>
                  </a:lnTo>
                  <a:lnTo>
                    <a:pt x="164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20783" name="Graph element 276"/>
            <p:cNvSpPr/>
            <p:nvPr/>
          </p:nvSpPr>
          <p:spPr>
            <a:xfrm>
              <a:off x="1865530" y="1348446"/>
              <a:ext cx="3430" cy="115765"/>
            </a:xfrm>
            <a:custGeom>
              <a:avLst/>
              <a:gdLst/>
              <a:ahLst/>
              <a:cxnLst/>
              <a:rect l="0" t="0" r="r" b="b"/>
              <a:pathLst>
                <a:path w="3430" h="115765" stroke="0" extrusionOk="0">
                  <a:moveTo>
                    <a:pt x="0" y="115765"/>
                  </a:moveTo>
                  <a:lnTo>
                    <a:pt x="3430" y="11576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15765"/>
                  </a:lnTo>
                  <a:close/>
                </a:path>
              </a:pathLst>
            </a:custGeom>
            <a:solidFill>
              <a:srgbClr val="C4D6E6"/>
            </a:solidFill>
            <a:ln>
              <a:noFill/>
            </a:ln>
          </p:spPr>
        </p:sp>
        <p:sp>
          <p:nvSpPr>
            <p:cNvPr id="20784" name="Graph element 277"/>
            <p:cNvSpPr/>
            <p:nvPr/>
          </p:nvSpPr>
          <p:spPr>
            <a:xfrm>
              <a:off x="1363882" y="1348446"/>
              <a:ext cx="3430" cy="115765"/>
            </a:xfrm>
            <a:custGeom>
              <a:avLst/>
              <a:gdLst/>
              <a:ahLst/>
              <a:cxnLst/>
              <a:rect l="0" t="0" r="r" b="b"/>
              <a:pathLst>
                <a:path w="3430" h="115765" stroke="0" extrusionOk="0">
                  <a:moveTo>
                    <a:pt x="0" y="115765"/>
                  </a:moveTo>
                  <a:lnTo>
                    <a:pt x="3430" y="11576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15765"/>
                  </a:lnTo>
                  <a:close/>
                </a:path>
              </a:pathLst>
            </a:custGeom>
            <a:solidFill>
              <a:srgbClr val="C4D6E6"/>
            </a:solidFill>
            <a:ln>
              <a:noFill/>
            </a:ln>
          </p:spPr>
        </p:sp>
        <p:sp>
          <p:nvSpPr>
            <p:cNvPr id="20785" name="Graph element 278"/>
            <p:cNvSpPr/>
            <p:nvPr/>
          </p:nvSpPr>
          <p:spPr>
            <a:xfrm>
              <a:off x="382024" y="1348446"/>
              <a:ext cx="3430" cy="115765"/>
            </a:xfrm>
            <a:custGeom>
              <a:avLst/>
              <a:gdLst/>
              <a:ahLst/>
              <a:cxnLst/>
              <a:rect l="0" t="0" r="r" b="b"/>
              <a:pathLst>
                <a:path w="3430" h="115765" stroke="0" extrusionOk="0">
                  <a:moveTo>
                    <a:pt x="0" y="115765"/>
                  </a:moveTo>
                  <a:lnTo>
                    <a:pt x="3430" y="11576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15765"/>
                  </a:lnTo>
                  <a:close/>
                </a:path>
              </a:pathLst>
            </a:custGeom>
            <a:solidFill>
              <a:srgbClr val="C4D6E6"/>
            </a:solidFill>
            <a:ln>
              <a:noFill/>
            </a:ln>
          </p:spPr>
        </p:sp>
        <p:sp>
          <p:nvSpPr>
            <p:cNvPr id="20786" name="Graph element 279"/>
            <p:cNvSpPr/>
            <p:nvPr/>
          </p:nvSpPr>
          <p:spPr>
            <a:xfrm>
              <a:off x="914187" y="1227181"/>
              <a:ext cx="5072" cy="122478"/>
            </a:xfrm>
            <a:custGeom>
              <a:avLst/>
              <a:gdLst/>
              <a:ahLst/>
              <a:cxnLst/>
              <a:rect l="0" t="0" r="r" b="b"/>
              <a:pathLst>
                <a:path w="5072" h="122478" stroke="0" extrusionOk="0">
                  <a:moveTo>
                    <a:pt x="0" y="120052"/>
                  </a:moveTo>
                  <a:lnTo>
                    <a:pt x="2425" y="122478"/>
                  </a:lnTo>
                  <a:lnTo>
                    <a:pt x="5072" y="119832"/>
                  </a:lnTo>
                  <a:lnTo>
                    <a:pt x="5072" y="2646"/>
                  </a:lnTo>
                  <a:lnTo>
                    <a:pt x="2425" y="0"/>
                  </a:lnTo>
                  <a:lnTo>
                    <a:pt x="0" y="2425"/>
                  </a:lnTo>
                  <a:lnTo>
                    <a:pt x="1641" y="4067"/>
                  </a:lnTo>
                  <a:lnTo>
                    <a:pt x="1641" y="118411"/>
                  </a:lnTo>
                  <a:lnTo>
                    <a:pt x="0" y="120052"/>
                  </a:lnTo>
                  <a:close/>
                </a:path>
              </a:pathLst>
            </a:custGeom>
            <a:solidFill>
              <a:srgbClr val="C4D6E6"/>
            </a:solidFill>
            <a:ln>
              <a:noFill/>
            </a:ln>
          </p:spPr>
        </p:sp>
        <p:sp>
          <p:nvSpPr>
            <p:cNvPr id="20787" name="Graph element 280"/>
            <p:cNvSpPr/>
            <p:nvPr/>
          </p:nvSpPr>
          <p:spPr>
            <a:xfrm>
              <a:off x="1893399" y="1112629"/>
              <a:ext cx="3430" cy="351582"/>
            </a:xfrm>
            <a:custGeom>
              <a:avLst/>
              <a:gdLst/>
              <a:ahLst/>
              <a:cxnLst/>
              <a:rect l="0" t="0" r="r" b="b"/>
              <a:pathLst>
                <a:path w="3430" h="351582" stroke="0" extrusionOk="0">
                  <a:moveTo>
                    <a:pt x="0" y="351582"/>
                  </a:moveTo>
                  <a:lnTo>
                    <a:pt x="3430" y="351582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351582"/>
                  </a:lnTo>
                  <a:close/>
                </a:path>
              </a:pathLst>
            </a:custGeom>
            <a:solidFill>
              <a:srgbClr val="C4D6E6"/>
            </a:solidFill>
            <a:ln>
              <a:noFill/>
            </a:ln>
          </p:spPr>
        </p:sp>
        <p:sp>
          <p:nvSpPr>
            <p:cNvPr id="20788" name="Graph element 281"/>
            <p:cNvSpPr/>
            <p:nvPr/>
          </p:nvSpPr>
          <p:spPr>
            <a:xfrm>
              <a:off x="1837660" y="1112629"/>
              <a:ext cx="3430" cy="115765"/>
            </a:xfrm>
            <a:custGeom>
              <a:avLst/>
              <a:gdLst/>
              <a:ahLst/>
              <a:cxnLst/>
              <a:rect l="0" t="0" r="r" b="b"/>
              <a:pathLst>
                <a:path w="3430" h="115765" stroke="0" extrusionOk="0">
                  <a:moveTo>
                    <a:pt x="0" y="115765"/>
                  </a:moveTo>
                  <a:lnTo>
                    <a:pt x="3430" y="11576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15765"/>
                  </a:lnTo>
                  <a:close/>
                </a:path>
              </a:pathLst>
            </a:custGeom>
            <a:solidFill>
              <a:srgbClr val="C4D6E6"/>
            </a:solidFill>
            <a:ln>
              <a:noFill/>
            </a:ln>
          </p:spPr>
        </p:sp>
        <p:sp>
          <p:nvSpPr>
            <p:cNvPr id="20789" name="Graph element 282"/>
            <p:cNvSpPr/>
            <p:nvPr/>
          </p:nvSpPr>
          <p:spPr>
            <a:xfrm>
              <a:off x="1724039" y="1112629"/>
              <a:ext cx="3430" cy="351582"/>
            </a:xfrm>
            <a:custGeom>
              <a:avLst/>
              <a:gdLst/>
              <a:ahLst/>
              <a:cxnLst/>
              <a:rect l="0" t="0" r="r" b="b"/>
              <a:pathLst>
                <a:path w="3430" h="351582" stroke="0" extrusionOk="0">
                  <a:moveTo>
                    <a:pt x="0" y="351582"/>
                  </a:moveTo>
                  <a:lnTo>
                    <a:pt x="3430" y="351582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351582"/>
                  </a:lnTo>
                  <a:close/>
                </a:path>
              </a:pathLst>
            </a:custGeom>
            <a:solidFill>
              <a:srgbClr val="C4D6E6"/>
            </a:solidFill>
            <a:ln>
              <a:noFill/>
            </a:ln>
          </p:spPr>
        </p:sp>
        <p:sp>
          <p:nvSpPr>
            <p:cNvPr id="20790" name="Graph element 283"/>
            <p:cNvSpPr/>
            <p:nvPr/>
          </p:nvSpPr>
          <p:spPr>
            <a:xfrm>
              <a:off x="1724039" y="1044028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C4D6E6"/>
            </a:solidFill>
            <a:ln>
              <a:noFill/>
            </a:ln>
          </p:spPr>
        </p:sp>
        <p:sp>
          <p:nvSpPr>
            <p:cNvPr id="20791" name="Graph element 284"/>
            <p:cNvSpPr/>
            <p:nvPr/>
          </p:nvSpPr>
          <p:spPr>
            <a:xfrm>
              <a:off x="1706889" y="1024734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C4D6E6"/>
            </a:solidFill>
            <a:ln>
              <a:noFill/>
            </a:ln>
          </p:spPr>
        </p:sp>
        <p:sp>
          <p:nvSpPr>
            <p:cNvPr id="20792" name="Graph element 285"/>
            <p:cNvSpPr/>
            <p:nvPr/>
          </p:nvSpPr>
          <p:spPr>
            <a:xfrm>
              <a:off x="1726183" y="1011871"/>
              <a:ext cx="3430" cy="6431"/>
            </a:xfrm>
            <a:custGeom>
              <a:avLst/>
              <a:gdLst/>
              <a:ahLst/>
              <a:cxnLst/>
              <a:rect l="0" t="0" r="r" b="b"/>
              <a:pathLst>
                <a:path w="3430" h="6431" stroke="0" extrusionOk="0">
                  <a:moveTo>
                    <a:pt x="0" y="6431"/>
                  </a:moveTo>
                  <a:lnTo>
                    <a:pt x="3430" y="6431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6431"/>
                  </a:lnTo>
                  <a:close/>
                </a:path>
              </a:pathLst>
            </a:custGeom>
            <a:solidFill>
              <a:srgbClr val="C4D6E6"/>
            </a:solidFill>
            <a:ln>
              <a:noFill/>
            </a:ln>
          </p:spPr>
        </p:sp>
        <p:sp>
          <p:nvSpPr>
            <p:cNvPr id="20793" name="Graph element 286"/>
            <p:cNvSpPr/>
            <p:nvPr/>
          </p:nvSpPr>
          <p:spPr>
            <a:xfrm>
              <a:off x="1709033" y="992577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C4D6E6"/>
            </a:solidFill>
            <a:ln>
              <a:noFill/>
            </a:ln>
          </p:spPr>
        </p:sp>
        <p:sp>
          <p:nvSpPr>
            <p:cNvPr id="20794" name="Graph element 287"/>
            <p:cNvSpPr/>
            <p:nvPr/>
          </p:nvSpPr>
          <p:spPr>
            <a:xfrm>
              <a:off x="1728327" y="979714"/>
              <a:ext cx="3430" cy="6431"/>
            </a:xfrm>
            <a:custGeom>
              <a:avLst/>
              <a:gdLst/>
              <a:ahLst/>
              <a:cxnLst/>
              <a:rect l="0" t="0" r="r" b="b"/>
              <a:pathLst>
                <a:path w="3430" h="6431" stroke="0" extrusionOk="0">
                  <a:moveTo>
                    <a:pt x="0" y="6431"/>
                  </a:moveTo>
                  <a:lnTo>
                    <a:pt x="3430" y="6431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6431"/>
                  </a:lnTo>
                  <a:close/>
                </a:path>
              </a:pathLst>
            </a:custGeom>
            <a:solidFill>
              <a:srgbClr val="C4D6E6"/>
            </a:solidFill>
            <a:ln>
              <a:noFill/>
            </a:ln>
          </p:spPr>
        </p:sp>
        <p:sp>
          <p:nvSpPr>
            <p:cNvPr id="20795" name="Graph element 288"/>
            <p:cNvSpPr/>
            <p:nvPr/>
          </p:nvSpPr>
          <p:spPr>
            <a:xfrm>
              <a:off x="1711176" y="958276"/>
              <a:ext cx="3430" cy="6431"/>
            </a:xfrm>
            <a:custGeom>
              <a:avLst/>
              <a:gdLst/>
              <a:ahLst/>
              <a:cxnLst/>
              <a:rect l="0" t="0" r="r" b="b"/>
              <a:pathLst>
                <a:path w="3430" h="6431" stroke="0" extrusionOk="0">
                  <a:moveTo>
                    <a:pt x="0" y="6431"/>
                  </a:moveTo>
                  <a:lnTo>
                    <a:pt x="3430" y="6431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6431"/>
                  </a:lnTo>
                  <a:close/>
                </a:path>
              </a:pathLst>
            </a:custGeom>
            <a:solidFill>
              <a:srgbClr val="C4D6E6"/>
            </a:solidFill>
            <a:ln>
              <a:noFill/>
            </a:ln>
          </p:spPr>
        </p:sp>
        <p:sp>
          <p:nvSpPr>
            <p:cNvPr id="20796" name="Graph element 289"/>
            <p:cNvSpPr/>
            <p:nvPr/>
          </p:nvSpPr>
          <p:spPr>
            <a:xfrm>
              <a:off x="1739046" y="928263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C4D6E6"/>
            </a:solidFill>
            <a:ln>
              <a:noFill/>
            </a:ln>
          </p:spPr>
        </p:sp>
        <p:sp>
          <p:nvSpPr>
            <p:cNvPr id="20797" name="Graph element 290"/>
            <p:cNvSpPr/>
            <p:nvPr/>
          </p:nvSpPr>
          <p:spPr>
            <a:xfrm>
              <a:off x="1721895" y="906825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C4D6E6"/>
            </a:solidFill>
            <a:ln>
              <a:noFill/>
            </a:ln>
          </p:spPr>
        </p:sp>
        <p:sp>
          <p:nvSpPr>
            <p:cNvPr id="20798" name="Graph element 291"/>
            <p:cNvSpPr/>
            <p:nvPr/>
          </p:nvSpPr>
          <p:spPr>
            <a:xfrm>
              <a:off x="1661869" y="906825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C4D6E6"/>
            </a:solidFill>
            <a:ln>
              <a:noFill/>
            </a:ln>
          </p:spPr>
        </p:sp>
        <p:sp>
          <p:nvSpPr>
            <p:cNvPr id="20799" name="Graph element 292"/>
            <p:cNvSpPr/>
            <p:nvPr/>
          </p:nvSpPr>
          <p:spPr>
            <a:xfrm>
              <a:off x="1741189" y="896106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C4D6E6"/>
            </a:solidFill>
            <a:ln>
              <a:noFill/>
            </a:ln>
          </p:spPr>
        </p:sp>
        <p:sp>
          <p:nvSpPr>
            <p:cNvPr id="20800" name="Graph element 293"/>
            <p:cNvSpPr/>
            <p:nvPr/>
          </p:nvSpPr>
          <p:spPr>
            <a:xfrm>
              <a:off x="1644719" y="889675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C4D6E6"/>
            </a:solidFill>
            <a:ln>
              <a:noFill/>
            </a:ln>
          </p:spPr>
        </p:sp>
        <p:sp>
          <p:nvSpPr>
            <p:cNvPr id="20801" name="Graph element 294"/>
            <p:cNvSpPr/>
            <p:nvPr/>
          </p:nvSpPr>
          <p:spPr>
            <a:xfrm>
              <a:off x="1664013" y="881099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C4D6E6"/>
            </a:solidFill>
            <a:ln>
              <a:noFill/>
            </a:ln>
          </p:spPr>
        </p:sp>
        <p:sp>
          <p:nvSpPr>
            <p:cNvPr id="20802" name="Graph element 295"/>
            <p:cNvSpPr/>
            <p:nvPr/>
          </p:nvSpPr>
          <p:spPr>
            <a:xfrm>
              <a:off x="1724039" y="874668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C4D6E6"/>
            </a:solidFill>
            <a:ln>
              <a:noFill/>
            </a:ln>
          </p:spPr>
        </p:sp>
        <p:sp>
          <p:nvSpPr>
            <p:cNvPr id="20803" name="Graph element 296"/>
            <p:cNvSpPr/>
            <p:nvPr/>
          </p:nvSpPr>
          <p:spPr>
            <a:xfrm>
              <a:off x="1743333" y="861805"/>
              <a:ext cx="3430" cy="6431"/>
            </a:xfrm>
            <a:custGeom>
              <a:avLst/>
              <a:gdLst/>
              <a:ahLst/>
              <a:cxnLst/>
              <a:rect l="0" t="0" r="r" b="b"/>
              <a:pathLst>
                <a:path w="3430" h="6431" stroke="0" extrusionOk="0">
                  <a:moveTo>
                    <a:pt x="0" y="6431"/>
                  </a:moveTo>
                  <a:lnTo>
                    <a:pt x="3430" y="6431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6431"/>
                  </a:lnTo>
                  <a:close/>
                </a:path>
              </a:pathLst>
            </a:custGeom>
            <a:solidFill>
              <a:srgbClr val="C4D6E6"/>
            </a:solidFill>
            <a:ln>
              <a:noFill/>
            </a:ln>
          </p:spPr>
        </p:sp>
        <p:sp>
          <p:nvSpPr>
            <p:cNvPr id="20804" name="Graph element 297"/>
            <p:cNvSpPr/>
            <p:nvPr/>
          </p:nvSpPr>
          <p:spPr>
            <a:xfrm>
              <a:off x="1645221" y="860592"/>
              <a:ext cx="5072" cy="7644"/>
            </a:xfrm>
            <a:custGeom>
              <a:avLst/>
              <a:gdLst/>
              <a:ahLst/>
              <a:cxnLst/>
              <a:rect l="0" t="0" r="r" b="b"/>
              <a:pathLst>
                <a:path w="5072" h="7644" stroke="0" extrusionOk="0">
                  <a:moveTo>
                    <a:pt x="1641" y="4067"/>
                  </a:moveTo>
                  <a:lnTo>
                    <a:pt x="1641" y="7644"/>
                  </a:lnTo>
                  <a:lnTo>
                    <a:pt x="5072" y="7644"/>
                  </a:lnTo>
                  <a:lnTo>
                    <a:pt x="5072" y="2646"/>
                  </a:lnTo>
                  <a:lnTo>
                    <a:pt x="2425" y="0"/>
                  </a:lnTo>
                  <a:lnTo>
                    <a:pt x="0" y="2425"/>
                  </a:lnTo>
                  <a:lnTo>
                    <a:pt x="1641" y="4067"/>
                  </a:lnTo>
                  <a:close/>
                </a:path>
              </a:pathLst>
            </a:custGeom>
            <a:solidFill>
              <a:srgbClr val="C4D6E6"/>
            </a:solidFill>
            <a:ln>
              <a:noFill/>
            </a:ln>
          </p:spPr>
        </p:sp>
        <p:sp>
          <p:nvSpPr>
            <p:cNvPr id="20805" name="Graph element 298"/>
            <p:cNvSpPr/>
            <p:nvPr/>
          </p:nvSpPr>
          <p:spPr>
            <a:xfrm>
              <a:off x="1824797" y="859661"/>
              <a:ext cx="3430" cy="17150"/>
            </a:xfrm>
            <a:custGeom>
              <a:avLst/>
              <a:gdLst/>
              <a:ahLst/>
              <a:cxnLst/>
              <a:rect l="0" t="0" r="r" b="b"/>
              <a:pathLst>
                <a:path w="3430" h="17150" stroke="0" extrusionOk="0">
                  <a:moveTo>
                    <a:pt x="0" y="17150"/>
                  </a:moveTo>
                  <a:lnTo>
                    <a:pt x="3430" y="17150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7150"/>
                  </a:lnTo>
                  <a:close/>
                </a:path>
              </a:pathLst>
            </a:custGeom>
            <a:solidFill>
              <a:srgbClr val="C4D6E6"/>
            </a:solidFill>
            <a:ln>
              <a:noFill/>
            </a:ln>
          </p:spPr>
        </p:sp>
        <p:sp>
          <p:nvSpPr>
            <p:cNvPr id="20806" name="Graph element 299"/>
            <p:cNvSpPr/>
            <p:nvPr/>
          </p:nvSpPr>
          <p:spPr>
            <a:xfrm>
              <a:off x="1726183" y="842511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C4D6E6"/>
            </a:solidFill>
            <a:ln>
              <a:noFill/>
            </a:ln>
          </p:spPr>
        </p:sp>
        <p:sp>
          <p:nvSpPr>
            <p:cNvPr id="20807" name="Graph element 300"/>
            <p:cNvSpPr/>
            <p:nvPr/>
          </p:nvSpPr>
          <p:spPr>
            <a:xfrm>
              <a:off x="1850523" y="825361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C4D6E6"/>
            </a:solidFill>
            <a:ln>
              <a:noFill/>
            </a:ln>
          </p:spPr>
        </p:sp>
        <p:sp>
          <p:nvSpPr>
            <p:cNvPr id="20808" name="Graph element 301"/>
            <p:cNvSpPr/>
            <p:nvPr/>
          </p:nvSpPr>
          <p:spPr>
            <a:xfrm>
              <a:off x="1694026" y="818929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C4D6E6"/>
            </a:solidFill>
            <a:ln>
              <a:noFill/>
            </a:ln>
          </p:spPr>
        </p:sp>
        <p:sp>
          <p:nvSpPr>
            <p:cNvPr id="20809" name="Graph element 302"/>
            <p:cNvSpPr/>
            <p:nvPr/>
          </p:nvSpPr>
          <p:spPr>
            <a:xfrm>
              <a:off x="1852667" y="793204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C4D6E6"/>
            </a:solidFill>
            <a:ln>
              <a:noFill/>
            </a:ln>
          </p:spPr>
        </p:sp>
        <p:sp>
          <p:nvSpPr>
            <p:cNvPr id="20810" name="Graph element 303"/>
            <p:cNvSpPr/>
            <p:nvPr/>
          </p:nvSpPr>
          <p:spPr>
            <a:xfrm>
              <a:off x="1696170" y="786772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C4D6E6"/>
            </a:solidFill>
            <a:ln>
              <a:noFill/>
            </a:ln>
          </p:spPr>
        </p:sp>
        <p:sp>
          <p:nvSpPr>
            <p:cNvPr id="20811" name="Graph element 304"/>
            <p:cNvSpPr/>
            <p:nvPr/>
          </p:nvSpPr>
          <p:spPr>
            <a:xfrm>
              <a:off x="1826941" y="782485"/>
              <a:ext cx="3430" cy="17150"/>
            </a:xfrm>
            <a:custGeom>
              <a:avLst/>
              <a:gdLst/>
              <a:ahLst/>
              <a:cxnLst/>
              <a:rect l="0" t="0" r="r" b="b"/>
              <a:pathLst>
                <a:path w="3430" h="17150" stroke="0" extrusionOk="0">
                  <a:moveTo>
                    <a:pt x="0" y="17150"/>
                  </a:moveTo>
                  <a:lnTo>
                    <a:pt x="3430" y="17150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7150"/>
                  </a:lnTo>
                  <a:close/>
                </a:path>
              </a:pathLst>
            </a:custGeom>
            <a:solidFill>
              <a:srgbClr val="C4D6E6"/>
            </a:solidFill>
            <a:ln>
              <a:noFill/>
            </a:ln>
          </p:spPr>
        </p:sp>
        <p:sp>
          <p:nvSpPr>
            <p:cNvPr id="20812" name="Graph element 305"/>
            <p:cNvSpPr/>
            <p:nvPr/>
          </p:nvSpPr>
          <p:spPr>
            <a:xfrm>
              <a:off x="1854811" y="758903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C4D6E6"/>
            </a:solidFill>
            <a:ln>
              <a:noFill/>
            </a:ln>
          </p:spPr>
        </p:sp>
        <p:sp>
          <p:nvSpPr>
            <p:cNvPr id="20813" name="Graph element 306"/>
            <p:cNvSpPr/>
            <p:nvPr/>
          </p:nvSpPr>
          <p:spPr>
            <a:xfrm>
              <a:off x="1724039" y="754615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C4D6E6"/>
            </a:solidFill>
            <a:ln>
              <a:noFill/>
            </a:ln>
          </p:spPr>
        </p:sp>
        <p:sp>
          <p:nvSpPr>
            <p:cNvPr id="20814" name="Graph element 307"/>
            <p:cNvSpPr/>
            <p:nvPr/>
          </p:nvSpPr>
          <p:spPr>
            <a:xfrm>
              <a:off x="1698314" y="754615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C4D6E6"/>
            </a:solidFill>
            <a:ln>
              <a:noFill/>
            </a:ln>
          </p:spPr>
        </p:sp>
        <p:sp>
          <p:nvSpPr>
            <p:cNvPr id="20815" name="Graph element 308"/>
            <p:cNvSpPr/>
            <p:nvPr/>
          </p:nvSpPr>
          <p:spPr>
            <a:xfrm>
              <a:off x="1706889" y="731034"/>
              <a:ext cx="3430" cy="6431"/>
            </a:xfrm>
            <a:custGeom>
              <a:avLst/>
              <a:gdLst/>
              <a:ahLst/>
              <a:cxnLst/>
              <a:rect l="0" t="0" r="r" b="b"/>
              <a:pathLst>
                <a:path w="3430" h="6431" stroke="0" extrusionOk="0">
                  <a:moveTo>
                    <a:pt x="0" y="6431"/>
                  </a:moveTo>
                  <a:lnTo>
                    <a:pt x="3430" y="6431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6431"/>
                  </a:lnTo>
                  <a:close/>
                </a:path>
              </a:pathLst>
            </a:custGeom>
            <a:solidFill>
              <a:srgbClr val="C4D6E6"/>
            </a:solidFill>
            <a:ln>
              <a:noFill/>
            </a:ln>
          </p:spPr>
        </p:sp>
        <p:sp>
          <p:nvSpPr>
            <p:cNvPr id="20816" name="Graph element 309"/>
            <p:cNvSpPr/>
            <p:nvPr/>
          </p:nvSpPr>
          <p:spPr>
            <a:xfrm>
              <a:off x="1856954" y="724602"/>
              <a:ext cx="3430" cy="6431"/>
            </a:xfrm>
            <a:custGeom>
              <a:avLst/>
              <a:gdLst/>
              <a:ahLst/>
              <a:cxnLst/>
              <a:rect l="0" t="0" r="r" b="b"/>
              <a:pathLst>
                <a:path w="3430" h="6431" stroke="0" extrusionOk="0">
                  <a:moveTo>
                    <a:pt x="0" y="6431"/>
                  </a:moveTo>
                  <a:lnTo>
                    <a:pt x="3430" y="6431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6431"/>
                  </a:lnTo>
                  <a:close/>
                </a:path>
              </a:pathLst>
            </a:custGeom>
            <a:solidFill>
              <a:srgbClr val="C4D6E6"/>
            </a:solidFill>
            <a:ln>
              <a:noFill/>
            </a:ln>
          </p:spPr>
        </p:sp>
        <p:sp>
          <p:nvSpPr>
            <p:cNvPr id="20817" name="Graph element 310"/>
            <p:cNvSpPr/>
            <p:nvPr/>
          </p:nvSpPr>
          <p:spPr>
            <a:xfrm>
              <a:off x="1726183" y="718171"/>
              <a:ext cx="3430" cy="6431"/>
            </a:xfrm>
            <a:custGeom>
              <a:avLst/>
              <a:gdLst/>
              <a:ahLst/>
              <a:cxnLst/>
              <a:rect l="0" t="0" r="r" b="b"/>
              <a:pathLst>
                <a:path w="3430" h="6431" stroke="0" extrusionOk="0">
                  <a:moveTo>
                    <a:pt x="0" y="6431"/>
                  </a:moveTo>
                  <a:lnTo>
                    <a:pt x="3430" y="6431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6431"/>
                  </a:lnTo>
                  <a:close/>
                </a:path>
              </a:pathLst>
            </a:custGeom>
            <a:solidFill>
              <a:srgbClr val="C4D6E6"/>
            </a:solidFill>
            <a:ln>
              <a:noFill/>
            </a:ln>
          </p:spPr>
        </p:sp>
        <p:sp>
          <p:nvSpPr>
            <p:cNvPr id="20818" name="Graph element 311"/>
            <p:cNvSpPr/>
            <p:nvPr/>
          </p:nvSpPr>
          <p:spPr>
            <a:xfrm>
              <a:off x="1342946" y="706239"/>
              <a:ext cx="4569" cy="4569"/>
            </a:xfrm>
            <a:custGeom>
              <a:avLst/>
              <a:gdLst/>
              <a:ahLst/>
              <a:cxnLst/>
              <a:rect l="0" t="0" r="r" b="b"/>
              <a:pathLst>
                <a:path w="4569" h="4569" stroke="0" extrusionOk="0">
                  <a:moveTo>
                    <a:pt x="2144" y="4569"/>
                  </a:moveTo>
                  <a:lnTo>
                    <a:pt x="4569" y="2144"/>
                  </a:lnTo>
                  <a:lnTo>
                    <a:pt x="2425" y="0"/>
                  </a:lnTo>
                  <a:lnTo>
                    <a:pt x="0" y="2425"/>
                  </a:lnTo>
                  <a:lnTo>
                    <a:pt x="2144" y="4569"/>
                  </a:lnTo>
                  <a:close/>
                </a:path>
              </a:pathLst>
            </a:custGeom>
            <a:solidFill>
              <a:srgbClr val="C4D6E6"/>
            </a:solidFill>
            <a:ln>
              <a:noFill/>
            </a:ln>
          </p:spPr>
        </p:sp>
        <p:sp>
          <p:nvSpPr>
            <p:cNvPr id="20819" name="Graph element 312"/>
            <p:cNvSpPr/>
            <p:nvPr/>
          </p:nvSpPr>
          <p:spPr>
            <a:xfrm>
              <a:off x="1324865" y="697162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C4D6E6"/>
            </a:solidFill>
            <a:ln>
              <a:noFill/>
            </a:ln>
          </p:spPr>
        </p:sp>
        <p:sp>
          <p:nvSpPr>
            <p:cNvPr id="20820" name="Graph element 313"/>
            <p:cNvSpPr/>
            <p:nvPr/>
          </p:nvSpPr>
          <p:spPr>
            <a:xfrm>
              <a:off x="1709033" y="696733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C4D6E6"/>
            </a:solidFill>
            <a:ln>
              <a:noFill/>
            </a:ln>
          </p:spPr>
        </p:sp>
        <p:sp>
          <p:nvSpPr>
            <p:cNvPr id="20821" name="Graph element 314"/>
            <p:cNvSpPr/>
            <p:nvPr/>
          </p:nvSpPr>
          <p:spPr>
            <a:xfrm>
              <a:off x="1859098" y="690302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C4D6E6"/>
            </a:solidFill>
            <a:ln>
              <a:noFill/>
            </a:ln>
          </p:spPr>
        </p:sp>
        <p:sp>
          <p:nvSpPr>
            <p:cNvPr id="20822" name="Graph element 315"/>
            <p:cNvSpPr/>
            <p:nvPr/>
          </p:nvSpPr>
          <p:spPr>
            <a:xfrm>
              <a:off x="1728327" y="683870"/>
              <a:ext cx="3430" cy="6431"/>
            </a:xfrm>
            <a:custGeom>
              <a:avLst/>
              <a:gdLst/>
              <a:ahLst/>
              <a:cxnLst/>
              <a:rect l="0" t="0" r="r" b="b"/>
              <a:pathLst>
                <a:path w="3430" h="6431" stroke="0" extrusionOk="0">
                  <a:moveTo>
                    <a:pt x="0" y="6431"/>
                  </a:moveTo>
                  <a:lnTo>
                    <a:pt x="3430" y="6431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6431"/>
                  </a:lnTo>
                  <a:close/>
                </a:path>
              </a:pathLst>
            </a:custGeom>
            <a:solidFill>
              <a:srgbClr val="C4D6E6"/>
            </a:solidFill>
            <a:ln>
              <a:noFill/>
            </a:ln>
          </p:spPr>
        </p:sp>
        <p:sp>
          <p:nvSpPr>
            <p:cNvPr id="20823" name="Graph element 316"/>
            <p:cNvSpPr/>
            <p:nvPr/>
          </p:nvSpPr>
          <p:spPr>
            <a:xfrm>
              <a:off x="1711176" y="660289"/>
              <a:ext cx="3430" cy="6431"/>
            </a:xfrm>
            <a:custGeom>
              <a:avLst/>
              <a:gdLst/>
              <a:ahLst/>
              <a:cxnLst/>
              <a:rect l="0" t="0" r="r" b="b"/>
              <a:pathLst>
                <a:path w="3430" h="6431" stroke="0" extrusionOk="0">
                  <a:moveTo>
                    <a:pt x="0" y="6431"/>
                  </a:moveTo>
                  <a:lnTo>
                    <a:pt x="3430" y="6431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6431"/>
                  </a:lnTo>
                  <a:close/>
                </a:path>
              </a:pathLst>
            </a:custGeom>
            <a:solidFill>
              <a:srgbClr val="C4D6E6"/>
            </a:solidFill>
            <a:ln>
              <a:noFill/>
            </a:ln>
          </p:spPr>
        </p:sp>
        <p:sp>
          <p:nvSpPr>
            <p:cNvPr id="20824" name="Graph element 317"/>
            <p:cNvSpPr/>
            <p:nvPr/>
          </p:nvSpPr>
          <p:spPr>
            <a:xfrm>
              <a:off x="1861242" y="653857"/>
              <a:ext cx="3430" cy="6431"/>
            </a:xfrm>
            <a:custGeom>
              <a:avLst/>
              <a:gdLst/>
              <a:ahLst/>
              <a:cxnLst/>
              <a:rect l="0" t="0" r="r" b="b"/>
              <a:pathLst>
                <a:path w="3430" h="6431" stroke="0" extrusionOk="0">
                  <a:moveTo>
                    <a:pt x="0" y="6431"/>
                  </a:moveTo>
                  <a:lnTo>
                    <a:pt x="3430" y="6431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6431"/>
                  </a:lnTo>
                  <a:close/>
                </a:path>
              </a:pathLst>
            </a:custGeom>
            <a:solidFill>
              <a:srgbClr val="C4D6E6"/>
            </a:solidFill>
            <a:ln>
              <a:noFill/>
            </a:ln>
          </p:spPr>
        </p:sp>
        <p:sp>
          <p:nvSpPr>
            <p:cNvPr id="20825" name="Graph element 318"/>
            <p:cNvSpPr/>
            <p:nvPr/>
          </p:nvSpPr>
          <p:spPr>
            <a:xfrm>
              <a:off x="1831229" y="630275"/>
              <a:ext cx="3430" cy="15007"/>
            </a:xfrm>
            <a:custGeom>
              <a:avLst/>
              <a:gdLst/>
              <a:ahLst/>
              <a:cxnLst/>
              <a:rect l="0" t="0" r="r" b="b"/>
              <a:pathLst>
                <a:path w="3430" h="15007" stroke="0" extrusionOk="0">
                  <a:moveTo>
                    <a:pt x="0" y="15007"/>
                  </a:moveTo>
                  <a:lnTo>
                    <a:pt x="3430" y="15007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5007"/>
                  </a:lnTo>
                  <a:close/>
                </a:path>
              </a:pathLst>
            </a:custGeom>
            <a:solidFill>
              <a:srgbClr val="C4D6E6"/>
            </a:solidFill>
            <a:ln>
              <a:noFill/>
            </a:ln>
          </p:spPr>
        </p:sp>
        <p:sp>
          <p:nvSpPr>
            <p:cNvPr id="20826" name="Graph element 319"/>
            <p:cNvSpPr/>
            <p:nvPr/>
          </p:nvSpPr>
          <p:spPr>
            <a:xfrm>
              <a:off x="1852667" y="608837"/>
              <a:ext cx="3430" cy="6431"/>
            </a:xfrm>
            <a:custGeom>
              <a:avLst/>
              <a:gdLst/>
              <a:ahLst/>
              <a:cxnLst/>
              <a:rect l="0" t="0" r="r" b="b"/>
              <a:pathLst>
                <a:path w="3430" h="6431" stroke="0" extrusionOk="0">
                  <a:moveTo>
                    <a:pt x="0" y="6431"/>
                  </a:moveTo>
                  <a:lnTo>
                    <a:pt x="3430" y="6431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6431"/>
                  </a:lnTo>
                  <a:close/>
                </a:path>
              </a:pathLst>
            </a:custGeom>
            <a:solidFill>
              <a:srgbClr val="C4D6E6"/>
            </a:solidFill>
            <a:ln>
              <a:noFill/>
            </a:ln>
          </p:spPr>
        </p:sp>
        <p:sp>
          <p:nvSpPr>
            <p:cNvPr id="20827" name="Graph element 320"/>
            <p:cNvSpPr/>
            <p:nvPr/>
          </p:nvSpPr>
          <p:spPr>
            <a:xfrm>
              <a:off x="1871961" y="595975"/>
              <a:ext cx="3430" cy="6431"/>
            </a:xfrm>
            <a:custGeom>
              <a:avLst/>
              <a:gdLst/>
              <a:ahLst/>
              <a:cxnLst/>
              <a:rect l="0" t="0" r="r" b="b"/>
              <a:pathLst>
                <a:path w="3430" h="6431" stroke="0" extrusionOk="0">
                  <a:moveTo>
                    <a:pt x="0" y="6431"/>
                  </a:moveTo>
                  <a:lnTo>
                    <a:pt x="3430" y="6431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6431"/>
                  </a:lnTo>
                  <a:close/>
                </a:path>
              </a:pathLst>
            </a:custGeom>
            <a:solidFill>
              <a:srgbClr val="C4D6E6"/>
            </a:solidFill>
            <a:ln>
              <a:noFill/>
            </a:ln>
          </p:spPr>
        </p:sp>
        <p:sp>
          <p:nvSpPr>
            <p:cNvPr id="20828" name="Graph element 321"/>
            <p:cNvSpPr/>
            <p:nvPr/>
          </p:nvSpPr>
          <p:spPr>
            <a:xfrm>
              <a:off x="1852667" y="568534"/>
              <a:ext cx="5574" cy="21009"/>
            </a:xfrm>
            <a:custGeom>
              <a:avLst/>
              <a:gdLst/>
              <a:ahLst/>
              <a:cxnLst/>
              <a:rect l="0" t="0" r="r" b="b"/>
              <a:pathLst>
                <a:path w="5574" h="21009" stroke="0" extrusionOk="0">
                  <a:moveTo>
                    <a:pt x="0" y="0"/>
                  </a:moveTo>
                  <a:lnTo>
                    <a:pt x="0" y="21009"/>
                  </a:lnTo>
                  <a:lnTo>
                    <a:pt x="3430" y="21009"/>
                  </a:lnTo>
                  <a:lnTo>
                    <a:pt x="3430" y="11001"/>
                  </a:lnTo>
                  <a:lnTo>
                    <a:pt x="5574" y="8857"/>
                  </a:lnTo>
                  <a:lnTo>
                    <a:pt x="557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4D6E6"/>
            </a:solidFill>
            <a:ln>
              <a:noFill/>
            </a:ln>
          </p:spPr>
        </p:sp>
        <p:sp>
          <p:nvSpPr>
            <p:cNvPr id="20829" name="Graph element 322"/>
            <p:cNvSpPr/>
            <p:nvPr/>
          </p:nvSpPr>
          <p:spPr>
            <a:xfrm>
              <a:off x="1874105" y="557386"/>
              <a:ext cx="3430" cy="6431"/>
            </a:xfrm>
            <a:custGeom>
              <a:avLst/>
              <a:gdLst/>
              <a:ahLst/>
              <a:cxnLst/>
              <a:rect l="0" t="0" r="r" b="b"/>
              <a:pathLst>
                <a:path w="3430" h="6431" stroke="0" extrusionOk="0">
                  <a:moveTo>
                    <a:pt x="0" y="6431"/>
                  </a:moveTo>
                  <a:lnTo>
                    <a:pt x="3430" y="6431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6431"/>
                  </a:lnTo>
                  <a:close/>
                </a:path>
              </a:pathLst>
            </a:custGeom>
            <a:solidFill>
              <a:srgbClr val="C4D6E6"/>
            </a:solidFill>
            <a:ln>
              <a:noFill/>
            </a:ln>
          </p:spPr>
        </p:sp>
        <p:sp>
          <p:nvSpPr>
            <p:cNvPr id="20830" name="Graph element 323"/>
            <p:cNvSpPr/>
            <p:nvPr/>
          </p:nvSpPr>
          <p:spPr>
            <a:xfrm>
              <a:off x="1833373" y="548811"/>
              <a:ext cx="3430" cy="17150"/>
            </a:xfrm>
            <a:custGeom>
              <a:avLst/>
              <a:gdLst/>
              <a:ahLst/>
              <a:cxnLst/>
              <a:rect l="0" t="0" r="r" b="b"/>
              <a:pathLst>
                <a:path w="3430" h="17150" stroke="0" extrusionOk="0">
                  <a:moveTo>
                    <a:pt x="0" y="17150"/>
                  </a:moveTo>
                  <a:lnTo>
                    <a:pt x="3430" y="17150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7150"/>
                  </a:lnTo>
                  <a:close/>
                </a:path>
              </a:pathLst>
            </a:custGeom>
            <a:solidFill>
              <a:srgbClr val="C4D6E6"/>
            </a:solidFill>
            <a:ln>
              <a:noFill/>
            </a:ln>
          </p:spPr>
        </p:sp>
        <p:sp>
          <p:nvSpPr>
            <p:cNvPr id="20831" name="Graph element 324"/>
            <p:cNvSpPr/>
            <p:nvPr/>
          </p:nvSpPr>
          <p:spPr>
            <a:xfrm>
              <a:off x="917973" y="535948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C4D6E6"/>
            </a:solidFill>
            <a:ln>
              <a:noFill/>
            </a:ln>
          </p:spPr>
        </p:sp>
        <p:sp>
          <p:nvSpPr>
            <p:cNvPr id="20832" name="Graph element 325"/>
            <p:cNvSpPr/>
            <p:nvPr/>
          </p:nvSpPr>
          <p:spPr>
            <a:xfrm>
              <a:off x="1856954" y="533805"/>
              <a:ext cx="3430" cy="6431"/>
            </a:xfrm>
            <a:custGeom>
              <a:avLst/>
              <a:gdLst/>
              <a:ahLst/>
              <a:cxnLst/>
              <a:rect l="0" t="0" r="r" b="b"/>
              <a:pathLst>
                <a:path w="3430" h="6431" stroke="0" extrusionOk="0">
                  <a:moveTo>
                    <a:pt x="0" y="6431"/>
                  </a:moveTo>
                  <a:lnTo>
                    <a:pt x="3430" y="6431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6431"/>
                  </a:lnTo>
                  <a:close/>
                </a:path>
              </a:pathLst>
            </a:custGeom>
            <a:solidFill>
              <a:srgbClr val="C4D6E6"/>
            </a:solidFill>
            <a:ln>
              <a:noFill/>
            </a:ln>
          </p:spPr>
        </p:sp>
        <p:sp>
          <p:nvSpPr>
            <p:cNvPr id="20833" name="Graph element 326"/>
            <p:cNvSpPr/>
            <p:nvPr/>
          </p:nvSpPr>
          <p:spPr>
            <a:xfrm>
              <a:off x="1876249" y="520942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C4D6E6"/>
            </a:solidFill>
            <a:ln>
              <a:noFill/>
            </a:ln>
          </p:spPr>
        </p:sp>
        <p:sp>
          <p:nvSpPr>
            <p:cNvPr id="20834" name="Graph element 327"/>
            <p:cNvSpPr/>
            <p:nvPr/>
          </p:nvSpPr>
          <p:spPr>
            <a:xfrm>
              <a:off x="900822" y="520942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C4D6E6"/>
            </a:solidFill>
            <a:ln>
              <a:noFill/>
            </a:ln>
          </p:spPr>
        </p:sp>
        <p:sp>
          <p:nvSpPr>
            <p:cNvPr id="20835" name="Graph element 328"/>
            <p:cNvSpPr/>
            <p:nvPr/>
          </p:nvSpPr>
          <p:spPr>
            <a:xfrm>
              <a:off x="920116" y="514511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C4D6E6"/>
            </a:solidFill>
            <a:ln>
              <a:noFill/>
            </a:ln>
          </p:spPr>
        </p:sp>
        <p:sp>
          <p:nvSpPr>
            <p:cNvPr id="20836" name="Graph element 329"/>
            <p:cNvSpPr/>
            <p:nvPr/>
          </p:nvSpPr>
          <p:spPr>
            <a:xfrm>
              <a:off x="902966" y="501648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C4D6E6"/>
            </a:solidFill>
            <a:ln>
              <a:noFill/>
            </a:ln>
          </p:spPr>
        </p:sp>
        <p:sp>
          <p:nvSpPr>
            <p:cNvPr id="20837" name="Graph element 330"/>
            <p:cNvSpPr/>
            <p:nvPr/>
          </p:nvSpPr>
          <p:spPr>
            <a:xfrm>
              <a:off x="1884824" y="495216"/>
              <a:ext cx="3430" cy="6431"/>
            </a:xfrm>
            <a:custGeom>
              <a:avLst/>
              <a:gdLst/>
              <a:ahLst/>
              <a:cxnLst/>
              <a:rect l="0" t="0" r="r" b="b"/>
              <a:pathLst>
                <a:path w="3430" h="6431" stroke="0" extrusionOk="0">
                  <a:moveTo>
                    <a:pt x="0" y="6431"/>
                  </a:moveTo>
                  <a:lnTo>
                    <a:pt x="3430" y="6431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6431"/>
                  </a:lnTo>
                  <a:close/>
                </a:path>
              </a:pathLst>
            </a:custGeom>
            <a:solidFill>
              <a:srgbClr val="C4D6E6"/>
            </a:solidFill>
            <a:ln>
              <a:noFill/>
            </a:ln>
          </p:spPr>
        </p:sp>
        <p:sp>
          <p:nvSpPr>
            <p:cNvPr id="20838" name="Graph element 331"/>
            <p:cNvSpPr/>
            <p:nvPr/>
          </p:nvSpPr>
          <p:spPr>
            <a:xfrm>
              <a:off x="1854811" y="482354"/>
              <a:ext cx="3430" cy="19294"/>
            </a:xfrm>
            <a:custGeom>
              <a:avLst/>
              <a:gdLst/>
              <a:ahLst/>
              <a:cxnLst/>
              <a:rect l="0" t="0" r="r" b="b"/>
              <a:pathLst>
                <a:path w="3430" h="19294" stroke="0" extrusionOk="0">
                  <a:moveTo>
                    <a:pt x="0" y="19294"/>
                  </a:moveTo>
                  <a:lnTo>
                    <a:pt x="3430" y="1929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9294"/>
                  </a:lnTo>
                  <a:close/>
                </a:path>
              </a:pathLst>
            </a:custGeom>
            <a:solidFill>
              <a:srgbClr val="C4D6E6"/>
            </a:solidFill>
            <a:ln>
              <a:noFill/>
            </a:ln>
          </p:spPr>
        </p:sp>
        <p:sp>
          <p:nvSpPr>
            <p:cNvPr id="20839" name="Graph element 332"/>
            <p:cNvSpPr/>
            <p:nvPr/>
          </p:nvSpPr>
          <p:spPr>
            <a:xfrm>
              <a:off x="1835516" y="469491"/>
              <a:ext cx="3430" cy="17150"/>
            </a:xfrm>
            <a:custGeom>
              <a:avLst/>
              <a:gdLst/>
              <a:ahLst/>
              <a:cxnLst/>
              <a:rect l="0" t="0" r="r" b="b"/>
              <a:pathLst>
                <a:path w="3430" h="17150" stroke="0" extrusionOk="0">
                  <a:moveTo>
                    <a:pt x="0" y="17150"/>
                  </a:moveTo>
                  <a:lnTo>
                    <a:pt x="3430" y="17150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7150"/>
                  </a:lnTo>
                  <a:close/>
                </a:path>
              </a:pathLst>
            </a:custGeom>
            <a:solidFill>
              <a:srgbClr val="C4D6E6"/>
            </a:solidFill>
            <a:ln>
              <a:noFill/>
            </a:ln>
          </p:spPr>
        </p:sp>
        <p:sp>
          <p:nvSpPr>
            <p:cNvPr id="20840" name="Graph element 333"/>
            <p:cNvSpPr/>
            <p:nvPr/>
          </p:nvSpPr>
          <p:spPr>
            <a:xfrm>
              <a:off x="1867673" y="467347"/>
              <a:ext cx="3430" cy="6431"/>
            </a:xfrm>
            <a:custGeom>
              <a:avLst/>
              <a:gdLst/>
              <a:ahLst/>
              <a:cxnLst/>
              <a:rect l="0" t="0" r="r" b="b"/>
              <a:pathLst>
                <a:path w="3430" h="6431" stroke="0" extrusionOk="0">
                  <a:moveTo>
                    <a:pt x="0" y="6431"/>
                  </a:moveTo>
                  <a:lnTo>
                    <a:pt x="3430" y="6431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6431"/>
                  </a:lnTo>
                  <a:close/>
                </a:path>
              </a:pathLst>
            </a:custGeom>
            <a:solidFill>
              <a:srgbClr val="C4D6E6"/>
            </a:solidFill>
            <a:ln>
              <a:noFill/>
            </a:ln>
          </p:spPr>
        </p:sp>
        <p:sp>
          <p:nvSpPr>
            <p:cNvPr id="20841" name="Graph element 334"/>
            <p:cNvSpPr/>
            <p:nvPr/>
          </p:nvSpPr>
          <p:spPr>
            <a:xfrm>
              <a:off x="1869817" y="424471"/>
              <a:ext cx="3430" cy="8575"/>
            </a:xfrm>
            <a:custGeom>
              <a:avLst/>
              <a:gdLst/>
              <a:ahLst/>
              <a:cxnLst/>
              <a:rect l="0" t="0" r="r" b="b"/>
              <a:pathLst>
                <a:path w="3430" h="8575" stroke="0" extrusionOk="0">
                  <a:moveTo>
                    <a:pt x="0" y="8575"/>
                  </a:moveTo>
                  <a:lnTo>
                    <a:pt x="3430" y="857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8575"/>
                  </a:lnTo>
                  <a:close/>
                </a:path>
              </a:pathLst>
            </a:custGeom>
            <a:solidFill>
              <a:srgbClr val="C4D6E6"/>
            </a:solidFill>
            <a:ln>
              <a:noFill/>
            </a:ln>
          </p:spPr>
        </p:sp>
        <p:sp>
          <p:nvSpPr>
            <p:cNvPr id="20842" name="Graph element 335"/>
            <p:cNvSpPr/>
            <p:nvPr/>
          </p:nvSpPr>
          <p:spPr>
            <a:xfrm>
              <a:off x="1837660" y="396602"/>
              <a:ext cx="3430" cy="10719"/>
            </a:xfrm>
            <a:custGeom>
              <a:avLst/>
              <a:gdLst/>
              <a:ahLst/>
              <a:cxnLst/>
              <a:rect l="0" t="0" r="r" b="b"/>
              <a:pathLst>
                <a:path w="3430" h="10719" stroke="0" extrusionOk="0">
                  <a:moveTo>
                    <a:pt x="0" y="10719"/>
                  </a:moveTo>
                  <a:lnTo>
                    <a:pt x="3430" y="10719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0719"/>
                  </a:lnTo>
                  <a:close/>
                </a:path>
              </a:pathLst>
            </a:custGeom>
            <a:solidFill>
              <a:srgbClr val="C4D6E6"/>
            </a:solidFill>
            <a:ln>
              <a:noFill/>
            </a:ln>
          </p:spPr>
        </p:sp>
        <p:sp>
          <p:nvSpPr>
            <p:cNvPr id="20843" name="Graph element 336"/>
            <p:cNvSpPr/>
            <p:nvPr/>
          </p:nvSpPr>
          <p:spPr>
            <a:xfrm>
              <a:off x="1871961" y="383739"/>
              <a:ext cx="3430" cy="6431"/>
            </a:xfrm>
            <a:custGeom>
              <a:avLst/>
              <a:gdLst/>
              <a:ahLst/>
              <a:cxnLst/>
              <a:rect l="0" t="0" r="r" b="b"/>
              <a:pathLst>
                <a:path w="3430" h="6431" stroke="0" extrusionOk="0">
                  <a:moveTo>
                    <a:pt x="0" y="6431"/>
                  </a:moveTo>
                  <a:lnTo>
                    <a:pt x="3430" y="6431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6431"/>
                  </a:lnTo>
                  <a:close/>
                </a:path>
              </a:pathLst>
            </a:custGeom>
            <a:solidFill>
              <a:srgbClr val="C4D6E6"/>
            </a:solidFill>
            <a:ln>
              <a:noFill/>
            </a:ln>
          </p:spPr>
        </p:sp>
        <p:sp>
          <p:nvSpPr>
            <p:cNvPr id="20844" name="Graph element 337"/>
            <p:cNvSpPr/>
            <p:nvPr/>
          </p:nvSpPr>
          <p:spPr>
            <a:xfrm>
              <a:off x="782485" y="379880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C4D6E6"/>
            </a:solidFill>
            <a:ln>
              <a:noFill/>
            </a:ln>
          </p:spPr>
        </p:sp>
        <p:sp>
          <p:nvSpPr>
            <p:cNvPr id="20845" name="Graph element 338"/>
            <p:cNvSpPr/>
            <p:nvPr/>
          </p:nvSpPr>
          <p:spPr>
            <a:xfrm>
              <a:off x="1880536" y="355870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C4D6E6"/>
            </a:solidFill>
            <a:ln>
              <a:noFill/>
            </a:ln>
          </p:spPr>
        </p:sp>
        <p:sp>
          <p:nvSpPr>
            <p:cNvPr id="20846" name="Graph element 339"/>
            <p:cNvSpPr/>
            <p:nvPr/>
          </p:nvSpPr>
          <p:spPr>
            <a:xfrm>
              <a:off x="1899830" y="351582"/>
              <a:ext cx="3430" cy="23582"/>
            </a:xfrm>
            <a:custGeom>
              <a:avLst/>
              <a:gdLst/>
              <a:ahLst/>
              <a:cxnLst/>
              <a:rect l="0" t="0" r="r" b="b"/>
              <a:pathLst>
                <a:path w="3430" h="23582" stroke="0" extrusionOk="0">
                  <a:moveTo>
                    <a:pt x="0" y="23582"/>
                  </a:moveTo>
                  <a:lnTo>
                    <a:pt x="3430" y="23582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3582"/>
                  </a:lnTo>
                  <a:close/>
                </a:path>
              </a:pathLst>
            </a:custGeom>
            <a:solidFill>
              <a:srgbClr val="C4D6E6"/>
            </a:solidFill>
            <a:ln>
              <a:noFill/>
            </a:ln>
          </p:spPr>
        </p:sp>
        <p:sp>
          <p:nvSpPr>
            <p:cNvPr id="20847" name="Graph element 340"/>
            <p:cNvSpPr/>
            <p:nvPr/>
          </p:nvSpPr>
          <p:spPr>
            <a:xfrm>
              <a:off x="781272" y="333219"/>
              <a:ext cx="4569" cy="4569"/>
            </a:xfrm>
            <a:custGeom>
              <a:avLst/>
              <a:gdLst/>
              <a:ahLst/>
              <a:cxnLst/>
              <a:rect l="0" t="0" r="r" b="b"/>
              <a:pathLst>
                <a:path w="4569" h="4569" stroke="0" extrusionOk="0">
                  <a:moveTo>
                    <a:pt x="0" y="2144"/>
                  </a:moveTo>
                  <a:lnTo>
                    <a:pt x="2425" y="4569"/>
                  </a:lnTo>
                  <a:lnTo>
                    <a:pt x="4569" y="2425"/>
                  </a:lnTo>
                  <a:lnTo>
                    <a:pt x="2144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C4D6E6"/>
            </a:solidFill>
            <a:ln>
              <a:noFill/>
            </a:ln>
          </p:spPr>
        </p:sp>
        <p:sp>
          <p:nvSpPr>
            <p:cNvPr id="20848" name="Graph element 341"/>
            <p:cNvSpPr/>
            <p:nvPr/>
          </p:nvSpPr>
          <p:spPr>
            <a:xfrm>
              <a:off x="1901974" y="295844"/>
              <a:ext cx="3430" cy="8575"/>
            </a:xfrm>
            <a:custGeom>
              <a:avLst/>
              <a:gdLst/>
              <a:ahLst/>
              <a:cxnLst/>
              <a:rect l="0" t="0" r="r" b="b"/>
              <a:pathLst>
                <a:path w="3430" h="8575" stroke="0" extrusionOk="0">
                  <a:moveTo>
                    <a:pt x="0" y="8575"/>
                  </a:moveTo>
                  <a:lnTo>
                    <a:pt x="3430" y="857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8575"/>
                  </a:lnTo>
                  <a:close/>
                </a:path>
              </a:pathLst>
            </a:custGeom>
            <a:solidFill>
              <a:srgbClr val="C4D6E6"/>
            </a:solidFill>
            <a:ln>
              <a:noFill/>
            </a:ln>
          </p:spPr>
        </p:sp>
        <p:sp>
          <p:nvSpPr>
            <p:cNvPr id="20849" name="Graph element 342"/>
            <p:cNvSpPr/>
            <p:nvPr/>
          </p:nvSpPr>
          <p:spPr>
            <a:xfrm>
              <a:off x="1882680" y="255111"/>
              <a:ext cx="3430" cy="15007"/>
            </a:xfrm>
            <a:custGeom>
              <a:avLst/>
              <a:gdLst/>
              <a:ahLst/>
              <a:cxnLst/>
              <a:rect l="0" t="0" r="r" b="b"/>
              <a:pathLst>
                <a:path w="3430" h="15007" stroke="0" extrusionOk="0">
                  <a:moveTo>
                    <a:pt x="0" y="15007"/>
                  </a:moveTo>
                  <a:lnTo>
                    <a:pt x="3430" y="15007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5007"/>
                  </a:lnTo>
                  <a:close/>
                </a:path>
              </a:pathLst>
            </a:custGeom>
            <a:solidFill>
              <a:srgbClr val="C4D6E6"/>
            </a:solidFill>
            <a:ln>
              <a:noFill/>
            </a:ln>
          </p:spPr>
        </p:sp>
        <p:sp>
          <p:nvSpPr>
            <p:cNvPr id="20850" name="Graph element 343"/>
            <p:cNvSpPr/>
            <p:nvPr/>
          </p:nvSpPr>
          <p:spPr>
            <a:xfrm>
              <a:off x="1904118" y="252968"/>
              <a:ext cx="3430" cy="6431"/>
            </a:xfrm>
            <a:custGeom>
              <a:avLst/>
              <a:gdLst/>
              <a:ahLst/>
              <a:cxnLst/>
              <a:rect l="0" t="0" r="r" b="b"/>
              <a:pathLst>
                <a:path w="3430" h="6431" stroke="0" extrusionOk="0">
                  <a:moveTo>
                    <a:pt x="0" y="6431"/>
                  </a:moveTo>
                  <a:lnTo>
                    <a:pt x="3430" y="6431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6431"/>
                  </a:lnTo>
                  <a:close/>
                </a:path>
              </a:pathLst>
            </a:custGeom>
            <a:solidFill>
              <a:srgbClr val="C4D6E6"/>
            </a:solidFill>
            <a:ln>
              <a:noFill/>
            </a:ln>
          </p:spPr>
        </p:sp>
        <p:sp>
          <p:nvSpPr>
            <p:cNvPr id="20851" name="Graph element 344"/>
            <p:cNvSpPr/>
            <p:nvPr/>
          </p:nvSpPr>
          <p:spPr>
            <a:xfrm>
              <a:off x="1908908" y="245324"/>
              <a:ext cx="4569" cy="4569"/>
            </a:xfrm>
            <a:custGeom>
              <a:avLst/>
              <a:gdLst/>
              <a:ahLst/>
              <a:cxnLst/>
              <a:rect l="0" t="0" r="r" b="b"/>
              <a:pathLst>
                <a:path w="4569" h="4569" stroke="0" extrusionOk="0">
                  <a:moveTo>
                    <a:pt x="0" y="2144"/>
                  </a:moveTo>
                  <a:lnTo>
                    <a:pt x="2425" y="4569"/>
                  </a:lnTo>
                  <a:lnTo>
                    <a:pt x="4569" y="2425"/>
                  </a:lnTo>
                  <a:lnTo>
                    <a:pt x="2144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C4D6E6"/>
            </a:solidFill>
            <a:ln>
              <a:noFill/>
            </a:ln>
          </p:spPr>
        </p:sp>
        <p:sp>
          <p:nvSpPr>
            <p:cNvPr id="20852" name="Graph element 345"/>
            <p:cNvSpPr/>
            <p:nvPr/>
          </p:nvSpPr>
          <p:spPr>
            <a:xfrm>
              <a:off x="1912693" y="220811"/>
              <a:ext cx="3430" cy="10719"/>
            </a:xfrm>
            <a:custGeom>
              <a:avLst/>
              <a:gdLst/>
              <a:ahLst/>
              <a:cxnLst/>
              <a:rect l="0" t="0" r="r" b="b"/>
              <a:pathLst>
                <a:path w="3430" h="10719" stroke="0" extrusionOk="0">
                  <a:moveTo>
                    <a:pt x="0" y="10719"/>
                  </a:moveTo>
                  <a:lnTo>
                    <a:pt x="3430" y="10719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0719"/>
                  </a:lnTo>
                  <a:close/>
                </a:path>
              </a:pathLst>
            </a:custGeom>
            <a:solidFill>
              <a:srgbClr val="C4D6E6"/>
            </a:solidFill>
            <a:ln>
              <a:noFill/>
            </a:ln>
          </p:spPr>
        </p:sp>
        <p:sp>
          <p:nvSpPr>
            <p:cNvPr id="20853" name="Graph element 346"/>
            <p:cNvSpPr/>
            <p:nvPr/>
          </p:nvSpPr>
          <p:spPr>
            <a:xfrm>
              <a:off x="388455" y="205804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C4D6E6"/>
            </a:solidFill>
            <a:ln>
              <a:noFill/>
            </a:ln>
          </p:spPr>
        </p:sp>
        <p:sp>
          <p:nvSpPr>
            <p:cNvPr id="20854" name="Graph element 347"/>
            <p:cNvSpPr/>
            <p:nvPr/>
          </p:nvSpPr>
          <p:spPr>
            <a:xfrm>
              <a:off x="371305" y="190798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C4D6E6"/>
            </a:solidFill>
            <a:ln>
              <a:noFill/>
            </a:ln>
          </p:spPr>
        </p:sp>
        <p:sp>
          <p:nvSpPr>
            <p:cNvPr id="20855" name="Graph element 348"/>
            <p:cNvSpPr/>
            <p:nvPr/>
          </p:nvSpPr>
          <p:spPr>
            <a:xfrm>
              <a:off x="390599" y="184366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C4D6E6"/>
            </a:solidFill>
            <a:ln>
              <a:noFill/>
            </a:ln>
          </p:spPr>
        </p:sp>
        <p:sp>
          <p:nvSpPr>
            <p:cNvPr id="20856" name="Graph element 349"/>
            <p:cNvSpPr/>
            <p:nvPr/>
          </p:nvSpPr>
          <p:spPr>
            <a:xfrm>
              <a:off x="1914837" y="173647"/>
              <a:ext cx="3430" cy="8575"/>
            </a:xfrm>
            <a:custGeom>
              <a:avLst/>
              <a:gdLst/>
              <a:ahLst/>
              <a:cxnLst/>
              <a:rect l="0" t="0" r="r" b="b"/>
              <a:pathLst>
                <a:path w="3430" h="8575" stroke="0" extrusionOk="0">
                  <a:moveTo>
                    <a:pt x="0" y="8575"/>
                  </a:moveTo>
                  <a:lnTo>
                    <a:pt x="3430" y="857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8575"/>
                  </a:lnTo>
                  <a:close/>
                </a:path>
              </a:pathLst>
            </a:custGeom>
            <a:solidFill>
              <a:srgbClr val="C4D6E6"/>
            </a:solidFill>
            <a:ln>
              <a:noFill/>
            </a:ln>
          </p:spPr>
        </p:sp>
        <p:sp>
          <p:nvSpPr>
            <p:cNvPr id="20857" name="Graph element 350"/>
            <p:cNvSpPr/>
            <p:nvPr/>
          </p:nvSpPr>
          <p:spPr>
            <a:xfrm>
              <a:off x="373449" y="169360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C4D6E6"/>
            </a:solidFill>
            <a:ln>
              <a:noFill/>
            </a:ln>
          </p:spPr>
        </p:sp>
        <p:sp>
          <p:nvSpPr>
            <p:cNvPr id="20858" name="Graph element 351"/>
            <p:cNvSpPr/>
            <p:nvPr/>
          </p:nvSpPr>
          <p:spPr>
            <a:xfrm>
              <a:off x="1884824" y="147922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C4D6E6"/>
            </a:solidFill>
            <a:ln>
              <a:noFill/>
            </a:ln>
          </p:spPr>
        </p:sp>
        <p:sp>
          <p:nvSpPr>
            <p:cNvPr id="20859" name="Graph element 352"/>
            <p:cNvSpPr/>
            <p:nvPr/>
          </p:nvSpPr>
          <p:spPr>
            <a:xfrm>
              <a:off x="1916981" y="124340"/>
              <a:ext cx="3430" cy="10719"/>
            </a:xfrm>
            <a:custGeom>
              <a:avLst/>
              <a:gdLst/>
              <a:ahLst/>
              <a:cxnLst/>
              <a:rect l="0" t="0" r="r" b="b"/>
              <a:pathLst>
                <a:path w="3430" h="10719" stroke="0" extrusionOk="0">
                  <a:moveTo>
                    <a:pt x="0" y="10719"/>
                  </a:moveTo>
                  <a:lnTo>
                    <a:pt x="3430" y="10719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0719"/>
                  </a:lnTo>
                  <a:close/>
                </a:path>
              </a:pathLst>
            </a:custGeom>
            <a:solidFill>
              <a:srgbClr val="C4D6E6"/>
            </a:solidFill>
            <a:ln>
              <a:noFill/>
            </a:ln>
          </p:spPr>
        </p:sp>
        <p:sp>
          <p:nvSpPr>
            <p:cNvPr id="20860" name="Graph element 353"/>
            <p:cNvSpPr/>
            <p:nvPr/>
          </p:nvSpPr>
          <p:spPr>
            <a:xfrm>
              <a:off x="1606130" y="1839375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861" name="Graph element 354"/>
            <p:cNvSpPr/>
            <p:nvPr/>
          </p:nvSpPr>
          <p:spPr>
            <a:xfrm>
              <a:off x="1882251" y="1730471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862" name="Graph element 355"/>
            <p:cNvSpPr/>
            <p:nvPr/>
          </p:nvSpPr>
          <p:spPr>
            <a:xfrm>
              <a:off x="1792212" y="1704745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863" name="Graph element 356"/>
            <p:cNvSpPr/>
            <p:nvPr/>
          </p:nvSpPr>
          <p:spPr>
            <a:xfrm>
              <a:off x="1764342" y="1700457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864" name="Graph element 357"/>
            <p:cNvSpPr/>
            <p:nvPr/>
          </p:nvSpPr>
          <p:spPr>
            <a:xfrm>
              <a:off x="1742905" y="1698314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865" name="Graph element 358"/>
            <p:cNvSpPr/>
            <p:nvPr/>
          </p:nvSpPr>
          <p:spPr>
            <a:xfrm>
              <a:off x="1736473" y="1698314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866" name="Graph element 359"/>
            <p:cNvSpPr/>
            <p:nvPr/>
          </p:nvSpPr>
          <p:spPr>
            <a:xfrm>
              <a:off x="1715035" y="1696170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867" name="Graph element 360"/>
            <p:cNvSpPr/>
            <p:nvPr/>
          </p:nvSpPr>
          <p:spPr>
            <a:xfrm>
              <a:off x="1708604" y="1696170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868" name="Graph element 361"/>
            <p:cNvSpPr/>
            <p:nvPr/>
          </p:nvSpPr>
          <p:spPr>
            <a:xfrm>
              <a:off x="1631427" y="1691882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869" name="Graph element 362"/>
            <p:cNvSpPr/>
            <p:nvPr/>
          </p:nvSpPr>
          <p:spPr>
            <a:xfrm>
              <a:off x="1569257" y="1687595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870" name="Graph element 363"/>
            <p:cNvSpPr/>
            <p:nvPr/>
          </p:nvSpPr>
          <p:spPr>
            <a:xfrm>
              <a:off x="1464211" y="1685451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871" name="Graph element 364"/>
            <p:cNvSpPr/>
            <p:nvPr/>
          </p:nvSpPr>
          <p:spPr>
            <a:xfrm>
              <a:off x="207948" y="1685451"/>
              <a:ext cx="6431" cy="3430"/>
            </a:xfrm>
            <a:custGeom>
              <a:avLst/>
              <a:gdLst/>
              <a:ahLst/>
              <a:cxnLst/>
              <a:rect l="0" t="0" r="r" b="b"/>
              <a:pathLst>
                <a:path w="6431" h="3430" stroke="0" extrusionOk="0">
                  <a:moveTo>
                    <a:pt x="6431" y="3430"/>
                  </a:moveTo>
                  <a:lnTo>
                    <a:pt x="6431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6431" y="3430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872" name="Graph element 365"/>
            <p:cNvSpPr/>
            <p:nvPr/>
          </p:nvSpPr>
          <p:spPr>
            <a:xfrm>
              <a:off x="1942706" y="1685022"/>
              <a:ext cx="5072" cy="76246"/>
            </a:xfrm>
            <a:custGeom>
              <a:avLst/>
              <a:gdLst/>
              <a:ahLst/>
              <a:cxnLst/>
              <a:rect l="0" t="0" r="r" b="b"/>
              <a:pathLst>
                <a:path w="5072" h="76246" stroke="0" extrusionOk="0">
                  <a:moveTo>
                    <a:pt x="0" y="73599"/>
                  </a:moveTo>
                  <a:lnTo>
                    <a:pt x="2646" y="76246"/>
                  </a:lnTo>
                  <a:lnTo>
                    <a:pt x="5072" y="73820"/>
                  </a:lnTo>
                  <a:lnTo>
                    <a:pt x="3430" y="72179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73599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873" name="Graph element 366"/>
            <p:cNvSpPr/>
            <p:nvPr/>
          </p:nvSpPr>
          <p:spPr>
            <a:xfrm>
              <a:off x="1925556" y="1685022"/>
              <a:ext cx="3430" cy="57882"/>
            </a:xfrm>
            <a:custGeom>
              <a:avLst/>
              <a:gdLst/>
              <a:ahLst/>
              <a:cxnLst/>
              <a:rect l="0" t="0" r="r" b="b"/>
              <a:pathLst>
                <a:path w="3430" h="57882" stroke="0" extrusionOk="0">
                  <a:moveTo>
                    <a:pt x="0" y="57882"/>
                  </a:moveTo>
                  <a:lnTo>
                    <a:pt x="3430" y="57882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57882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874" name="Graph element 367"/>
            <p:cNvSpPr/>
            <p:nvPr/>
          </p:nvSpPr>
          <p:spPr>
            <a:xfrm>
              <a:off x="1914837" y="1685022"/>
              <a:ext cx="3430" cy="53595"/>
            </a:xfrm>
            <a:custGeom>
              <a:avLst/>
              <a:gdLst/>
              <a:ahLst/>
              <a:cxnLst/>
              <a:rect l="0" t="0" r="r" b="b"/>
              <a:pathLst>
                <a:path w="3430" h="53595" stroke="0" extrusionOk="0">
                  <a:moveTo>
                    <a:pt x="0" y="53595"/>
                  </a:moveTo>
                  <a:lnTo>
                    <a:pt x="3430" y="5359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53595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875" name="Graph element 368"/>
            <p:cNvSpPr/>
            <p:nvPr/>
          </p:nvSpPr>
          <p:spPr>
            <a:xfrm>
              <a:off x="1896045" y="1685022"/>
              <a:ext cx="5072" cy="50520"/>
            </a:xfrm>
            <a:custGeom>
              <a:avLst/>
              <a:gdLst/>
              <a:ahLst/>
              <a:cxnLst/>
              <a:rect l="0" t="0" r="r" b="b"/>
              <a:pathLst>
                <a:path w="5072" h="50520" stroke="0" extrusionOk="0">
                  <a:moveTo>
                    <a:pt x="0" y="48095"/>
                  </a:moveTo>
                  <a:lnTo>
                    <a:pt x="2425" y="50520"/>
                  </a:lnTo>
                  <a:lnTo>
                    <a:pt x="5072" y="47874"/>
                  </a:lnTo>
                  <a:lnTo>
                    <a:pt x="5072" y="0"/>
                  </a:lnTo>
                  <a:lnTo>
                    <a:pt x="1641" y="0"/>
                  </a:lnTo>
                  <a:lnTo>
                    <a:pt x="1641" y="46453"/>
                  </a:lnTo>
                  <a:lnTo>
                    <a:pt x="0" y="48095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876" name="Graph element 369"/>
            <p:cNvSpPr/>
            <p:nvPr/>
          </p:nvSpPr>
          <p:spPr>
            <a:xfrm>
              <a:off x="1886967" y="1685022"/>
              <a:ext cx="3430" cy="47163"/>
            </a:xfrm>
            <a:custGeom>
              <a:avLst/>
              <a:gdLst/>
              <a:ahLst/>
              <a:cxnLst/>
              <a:rect l="0" t="0" r="r" b="b"/>
              <a:pathLst>
                <a:path w="3430" h="47163" stroke="0" extrusionOk="0">
                  <a:moveTo>
                    <a:pt x="0" y="47163"/>
                  </a:moveTo>
                  <a:lnTo>
                    <a:pt x="3430" y="47163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7163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877" name="Graph element 370"/>
            <p:cNvSpPr/>
            <p:nvPr/>
          </p:nvSpPr>
          <p:spPr>
            <a:xfrm>
              <a:off x="1869817" y="1685022"/>
              <a:ext cx="3430" cy="40732"/>
            </a:xfrm>
            <a:custGeom>
              <a:avLst/>
              <a:gdLst/>
              <a:ahLst/>
              <a:cxnLst/>
              <a:rect l="0" t="0" r="r" b="b"/>
              <a:pathLst>
                <a:path w="3430" h="40732" stroke="0" extrusionOk="0">
                  <a:moveTo>
                    <a:pt x="0" y="40732"/>
                  </a:moveTo>
                  <a:lnTo>
                    <a:pt x="3430" y="40732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0732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878" name="Graph element 371"/>
            <p:cNvSpPr/>
            <p:nvPr/>
          </p:nvSpPr>
          <p:spPr>
            <a:xfrm>
              <a:off x="1859098" y="1685022"/>
              <a:ext cx="3430" cy="38588"/>
            </a:xfrm>
            <a:custGeom>
              <a:avLst/>
              <a:gdLst/>
              <a:ahLst/>
              <a:cxnLst/>
              <a:rect l="0" t="0" r="r" b="b"/>
              <a:pathLst>
                <a:path w="3430" h="38588" stroke="0" extrusionOk="0">
                  <a:moveTo>
                    <a:pt x="0" y="38588"/>
                  </a:moveTo>
                  <a:lnTo>
                    <a:pt x="3430" y="385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38588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879" name="Graph element 372"/>
            <p:cNvSpPr/>
            <p:nvPr/>
          </p:nvSpPr>
          <p:spPr>
            <a:xfrm>
              <a:off x="1841948" y="1685022"/>
              <a:ext cx="3430" cy="34301"/>
            </a:xfrm>
            <a:custGeom>
              <a:avLst/>
              <a:gdLst/>
              <a:ahLst/>
              <a:cxnLst/>
              <a:rect l="0" t="0" r="r" b="b"/>
              <a:pathLst>
                <a:path w="3430" h="34301" stroke="0" extrusionOk="0">
                  <a:moveTo>
                    <a:pt x="0" y="34301"/>
                  </a:moveTo>
                  <a:lnTo>
                    <a:pt x="3430" y="34301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34301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880" name="Graph element 373"/>
            <p:cNvSpPr/>
            <p:nvPr/>
          </p:nvSpPr>
          <p:spPr>
            <a:xfrm>
              <a:off x="1831229" y="1685022"/>
              <a:ext cx="3430" cy="32157"/>
            </a:xfrm>
            <a:custGeom>
              <a:avLst/>
              <a:gdLst/>
              <a:ahLst/>
              <a:cxnLst/>
              <a:rect l="0" t="0" r="r" b="b"/>
              <a:pathLst>
                <a:path w="3430" h="32157" stroke="0" extrusionOk="0">
                  <a:moveTo>
                    <a:pt x="0" y="32157"/>
                  </a:moveTo>
                  <a:lnTo>
                    <a:pt x="3430" y="32157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32157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881" name="Graph element 374"/>
            <p:cNvSpPr/>
            <p:nvPr/>
          </p:nvSpPr>
          <p:spPr>
            <a:xfrm>
              <a:off x="1812437" y="1685022"/>
              <a:ext cx="5072" cy="31226"/>
            </a:xfrm>
            <a:custGeom>
              <a:avLst/>
              <a:gdLst/>
              <a:ahLst/>
              <a:cxnLst/>
              <a:rect l="0" t="0" r="r" b="b"/>
              <a:pathLst>
                <a:path w="5072" h="31226" stroke="0" extrusionOk="0">
                  <a:moveTo>
                    <a:pt x="0" y="28800"/>
                  </a:moveTo>
                  <a:lnTo>
                    <a:pt x="2425" y="31226"/>
                  </a:lnTo>
                  <a:lnTo>
                    <a:pt x="5072" y="28580"/>
                  </a:lnTo>
                  <a:lnTo>
                    <a:pt x="5072" y="0"/>
                  </a:lnTo>
                  <a:lnTo>
                    <a:pt x="1641" y="0"/>
                  </a:lnTo>
                  <a:lnTo>
                    <a:pt x="1641" y="27159"/>
                  </a:lnTo>
                  <a:lnTo>
                    <a:pt x="0" y="28800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882" name="Graph element 375"/>
            <p:cNvSpPr/>
            <p:nvPr/>
          </p:nvSpPr>
          <p:spPr>
            <a:xfrm>
              <a:off x="1803360" y="1685022"/>
              <a:ext cx="3430" cy="23582"/>
            </a:xfrm>
            <a:custGeom>
              <a:avLst/>
              <a:gdLst/>
              <a:ahLst/>
              <a:cxnLst/>
              <a:rect l="0" t="0" r="r" b="b"/>
              <a:pathLst>
                <a:path w="3430" h="23582" stroke="0" extrusionOk="0">
                  <a:moveTo>
                    <a:pt x="0" y="23582"/>
                  </a:moveTo>
                  <a:lnTo>
                    <a:pt x="3430" y="23582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3582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883" name="Graph element 376"/>
            <p:cNvSpPr/>
            <p:nvPr/>
          </p:nvSpPr>
          <p:spPr>
            <a:xfrm>
              <a:off x="1786209" y="1685022"/>
              <a:ext cx="3430" cy="19294"/>
            </a:xfrm>
            <a:custGeom>
              <a:avLst/>
              <a:gdLst/>
              <a:ahLst/>
              <a:cxnLst/>
              <a:rect l="0" t="0" r="r" b="b"/>
              <a:pathLst>
                <a:path w="3430" h="19294" stroke="0" extrusionOk="0">
                  <a:moveTo>
                    <a:pt x="0" y="19294"/>
                  </a:moveTo>
                  <a:lnTo>
                    <a:pt x="3430" y="1929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9294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884" name="Graph element 377"/>
            <p:cNvSpPr/>
            <p:nvPr/>
          </p:nvSpPr>
          <p:spPr>
            <a:xfrm>
              <a:off x="1758340" y="1685022"/>
              <a:ext cx="3430" cy="15007"/>
            </a:xfrm>
            <a:custGeom>
              <a:avLst/>
              <a:gdLst/>
              <a:ahLst/>
              <a:cxnLst/>
              <a:rect l="0" t="0" r="r" b="b"/>
              <a:pathLst>
                <a:path w="3430" h="15007" stroke="0" extrusionOk="0">
                  <a:moveTo>
                    <a:pt x="0" y="15007"/>
                  </a:moveTo>
                  <a:lnTo>
                    <a:pt x="3430" y="15007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5007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885" name="Graph element 378"/>
            <p:cNvSpPr/>
            <p:nvPr/>
          </p:nvSpPr>
          <p:spPr>
            <a:xfrm>
              <a:off x="1747621" y="1685022"/>
              <a:ext cx="5072" cy="16219"/>
            </a:xfrm>
            <a:custGeom>
              <a:avLst/>
              <a:gdLst/>
              <a:ahLst/>
              <a:cxnLst/>
              <a:rect l="0" t="0" r="r" b="b"/>
              <a:pathLst>
                <a:path w="5072" h="16219" stroke="0" extrusionOk="0">
                  <a:moveTo>
                    <a:pt x="0" y="13573"/>
                  </a:moveTo>
                  <a:lnTo>
                    <a:pt x="2646" y="16219"/>
                  </a:lnTo>
                  <a:lnTo>
                    <a:pt x="5072" y="13794"/>
                  </a:lnTo>
                  <a:lnTo>
                    <a:pt x="3430" y="12152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3573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886" name="Graph element 379"/>
            <p:cNvSpPr/>
            <p:nvPr/>
          </p:nvSpPr>
          <p:spPr>
            <a:xfrm>
              <a:off x="1730471" y="1685022"/>
              <a:ext cx="3430" cy="12863"/>
            </a:xfrm>
            <a:custGeom>
              <a:avLst/>
              <a:gdLst/>
              <a:ahLst/>
              <a:cxnLst/>
              <a:rect l="0" t="0" r="r" b="b"/>
              <a:pathLst>
                <a:path w="3430" h="12863" stroke="0" extrusionOk="0">
                  <a:moveTo>
                    <a:pt x="0" y="12863"/>
                  </a:moveTo>
                  <a:lnTo>
                    <a:pt x="3430" y="12863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2863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887" name="Graph element 380"/>
            <p:cNvSpPr/>
            <p:nvPr/>
          </p:nvSpPr>
          <p:spPr>
            <a:xfrm>
              <a:off x="1719752" y="1685022"/>
              <a:ext cx="3430" cy="12863"/>
            </a:xfrm>
            <a:custGeom>
              <a:avLst/>
              <a:gdLst/>
              <a:ahLst/>
              <a:cxnLst/>
              <a:rect l="0" t="0" r="r" b="b"/>
              <a:pathLst>
                <a:path w="3430" h="12863" stroke="0" extrusionOk="0">
                  <a:moveTo>
                    <a:pt x="0" y="12863"/>
                  </a:moveTo>
                  <a:lnTo>
                    <a:pt x="3430" y="12863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2863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888" name="Graph element 381"/>
            <p:cNvSpPr/>
            <p:nvPr/>
          </p:nvSpPr>
          <p:spPr>
            <a:xfrm>
              <a:off x="1702601" y="1685022"/>
              <a:ext cx="3430" cy="10719"/>
            </a:xfrm>
            <a:custGeom>
              <a:avLst/>
              <a:gdLst/>
              <a:ahLst/>
              <a:cxnLst/>
              <a:rect l="0" t="0" r="r" b="b"/>
              <a:pathLst>
                <a:path w="3430" h="10719" stroke="0" extrusionOk="0">
                  <a:moveTo>
                    <a:pt x="0" y="10719"/>
                  </a:moveTo>
                  <a:lnTo>
                    <a:pt x="3430" y="10719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0719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889" name="Graph element 382"/>
            <p:cNvSpPr/>
            <p:nvPr/>
          </p:nvSpPr>
          <p:spPr>
            <a:xfrm>
              <a:off x="1691882" y="1685022"/>
              <a:ext cx="3430" cy="10719"/>
            </a:xfrm>
            <a:custGeom>
              <a:avLst/>
              <a:gdLst/>
              <a:ahLst/>
              <a:cxnLst/>
              <a:rect l="0" t="0" r="r" b="b"/>
              <a:pathLst>
                <a:path w="3430" h="10719" stroke="0" extrusionOk="0">
                  <a:moveTo>
                    <a:pt x="0" y="10719"/>
                  </a:moveTo>
                  <a:lnTo>
                    <a:pt x="3430" y="10719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0719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890" name="Graph element 383"/>
            <p:cNvSpPr/>
            <p:nvPr/>
          </p:nvSpPr>
          <p:spPr>
            <a:xfrm>
              <a:off x="1673090" y="1685022"/>
              <a:ext cx="5072" cy="11932"/>
            </a:xfrm>
            <a:custGeom>
              <a:avLst/>
              <a:gdLst/>
              <a:ahLst/>
              <a:cxnLst/>
              <a:rect l="0" t="0" r="r" b="b"/>
              <a:pathLst>
                <a:path w="5072" h="11932" stroke="0" extrusionOk="0">
                  <a:moveTo>
                    <a:pt x="0" y="9506"/>
                  </a:moveTo>
                  <a:lnTo>
                    <a:pt x="2425" y="11932"/>
                  </a:lnTo>
                  <a:lnTo>
                    <a:pt x="5072" y="9286"/>
                  </a:lnTo>
                  <a:lnTo>
                    <a:pt x="5072" y="0"/>
                  </a:lnTo>
                  <a:lnTo>
                    <a:pt x="1641" y="0"/>
                  </a:lnTo>
                  <a:lnTo>
                    <a:pt x="1641" y="7865"/>
                  </a:lnTo>
                  <a:lnTo>
                    <a:pt x="0" y="9506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891" name="Graph element 384"/>
            <p:cNvSpPr/>
            <p:nvPr/>
          </p:nvSpPr>
          <p:spPr>
            <a:xfrm>
              <a:off x="1664013" y="1685022"/>
              <a:ext cx="3430" cy="8575"/>
            </a:xfrm>
            <a:custGeom>
              <a:avLst/>
              <a:gdLst/>
              <a:ahLst/>
              <a:cxnLst/>
              <a:rect l="0" t="0" r="r" b="b"/>
              <a:pathLst>
                <a:path w="3430" h="8575" stroke="0" extrusionOk="0">
                  <a:moveTo>
                    <a:pt x="0" y="8575"/>
                  </a:moveTo>
                  <a:lnTo>
                    <a:pt x="3430" y="857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8575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892" name="Graph element 385"/>
            <p:cNvSpPr/>
            <p:nvPr/>
          </p:nvSpPr>
          <p:spPr>
            <a:xfrm>
              <a:off x="1646863" y="1685022"/>
              <a:ext cx="3430" cy="8575"/>
            </a:xfrm>
            <a:custGeom>
              <a:avLst/>
              <a:gdLst/>
              <a:ahLst/>
              <a:cxnLst/>
              <a:rect l="0" t="0" r="r" b="b"/>
              <a:pathLst>
                <a:path w="3430" h="8575" stroke="0" extrusionOk="0">
                  <a:moveTo>
                    <a:pt x="0" y="8575"/>
                  </a:moveTo>
                  <a:lnTo>
                    <a:pt x="3430" y="857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8575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893" name="Graph element 386"/>
            <p:cNvSpPr/>
            <p:nvPr/>
          </p:nvSpPr>
          <p:spPr>
            <a:xfrm>
              <a:off x="1636144" y="1685022"/>
              <a:ext cx="3430" cy="8575"/>
            </a:xfrm>
            <a:custGeom>
              <a:avLst/>
              <a:gdLst/>
              <a:ahLst/>
              <a:cxnLst/>
              <a:rect l="0" t="0" r="r" b="b"/>
              <a:pathLst>
                <a:path w="3430" h="8575" stroke="0" extrusionOk="0">
                  <a:moveTo>
                    <a:pt x="0" y="8575"/>
                  </a:moveTo>
                  <a:lnTo>
                    <a:pt x="3430" y="857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8575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894" name="Graph element 387"/>
            <p:cNvSpPr/>
            <p:nvPr/>
          </p:nvSpPr>
          <p:spPr>
            <a:xfrm>
              <a:off x="1617352" y="1685022"/>
              <a:ext cx="5072" cy="7644"/>
            </a:xfrm>
            <a:custGeom>
              <a:avLst/>
              <a:gdLst/>
              <a:ahLst/>
              <a:cxnLst/>
              <a:rect l="0" t="0" r="r" b="b"/>
              <a:pathLst>
                <a:path w="5072" h="7644" stroke="0" extrusionOk="0">
                  <a:moveTo>
                    <a:pt x="0" y="5219"/>
                  </a:moveTo>
                  <a:lnTo>
                    <a:pt x="2425" y="7644"/>
                  </a:lnTo>
                  <a:lnTo>
                    <a:pt x="5072" y="4998"/>
                  </a:lnTo>
                  <a:lnTo>
                    <a:pt x="5072" y="0"/>
                  </a:lnTo>
                  <a:lnTo>
                    <a:pt x="1641" y="0"/>
                  </a:lnTo>
                  <a:lnTo>
                    <a:pt x="1641" y="3577"/>
                  </a:lnTo>
                  <a:lnTo>
                    <a:pt x="0" y="5219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895" name="Graph element 388"/>
            <p:cNvSpPr/>
            <p:nvPr/>
          </p:nvSpPr>
          <p:spPr>
            <a:xfrm>
              <a:off x="1608274" y="1685022"/>
              <a:ext cx="5072" cy="7644"/>
            </a:xfrm>
            <a:custGeom>
              <a:avLst/>
              <a:gdLst/>
              <a:ahLst/>
              <a:cxnLst/>
              <a:rect l="0" t="0" r="r" b="b"/>
              <a:pathLst>
                <a:path w="5072" h="7644" stroke="0" extrusionOk="0">
                  <a:moveTo>
                    <a:pt x="0" y="4998"/>
                  </a:moveTo>
                  <a:lnTo>
                    <a:pt x="2646" y="7644"/>
                  </a:lnTo>
                  <a:lnTo>
                    <a:pt x="5072" y="5219"/>
                  </a:lnTo>
                  <a:lnTo>
                    <a:pt x="3430" y="3577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998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896" name="Graph element 389"/>
            <p:cNvSpPr/>
            <p:nvPr/>
          </p:nvSpPr>
          <p:spPr>
            <a:xfrm>
              <a:off x="1591124" y="1685022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897" name="Graph element 390"/>
            <p:cNvSpPr/>
            <p:nvPr/>
          </p:nvSpPr>
          <p:spPr>
            <a:xfrm>
              <a:off x="1580405" y="1685022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898" name="Graph element 391"/>
            <p:cNvSpPr/>
            <p:nvPr/>
          </p:nvSpPr>
          <p:spPr>
            <a:xfrm>
              <a:off x="1561613" y="1685022"/>
              <a:ext cx="5072" cy="5500"/>
            </a:xfrm>
            <a:custGeom>
              <a:avLst/>
              <a:gdLst/>
              <a:ahLst/>
              <a:cxnLst/>
              <a:rect l="0" t="0" r="r" b="b"/>
              <a:pathLst>
                <a:path w="5072" h="5500" stroke="0" extrusionOk="0">
                  <a:moveTo>
                    <a:pt x="0" y="3075"/>
                  </a:moveTo>
                  <a:lnTo>
                    <a:pt x="2425" y="5500"/>
                  </a:lnTo>
                  <a:lnTo>
                    <a:pt x="5072" y="2854"/>
                  </a:lnTo>
                  <a:lnTo>
                    <a:pt x="5072" y="0"/>
                  </a:lnTo>
                  <a:lnTo>
                    <a:pt x="1641" y="0"/>
                  </a:lnTo>
                  <a:lnTo>
                    <a:pt x="1641" y="1433"/>
                  </a:lnTo>
                  <a:lnTo>
                    <a:pt x="0" y="3075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899" name="Graph element 392"/>
            <p:cNvSpPr/>
            <p:nvPr/>
          </p:nvSpPr>
          <p:spPr>
            <a:xfrm>
              <a:off x="1552536" y="1685022"/>
              <a:ext cx="5072" cy="5500"/>
            </a:xfrm>
            <a:custGeom>
              <a:avLst/>
              <a:gdLst/>
              <a:ahLst/>
              <a:cxnLst/>
              <a:rect l="0" t="0" r="r" b="b"/>
              <a:pathLst>
                <a:path w="5072" h="5500" stroke="0" extrusionOk="0">
                  <a:moveTo>
                    <a:pt x="0" y="2854"/>
                  </a:moveTo>
                  <a:lnTo>
                    <a:pt x="2646" y="5500"/>
                  </a:lnTo>
                  <a:lnTo>
                    <a:pt x="5072" y="3075"/>
                  </a:lnTo>
                  <a:lnTo>
                    <a:pt x="3430" y="1433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854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00" name="Graph element 393"/>
            <p:cNvSpPr/>
            <p:nvPr/>
          </p:nvSpPr>
          <p:spPr>
            <a:xfrm>
              <a:off x="1535385" y="1685022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01" name="Graph element 394"/>
            <p:cNvSpPr/>
            <p:nvPr/>
          </p:nvSpPr>
          <p:spPr>
            <a:xfrm>
              <a:off x="1524666" y="1685022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02" name="Graph element 395"/>
            <p:cNvSpPr/>
            <p:nvPr/>
          </p:nvSpPr>
          <p:spPr>
            <a:xfrm>
              <a:off x="1507516" y="1685022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03" name="Graph element 396"/>
            <p:cNvSpPr/>
            <p:nvPr/>
          </p:nvSpPr>
          <p:spPr>
            <a:xfrm>
              <a:off x="1496797" y="1685022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04" name="Graph element 397"/>
            <p:cNvSpPr/>
            <p:nvPr/>
          </p:nvSpPr>
          <p:spPr>
            <a:xfrm>
              <a:off x="1479647" y="1685022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05" name="Graph element 398"/>
            <p:cNvSpPr/>
            <p:nvPr/>
          </p:nvSpPr>
          <p:spPr>
            <a:xfrm>
              <a:off x="1468928" y="1685022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06" name="Graph element 399"/>
            <p:cNvSpPr/>
            <p:nvPr/>
          </p:nvSpPr>
          <p:spPr>
            <a:xfrm>
              <a:off x="1408473" y="1683307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07" name="Graph element 400"/>
            <p:cNvSpPr/>
            <p:nvPr/>
          </p:nvSpPr>
          <p:spPr>
            <a:xfrm>
              <a:off x="1402041" y="1683307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08" name="Graph element 401"/>
            <p:cNvSpPr/>
            <p:nvPr/>
          </p:nvSpPr>
          <p:spPr>
            <a:xfrm>
              <a:off x="1380603" y="1683307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09" name="Graph element 402"/>
            <p:cNvSpPr/>
            <p:nvPr/>
          </p:nvSpPr>
          <p:spPr>
            <a:xfrm>
              <a:off x="1374172" y="1683307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10" name="Graph element 403"/>
            <p:cNvSpPr/>
            <p:nvPr/>
          </p:nvSpPr>
          <p:spPr>
            <a:xfrm>
              <a:off x="1324865" y="1681163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11" name="Graph element 404"/>
            <p:cNvSpPr/>
            <p:nvPr/>
          </p:nvSpPr>
          <p:spPr>
            <a:xfrm>
              <a:off x="1227181" y="1679522"/>
              <a:ext cx="4569" cy="4569"/>
            </a:xfrm>
            <a:custGeom>
              <a:avLst/>
              <a:gdLst/>
              <a:ahLst/>
              <a:cxnLst/>
              <a:rect l="0" t="0" r="r" b="b"/>
              <a:pathLst>
                <a:path w="4569" h="4569" stroke="0" extrusionOk="0">
                  <a:moveTo>
                    <a:pt x="2144" y="4569"/>
                  </a:moveTo>
                  <a:lnTo>
                    <a:pt x="4569" y="2144"/>
                  </a:lnTo>
                  <a:lnTo>
                    <a:pt x="2425" y="0"/>
                  </a:lnTo>
                  <a:lnTo>
                    <a:pt x="0" y="2425"/>
                  </a:lnTo>
                  <a:lnTo>
                    <a:pt x="2144" y="4569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12" name="Graph element 405"/>
            <p:cNvSpPr/>
            <p:nvPr/>
          </p:nvSpPr>
          <p:spPr>
            <a:xfrm>
              <a:off x="1218606" y="1679522"/>
              <a:ext cx="4569" cy="4569"/>
            </a:xfrm>
            <a:custGeom>
              <a:avLst/>
              <a:gdLst/>
              <a:ahLst/>
              <a:cxnLst/>
              <a:rect l="0" t="0" r="r" b="b"/>
              <a:pathLst>
                <a:path w="4569" h="4569" stroke="0" extrusionOk="0">
                  <a:moveTo>
                    <a:pt x="0" y="2144"/>
                  </a:moveTo>
                  <a:lnTo>
                    <a:pt x="2425" y="4569"/>
                  </a:lnTo>
                  <a:lnTo>
                    <a:pt x="4569" y="2425"/>
                  </a:lnTo>
                  <a:lnTo>
                    <a:pt x="2144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13" name="Graph element 406"/>
            <p:cNvSpPr/>
            <p:nvPr/>
          </p:nvSpPr>
          <p:spPr>
            <a:xfrm>
              <a:off x="1213387" y="1679019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14" name="Graph element 407"/>
            <p:cNvSpPr/>
            <p:nvPr/>
          </p:nvSpPr>
          <p:spPr>
            <a:xfrm>
              <a:off x="1206956" y="1679019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15" name="Graph element 408"/>
            <p:cNvSpPr/>
            <p:nvPr/>
          </p:nvSpPr>
          <p:spPr>
            <a:xfrm>
              <a:off x="1199312" y="1679522"/>
              <a:ext cx="4569" cy="4569"/>
            </a:xfrm>
            <a:custGeom>
              <a:avLst/>
              <a:gdLst/>
              <a:ahLst/>
              <a:cxnLst/>
              <a:rect l="0" t="0" r="r" b="b"/>
              <a:pathLst>
                <a:path w="4569" h="4569" stroke="0" extrusionOk="0">
                  <a:moveTo>
                    <a:pt x="2144" y="4569"/>
                  </a:moveTo>
                  <a:lnTo>
                    <a:pt x="4569" y="2144"/>
                  </a:lnTo>
                  <a:lnTo>
                    <a:pt x="2425" y="0"/>
                  </a:lnTo>
                  <a:lnTo>
                    <a:pt x="0" y="2425"/>
                  </a:lnTo>
                  <a:lnTo>
                    <a:pt x="2144" y="4569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16" name="Graph element 409"/>
            <p:cNvSpPr/>
            <p:nvPr/>
          </p:nvSpPr>
          <p:spPr>
            <a:xfrm>
              <a:off x="1190737" y="1679522"/>
              <a:ext cx="4569" cy="4569"/>
            </a:xfrm>
            <a:custGeom>
              <a:avLst/>
              <a:gdLst/>
              <a:ahLst/>
              <a:cxnLst/>
              <a:rect l="0" t="0" r="r" b="b"/>
              <a:pathLst>
                <a:path w="4569" h="4569" stroke="0" extrusionOk="0">
                  <a:moveTo>
                    <a:pt x="0" y="2144"/>
                  </a:moveTo>
                  <a:lnTo>
                    <a:pt x="2425" y="4569"/>
                  </a:lnTo>
                  <a:lnTo>
                    <a:pt x="4569" y="2425"/>
                  </a:lnTo>
                  <a:lnTo>
                    <a:pt x="2144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17" name="Graph element 410"/>
            <p:cNvSpPr/>
            <p:nvPr/>
          </p:nvSpPr>
          <p:spPr>
            <a:xfrm>
              <a:off x="1173084" y="1680734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18" name="Graph element 411"/>
            <p:cNvSpPr/>
            <p:nvPr/>
          </p:nvSpPr>
          <p:spPr>
            <a:xfrm>
              <a:off x="1162365" y="1680734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19" name="Graph element 412"/>
            <p:cNvSpPr/>
            <p:nvPr/>
          </p:nvSpPr>
          <p:spPr>
            <a:xfrm>
              <a:off x="1145215" y="1680734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20" name="Graph element 413"/>
            <p:cNvSpPr/>
            <p:nvPr/>
          </p:nvSpPr>
          <p:spPr>
            <a:xfrm>
              <a:off x="1134496" y="1680734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21" name="Graph element 414"/>
            <p:cNvSpPr/>
            <p:nvPr/>
          </p:nvSpPr>
          <p:spPr>
            <a:xfrm>
              <a:off x="207948" y="1679019"/>
              <a:ext cx="6431" cy="3430"/>
            </a:xfrm>
            <a:custGeom>
              <a:avLst/>
              <a:gdLst/>
              <a:ahLst/>
              <a:cxnLst/>
              <a:rect l="0" t="0" r="r" b="b"/>
              <a:pathLst>
                <a:path w="6431" h="3430" stroke="0" extrusionOk="0">
                  <a:moveTo>
                    <a:pt x="6431" y="3430"/>
                  </a:moveTo>
                  <a:lnTo>
                    <a:pt x="6431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6431" y="3430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22" name="Graph element 415"/>
            <p:cNvSpPr/>
            <p:nvPr/>
          </p:nvSpPr>
          <p:spPr>
            <a:xfrm>
              <a:off x="1115704" y="1677378"/>
              <a:ext cx="5072" cy="5500"/>
            </a:xfrm>
            <a:custGeom>
              <a:avLst/>
              <a:gdLst/>
              <a:ahLst/>
              <a:cxnLst/>
              <a:rect l="0" t="0" r="r" b="b"/>
              <a:pathLst>
                <a:path w="5072" h="5500" stroke="0" extrusionOk="0">
                  <a:moveTo>
                    <a:pt x="1641" y="4067"/>
                  </a:moveTo>
                  <a:lnTo>
                    <a:pt x="1641" y="5500"/>
                  </a:lnTo>
                  <a:lnTo>
                    <a:pt x="5072" y="5500"/>
                  </a:lnTo>
                  <a:lnTo>
                    <a:pt x="5072" y="2646"/>
                  </a:lnTo>
                  <a:lnTo>
                    <a:pt x="2425" y="0"/>
                  </a:lnTo>
                  <a:lnTo>
                    <a:pt x="0" y="2425"/>
                  </a:lnTo>
                  <a:lnTo>
                    <a:pt x="1641" y="4067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23" name="Graph element 416"/>
            <p:cNvSpPr/>
            <p:nvPr/>
          </p:nvSpPr>
          <p:spPr>
            <a:xfrm>
              <a:off x="1106626" y="1677378"/>
              <a:ext cx="5072" cy="5500"/>
            </a:xfrm>
            <a:custGeom>
              <a:avLst/>
              <a:gdLst/>
              <a:ahLst/>
              <a:cxnLst/>
              <a:rect l="0" t="0" r="r" b="b"/>
              <a:pathLst>
                <a:path w="5072" h="5500" stroke="0" extrusionOk="0">
                  <a:moveTo>
                    <a:pt x="0" y="2646"/>
                  </a:moveTo>
                  <a:lnTo>
                    <a:pt x="0" y="5500"/>
                  </a:lnTo>
                  <a:lnTo>
                    <a:pt x="3430" y="5500"/>
                  </a:lnTo>
                  <a:lnTo>
                    <a:pt x="3430" y="4067"/>
                  </a:lnTo>
                  <a:lnTo>
                    <a:pt x="5072" y="2425"/>
                  </a:lnTo>
                  <a:lnTo>
                    <a:pt x="2646" y="0"/>
                  </a:lnTo>
                  <a:lnTo>
                    <a:pt x="0" y="2646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24" name="Graph element 417"/>
            <p:cNvSpPr/>
            <p:nvPr/>
          </p:nvSpPr>
          <p:spPr>
            <a:xfrm>
              <a:off x="1089476" y="1678591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25" name="Graph element 418"/>
            <p:cNvSpPr/>
            <p:nvPr/>
          </p:nvSpPr>
          <p:spPr>
            <a:xfrm>
              <a:off x="1061607" y="1678591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26" name="Graph element 419"/>
            <p:cNvSpPr/>
            <p:nvPr/>
          </p:nvSpPr>
          <p:spPr>
            <a:xfrm>
              <a:off x="1050888" y="1678591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27" name="Graph element 420"/>
            <p:cNvSpPr/>
            <p:nvPr/>
          </p:nvSpPr>
          <p:spPr>
            <a:xfrm>
              <a:off x="1033737" y="1678591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28" name="Graph element 421"/>
            <p:cNvSpPr/>
            <p:nvPr/>
          </p:nvSpPr>
          <p:spPr>
            <a:xfrm>
              <a:off x="1023018" y="1678591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29" name="Graph element 422"/>
            <p:cNvSpPr/>
            <p:nvPr/>
          </p:nvSpPr>
          <p:spPr>
            <a:xfrm>
              <a:off x="1004227" y="1675234"/>
              <a:ext cx="5072" cy="7644"/>
            </a:xfrm>
            <a:custGeom>
              <a:avLst/>
              <a:gdLst/>
              <a:ahLst/>
              <a:cxnLst/>
              <a:rect l="0" t="0" r="r" b="b"/>
              <a:pathLst>
                <a:path w="5072" h="7644" stroke="0" extrusionOk="0">
                  <a:moveTo>
                    <a:pt x="1641" y="4067"/>
                  </a:moveTo>
                  <a:lnTo>
                    <a:pt x="1641" y="7644"/>
                  </a:lnTo>
                  <a:lnTo>
                    <a:pt x="5072" y="7644"/>
                  </a:lnTo>
                  <a:lnTo>
                    <a:pt x="5072" y="2646"/>
                  </a:lnTo>
                  <a:lnTo>
                    <a:pt x="2425" y="0"/>
                  </a:lnTo>
                  <a:lnTo>
                    <a:pt x="0" y="2425"/>
                  </a:lnTo>
                  <a:lnTo>
                    <a:pt x="1641" y="4067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30" name="Graph element 423"/>
            <p:cNvSpPr/>
            <p:nvPr/>
          </p:nvSpPr>
          <p:spPr>
            <a:xfrm>
              <a:off x="995149" y="1675234"/>
              <a:ext cx="5072" cy="7644"/>
            </a:xfrm>
            <a:custGeom>
              <a:avLst/>
              <a:gdLst/>
              <a:ahLst/>
              <a:cxnLst/>
              <a:rect l="0" t="0" r="r" b="b"/>
              <a:pathLst>
                <a:path w="5072" h="7644" stroke="0" extrusionOk="0">
                  <a:moveTo>
                    <a:pt x="0" y="2646"/>
                  </a:moveTo>
                  <a:lnTo>
                    <a:pt x="0" y="7644"/>
                  </a:lnTo>
                  <a:lnTo>
                    <a:pt x="3430" y="7644"/>
                  </a:lnTo>
                  <a:lnTo>
                    <a:pt x="3430" y="4067"/>
                  </a:lnTo>
                  <a:lnTo>
                    <a:pt x="5072" y="2425"/>
                  </a:lnTo>
                  <a:lnTo>
                    <a:pt x="2646" y="0"/>
                  </a:lnTo>
                  <a:lnTo>
                    <a:pt x="0" y="2646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31" name="Graph element 424"/>
            <p:cNvSpPr/>
            <p:nvPr/>
          </p:nvSpPr>
          <p:spPr>
            <a:xfrm>
              <a:off x="990433" y="1674732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32" name="Graph element 425"/>
            <p:cNvSpPr/>
            <p:nvPr/>
          </p:nvSpPr>
          <p:spPr>
            <a:xfrm>
              <a:off x="984001" y="1674732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33" name="Graph element 426"/>
            <p:cNvSpPr/>
            <p:nvPr/>
          </p:nvSpPr>
          <p:spPr>
            <a:xfrm>
              <a:off x="977999" y="1676447"/>
              <a:ext cx="3430" cy="6431"/>
            </a:xfrm>
            <a:custGeom>
              <a:avLst/>
              <a:gdLst/>
              <a:ahLst/>
              <a:cxnLst/>
              <a:rect l="0" t="0" r="r" b="b"/>
              <a:pathLst>
                <a:path w="3430" h="6431" stroke="0" extrusionOk="0">
                  <a:moveTo>
                    <a:pt x="0" y="6431"/>
                  </a:moveTo>
                  <a:lnTo>
                    <a:pt x="3430" y="6431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6431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34" name="Graph element 427"/>
            <p:cNvSpPr/>
            <p:nvPr/>
          </p:nvSpPr>
          <p:spPr>
            <a:xfrm>
              <a:off x="967280" y="1676447"/>
              <a:ext cx="3430" cy="6431"/>
            </a:xfrm>
            <a:custGeom>
              <a:avLst/>
              <a:gdLst/>
              <a:ahLst/>
              <a:cxnLst/>
              <a:rect l="0" t="0" r="r" b="b"/>
              <a:pathLst>
                <a:path w="3430" h="6431" stroke="0" extrusionOk="0">
                  <a:moveTo>
                    <a:pt x="0" y="6431"/>
                  </a:moveTo>
                  <a:lnTo>
                    <a:pt x="3430" y="6431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6431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35" name="Graph element 428"/>
            <p:cNvSpPr/>
            <p:nvPr/>
          </p:nvSpPr>
          <p:spPr>
            <a:xfrm>
              <a:off x="950129" y="1676447"/>
              <a:ext cx="3430" cy="6431"/>
            </a:xfrm>
            <a:custGeom>
              <a:avLst/>
              <a:gdLst/>
              <a:ahLst/>
              <a:cxnLst/>
              <a:rect l="0" t="0" r="r" b="b"/>
              <a:pathLst>
                <a:path w="3430" h="6431" stroke="0" extrusionOk="0">
                  <a:moveTo>
                    <a:pt x="0" y="6431"/>
                  </a:moveTo>
                  <a:lnTo>
                    <a:pt x="3430" y="6431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6431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36" name="Graph element 429"/>
            <p:cNvSpPr/>
            <p:nvPr/>
          </p:nvSpPr>
          <p:spPr>
            <a:xfrm>
              <a:off x="939411" y="1676447"/>
              <a:ext cx="3430" cy="6431"/>
            </a:xfrm>
            <a:custGeom>
              <a:avLst/>
              <a:gdLst/>
              <a:ahLst/>
              <a:cxnLst/>
              <a:rect l="0" t="0" r="r" b="b"/>
              <a:pathLst>
                <a:path w="3430" h="6431" stroke="0" extrusionOk="0">
                  <a:moveTo>
                    <a:pt x="0" y="6431"/>
                  </a:moveTo>
                  <a:lnTo>
                    <a:pt x="3430" y="6431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6431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37" name="Graph element 430"/>
            <p:cNvSpPr/>
            <p:nvPr/>
          </p:nvSpPr>
          <p:spPr>
            <a:xfrm>
              <a:off x="922260" y="1676447"/>
              <a:ext cx="3430" cy="6431"/>
            </a:xfrm>
            <a:custGeom>
              <a:avLst/>
              <a:gdLst/>
              <a:ahLst/>
              <a:cxnLst/>
              <a:rect l="0" t="0" r="r" b="b"/>
              <a:pathLst>
                <a:path w="3430" h="6431" stroke="0" extrusionOk="0">
                  <a:moveTo>
                    <a:pt x="0" y="6431"/>
                  </a:moveTo>
                  <a:lnTo>
                    <a:pt x="3430" y="6431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6431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38" name="Graph element 431"/>
            <p:cNvSpPr/>
            <p:nvPr/>
          </p:nvSpPr>
          <p:spPr>
            <a:xfrm>
              <a:off x="911541" y="1676447"/>
              <a:ext cx="3430" cy="6431"/>
            </a:xfrm>
            <a:custGeom>
              <a:avLst/>
              <a:gdLst/>
              <a:ahLst/>
              <a:cxnLst/>
              <a:rect l="0" t="0" r="r" b="b"/>
              <a:pathLst>
                <a:path w="3430" h="6431" stroke="0" extrusionOk="0">
                  <a:moveTo>
                    <a:pt x="0" y="6431"/>
                  </a:moveTo>
                  <a:lnTo>
                    <a:pt x="3430" y="6431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6431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39" name="Graph element 432"/>
            <p:cNvSpPr/>
            <p:nvPr/>
          </p:nvSpPr>
          <p:spPr>
            <a:xfrm>
              <a:off x="892749" y="1673090"/>
              <a:ext cx="5072" cy="9788"/>
            </a:xfrm>
            <a:custGeom>
              <a:avLst/>
              <a:gdLst/>
              <a:ahLst/>
              <a:cxnLst/>
              <a:rect l="0" t="0" r="r" b="b"/>
              <a:pathLst>
                <a:path w="5072" h="9788" stroke="0" extrusionOk="0">
                  <a:moveTo>
                    <a:pt x="1641" y="4067"/>
                  </a:moveTo>
                  <a:lnTo>
                    <a:pt x="1641" y="9788"/>
                  </a:lnTo>
                  <a:lnTo>
                    <a:pt x="5072" y="9788"/>
                  </a:lnTo>
                  <a:lnTo>
                    <a:pt x="5072" y="2646"/>
                  </a:lnTo>
                  <a:lnTo>
                    <a:pt x="2425" y="0"/>
                  </a:lnTo>
                  <a:lnTo>
                    <a:pt x="0" y="2425"/>
                  </a:lnTo>
                  <a:lnTo>
                    <a:pt x="1641" y="4067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40" name="Graph element 433"/>
            <p:cNvSpPr/>
            <p:nvPr/>
          </p:nvSpPr>
          <p:spPr>
            <a:xfrm>
              <a:off x="883672" y="1673090"/>
              <a:ext cx="5072" cy="9788"/>
            </a:xfrm>
            <a:custGeom>
              <a:avLst/>
              <a:gdLst/>
              <a:ahLst/>
              <a:cxnLst/>
              <a:rect l="0" t="0" r="r" b="b"/>
              <a:pathLst>
                <a:path w="5072" h="9788" stroke="0" extrusionOk="0">
                  <a:moveTo>
                    <a:pt x="0" y="2646"/>
                  </a:moveTo>
                  <a:lnTo>
                    <a:pt x="0" y="9788"/>
                  </a:lnTo>
                  <a:lnTo>
                    <a:pt x="3430" y="9788"/>
                  </a:lnTo>
                  <a:lnTo>
                    <a:pt x="3430" y="4067"/>
                  </a:lnTo>
                  <a:lnTo>
                    <a:pt x="5072" y="2425"/>
                  </a:lnTo>
                  <a:lnTo>
                    <a:pt x="2646" y="0"/>
                  </a:lnTo>
                  <a:lnTo>
                    <a:pt x="0" y="2646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41" name="Graph element 434"/>
            <p:cNvSpPr/>
            <p:nvPr/>
          </p:nvSpPr>
          <p:spPr>
            <a:xfrm>
              <a:off x="878956" y="1672588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42" name="Graph element 435"/>
            <p:cNvSpPr/>
            <p:nvPr/>
          </p:nvSpPr>
          <p:spPr>
            <a:xfrm>
              <a:off x="872524" y="1672588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43" name="Graph element 436"/>
            <p:cNvSpPr/>
            <p:nvPr/>
          </p:nvSpPr>
          <p:spPr>
            <a:xfrm>
              <a:off x="864880" y="1673090"/>
              <a:ext cx="5072" cy="9788"/>
            </a:xfrm>
            <a:custGeom>
              <a:avLst/>
              <a:gdLst/>
              <a:ahLst/>
              <a:cxnLst/>
              <a:rect l="0" t="0" r="r" b="b"/>
              <a:pathLst>
                <a:path w="5072" h="9788" stroke="0" extrusionOk="0">
                  <a:moveTo>
                    <a:pt x="1641" y="4067"/>
                  </a:moveTo>
                  <a:lnTo>
                    <a:pt x="1641" y="9788"/>
                  </a:lnTo>
                  <a:lnTo>
                    <a:pt x="5072" y="9788"/>
                  </a:lnTo>
                  <a:lnTo>
                    <a:pt x="5072" y="2646"/>
                  </a:lnTo>
                  <a:lnTo>
                    <a:pt x="2425" y="0"/>
                  </a:lnTo>
                  <a:lnTo>
                    <a:pt x="0" y="2425"/>
                  </a:lnTo>
                  <a:lnTo>
                    <a:pt x="1641" y="4067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44" name="Graph element 437"/>
            <p:cNvSpPr/>
            <p:nvPr/>
          </p:nvSpPr>
          <p:spPr>
            <a:xfrm>
              <a:off x="855803" y="1674303"/>
              <a:ext cx="3430" cy="8575"/>
            </a:xfrm>
            <a:custGeom>
              <a:avLst/>
              <a:gdLst/>
              <a:ahLst/>
              <a:cxnLst/>
              <a:rect l="0" t="0" r="r" b="b"/>
              <a:pathLst>
                <a:path w="3430" h="8575" stroke="0" extrusionOk="0">
                  <a:moveTo>
                    <a:pt x="0" y="8575"/>
                  </a:moveTo>
                  <a:lnTo>
                    <a:pt x="3430" y="857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8575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45" name="Graph element 438"/>
            <p:cNvSpPr/>
            <p:nvPr/>
          </p:nvSpPr>
          <p:spPr>
            <a:xfrm>
              <a:off x="838652" y="1674303"/>
              <a:ext cx="3430" cy="8575"/>
            </a:xfrm>
            <a:custGeom>
              <a:avLst/>
              <a:gdLst/>
              <a:ahLst/>
              <a:cxnLst/>
              <a:rect l="0" t="0" r="r" b="b"/>
              <a:pathLst>
                <a:path w="3430" h="8575" stroke="0" extrusionOk="0">
                  <a:moveTo>
                    <a:pt x="0" y="8575"/>
                  </a:moveTo>
                  <a:lnTo>
                    <a:pt x="3430" y="857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8575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46" name="Graph element 439"/>
            <p:cNvSpPr/>
            <p:nvPr/>
          </p:nvSpPr>
          <p:spPr>
            <a:xfrm>
              <a:off x="827933" y="1674303"/>
              <a:ext cx="3430" cy="8575"/>
            </a:xfrm>
            <a:custGeom>
              <a:avLst/>
              <a:gdLst/>
              <a:ahLst/>
              <a:cxnLst/>
              <a:rect l="0" t="0" r="r" b="b"/>
              <a:pathLst>
                <a:path w="3430" h="8575" stroke="0" extrusionOk="0">
                  <a:moveTo>
                    <a:pt x="0" y="8575"/>
                  </a:moveTo>
                  <a:lnTo>
                    <a:pt x="3430" y="857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8575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47" name="Graph element 440"/>
            <p:cNvSpPr/>
            <p:nvPr/>
          </p:nvSpPr>
          <p:spPr>
            <a:xfrm>
              <a:off x="810783" y="1674303"/>
              <a:ext cx="3430" cy="8575"/>
            </a:xfrm>
            <a:custGeom>
              <a:avLst/>
              <a:gdLst/>
              <a:ahLst/>
              <a:cxnLst/>
              <a:rect l="0" t="0" r="r" b="b"/>
              <a:pathLst>
                <a:path w="3430" h="8575" stroke="0" extrusionOk="0">
                  <a:moveTo>
                    <a:pt x="0" y="8575"/>
                  </a:moveTo>
                  <a:lnTo>
                    <a:pt x="3430" y="857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8575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48" name="Graph element 441"/>
            <p:cNvSpPr/>
            <p:nvPr/>
          </p:nvSpPr>
          <p:spPr>
            <a:xfrm>
              <a:off x="800064" y="1674303"/>
              <a:ext cx="3430" cy="8575"/>
            </a:xfrm>
            <a:custGeom>
              <a:avLst/>
              <a:gdLst/>
              <a:ahLst/>
              <a:cxnLst/>
              <a:rect l="0" t="0" r="r" b="b"/>
              <a:pathLst>
                <a:path w="3430" h="8575" stroke="0" extrusionOk="0">
                  <a:moveTo>
                    <a:pt x="0" y="8575"/>
                  </a:moveTo>
                  <a:lnTo>
                    <a:pt x="3430" y="857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8575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49" name="Graph element 442"/>
            <p:cNvSpPr/>
            <p:nvPr/>
          </p:nvSpPr>
          <p:spPr>
            <a:xfrm>
              <a:off x="782914" y="1674303"/>
              <a:ext cx="3430" cy="8575"/>
            </a:xfrm>
            <a:custGeom>
              <a:avLst/>
              <a:gdLst/>
              <a:ahLst/>
              <a:cxnLst/>
              <a:rect l="0" t="0" r="r" b="b"/>
              <a:pathLst>
                <a:path w="3430" h="8575" stroke="0" extrusionOk="0">
                  <a:moveTo>
                    <a:pt x="0" y="8575"/>
                  </a:moveTo>
                  <a:lnTo>
                    <a:pt x="3430" y="857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8575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50" name="Graph element 443"/>
            <p:cNvSpPr/>
            <p:nvPr/>
          </p:nvSpPr>
          <p:spPr>
            <a:xfrm>
              <a:off x="772195" y="1674303"/>
              <a:ext cx="3430" cy="8575"/>
            </a:xfrm>
            <a:custGeom>
              <a:avLst/>
              <a:gdLst/>
              <a:ahLst/>
              <a:cxnLst/>
              <a:rect l="0" t="0" r="r" b="b"/>
              <a:pathLst>
                <a:path w="3430" h="8575" stroke="0" extrusionOk="0">
                  <a:moveTo>
                    <a:pt x="0" y="8575"/>
                  </a:moveTo>
                  <a:lnTo>
                    <a:pt x="3430" y="857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8575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51" name="Graph element 444"/>
            <p:cNvSpPr/>
            <p:nvPr/>
          </p:nvSpPr>
          <p:spPr>
            <a:xfrm>
              <a:off x="753403" y="1670947"/>
              <a:ext cx="5072" cy="11932"/>
            </a:xfrm>
            <a:custGeom>
              <a:avLst/>
              <a:gdLst/>
              <a:ahLst/>
              <a:cxnLst/>
              <a:rect l="0" t="0" r="r" b="b"/>
              <a:pathLst>
                <a:path w="5072" h="11932" stroke="0" extrusionOk="0">
                  <a:moveTo>
                    <a:pt x="1641" y="4067"/>
                  </a:moveTo>
                  <a:lnTo>
                    <a:pt x="1641" y="11932"/>
                  </a:lnTo>
                  <a:lnTo>
                    <a:pt x="5072" y="11932"/>
                  </a:lnTo>
                  <a:lnTo>
                    <a:pt x="5072" y="2646"/>
                  </a:lnTo>
                  <a:lnTo>
                    <a:pt x="2425" y="0"/>
                  </a:lnTo>
                  <a:lnTo>
                    <a:pt x="0" y="2425"/>
                  </a:lnTo>
                  <a:lnTo>
                    <a:pt x="1641" y="4067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52" name="Graph element 445"/>
            <p:cNvSpPr/>
            <p:nvPr/>
          </p:nvSpPr>
          <p:spPr>
            <a:xfrm>
              <a:off x="744325" y="1672159"/>
              <a:ext cx="3430" cy="10719"/>
            </a:xfrm>
            <a:custGeom>
              <a:avLst/>
              <a:gdLst/>
              <a:ahLst/>
              <a:cxnLst/>
              <a:rect l="0" t="0" r="r" b="b"/>
              <a:pathLst>
                <a:path w="3430" h="10719" stroke="0" extrusionOk="0">
                  <a:moveTo>
                    <a:pt x="0" y="10719"/>
                  </a:moveTo>
                  <a:lnTo>
                    <a:pt x="3430" y="10719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0719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53" name="Graph element 446"/>
            <p:cNvSpPr/>
            <p:nvPr/>
          </p:nvSpPr>
          <p:spPr>
            <a:xfrm>
              <a:off x="727175" y="1672159"/>
              <a:ext cx="3430" cy="10719"/>
            </a:xfrm>
            <a:custGeom>
              <a:avLst/>
              <a:gdLst/>
              <a:ahLst/>
              <a:cxnLst/>
              <a:rect l="0" t="0" r="r" b="b"/>
              <a:pathLst>
                <a:path w="3430" h="10719" stroke="0" extrusionOk="0">
                  <a:moveTo>
                    <a:pt x="0" y="10719"/>
                  </a:moveTo>
                  <a:lnTo>
                    <a:pt x="3430" y="10719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0719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54" name="Graph element 447"/>
            <p:cNvSpPr/>
            <p:nvPr/>
          </p:nvSpPr>
          <p:spPr>
            <a:xfrm>
              <a:off x="716456" y="1672159"/>
              <a:ext cx="3430" cy="10719"/>
            </a:xfrm>
            <a:custGeom>
              <a:avLst/>
              <a:gdLst/>
              <a:ahLst/>
              <a:cxnLst/>
              <a:rect l="0" t="0" r="r" b="b"/>
              <a:pathLst>
                <a:path w="3430" h="10719" stroke="0" extrusionOk="0">
                  <a:moveTo>
                    <a:pt x="0" y="10719"/>
                  </a:moveTo>
                  <a:lnTo>
                    <a:pt x="3430" y="10719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0719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55" name="Graph element 448"/>
            <p:cNvSpPr/>
            <p:nvPr/>
          </p:nvSpPr>
          <p:spPr>
            <a:xfrm>
              <a:off x="711740" y="1668300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56" name="Graph element 449"/>
            <p:cNvSpPr/>
            <p:nvPr/>
          </p:nvSpPr>
          <p:spPr>
            <a:xfrm>
              <a:off x="705308" y="1668300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57" name="Graph element 450"/>
            <p:cNvSpPr/>
            <p:nvPr/>
          </p:nvSpPr>
          <p:spPr>
            <a:xfrm>
              <a:off x="697664" y="1668803"/>
              <a:ext cx="5072" cy="14075"/>
            </a:xfrm>
            <a:custGeom>
              <a:avLst/>
              <a:gdLst/>
              <a:ahLst/>
              <a:cxnLst/>
              <a:rect l="0" t="0" r="r" b="b"/>
              <a:pathLst>
                <a:path w="5072" h="14075" stroke="0" extrusionOk="0">
                  <a:moveTo>
                    <a:pt x="1641" y="4067"/>
                  </a:moveTo>
                  <a:lnTo>
                    <a:pt x="1641" y="14075"/>
                  </a:lnTo>
                  <a:lnTo>
                    <a:pt x="5072" y="14075"/>
                  </a:lnTo>
                  <a:lnTo>
                    <a:pt x="5072" y="2646"/>
                  </a:lnTo>
                  <a:lnTo>
                    <a:pt x="2425" y="0"/>
                  </a:lnTo>
                  <a:lnTo>
                    <a:pt x="0" y="2425"/>
                  </a:lnTo>
                  <a:lnTo>
                    <a:pt x="1641" y="4067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58" name="Graph element 451"/>
            <p:cNvSpPr/>
            <p:nvPr/>
          </p:nvSpPr>
          <p:spPr>
            <a:xfrm>
              <a:off x="688587" y="1668803"/>
              <a:ext cx="5072" cy="14075"/>
            </a:xfrm>
            <a:custGeom>
              <a:avLst/>
              <a:gdLst/>
              <a:ahLst/>
              <a:cxnLst/>
              <a:rect l="0" t="0" r="r" b="b"/>
              <a:pathLst>
                <a:path w="5072" h="14075" stroke="0" extrusionOk="0">
                  <a:moveTo>
                    <a:pt x="0" y="2646"/>
                  </a:moveTo>
                  <a:lnTo>
                    <a:pt x="0" y="14075"/>
                  </a:lnTo>
                  <a:lnTo>
                    <a:pt x="3430" y="14075"/>
                  </a:lnTo>
                  <a:lnTo>
                    <a:pt x="3430" y="4067"/>
                  </a:lnTo>
                  <a:lnTo>
                    <a:pt x="5072" y="2425"/>
                  </a:lnTo>
                  <a:lnTo>
                    <a:pt x="2646" y="0"/>
                  </a:lnTo>
                  <a:lnTo>
                    <a:pt x="0" y="2646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59" name="Graph element 452"/>
            <p:cNvSpPr/>
            <p:nvPr/>
          </p:nvSpPr>
          <p:spPr>
            <a:xfrm>
              <a:off x="683870" y="1668300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60" name="Graph element 453"/>
            <p:cNvSpPr/>
            <p:nvPr/>
          </p:nvSpPr>
          <p:spPr>
            <a:xfrm>
              <a:off x="677439" y="1668300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61" name="Graph element 454"/>
            <p:cNvSpPr/>
            <p:nvPr/>
          </p:nvSpPr>
          <p:spPr>
            <a:xfrm>
              <a:off x="669795" y="1668803"/>
              <a:ext cx="5072" cy="14075"/>
            </a:xfrm>
            <a:custGeom>
              <a:avLst/>
              <a:gdLst/>
              <a:ahLst/>
              <a:cxnLst/>
              <a:rect l="0" t="0" r="r" b="b"/>
              <a:pathLst>
                <a:path w="5072" h="14075" stroke="0" extrusionOk="0">
                  <a:moveTo>
                    <a:pt x="1641" y="4067"/>
                  </a:moveTo>
                  <a:lnTo>
                    <a:pt x="1641" y="14075"/>
                  </a:lnTo>
                  <a:lnTo>
                    <a:pt x="5072" y="14075"/>
                  </a:lnTo>
                  <a:lnTo>
                    <a:pt x="5072" y="2646"/>
                  </a:lnTo>
                  <a:lnTo>
                    <a:pt x="2425" y="0"/>
                  </a:lnTo>
                  <a:lnTo>
                    <a:pt x="0" y="2425"/>
                  </a:lnTo>
                  <a:lnTo>
                    <a:pt x="1641" y="4067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62" name="Graph element 455"/>
            <p:cNvSpPr/>
            <p:nvPr/>
          </p:nvSpPr>
          <p:spPr>
            <a:xfrm>
              <a:off x="643567" y="1670016"/>
              <a:ext cx="3430" cy="12863"/>
            </a:xfrm>
            <a:custGeom>
              <a:avLst/>
              <a:gdLst/>
              <a:ahLst/>
              <a:cxnLst/>
              <a:rect l="0" t="0" r="r" b="b"/>
              <a:pathLst>
                <a:path w="3430" h="12863" stroke="0" extrusionOk="0">
                  <a:moveTo>
                    <a:pt x="0" y="12863"/>
                  </a:moveTo>
                  <a:lnTo>
                    <a:pt x="3430" y="12863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2863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63" name="Graph element 456"/>
            <p:cNvSpPr/>
            <p:nvPr/>
          </p:nvSpPr>
          <p:spPr>
            <a:xfrm>
              <a:off x="632848" y="1670016"/>
              <a:ext cx="3430" cy="12863"/>
            </a:xfrm>
            <a:custGeom>
              <a:avLst/>
              <a:gdLst/>
              <a:ahLst/>
              <a:cxnLst/>
              <a:rect l="0" t="0" r="r" b="b"/>
              <a:pathLst>
                <a:path w="3430" h="12863" stroke="0" extrusionOk="0">
                  <a:moveTo>
                    <a:pt x="0" y="12863"/>
                  </a:moveTo>
                  <a:lnTo>
                    <a:pt x="3430" y="12863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2863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64" name="Graph element 457"/>
            <p:cNvSpPr/>
            <p:nvPr/>
          </p:nvSpPr>
          <p:spPr>
            <a:xfrm>
              <a:off x="626417" y="1670016"/>
              <a:ext cx="3430" cy="12863"/>
            </a:xfrm>
            <a:custGeom>
              <a:avLst/>
              <a:gdLst/>
              <a:ahLst/>
              <a:cxnLst/>
              <a:rect l="0" t="0" r="r" b="b"/>
              <a:pathLst>
                <a:path w="3430" h="12863" stroke="0" extrusionOk="0">
                  <a:moveTo>
                    <a:pt x="0" y="12863"/>
                  </a:moveTo>
                  <a:lnTo>
                    <a:pt x="3430" y="12863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2863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65" name="Graph element 458"/>
            <p:cNvSpPr/>
            <p:nvPr/>
          </p:nvSpPr>
          <p:spPr>
            <a:xfrm>
              <a:off x="615698" y="1670016"/>
              <a:ext cx="3430" cy="12863"/>
            </a:xfrm>
            <a:custGeom>
              <a:avLst/>
              <a:gdLst/>
              <a:ahLst/>
              <a:cxnLst/>
              <a:rect l="0" t="0" r="r" b="b"/>
              <a:pathLst>
                <a:path w="3430" h="12863" stroke="0" extrusionOk="0">
                  <a:moveTo>
                    <a:pt x="0" y="12863"/>
                  </a:moveTo>
                  <a:lnTo>
                    <a:pt x="3430" y="12863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2863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66" name="Graph element 459"/>
            <p:cNvSpPr/>
            <p:nvPr/>
          </p:nvSpPr>
          <p:spPr>
            <a:xfrm>
              <a:off x="604979" y="1670016"/>
              <a:ext cx="3430" cy="12863"/>
            </a:xfrm>
            <a:custGeom>
              <a:avLst/>
              <a:gdLst/>
              <a:ahLst/>
              <a:cxnLst/>
              <a:rect l="0" t="0" r="r" b="b"/>
              <a:pathLst>
                <a:path w="3430" h="12863" stroke="0" extrusionOk="0">
                  <a:moveTo>
                    <a:pt x="0" y="12863"/>
                  </a:moveTo>
                  <a:lnTo>
                    <a:pt x="3430" y="12863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2863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67" name="Graph element 460"/>
            <p:cNvSpPr/>
            <p:nvPr/>
          </p:nvSpPr>
          <p:spPr>
            <a:xfrm>
              <a:off x="598547" y="1670016"/>
              <a:ext cx="3430" cy="12863"/>
            </a:xfrm>
            <a:custGeom>
              <a:avLst/>
              <a:gdLst/>
              <a:ahLst/>
              <a:cxnLst/>
              <a:rect l="0" t="0" r="r" b="b"/>
              <a:pathLst>
                <a:path w="3430" h="12863" stroke="0" extrusionOk="0">
                  <a:moveTo>
                    <a:pt x="0" y="12863"/>
                  </a:moveTo>
                  <a:lnTo>
                    <a:pt x="3430" y="12863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2863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68" name="Graph element 461"/>
            <p:cNvSpPr/>
            <p:nvPr/>
          </p:nvSpPr>
          <p:spPr>
            <a:xfrm>
              <a:off x="570678" y="1666659"/>
              <a:ext cx="5072" cy="16219"/>
            </a:xfrm>
            <a:custGeom>
              <a:avLst/>
              <a:gdLst/>
              <a:ahLst/>
              <a:cxnLst/>
              <a:rect l="0" t="0" r="r" b="b"/>
              <a:pathLst>
                <a:path w="5072" h="16219" stroke="0" extrusionOk="0">
                  <a:moveTo>
                    <a:pt x="0" y="2646"/>
                  </a:moveTo>
                  <a:lnTo>
                    <a:pt x="0" y="16219"/>
                  </a:lnTo>
                  <a:lnTo>
                    <a:pt x="3430" y="16219"/>
                  </a:lnTo>
                  <a:lnTo>
                    <a:pt x="3430" y="4067"/>
                  </a:lnTo>
                  <a:lnTo>
                    <a:pt x="5072" y="2425"/>
                  </a:lnTo>
                  <a:lnTo>
                    <a:pt x="2646" y="0"/>
                  </a:lnTo>
                  <a:lnTo>
                    <a:pt x="0" y="2646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69" name="Graph element 462"/>
            <p:cNvSpPr/>
            <p:nvPr/>
          </p:nvSpPr>
          <p:spPr>
            <a:xfrm>
              <a:off x="565962" y="1666157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70" name="Graph element 463"/>
            <p:cNvSpPr/>
            <p:nvPr/>
          </p:nvSpPr>
          <p:spPr>
            <a:xfrm>
              <a:off x="542809" y="1667872"/>
              <a:ext cx="3430" cy="15007"/>
            </a:xfrm>
            <a:custGeom>
              <a:avLst/>
              <a:gdLst/>
              <a:ahLst/>
              <a:cxnLst/>
              <a:rect l="0" t="0" r="r" b="b"/>
              <a:pathLst>
                <a:path w="3430" h="15007" stroke="0" extrusionOk="0">
                  <a:moveTo>
                    <a:pt x="0" y="15007"/>
                  </a:moveTo>
                  <a:lnTo>
                    <a:pt x="3430" y="15007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5007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71" name="Graph element 464"/>
            <p:cNvSpPr/>
            <p:nvPr/>
          </p:nvSpPr>
          <p:spPr>
            <a:xfrm>
              <a:off x="525658" y="1667872"/>
              <a:ext cx="3430" cy="15007"/>
            </a:xfrm>
            <a:custGeom>
              <a:avLst/>
              <a:gdLst/>
              <a:ahLst/>
              <a:cxnLst/>
              <a:rect l="0" t="0" r="r" b="b"/>
              <a:pathLst>
                <a:path w="3430" h="15007" stroke="0" extrusionOk="0">
                  <a:moveTo>
                    <a:pt x="0" y="15007"/>
                  </a:moveTo>
                  <a:lnTo>
                    <a:pt x="3430" y="15007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5007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72" name="Graph element 465"/>
            <p:cNvSpPr/>
            <p:nvPr/>
          </p:nvSpPr>
          <p:spPr>
            <a:xfrm>
              <a:off x="514939" y="1667872"/>
              <a:ext cx="3430" cy="15007"/>
            </a:xfrm>
            <a:custGeom>
              <a:avLst/>
              <a:gdLst/>
              <a:ahLst/>
              <a:cxnLst/>
              <a:rect l="0" t="0" r="r" b="b"/>
              <a:pathLst>
                <a:path w="3430" h="15007" stroke="0" extrusionOk="0">
                  <a:moveTo>
                    <a:pt x="0" y="15007"/>
                  </a:moveTo>
                  <a:lnTo>
                    <a:pt x="3430" y="15007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5007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73" name="Graph element 466"/>
            <p:cNvSpPr/>
            <p:nvPr/>
          </p:nvSpPr>
          <p:spPr>
            <a:xfrm>
              <a:off x="510223" y="1664013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74" name="Graph element 467"/>
            <p:cNvSpPr/>
            <p:nvPr/>
          </p:nvSpPr>
          <p:spPr>
            <a:xfrm>
              <a:off x="502579" y="1664515"/>
              <a:ext cx="5072" cy="18363"/>
            </a:xfrm>
            <a:custGeom>
              <a:avLst/>
              <a:gdLst/>
              <a:ahLst/>
              <a:cxnLst/>
              <a:rect l="0" t="0" r="r" b="b"/>
              <a:pathLst>
                <a:path w="5072" h="18363" stroke="0" extrusionOk="0">
                  <a:moveTo>
                    <a:pt x="1641" y="4067"/>
                  </a:moveTo>
                  <a:lnTo>
                    <a:pt x="1641" y="18363"/>
                  </a:lnTo>
                  <a:lnTo>
                    <a:pt x="5072" y="18363"/>
                  </a:lnTo>
                  <a:lnTo>
                    <a:pt x="5072" y="2646"/>
                  </a:lnTo>
                  <a:lnTo>
                    <a:pt x="2425" y="0"/>
                  </a:lnTo>
                  <a:lnTo>
                    <a:pt x="0" y="2425"/>
                  </a:lnTo>
                  <a:lnTo>
                    <a:pt x="1641" y="4067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75" name="Graph element 468"/>
            <p:cNvSpPr/>
            <p:nvPr/>
          </p:nvSpPr>
          <p:spPr>
            <a:xfrm>
              <a:off x="497789" y="1665728"/>
              <a:ext cx="3430" cy="17150"/>
            </a:xfrm>
            <a:custGeom>
              <a:avLst/>
              <a:gdLst/>
              <a:ahLst/>
              <a:cxnLst/>
              <a:rect l="0" t="0" r="r" b="b"/>
              <a:pathLst>
                <a:path w="3430" h="17150" stroke="0" extrusionOk="0">
                  <a:moveTo>
                    <a:pt x="0" y="17150"/>
                  </a:moveTo>
                  <a:lnTo>
                    <a:pt x="3430" y="17150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7150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76" name="Graph element 469"/>
            <p:cNvSpPr/>
            <p:nvPr/>
          </p:nvSpPr>
          <p:spPr>
            <a:xfrm>
              <a:off x="487070" y="1665728"/>
              <a:ext cx="3430" cy="17150"/>
            </a:xfrm>
            <a:custGeom>
              <a:avLst/>
              <a:gdLst/>
              <a:ahLst/>
              <a:cxnLst/>
              <a:rect l="0" t="0" r="r" b="b"/>
              <a:pathLst>
                <a:path w="3430" h="17150" stroke="0" extrusionOk="0">
                  <a:moveTo>
                    <a:pt x="0" y="17150"/>
                  </a:moveTo>
                  <a:lnTo>
                    <a:pt x="3430" y="17150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7150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77" name="Graph element 470"/>
            <p:cNvSpPr/>
            <p:nvPr/>
          </p:nvSpPr>
          <p:spPr>
            <a:xfrm>
              <a:off x="475922" y="1661869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78" name="Graph element 471"/>
            <p:cNvSpPr/>
            <p:nvPr/>
          </p:nvSpPr>
          <p:spPr>
            <a:xfrm>
              <a:off x="469920" y="1663584"/>
              <a:ext cx="3430" cy="19294"/>
            </a:xfrm>
            <a:custGeom>
              <a:avLst/>
              <a:gdLst/>
              <a:ahLst/>
              <a:cxnLst/>
              <a:rect l="0" t="0" r="r" b="b"/>
              <a:pathLst>
                <a:path w="3430" h="19294" stroke="0" extrusionOk="0">
                  <a:moveTo>
                    <a:pt x="0" y="19294"/>
                  </a:moveTo>
                  <a:lnTo>
                    <a:pt x="3430" y="1929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9294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79" name="Graph element 472"/>
            <p:cNvSpPr/>
            <p:nvPr/>
          </p:nvSpPr>
          <p:spPr>
            <a:xfrm>
              <a:off x="459201" y="1663584"/>
              <a:ext cx="3430" cy="19294"/>
            </a:xfrm>
            <a:custGeom>
              <a:avLst/>
              <a:gdLst/>
              <a:ahLst/>
              <a:cxnLst/>
              <a:rect l="0" t="0" r="r" b="b"/>
              <a:pathLst>
                <a:path w="3430" h="19294" stroke="0" extrusionOk="0">
                  <a:moveTo>
                    <a:pt x="0" y="19294"/>
                  </a:moveTo>
                  <a:lnTo>
                    <a:pt x="3430" y="1929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9294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80" name="Graph element 473"/>
            <p:cNvSpPr/>
            <p:nvPr/>
          </p:nvSpPr>
          <p:spPr>
            <a:xfrm>
              <a:off x="448053" y="1659725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81" name="Graph element 474"/>
            <p:cNvSpPr/>
            <p:nvPr/>
          </p:nvSpPr>
          <p:spPr>
            <a:xfrm>
              <a:off x="440409" y="1660228"/>
              <a:ext cx="5072" cy="22651"/>
            </a:xfrm>
            <a:custGeom>
              <a:avLst/>
              <a:gdLst/>
              <a:ahLst/>
              <a:cxnLst/>
              <a:rect l="0" t="0" r="r" b="b"/>
              <a:pathLst>
                <a:path w="5072" h="22651" stroke="0" extrusionOk="0">
                  <a:moveTo>
                    <a:pt x="1641" y="4067"/>
                  </a:moveTo>
                  <a:lnTo>
                    <a:pt x="1641" y="22651"/>
                  </a:lnTo>
                  <a:lnTo>
                    <a:pt x="5072" y="22651"/>
                  </a:lnTo>
                  <a:lnTo>
                    <a:pt x="5072" y="2646"/>
                  </a:lnTo>
                  <a:lnTo>
                    <a:pt x="2425" y="0"/>
                  </a:lnTo>
                  <a:lnTo>
                    <a:pt x="0" y="2425"/>
                  </a:lnTo>
                  <a:lnTo>
                    <a:pt x="1641" y="4067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82" name="Graph element 475"/>
            <p:cNvSpPr/>
            <p:nvPr/>
          </p:nvSpPr>
          <p:spPr>
            <a:xfrm>
              <a:off x="431331" y="1661440"/>
              <a:ext cx="3430" cy="21438"/>
            </a:xfrm>
            <a:custGeom>
              <a:avLst/>
              <a:gdLst/>
              <a:ahLst/>
              <a:cxnLst/>
              <a:rect l="0" t="0" r="r" b="b"/>
              <a:pathLst>
                <a:path w="3430" h="21438" stroke="0" extrusionOk="0">
                  <a:moveTo>
                    <a:pt x="0" y="21438"/>
                  </a:moveTo>
                  <a:lnTo>
                    <a:pt x="3430" y="2143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38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83" name="Graph element 476"/>
            <p:cNvSpPr/>
            <p:nvPr/>
          </p:nvSpPr>
          <p:spPr>
            <a:xfrm>
              <a:off x="414181" y="1661440"/>
              <a:ext cx="3430" cy="21438"/>
            </a:xfrm>
            <a:custGeom>
              <a:avLst/>
              <a:gdLst/>
              <a:ahLst/>
              <a:cxnLst/>
              <a:rect l="0" t="0" r="r" b="b"/>
              <a:pathLst>
                <a:path w="3430" h="21438" stroke="0" extrusionOk="0">
                  <a:moveTo>
                    <a:pt x="0" y="21438"/>
                  </a:moveTo>
                  <a:lnTo>
                    <a:pt x="3430" y="2143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38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84" name="Graph element 477"/>
            <p:cNvSpPr/>
            <p:nvPr/>
          </p:nvSpPr>
          <p:spPr>
            <a:xfrm>
              <a:off x="403462" y="1661440"/>
              <a:ext cx="3430" cy="21438"/>
            </a:xfrm>
            <a:custGeom>
              <a:avLst/>
              <a:gdLst/>
              <a:ahLst/>
              <a:cxnLst/>
              <a:rect l="0" t="0" r="r" b="b"/>
              <a:pathLst>
                <a:path w="3430" h="21438" stroke="0" extrusionOk="0">
                  <a:moveTo>
                    <a:pt x="0" y="21438"/>
                  </a:moveTo>
                  <a:lnTo>
                    <a:pt x="3430" y="2143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38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85" name="Graph element 478"/>
            <p:cNvSpPr/>
            <p:nvPr/>
          </p:nvSpPr>
          <p:spPr>
            <a:xfrm>
              <a:off x="392314" y="1657582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86" name="Graph element 479"/>
            <p:cNvSpPr/>
            <p:nvPr/>
          </p:nvSpPr>
          <p:spPr>
            <a:xfrm>
              <a:off x="375593" y="1659297"/>
              <a:ext cx="3430" cy="23582"/>
            </a:xfrm>
            <a:custGeom>
              <a:avLst/>
              <a:gdLst/>
              <a:ahLst/>
              <a:cxnLst/>
              <a:rect l="0" t="0" r="r" b="b"/>
              <a:pathLst>
                <a:path w="3430" h="23582" stroke="0" extrusionOk="0">
                  <a:moveTo>
                    <a:pt x="0" y="23582"/>
                  </a:moveTo>
                  <a:lnTo>
                    <a:pt x="3430" y="23582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3582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87" name="Graph element 480"/>
            <p:cNvSpPr/>
            <p:nvPr/>
          </p:nvSpPr>
          <p:spPr>
            <a:xfrm>
              <a:off x="370876" y="1655438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88" name="Graph element 481"/>
            <p:cNvSpPr/>
            <p:nvPr/>
          </p:nvSpPr>
          <p:spPr>
            <a:xfrm>
              <a:off x="364445" y="1655438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89" name="Graph element 482"/>
            <p:cNvSpPr/>
            <p:nvPr/>
          </p:nvSpPr>
          <p:spPr>
            <a:xfrm>
              <a:off x="356801" y="1655940"/>
              <a:ext cx="5072" cy="26938"/>
            </a:xfrm>
            <a:custGeom>
              <a:avLst/>
              <a:gdLst/>
              <a:ahLst/>
              <a:cxnLst/>
              <a:rect l="0" t="0" r="r" b="b"/>
              <a:pathLst>
                <a:path w="5072" h="26938" stroke="0" extrusionOk="0">
                  <a:moveTo>
                    <a:pt x="1641" y="4067"/>
                  </a:moveTo>
                  <a:lnTo>
                    <a:pt x="1641" y="26938"/>
                  </a:lnTo>
                  <a:lnTo>
                    <a:pt x="5072" y="26938"/>
                  </a:lnTo>
                  <a:lnTo>
                    <a:pt x="5072" y="2646"/>
                  </a:lnTo>
                  <a:lnTo>
                    <a:pt x="2425" y="0"/>
                  </a:lnTo>
                  <a:lnTo>
                    <a:pt x="0" y="2425"/>
                  </a:lnTo>
                  <a:lnTo>
                    <a:pt x="1641" y="4067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90" name="Graph element 483"/>
            <p:cNvSpPr/>
            <p:nvPr/>
          </p:nvSpPr>
          <p:spPr>
            <a:xfrm>
              <a:off x="347723" y="1657153"/>
              <a:ext cx="3430" cy="25726"/>
            </a:xfrm>
            <a:custGeom>
              <a:avLst/>
              <a:gdLst/>
              <a:ahLst/>
              <a:cxnLst/>
              <a:rect l="0" t="0" r="r" b="b"/>
              <a:pathLst>
                <a:path w="3430" h="25726" stroke="0" extrusionOk="0">
                  <a:moveTo>
                    <a:pt x="0" y="25726"/>
                  </a:moveTo>
                  <a:lnTo>
                    <a:pt x="3430" y="25726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5726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91" name="Graph element 484"/>
            <p:cNvSpPr/>
            <p:nvPr/>
          </p:nvSpPr>
          <p:spPr>
            <a:xfrm>
              <a:off x="343007" y="1653294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92" name="Graph element 485"/>
            <p:cNvSpPr/>
            <p:nvPr/>
          </p:nvSpPr>
          <p:spPr>
            <a:xfrm>
              <a:off x="336576" y="1649006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93" name="Graph element 486"/>
            <p:cNvSpPr/>
            <p:nvPr/>
          </p:nvSpPr>
          <p:spPr>
            <a:xfrm>
              <a:off x="328932" y="1649509"/>
              <a:ext cx="5072" cy="33370"/>
            </a:xfrm>
            <a:custGeom>
              <a:avLst/>
              <a:gdLst/>
              <a:ahLst/>
              <a:cxnLst/>
              <a:rect l="0" t="0" r="r" b="b"/>
              <a:pathLst>
                <a:path w="5072" h="33370" stroke="0" extrusionOk="0">
                  <a:moveTo>
                    <a:pt x="1641" y="4067"/>
                  </a:moveTo>
                  <a:lnTo>
                    <a:pt x="1641" y="33370"/>
                  </a:lnTo>
                  <a:lnTo>
                    <a:pt x="5072" y="33370"/>
                  </a:lnTo>
                  <a:lnTo>
                    <a:pt x="5072" y="2646"/>
                  </a:lnTo>
                  <a:lnTo>
                    <a:pt x="2425" y="0"/>
                  </a:lnTo>
                  <a:lnTo>
                    <a:pt x="0" y="2425"/>
                  </a:lnTo>
                  <a:lnTo>
                    <a:pt x="1641" y="4067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94" name="Graph element 487"/>
            <p:cNvSpPr/>
            <p:nvPr/>
          </p:nvSpPr>
          <p:spPr>
            <a:xfrm>
              <a:off x="319854" y="1650721"/>
              <a:ext cx="3430" cy="32157"/>
            </a:xfrm>
            <a:custGeom>
              <a:avLst/>
              <a:gdLst/>
              <a:ahLst/>
              <a:cxnLst/>
              <a:rect l="0" t="0" r="r" b="b"/>
              <a:pathLst>
                <a:path w="3430" h="32157" stroke="0" extrusionOk="0">
                  <a:moveTo>
                    <a:pt x="0" y="32157"/>
                  </a:moveTo>
                  <a:lnTo>
                    <a:pt x="3430" y="32157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32157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95" name="Graph element 488"/>
            <p:cNvSpPr/>
            <p:nvPr/>
          </p:nvSpPr>
          <p:spPr>
            <a:xfrm>
              <a:off x="302704" y="1648578"/>
              <a:ext cx="3430" cy="34301"/>
            </a:xfrm>
            <a:custGeom>
              <a:avLst/>
              <a:gdLst/>
              <a:ahLst/>
              <a:cxnLst/>
              <a:rect l="0" t="0" r="r" b="b"/>
              <a:pathLst>
                <a:path w="3430" h="34301" stroke="0" extrusionOk="0">
                  <a:moveTo>
                    <a:pt x="0" y="34301"/>
                  </a:moveTo>
                  <a:lnTo>
                    <a:pt x="3430" y="34301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34301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96" name="Graph element 489"/>
            <p:cNvSpPr/>
            <p:nvPr/>
          </p:nvSpPr>
          <p:spPr>
            <a:xfrm>
              <a:off x="291985" y="1645221"/>
              <a:ext cx="5072" cy="37657"/>
            </a:xfrm>
            <a:custGeom>
              <a:avLst/>
              <a:gdLst/>
              <a:ahLst/>
              <a:cxnLst/>
              <a:rect l="0" t="0" r="r" b="b"/>
              <a:pathLst>
                <a:path w="5072" h="37657" stroke="0" extrusionOk="0">
                  <a:moveTo>
                    <a:pt x="0" y="2646"/>
                  </a:moveTo>
                  <a:lnTo>
                    <a:pt x="0" y="37657"/>
                  </a:lnTo>
                  <a:lnTo>
                    <a:pt x="3430" y="37657"/>
                  </a:lnTo>
                  <a:lnTo>
                    <a:pt x="3430" y="4067"/>
                  </a:lnTo>
                  <a:lnTo>
                    <a:pt x="5072" y="2425"/>
                  </a:lnTo>
                  <a:lnTo>
                    <a:pt x="2646" y="0"/>
                  </a:lnTo>
                  <a:lnTo>
                    <a:pt x="0" y="2646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97" name="Graph element 490"/>
            <p:cNvSpPr/>
            <p:nvPr/>
          </p:nvSpPr>
          <p:spPr>
            <a:xfrm>
              <a:off x="280837" y="1636144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98" name="Graph element 491"/>
            <p:cNvSpPr/>
            <p:nvPr/>
          </p:nvSpPr>
          <p:spPr>
            <a:xfrm>
              <a:off x="273193" y="1636646"/>
              <a:ext cx="5072" cy="46232"/>
            </a:xfrm>
            <a:custGeom>
              <a:avLst/>
              <a:gdLst/>
              <a:ahLst/>
              <a:cxnLst/>
              <a:rect l="0" t="0" r="r" b="b"/>
              <a:pathLst>
                <a:path w="5072" h="46232" stroke="0" extrusionOk="0">
                  <a:moveTo>
                    <a:pt x="1641" y="4067"/>
                  </a:moveTo>
                  <a:lnTo>
                    <a:pt x="1641" y="46232"/>
                  </a:lnTo>
                  <a:lnTo>
                    <a:pt x="5072" y="46232"/>
                  </a:lnTo>
                  <a:lnTo>
                    <a:pt x="5072" y="2646"/>
                  </a:lnTo>
                  <a:lnTo>
                    <a:pt x="2425" y="0"/>
                  </a:lnTo>
                  <a:lnTo>
                    <a:pt x="0" y="2425"/>
                  </a:lnTo>
                  <a:lnTo>
                    <a:pt x="1641" y="4067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0999" name="Graph element 492"/>
            <p:cNvSpPr/>
            <p:nvPr/>
          </p:nvSpPr>
          <p:spPr>
            <a:xfrm>
              <a:off x="264115" y="1636646"/>
              <a:ext cx="5072" cy="46232"/>
            </a:xfrm>
            <a:custGeom>
              <a:avLst/>
              <a:gdLst/>
              <a:ahLst/>
              <a:cxnLst/>
              <a:rect l="0" t="0" r="r" b="b"/>
              <a:pathLst>
                <a:path w="5072" h="46232" stroke="0" extrusionOk="0">
                  <a:moveTo>
                    <a:pt x="0" y="2646"/>
                  </a:moveTo>
                  <a:lnTo>
                    <a:pt x="0" y="46232"/>
                  </a:lnTo>
                  <a:lnTo>
                    <a:pt x="3430" y="46232"/>
                  </a:lnTo>
                  <a:lnTo>
                    <a:pt x="3430" y="4067"/>
                  </a:lnTo>
                  <a:lnTo>
                    <a:pt x="5072" y="2425"/>
                  </a:lnTo>
                  <a:lnTo>
                    <a:pt x="2646" y="0"/>
                  </a:lnTo>
                  <a:lnTo>
                    <a:pt x="0" y="2646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1000" name="Graph element 493"/>
            <p:cNvSpPr/>
            <p:nvPr/>
          </p:nvSpPr>
          <p:spPr>
            <a:xfrm>
              <a:off x="252968" y="1629712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1001" name="Graph element 494"/>
            <p:cNvSpPr/>
            <p:nvPr/>
          </p:nvSpPr>
          <p:spPr>
            <a:xfrm>
              <a:off x="246965" y="1631427"/>
              <a:ext cx="3430" cy="51451"/>
            </a:xfrm>
            <a:custGeom>
              <a:avLst/>
              <a:gdLst/>
              <a:ahLst/>
              <a:cxnLst/>
              <a:rect l="0" t="0" r="r" b="b"/>
              <a:pathLst>
                <a:path w="3430" h="51451" stroke="0" extrusionOk="0">
                  <a:moveTo>
                    <a:pt x="0" y="51451"/>
                  </a:moveTo>
                  <a:lnTo>
                    <a:pt x="3430" y="51451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51451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1002" name="Graph element 495"/>
            <p:cNvSpPr/>
            <p:nvPr/>
          </p:nvSpPr>
          <p:spPr>
            <a:xfrm>
              <a:off x="236246" y="1627140"/>
              <a:ext cx="3430" cy="55739"/>
            </a:xfrm>
            <a:custGeom>
              <a:avLst/>
              <a:gdLst/>
              <a:ahLst/>
              <a:cxnLst/>
              <a:rect l="0" t="0" r="r" b="b"/>
              <a:pathLst>
                <a:path w="3430" h="55739" stroke="0" extrusionOk="0">
                  <a:moveTo>
                    <a:pt x="0" y="55739"/>
                  </a:moveTo>
                  <a:lnTo>
                    <a:pt x="3430" y="55739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55739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1003" name="Graph element 496"/>
            <p:cNvSpPr/>
            <p:nvPr/>
          </p:nvSpPr>
          <p:spPr>
            <a:xfrm>
              <a:off x="225098" y="1612562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1004" name="Graph element 497"/>
            <p:cNvSpPr/>
            <p:nvPr/>
          </p:nvSpPr>
          <p:spPr>
            <a:xfrm>
              <a:off x="207948" y="913685"/>
              <a:ext cx="6431" cy="3430"/>
            </a:xfrm>
            <a:custGeom>
              <a:avLst/>
              <a:gdLst/>
              <a:ahLst/>
              <a:cxnLst/>
              <a:rect l="0" t="0" r="r" b="b"/>
              <a:pathLst>
                <a:path w="6431" h="3430" stroke="0" extrusionOk="0">
                  <a:moveTo>
                    <a:pt x="6431" y="3430"/>
                  </a:moveTo>
                  <a:lnTo>
                    <a:pt x="6431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6431" y="3430"/>
                  </a:lnTo>
                  <a:close/>
                </a:path>
              </a:pathLst>
            </a:custGeom>
            <a:solidFill>
              <a:srgbClr val="C3C8CC"/>
            </a:solidFill>
            <a:ln>
              <a:noFill/>
            </a:ln>
          </p:spPr>
        </p:sp>
        <p:sp>
          <p:nvSpPr>
            <p:cNvPr id="21005" name="Graph element 498"/>
            <p:cNvSpPr/>
            <p:nvPr/>
          </p:nvSpPr>
          <p:spPr>
            <a:xfrm>
              <a:off x="1840306" y="386814"/>
              <a:ext cx="4569" cy="4569"/>
            </a:xfrm>
            <a:custGeom>
              <a:avLst/>
              <a:gdLst/>
              <a:ahLst/>
              <a:cxnLst/>
              <a:rect l="0" t="0" r="r" b="b"/>
              <a:pathLst>
                <a:path w="4569" h="4569" stroke="0" extrusionOk="0">
                  <a:moveTo>
                    <a:pt x="0" y="2144"/>
                  </a:moveTo>
                  <a:lnTo>
                    <a:pt x="2425" y="4569"/>
                  </a:lnTo>
                  <a:lnTo>
                    <a:pt x="4569" y="2425"/>
                  </a:lnTo>
                  <a:lnTo>
                    <a:pt x="2144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A6C1DA"/>
            </a:solidFill>
            <a:ln>
              <a:noFill/>
            </a:ln>
          </p:spPr>
        </p:sp>
        <p:sp>
          <p:nvSpPr>
            <p:cNvPr id="21006" name="Graph element 499"/>
            <p:cNvSpPr/>
            <p:nvPr/>
          </p:nvSpPr>
          <p:spPr>
            <a:xfrm>
              <a:off x="1953425" y="1685022"/>
              <a:ext cx="3430" cy="115765"/>
            </a:xfrm>
            <a:custGeom>
              <a:avLst/>
              <a:gdLst/>
              <a:ahLst/>
              <a:cxnLst/>
              <a:rect l="0" t="0" r="r" b="b"/>
              <a:pathLst>
                <a:path w="3430" h="115765" stroke="0" extrusionOk="0">
                  <a:moveTo>
                    <a:pt x="0" y="115765"/>
                  </a:moveTo>
                  <a:lnTo>
                    <a:pt x="3430" y="11576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15765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007" name="Graph element 500"/>
            <p:cNvSpPr/>
            <p:nvPr/>
          </p:nvSpPr>
          <p:spPr>
            <a:xfrm>
              <a:off x="1936275" y="1685022"/>
              <a:ext cx="3430" cy="64314"/>
            </a:xfrm>
            <a:custGeom>
              <a:avLst/>
              <a:gdLst/>
              <a:ahLst/>
              <a:cxnLst/>
              <a:rect l="0" t="0" r="r" b="b"/>
              <a:pathLst>
                <a:path w="3430" h="64314" stroke="0" extrusionOk="0">
                  <a:moveTo>
                    <a:pt x="0" y="64314"/>
                  </a:moveTo>
                  <a:lnTo>
                    <a:pt x="3430" y="6431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64314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008" name="Graph element 501"/>
            <p:cNvSpPr/>
            <p:nvPr/>
          </p:nvSpPr>
          <p:spPr>
            <a:xfrm>
              <a:off x="1931987" y="1685022"/>
              <a:ext cx="3430" cy="64314"/>
            </a:xfrm>
            <a:custGeom>
              <a:avLst/>
              <a:gdLst/>
              <a:ahLst/>
              <a:cxnLst/>
              <a:rect l="0" t="0" r="r" b="b"/>
              <a:pathLst>
                <a:path w="3430" h="64314" stroke="0" extrusionOk="0">
                  <a:moveTo>
                    <a:pt x="0" y="64314"/>
                  </a:moveTo>
                  <a:lnTo>
                    <a:pt x="3430" y="6431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64314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009" name="Graph element 502"/>
            <p:cNvSpPr/>
            <p:nvPr/>
          </p:nvSpPr>
          <p:spPr>
            <a:xfrm>
              <a:off x="1908405" y="1685022"/>
              <a:ext cx="7999" cy="55310"/>
            </a:xfrm>
            <a:custGeom>
              <a:avLst/>
              <a:gdLst/>
              <a:ahLst/>
              <a:cxnLst/>
              <a:rect l="0" t="0" r="r" b="b"/>
              <a:pathLst>
                <a:path w="7999" h="55310" stroke="0" extrusionOk="0">
                  <a:moveTo>
                    <a:pt x="0" y="0"/>
                  </a:moveTo>
                  <a:lnTo>
                    <a:pt x="0" y="55310"/>
                  </a:lnTo>
                  <a:lnTo>
                    <a:pt x="7999" y="55310"/>
                  </a:lnTo>
                  <a:lnTo>
                    <a:pt x="3430" y="507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010" name="Graph element 503"/>
            <p:cNvSpPr/>
            <p:nvPr/>
          </p:nvSpPr>
          <p:spPr>
            <a:xfrm>
              <a:off x="1904118" y="1685022"/>
              <a:ext cx="3430" cy="49307"/>
            </a:xfrm>
            <a:custGeom>
              <a:avLst/>
              <a:gdLst/>
              <a:ahLst/>
              <a:cxnLst/>
              <a:rect l="0" t="0" r="r" b="b"/>
              <a:pathLst>
                <a:path w="3430" h="49307" stroke="0" extrusionOk="0">
                  <a:moveTo>
                    <a:pt x="0" y="49307"/>
                  </a:moveTo>
                  <a:lnTo>
                    <a:pt x="3430" y="49307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9307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011" name="Graph element 504"/>
            <p:cNvSpPr/>
            <p:nvPr/>
          </p:nvSpPr>
          <p:spPr>
            <a:xfrm>
              <a:off x="1880536" y="1685022"/>
              <a:ext cx="3430" cy="45020"/>
            </a:xfrm>
            <a:custGeom>
              <a:avLst/>
              <a:gdLst/>
              <a:ahLst/>
              <a:cxnLst/>
              <a:rect l="0" t="0" r="r" b="b"/>
              <a:pathLst>
                <a:path w="3430" h="45020" stroke="0" extrusionOk="0">
                  <a:moveTo>
                    <a:pt x="0" y="45020"/>
                  </a:moveTo>
                  <a:lnTo>
                    <a:pt x="3430" y="45020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502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012" name="Graph element 505"/>
            <p:cNvSpPr/>
            <p:nvPr/>
          </p:nvSpPr>
          <p:spPr>
            <a:xfrm>
              <a:off x="1871679" y="1685022"/>
              <a:ext cx="7999" cy="44591"/>
            </a:xfrm>
            <a:custGeom>
              <a:avLst/>
              <a:gdLst/>
              <a:ahLst/>
              <a:cxnLst/>
              <a:rect l="0" t="0" r="r" b="b"/>
              <a:pathLst>
                <a:path w="7999" h="44591" stroke="0" extrusionOk="0">
                  <a:moveTo>
                    <a:pt x="4569" y="0"/>
                  </a:moveTo>
                  <a:lnTo>
                    <a:pt x="4569" y="40022"/>
                  </a:lnTo>
                  <a:lnTo>
                    <a:pt x="0" y="44591"/>
                  </a:lnTo>
                  <a:lnTo>
                    <a:pt x="7999" y="44591"/>
                  </a:lnTo>
                  <a:lnTo>
                    <a:pt x="4569" y="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013" name="Graph element 506"/>
            <p:cNvSpPr/>
            <p:nvPr/>
          </p:nvSpPr>
          <p:spPr>
            <a:xfrm>
              <a:off x="1852667" y="1685022"/>
              <a:ext cx="7999" cy="40303"/>
            </a:xfrm>
            <a:custGeom>
              <a:avLst/>
              <a:gdLst/>
              <a:ahLst/>
              <a:cxnLst/>
              <a:rect l="0" t="0" r="r" b="b"/>
              <a:pathLst>
                <a:path w="7999" h="40303" stroke="0" extrusionOk="0">
                  <a:moveTo>
                    <a:pt x="0" y="0"/>
                  </a:moveTo>
                  <a:lnTo>
                    <a:pt x="0" y="40303"/>
                  </a:lnTo>
                  <a:lnTo>
                    <a:pt x="7999" y="40303"/>
                  </a:lnTo>
                  <a:lnTo>
                    <a:pt x="3430" y="357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014" name="Graph element 507"/>
            <p:cNvSpPr/>
            <p:nvPr/>
          </p:nvSpPr>
          <p:spPr>
            <a:xfrm>
              <a:off x="1843810" y="1685022"/>
              <a:ext cx="7999" cy="38160"/>
            </a:xfrm>
            <a:custGeom>
              <a:avLst/>
              <a:gdLst/>
              <a:ahLst/>
              <a:cxnLst/>
              <a:rect l="0" t="0" r="r" b="b"/>
              <a:pathLst>
                <a:path w="7999" h="38160" stroke="0" extrusionOk="0">
                  <a:moveTo>
                    <a:pt x="4569" y="0"/>
                  </a:moveTo>
                  <a:lnTo>
                    <a:pt x="4569" y="33590"/>
                  </a:lnTo>
                  <a:lnTo>
                    <a:pt x="0" y="38160"/>
                  </a:lnTo>
                  <a:lnTo>
                    <a:pt x="7999" y="38160"/>
                  </a:lnTo>
                  <a:lnTo>
                    <a:pt x="4569" y="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015" name="Graph element 508"/>
            <p:cNvSpPr/>
            <p:nvPr/>
          </p:nvSpPr>
          <p:spPr>
            <a:xfrm>
              <a:off x="1824797" y="1685022"/>
              <a:ext cx="3430" cy="32157"/>
            </a:xfrm>
            <a:custGeom>
              <a:avLst/>
              <a:gdLst/>
              <a:ahLst/>
              <a:cxnLst/>
              <a:rect l="0" t="0" r="r" b="b"/>
              <a:pathLst>
                <a:path w="3430" h="32157" stroke="0" extrusionOk="0">
                  <a:moveTo>
                    <a:pt x="0" y="32157"/>
                  </a:moveTo>
                  <a:lnTo>
                    <a:pt x="3430" y="32157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32157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016" name="Graph element 509"/>
            <p:cNvSpPr/>
            <p:nvPr/>
          </p:nvSpPr>
          <p:spPr>
            <a:xfrm>
              <a:off x="1815941" y="1685022"/>
              <a:ext cx="7999" cy="31728"/>
            </a:xfrm>
            <a:custGeom>
              <a:avLst/>
              <a:gdLst/>
              <a:ahLst/>
              <a:cxnLst/>
              <a:rect l="0" t="0" r="r" b="b"/>
              <a:pathLst>
                <a:path w="7999" h="31728" stroke="0" extrusionOk="0">
                  <a:moveTo>
                    <a:pt x="4569" y="0"/>
                  </a:moveTo>
                  <a:lnTo>
                    <a:pt x="4569" y="27159"/>
                  </a:lnTo>
                  <a:lnTo>
                    <a:pt x="0" y="31728"/>
                  </a:lnTo>
                  <a:lnTo>
                    <a:pt x="7999" y="31728"/>
                  </a:lnTo>
                  <a:lnTo>
                    <a:pt x="4569" y="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017" name="Graph element 510"/>
            <p:cNvSpPr/>
            <p:nvPr/>
          </p:nvSpPr>
          <p:spPr>
            <a:xfrm>
              <a:off x="1796928" y="1685022"/>
              <a:ext cx="7999" cy="23153"/>
            </a:xfrm>
            <a:custGeom>
              <a:avLst/>
              <a:gdLst/>
              <a:ahLst/>
              <a:cxnLst/>
              <a:rect l="0" t="0" r="r" b="b"/>
              <a:pathLst>
                <a:path w="7999" h="23153" stroke="0" extrusionOk="0">
                  <a:moveTo>
                    <a:pt x="0" y="0"/>
                  </a:moveTo>
                  <a:lnTo>
                    <a:pt x="0" y="23153"/>
                  </a:lnTo>
                  <a:lnTo>
                    <a:pt x="7999" y="23153"/>
                  </a:lnTo>
                  <a:lnTo>
                    <a:pt x="3430" y="185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018" name="Graph element 511"/>
            <p:cNvSpPr/>
            <p:nvPr/>
          </p:nvSpPr>
          <p:spPr>
            <a:xfrm>
              <a:off x="1792641" y="1685022"/>
              <a:ext cx="3430" cy="19294"/>
            </a:xfrm>
            <a:custGeom>
              <a:avLst/>
              <a:gdLst/>
              <a:ahLst/>
              <a:cxnLst/>
              <a:rect l="0" t="0" r="r" b="b"/>
              <a:pathLst>
                <a:path w="3430" h="19294" stroke="0" extrusionOk="0">
                  <a:moveTo>
                    <a:pt x="0" y="19294"/>
                  </a:moveTo>
                  <a:lnTo>
                    <a:pt x="3430" y="1929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9294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019" name="Graph element 512"/>
            <p:cNvSpPr/>
            <p:nvPr/>
          </p:nvSpPr>
          <p:spPr>
            <a:xfrm>
              <a:off x="1775490" y="1685022"/>
              <a:ext cx="3430" cy="17150"/>
            </a:xfrm>
            <a:custGeom>
              <a:avLst/>
              <a:gdLst/>
              <a:ahLst/>
              <a:cxnLst/>
              <a:rect l="0" t="0" r="r" b="b"/>
              <a:pathLst>
                <a:path w="3430" h="17150" stroke="0" extrusionOk="0">
                  <a:moveTo>
                    <a:pt x="0" y="17150"/>
                  </a:moveTo>
                  <a:lnTo>
                    <a:pt x="3430" y="17150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715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020" name="Graph element 513"/>
            <p:cNvSpPr/>
            <p:nvPr/>
          </p:nvSpPr>
          <p:spPr>
            <a:xfrm>
              <a:off x="1769059" y="1685022"/>
              <a:ext cx="3430" cy="17150"/>
            </a:xfrm>
            <a:custGeom>
              <a:avLst/>
              <a:gdLst/>
              <a:ahLst/>
              <a:cxnLst/>
              <a:rect l="0" t="0" r="r" b="b"/>
              <a:pathLst>
                <a:path w="3430" h="17150" stroke="0" extrusionOk="0">
                  <a:moveTo>
                    <a:pt x="0" y="17150"/>
                  </a:moveTo>
                  <a:lnTo>
                    <a:pt x="3430" y="17150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715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021" name="Graph element 514"/>
            <p:cNvSpPr/>
            <p:nvPr/>
          </p:nvSpPr>
          <p:spPr>
            <a:xfrm>
              <a:off x="1764771" y="1685022"/>
              <a:ext cx="3430" cy="15007"/>
            </a:xfrm>
            <a:custGeom>
              <a:avLst/>
              <a:gdLst/>
              <a:ahLst/>
              <a:cxnLst/>
              <a:rect l="0" t="0" r="r" b="b"/>
              <a:pathLst>
                <a:path w="3430" h="15007" stroke="0" extrusionOk="0">
                  <a:moveTo>
                    <a:pt x="0" y="15007"/>
                  </a:moveTo>
                  <a:lnTo>
                    <a:pt x="3430" y="15007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5007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022" name="Graph element 515"/>
            <p:cNvSpPr/>
            <p:nvPr/>
          </p:nvSpPr>
          <p:spPr>
            <a:xfrm>
              <a:off x="1741189" y="1685022"/>
              <a:ext cx="3430" cy="12863"/>
            </a:xfrm>
            <a:custGeom>
              <a:avLst/>
              <a:gdLst/>
              <a:ahLst/>
              <a:cxnLst/>
              <a:rect l="0" t="0" r="r" b="b"/>
              <a:pathLst>
                <a:path w="3430" h="12863" stroke="0" extrusionOk="0">
                  <a:moveTo>
                    <a:pt x="0" y="12863"/>
                  </a:moveTo>
                  <a:lnTo>
                    <a:pt x="3430" y="12863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2863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023" name="Graph element 516"/>
            <p:cNvSpPr/>
            <p:nvPr/>
          </p:nvSpPr>
          <p:spPr>
            <a:xfrm>
              <a:off x="1736902" y="1685022"/>
              <a:ext cx="3430" cy="12863"/>
            </a:xfrm>
            <a:custGeom>
              <a:avLst/>
              <a:gdLst/>
              <a:ahLst/>
              <a:cxnLst/>
              <a:rect l="0" t="0" r="r" b="b"/>
              <a:pathLst>
                <a:path w="3430" h="12863" stroke="0" extrusionOk="0">
                  <a:moveTo>
                    <a:pt x="0" y="12863"/>
                  </a:moveTo>
                  <a:lnTo>
                    <a:pt x="3430" y="12863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2863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024" name="Graph element 517"/>
            <p:cNvSpPr/>
            <p:nvPr/>
          </p:nvSpPr>
          <p:spPr>
            <a:xfrm>
              <a:off x="1713320" y="1685022"/>
              <a:ext cx="3430" cy="10719"/>
            </a:xfrm>
            <a:custGeom>
              <a:avLst/>
              <a:gdLst/>
              <a:ahLst/>
              <a:cxnLst/>
              <a:rect l="0" t="0" r="r" b="b"/>
              <a:pathLst>
                <a:path w="3430" h="10719" stroke="0" extrusionOk="0">
                  <a:moveTo>
                    <a:pt x="0" y="10719"/>
                  </a:moveTo>
                  <a:lnTo>
                    <a:pt x="3430" y="10719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0719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025" name="Graph element 518"/>
            <p:cNvSpPr/>
            <p:nvPr/>
          </p:nvSpPr>
          <p:spPr>
            <a:xfrm>
              <a:off x="1709033" y="1685022"/>
              <a:ext cx="3430" cy="10719"/>
            </a:xfrm>
            <a:custGeom>
              <a:avLst/>
              <a:gdLst/>
              <a:ahLst/>
              <a:cxnLst/>
              <a:rect l="0" t="0" r="r" b="b"/>
              <a:pathLst>
                <a:path w="3430" h="10719" stroke="0" extrusionOk="0">
                  <a:moveTo>
                    <a:pt x="0" y="10719"/>
                  </a:moveTo>
                  <a:lnTo>
                    <a:pt x="3430" y="10719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0719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026" name="Graph element 519"/>
            <p:cNvSpPr/>
            <p:nvPr/>
          </p:nvSpPr>
          <p:spPr>
            <a:xfrm>
              <a:off x="1685451" y="1685022"/>
              <a:ext cx="3430" cy="10719"/>
            </a:xfrm>
            <a:custGeom>
              <a:avLst/>
              <a:gdLst/>
              <a:ahLst/>
              <a:cxnLst/>
              <a:rect l="0" t="0" r="r" b="b"/>
              <a:pathLst>
                <a:path w="3430" h="10719" stroke="0" extrusionOk="0">
                  <a:moveTo>
                    <a:pt x="0" y="10719"/>
                  </a:moveTo>
                  <a:lnTo>
                    <a:pt x="3430" y="10719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0719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027" name="Graph element 520"/>
            <p:cNvSpPr/>
            <p:nvPr/>
          </p:nvSpPr>
          <p:spPr>
            <a:xfrm>
              <a:off x="1681163" y="1685022"/>
              <a:ext cx="3430" cy="10719"/>
            </a:xfrm>
            <a:custGeom>
              <a:avLst/>
              <a:gdLst/>
              <a:ahLst/>
              <a:cxnLst/>
              <a:rect l="0" t="0" r="r" b="b"/>
              <a:pathLst>
                <a:path w="3430" h="10719" stroke="0" extrusionOk="0">
                  <a:moveTo>
                    <a:pt x="0" y="10719"/>
                  </a:moveTo>
                  <a:lnTo>
                    <a:pt x="3430" y="10719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0719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028" name="Graph element 521"/>
            <p:cNvSpPr/>
            <p:nvPr/>
          </p:nvSpPr>
          <p:spPr>
            <a:xfrm>
              <a:off x="1657582" y="1685022"/>
              <a:ext cx="3430" cy="8575"/>
            </a:xfrm>
            <a:custGeom>
              <a:avLst/>
              <a:gdLst/>
              <a:ahLst/>
              <a:cxnLst/>
              <a:rect l="0" t="0" r="r" b="b"/>
              <a:pathLst>
                <a:path w="3430" h="8575" stroke="0" extrusionOk="0">
                  <a:moveTo>
                    <a:pt x="0" y="8575"/>
                  </a:moveTo>
                  <a:lnTo>
                    <a:pt x="3430" y="857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8575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029" name="Graph element 522"/>
            <p:cNvSpPr/>
            <p:nvPr/>
          </p:nvSpPr>
          <p:spPr>
            <a:xfrm>
              <a:off x="1653294" y="1685022"/>
              <a:ext cx="3430" cy="8575"/>
            </a:xfrm>
            <a:custGeom>
              <a:avLst/>
              <a:gdLst/>
              <a:ahLst/>
              <a:cxnLst/>
              <a:rect l="0" t="0" r="r" b="b"/>
              <a:pathLst>
                <a:path w="3430" h="8575" stroke="0" extrusionOk="0">
                  <a:moveTo>
                    <a:pt x="0" y="8575"/>
                  </a:moveTo>
                  <a:lnTo>
                    <a:pt x="3430" y="857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8575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030" name="Graph element 523"/>
            <p:cNvSpPr/>
            <p:nvPr/>
          </p:nvSpPr>
          <p:spPr>
            <a:xfrm>
              <a:off x="1629712" y="1685022"/>
              <a:ext cx="3430" cy="6431"/>
            </a:xfrm>
            <a:custGeom>
              <a:avLst/>
              <a:gdLst/>
              <a:ahLst/>
              <a:cxnLst/>
              <a:rect l="0" t="0" r="r" b="b"/>
              <a:pathLst>
                <a:path w="3430" h="6431" stroke="0" extrusionOk="0">
                  <a:moveTo>
                    <a:pt x="0" y="6431"/>
                  </a:moveTo>
                  <a:lnTo>
                    <a:pt x="3430" y="6431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6431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031" name="Graph element 524"/>
            <p:cNvSpPr/>
            <p:nvPr/>
          </p:nvSpPr>
          <p:spPr>
            <a:xfrm>
              <a:off x="1620855" y="1685022"/>
              <a:ext cx="7999" cy="8146"/>
            </a:xfrm>
            <a:custGeom>
              <a:avLst/>
              <a:gdLst/>
              <a:ahLst/>
              <a:cxnLst/>
              <a:rect l="0" t="0" r="r" b="b"/>
              <a:pathLst>
                <a:path w="7999" h="8146" stroke="0" extrusionOk="0">
                  <a:moveTo>
                    <a:pt x="4569" y="0"/>
                  </a:moveTo>
                  <a:lnTo>
                    <a:pt x="4569" y="3577"/>
                  </a:lnTo>
                  <a:lnTo>
                    <a:pt x="0" y="8146"/>
                  </a:lnTo>
                  <a:lnTo>
                    <a:pt x="7999" y="8146"/>
                  </a:lnTo>
                  <a:lnTo>
                    <a:pt x="4569" y="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032" name="Graph element 525"/>
            <p:cNvSpPr/>
            <p:nvPr/>
          </p:nvSpPr>
          <p:spPr>
            <a:xfrm>
              <a:off x="1601843" y="1685022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033" name="Graph element 526"/>
            <p:cNvSpPr/>
            <p:nvPr/>
          </p:nvSpPr>
          <p:spPr>
            <a:xfrm>
              <a:off x="1597555" y="1685022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034" name="Graph element 527"/>
            <p:cNvSpPr/>
            <p:nvPr/>
          </p:nvSpPr>
          <p:spPr>
            <a:xfrm>
              <a:off x="1573974" y="1685022"/>
              <a:ext cx="7999" cy="6003"/>
            </a:xfrm>
            <a:custGeom>
              <a:avLst/>
              <a:gdLst/>
              <a:ahLst/>
              <a:cxnLst/>
              <a:rect l="0" t="0" r="r" b="b"/>
              <a:pathLst>
                <a:path w="7999" h="6003" stroke="0" extrusionOk="0">
                  <a:moveTo>
                    <a:pt x="0" y="0"/>
                  </a:moveTo>
                  <a:lnTo>
                    <a:pt x="0" y="6003"/>
                  </a:lnTo>
                  <a:lnTo>
                    <a:pt x="7999" y="6003"/>
                  </a:lnTo>
                  <a:lnTo>
                    <a:pt x="3430" y="14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035" name="Graph element 528"/>
            <p:cNvSpPr/>
            <p:nvPr/>
          </p:nvSpPr>
          <p:spPr>
            <a:xfrm>
              <a:off x="1569686" y="1685022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036" name="Graph element 529"/>
            <p:cNvSpPr/>
            <p:nvPr/>
          </p:nvSpPr>
          <p:spPr>
            <a:xfrm>
              <a:off x="1546104" y="1685022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037" name="Graph element 530"/>
            <p:cNvSpPr/>
            <p:nvPr/>
          </p:nvSpPr>
          <p:spPr>
            <a:xfrm>
              <a:off x="1541817" y="1685022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038" name="Graph element 531"/>
            <p:cNvSpPr/>
            <p:nvPr/>
          </p:nvSpPr>
          <p:spPr>
            <a:xfrm>
              <a:off x="1518235" y="1685022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039" name="Graph element 532"/>
            <p:cNvSpPr/>
            <p:nvPr/>
          </p:nvSpPr>
          <p:spPr>
            <a:xfrm>
              <a:off x="1513947" y="1685022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040" name="Graph element 533"/>
            <p:cNvSpPr/>
            <p:nvPr/>
          </p:nvSpPr>
          <p:spPr>
            <a:xfrm>
              <a:off x="1490366" y="1680882"/>
              <a:ext cx="7999" cy="7999"/>
            </a:xfrm>
            <a:custGeom>
              <a:avLst/>
              <a:gdLst/>
              <a:ahLst/>
              <a:cxnLst/>
              <a:rect l="0" t="0" r="r" b="b"/>
              <a:pathLst>
                <a:path w="7999" h="7999" stroke="0" extrusionOk="0">
                  <a:moveTo>
                    <a:pt x="0" y="0"/>
                  </a:moveTo>
                  <a:lnTo>
                    <a:pt x="0" y="7999"/>
                  </a:lnTo>
                  <a:lnTo>
                    <a:pt x="7999" y="79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041" name="Graph element 534"/>
            <p:cNvSpPr/>
            <p:nvPr/>
          </p:nvSpPr>
          <p:spPr>
            <a:xfrm>
              <a:off x="1481509" y="1680882"/>
              <a:ext cx="7999" cy="7999"/>
            </a:xfrm>
            <a:custGeom>
              <a:avLst/>
              <a:gdLst/>
              <a:ahLst/>
              <a:cxnLst/>
              <a:rect l="0" t="0" r="r" b="b"/>
              <a:pathLst>
                <a:path w="7999" h="7999" stroke="0" extrusionOk="0">
                  <a:moveTo>
                    <a:pt x="7999" y="0"/>
                  </a:moveTo>
                  <a:lnTo>
                    <a:pt x="0" y="7999"/>
                  </a:lnTo>
                  <a:lnTo>
                    <a:pt x="7999" y="7999"/>
                  </a:lnTo>
                  <a:lnTo>
                    <a:pt x="7999" y="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042" name="Graph element 535"/>
            <p:cNvSpPr/>
            <p:nvPr/>
          </p:nvSpPr>
          <p:spPr>
            <a:xfrm>
              <a:off x="1429911" y="1683307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043" name="Graph element 536"/>
            <p:cNvSpPr/>
            <p:nvPr/>
          </p:nvSpPr>
          <p:spPr>
            <a:xfrm>
              <a:off x="1318433" y="1681163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044" name="Graph element 537"/>
            <p:cNvSpPr/>
            <p:nvPr/>
          </p:nvSpPr>
          <p:spPr>
            <a:xfrm>
              <a:off x="1296995" y="1681163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045" name="Graph element 538"/>
            <p:cNvSpPr/>
            <p:nvPr/>
          </p:nvSpPr>
          <p:spPr>
            <a:xfrm>
              <a:off x="1183803" y="1679019"/>
              <a:ext cx="7999" cy="7999"/>
            </a:xfrm>
            <a:custGeom>
              <a:avLst/>
              <a:gdLst/>
              <a:ahLst/>
              <a:cxnLst/>
              <a:rect l="0" t="0" r="r" b="b"/>
              <a:pathLst>
                <a:path w="7999" h="7999" stroke="0" extrusionOk="0">
                  <a:moveTo>
                    <a:pt x="0" y="0"/>
                  </a:moveTo>
                  <a:lnTo>
                    <a:pt x="0" y="7999"/>
                  </a:lnTo>
                  <a:lnTo>
                    <a:pt x="799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046" name="Graph element 539"/>
            <p:cNvSpPr/>
            <p:nvPr/>
          </p:nvSpPr>
          <p:spPr>
            <a:xfrm>
              <a:off x="1174946" y="1679019"/>
              <a:ext cx="7999" cy="7999"/>
            </a:xfrm>
            <a:custGeom>
              <a:avLst/>
              <a:gdLst/>
              <a:ahLst/>
              <a:cxnLst/>
              <a:rect l="0" t="0" r="r" b="b"/>
              <a:pathLst>
                <a:path w="7999" h="7999" stroke="0" extrusionOk="0">
                  <a:moveTo>
                    <a:pt x="0" y="0"/>
                  </a:moveTo>
                  <a:lnTo>
                    <a:pt x="7999" y="7999"/>
                  </a:lnTo>
                  <a:lnTo>
                    <a:pt x="799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047" name="Graph element 540"/>
            <p:cNvSpPr/>
            <p:nvPr/>
          </p:nvSpPr>
          <p:spPr>
            <a:xfrm>
              <a:off x="1155934" y="1680734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048" name="Graph element 541"/>
            <p:cNvSpPr/>
            <p:nvPr/>
          </p:nvSpPr>
          <p:spPr>
            <a:xfrm>
              <a:off x="1151646" y="1680734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049" name="Graph element 542"/>
            <p:cNvSpPr/>
            <p:nvPr/>
          </p:nvSpPr>
          <p:spPr>
            <a:xfrm>
              <a:off x="1128064" y="1680734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050" name="Graph element 543"/>
            <p:cNvSpPr/>
            <p:nvPr/>
          </p:nvSpPr>
          <p:spPr>
            <a:xfrm>
              <a:off x="1123777" y="1680734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051" name="Graph element 544"/>
            <p:cNvSpPr/>
            <p:nvPr/>
          </p:nvSpPr>
          <p:spPr>
            <a:xfrm>
              <a:off x="1100195" y="1676876"/>
              <a:ext cx="7999" cy="6003"/>
            </a:xfrm>
            <a:custGeom>
              <a:avLst/>
              <a:gdLst/>
              <a:ahLst/>
              <a:cxnLst/>
              <a:rect l="0" t="0" r="r" b="b"/>
              <a:pathLst>
                <a:path w="7999" h="6003" stroke="0" extrusionOk="0">
                  <a:moveTo>
                    <a:pt x="0" y="0"/>
                  </a:moveTo>
                  <a:lnTo>
                    <a:pt x="0" y="6003"/>
                  </a:lnTo>
                  <a:lnTo>
                    <a:pt x="3430" y="6003"/>
                  </a:lnTo>
                  <a:lnTo>
                    <a:pt x="3430" y="4569"/>
                  </a:lnTo>
                  <a:lnTo>
                    <a:pt x="799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052" name="Graph element 545"/>
            <p:cNvSpPr/>
            <p:nvPr/>
          </p:nvSpPr>
          <p:spPr>
            <a:xfrm>
              <a:off x="1095907" y="1678591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053" name="Graph element 546"/>
            <p:cNvSpPr/>
            <p:nvPr/>
          </p:nvSpPr>
          <p:spPr>
            <a:xfrm>
              <a:off x="1078757" y="1678591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054" name="Graph element 547"/>
            <p:cNvSpPr/>
            <p:nvPr/>
          </p:nvSpPr>
          <p:spPr>
            <a:xfrm>
              <a:off x="1072326" y="1678591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055" name="Graph element 548"/>
            <p:cNvSpPr/>
            <p:nvPr/>
          </p:nvSpPr>
          <p:spPr>
            <a:xfrm>
              <a:off x="1068038" y="1678591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056" name="Graph element 549"/>
            <p:cNvSpPr/>
            <p:nvPr/>
          </p:nvSpPr>
          <p:spPr>
            <a:xfrm>
              <a:off x="1044456" y="1678591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057" name="Graph element 550"/>
            <p:cNvSpPr/>
            <p:nvPr/>
          </p:nvSpPr>
          <p:spPr>
            <a:xfrm>
              <a:off x="1040169" y="1678591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058" name="Graph element 551"/>
            <p:cNvSpPr/>
            <p:nvPr/>
          </p:nvSpPr>
          <p:spPr>
            <a:xfrm>
              <a:off x="1016587" y="1678591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059" name="Graph element 552"/>
            <p:cNvSpPr/>
            <p:nvPr/>
          </p:nvSpPr>
          <p:spPr>
            <a:xfrm>
              <a:off x="1012300" y="1678591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060" name="Graph element 553"/>
            <p:cNvSpPr/>
            <p:nvPr/>
          </p:nvSpPr>
          <p:spPr>
            <a:xfrm>
              <a:off x="988718" y="1678591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061" name="Graph element 554"/>
            <p:cNvSpPr/>
            <p:nvPr/>
          </p:nvSpPr>
          <p:spPr>
            <a:xfrm>
              <a:off x="984430" y="1678591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062" name="Graph element 555"/>
            <p:cNvSpPr/>
            <p:nvPr/>
          </p:nvSpPr>
          <p:spPr>
            <a:xfrm>
              <a:off x="960848" y="1674732"/>
              <a:ext cx="7999" cy="8146"/>
            </a:xfrm>
            <a:custGeom>
              <a:avLst/>
              <a:gdLst/>
              <a:ahLst/>
              <a:cxnLst/>
              <a:rect l="0" t="0" r="r" b="b"/>
              <a:pathLst>
                <a:path w="7999" h="8146" stroke="0" extrusionOk="0">
                  <a:moveTo>
                    <a:pt x="0" y="0"/>
                  </a:moveTo>
                  <a:lnTo>
                    <a:pt x="0" y="8146"/>
                  </a:lnTo>
                  <a:lnTo>
                    <a:pt x="3430" y="8146"/>
                  </a:lnTo>
                  <a:lnTo>
                    <a:pt x="3430" y="4569"/>
                  </a:lnTo>
                  <a:lnTo>
                    <a:pt x="799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063" name="Graph element 556"/>
            <p:cNvSpPr/>
            <p:nvPr/>
          </p:nvSpPr>
          <p:spPr>
            <a:xfrm>
              <a:off x="951992" y="1674732"/>
              <a:ext cx="7999" cy="8146"/>
            </a:xfrm>
            <a:custGeom>
              <a:avLst/>
              <a:gdLst/>
              <a:ahLst/>
              <a:cxnLst/>
              <a:rect l="0" t="0" r="r" b="b"/>
              <a:pathLst>
                <a:path w="7999" h="8146" stroke="0" extrusionOk="0">
                  <a:moveTo>
                    <a:pt x="0" y="0"/>
                  </a:moveTo>
                  <a:lnTo>
                    <a:pt x="4569" y="4569"/>
                  </a:lnTo>
                  <a:lnTo>
                    <a:pt x="4569" y="8146"/>
                  </a:lnTo>
                  <a:lnTo>
                    <a:pt x="7999" y="8146"/>
                  </a:lnTo>
                  <a:lnTo>
                    <a:pt x="799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064" name="Graph element 557"/>
            <p:cNvSpPr/>
            <p:nvPr/>
          </p:nvSpPr>
          <p:spPr>
            <a:xfrm>
              <a:off x="932979" y="1676447"/>
              <a:ext cx="3430" cy="6431"/>
            </a:xfrm>
            <a:custGeom>
              <a:avLst/>
              <a:gdLst/>
              <a:ahLst/>
              <a:cxnLst/>
              <a:rect l="0" t="0" r="r" b="b"/>
              <a:pathLst>
                <a:path w="3430" h="6431" stroke="0" extrusionOk="0">
                  <a:moveTo>
                    <a:pt x="0" y="6431"/>
                  </a:moveTo>
                  <a:lnTo>
                    <a:pt x="3430" y="6431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6431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065" name="Graph element 558"/>
            <p:cNvSpPr/>
            <p:nvPr/>
          </p:nvSpPr>
          <p:spPr>
            <a:xfrm>
              <a:off x="928692" y="1676447"/>
              <a:ext cx="3430" cy="6431"/>
            </a:xfrm>
            <a:custGeom>
              <a:avLst/>
              <a:gdLst/>
              <a:ahLst/>
              <a:cxnLst/>
              <a:rect l="0" t="0" r="r" b="b"/>
              <a:pathLst>
                <a:path w="3430" h="6431" stroke="0" extrusionOk="0">
                  <a:moveTo>
                    <a:pt x="0" y="6431"/>
                  </a:moveTo>
                  <a:lnTo>
                    <a:pt x="3430" y="6431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6431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066" name="Graph element 559"/>
            <p:cNvSpPr/>
            <p:nvPr/>
          </p:nvSpPr>
          <p:spPr>
            <a:xfrm>
              <a:off x="905110" y="1676447"/>
              <a:ext cx="3430" cy="6431"/>
            </a:xfrm>
            <a:custGeom>
              <a:avLst/>
              <a:gdLst/>
              <a:ahLst/>
              <a:cxnLst/>
              <a:rect l="0" t="0" r="r" b="b"/>
              <a:pathLst>
                <a:path w="3430" h="6431" stroke="0" extrusionOk="0">
                  <a:moveTo>
                    <a:pt x="0" y="6431"/>
                  </a:moveTo>
                  <a:lnTo>
                    <a:pt x="3430" y="6431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6431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067" name="Graph element 560"/>
            <p:cNvSpPr/>
            <p:nvPr/>
          </p:nvSpPr>
          <p:spPr>
            <a:xfrm>
              <a:off x="900822" y="1676447"/>
              <a:ext cx="3430" cy="6431"/>
            </a:xfrm>
            <a:custGeom>
              <a:avLst/>
              <a:gdLst/>
              <a:ahLst/>
              <a:cxnLst/>
              <a:rect l="0" t="0" r="r" b="b"/>
              <a:pathLst>
                <a:path w="3430" h="6431" stroke="0" extrusionOk="0">
                  <a:moveTo>
                    <a:pt x="0" y="6431"/>
                  </a:moveTo>
                  <a:lnTo>
                    <a:pt x="3430" y="6431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6431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068" name="Graph element 561"/>
            <p:cNvSpPr/>
            <p:nvPr/>
          </p:nvSpPr>
          <p:spPr>
            <a:xfrm>
              <a:off x="877241" y="1676447"/>
              <a:ext cx="3430" cy="6431"/>
            </a:xfrm>
            <a:custGeom>
              <a:avLst/>
              <a:gdLst/>
              <a:ahLst/>
              <a:cxnLst/>
              <a:rect l="0" t="0" r="r" b="b"/>
              <a:pathLst>
                <a:path w="3430" h="6431" stroke="0" extrusionOk="0">
                  <a:moveTo>
                    <a:pt x="0" y="6431"/>
                  </a:moveTo>
                  <a:lnTo>
                    <a:pt x="3430" y="6431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6431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069" name="Graph element 562"/>
            <p:cNvSpPr/>
            <p:nvPr/>
          </p:nvSpPr>
          <p:spPr>
            <a:xfrm>
              <a:off x="872953" y="1676447"/>
              <a:ext cx="3430" cy="6431"/>
            </a:xfrm>
            <a:custGeom>
              <a:avLst/>
              <a:gdLst/>
              <a:ahLst/>
              <a:cxnLst/>
              <a:rect l="0" t="0" r="r" b="b"/>
              <a:pathLst>
                <a:path w="3430" h="6431" stroke="0" extrusionOk="0">
                  <a:moveTo>
                    <a:pt x="0" y="6431"/>
                  </a:moveTo>
                  <a:lnTo>
                    <a:pt x="3430" y="6431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6431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070" name="Graph element 563"/>
            <p:cNvSpPr/>
            <p:nvPr/>
          </p:nvSpPr>
          <p:spPr>
            <a:xfrm>
              <a:off x="849371" y="1672588"/>
              <a:ext cx="7999" cy="10290"/>
            </a:xfrm>
            <a:custGeom>
              <a:avLst/>
              <a:gdLst/>
              <a:ahLst/>
              <a:cxnLst/>
              <a:rect l="0" t="0" r="r" b="b"/>
              <a:pathLst>
                <a:path w="7999" h="10290" stroke="0" extrusionOk="0">
                  <a:moveTo>
                    <a:pt x="0" y="0"/>
                  </a:moveTo>
                  <a:lnTo>
                    <a:pt x="0" y="10290"/>
                  </a:lnTo>
                  <a:lnTo>
                    <a:pt x="3430" y="10290"/>
                  </a:lnTo>
                  <a:lnTo>
                    <a:pt x="3430" y="4569"/>
                  </a:lnTo>
                  <a:lnTo>
                    <a:pt x="799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071" name="Graph element 564"/>
            <p:cNvSpPr/>
            <p:nvPr/>
          </p:nvSpPr>
          <p:spPr>
            <a:xfrm>
              <a:off x="840514" y="1672588"/>
              <a:ext cx="7999" cy="10290"/>
            </a:xfrm>
            <a:custGeom>
              <a:avLst/>
              <a:gdLst/>
              <a:ahLst/>
              <a:cxnLst/>
              <a:rect l="0" t="0" r="r" b="b"/>
              <a:pathLst>
                <a:path w="7999" h="10290" stroke="0" extrusionOk="0">
                  <a:moveTo>
                    <a:pt x="0" y="0"/>
                  </a:moveTo>
                  <a:lnTo>
                    <a:pt x="4569" y="4569"/>
                  </a:lnTo>
                  <a:lnTo>
                    <a:pt x="4569" y="10290"/>
                  </a:lnTo>
                  <a:lnTo>
                    <a:pt x="7999" y="10290"/>
                  </a:lnTo>
                  <a:lnTo>
                    <a:pt x="799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072" name="Graph element 565"/>
            <p:cNvSpPr/>
            <p:nvPr/>
          </p:nvSpPr>
          <p:spPr>
            <a:xfrm>
              <a:off x="821502" y="1674303"/>
              <a:ext cx="3430" cy="8575"/>
            </a:xfrm>
            <a:custGeom>
              <a:avLst/>
              <a:gdLst/>
              <a:ahLst/>
              <a:cxnLst/>
              <a:rect l="0" t="0" r="r" b="b"/>
              <a:pathLst>
                <a:path w="3430" h="8575" stroke="0" extrusionOk="0">
                  <a:moveTo>
                    <a:pt x="0" y="8575"/>
                  </a:moveTo>
                  <a:lnTo>
                    <a:pt x="3430" y="857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8575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073" name="Graph element 566"/>
            <p:cNvSpPr/>
            <p:nvPr/>
          </p:nvSpPr>
          <p:spPr>
            <a:xfrm>
              <a:off x="817214" y="1674303"/>
              <a:ext cx="3430" cy="8575"/>
            </a:xfrm>
            <a:custGeom>
              <a:avLst/>
              <a:gdLst/>
              <a:ahLst/>
              <a:cxnLst/>
              <a:rect l="0" t="0" r="r" b="b"/>
              <a:pathLst>
                <a:path w="3430" h="8575" stroke="0" extrusionOk="0">
                  <a:moveTo>
                    <a:pt x="0" y="8575"/>
                  </a:moveTo>
                  <a:lnTo>
                    <a:pt x="3430" y="857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8575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074" name="Graph element 567"/>
            <p:cNvSpPr/>
            <p:nvPr/>
          </p:nvSpPr>
          <p:spPr>
            <a:xfrm>
              <a:off x="793633" y="1674303"/>
              <a:ext cx="3430" cy="8575"/>
            </a:xfrm>
            <a:custGeom>
              <a:avLst/>
              <a:gdLst/>
              <a:ahLst/>
              <a:cxnLst/>
              <a:rect l="0" t="0" r="r" b="b"/>
              <a:pathLst>
                <a:path w="3430" h="8575" stroke="0" extrusionOk="0">
                  <a:moveTo>
                    <a:pt x="0" y="8575"/>
                  </a:moveTo>
                  <a:lnTo>
                    <a:pt x="3430" y="857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8575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075" name="Graph element 568"/>
            <p:cNvSpPr/>
            <p:nvPr/>
          </p:nvSpPr>
          <p:spPr>
            <a:xfrm>
              <a:off x="789345" y="1674303"/>
              <a:ext cx="3430" cy="8575"/>
            </a:xfrm>
            <a:custGeom>
              <a:avLst/>
              <a:gdLst/>
              <a:ahLst/>
              <a:cxnLst/>
              <a:rect l="0" t="0" r="r" b="b"/>
              <a:pathLst>
                <a:path w="3430" h="8575" stroke="0" extrusionOk="0">
                  <a:moveTo>
                    <a:pt x="0" y="8575"/>
                  </a:moveTo>
                  <a:lnTo>
                    <a:pt x="3430" y="857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8575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076" name="Graph element 569"/>
            <p:cNvSpPr/>
            <p:nvPr/>
          </p:nvSpPr>
          <p:spPr>
            <a:xfrm>
              <a:off x="765763" y="1674303"/>
              <a:ext cx="3430" cy="8575"/>
            </a:xfrm>
            <a:custGeom>
              <a:avLst/>
              <a:gdLst/>
              <a:ahLst/>
              <a:cxnLst/>
              <a:rect l="0" t="0" r="r" b="b"/>
              <a:pathLst>
                <a:path w="3430" h="8575" stroke="0" extrusionOk="0">
                  <a:moveTo>
                    <a:pt x="0" y="8575"/>
                  </a:moveTo>
                  <a:lnTo>
                    <a:pt x="3430" y="857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8575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077" name="Graph element 570"/>
            <p:cNvSpPr/>
            <p:nvPr/>
          </p:nvSpPr>
          <p:spPr>
            <a:xfrm>
              <a:off x="761476" y="1674303"/>
              <a:ext cx="3430" cy="8575"/>
            </a:xfrm>
            <a:custGeom>
              <a:avLst/>
              <a:gdLst/>
              <a:ahLst/>
              <a:cxnLst/>
              <a:rect l="0" t="0" r="r" b="b"/>
              <a:pathLst>
                <a:path w="3430" h="8575" stroke="0" extrusionOk="0">
                  <a:moveTo>
                    <a:pt x="0" y="8575"/>
                  </a:moveTo>
                  <a:lnTo>
                    <a:pt x="3430" y="857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8575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078" name="Graph element 571"/>
            <p:cNvSpPr/>
            <p:nvPr/>
          </p:nvSpPr>
          <p:spPr>
            <a:xfrm>
              <a:off x="737894" y="1672159"/>
              <a:ext cx="3430" cy="10719"/>
            </a:xfrm>
            <a:custGeom>
              <a:avLst/>
              <a:gdLst/>
              <a:ahLst/>
              <a:cxnLst/>
              <a:rect l="0" t="0" r="r" b="b"/>
              <a:pathLst>
                <a:path w="3430" h="10719" stroke="0" extrusionOk="0">
                  <a:moveTo>
                    <a:pt x="0" y="10719"/>
                  </a:moveTo>
                  <a:lnTo>
                    <a:pt x="3430" y="10719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0719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079" name="Graph element 572"/>
            <p:cNvSpPr/>
            <p:nvPr/>
          </p:nvSpPr>
          <p:spPr>
            <a:xfrm>
              <a:off x="733606" y="1672159"/>
              <a:ext cx="3430" cy="10719"/>
            </a:xfrm>
            <a:custGeom>
              <a:avLst/>
              <a:gdLst/>
              <a:ahLst/>
              <a:cxnLst/>
              <a:rect l="0" t="0" r="r" b="b"/>
              <a:pathLst>
                <a:path w="3430" h="10719" stroke="0" extrusionOk="0">
                  <a:moveTo>
                    <a:pt x="0" y="10719"/>
                  </a:moveTo>
                  <a:lnTo>
                    <a:pt x="3430" y="10719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0719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080" name="Graph element 573"/>
            <p:cNvSpPr/>
            <p:nvPr/>
          </p:nvSpPr>
          <p:spPr>
            <a:xfrm>
              <a:off x="710025" y="1672159"/>
              <a:ext cx="3430" cy="10719"/>
            </a:xfrm>
            <a:custGeom>
              <a:avLst/>
              <a:gdLst/>
              <a:ahLst/>
              <a:cxnLst/>
              <a:rect l="0" t="0" r="r" b="b"/>
              <a:pathLst>
                <a:path w="3430" h="10719" stroke="0" extrusionOk="0">
                  <a:moveTo>
                    <a:pt x="0" y="10719"/>
                  </a:moveTo>
                  <a:lnTo>
                    <a:pt x="3430" y="10719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0719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081" name="Graph element 574"/>
            <p:cNvSpPr/>
            <p:nvPr/>
          </p:nvSpPr>
          <p:spPr>
            <a:xfrm>
              <a:off x="705737" y="1672159"/>
              <a:ext cx="3430" cy="10719"/>
            </a:xfrm>
            <a:custGeom>
              <a:avLst/>
              <a:gdLst/>
              <a:ahLst/>
              <a:cxnLst/>
              <a:rect l="0" t="0" r="r" b="b"/>
              <a:pathLst>
                <a:path w="3430" h="10719" stroke="0" extrusionOk="0">
                  <a:moveTo>
                    <a:pt x="0" y="10719"/>
                  </a:moveTo>
                  <a:lnTo>
                    <a:pt x="3430" y="10719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0719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082" name="Graph element 575"/>
            <p:cNvSpPr/>
            <p:nvPr/>
          </p:nvSpPr>
          <p:spPr>
            <a:xfrm>
              <a:off x="682155" y="1672159"/>
              <a:ext cx="3430" cy="10719"/>
            </a:xfrm>
            <a:custGeom>
              <a:avLst/>
              <a:gdLst/>
              <a:ahLst/>
              <a:cxnLst/>
              <a:rect l="0" t="0" r="r" b="b"/>
              <a:pathLst>
                <a:path w="3430" h="10719" stroke="0" extrusionOk="0">
                  <a:moveTo>
                    <a:pt x="0" y="10719"/>
                  </a:moveTo>
                  <a:lnTo>
                    <a:pt x="3430" y="10719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0719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083" name="Graph element 576"/>
            <p:cNvSpPr/>
            <p:nvPr/>
          </p:nvSpPr>
          <p:spPr>
            <a:xfrm>
              <a:off x="675724" y="1670444"/>
              <a:ext cx="5574" cy="14149"/>
            </a:xfrm>
            <a:custGeom>
              <a:avLst/>
              <a:gdLst/>
              <a:ahLst/>
              <a:cxnLst/>
              <a:rect l="0" t="0" r="r" b="b"/>
              <a:pathLst>
                <a:path w="5574" h="14149" stroke="0" extrusionOk="0">
                  <a:moveTo>
                    <a:pt x="0" y="0"/>
                  </a:moveTo>
                  <a:lnTo>
                    <a:pt x="0" y="14149"/>
                  </a:lnTo>
                  <a:lnTo>
                    <a:pt x="5574" y="14149"/>
                  </a:lnTo>
                  <a:lnTo>
                    <a:pt x="557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084" name="Graph element 577"/>
            <p:cNvSpPr/>
            <p:nvPr/>
          </p:nvSpPr>
          <p:spPr>
            <a:xfrm>
              <a:off x="654286" y="1668300"/>
              <a:ext cx="7999" cy="14578"/>
            </a:xfrm>
            <a:custGeom>
              <a:avLst/>
              <a:gdLst/>
              <a:ahLst/>
              <a:cxnLst/>
              <a:rect l="0" t="0" r="r" b="b"/>
              <a:pathLst>
                <a:path w="7999" h="14578" stroke="0" extrusionOk="0">
                  <a:moveTo>
                    <a:pt x="0" y="0"/>
                  </a:moveTo>
                  <a:lnTo>
                    <a:pt x="0" y="14578"/>
                  </a:lnTo>
                  <a:lnTo>
                    <a:pt x="3430" y="14578"/>
                  </a:lnTo>
                  <a:lnTo>
                    <a:pt x="3430" y="4569"/>
                  </a:lnTo>
                  <a:lnTo>
                    <a:pt x="799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085" name="Graph element 578"/>
            <p:cNvSpPr/>
            <p:nvPr/>
          </p:nvSpPr>
          <p:spPr>
            <a:xfrm>
              <a:off x="645429" y="1668300"/>
              <a:ext cx="7999" cy="14578"/>
            </a:xfrm>
            <a:custGeom>
              <a:avLst/>
              <a:gdLst/>
              <a:ahLst/>
              <a:cxnLst/>
              <a:rect l="0" t="0" r="r" b="b"/>
              <a:pathLst>
                <a:path w="7999" h="14578" stroke="0" extrusionOk="0">
                  <a:moveTo>
                    <a:pt x="0" y="0"/>
                  </a:moveTo>
                  <a:lnTo>
                    <a:pt x="4569" y="4569"/>
                  </a:lnTo>
                  <a:lnTo>
                    <a:pt x="4569" y="14578"/>
                  </a:lnTo>
                  <a:lnTo>
                    <a:pt x="7999" y="14578"/>
                  </a:lnTo>
                  <a:lnTo>
                    <a:pt x="799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086" name="Graph element 579"/>
            <p:cNvSpPr/>
            <p:nvPr/>
          </p:nvSpPr>
          <p:spPr>
            <a:xfrm>
              <a:off x="622129" y="1670016"/>
              <a:ext cx="3430" cy="12863"/>
            </a:xfrm>
            <a:custGeom>
              <a:avLst/>
              <a:gdLst/>
              <a:ahLst/>
              <a:cxnLst/>
              <a:rect l="0" t="0" r="r" b="b"/>
              <a:pathLst>
                <a:path w="3430" h="12863" stroke="0" extrusionOk="0">
                  <a:moveTo>
                    <a:pt x="0" y="12863"/>
                  </a:moveTo>
                  <a:lnTo>
                    <a:pt x="3430" y="12863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2863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087" name="Graph element 580"/>
            <p:cNvSpPr/>
            <p:nvPr/>
          </p:nvSpPr>
          <p:spPr>
            <a:xfrm>
              <a:off x="594260" y="1670016"/>
              <a:ext cx="3430" cy="12863"/>
            </a:xfrm>
            <a:custGeom>
              <a:avLst/>
              <a:gdLst/>
              <a:ahLst/>
              <a:cxnLst/>
              <a:rect l="0" t="0" r="r" b="b"/>
              <a:pathLst>
                <a:path w="3430" h="12863" stroke="0" extrusionOk="0">
                  <a:moveTo>
                    <a:pt x="0" y="12863"/>
                  </a:moveTo>
                  <a:lnTo>
                    <a:pt x="3430" y="12863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2863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088" name="Graph element 581"/>
            <p:cNvSpPr/>
            <p:nvPr/>
          </p:nvSpPr>
          <p:spPr>
            <a:xfrm>
              <a:off x="587828" y="1670016"/>
              <a:ext cx="3430" cy="12863"/>
            </a:xfrm>
            <a:custGeom>
              <a:avLst/>
              <a:gdLst/>
              <a:ahLst/>
              <a:cxnLst/>
              <a:rect l="0" t="0" r="r" b="b"/>
              <a:pathLst>
                <a:path w="3430" h="12863" stroke="0" extrusionOk="0">
                  <a:moveTo>
                    <a:pt x="0" y="12863"/>
                  </a:moveTo>
                  <a:lnTo>
                    <a:pt x="3430" y="12863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2863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089" name="Graph element 582"/>
            <p:cNvSpPr/>
            <p:nvPr/>
          </p:nvSpPr>
          <p:spPr>
            <a:xfrm>
              <a:off x="564247" y="1668300"/>
              <a:ext cx="5574" cy="16293"/>
            </a:xfrm>
            <a:custGeom>
              <a:avLst/>
              <a:gdLst/>
              <a:ahLst/>
              <a:cxnLst/>
              <a:rect l="0" t="0" r="r" b="b"/>
              <a:pathLst>
                <a:path w="5574" h="16293" stroke="0" extrusionOk="0">
                  <a:moveTo>
                    <a:pt x="0" y="0"/>
                  </a:moveTo>
                  <a:lnTo>
                    <a:pt x="0" y="16293"/>
                  </a:lnTo>
                  <a:lnTo>
                    <a:pt x="5574" y="16293"/>
                  </a:lnTo>
                  <a:lnTo>
                    <a:pt x="557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090" name="Graph element 583"/>
            <p:cNvSpPr/>
            <p:nvPr/>
          </p:nvSpPr>
          <p:spPr>
            <a:xfrm>
              <a:off x="555390" y="1666157"/>
              <a:ext cx="7999" cy="16722"/>
            </a:xfrm>
            <a:custGeom>
              <a:avLst/>
              <a:gdLst/>
              <a:ahLst/>
              <a:cxnLst/>
              <a:rect l="0" t="0" r="r" b="b"/>
              <a:pathLst>
                <a:path w="7999" h="16722" stroke="0" extrusionOk="0">
                  <a:moveTo>
                    <a:pt x="0" y="0"/>
                  </a:moveTo>
                  <a:lnTo>
                    <a:pt x="4569" y="4569"/>
                  </a:lnTo>
                  <a:lnTo>
                    <a:pt x="4569" y="16722"/>
                  </a:lnTo>
                  <a:lnTo>
                    <a:pt x="7999" y="16722"/>
                  </a:lnTo>
                  <a:lnTo>
                    <a:pt x="799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091" name="Graph element 584"/>
            <p:cNvSpPr/>
            <p:nvPr/>
          </p:nvSpPr>
          <p:spPr>
            <a:xfrm>
              <a:off x="536377" y="1667872"/>
              <a:ext cx="3430" cy="15007"/>
            </a:xfrm>
            <a:custGeom>
              <a:avLst/>
              <a:gdLst/>
              <a:ahLst/>
              <a:cxnLst/>
              <a:rect l="0" t="0" r="r" b="b"/>
              <a:pathLst>
                <a:path w="3430" h="15007" stroke="0" extrusionOk="0">
                  <a:moveTo>
                    <a:pt x="0" y="15007"/>
                  </a:moveTo>
                  <a:lnTo>
                    <a:pt x="3430" y="15007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5007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092" name="Graph element 585"/>
            <p:cNvSpPr/>
            <p:nvPr/>
          </p:nvSpPr>
          <p:spPr>
            <a:xfrm>
              <a:off x="532090" y="1667872"/>
              <a:ext cx="3430" cy="15007"/>
            </a:xfrm>
            <a:custGeom>
              <a:avLst/>
              <a:gdLst/>
              <a:ahLst/>
              <a:cxnLst/>
              <a:rect l="0" t="0" r="r" b="b"/>
              <a:pathLst>
                <a:path w="3430" h="15007" stroke="0" extrusionOk="0">
                  <a:moveTo>
                    <a:pt x="0" y="15007"/>
                  </a:moveTo>
                  <a:lnTo>
                    <a:pt x="3430" y="15007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5007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093" name="Graph element 586"/>
            <p:cNvSpPr/>
            <p:nvPr/>
          </p:nvSpPr>
          <p:spPr>
            <a:xfrm>
              <a:off x="508508" y="1667872"/>
              <a:ext cx="3430" cy="15007"/>
            </a:xfrm>
            <a:custGeom>
              <a:avLst/>
              <a:gdLst/>
              <a:ahLst/>
              <a:cxnLst/>
              <a:rect l="0" t="0" r="r" b="b"/>
              <a:pathLst>
                <a:path w="3430" h="15007" stroke="0" extrusionOk="0">
                  <a:moveTo>
                    <a:pt x="0" y="15007"/>
                  </a:moveTo>
                  <a:lnTo>
                    <a:pt x="3430" y="15007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5007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094" name="Graph element 587"/>
            <p:cNvSpPr/>
            <p:nvPr/>
          </p:nvSpPr>
          <p:spPr>
            <a:xfrm>
              <a:off x="480639" y="1665728"/>
              <a:ext cx="3430" cy="17150"/>
            </a:xfrm>
            <a:custGeom>
              <a:avLst/>
              <a:gdLst/>
              <a:ahLst/>
              <a:cxnLst/>
              <a:rect l="0" t="0" r="r" b="b"/>
              <a:pathLst>
                <a:path w="3430" h="17150" stroke="0" extrusionOk="0">
                  <a:moveTo>
                    <a:pt x="0" y="17150"/>
                  </a:moveTo>
                  <a:lnTo>
                    <a:pt x="3430" y="17150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715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095" name="Graph element 588"/>
            <p:cNvSpPr/>
            <p:nvPr/>
          </p:nvSpPr>
          <p:spPr>
            <a:xfrm>
              <a:off x="476351" y="1665728"/>
              <a:ext cx="3430" cy="17150"/>
            </a:xfrm>
            <a:custGeom>
              <a:avLst/>
              <a:gdLst/>
              <a:ahLst/>
              <a:cxnLst/>
              <a:rect l="0" t="0" r="r" b="b"/>
              <a:pathLst>
                <a:path w="3430" h="17150" stroke="0" extrusionOk="0">
                  <a:moveTo>
                    <a:pt x="0" y="17150"/>
                  </a:moveTo>
                  <a:lnTo>
                    <a:pt x="3430" y="17150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715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096" name="Graph element 589"/>
            <p:cNvSpPr/>
            <p:nvPr/>
          </p:nvSpPr>
          <p:spPr>
            <a:xfrm>
              <a:off x="452769" y="1663584"/>
              <a:ext cx="3430" cy="19294"/>
            </a:xfrm>
            <a:custGeom>
              <a:avLst/>
              <a:gdLst/>
              <a:ahLst/>
              <a:cxnLst/>
              <a:rect l="0" t="0" r="r" b="b"/>
              <a:pathLst>
                <a:path w="3430" h="19294" stroke="0" extrusionOk="0">
                  <a:moveTo>
                    <a:pt x="0" y="19294"/>
                  </a:moveTo>
                  <a:lnTo>
                    <a:pt x="3430" y="1929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9294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097" name="Graph element 590"/>
            <p:cNvSpPr/>
            <p:nvPr/>
          </p:nvSpPr>
          <p:spPr>
            <a:xfrm>
              <a:off x="448482" y="1663584"/>
              <a:ext cx="3430" cy="19294"/>
            </a:xfrm>
            <a:custGeom>
              <a:avLst/>
              <a:gdLst/>
              <a:ahLst/>
              <a:cxnLst/>
              <a:rect l="0" t="0" r="r" b="b"/>
              <a:pathLst>
                <a:path w="3430" h="19294" stroke="0" extrusionOk="0">
                  <a:moveTo>
                    <a:pt x="0" y="19294"/>
                  </a:moveTo>
                  <a:lnTo>
                    <a:pt x="3430" y="1929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9294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098" name="Graph element 591"/>
            <p:cNvSpPr/>
            <p:nvPr/>
          </p:nvSpPr>
          <p:spPr>
            <a:xfrm>
              <a:off x="424900" y="1661440"/>
              <a:ext cx="3430" cy="21438"/>
            </a:xfrm>
            <a:custGeom>
              <a:avLst/>
              <a:gdLst/>
              <a:ahLst/>
              <a:cxnLst/>
              <a:rect l="0" t="0" r="r" b="b"/>
              <a:pathLst>
                <a:path w="3430" h="21438" stroke="0" extrusionOk="0">
                  <a:moveTo>
                    <a:pt x="0" y="21438"/>
                  </a:moveTo>
                  <a:lnTo>
                    <a:pt x="3430" y="2143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38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099" name="Graph element 592"/>
            <p:cNvSpPr/>
            <p:nvPr/>
          </p:nvSpPr>
          <p:spPr>
            <a:xfrm>
              <a:off x="420612" y="1661440"/>
              <a:ext cx="3430" cy="21438"/>
            </a:xfrm>
            <a:custGeom>
              <a:avLst/>
              <a:gdLst/>
              <a:ahLst/>
              <a:cxnLst/>
              <a:rect l="0" t="0" r="r" b="b"/>
              <a:pathLst>
                <a:path w="3430" h="21438" stroke="0" extrusionOk="0">
                  <a:moveTo>
                    <a:pt x="0" y="21438"/>
                  </a:moveTo>
                  <a:lnTo>
                    <a:pt x="3430" y="2143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38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100" name="Graph element 593"/>
            <p:cNvSpPr/>
            <p:nvPr/>
          </p:nvSpPr>
          <p:spPr>
            <a:xfrm>
              <a:off x="397031" y="1661440"/>
              <a:ext cx="3430" cy="21438"/>
            </a:xfrm>
            <a:custGeom>
              <a:avLst/>
              <a:gdLst/>
              <a:ahLst/>
              <a:cxnLst/>
              <a:rect l="0" t="0" r="r" b="b"/>
              <a:pathLst>
                <a:path w="3430" h="21438" stroke="0" extrusionOk="0">
                  <a:moveTo>
                    <a:pt x="0" y="21438"/>
                  </a:moveTo>
                  <a:lnTo>
                    <a:pt x="3430" y="2143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38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101" name="Graph element 594"/>
            <p:cNvSpPr/>
            <p:nvPr/>
          </p:nvSpPr>
          <p:spPr>
            <a:xfrm>
              <a:off x="392743" y="1661440"/>
              <a:ext cx="3430" cy="21438"/>
            </a:xfrm>
            <a:custGeom>
              <a:avLst/>
              <a:gdLst/>
              <a:ahLst/>
              <a:cxnLst/>
              <a:rect l="0" t="0" r="r" b="b"/>
              <a:pathLst>
                <a:path w="3430" h="21438" stroke="0" extrusionOk="0">
                  <a:moveTo>
                    <a:pt x="0" y="21438"/>
                  </a:moveTo>
                  <a:lnTo>
                    <a:pt x="3430" y="2143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38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102" name="Graph element 595"/>
            <p:cNvSpPr/>
            <p:nvPr/>
          </p:nvSpPr>
          <p:spPr>
            <a:xfrm>
              <a:off x="384670" y="1658084"/>
              <a:ext cx="5072" cy="24794"/>
            </a:xfrm>
            <a:custGeom>
              <a:avLst/>
              <a:gdLst/>
              <a:ahLst/>
              <a:cxnLst/>
              <a:rect l="0" t="0" r="r" b="b"/>
              <a:pathLst>
                <a:path w="5072" h="24794" stroke="0" extrusionOk="0">
                  <a:moveTo>
                    <a:pt x="1641" y="4067"/>
                  </a:moveTo>
                  <a:lnTo>
                    <a:pt x="1641" y="24794"/>
                  </a:lnTo>
                  <a:lnTo>
                    <a:pt x="5072" y="24794"/>
                  </a:lnTo>
                  <a:lnTo>
                    <a:pt x="5072" y="2646"/>
                  </a:lnTo>
                  <a:lnTo>
                    <a:pt x="2425" y="0"/>
                  </a:lnTo>
                  <a:lnTo>
                    <a:pt x="0" y="2425"/>
                  </a:lnTo>
                  <a:lnTo>
                    <a:pt x="1641" y="4067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103" name="Graph element 596"/>
            <p:cNvSpPr/>
            <p:nvPr/>
          </p:nvSpPr>
          <p:spPr>
            <a:xfrm>
              <a:off x="369161" y="1659297"/>
              <a:ext cx="3430" cy="23582"/>
            </a:xfrm>
            <a:custGeom>
              <a:avLst/>
              <a:gdLst/>
              <a:ahLst/>
              <a:cxnLst/>
              <a:rect l="0" t="0" r="r" b="b"/>
              <a:pathLst>
                <a:path w="3430" h="23582" stroke="0" extrusionOk="0">
                  <a:moveTo>
                    <a:pt x="0" y="23582"/>
                  </a:moveTo>
                  <a:lnTo>
                    <a:pt x="3430" y="23582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3582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104" name="Graph element 597"/>
            <p:cNvSpPr/>
            <p:nvPr/>
          </p:nvSpPr>
          <p:spPr>
            <a:xfrm>
              <a:off x="364874" y="1659297"/>
              <a:ext cx="3430" cy="23582"/>
            </a:xfrm>
            <a:custGeom>
              <a:avLst/>
              <a:gdLst/>
              <a:ahLst/>
              <a:cxnLst/>
              <a:rect l="0" t="0" r="r" b="b"/>
              <a:pathLst>
                <a:path w="3430" h="23582" stroke="0" extrusionOk="0">
                  <a:moveTo>
                    <a:pt x="0" y="23582"/>
                  </a:moveTo>
                  <a:lnTo>
                    <a:pt x="3430" y="23582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3582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105" name="Graph element 598"/>
            <p:cNvSpPr/>
            <p:nvPr/>
          </p:nvSpPr>
          <p:spPr>
            <a:xfrm>
              <a:off x="341292" y="1657153"/>
              <a:ext cx="3430" cy="25726"/>
            </a:xfrm>
            <a:custGeom>
              <a:avLst/>
              <a:gdLst/>
              <a:ahLst/>
              <a:cxnLst/>
              <a:rect l="0" t="0" r="r" b="b"/>
              <a:pathLst>
                <a:path w="3430" h="25726" stroke="0" extrusionOk="0">
                  <a:moveTo>
                    <a:pt x="0" y="25726"/>
                  </a:moveTo>
                  <a:lnTo>
                    <a:pt x="3430" y="25726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5726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106" name="Graph element 599"/>
            <p:cNvSpPr/>
            <p:nvPr/>
          </p:nvSpPr>
          <p:spPr>
            <a:xfrm>
              <a:off x="337004" y="1652865"/>
              <a:ext cx="3430" cy="30013"/>
            </a:xfrm>
            <a:custGeom>
              <a:avLst/>
              <a:gdLst/>
              <a:ahLst/>
              <a:cxnLst/>
              <a:rect l="0" t="0" r="r" b="b"/>
              <a:pathLst>
                <a:path w="3430" h="30013" stroke="0" extrusionOk="0">
                  <a:moveTo>
                    <a:pt x="0" y="30013"/>
                  </a:moveTo>
                  <a:lnTo>
                    <a:pt x="3430" y="30013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30013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107" name="Graph element 600"/>
            <p:cNvSpPr/>
            <p:nvPr/>
          </p:nvSpPr>
          <p:spPr>
            <a:xfrm>
              <a:off x="313423" y="1650721"/>
              <a:ext cx="3430" cy="32157"/>
            </a:xfrm>
            <a:custGeom>
              <a:avLst/>
              <a:gdLst/>
              <a:ahLst/>
              <a:cxnLst/>
              <a:rect l="0" t="0" r="r" b="b"/>
              <a:pathLst>
                <a:path w="3430" h="32157" stroke="0" extrusionOk="0">
                  <a:moveTo>
                    <a:pt x="0" y="32157"/>
                  </a:moveTo>
                  <a:lnTo>
                    <a:pt x="3430" y="32157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32157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108" name="Graph element 601"/>
            <p:cNvSpPr/>
            <p:nvPr/>
          </p:nvSpPr>
          <p:spPr>
            <a:xfrm>
              <a:off x="309135" y="1648578"/>
              <a:ext cx="3430" cy="34301"/>
            </a:xfrm>
            <a:custGeom>
              <a:avLst/>
              <a:gdLst/>
              <a:ahLst/>
              <a:cxnLst/>
              <a:rect l="0" t="0" r="r" b="b"/>
              <a:pathLst>
                <a:path w="3430" h="34301" stroke="0" extrusionOk="0">
                  <a:moveTo>
                    <a:pt x="0" y="34301"/>
                  </a:moveTo>
                  <a:lnTo>
                    <a:pt x="3430" y="34301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34301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109" name="Graph element 602"/>
            <p:cNvSpPr/>
            <p:nvPr/>
          </p:nvSpPr>
          <p:spPr>
            <a:xfrm>
              <a:off x="285553" y="1644290"/>
              <a:ext cx="3430" cy="38588"/>
            </a:xfrm>
            <a:custGeom>
              <a:avLst/>
              <a:gdLst/>
              <a:ahLst/>
              <a:cxnLst/>
              <a:rect l="0" t="0" r="r" b="b"/>
              <a:pathLst>
                <a:path w="3430" h="38588" stroke="0" extrusionOk="0">
                  <a:moveTo>
                    <a:pt x="0" y="38588"/>
                  </a:moveTo>
                  <a:lnTo>
                    <a:pt x="3430" y="385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38588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110" name="Graph element 603"/>
            <p:cNvSpPr/>
            <p:nvPr/>
          </p:nvSpPr>
          <p:spPr>
            <a:xfrm>
              <a:off x="281266" y="1640002"/>
              <a:ext cx="3430" cy="42876"/>
            </a:xfrm>
            <a:custGeom>
              <a:avLst/>
              <a:gdLst/>
              <a:ahLst/>
              <a:cxnLst/>
              <a:rect l="0" t="0" r="r" b="b"/>
              <a:pathLst>
                <a:path w="3430" h="42876" stroke="0" extrusionOk="0">
                  <a:moveTo>
                    <a:pt x="0" y="42876"/>
                  </a:moveTo>
                  <a:lnTo>
                    <a:pt x="3430" y="42876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76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111" name="Graph element 604"/>
            <p:cNvSpPr/>
            <p:nvPr/>
          </p:nvSpPr>
          <p:spPr>
            <a:xfrm>
              <a:off x="257684" y="1636144"/>
              <a:ext cx="7999" cy="46735"/>
            </a:xfrm>
            <a:custGeom>
              <a:avLst/>
              <a:gdLst/>
              <a:ahLst/>
              <a:cxnLst/>
              <a:rect l="0" t="0" r="r" b="b"/>
              <a:pathLst>
                <a:path w="7999" h="46735" stroke="0" extrusionOk="0">
                  <a:moveTo>
                    <a:pt x="0" y="0"/>
                  </a:moveTo>
                  <a:lnTo>
                    <a:pt x="0" y="46735"/>
                  </a:lnTo>
                  <a:lnTo>
                    <a:pt x="3430" y="46735"/>
                  </a:lnTo>
                  <a:lnTo>
                    <a:pt x="3430" y="4569"/>
                  </a:lnTo>
                  <a:lnTo>
                    <a:pt x="799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112" name="Graph element 605"/>
            <p:cNvSpPr/>
            <p:nvPr/>
          </p:nvSpPr>
          <p:spPr>
            <a:xfrm>
              <a:off x="253396" y="1633571"/>
              <a:ext cx="3430" cy="49307"/>
            </a:xfrm>
            <a:custGeom>
              <a:avLst/>
              <a:gdLst/>
              <a:ahLst/>
              <a:cxnLst/>
              <a:rect l="0" t="0" r="r" b="b"/>
              <a:pathLst>
                <a:path w="3430" h="49307" stroke="0" extrusionOk="0">
                  <a:moveTo>
                    <a:pt x="0" y="49307"/>
                  </a:moveTo>
                  <a:lnTo>
                    <a:pt x="3430" y="49307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9307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113" name="Graph element 606"/>
            <p:cNvSpPr/>
            <p:nvPr/>
          </p:nvSpPr>
          <p:spPr>
            <a:xfrm>
              <a:off x="229815" y="1624996"/>
              <a:ext cx="3430" cy="57882"/>
            </a:xfrm>
            <a:custGeom>
              <a:avLst/>
              <a:gdLst/>
              <a:ahLst/>
              <a:cxnLst/>
              <a:rect l="0" t="0" r="r" b="b"/>
              <a:pathLst>
                <a:path w="3430" h="57882" stroke="0" extrusionOk="0">
                  <a:moveTo>
                    <a:pt x="0" y="57882"/>
                  </a:moveTo>
                  <a:lnTo>
                    <a:pt x="3430" y="57882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57882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114" name="Graph element 607"/>
            <p:cNvSpPr/>
            <p:nvPr/>
          </p:nvSpPr>
          <p:spPr>
            <a:xfrm>
              <a:off x="225527" y="1616421"/>
              <a:ext cx="3430" cy="66458"/>
            </a:xfrm>
            <a:custGeom>
              <a:avLst/>
              <a:gdLst/>
              <a:ahLst/>
              <a:cxnLst/>
              <a:rect l="0" t="0" r="r" b="b"/>
              <a:pathLst>
                <a:path w="3430" h="66458" stroke="0" extrusionOk="0">
                  <a:moveTo>
                    <a:pt x="0" y="66458"/>
                  </a:moveTo>
                  <a:lnTo>
                    <a:pt x="3430" y="6645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66458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1115" name="Graph element 608"/>
            <p:cNvSpPr/>
            <p:nvPr/>
          </p:nvSpPr>
          <p:spPr>
            <a:xfrm>
              <a:off x="1957713" y="1685022"/>
              <a:ext cx="3430" cy="132915"/>
            </a:xfrm>
            <a:custGeom>
              <a:avLst/>
              <a:gdLst/>
              <a:ahLst/>
              <a:cxnLst/>
              <a:rect l="0" t="0" r="r" b="b"/>
              <a:pathLst>
                <a:path w="3430" h="132915" stroke="0" extrusionOk="0">
                  <a:moveTo>
                    <a:pt x="0" y="132915"/>
                  </a:moveTo>
                  <a:lnTo>
                    <a:pt x="3430" y="13291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32915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116" name="Graph element 609"/>
            <p:cNvSpPr/>
            <p:nvPr/>
          </p:nvSpPr>
          <p:spPr>
            <a:xfrm>
              <a:off x="1951281" y="1685022"/>
              <a:ext cx="3430" cy="115765"/>
            </a:xfrm>
            <a:custGeom>
              <a:avLst/>
              <a:gdLst/>
              <a:ahLst/>
              <a:cxnLst/>
              <a:rect l="0" t="0" r="r" b="b"/>
              <a:pathLst>
                <a:path w="3430" h="115765" stroke="0" extrusionOk="0">
                  <a:moveTo>
                    <a:pt x="0" y="115765"/>
                  </a:moveTo>
                  <a:lnTo>
                    <a:pt x="3430" y="11576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15765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117" name="Graph element 610"/>
            <p:cNvSpPr/>
            <p:nvPr/>
          </p:nvSpPr>
          <p:spPr>
            <a:xfrm>
              <a:off x="1944850" y="1685022"/>
              <a:ext cx="3430" cy="72889"/>
            </a:xfrm>
            <a:custGeom>
              <a:avLst/>
              <a:gdLst/>
              <a:ahLst/>
              <a:cxnLst/>
              <a:rect l="0" t="0" r="r" b="b"/>
              <a:pathLst>
                <a:path w="3430" h="72889" stroke="0" extrusionOk="0">
                  <a:moveTo>
                    <a:pt x="0" y="72889"/>
                  </a:moveTo>
                  <a:lnTo>
                    <a:pt x="3430" y="72889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72889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118" name="Graph element 611"/>
            <p:cNvSpPr/>
            <p:nvPr/>
          </p:nvSpPr>
          <p:spPr>
            <a:xfrm>
              <a:off x="1938419" y="1685022"/>
              <a:ext cx="3430" cy="64314"/>
            </a:xfrm>
            <a:custGeom>
              <a:avLst/>
              <a:gdLst/>
              <a:ahLst/>
              <a:cxnLst/>
              <a:rect l="0" t="0" r="r" b="b"/>
              <a:pathLst>
                <a:path w="3430" h="64314" stroke="0" extrusionOk="0">
                  <a:moveTo>
                    <a:pt x="0" y="64314"/>
                  </a:moveTo>
                  <a:lnTo>
                    <a:pt x="3430" y="6431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64314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119" name="Graph element 612"/>
            <p:cNvSpPr/>
            <p:nvPr/>
          </p:nvSpPr>
          <p:spPr>
            <a:xfrm>
              <a:off x="1929843" y="1685022"/>
              <a:ext cx="3430" cy="64314"/>
            </a:xfrm>
            <a:custGeom>
              <a:avLst/>
              <a:gdLst/>
              <a:ahLst/>
              <a:cxnLst/>
              <a:rect l="0" t="0" r="r" b="b"/>
              <a:pathLst>
                <a:path w="3430" h="64314" stroke="0" extrusionOk="0">
                  <a:moveTo>
                    <a:pt x="0" y="64314"/>
                  </a:moveTo>
                  <a:lnTo>
                    <a:pt x="3430" y="6431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64314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120" name="Graph element 613"/>
            <p:cNvSpPr/>
            <p:nvPr/>
          </p:nvSpPr>
          <p:spPr>
            <a:xfrm>
              <a:off x="1923412" y="1685022"/>
              <a:ext cx="3430" cy="57882"/>
            </a:xfrm>
            <a:custGeom>
              <a:avLst/>
              <a:gdLst/>
              <a:ahLst/>
              <a:cxnLst/>
              <a:rect l="0" t="0" r="r" b="b"/>
              <a:pathLst>
                <a:path w="3430" h="57882" stroke="0" extrusionOk="0">
                  <a:moveTo>
                    <a:pt x="0" y="57882"/>
                  </a:moveTo>
                  <a:lnTo>
                    <a:pt x="3430" y="57882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57882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121" name="Graph element 614"/>
            <p:cNvSpPr/>
            <p:nvPr/>
          </p:nvSpPr>
          <p:spPr>
            <a:xfrm>
              <a:off x="1916981" y="1685022"/>
              <a:ext cx="3430" cy="53595"/>
            </a:xfrm>
            <a:custGeom>
              <a:avLst/>
              <a:gdLst/>
              <a:ahLst/>
              <a:cxnLst/>
              <a:rect l="0" t="0" r="r" b="b"/>
              <a:pathLst>
                <a:path w="3430" h="53595" stroke="0" extrusionOk="0">
                  <a:moveTo>
                    <a:pt x="0" y="53595"/>
                  </a:moveTo>
                  <a:lnTo>
                    <a:pt x="3430" y="5359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53595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122" name="Graph element 615"/>
            <p:cNvSpPr/>
            <p:nvPr/>
          </p:nvSpPr>
          <p:spPr>
            <a:xfrm>
              <a:off x="1910549" y="1685022"/>
              <a:ext cx="3430" cy="51451"/>
            </a:xfrm>
            <a:custGeom>
              <a:avLst/>
              <a:gdLst/>
              <a:ahLst/>
              <a:cxnLst/>
              <a:rect l="0" t="0" r="r" b="b"/>
              <a:pathLst>
                <a:path w="3430" h="51451" stroke="0" extrusionOk="0">
                  <a:moveTo>
                    <a:pt x="0" y="51451"/>
                  </a:moveTo>
                  <a:lnTo>
                    <a:pt x="3430" y="51451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51451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123" name="Graph element 616"/>
            <p:cNvSpPr/>
            <p:nvPr/>
          </p:nvSpPr>
          <p:spPr>
            <a:xfrm>
              <a:off x="1901974" y="1685022"/>
              <a:ext cx="3430" cy="49307"/>
            </a:xfrm>
            <a:custGeom>
              <a:avLst/>
              <a:gdLst/>
              <a:ahLst/>
              <a:cxnLst/>
              <a:rect l="0" t="0" r="r" b="b"/>
              <a:pathLst>
                <a:path w="3430" h="49307" stroke="0" extrusionOk="0">
                  <a:moveTo>
                    <a:pt x="0" y="49307"/>
                  </a:moveTo>
                  <a:lnTo>
                    <a:pt x="3430" y="49307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9307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124" name="Graph element 617"/>
            <p:cNvSpPr/>
            <p:nvPr/>
          </p:nvSpPr>
          <p:spPr>
            <a:xfrm>
              <a:off x="1895543" y="1685022"/>
              <a:ext cx="3430" cy="47163"/>
            </a:xfrm>
            <a:custGeom>
              <a:avLst/>
              <a:gdLst/>
              <a:ahLst/>
              <a:cxnLst/>
              <a:rect l="0" t="0" r="r" b="b"/>
              <a:pathLst>
                <a:path w="3430" h="47163" stroke="0" extrusionOk="0">
                  <a:moveTo>
                    <a:pt x="0" y="47163"/>
                  </a:moveTo>
                  <a:lnTo>
                    <a:pt x="3430" y="47163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7163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125" name="Graph element 618"/>
            <p:cNvSpPr/>
            <p:nvPr/>
          </p:nvSpPr>
          <p:spPr>
            <a:xfrm>
              <a:off x="1889111" y="1685022"/>
              <a:ext cx="3430" cy="45020"/>
            </a:xfrm>
            <a:custGeom>
              <a:avLst/>
              <a:gdLst/>
              <a:ahLst/>
              <a:cxnLst/>
              <a:rect l="0" t="0" r="r" b="b"/>
              <a:pathLst>
                <a:path w="3430" h="45020" stroke="0" extrusionOk="0">
                  <a:moveTo>
                    <a:pt x="0" y="45020"/>
                  </a:moveTo>
                  <a:lnTo>
                    <a:pt x="3430" y="45020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5020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126" name="Graph element 619"/>
            <p:cNvSpPr/>
            <p:nvPr/>
          </p:nvSpPr>
          <p:spPr>
            <a:xfrm>
              <a:off x="1882680" y="1685022"/>
              <a:ext cx="3430" cy="45020"/>
            </a:xfrm>
            <a:custGeom>
              <a:avLst/>
              <a:gdLst/>
              <a:ahLst/>
              <a:cxnLst/>
              <a:rect l="0" t="0" r="r" b="b"/>
              <a:pathLst>
                <a:path w="3430" h="45020" stroke="0" extrusionOk="0">
                  <a:moveTo>
                    <a:pt x="0" y="45020"/>
                  </a:moveTo>
                  <a:lnTo>
                    <a:pt x="3430" y="45020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5020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127" name="Graph element 620"/>
            <p:cNvSpPr/>
            <p:nvPr/>
          </p:nvSpPr>
          <p:spPr>
            <a:xfrm>
              <a:off x="1874105" y="1685022"/>
              <a:ext cx="3430" cy="40732"/>
            </a:xfrm>
            <a:custGeom>
              <a:avLst/>
              <a:gdLst/>
              <a:ahLst/>
              <a:cxnLst/>
              <a:rect l="0" t="0" r="r" b="b"/>
              <a:pathLst>
                <a:path w="3430" h="40732" stroke="0" extrusionOk="0">
                  <a:moveTo>
                    <a:pt x="0" y="40732"/>
                  </a:moveTo>
                  <a:lnTo>
                    <a:pt x="3430" y="40732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0732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128" name="Graph element 621"/>
            <p:cNvSpPr/>
            <p:nvPr/>
          </p:nvSpPr>
          <p:spPr>
            <a:xfrm>
              <a:off x="1867673" y="1685022"/>
              <a:ext cx="3430" cy="40732"/>
            </a:xfrm>
            <a:custGeom>
              <a:avLst/>
              <a:gdLst/>
              <a:ahLst/>
              <a:cxnLst/>
              <a:rect l="0" t="0" r="r" b="b"/>
              <a:pathLst>
                <a:path w="3430" h="40732" stroke="0" extrusionOk="0">
                  <a:moveTo>
                    <a:pt x="0" y="40732"/>
                  </a:moveTo>
                  <a:lnTo>
                    <a:pt x="3430" y="40732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0732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129" name="Graph element 622"/>
            <p:cNvSpPr/>
            <p:nvPr/>
          </p:nvSpPr>
          <p:spPr>
            <a:xfrm>
              <a:off x="1861242" y="1685022"/>
              <a:ext cx="3430" cy="38588"/>
            </a:xfrm>
            <a:custGeom>
              <a:avLst/>
              <a:gdLst/>
              <a:ahLst/>
              <a:cxnLst/>
              <a:rect l="0" t="0" r="r" b="b"/>
              <a:pathLst>
                <a:path w="3430" h="38588" stroke="0" extrusionOk="0">
                  <a:moveTo>
                    <a:pt x="0" y="38588"/>
                  </a:moveTo>
                  <a:lnTo>
                    <a:pt x="3430" y="385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38588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130" name="Graph element 623"/>
            <p:cNvSpPr/>
            <p:nvPr/>
          </p:nvSpPr>
          <p:spPr>
            <a:xfrm>
              <a:off x="1854811" y="1685022"/>
              <a:ext cx="3430" cy="36444"/>
            </a:xfrm>
            <a:custGeom>
              <a:avLst/>
              <a:gdLst/>
              <a:ahLst/>
              <a:cxnLst/>
              <a:rect l="0" t="0" r="r" b="b"/>
              <a:pathLst>
                <a:path w="3430" h="36444" stroke="0" extrusionOk="0">
                  <a:moveTo>
                    <a:pt x="0" y="36444"/>
                  </a:moveTo>
                  <a:lnTo>
                    <a:pt x="3430" y="364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36444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131" name="Graph element 624"/>
            <p:cNvSpPr/>
            <p:nvPr/>
          </p:nvSpPr>
          <p:spPr>
            <a:xfrm>
              <a:off x="1846235" y="1685022"/>
              <a:ext cx="3430" cy="34301"/>
            </a:xfrm>
            <a:custGeom>
              <a:avLst/>
              <a:gdLst/>
              <a:ahLst/>
              <a:cxnLst/>
              <a:rect l="0" t="0" r="r" b="b"/>
              <a:pathLst>
                <a:path w="3430" h="34301" stroke="0" extrusionOk="0">
                  <a:moveTo>
                    <a:pt x="0" y="34301"/>
                  </a:moveTo>
                  <a:lnTo>
                    <a:pt x="3430" y="34301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34301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132" name="Graph element 625"/>
            <p:cNvSpPr/>
            <p:nvPr/>
          </p:nvSpPr>
          <p:spPr>
            <a:xfrm>
              <a:off x="1839804" y="1685022"/>
              <a:ext cx="3430" cy="34301"/>
            </a:xfrm>
            <a:custGeom>
              <a:avLst/>
              <a:gdLst/>
              <a:ahLst/>
              <a:cxnLst/>
              <a:rect l="0" t="0" r="r" b="b"/>
              <a:pathLst>
                <a:path w="3430" h="34301" stroke="0" extrusionOk="0">
                  <a:moveTo>
                    <a:pt x="0" y="34301"/>
                  </a:moveTo>
                  <a:lnTo>
                    <a:pt x="3430" y="34301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34301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133" name="Graph element 626"/>
            <p:cNvSpPr/>
            <p:nvPr/>
          </p:nvSpPr>
          <p:spPr>
            <a:xfrm>
              <a:off x="1833373" y="1685022"/>
              <a:ext cx="3430" cy="32157"/>
            </a:xfrm>
            <a:custGeom>
              <a:avLst/>
              <a:gdLst/>
              <a:ahLst/>
              <a:cxnLst/>
              <a:rect l="0" t="0" r="r" b="b"/>
              <a:pathLst>
                <a:path w="3430" h="32157" stroke="0" extrusionOk="0">
                  <a:moveTo>
                    <a:pt x="0" y="32157"/>
                  </a:moveTo>
                  <a:lnTo>
                    <a:pt x="3430" y="32157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32157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134" name="Graph element 627"/>
            <p:cNvSpPr/>
            <p:nvPr/>
          </p:nvSpPr>
          <p:spPr>
            <a:xfrm>
              <a:off x="1826941" y="1685022"/>
              <a:ext cx="3430" cy="32157"/>
            </a:xfrm>
            <a:custGeom>
              <a:avLst/>
              <a:gdLst/>
              <a:ahLst/>
              <a:cxnLst/>
              <a:rect l="0" t="0" r="r" b="b"/>
              <a:pathLst>
                <a:path w="3430" h="32157" stroke="0" extrusionOk="0">
                  <a:moveTo>
                    <a:pt x="0" y="32157"/>
                  </a:moveTo>
                  <a:lnTo>
                    <a:pt x="3430" y="32157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32157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135" name="Graph element 628"/>
            <p:cNvSpPr/>
            <p:nvPr/>
          </p:nvSpPr>
          <p:spPr>
            <a:xfrm>
              <a:off x="1818366" y="1685022"/>
              <a:ext cx="3430" cy="27869"/>
            </a:xfrm>
            <a:custGeom>
              <a:avLst/>
              <a:gdLst/>
              <a:ahLst/>
              <a:cxnLst/>
              <a:rect l="0" t="0" r="r" b="b"/>
              <a:pathLst>
                <a:path w="3430" h="27869" stroke="0" extrusionOk="0">
                  <a:moveTo>
                    <a:pt x="0" y="27869"/>
                  </a:moveTo>
                  <a:lnTo>
                    <a:pt x="3430" y="27869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7869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136" name="Graph element 629"/>
            <p:cNvSpPr/>
            <p:nvPr/>
          </p:nvSpPr>
          <p:spPr>
            <a:xfrm>
              <a:off x="1811935" y="1685022"/>
              <a:ext cx="3430" cy="27869"/>
            </a:xfrm>
            <a:custGeom>
              <a:avLst/>
              <a:gdLst/>
              <a:ahLst/>
              <a:cxnLst/>
              <a:rect l="0" t="0" r="r" b="b"/>
              <a:pathLst>
                <a:path w="3430" h="27869" stroke="0" extrusionOk="0">
                  <a:moveTo>
                    <a:pt x="0" y="27869"/>
                  </a:moveTo>
                  <a:lnTo>
                    <a:pt x="3430" y="27869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7869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137" name="Graph element 630"/>
            <p:cNvSpPr/>
            <p:nvPr/>
          </p:nvSpPr>
          <p:spPr>
            <a:xfrm>
              <a:off x="1805503" y="1685022"/>
              <a:ext cx="3430" cy="23582"/>
            </a:xfrm>
            <a:custGeom>
              <a:avLst/>
              <a:gdLst/>
              <a:ahLst/>
              <a:cxnLst/>
              <a:rect l="0" t="0" r="r" b="b"/>
              <a:pathLst>
                <a:path w="3430" h="23582" stroke="0" extrusionOk="0">
                  <a:moveTo>
                    <a:pt x="0" y="23582"/>
                  </a:moveTo>
                  <a:lnTo>
                    <a:pt x="3430" y="23582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3582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138" name="Graph element 631"/>
            <p:cNvSpPr/>
            <p:nvPr/>
          </p:nvSpPr>
          <p:spPr>
            <a:xfrm>
              <a:off x="1799072" y="1685022"/>
              <a:ext cx="3430" cy="19294"/>
            </a:xfrm>
            <a:custGeom>
              <a:avLst/>
              <a:gdLst/>
              <a:ahLst/>
              <a:cxnLst/>
              <a:rect l="0" t="0" r="r" b="b"/>
              <a:pathLst>
                <a:path w="3430" h="19294" stroke="0" extrusionOk="0">
                  <a:moveTo>
                    <a:pt x="0" y="19294"/>
                  </a:moveTo>
                  <a:lnTo>
                    <a:pt x="3430" y="1929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9294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139" name="Graph element 632"/>
            <p:cNvSpPr/>
            <p:nvPr/>
          </p:nvSpPr>
          <p:spPr>
            <a:xfrm>
              <a:off x="1790497" y="1685022"/>
              <a:ext cx="3430" cy="19294"/>
            </a:xfrm>
            <a:custGeom>
              <a:avLst/>
              <a:gdLst/>
              <a:ahLst/>
              <a:cxnLst/>
              <a:rect l="0" t="0" r="r" b="b"/>
              <a:pathLst>
                <a:path w="3430" h="19294" stroke="0" extrusionOk="0">
                  <a:moveTo>
                    <a:pt x="0" y="19294"/>
                  </a:moveTo>
                  <a:lnTo>
                    <a:pt x="3430" y="1929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9294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140" name="Graph element 633"/>
            <p:cNvSpPr/>
            <p:nvPr/>
          </p:nvSpPr>
          <p:spPr>
            <a:xfrm>
              <a:off x="1784065" y="1685022"/>
              <a:ext cx="3430" cy="19294"/>
            </a:xfrm>
            <a:custGeom>
              <a:avLst/>
              <a:gdLst/>
              <a:ahLst/>
              <a:cxnLst/>
              <a:rect l="0" t="0" r="r" b="b"/>
              <a:pathLst>
                <a:path w="3430" h="19294" stroke="0" extrusionOk="0">
                  <a:moveTo>
                    <a:pt x="0" y="19294"/>
                  </a:moveTo>
                  <a:lnTo>
                    <a:pt x="3430" y="1929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9294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141" name="Graph element 634"/>
            <p:cNvSpPr/>
            <p:nvPr/>
          </p:nvSpPr>
          <p:spPr>
            <a:xfrm>
              <a:off x="1777634" y="1685022"/>
              <a:ext cx="3430" cy="17150"/>
            </a:xfrm>
            <a:custGeom>
              <a:avLst/>
              <a:gdLst/>
              <a:ahLst/>
              <a:cxnLst/>
              <a:rect l="0" t="0" r="r" b="b"/>
              <a:pathLst>
                <a:path w="3430" h="17150" stroke="0" extrusionOk="0">
                  <a:moveTo>
                    <a:pt x="0" y="17150"/>
                  </a:moveTo>
                  <a:lnTo>
                    <a:pt x="3430" y="17150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7150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142" name="Graph element 635"/>
            <p:cNvSpPr/>
            <p:nvPr/>
          </p:nvSpPr>
          <p:spPr>
            <a:xfrm>
              <a:off x="1771203" y="1685022"/>
              <a:ext cx="3430" cy="17150"/>
            </a:xfrm>
            <a:custGeom>
              <a:avLst/>
              <a:gdLst/>
              <a:ahLst/>
              <a:cxnLst/>
              <a:rect l="0" t="0" r="r" b="b"/>
              <a:pathLst>
                <a:path w="3430" h="17150" stroke="0" extrusionOk="0">
                  <a:moveTo>
                    <a:pt x="0" y="17150"/>
                  </a:moveTo>
                  <a:lnTo>
                    <a:pt x="3430" y="17150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7150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143" name="Graph element 636"/>
            <p:cNvSpPr/>
            <p:nvPr/>
          </p:nvSpPr>
          <p:spPr>
            <a:xfrm>
              <a:off x="1762627" y="1685022"/>
              <a:ext cx="3430" cy="15007"/>
            </a:xfrm>
            <a:custGeom>
              <a:avLst/>
              <a:gdLst/>
              <a:ahLst/>
              <a:cxnLst/>
              <a:rect l="0" t="0" r="r" b="b"/>
              <a:pathLst>
                <a:path w="3430" h="15007" stroke="0" extrusionOk="0">
                  <a:moveTo>
                    <a:pt x="0" y="15007"/>
                  </a:moveTo>
                  <a:lnTo>
                    <a:pt x="3430" y="15007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5007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144" name="Graph element 637"/>
            <p:cNvSpPr/>
            <p:nvPr/>
          </p:nvSpPr>
          <p:spPr>
            <a:xfrm>
              <a:off x="1756196" y="1685022"/>
              <a:ext cx="3430" cy="15007"/>
            </a:xfrm>
            <a:custGeom>
              <a:avLst/>
              <a:gdLst/>
              <a:ahLst/>
              <a:cxnLst/>
              <a:rect l="0" t="0" r="r" b="b"/>
              <a:pathLst>
                <a:path w="3430" h="15007" stroke="0" extrusionOk="0">
                  <a:moveTo>
                    <a:pt x="0" y="15007"/>
                  </a:moveTo>
                  <a:lnTo>
                    <a:pt x="3430" y="15007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5007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145" name="Graph element 638"/>
            <p:cNvSpPr/>
            <p:nvPr/>
          </p:nvSpPr>
          <p:spPr>
            <a:xfrm>
              <a:off x="1749765" y="1685022"/>
              <a:ext cx="3430" cy="12863"/>
            </a:xfrm>
            <a:custGeom>
              <a:avLst/>
              <a:gdLst/>
              <a:ahLst/>
              <a:cxnLst/>
              <a:rect l="0" t="0" r="r" b="b"/>
              <a:pathLst>
                <a:path w="3430" h="12863" stroke="0" extrusionOk="0">
                  <a:moveTo>
                    <a:pt x="0" y="12863"/>
                  </a:moveTo>
                  <a:lnTo>
                    <a:pt x="3430" y="12863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2863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146" name="Graph element 639"/>
            <p:cNvSpPr/>
            <p:nvPr/>
          </p:nvSpPr>
          <p:spPr>
            <a:xfrm>
              <a:off x="1743333" y="1685022"/>
              <a:ext cx="3430" cy="12863"/>
            </a:xfrm>
            <a:custGeom>
              <a:avLst/>
              <a:gdLst/>
              <a:ahLst/>
              <a:cxnLst/>
              <a:rect l="0" t="0" r="r" b="b"/>
              <a:pathLst>
                <a:path w="3430" h="12863" stroke="0" extrusionOk="0">
                  <a:moveTo>
                    <a:pt x="0" y="12863"/>
                  </a:moveTo>
                  <a:lnTo>
                    <a:pt x="3430" y="12863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2863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147" name="Graph element 640"/>
            <p:cNvSpPr/>
            <p:nvPr/>
          </p:nvSpPr>
          <p:spPr>
            <a:xfrm>
              <a:off x="1734758" y="1685022"/>
              <a:ext cx="3430" cy="12863"/>
            </a:xfrm>
            <a:custGeom>
              <a:avLst/>
              <a:gdLst/>
              <a:ahLst/>
              <a:cxnLst/>
              <a:rect l="0" t="0" r="r" b="b"/>
              <a:pathLst>
                <a:path w="3430" h="12863" stroke="0" extrusionOk="0">
                  <a:moveTo>
                    <a:pt x="0" y="12863"/>
                  </a:moveTo>
                  <a:lnTo>
                    <a:pt x="3430" y="12863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2863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148" name="Graph element 641"/>
            <p:cNvSpPr/>
            <p:nvPr/>
          </p:nvSpPr>
          <p:spPr>
            <a:xfrm>
              <a:off x="1728327" y="1685022"/>
              <a:ext cx="3430" cy="12863"/>
            </a:xfrm>
            <a:custGeom>
              <a:avLst/>
              <a:gdLst/>
              <a:ahLst/>
              <a:cxnLst/>
              <a:rect l="0" t="0" r="r" b="b"/>
              <a:pathLst>
                <a:path w="3430" h="12863" stroke="0" extrusionOk="0">
                  <a:moveTo>
                    <a:pt x="0" y="12863"/>
                  </a:moveTo>
                  <a:lnTo>
                    <a:pt x="3430" y="12863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2863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149" name="Graph element 642"/>
            <p:cNvSpPr/>
            <p:nvPr/>
          </p:nvSpPr>
          <p:spPr>
            <a:xfrm>
              <a:off x="1721895" y="1685022"/>
              <a:ext cx="3430" cy="12863"/>
            </a:xfrm>
            <a:custGeom>
              <a:avLst/>
              <a:gdLst/>
              <a:ahLst/>
              <a:cxnLst/>
              <a:rect l="0" t="0" r="r" b="b"/>
              <a:pathLst>
                <a:path w="3430" h="12863" stroke="0" extrusionOk="0">
                  <a:moveTo>
                    <a:pt x="0" y="12863"/>
                  </a:moveTo>
                  <a:lnTo>
                    <a:pt x="3430" y="12863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2863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150" name="Graph element 643"/>
            <p:cNvSpPr/>
            <p:nvPr/>
          </p:nvSpPr>
          <p:spPr>
            <a:xfrm>
              <a:off x="1715464" y="1685022"/>
              <a:ext cx="3430" cy="10719"/>
            </a:xfrm>
            <a:custGeom>
              <a:avLst/>
              <a:gdLst/>
              <a:ahLst/>
              <a:cxnLst/>
              <a:rect l="0" t="0" r="r" b="b"/>
              <a:pathLst>
                <a:path w="3430" h="10719" stroke="0" extrusionOk="0">
                  <a:moveTo>
                    <a:pt x="0" y="10719"/>
                  </a:moveTo>
                  <a:lnTo>
                    <a:pt x="3430" y="10719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0719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151" name="Graph element 644"/>
            <p:cNvSpPr/>
            <p:nvPr/>
          </p:nvSpPr>
          <p:spPr>
            <a:xfrm>
              <a:off x="1706889" y="1685022"/>
              <a:ext cx="3430" cy="10719"/>
            </a:xfrm>
            <a:custGeom>
              <a:avLst/>
              <a:gdLst/>
              <a:ahLst/>
              <a:cxnLst/>
              <a:rect l="0" t="0" r="r" b="b"/>
              <a:pathLst>
                <a:path w="3430" h="10719" stroke="0" extrusionOk="0">
                  <a:moveTo>
                    <a:pt x="0" y="10719"/>
                  </a:moveTo>
                  <a:lnTo>
                    <a:pt x="3430" y="10719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0719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152" name="Graph element 645"/>
            <p:cNvSpPr/>
            <p:nvPr/>
          </p:nvSpPr>
          <p:spPr>
            <a:xfrm>
              <a:off x="1700457" y="1685022"/>
              <a:ext cx="3430" cy="10719"/>
            </a:xfrm>
            <a:custGeom>
              <a:avLst/>
              <a:gdLst/>
              <a:ahLst/>
              <a:cxnLst/>
              <a:rect l="0" t="0" r="r" b="b"/>
              <a:pathLst>
                <a:path w="3430" h="10719" stroke="0" extrusionOk="0">
                  <a:moveTo>
                    <a:pt x="0" y="10719"/>
                  </a:moveTo>
                  <a:lnTo>
                    <a:pt x="3430" y="10719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0719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153" name="Graph element 646"/>
            <p:cNvSpPr/>
            <p:nvPr/>
          </p:nvSpPr>
          <p:spPr>
            <a:xfrm>
              <a:off x="1694026" y="1685022"/>
              <a:ext cx="3430" cy="10719"/>
            </a:xfrm>
            <a:custGeom>
              <a:avLst/>
              <a:gdLst/>
              <a:ahLst/>
              <a:cxnLst/>
              <a:rect l="0" t="0" r="r" b="b"/>
              <a:pathLst>
                <a:path w="3430" h="10719" stroke="0" extrusionOk="0">
                  <a:moveTo>
                    <a:pt x="0" y="10719"/>
                  </a:moveTo>
                  <a:lnTo>
                    <a:pt x="3430" y="10719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0719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154" name="Graph element 647"/>
            <p:cNvSpPr/>
            <p:nvPr/>
          </p:nvSpPr>
          <p:spPr>
            <a:xfrm>
              <a:off x="1687595" y="1685022"/>
              <a:ext cx="3430" cy="10719"/>
            </a:xfrm>
            <a:custGeom>
              <a:avLst/>
              <a:gdLst/>
              <a:ahLst/>
              <a:cxnLst/>
              <a:rect l="0" t="0" r="r" b="b"/>
              <a:pathLst>
                <a:path w="3430" h="10719" stroke="0" extrusionOk="0">
                  <a:moveTo>
                    <a:pt x="0" y="10719"/>
                  </a:moveTo>
                  <a:lnTo>
                    <a:pt x="3430" y="10719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0719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155" name="Graph element 648"/>
            <p:cNvSpPr/>
            <p:nvPr/>
          </p:nvSpPr>
          <p:spPr>
            <a:xfrm>
              <a:off x="1679019" y="1685022"/>
              <a:ext cx="3430" cy="10719"/>
            </a:xfrm>
            <a:custGeom>
              <a:avLst/>
              <a:gdLst/>
              <a:ahLst/>
              <a:cxnLst/>
              <a:rect l="0" t="0" r="r" b="b"/>
              <a:pathLst>
                <a:path w="3430" h="10719" stroke="0" extrusionOk="0">
                  <a:moveTo>
                    <a:pt x="0" y="10719"/>
                  </a:moveTo>
                  <a:lnTo>
                    <a:pt x="3430" y="10719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0719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156" name="Graph element 649"/>
            <p:cNvSpPr/>
            <p:nvPr/>
          </p:nvSpPr>
          <p:spPr>
            <a:xfrm>
              <a:off x="1672588" y="1685022"/>
              <a:ext cx="3430" cy="8575"/>
            </a:xfrm>
            <a:custGeom>
              <a:avLst/>
              <a:gdLst/>
              <a:ahLst/>
              <a:cxnLst/>
              <a:rect l="0" t="0" r="r" b="b"/>
              <a:pathLst>
                <a:path w="3430" h="8575" stroke="0" extrusionOk="0">
                  <a:moveTo>
                    <a:pt x="0" y="8575"/>
                  </a:moveTo>
                  <a:lnTo>
                    <a:pt x="3430" y="857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8575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157" name="Graph element 650"/>
            <p:cNvSpPr/>
            <p:nvPr/>
          </p:nvSpPr>
          <p:spPr>
            <a:xfrm>
              <a:off x="1666157" y="1685022"/>
              <a:ext cx="3430" cy="8575"/>
            </a:xfrm>
            <a:custGeom>
              <a:avLst/>
              <a:gdLst/>
              <a:ahLst/>
              <a:cxnLst/>
              <a:rect l="0" t="0" r="r" b="b"/>
              <a:pathLst>
                <a:path w="3430" h="8575" stroke="0" extrusionOk="0">
                  <a:moveTo>
                    <a:pt x="0" y="8575"/>
                  </a:moveTo>
                  <a:lnTo>
                    <a:pt x="3430" y="857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8575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158" name="Graph element 651"/>
            <p:cNvSpPr/>
            <p:nvPr/>
          </p:nvSpPr>
          <p:spPr>
            <a:xfrm>
              <a:off x="1659725" y="1685022"/>
              <a:ext cx="3430" cy="8575"/>
            </a:xfrm>
            <a:custGeom>
              <a:avLst/>
              <a:gdLst/>
              <a:ahLst/>
              <a:cxnLst/>
              <a:rect l="0" t="0" r="r" b="b"/>
              <a:pathLst>
                <a:path w="3430" h="8575" stroke="0" extrusionOk="0">
                  <a:moveTo>
                    <a:pt x="0" y="8575"/>
                  </a:moveTo>
                  <a:lnTo>
                    <a:pt x="3430" y="857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8575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159" name="Graph element 652"/>
            <p:cNvSpPr/>
            <p:nvPr/>
          </p:nvSpPr>
          <p:spPr>
            <a:xfrm>
              <a:off x="1651150" y="1685022"/>
              <a:ext cx="3430" cy="8575"/>
            </a:xfrm>
            <a:custGeom>
              <a:avLst/>
              <a:gdLst/>
              <a:ahLst/>
              <a:cxnLst/>
              <a:rect l="0" t="0" r="r" b="b"/>
              <a:pathLst>
                <a:path w="3430" h="8575" stroke="0" extrusionOk="0">
                  <a:moveTo>
                    <a:pt x="0" y="8575"/>
                  </a:moveTo>
                  <a:lnTo>
                    <a:pt x="3430" y="857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8575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160" name="Graph element 653"/>
            <p:cNvSpPr/>
            <p:nvPr/>
          </p:nvSpPr>
          <p:spPr>
            <a:xfrm>
              <a:off x="1644719" y="1685022"/>
              <a:ext cx="3430" cy="8575"/>
            </a:xfrm>
            <a:custGeom>
              <a:avLst/>
              <a:gdLst/>
              <a:ahLst/>
              <a:cxnLst/>
              <a:rect l="0" t="0" r="r" b="b"/>
              <a:pathLst>
                <a:path w="3430" h="8575" stroke="0" extrusionOk="0">
                  <a:moveTo>
                    <a:pt x="0" y="8575"/>
                  </a:moveTo>
                  <a:lnTo>
                    <a:pt x="3430" y="857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8575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161" name="Graph element 654"/>
            <p:cNvSpPr/>
            <p:nvPr/>
          </p:nvSpPr>
          <p:spPr>
            <a:xfrm>
              <a:off x="1638287" y="1685022"/>
              <a:ext cx="3430" cy="6431"/>
            </a:xfrm>
            <a:custGeom>
              <a:avLst/>
              <a:gdLst/>
              <a:ahLst/>
              <a:cxnLst/>
              <a:rect l="0" t="0" r="r" b="b"/>
              <a:pathLst>
                <a:path w="3430" h="6431" stroke="0" extrusionOk="0">
                  <a:moveTo>
                    <a:pt x="0" y="6431"/>
                  </a:moveTo>
                  <a:lnTo>
                    <a:pt x="3430" y="6431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6431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162" name="Graph element 655"/>
            <p:cNvSpPr/>
            <p:nvPr/>
          </p:nvSpPr>
          <p:spPr>
            <a:xfrm>
              <a:off x="1631856" y="1685022"/>
              <a:ext cx="3430" cy="6431"/>
            </a:xfrm>
            <a:custGeom>
              <a:avLst/>
              <a:gdLst/>
              <a:ahLst/>
              <a:cxnLst/>
              <a:rect l="0" t="0" r="r" b="b"/>
              <a:pathLst>
                <a:path w="3430" h="6431" stroke="0" extrusionOk="0">
                  <a:moveTo>
                    <a:pt x="0" y="6431"/>
                  </a:moveTo>
                  <a:lnTo>
                    <a:pt x="3430" y="6431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6431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163" name="Graph element 656"/>
            <p:cNvSpPr/>
            <p:nvPr/>
          </p:nvSpPr>
          <p:spPr>
            <a:xfrm>
              <a:off x="1623281" y="1685022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164" name="Graph element 657"/>
            <p:cNvSpPr/>
            <p:nvPr/>
          </p:nvSpPr>
          <p:spPr>
            <a:xfrm>
              <a:off x="1616849" y="1685022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165" name="Graph element 658"/>
            <p:cNvSpPr/>
            <p:nvPr/>
          </p:nvSpPr>
          <p:spPr>
            <a:xfrm>
              <a:off x="1610418" y="1685022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166" name="Graph element 659"/>
            <p:cNvSpPr/>
            <p:nvPr/>
          </p:nvSpPr>
          <p:spPr>
            <a:xfrm>
              <a:off x="1603987" y="1685022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167" name="Graph element 660"/>
            <p:cNvSpPr/>
            <p:nvPr/>
          </p:nvSpPr>
          <p:spPr>
            <a:xfrm>
              <a:off x="1595411" y="1685022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168" name="Graph element 661"/>
            <p:cNvSpPr/>
            <p:nvPr/>
          </p:nvSpPr>
          <p:spPr>
            <a:xfrm>
              <a:off x="1588980" y="1685022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169" name="Graph element 662"/>
            <p:cNvSpPr/>
            <p:nvPr/>
          </p:nvSpPr>
          <p:spPr>
            <a:xfrm>
              <a:off x="1582549" y="1685022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170" name="Graph element 663"/>
            <p:cNvSpPr/>
            <p:nvPr/>
          </p:nvSpPr>
          <p:spPr>
            <a:xfrm>
              <a:off x="1576117" y="1685022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171" name="Graph element 664"/>
            <p:cNvSpPr/>
            <p:nvPr/>
          </p:nvSpPr>
          <p:spPr>
            <a:xfrm>
              <a:off x="1567542" y="1685022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172" name="Graph element 665"/>
            <p:cNvSpPr/>
            <p:nvPr/>
          </p:nvSpPr>
          <p:spPr>
            <a:xfrm>
              <a:off x="1561111" y="1685022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173" name="Graph element 666"/>
            <p:cNvSpPr/>
            <p:nvPr/>
          </p:nvSpPr>
          <p:spPr>
            <a:xfrm>
              <a:off x="1554679" y="1685022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174" name="Graph element 667"/>
            <p:cNvSpPr/>
            <p:nvPr/>
          </p:nvSpPr>
          <p:spPr>
            <a:xfrm>
              <a:off x="1548248" y="1685022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175" name="Graph element 668"/>
            <p:cNvSpPr/>
            <p:nvPr/>
          </p:nvSpPr>
          <p:spPr>
            <a:xfrm>
              <a:off x="1539673" y="1685022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176" name="Graph element 669"/>
            <p:cNvSpPr/>
            <p:nvPr/>
          </p:nvSpPr>
          <p:spPr>
            <a:xfrm>
              <a:off x="1533241" y="1685022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177" name="Graph element 670"/>
            <p:cNvSpPr/>
            <p:nvPr/>
          </p:nvSpPr>
          <p:spPr>
            <a:xfrm>
              <a:off x="1526810" y="1685022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178" name="Graph element 671"/>
            <p:cNvSpPr/>
            <p:nvPr/>
          </p:nvSpPr>
          <p:spPr>
            <a:xfrm>
              <a:off x="1520379" y="1685022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179" name="Graph element 672"/>
            <p:cNvSpPr/>
            <p:nvPr/>
          </p:nvSpPr>
          <p:spPr>
            <a:xfrm>
              <a:off x="1511804" y="1685022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180" name="Graph element 673"/>
            <p:cNvSpPr/>
            <p:nvPr/>
          </p:nvSpPr>
          <p:spPr>
            <a:xfrm>
              <a:off x="1505372" y="1685022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181" name="Graph element 674"/>
            <p:cNvSpPr/>
            <p:nvPr/>
          </p:nvSpPr>
          <p:spPr>
            <a:xfrm>
              <a:off x="1158078" y="1680734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182" name="Graph element 675"/>
            <p:cNvSpPr/>
            <p:nvPr/>
          </p:nvSpPr>
          <p:spPr>
            <a:xfrm>
              <a:off x="1149502" y="1680734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183" name="Graph element 676"/>
            <p:cNvSpPr/>
            <p:nvPr/>
          </p:nvSpPr>
          <p:spPr>
            <a:xfrm>
              <a:off x="1143071" y="1680734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184" name="Graph element 677"/>
            <p:cNvSpPr/>
            <p:nvPr/>
          </p:nvSpPr>
          <p:spPr>
            <a:xfrm>
              <a:off x="1136640" y="1680734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185" name="Graph element 678"/>
            <p:cNvSpPr/>
            <p:nvPr/>
          </p:nvSpPr>
          <p:spPr>
            <a:xfrm>
              <a:off x="1130208" y="1680734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186" name="Graph element 679"/>
            <p:cNvSpPr/>
            <p:nvPr/>
          </p:nvSpPr>
          <p:spPr>
            <a:xfrm>
              <a:off x="1121633" y="1680734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187" name="Graph element 680"/>
            <p:cNvSpPr/>
            <p:nvPr/>
          </p:nvSpPr>
          <p:spPr>
            <a:xfrm>
              <a:off x="1115202" y="1680734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188" name="Graph element 681"/>
            <p:cNvSpPr/>
            <p:nvPr/>
          </p:nvSpPr>
          <p:spPr>
            <a:xfrm>
              <a:off x="1108770" y="1680734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189" name="Graph element 682"/>
            <p:cNvSpPr/>
            <p:nvPr/>
          </p:nvSpPr>
          <p:spPr>
            <a:xfrm>
              <a:off x="1102339" y="1680734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190" name="Graph element 683"/>
            <p:cNvSpPr/>
            <p:nvPr/>
          </p:nvSpPr>
          <p:spPr>
            <a:xfrm>
              <a:off x="1093764" y="1678591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191" name="Graph element 684"/>
            <p:cNvSpPr/>
            <p:nvPr/>
          </p:nvSpPr>
          <p:spPr>
            <a:xfrm>
              <a:off x="1087332" y="1678591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192" name="Graph element 685"/>
            <p:cNvSpPr/>
            <p:nvPr/>
          </p:nvSpPr>
          <p:spPr>
            <a:xfrm>
              <a:off x="1080901" y="1678591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193" name="Graph element 686"/>
            <p:cNvSpPr/>
            <p:nvPr/>
          </p:nvSpPr>
          <p:spPr>
            <a:xfrm>
              <a:off x="1074470" y="1678591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194" name="Graph element 687"/>
            <p:cNvSpPr/>
            <p:nvPr/>
          </p:nvSpPr>
          <p:spPr>
            <a:xfrm>
              <a:off x="1065894" y="1678591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195" name="Graph element 688"/>
            <p:cNvSpPr/>
            <p:nvPr/>
          </p:nvSpPr>
          <p:spPr>
            <a:xfrm>
              <a:off x="1059463" y="1678591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196" name="Graph element 689"/>
            <p:cNvSpPr/>
            <p:nvPr/>
          </p:nvSpPr>
          <p:spPr>
            <a:xfrm>
              <a:off x="1053032" y="1678591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197" name="Graph element 690"/>
            <p:cNvSpPr/>
            <p:nvPr/>
          </p:nvSpPr>
          <p:spPr>
            <a:xfrm>
              <a:off x="1046600" y="1678591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198" name="Graph element 691"/>
            <p:cNvSpPr/>
            <p:nvPr/>
          </p:nvSpPr>
          <p:spPr>
            <a:xfrm>
              <a:off x="1038025" y="1678591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199" name="Graph element 692"/>
            <p:cNvSpPr/>
            <p:nvPr/>
          </p:nvSpPr>
          <p:spPr>
            <a:xfrm>
              <a:off x="1031594" y="1678591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00" name="Graph element 693"/>
            <p:cNvSpPr/>
            <p:nvPr/>
          </p:nvSpPr>
          <p:spPr>
            <a:xfrm>
              <a:off x="1025162" y="1678591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01" name="Graph element 694"/>
            <p:cNvSpPr/>
            <p:nvPr/>
          </p:nvSpPr>
          <p:spPr>
            <a:xfrm>
              <a:off x="1018731" y="1678591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02" name="Graph element 695"/>
            <p:cNvSpPr/>
            <p:nvPr/>
          </p:nvSpPr>
          <p:spPr>
            <a:xfrm>
              <a:off x="1010156" y="1678591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03" name="Graph element 696"/>
            <p:cNvSpPr/>
            <p:nvPr/>
          </p:nvSpPr>
          <p:spPr>
            <a:xfrm>
              <a:off x="1003724" y="1678591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04" name="Graph element 697"/>
            <p:cNvSpPr/>
            <p:nvPr/>
          </p:nvSpPr>
          <p:spPr>
            <a:xfrm>
              <a:off x="997293" y="1678591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05" name="Graph element 698"/>
            <p:cNvSpPr/>
            <p:nvPr/>
          </p:nvSpPr>
          <p:spPr>
            <a:xfrm>
              <a:off x="990862" y="1678591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06" name="Graph element 699"/>
            <p:cNvSpPr/>
            <p:nvPr/>
          </p:nvSpPr>
          <p:spPr>
            <a:xfrm>
              <a:off x="982286" y="1678591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07" name="Graph element 700"/>
            <p:cNvSpPr/>
            <p:nvPr/>
          </p:nvSpPr>
          <p:spPr>
            <a:xfrm>
              <a:off x="975855" y="1678591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08" name="Graph element 701"/>
            <p:cNvSpPr/>
            <p:nvPr/>
          </p:nvSpPr>
          <p:spPr>
            <a:xfrm>
              <a:off x="969424" y="1678591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09" name="Graph element 702"/>
            <p:cNvSpPr/>
            <p:nvPr/>
          </p:nvSpPr>
          <p:spPr>
            <a:xfrm>
              <a:off x="962992" y="1678591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10" name="Graph element 703"/>
            <p:cNvSpPr/>
            <p:nvPr/>
          </p:nvSpPr>
          <p:spPr>
            <a:xfrm>
              <a:off x="954417" y="1678591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11" name="Graph element 704"/>
            <p:cNvSpPr/>
            <p:nvPr/>
          </p:nvSpPr>
          <p:spPr>
            <a:xfrm>
              <a:off x="947986" y="1676447"/>
              <a:ext cx="3430" cy="6431"/>
            </a:xfrm>
            <a:custGeom>
              <a:avLst/>
              <a:gdLst/>
              <a:ahLst/>
              <a:cxnLst/>
              <a:rect l="0" t="0" r="r" b="b"/>
              <a:pathLst>
                <a:path w="3430" h="6431" stroke="0" extrusionOk="0">
                  <a:moveTo>
                    <a:pt x="0" y="6431"/>
                  </a:moveTo>
                  <a:lnTo>
                    <a:pt x="3430" y="6431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6431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12" name="Graph element 705"/>
            <p:cNvSpPr/>
            <p:nvPr/>
          </p:nvSpPr>
          <p:spPr>
            <a:xfrm>
              <a:off x="941554" y="1676447"/>
              <a:ext cx="3430" cy="6431"/>
            </a:xfrm>
            <a:custGeom>
              <a:avLst/>
              <a:gdLst/>
              <a:ahLst/>
              <a:cxnLst/>
              <a:rect l="0" t="0" r="r" b="b"/>
              <a:pathLst>
                <a:path w="3430" h="6431" stroke="0" extrusionOk="0">
                  <a:moveTo>
                    <a:pt x="0" y="6431"/>
                  </a:moveTo>
                  <a:lnTo>
                    <a:pt x="3430" y="6431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6431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13" name="Graph element 706"/>
            <p:cNvSpPr/>
            <p:nvPr/>
          </p:nvSpPr>
          <p:spPr>
            <a:xfrm>
              <a:off x="935123" y="1676447"/>
              <a:ext cx="3430" cy="6431"/>
            </a:xfrm>
            <a:custGeom>
              <a:avLst/>
              <a:gdLst/>
              <a:ahLst/>
              <a:cxnLst/>
              <a:rect l="0" t="0" r="r" b="b"/>
              <a:pathLst>
                <a:path w="3430" h="6431" stroke="0" extrusionOk="0">
                  <a:moveTo>
                    <a:pt x="0" y="6431"/>
                  </a:moveTo>
                  <a:lnTo>
                    <a:pt x="3430" y="6431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6431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14" name="Graph element 707"/>
            <p:cNvSpPr/>
            <p:nvPr/>
          </p:nvSpPr>
          <p:spPr>
            <a:xfrm>
              <a:off x="926548" y="1676447"/>
              <a:ext cx="3430" cy="6431"/>
            </a:xfrm>
            <a:custGeom>
              <a:avLst/>
              <a:gdLst/>
              <a:ahLst/>
              <a:cxnLst/>
              <a:rect l="0" t="0" r="r" b="b"/>
              <a:pathLst>
                <a:path w="3430" h="6431" stroke="0" extrusionOk="0">
                  <a:moveTo>
                    <a:pt x="0" y="6431"/>
                  </a:moveTo>
                  <a:lnTo>
                    <a:pt x="3430" y="6431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6431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15" name="Graph element 708"/>
            <p:cNvSpPr/>
            <p:nvPr/>
          </p:nvSpPr>
          <p:spPr>
            <a:xfrm>
              <a:off x="920116" y="1676447"/>
              <a:ext cx="3430" cy="6431"/>
            </a:xfrm>
            <a:custGeom>
              <a:avLst/>
              <a:gdLst/>
              <a:ahLst/>
              <a:cxnLst/>
              <a:rect l="0" t="0" r="r" b="b"/>
              <a:pathLst>
                <a:path w="3430" h="6431" stroke="0" extrusionOk="0">
                  <a:moveTo>
                    <a:pt x="0" y="6431"/>
                  </a:moveTo>
                  <a:lnTo>
                    <a:pt x="3430" y="6431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6431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16" name="Graph element 709"/>
            <p:cNvSpPr/>
            <p:nvPr/>
          </p:nvSpPr>
          <p:spPr>
            <a:xfrm>
              <a:off x="913685" y="1676447"/>
              <a:ext cx="3430" cy="6431"/>
            </a:xfrm>
            <a:custGeom>
              <a:avLst/>
              <a:gdLst/>
              <a:ahLst/>
              <a:cxnLst/>
              <a:rect l="0" t="0" r="r" b="b"/>
              <a:pathLst>
                <a:path w="3430" h="6431" stroke="0" extrusionOk="0">
                  <a:moveTo>
                    <a:pt x="0" y="6431"/>
                  </a:moveTo>
                  <a:lnTo>
                    <a:pt x="3430" y="6431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6431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17" name="Graph element 710"/>
            <p:cNvSpPr/>
            <p:nvPr/>
          </p:nvSpPr>
          <p:spPr>
            <a:xfrm>
              <a:off x="907254" y="1676447"/>
              <a:ext cx="3430" cy="6431"/>
            </a:xfrm>
            <a:custGeom>
              <a:avLst/>
              <a:gdLst/>
              <a:ahLst/>
              <a:cxnLst/>
              <a:rect l="0" t="0" r="r" b="b"/>
              <a:pathLst>
                <a:path w="3430" h="6431" stroke="0" extrusionOk="0">
                  <a:moveTo>
                    <a:pt x="0" y="6431"/>
                  </a:moveTo>
                  <a:lnTo>
                    <a:pt x="3430" y="6431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6431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18" name="Graph element 711"/>
            <p:cNvSpPr/>
            <p:nvPr/>
          </p:nvSpPr>
          <p:spPr>
            <a:xfrm>
              <a:off x="898678" y="1676447"/>
              <a:ext cx="3430" cy="6431"/>
            </a:xfrm>
            <a:custGeom>
              <a:avLst/>
              <a:gdLst/>
              <a:ahLst/>
              <a:cxnLst/>
              <a:rect l="0" t="0" r="r" b="b"/>
              <a:pathLst>
                <a:path w="3430" h="6431" stroke="0" extrusionOk="0">
                  <a:moveTo>
                    <a:pt x="0" y="6431"/>
                  </a:moveTo>
                  <a:lnTo>
                    <a:pt x="3430" y="6431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6431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19" name="Graph element 712"/>
            <p:cNvSpPr/>
            <p:nvPr/>
          </p:nvSpPr>
          <p:spPr>
            <a:xfrm>
              <a:off x="892247" y="1676447"/>
              <a:ext cx="3430" cy="6431"/>
            </a:xfrm>
            <a:custGeom>
              <a:avLst/>
              <a:gdLst/>
              <a:ahLst/>
              <a:cxnLst/>
              <a:rect l="0" t="0" r="r" b="b"/>
              <a:pathLst>
                <a:path w="3430" h="6431" stroke="0" extrusionOk="0">
                  <a:moveTo>
                    <a:pt x="0" y="6431"/>
                  </a:moveTo>
                  <a:lnTo>
                    <a:pt x="3430" y="6431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6431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20" name="Graph element 713"/>
            <p:cNvSpPr/>
            <p:nvPr/>
          </p:nvSpPr>
          <p:spPr>
            <a:xfrm>
              <a:off x="885816" y="1676447"/>
              <a:ext cx="3430" cy="6431"/>
            </a:xfrm>
            <a:custGeom>
              <a:avLst/>
              <a:gdLst/>
              <a:ahLst/>
              <a:cxnLst/>
              <a:rect l="0" t="0" r="r" b="b"/>
              <a:pathLst>
                <a:path w="3430" h="6431" stroke="0" extrusionOk="0">
                  <a:moveTo>
                    <a:pt x="0" y="6431"/>
                  </a:moveTo>
                  <a:lnTo>
                    <a:pt x="3430" y="6431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6431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21" name="Graph element 714"/>
            <p:cNvSpPr/>
            <p:nvPr/>
          </p:nvSpPr>
          <p:spPr>
            <a:xfrm>
              <a:off x="879384" y="1676447"/>
              <a:ext cx="3430" cy="6431"/>
            </a:xfrm>
            <a:custGeom>
              <a:avLst/>
              <a:gdLst/>
              <a:ahLst/>
              <a:cxnLst/>
              <a:rect l="0" t="0" r="r" b="b"/>
              <a:pathLst>
                <a:path w="3430" h="6431" stroke="0" extrusionOk="0">
                  <a:moveTo>
                    <a:pt x="0" y="6431"/>
                  </a:moveTo>
                  <a:lnTo>
                    <a:pt x="3430" y="6431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6431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22" name="Graph element 715"/>
            <p:cNvSpPr/>
            <p:nvPr/>
          </p:nvSpPr>
          <p:spPr>
            <a:xfrm>
              <a:off x="870809" y="1676447"/>
              <a:ext cx="3430" cy="6431"/>
            </a:xfrm>
            <a:custGeom>
              <a:avLst/>
              <a:gdLst/>
              <a:ahLst/>
              <a:cxnLst/>
              <a:rect l="0" t="0" r="r" b="b"/>
              <a:pathLst>
                <a:path w="3430" h="6431" stroke="0" extrusionOk="0">
                  <a:moveTo>
                    <a:pt x="0" y="6431"/>
                  </a:moveTo>
                  <a:lnTo>
                    <a:pt x="3430" y="6431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6431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23" name="Graph element 716"/>
            <p:cNvSpPr/>
            <p:nvPr/>
          </p:nvSpPr>
          <p:spPr>
            <a:xfrm>
              <a:off x="864378" y="1676447"/>
              <a:ext cx="3430" cy="6431"/>
            </a:xfrm>
            <a:custGeom>
              <a:avLst/>
              <a:gdLst/>
              <a:ahLst/>
              <a:cxnLst/>
              <a:rect l="0" t="0" r="r" b="b"/>
              <a:pathLst>
                <a:path w="3430" h="6431" stroke="0" extrusionOk="0">
                  <a:moveTo>
                    <a:pt x="0" y="6431"/>
                  </a:moveTo>
                  <a:lnTo>
                    <a:pt x="3430" y="6431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6431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24" name="Graph element 717"/>
            <p:cNvSpPr/>
            <p:nvPr/>
          </p:nvSpPr>
          <p:spPr>
            <a:xfrm>
              <a:off x="857946" y="1676447"/>
              <a:ext cx="3430" cy="6431"/>
            </a:xfrm>
            <a:custGeom>
              <a:avLst/>
              <a:gdLst/>
              <a:ahLst/>
              <a:cxnLst/>
              <a:rect l="0" t="0" r="r" b="b"/>
              <a:pathLst>
                <a:path w="3430" h="6431" stroke="0" extrusionOk="0">
                  <a:moveTo>
                    <a:pt x="0" y="6431"/>
                  </a:moveTo>
                  <a:lnTo>
                    <a:pt x="3430" y="6431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6431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25" name="Graph element 718"/>
            <p:cNvSpPr/>
            <p:nvPr/>
          </p:nvSpPr>
          <p:spPr>
            <a:xfrm>
              <a:off x="851515" y="1676447"/>
              <a:ext cx="3430" cy="6431"/>
            </a:xfrm>
            <a:custGeom>
              <a:avLst/>
              <a:gdLst/>
              <a:ahLst/>
              <a:cxnLst/>
              <a:rect l="0" t="0" r="r" b="b"/>
              <a:pathLst>
                <a:path w="3430" h="6431" stroke="0" extrusionOk="0">
                  <a:moveTo>
                    <a:pt x="0" y="6431"/>
                  </a:moveTo>
                  <a:lnTo>
                    <a:pt x="3430" y="6431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6431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26" name="Graph element 719"/>
            <p:cNvSpPr/>
            <p:nvPr/>
          </p:nvSpPr>
          <p:spPr>
            <a:xfrm>
              <a:off x="842940" y="1676447"/>
              <a:ext cx="3430" cy="6431"/>
            </a:xfrm>
            <a:custGeom>
              <a:avLst/>
              <a:gdLst/>
              <a:ahLst/>
              <a:cxnLst/>
              <a:rect l="0" t="0" r="r" b="b"/>
              <a:pathLst>
                <a:path w="3430" h="6431" stroke="0" extrusionOk="0">
                  <a:moveTo>
                    <a:pt x="0" y="6431"/>
                  </a:moveTo>
                  <a:lnTo>
                    <a:pt x="3430" y="6431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6431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27" name="Graph element 720"/>
            <p:cNvSpPr/>
            <p:nvPr/>
          </p:nvSpPr>
          <p:spPr>
            <a:xfrm>
              <a:off x="836508" y="1674303"/>
              <a:ext cx="3430" cy="8575"/>
            </a:xfrm>
            <a:custGeom>
              <a:avLst/>
              <a:gdLst/>
              <a:ahLst/>
              <a:cxnLst/>
              <a:rect l="0" t="0" r="r" b="b"/>
              <a:pathLst>
                <a:path w="3430" h="8575" stroke="0" extrusionOk="0">
                  <a:moveTo>
                    <a:pt x="0" y="8575"/>
                  </a:moveTo>
                  <a:lnTo>
                    <a:pt x="3430" y="857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8575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28" name="Graph element 721"/>
            <p:cNvSpPr/>
            <p:nvPr/>
          </p:nvSpPr>
          <p:spPr>
            <a:xfrm>
              <a:off x="830077" y="1674303"/>
              <a:ext cx="3430" cy="8575"/>
            </a:xfrm>
            <a:custGeom>
              <a:avLst/>
              <a:gdLst/>
              <a:ahLst/>
              <a:cxnLst/>
              <a:rect l="0" t="0" r="r" b="b"/>
              <a:pathLst>
                <a:path w="3430" h="8575" stroke="0" extrusionOk="0">
                  <a:moveTo>
                    <a:pt x="0" y="8575"/>
                  </a:moveTo>
                  <a:lnTo>
                    <a:pt x="3430" y="857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8575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29" name="Graph element 722"/>
            <p:cNvSpPr/>
            <p:nvPr/>
          </p:nvSpPr>
          <p:spPr>
            <a:xfrm>
              <a:off x="823646" y="1674303"/>
              <a:ext cx="3430" cy="8575"/>
            </a:xfrm>
            <a:custGeom>
              <a:avLst/>
              <a:gdLst/>
              <a:ahLst/>
              <a:cxnLst/>
              <a:rect l="0" t="0" r="r" b="b"/>
              <a:pathLst>
                <a:path w="3430" h="8575" stroke="0" extrusionOk="0">
                  <a:moveTo>
                    <a:pt x="0" y="8575"/>
                  </a:moveTo>
                  <a:lnTo>
                    <a:pt x="3430" y="857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8575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30" name="Graph element 723"/>
            <p:cNvSpPr/>
            <p:nvPr/>
          </p:nvSpPr>
          <p:spPr>
            <a:xfrm>
              <a:off x="815070" y="1674303"/>
              <a:ext cx="3430" cy="8575"/>
            </a:xfrm>
            <a:custGeom>
              <a:avLst/>
              <a:gdLst/>
              <a:ahLst/>
              <a:cxnLst/>
              <a:rect l="0" t="0" r="r" b="b"/>
              <a:pathLst>
                <a:path w="3430" h="8575" stroke="0" extrusionOk="0">
                  <a:moveTo>
                    <a:pt x="0" y="8575"/>
                  </a:moveTo>
                  <a:lnTo>
                    <a:pt x="3430" y="857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8575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31" name="Graph element 724"/>
            <p:cNvSpPr/>
            <p:nvPr/>
          </p:nvSpPr>
          <p:spPr>
            <a:xfrm>
              <a:off x="808639" y="1674303"/>
              <a:ext cx="3430" cy="8575"/>
            </a:xfrm>
            <a:custGeom>
              <a:avLst/>
              <a:gdLst/>
              <a:ahLst/>
              <a:cxnLst/>
              <a:rect l="0" t="0" r="r" b="b"/>
              <a:pathLst>
                <a:path w="3430" h="8575" stroke="0" extrusionOk="0">
                  <a:moveTo>
                    <a:pt x="0" y="8575"/>
                  </a:moveTo>
                  <a:lnTo>
                    <a:pt x="3430" y="857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8575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32" name="Graph element 725"/>
            <p:cNvSpPr/>
            <p:nvPr/>
          </p:nvSpPr>
          <p:spPr>
            <a:xfrm>
              <a:off x="802208" y="1674303"/>
              <a:ext cx="3430" cy="8575"/>
            </a:xfrm>
            <a:custGeom>
              <a:avLst/>
              <a:gdLst/>
              <a:ahLst/>
              <a:cxnLst/>
              <a:rect l="0" t="0" r="r" b="b"/>
              <a:pathLst>
                <a:path w="3430" h="8575" stroke="0" extrusionOk="0">
                  <a:moveTo>
                    <a:pt x="0" y="8575"/>
                  </a:moveTo>
                  <a:lnTo>
                    <a:pt x="3430" y="857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8575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33" name="Graph element 726"/>
            <p:cNvSpPr/>
            <p:nvPr/>
          </p:nvSpPr>
          <p:spPr>
            <a:xfrm>
              <a:off x="795776" y="1674303"/>
              <a:ext cx="3430" cy="8575"/>
            </a:xfrm>
            <a:custGeom>
              <a:avLst/>
              <a:gdLst/>
              <a:ahLst/>
              <a:cxnLst/>
              <a:rect l="0" t="0" r="r" b="b"/>
              <a:pathLst>
                <a:path w="3430" h="8575" stroke="0" extrusionOk="0">
                  <a:moveTo>
                    <a:pt x="0" y="8575"/>
                  </a:moveTo>
                  <a:lnTo>
                    <a:pt x="3430" y="857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8575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34" name="Graph element 727"/>
            <p:cNvSpPr/>
            <p:nvPr/>
          </p:nvSpPr>
          <p:spPr>
            <a:xfrm>
              <a:off x="787201" y="1674303"/>
              <a:ext cx="3430" cy="8575"/>
            </a:xfrm>
            <a:custGeom>
              <a:avLst/>
              <a:gdLst/>
              <a:ahLst/>
              <a:cxnLst/>
              <a:rect l="0" t="0" r="r" b="b"/>
              <a:pathLst>
                <a:path w="3430" h="8575" stroke="0" extrusionOk="0">
                  <a:moveTo>
                    <a:pt x="0" y="8575"/>
                  </a:moveTo>
                  <a:lnTo>
                    <a:pt x="3430" y="857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8575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35" name="Graph element 728"/>
            <p:cNvSpPr/>
            <p:nvPr/>
          </p:nvSpPr>
          <p:spPr>
            <a:xfrm>
              <a:off x="780770" y="1674303"/>
              <a:ext cx="3430" cy="8575"/>
            </a:xfrm>
            <a:custGeom>
              <a:avLst/>
              <a:gdLst/>
              <a:ahLst/>
              <a:cxnLst/>
              <a:rect l="0" t="0" r="r" b="b"/>
              <a:pathLst>
                <a:path w="3430" h="8575" stroke="0" extrusionOk="0">
                  <a:moveTo>
                    <a:pt x="0" y="8575"/>
                  </a:moveTo>
                  <a:lnTo>
                    <a:pt x="3430" y="857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8575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36" name="Graph element 729"/>
            <p:cNvSpPr/>
            <p:nvPr/>
          </p:nvSpPr>
          <p:spPr>
            <a:xfrm>
              <a:off x="774338" y="1674303"/>
              <a:ext cx="3430" cy="8575"/>
            </a:xfrm>
            <a:custGeom>
              <a:avLst/>
              <a:gdLst/>
              <a:ahLst/>
              <a:cxnLst/>
              <a:rect l="0" t="0" r="r" b="b"/>
              <a:pathLst>
                <a:path w="3430" h="8575" stroke="0" extrusionOk="0">
                  <a:moveTo>
                    <a:pt x="0" y="8575"/>
                  </a:moveTo>
                  <a:lnTo>
                    <a:pt x="3430" y="857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8575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37" name="Graph element 730"/>
            <p:cNvSpPr/>
            <p:nvPr/>
          </p:nvSpPr>
          <p:spPr>
            <a:xfrm>
              <a:off x="767907" y="1674303"/>
              <a:ext cx="3430" cy="8575"/>
            </a:xfrm>
            <a:custGeom>
              <a:avLst/>
              <a:gdLst/>
              <a:ahLst/>
              <a:cxnLst/>
              <a:rect l="0" t="0" r="r" b="b"/>
              <a:pathLst>
                <a:path w="3430" h="8575" stroke="0" extrusionOk="0">
                  <a:moveTo>
                    <a:pt x="0" y="8575"/>
                  </a:moveTo>
                  <a:lnTo>
                    <a:pt x="3430" y="857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8575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38" name="Graph element 731"/>
            <p:cNvSpPr/>
            <p:nvPr/>
          </p:nvSpPr>
          <p:spPr>
            <a:xfrm>
              <a:off x="759332" y="1674303"/>
              <a:ext cx="3430" cy="8575"/>
            </a:xfrm>
            <a:custGeom>
              <a:avLst/>
              <a:gdLst/>
              <a:ahLst/>
              <a:cxnLst/>
              <a:rect l="0" t="0" r="r" b="b"/>
              <a:pathLst>
                <a:path w="3430" h="8575" stroke="0" extrusionOk="0">
                  <a:moveTo>
                    <a:pt x="0" y="8575"/>
                  </a:moveTo>
                  <a:lnTo>
                    <a:pt x="3430" y="857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8575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39" name="Graph element 732"/>
            <p:cNvSpPr/>
            <p:nvPr/>
          </p:nvSpPr>
          <p:spPr>
            <a:xfrm>
              <a:off x="752900" y="1674303"/>
              <a:ext cx="3430" cy="8575"/>
            </a:xfrm>
            <a:custGeom>
              <a:avLst/>
              <a:gdLst/>
              <a:ahLst/>
              <a:cxnLst/>
              <a:rect l="0" t="0" r="r" b="b"/>
              <a:pathLst>
                <a:path w="3430" h="8575" stroke="0" extrusionOk="0">
                  <a:moveTo>
                    <a:pt x="0" y="8575"/>
                  </a:moveTo>
                  <a:lnTo>
                    <a:pt x="3430" y="857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8575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40" name="Graph element 733"/>
            <p:cNvSpPr/>
            <p:nvPr/>
          </p:nvSpPr>
          <p:spPr>
            <a:xfrm>
              <a:off x="746469" y="1672159"/>
              <a:ext cx="3430" cy="10719"/>
            </a:xfrm>
            <a:custGeom>
              <a:avLst/>
              <a:gdLst/>
              <a:ahLst/>
              <a:cxnLst/>
              <a:rect l="0" t="0" r="r" b="b"/>
              <a:pathLst>
                <a:path w="3430" h="10719" stroke="0" extrusionOk="0">
                  <a:moveTo>
                    <a:pt x="0" y="10719"/>
                  </a:moveTo>
                  <a:lnTo>
                    <a:pt x="3430" y="10719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0719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41" name="Graph element 734"/>
            <p:cNvSpPr/>
            <p:nvPr/>
          </p:nvSpPr>
          <p:spPr>
            <a:xfrm>
              <a:off x="740038" y="1672159"/>
              <a:ext cx="3430" cy="10719"/>
            </a:xfrm>
            <a:custGeom>
              <a:avLst/>
              <a:gdLst/>
              <a:ahLst/>
              <a:cxnLst/>
              <a:rect l="0" t="0" r="r" b="b"/>
              <a:pathLst>
                <a:path w="3430" h="10719" stroke="0" extrusionOk="0">
                  <a:moveTo>
                    <a:pt x="0" y="10719"/>
                  </a:moveTo>
                  <a:lnTo>
                    <a:pt x="3430" y="10719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0719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42" name="Graph element 735"/>
            <p:cNvSpPr/>
            <p:nvPr/>
          </p:nvSpPr>
          <p:spPr>
            <a:xfrm>
              <a:off x="731463" y="1672159"/>
              <a:ext cx="3430" cy="10719"/>
            </a:xfrm>
            <a:custGeom>
              <a:avLst/>
              <a:gdLst/>
              <a:ahLst/>
              <a:cxnLst/>
              <a:rect l="0" t="0" r="r" b="b"/>
              <a:pathLst>
                <a:path w="3430" h="10719" stroke="0" extrusionOk="0">
                  <a:moveTo>
                    <a:pt x="0" y="10719"/>
                  </a:moveTo>
                  <a:lnTo>
                    <a:pt x="3430" y="10719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0719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43" name="Graph element 736"/>
            <p:cNvSpPr/>
            <p:nvPr/>
          </p:nvSpPr>
          <p:spPr>
            <a:xfrm>
              <a:off x="725031" y="1672159"/>
              <a:ext cx="3430" cy="10719"/>
            </a:xfrm>
            <a:custGeom>
              <a:avLst/>
              <a:gdLst/>
              <a:ahLst/>
              <a:cxnLst/>
              <a:rect l="0" t="0" r="r" b="b"/>
              <a:pathLst>
                <a:path w="3430" h="10719" stroke="0" extrusionOk="0">
                  <a:moveTo>
                    <a:pt x="0" y="10719"/>
                  </a:moveTo>
                  <a:lnTo>
                    <a:pt x="3430" y="10719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0719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44" name="Graph element 737"/>
            <p:cNvSpPr/>
            <p:nvPr/>
          </p:nvSpPr>
          <p:spPr>
            <a:xfrm>
              <a:off x="718600" y="1672159"/>
              <a:ext cx="3430" cy="10719"/>
            </a:xfrm>
            <a:custGeom>
              <a:avLst/>
              <a:gdLst/>
              <a:ahLst/>
              <a:cxnLst/>
              <a:rect l="0" t="0" r="r" b="b"/>
              <a:pathLst>
                <a:path w="3430" h="10719" stroke="0" extrusionOk="0">
                  <a:moveTo>
                    <a:pt x="0" y="10719"/>
                  </a:moveTo>
                  <a:lnTo>
                    <a:pt x="3430" y="10719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0719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45" name="Graph element 738"/>
            <p:cNvSpPr/>
            <p:nvPr/>
          </p:nvSpPr>
          <p:spPr>
            <a:xfrm>
              <a:off x="712168" y="1672159"/>
              <a:ext cx="3430" cy="10719"/>
            </a:xfrm>
            <a:custGeom>
              <a:avLst/>
              <a:gdLst/>
              <a:ahLst/>
              <a:cxnLst/>
              <a:rect l="0" t="0" r="r" b="b"/>
              <a:pathLst>
                <a:path w="3430" h="10719" stroke="0" extrusionOk="0">
                  <a:moveTo>
                    <a:pt x="0" y="10719"/>
                  </a:moveTo>
                  <a:lnTo>
                    <a:pt x="3430" y="10719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0719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46" name="Graph element 739"/>
            <p:cNvSpPr/>
            <p:nvPr/>
          </p:nvSpPr>
          <p:spPr>
            <a:xfrm>
              <a:off x="703593" y="1672159"/>
              <a:ext cx="3430" cy="10719"/>
            </a:xfrm>
            <a:custGeom>
              <a:avLst/>
              <a:gdLst/>
              <a:ahLst/>
              <a:cxnLst/>
              <a:rect l="0" t="0" r="r" b="b"/>
              <a:pathLst>
                <a:path w="3430" h="10719" stroke="0" extrusionOk="0">
                  <a:moveTo>
                    <a:pt x="0" y="10719"/>
                  </a:moveTo>
                  <a:lnTo>
                    <a:pt x="3430" y="10719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0719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47" name="Graph element 740"/>
            <p:cNvSpPr/>
            <p:nvPr/>
          </p:nvSpPr>
          <p:spPr>
            <a:xfrm>
              <a:off x="697162" y="1672159"/>
              <a:ext cx="3430" cy="10719"/>
            </a:xfrm>
            <a:custGeom>
              <a:avLst/>
              <a:gdLst/>
              <a:ahLst/>
              <a:cxnLst/>
              <a:rect l="0" t="0" r="r" b="b"/>
              <a:pathLst>
                <a:path w="3430" h="10719" stroke="0" extrusionOk="0">
                  <a:moveTo>
                    <a:pt x="0" y="10719"/>
                  </a:moveTo>
                  <a:lnTo>
                    <a:pt x="3430" y="10719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0719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48" name="Graph element 741"/>
            <p:cNvSpPr/>
            <p:nvPr/>
          </p:nvSpPr>
          <p:spPr>
            <a:xfrm>
              <a:off x="690730" y="1672159"/>
              <a:ext cx="3430" cy="10719"/>
            </a:xfrm>
            <a:custGeom>
              <a:avLst/>
              <a:gdLst/>
              <a:ahLst/>
              <a:cxnLst/>
              <a:rect l="0" t="0" r="r" b="b"/>
              <a:pathLst>
                <a:path w="3430" h="10719" stroke="0" extrusionOk="0">
                  <a:moveTo>
                    <a:pt x="0" y="10719"/>
                  </a:moveTo>
                  <a:lnTo>
                    <a:pt x="3430" y="10719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0719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49" name="Graph element 742"/>
            <p:cNvSpPr/>
            <p:nvPr/>
          </p:nvSpPr>
          <p:spPr>
            <a:xfrm>
              <a:off x="684299" y="1672159"/>
              <a:ext cx="3430" cy="10719"/>
            </a:xfrm>
            <a:custGeom>
              <a:avLst/>
              <a:gdLst/>
              <a:ahLst/>
              <a:cxnLst/>
              <a:rect l="0" t="0" r="r" b="b"/>
              <a:pathLst>
                <a:path w="3430" h="10719" stroke="0" extrusionOk="0">
                  <a:moveTo>
                    <a:pt x="0" y="10719"/>
                  </a:moveTo>
                  <a:lnTo>
                    <a:pt x="3430" y="10719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0719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50" name="Graph element 743"/>
            <p:cNvSpPr/>
            <p:nvPr/>
          </p:nvSpPr>
          <p:spPr>
            <a:xfrm>
              <a:off x="669292" y="1672159"/>
              <a:ext cx="3430" cy="10719"/>
            </a:xfrm>
            <a:custGeom>
              <a:avLst/>
              <a:gdLst/>
              <a:ahLst/>
              <a:cxnLst/>
              <a:rect l="0" t="0" r="r" b="b"/>
              <a:pathLst>
                <a:path w="3430" h="10719" stroke="0" extrusionOk="0">
                  <a:moveTo>
                    <a:pt x="0" y="10719"/>
                  </a:moveTo>
                  <a:lnTo>
                    <a:pt x="3430" y="10719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0719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51" name="Graph element 744"/>
            <p:cNvSpPr/>
            <p:nvPr/>
          </p:nvSpPr>
          <p:spPr>
            <a:xfrm>
              <a:off x="662861" y="1672159"/>
              <a:ext cx="3430" cy="10719"/>
            </a:xfrm>
            <a:custGeom>
              <a:avLst/>
              <a:gdLst/>
              <a:ahLst/>
              <a:cxnLst/>
              <a:rect l="0" t="0" r="r" b="b"/>
              <a:pathLst>
                <a:path w="3430" h="10719" stroke="0" extrusionOk="0">
                  <a:moveTo>
                    <a:pt x="0" y="10719"/>
                  </a:moveTo>
                  <a:lnTo>
                    <a:pt x="3430" y="10719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0719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52" name="Graph element 745"/>
            <p:cNvSpPr/>
            <p:nvPr/>
          </p:nvSpPr>
          <p:spPr>
            <a:xfrm>
              <a:off x="656430" y="1672159"/>
              <a:ext cx="3430" cy="10719"/>
            </a:xfrm>
            <a:custGeom>
              <a:avLst/>
              <a:gdLst/>
              <a:ahLst/>
              <a:cxnLst/>
              <a:rect l="0" t="0" r="r" b="b"/>
              <a:pathLst>
                <a:path w="3430" h="10719" stroke="0" extrusionOk="0">
                  <a:moveTo>
                    <a:pt x="0" y="10719"/>
                  </a:moveTo>
                  <a:lnTo>
                    <a:pt x="3430" y="10719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0719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53" name="Graph element 746"/>
            <p:cNvSpPr/>
            <p:nvPr/>
          </p:nvSpPr>
          <p:spPr>
            <a:xfrm>
              <a:off x="647855" y="1672159"/>
              <a:ext cx="3430" cy="10719"/>
            </a:xfrm>
            <a:custGeom>
              <a:avLst/>
              <a:gdLst/>
              <a:ahLst/>
              <a:cxnLst/>
              <a:rect l="0" t="0" r="r" b="b"/>
              <a:pathLst>
                <a:path w="3430" h="10719" stroke="0" extrusionOk="0">
                  <a:moveTo>
                    <a:pt x="0" y="10719"/>
                  </a:moveTo>
                  <a:lnTo>
                    <a:pt x="3430" y="10719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0719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54" name="Graph element 747"/>
            <p:cNvSpPr/>
            <p:nvPr/>
          </p:nvSpPr>
          <p:spPr>
            <a:xfrm>
              <a:off x="641423" y="1672159"/>
              <a:ext cx="3430" cy="10719"/>
            </a:xfrm>
            <a:custGeom>
              <a:avLst/>
              <a:gdLst/>
              <a:ahLst/>
              <a:cxnLst/>
              <a:rect l="0" t="0" r="r" b="b"/>
              <a:pathLst>
                <a:path w="3430" h="10719" stroke="0" extrusionOk="0">
                  <a:moveTo>
                    <a:pt x="0" y="10719"/>
                  </a:moveTo>
                  <a:lnTo>
                    <a:pt x="3430" y="10719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0719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55" name="Graph element 748"/>
            <p:cNvSpPr/>
            <p:nvPr/>
          </p:nvSpPr>
          <p:spPr>
            <a:xfrm>
              <a:off x="634992" y="1670016"/>
              <a:ext cx="3430" cy="12863"/>
            </a:xfrm>
            <a:custGeom>
              <a:avLst/>
              <a:gdLst/>
              <a:ahLst/>
              <a:cxnLst/>
              <a:rect l="0" t="0" r="r" b="b"/>
              <a:pathLst>
                <a:path w="3430" h="12863" stroke="0" extrusionOk="0">
                  <a:moveTo>
                    <a:pt x="0" y="12863"/>
                  </a:moveTo>
                  <a:lnTo>
                    <a:pt x="3430" y="12863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2863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56" name="Graph element 749"/>
            <p:cNvSpPr/>
            <p:nvPr/>
          </p:nvSpPr>
          <p:spPr>
            <a:xfrm>
              <a:off x="628560" y="1670016"/>
              <a:ext cx="3430" cy="12863"/>
            </a:xfrm>
            <a:custGeom>
              <a:avLst/>
              <a:gdLst/>
              <a:ahLst/>
              <a:cxnLst/>
              <a:rect l="0" t="0" r="r" b="b"/>
              <a:pathLst>
                <a:path w="3430" h="12863" stroke="0" extrusionOk="0">
                  <a:moveTo>
                    <a:pt x="0" y="12863"/>
                  </a:moveTo>
                  <a:lnTo>
                    <a:pt x="3430" y="12863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2863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57" name="Graph element 750"/>
            <p:cNvSpPr/>
            <p:nvPr/>
          </p:nvSpPr>
          <p:spPr>
            <a:xfrm>
              <a:off x="619985" y="1670016"/>
              <a:ext cx="3430" cy="12863"/>
            </a:xfrm>
            <a:custGeom>
              <a:avLst/>
              <a:gdLst/>
              <a:ahLst/>
              <a:cxnLst/>
              <a:rect l="0" t="0" r="r" b="b"/>
              <a:pathLst>
                <a:path w="3430" h="12863" stroke="0" extrusionOk="0">
                  <a:moveTo>
                    <a:pt x="0" y="12863"/>
                  </a:moveTo>
                  <a:lnTo>
                    <a:pt x="3430" y="12863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2863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58" name="Graph element 751"/>
            <p:cNvSpPr/>
            <p:nvPr/>
          </p:nvSpPr>
          <p:spPr>
            <a:xfrm>
              <a:off x="613554" y="1670016"/>
              <a:ext cx="3430" cy="12863"/>
            </a:xfrm>
            <a:custGeom>
              <a:avLst/>
              <a:gdLst/>
              <a:ahLst/>
              <a:cxnLst/>
              <a:rect l="0" t="0" r="r" b="b"/>
              <a:pathLst>
                <a:path w="3430" h="12863" stroke="0" extrusionOk="0">
                  <a:moveTo>
                    <a:pt x="0" y="12863"/>
                  </a:moveTo>
                  <a:lnTo>
                    <a:pt x="3430" y="12863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2863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59" name="Graph element 752"/>
            <p:cNvSpPr/>
            <p:nvPr/>
          </p:nvSpPr>
          <p:spPr>
            <a:xfrm>
              <a:off x="607122" y="1670016"/>
              <a:ext cx="3430" cy="12863"/>
            </a:xfrm>
            <a:custGeom>
              <a:avLst/>
              <a:gdLst/>
              <a:ahLst/>
              <a:cxnLst/>
              <a:rect l="0" t="0" r="r" b="b"/>
              <a:pathLst>
                <a:path w="3430" h="12863" stroke="0" extrusionOk="0">
                  <a:moveTo>
                    <a:pt x="0" y="12863"/>
                  </a:moveTo>
                  <a:lnTo>
                    <a:pt x="3430" y="12863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2863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60" name="Graph element 753"/>
            <p:cNvSpPr/>
            <p:nvPr/>
          </p:nvSpPr>
          <p:spPr>
            <a:xfrm>
              <a:off x="600691" y="1670016"/>
              <a:ext cx="3430" cy="12863"/>
            </a:xfrm>
            <a:custGeom>
              <a:avLst/>
              <a:gdLst/>
              <a:ahLst/>
              <a:cxnLst/>
              <a:rect l="0" t="0" r="r" b="b"/>
              <a:pathLst>
                <a:path w="3430" h="12863" stroke="0" extrusionOk="0">
                  <a:moveTo>
                    <a:pt x="0" y="12863"/>
                  </a:moveTo>
                  <a:lnTo>
                    <a:pt x="3430" y="12863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2863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61" name="Graph element 754"/>
            <p:cNvSpPr/>
            <p:nvPr/>
          </p:nvSpPr>
          <p:spPr>
            <a:xfrm>
              <a:off x="592116" y="1670016"/>
              <a:ext cx="3430" cy="12863"/>
            </a:xfrm>
            <a:custGeom>
              <a:avLst/>
              <a:gdLst/>
              <a:ahLst/>
              <a:cxnLst/>
              <a:rect l="0" t="0" r="r" b="b"/>
              <a:pathLst>
                <a:path w="3430" h="12863" stroke="0" extrusionOk="0">
                  <a:moveTo>
                    <a:pt x="0" y="12863"/>
                  </a:moveTo>
                  <a:lnTo>
                    <a:pt x="3430" y="12863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2863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62" name="Graph element 755"/>
            <p:cNvSpPr/>
            <p:nvPr/>
          </p:nvSpPr>
          <p:spPr>
            <a:xfrm>
              <a:off x="585685" y="1670016"/>
              <a:ext cx="3430" cy="12863"/>
            </a:xfrm>
            <a:custGeom>
              <a:avLst/>
              <a:gdLst/>
              <a:ahLst/>
              <a:cxnLst/>
              <a:rect l="0" t="0" r="r" b="b"/>
              <a:pathLst>
                <a:path w="3430" h="12863" stroke="0" extrusionOk="0">
                  <a:moveTo>
                    <a:pt x="0" y="12863"/>
                  </a:moveTo>
                  <a:lnTo>
                    <a:pt x="3430" y="12863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2863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63" name="Graph element 756"/>
            <p:cNvSpPr/>
            <p:nvPr/>
          </p:nvSpPr>
          <p:spPr>
            <a:xfrm>
              <a:off x="579253" y="1670016"/>
              <a:ext cx="3430" cy="12863"/>
            </a:xfrm>
            <a:custGeom>
              <a:avLst/>
              <a:gdLst/>
              <a:ahLst/>
              <a:cxnLst/>
              <a:rect l="0" t="0" r="r" b="b"/>
              <a:pathLst>
                <a:path w="3430" h="12863" stroke="0" extrusionOk="0">
                  <a:moveTo>
                    <a:pt x="0" y="12863"/>
                  </a:moveTo>
                  <a:lnTo>
                    <a:pt x="3430" y="12863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2863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64" name="Graph element 757"/>
            <p:cNvSpPr/>
            <p:nvPr/>
          </p:nvSpPr>
          <p:spPr>
            <a:xfrm>
              <a:off x="572822" y="1670016"/>
              <a:ext cx="3430" cy="12863"/>
            </a:xfrm>
            <a:custGeom>
              <a:avLst/>
              <a:gdLst/>
              <a:ahLst/>
              <a:cxnLst/>
              <a:rect l="0" t="0" r="r" b="b"/>
              <a:pathLst>
                <a:path w="3430" h="12863" stroke="0" extrusionOk="0">
                  <a:moveTo>
                    <a:pt x="0" y="12863"/>
                  </a:moveTo>
                  <a:lnTo>
                    <a:pt x="3430" y="12863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2863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65" name="Graph element 758"/>
            <p:cNvSpPr/>
            <p:nvPr/>
          </p:nvSpPr>
          <p:spPr>
            <a:xfrm>
              <a:off x="557815" y="1670016"/>
              <a:ext cx="3430" cy="12863"/>
            </a:xfrm>
            <a:custGeom>
              <a:avLst/>
              <a:gdLst/>
              <a:ahLst/>
              <a:cxnLst/>
              <a:rect l="0" t="0" r="r" b="b"/>
              <a:pathLst>
                <a:path w="3430" h="12863" stroke="0" extrusionOk="0">
                  <a:moveTo>
                    <a:pt x="0" y="12863"/>
                  </a:moveTo>
                  <a:lnTo>
                    <a:pt x="3430" y="12863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2863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66" name="Graph element 759"/>
            <p:cNvSpPr/>
            <p:nvPr/>
          </p:nvSpPr>
          <p:spPr>
            <a:xfrm>
              <a:off x="551384" y="1670016"/>
              <a:ext cx="3430" cy="12863"/>
            </a:xfrm>
            <a:custGeom>
              <a:avLst/>
              <a:gdLst/>
              <a:ahLst/>
              <a:cxnLst/>
              <a:rect l="0" t="0" r="r" b="b"/>
              <a:pathLst>
                <a:path w="3430" h="12863" stroke="0" extrusionOk="0">
                  <a:moveTo>
                    <a:pt x="0" y="12863"/>
                  </a:moveTo>
                  <a:lnTo>
                    <a:pt x="3430" y="12863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2863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67" name="Graph element 760"/>
            <p:cNvSpPr/>
            <p:nvPr/>
          </p:nvSpPr>
          <p:spPr>
            <a:xfrm>
              <a:off x="544952" y="1667872"/>
              <a:ext cx="3430" cy="15007"/>
            </a:xfrm>
            <a:custGeom>
              <a:avLst/>
              <a:gdLst/>
              <a:ahLst/>
              <a:cxnLst/>
              <a:rect l="0" t="0" r="r" b="b"/>
              <a:pathLst>
                <a:path w="3430" h="15007" stroke="0" extrusionOk="0">
                  <a:moveTo>
                    <a:pt x="0" y="15007"/>
                  </a:moveTo>
                  <a:lnTo>
                    <a:pt x="3430" y="15007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5007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68" name="Graph element 761"/>
            <p:cNvSpPr/>
            <p:nvPr/>
          </p:nvSpPr>
          <p:spPr>
            <a:xfrm>
              <a:off x="538521" y="1667872"/>
              <a:ext cx="3430" cy="15007"/>
            </a:xfrm>
            <a:custGeom>
              <a:avLst/>
              <a:gdLst/>
              <a:ahLst/>
              <a:cxnLst/>
              <a:rect l="0" t="0" r="r" b="b"/>
              <a:pathLst>
                <a:path w="3430" h="15007" stroke="0" extrusionOk="0">
                  <a:moveTo>
                    <a:pt x="0" y="15007"/>
                  </a:moveTo>
                  <a:lnTo>
                    <a:pt x="3430" y="15007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5007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69" name="Graph element 762"/>
            <p:cNvSpPr/>
            <p:nvPr/>
          </p:nvSpPr>
          <p:spPr>
            <a:xfrm>
              <a:off x="529946" y="1667872"/>
              <a:ext cx="3430" cy="15007"/>
            </a:xfrm>
            <a:custGeom>
              <a:avLst/>
              <a:gdLst/>
              <a:ahLst/>
              <a:cxnLst/>
              <a:rect l="0" t="0" r="r" b="b"/>
              <a:pathLst>
                <a:path w="3430" h="15007" stroke="0" extrusionOk="0">
                  <a:moveTo>
                    <a:pt x="0" y="15007"/>
                  </a:moveTo>
                  <a:lnTo>
                    <a:pt x="3430" y="15007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5007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70" name="Graph element 763"/>
            <p:cNvSpPr/>
            <p:nvPr/>
          </p:nvSpPr>
          <p:spPr>
            <a:xfrm>
              <a:off x="523514" y="1667872"/>
              <a:ext cx="3430" cy="15007"/>
            </a:xfrm>
            <a:custGeom>
              <a:avLst/>
              <a:gdLst/>
              <a:ahLst/>
              <a:cxnLst/>
              <a:rect l="0" t="0" r="r" b="b"/>
              <a:pathLst>
                <a:path w="3430" h="15007" stroke="0" extrusionOk="0">
                  <a:moveTo>
                    <a:pt x="0" y="15007"/>
                  </a:moveTo>
                  <a:lnTo>
                    <a:pt x="3430" y="15007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5007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71" name="Graph element 764"/>
            <p:cNvSpPr/>
            <p:nvPr/>
          </p:nvSpPr>
          <p:spPr>
            <a:xfrm>
              <a:off x="517083" y="1667872"/>
              <a:ext cx="3430" cy="15007"/>
            </a:xfrm>
            <a:custGeom>
              <a:avLst/>
              <a:gdLst/>
              <a:ahLst/>
              <a:cxnLst/>
              <a:rect l="0" t="0" r="r" b="b"/>
              <a:pathLst>
                <a:path w="3430" h="15007" stroke="0" extrusionOk="0">
                  <a:moveTo>
                    <a:pt x="0" y="15007"/>
                  </a:moveTo>
                  <a:lnTo>
                    <a:pt x="3430" y="15007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5007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72" name="Graph element 765"/>
            <p:cNvSpPr/>
            <p:nvPr/>
          </p:nvSpPr>
          <p:spPr>
            <a:xfrm>
              <a:off x="510652" y="1667872"/>
              <a:ext cx="3430" cy="15007"/>
            </a:xfrm>
            <a:custGeom>
              <a:avLst/>
              <a:gdLst/>
              <a:ahLst/>
              <a:cxnLst/>
              <a:rect l="0" t="0" r="r" b="b"/>
              <a:pathLst>
                <a:path w="3430" h="15007" stroke="0" extrusionOk="0">
                  <a:moveTo>
                    <a:pt x="0" y="15007"/>
                  </a:moveTo>
                  <a:lnTo>
                    <a:pt x="3430" y="15007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5007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73" name="Graph element 766"/>
            <p:cNvSpPr/>
            <p:nvPr/>
          </p:nvSpPr>
          <p:spPr>
            <a:xfrm>
              <a:off x="502077" y="1667872"/>
              <a:ext cx="3430" cy="15007"/>
            </a:xfrm>
            <a:custGeom>
              <a:avLst/>
              <a:gdLst/>
              <a:ahLst/>
              <a:cxnLst/>
              <a:rect l="0" t="0" r="r" b="b"/>
              <a:pathLst>
                <a:path w="3430" h="15007" stroke="0" extrusionOk="0">
                  <a:moveTo>
                    <a:pt x="0" y="15007"/>
                  </a:moveTo>
                  <a:lnTo>
                    <a:pt x="3430" y="15007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5007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74" name="Graph element 767"/>
            <p:cNvSpPr/>
            <p:nvPr/>
          </p:nvSpPr>
          <p:spPr>
            <a:xfrm>
              <a:off x="495645" y="1665728"/>
              <a:ext cx="3430" cy="17150"/>
            </a:xfrm>
            <a:custGeom>
              <a:avLst/>
              <a:gdLst/>
              <a:ahLst/>
              <a:cxnLst/>
              <a:rect l="0" t="0" r="r" b="b"/>
              <a:pathLst>
                <a:path w="3430" h="17150" stroke="0" extrusionOk="0">
                  <a:moveTo>
                    <a:pt x="0" y="17150"/>
                  </a:moveTo>
                  <a:lnTo>
                    <a:pt x="3430" y="17150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7150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75" name="Graph element 768"/>
            <p:cNvSpPr/>
            <p:nvPr/>
          </p:nvSpPr>
          <p:spPr>
            <a:xfrm>
              <a:off x="489214" y="1665728"/>
              <a:ext cx="3430" cy="17150"/>
            </a:xfrm>
            <a:custGeom>
              <a:avLst/>
              <a:gdLst/>
              <a:ahLst/>
              <a:cxnLst/>
              <a:rect l="0" t="0" r="r" b="b"/>
              <a:pathLst>
                <a:path w="3430" h="17150" stroke="0" extrusionOk="0">
                  <a:moveTo>
                    <a:pt x="0" y="17150"/>
                  </a:moveTo>
                  <a:lnTo>
                    <a:pt x="3430" y="17150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7150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76" name="Graph element 769"/>
            <p:cNvSpPr/>
            <p:nvPr/>
          </p:nvSpPr>
          <p:spPr>
            <a:xfrm>
              <a:off x="482782" y="1665728"/>
              <a:ext cx="3430" cy="17150"/>
            </a:xfrm>
            <a:custGeom>
              <a:avLst/>
              <a:gdLst/>
              <a:ahLst/>
              <a:cxnLst/>
              <a:rect l="0" t="0" r="r" b="b"/>
              <a:pathLst>
                <a:path w="3430" h="17150" stroke="0" extrusionOk="0">
                  <a:moveTo>
                    <a:pt x="0" y="17150"/>
                  </a:moveTo>
                  <a:lnTo>
                    <a:pt x="3430" y="17150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7150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77" name="Graph element 770"/>
            <p:cNvSpPr/>
            <p:nvPr/>
          </p:nvSpPr>
          <p:spPr>
            <a:xfrm>
              <a:off x="474207" y="1665728"/>
              <a:ext cx="3430" cy="17150"/>
            </a:xfrm>
            <a:custGeom>
              <a:avLst/>
              <a:gdLst/>
              <a:ahLst/>
              <a:cxnLst/>
              <a:rect l="0" t="0" r="r" b="b"/>
              <a:pathLst>
                <a:path w="3430" h="17150" stroke="0" extrusionOk="0">
                  <a:moveTo>
                    <a:pt x="0" y="17150"/>
                  </a:moveTo>
                  <a:lnTo>
                    <a:pt x="3430" y="17150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7150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78" name="Graph element 771"/>
            <p:cNvSpPr/>
            <p:nvPr/>
          </p:nvSpPr>
          <p:spPr>
            <a:xfrm>
              <a:off x="467776" y="1663584"/>
              <a:ext cx="3430" cy="19294"/>
            </a:xfrm>
            <a:custGeom>
              <a:avLst/>
              <a:gdLst/>
              <a:ahLst/>
              <a:cxnLst/>
              <a:rect l="0" t="0" r="r" b="b"/>
              <a:pathLst>
                <a:path w="3430" h="19294" stroke="0" extrusionOk="0">
                  <a:moveTo>
                    <a:pt x="0" y="19294"/>
                  </a:moveTo>
                  <a:lnTo>
                    <a:pt x="3430" y="1929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9294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79" name="Graph element 772"/>
            <p:cNvSpPr/>
            <p:nvPr/>
          </p:nvSpPr>
          <p:spPr>
            <a:xfrm>
              <a:off x="461344" y="1663584"/>
              <a:ext cx="3430" cy="19294"/>
            </a:xfrm>
            <a:custGeom>
              <a:avLst/>
              <a:gdLst/>
              <a:ahLst/>
              <a:cxnLst/>
              <a:rect l="0" t="0" r="r" b="b"/>
              <a:pathLst>
                <a:path w="3430" h="19294" stroke="0" extrusionOk="0">
                  <a:moveTo>
                    <a:pt x="0" y="19294"/>
                  </a:moveTo>
                  <a:lnTo>
                    <a:pt x="3430" y="1929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9294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80" name="Graph element 773"/>
            <p:cNvSpPr/>
            <p:nvPr/>
          </p:nvSpPr>
          <p:spPr>
            <a:xfrm>
              <a:off x="454913" y="1663584"/>
              <a:ext cx="3430" cy="19294"/>
            </a:xfrm>
            <a:custGeom>
              <a:avLst/>
              <a:gdLst/>
              <a:ahLst/>
              <a:cxnLst/>
              <a:rect l="0" t="0" r="r" b="b"/>
              <a:pathLst>
                <a:path w="3430" h="19294" stroke="0" extrusionOk="0">
                  <a:moveTo>
                    <a:pt x="0" y="19294"/>
                  </a:moveTo>
                  <a:lnTo>
                    <a:pt x="3430" y="1929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9294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81" name="Graph element 774"/>
            <p:cNvSpPr/>
            <p:nvPr/>
          </p:nvSpPr>
          <p:spPr>
            <a:xfrm>
              <a:off x="446338" y="1663584"/>
              <a:ext cx="3430" cy="19294"/>
            </a:xfrm>
            <a:custGeom>
              <a:avLst/>
              <a:gdLst/>
              <a:ahLst/>
              <a:cxnLst/>
              <a:rect l="0" t="0" r="r" b="b"/>
              <a:pathLst>
                <a:path w="3430" h="19294" stroke="0" extrusionOk="0">
                  <a:moveTo>
                    <a:pt x="0" y="19294"/>
                  </a:moveTo>
                  <a:lnTo>
                    <a:pt x="3430" y="1929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9294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82" name="Graph element 775"/>
            <p:cNvSpPr/>
            <p:nvPr/>
          </p:nvSpPr>
          <p:spPr>
            <a:xfrm>
              <a:off x="439907" y="1663584"/>
              <a:ext cx="3430" cy="19294"/>
            </a:xfrm>
            <a:custGeom>
              <a:avLst/>
              <a:gdLst/>
              <a:ahLst/>
              <a:cxnLst/>
              <a:rect l="0" t="0" r="r" b="b"/>
              <a:pathLst>
                <a:path w="3430" h="19294" stroke="0" extrusionOk="0">
                  <a:moveTo>
                    <a:pt x="0" y="19294"/>
                  </a:moveTo>
                  <a:lnTo>
                    <a:pt x="3430" y="1929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9294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83" name="Graph element 776"/>
            <p:cNvSpPr/>
            <p:nvPr/>
          </p:nvSpPr>
          <p:spPr>
            <a:xfrm>
              <a:off x="433475" y="1663584"/>
              <a:ext cx="3430" cy="19294"/>
            </a:xfrm>
            <a:custGeom>
              <a:avLst/>
              <a:gdLst/>
              <a:ahLst/>
              <a:cxnLst/>
              <a:rect l="0" t="0" r="r" b="b"/>
              <a:pathLst>
                <a:path w="3430" h="19294" stroke="0" extrusionOk="0">
                  <a:moveTo>
                    <a:pt x="0" y="19294"/>
                  </a:moveTo>
                  <a:lnTo>
                    <a:pt x="3430" y="1929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9294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84" name="Graph element 777"/>
            <p:cNvSpPr/>
            <p:nvPr/>
          </p:nvSpPr>
          <p:spPr>
            <a:xfrm>
              <a:off x="427044" y="1661440"/>
              <a:ext cx="3430" cy="21438"/>
            </a:xfrm>
            <a:custGeom>
              <a:avLst/>
              <a:gdLst/>
              <a:ahLst/>
              <a:cxnLst/>
              <a:rect l="0" t="0" r="r" b="b"/>
              <a:pathLst>
                <a:path w="3430" h="21438" stroke="0" extrusionOk="0">
                  <a:moveTo>
                    <a:pt x="0" y="21438"/>
                  </a:moveTo>
                  <a:lnTo>
                    <a:pt x="3430" y="2143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38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85" name="Graph element 778"/>
            <p:cNvSpPr/>
            <p:nvPr/>
          </p:nvSpPr>
          <p:spPr>
            <a:xfrm>
              <a:off x="418469" y="1661440"/>
              <a:ext cx="3430" cy="21438"/>
            </a:xfrm>
            <a:custGeom>
              <a:avLst/>
              <a:gdLst/>
              <a:ahLst/>
              <a:cxnLst/>
              <a:rect l="0" t="0" r="r" b="b"/>
              <a:pathLst>
                <a:path w="3430" h="21438" stroke="0" extrusionOk="0">
                  <a:moveTo>
                    <a:pt x="0" y="21438"/>
                  </a:moveTo>
                  <a:lnTo>
                    <a:pt x="3430" y="2143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38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86" name="Graph element 779"/>
            <p:cNvSpPr/>
            <p:nvPr/>
          </p:nvSpPr>
          <p:spPr>
            <a:xfrm>
              <a:off x="412037" y="1661440"/>
              <a:ext cx="3430" cy="21438"/>
            </a:xfrm>
            <a:custGeom>
              <a:avLst/>
              <a:gdLst/>
              <a:ahLst/>
              <a:cxnLst/>
              <a:rect l="0" t="0" r="r" b="b"/>
              <a:pathLst>
                <a:path w="3430" h="21438" stroke="0" extrusionOk="0">
                  <a:moveTo>
                    <a:pt x="0" y="21438"/>
                  </a:moveTo>
                  <a:lnTo>
                    <a:pt x="3430" y="2143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38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87" name="Graph element 780"/>
            <p:cNvSpPr/>
            <p:nvPr/>
          </p:nvSpPr>
          <p:spPr>
            <a:xfrm>
              <a:off x="405606" y="1661440"/>
              <a:ext cx="3430" cy="21438"/>
            </a:xfrm>
            <a:custGeom>
              <a:avLst/>
              <a:gdLst/>
              <a:ahLst/>
              <a:cxnLst/>
              <a:rect l="0" t="0" r="r" b="b"/>
              <a:pathLst>
                <a:path w="3430" h="21438" stroke="0" extrusionOk="0">
                  <a:moveTo>
                    <a:pt x="0" y="21438"/>
                  </a:moveTo>
                  <a:lnTo>
                    <a:pt x="3430" y="2143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38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88" name="Graph element 781"/>
            <p:cNvSpPr/>
            <p:nvPr/>
          </p:nvSpPr>
          <p:spPr>
            <a:xfrm>
              <a:off x="399174" y="1661440"/>
              <a:ext cx="3430" cy="21438"/>
            </a:xfrm>
            <a:custGeom>
              <a:avLst/>
              <a:gdLst/>
              <a:ahLst/>
              <a:cxnLst/>
              <a:rect l="0" t="0" r="r" b="b"/>
              <a:pathLst>
                <a:path w="3430" h="21438" stroke="0" extrusionOk="0">
                  <a:moveTo>
                    <a:pt x="0" y="21438"/>
                  </a:moveTo>
                  <a:lnTo>
                    <a:pt x="3430" y="2143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38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89" name="Graph element 782"/>
            <p:cNvSpPr/>
            <p:nvPr/>
          </p:nvSpPr>
          <p:spPr>
            <a:xfrm>
              <a:off x="390599" y="1661440"/>
              <a:ext cx="3430" cy="21438"/>
            </a:xfrm>
            <a:custGeom>
              <a:avLst/>
              <a:gdLst/>
              <a:ahLst/>
              <a:cxnLst/>
              <a:rect l="0" t="0" r="r" b="b"/>
              <a:pathLst>
                <a:path w="3430" h="21438" stroke="0" extrusionOk="0">
                  <a:moveTo>
                    <a:pt x="0" y="21438"/>
                  </a:moveTo>
                  <a:lnTo>
                    <a:pt x="3430" y="2143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38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90" name="Graph element 783"/>
            <p:cNvSpPr/>
            <p:nvPr/>
          </p:nvSpPr>
          <p:spPr>
            <a:xfrm>
              <a:off x="384168" y="1661440"/>
              <a:ext cx="3430" cy="21438"/>
            </a:xfrm>
            <a:custGeom>
              <a:avLst/>
              <a:gdLst/>
              <a:ahLst/>
              <a:cxnLst/>
              <a:rect l="0" t="0" r="r" b="b"/>
              <a:pathLst>
                <a:path w="3430" h="21438" stroke="0" extrusionOk="0">
                  <a:moveTo>
                    <a:pt x="0" y="21438"/>
                  </a:moveTo>
                  <a:lnTo>
                    <a:pt x="3430" y="2143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38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91" name="Graph element 784"/>
            <p:cNvSpPr/>
            <p:nvPr/>
          </p:nvSpPr>
          <p:spPr>
            <a:xfrm>
              <a:off x="377737" y="1661440"/>
              <a:ext cx="3430" cy="21438"/>
            </a:xfrm>
            <a:custGeom>
              <a:avLst/>
              <a:gdLst/>
              <a:ahLst/>
              <a:cxnLst/>
              <a:rect l="0" t="0" r="r" b="b"/>
              <a:pathLst>
                <a:path w="3430" h="21438" stroke="0" extrusionOk="0">
                  <a:moveTo>
                    <a:pt x="0" y="21438"/>
                  </a:moveTo>
                  <a:lnTo>
                    <a:pt x="3430" y="2143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38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92" name="Graph element 785"/>
            <p:cNvSpPr/>
            <p:nvPr/>
          </p:nvSpPr>
          <p:spPr>
            <a:xfrm>
              <a:off x="371305" y="1659297"/>
              <a:ext cx="3430" cy="23582"/>
            </a:xfrm>
            <a:custGeom>
              <a:avLst/>
              <a:gdLst/>
              <a:ahLst/>
              <a:cxnLst/>
              <a:rect l="0" t="0" r="r" b="b"/>
              <a:pathLst>
                <a:path w="3430" h="23582" stroke="0" extrusionOk="0">
                  <a:moveTo>
                    <a:pt x="0" y="23582"/>
                  </a:moveTo>
                  <a:lnTo>
                    <a:pt x="3430" y="23582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3582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93" name="Graph element 786"/>
            <p:cNvSpPr/>
            <p:nvPr/>
          </p:nvSpPr>
          <p:spPr>
            <a:xfrm>
              <a:off x="362730" y="1659297"/>
              <a:ext cx="3430" cy="23582"/>
            </a:xfrm>
            <a:custGeom>
              <a:avLst/>
              <a:gdLst/>
              <a:ahLst/>
              <a:cxnLst/>
              <a:rect l="0" t="0" r="r" b="b"/>
              <a:pathLst>
                <a:path w="3430" h="23582" stroke="0" extrusionOk="0">
                  <a:moveTo>
                    <a:pt x="0" y="23582"/>
                  </a:moveTo>
                  <a:lnTo>
                    <a:pt x="3430" y="23582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3582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94" name="Graph element 787"/>
            <p:cNvSpPr/>
            <p:nvPr/>
          </p:nvSpPr>
          <p:spPr>
            <a:xfrm>
              <a:off x="356299" y="1659297"/>
              <a:ext cx="3430" cy="23582"/>
            </a:xfrm>
            <a:custGeom>
              <a:avLst/>
              <a:gdLst/>
              <a:ahLst/>
              <a:cxnLst/>
              <a:rect l="0" t="0" r="r" b="b"/>
              <a:pathLst>
                <a:path w="3430" h="23582" stroke="0" extrusionOk="0">
                  <a:moveTo>
                    <a:pt x="0" y="23582"/>
                  </a:moveTo>
                  <a:lnTo>
                    <a:pt x="3430" y="23582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3582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95" name="Graph element 788"/>
            <p:cNvSpPr/>
            <p:nvPr/>
          </p:nvSpPr>
          <p:spPr>
            <a:xfrm>
              <a:off x="349867" y="1657153"/>
              <a:ext cx="3430" cy="25726"/>
            </a:xfrm>
            <a:custGeom>
              <a:avLst/>
              <a:gdLst/>
              <a:ahLst/>
              <a:cxnLst/>
              <a:rect l="0" t="0" r="r" b="b"/>
              <a:pathLst>
                <a:path w="3430" h="25726" stroke="0" extrusionOk="0">
                  <a:moveTo>
                    <a:pt x="0" y="25726"/>
                  </a:moveTo>
                  <a:lnTo>
                    <a:pt x="3430" y="25726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5726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96" name="Graph element 789"/>
            <p:cNvSpPr/>
            <p:nvPr/>
          </p:nvSpPr>
          <p:spPr>
            <a:xfrm>
              <a:off x="343436" y="1657153"/>
              <a:ext cx="3430" cy="25726"/>
            </a:xfrm>
            <a:custGeom>
              <a:avLst/>
              <a:gdLst/>
              <a:ahLst/>
              <a:cxnLst/>
              <a:rect l="0" t="0" r="r" b="b"/>
              <a:pathLst>
                <a:path w="3430" h="25726" stroke="0" extrusionOk="0">
                  <a:moveTo>
                    <a:pt x="0" y="25726"/>
                  </a:moveTo>
                  <a:lnTo>
                    <a:pt x="3430" y="25726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5726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97" name="Graph element 790"/>
            <p:cNvSpPr/>
            <p:nvPr/>
          </p:nvSpPr>
          <p:spPr>
            <a:xfrm>
              <a:off x="334861" y="1652865"/>
              <a:ext cx="3430" cy="30013"/>
            </a:xfrm>
            <a:custGeom>
              <a:avLst/>
              <a:gdLst/>
              <a:ahLst/>
              <a:cxnLst/>
              <a:rect l="0" t="0" r="r" b="b"/>
              <a:pathLst>
                <a:path w="3430" h="30013" stroke="0" extrusionOk="0">
                  <a:moveTo>
                    <a:pt x="0" y="30013"/>
                  </a:moveTo>
                  <a:lnTo>
                    <a:pt x="3430" y="30013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30013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98" name="Graph element 791"/>
            <p:cNvSpPr/>
            <p:nvPr/>
          </p:nvSpPr>
          <p:spPr>
            <a:xfrm>
              <a:off x="328429" y="1652865"/>
              <a:ext cx="3430" cy="30013"/>
            </a:xfrm>
            <a:custGeom>
              <a:avLst/>
              <a:gdLst/>
              <a:ahLst/>
              <a:cxnLst/>
              <a:rect l="0" t="0" r="r" b="b"/>
              <a:pathLst>
                <a:path w="3430" h="30013" stroke="0" extrusionOk="0">
                  <a:moveTo>
                    <a:pt x="0" y="30013"/>
                  </a:moveTo>
                  <a:lnTo>
                    <a:pt x="3430" y="30013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30013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299" name="Graph element 792"/>
            <p:cNvSpPr/>
            <p:nvPr/>
          </p:nvSpPr>
          <p:spPr>
            <a:xfrm>
              <a:off x="321998" y="1650721"/>
              <a:ext cx="3430" cy="32157"/>
            </a:xfrm>
            <a:custGeom>
              <a:avLst/>
              <a:gdLst/>
              <a:ahLst/>
              <a:cxnLst/>
              <a:rect l="0" t="0" r="r" b="b"/>
              <a:pathLst>
                <a:path w="3430" h="32157" stroke="0" extrusionOk="0">
                  <a:moveTo>
                    <a:pt x="0" y="32157"/>
                  </a:moveTo>
                  <a:lnTo>
                    <a:pt x="3430" y="32157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32157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300" name="Graph element 793"/>
            <p:cNvSpPr/>
            <p:nvPr/>
          </p:nvSpPr>
          <p:spPr>
            <a:xfrm>
              <a:off x="315566" y="1650721"/>
              <a:ext cx="3430" cy="32157"/>
            </a:xfrm>
            <a:custGeom>
              <a:avLst/>
              <a:gdLst/>
              <a:ahLst/>
              <a:cxnLst/>
              <a:rect l="0" t="0" r="r" b="b"/>
              <a:pathLst>
                <a:path w="3430" h="32157" stroke="0" extrusionOk="0">
                  <a:moveTo>
                    <a:pt x="0" y="32157"/>
                  </a:moveTo>
                  <a:lnTo>
                    <a:pt x="3430" y="32157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32157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301" name="Graph element 794"/>
            <p:cNvSpPr/>
            <p:nvPr/>
          </p:nvSpPr>
          <p:spPr>
            <a:xfrm>
              <a:off x="306991" y="1648578"/>
              <a:ext cx="3430" cy="34301"/>
            </a:xfrm>
            <a:custGeom>
              <a:avLst/>
              <a:gdLst/>
              <a:ahLst/>
              <a:cxnLst/>
              <a:rect l="0" t="0" r="r" b="b"/>
              <a:pathLst>
                <a:path w="3430" h="34301" stroke="0" extrusionOk="0">
                  <a:moveTo>
                    <a:pt x="0" y="34301"/>
                  </a:moveTo>
                  <a:lnTo>
                    <a:pt x="3430" y="34301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34301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302" name="Graph element 795"/>
            <p:cNvSpPr/>
            <p:nvPr/>
          </p:nvSpPr>
          <p:spPr>
            <a:xfrm>
              <a:off x="300560" y="1648578"/>
              <a:ext cx="3430" cy="34301"/>
            </a:xfrm>
            <a:custGeom>
              <a:avLst/>
              <a:gdLst/>
              <a:ahLst/>
              <a:cxnLst/>
              <a:rect l="0" t="0" r="r" b="b"/>
              <a:pathLst>
                <a:path w="3430" h="34301" stroke="0" extrusionOk="0">
                  <a:moveTo>
                    <a:pt x="0" y="34301"/>
                  </a:moveTo>
                  <a:lnTo>
                    <a:pt x="3430" y="34301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34301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303" name="Graph element 796"/>
            <p:cNvSpPr/>
            <p:nvPr/>
          </p:nvSpPr>
          <p:spPr>
            <a:xfrm>
              <a:off x="294129" y="1648578"/>
              <a:ext cx="3430" cy="34301"/>
            </a:xfrm>
            <a:custGeom>
              <a:avLst/>
              <a:gdLst/>
              <a:ahLst/>
              <a:cxnLst/>
              <a:rect l="0" t="0" r="r" b="b"/>
              <a:pathLst>
                <a:path w="3430" h="34301" stroke="0" extrusionOk="0">
                  <a:moveTo>
                    <a:pt x="0" y="34301"/>
                  </a:moveTo>
                  <a:lnTo>
                    <a:pt x="3430" y="34301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34301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304" name="Graph element 797"/>
            <p:cNvSpPr/>
            <p:nvPr/>
          </p:nvSpPr>
          <p:spPr>
            <a:xfrm>
              <a:off x="287697" y="1644290"/>
              <a:ext cx="3430" cy="38588"/>
            </a:xfrm>
            <a:custGeom>
              <a:avLst/>
              <a:gdLst/>
              <a:ahLst/>
              <a:cxnLst/>
              <a:rect l="0" t="0" r="r" b="b"/>
              <a:pathLst>
                <a:path w="3430" h="38588" stroke="0" extrusionOk="0">
                  <a:moveTo>
                    <a:pt x="0" y="38588"/>
                  </a:moveTo>
                  <a:lnTo>
                    <a:pt x="3430" y="385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38588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305" name="Graph element 798"/>
            <p:cNvSpPr/>
            <p:nvPr/>
          </p:nvSpPr>
          <p:spPr>
            <a:xfrm>
              <a:off x="279122" y="1640002"/>
              <a:ext cx="3430" cy="42876"/>
            </a:xfrm>
            <a:custGeom>
              <a:avLst/>
              <a:gdLst/>
              <a:ahLst/>
              <a:cxnLst/>
              <a:rect l="0" t="0" r="r" b="b"/>
              <a:pathLst>
                <a:path w="3430" h="42876" stroke="0" extrusionOk="0">
                  <a:moveTo>
                    <a:pt x="0" y="42876"/>
                  </a:moveTo>
                  <a:lnTo>
                    <a:pt x="3430" y="42876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76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306" name="Graph element 799"/>
            <p:cNvSpPr/>
            <p:nvPr/>
          </p:nvSpPr>
          <p:spPr>
            <a:xfrm>
              <a:off x="272691" y="1640002"/>
              <a:ext cx="3430" cy="42876"/>
            </a:xfrm>
            <a:custGeom>
              <a:avLst/>
              <a:gdLst/>
              <a:ahLst/>
              <a:cxnLst/>
              <a:rect l="0" t="0" r="r" b="b"/>
              <a:pathLst>
                <a:path w="3430" h="42876" stroke="0" extrusionOk="0">
                  <a:moveTo>
                    <a:pt x="0" y="42876"/>
                  </a:moveTo>
                  <a:lnTo>
                    <a:pt x="3430" y="42876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76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307" name="Graph element 800"/>
            <p:cNvSpPr/>
            <p:nvPr/>
          </p:nvSpPr>
          <p:spPr>
            <a:xfrm>
              <a:off x="266259" y="1640002"/>
              <a:ext cx="3430" cy="42876"/>
            </a:xfrm>
            <a:custGeom>
              <a:avLst/>
              <a:gdLst/>
              <a:ahLst/>
              <a:cxnLst/>
              <a:rect l="0" t="0" r="r" b="b"/>
              <a:pathLst>
                <a:path w="3430" h="42876" stroke="0" extrusionOk="0">
                  <a:moveTo>
                    <a:pt x="0" y="42876"/>
                  </a:moveTo>
                  <a:lnTo>
                    <a:pt x="3430" y="42876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76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308" name="Graph element 801"/>
            <p:cNvSpPr/>
            <p:nvPr/>
          </p:nvSpPr>
          <p:spPr>
            <a:xfrm>
              <a:off x="259828" y="1640002"/>
              <a:ext cx="3430" cy="42876"/>
            </a:xfrm>
            <a:custGeom>
              <a:avLst/>
              <a:gdLst/>
              <a:ahLst/>
              <a:cxnLst/>
              <a:rect l="0" t="0" r="r" b="b"/>
              <a:pathLst>
                <a:path w="3430" h="42876" stroke="0" extrusionOk="0">
                  <a:moveTo>
                    <a:pt x="0" y="42876"/>
                  </a:moveTo>
                  <a:lnTo>
                    <a:pt x="3430" y="42876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76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309" name="Graph element 802"/>
            <p:cNvSpPr/>
            <p:nvPr/>
          </p:nvSpPr>
          <p:spPr>
            <a:xfrm>
              <a:off x="251253" y="1633571"/>
              <a:ext cx="3430" cy="49307"/>
            </a:xfrm>
            <a:custGeom>
              <a:avLst/>
              <a:gdLst/>
              <a:ahLst/>
              <a:cxnLst/>
              <a:rect l="0" t="0" r="r" b="b"/>
              <a:pathLst>
                <a:path w="3430" h="49307" stroke="0" extrusionOk="0">
                  <a:moveTo>
                    <a:pt x="0" y="49307"/>
                  </a:moveTo>
                  <a:lnTo>
                    <a:pt x="3430" y="49307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9307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310" name="Graph element 803"/>
            <p:cNvSpPr/>
            <p:nvPr/>
          </p:nvSpPr>
          <p:spPr>
            <a:xfrm>
              <a:off x="244821" y="1633571"/>
              <a:ext cx="3430" cy="49307"/>
            </a:xfrm>
            <a:custGeom>
              <a:avLst/>
              <a:gdLst/>
              <a:ahLst/>
              <a:cxnLst/>
              <a:rect l="0" t="0" r="r" b="b"/>
              <a:pathLst>
                <a:path w="3430" h="49307" stroke="0" extrusionOk="0">
                  <a:moveTo>
                    <a:pt x="0" y="49307"/>
                  </a:moveTo>
                  <a:lnTo>
                    <a:pt x="3430" y="49307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9307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311" name="Graph element 804"/>
            <p:cNvSpPr/>
            <p:nvPr/>
          </p:nvSpPr>
          <p:spPr>
            <a:xfrm>
              <a:off x="238390" y="1629283"/>
              <a:ext cx="3430" cy="53595"/>
            </a:xfrm>
            <a:custGeom>
              <a:avLst/>
              <a:gdLst/>
              <a:ahLst/>
              <a:cxnLst/>
              <a:rect l="0" t="0" r="r" b="b"/>
              <a:pathLst>
                <a:path w="3430" h="53595" stroke="0" extrusionOk="0">
                  <a:moveTo>
                    <a:pt x="0" y="53595"/>
                  </a:moveTo>
                  <a:lnTo>
                    <a:pt x="3430" y="5359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53595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312" name="Graph element 805"/>
            <p:cNvSpPr/>
            <p:nvPr/>
          </p:nvSpPr>
          <p:spPr>
            <a:xfrm>
              <a:off x="231959" y="1624996"/>
              <a:ext cx="3430" cy="57882"/>
            </a:xfrm>
            <a:custGeom>
              <a:avLst/>
              <a:gdLst/>
              <a:ahLst/>
              <a:cxnLst/>
              <a:rect l="0" t="0" r="r" b="b"/>
              <a:pathLst>
                <a:path w="3430" h="57882" stroke="0" extrusionOk="0">
                  <a:moveTo>
                    <a:pt x="0" y="57882"/>
                  </a:moveTo>
                  <a:lnTo>
                    <a:pt x="3430" y="57882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57882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313" name="Graph element 806"/>
            <p:cNvSpPr/>
            <p:nvPr/>
          </p:nvSpPr>
          <p:spPr>
            <a:xfrm>
              <a:off x="223383" y="1616421"/>
              <a:ext cx="3430" cy="66458"/>
            </a:xfrm>
            <a:custGeom>
              <a:avLst/>
              <a:gdLst/>
              <a:ahLst/>
              <a:cxnLst/>
              <a:rect l="0" t="0" r="r" b="b"/>
              <a:pathLst>
                <a:path w="3430" h="66458" stroke="0" extrusionOk="0">
                  <a:moveTo>
                    <a:pt x="0" y="66458"/>
                  </a:moveTo>
                  <a:lnTo>
                    <a:pt x="3430" y="6645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66458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</p:sp>
        <p:sp>
          <p:nvSpPr>
            <p:cNvPr id="21314" name="Graph element 807"/>
            <p:cNvSpPr/>
            <p:nvPr/>
          </p:nvSpPr>
          <p:spPr>
            <a:xfrm>
              <a:off x="1352734" y="712168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97B7D3"/>
            </a:solidFill>
            <a:ln>
              <a:noFill/>
            </a:ln>
          </p:spPr>
        </p:sp>
        <p:sp>
          <p:nvSpPr>
            <p:cNvPr id="21315" name="Graph element 808"/>
            <p:cNvSpPr/>
            <p:nvPr/>
          </p:nvSpPr>
          <p:spPr>
            <a:xfrm>
              <a:off x="1880536" y="360157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97B7D3"/>
            </a:solidFill>
            <a:ln>
              <a:noFill/>
            </a:ln>
          </p:spPr>
        </p:sp>
        <p:sp>
          <p:nvSpPr>
            <p:cNvPr id="21316" name="Graph element 809"/>
            <p:cNvSpPr/>
            <p:nvPr/>
          </p:nvSpPr>
          <p:spPr>
            <a:xfrm>
              <a:off x="1882680" y="272262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97B7D3"/>
            </a:solidFill>
            <a:ln>
              <a:noFill/>
            </a:ln>
          </p:spPr>
        </p:sp>
        <p:sp>
          <p:nvSpPr>
            <p:cNvPr id="21317" name="Graph element 810"/>
            <p:cNvSpPr/>
            <p:nvPr/>
          </p:nvSpPr>
          <p:spPr>
            <a:xfrm>
              <a:off x="1884824" y="154353"/>
              <a:ext cx="3430" cy="17150"/>
            </a:xfrm>
            <a:custGeom>
              <a:avLst/>
              <a:gdLst/>
              <a:ahLst/>
              <a:cxnLst/>
              <a:rect l="0" t="0" r="r" b="b"/>
              <a:pathLst>
                <a:path w="3430" h="17150" stroke="0" extrusionOk="0">
                  <a:moveTo>
                    <a:pt x="0" y="17150"/>
                  </a:moveTo>
                  <a:lnTo>
                    <a:pt x="3430" y="17150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7150"/>
                  </a:lnTo>
                  <a:close/>
                </a:path>
              </a:pathLst>
            </a:custGeom>
            <a:solidFill>
              <a:srgbClr val="97B7D3"/>
            </a:solidFill>
            <a:ln>
              <a:noFill/>
            </a:ln>
          </p:spPr>
        </p:sp>
        <p:sp>
          <p:nvSpPr>
            <p:cNvPr id="21318" name="Graph element 811"/>
            <p:cNvSpPr/>
            <p:nvPr/>
          </p:nvSpPr>
          <p:spPr>
            <a:xfrm>
              <a:off x="1896045" y="1350590"/>
              <a:ext cx="5072" cy="116978"/>
            </a:xfrm>
            <a:custGeom>
              <a:avLst/>
              <a:gdLst/>
              <a:ahLst/>
              <a:cxnLst/>
              <a:rect l="0" t="0" r="r" b="b"/>
              <a:pathLst>
                <a:path w="5072" h="116978" stroke="0" extrusionOk="0">
                  <a:moveTo>
                    <a:pt x="0" y="114552"/>
                  </a:moveTo>
                  <a:lnTo>
                    <a:pt x="2425" y="116978"/>
                  </a:lnTo>
                  <a:lnTo>
                    <a:pt x="5072" y="114331"/>
                  </a:lnTo>
                  <a:lnTo>
                    <a:pt x="5072" y="0"/>
                  </a:lnTo>
                  <a:lnTo>
                    <a:pt x="1641" y="0"/>
                  </a:lnTo>
                  <a:lnTo>
                    <a:pt x="1641" y="112911"/>
                  </a:lnTo>
                  <a:lnTo>
                    <a:pt x="0" y="114552"/>
                  </a:lnTo>
                  <a:close/>
                </a:path>
              </a:pathLst>
            </a:custGeom>
            <a:solidFill>
              <a:srgbClr val="88ADCD"/>
            </a:solidFill>
            <a:ln>
              <a:noFill/>
            </a:ln>
          </p:spPr>
        </p:sp>
        <p:sp>
          <p:nvSpPr>
            <p:cNvPr id="21319" name="Graph element 812"/>
            <p:cNvSpPr/>
            <p:nvPr/>
          </p:nvSpPr>
          <p:spPr>
            <a:xfrm>
              <a:off x="1719752" y="1350590"/>
              <a:ext cx="5072" cy="116978"/>
            </a:xfrm>
            <a:custGeom>
              <a:avLst/>
              <a:gdLst/>
              <a:ahLst/>
              <a:cxnLst/>
              <a:rect l="0" t="0" r="r" b="b"/>
              <a:pathLst>
                <a:path w="5072" h="116978" stroke="0" extrusionOk="0">
                  <a:moveTo>
                    <a:pt x="0" y="114331"/>
                  </a:moveTo>
                  <a:lnTo>
                    <a:pt x="2646" y="116978"/>
                  </a:lnTo>
                  <a:lnTo>
                    <a:pt x="5072" y="114552"/>
                  </a:lnTo>
                  <a:lnTo>
                    <a:pt x="3430" y="112911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14331"/>
                  </a:lnTo>
                  <a:close/>
                </a:path>
              </a:pathLst>
            </a:custGeom>
            <a:solidFill>
              <a:srgbClr val="88ADCD"/>
            </a:solidFill>
            <a:ln>
              <a:noFill/>
            </a:ln>
          </p:spPr>
        </p:sp>
        <p:sp>
          <p:nvSpPr>
            <p:cNvPr id="21320" name="Graph element 813"/>
            <p:cNvSpPr/>
            <p:nvPr/>
          </p:nvSpPr>
          <p:spPr>
            <a:xfrm>
              <a:off x="1868176" y="1348446"/>
              <a:ext cx="5072" cy="119121"/>
            </a:xfrm>
            <a:custGeom>
              <a:avLst/>
              <a:gdLst/>
              <a:ahLst/>
              <a:cxnLst/>
              <a:rect l="0" t="0" r="r" b="b"/>
              <a:pathLst>
                <a:path w="5072" h="119121" stroke="0" extrusionOk="0">
                  <a:moveTo>
                    <a:pt x="0" y="116696"/>
                  </a:moveTo>
                  <a:lnTo>
                    <a:pt x="2425" y="119121"/>
                  </a:lnTo>
                  <a:lnTo>
                    <a:pt x="5072" y="116475"/>
                  </a:lnTo>
                  <a:lnTo>
                    <a:pt x="5072" y="0"/>
                  </a:lnTo>
                  <a:lnTo>
                    <a:pt x="1641" y="0"/>
                  </a:lnTo>
                  <a:lnTo>
                    <a:pt x="1641" y="115054"/>
                  </a:lnTo>
                  <a:lnTo>
                    <a:pt x="0" y="116696"/>
                  </a:lnTo>
                  <a:close/>
                </a:path>
              </a:pathLst>
            </a:custGeom>
            <a:solidFill>
              <a:srgbClr val="88ADCD"/>
            </a:solidFill>
            <a:ln>
              <a:noFill/>
            </a:ln>
          </p:spPr>
        </p:sp>
        <p:sp>
          <p:nvSpPr>
            <p:cNvPr id="21321" name="Graph element 814"/>
            <p:cNvSpPr/>
            <p:nvPr/>
          </p:nvSpPr>
          <p:spPr>
            <a:xfrm>
              <a:off x="1366528" y="1348446"/>
              <a:ext cx="5072" cy="119121"/>
            </a:xfrm>
            <a:custGeom>
              <a:avLst/>
              <a:gdLst/>
              <a:ahLst/>
              <a:cxnLst/>
              <a:rect l="0" t="0" r="r" b="b"/>
              <a:pathLst>
                <a:path w="5072" h="119121" stroke="0" extrusionOk="0">
                  <a:moveTo>
                    <a:pt x="0" y="116696"/>
                  </a:moveTo>
                  <a:lnTo>
                    <a:pt x="2425" y="119121"/>
                  </a:lnTo>
                  <a:lnTo>
                    <a:pt x="5072" y="116475"/>
                  </a:lnTo>
                  <a:lnTo>
                    <a:pt x="5072" y="0"/>
                  </a:lnTo>
                  <a:lnTo>
                    <a:pt x="1641" y="0"/>
                  </a:lnTo>
                  <a:lnTo>
                    <a:pt x="1641" y="115054"/>
                  </a:lnTo>
                  <a:lnTo>
                    <a:pt x="0" y="116696"/>
                  </a:lnTo>
                  <a:close/>
                </a:path>
              </a:pathLst>
            </a:custGeom>
            <a:solidFill>
              <a:srgbClr val="88ADCD"/>
            </a:solidFill>
            <a:ln>
              <a:noFill/>
            </a:ln>
          </p:spPr>
        </p:sp>
        <p:sp>
          <p:nvSpPr>
            <p:cNvPr id="21322" name="Graph element 815"/>
            <p:cNvSpPr/>
            <p:nvPr/>
          </p:nvSpPr>
          <p:spPr>
            <a:xfrm>
              <a:off x="384670" y="1348446"/>
              <a:ext cx="5072" cy="119121"/>
            </a:xfrm>
            <a:custGeom>
              <a:avLst/>
              <a:gdLst/>
              <a:ahLst/>
              <a:cxnLst/>
              <a:rect l="0" t="0" r="r" b="b"/>
              <a:pathLst>
                <a:path w="5072" h="119121" stroke="0" extrusionOk="0">
                  <a:moveTo>
                    <a:pt x="0" y="116696"/>
                  </a:moveTo>
                  <a:lnTo>
                    <a:pt x="2425" y="119121"/>
                  </a:lnTo>
                  <a:lnTo>
                    <a:pt x="5072" y="116475"/>
                  </a:lnTo>
                  <a:lnTo>
                    <a:pt x="5072" y="0"/>
                  </a:lnTo>
                  <a:lnTo>
                    <a:pt x="1641" y="0"/>
                  </a:lnTo>
                  <a:lnTo>
                    <a:pt x="1641" y="115054"/>
                  </a:lnTo>
                  <a:lnTo>
                    <a:pt x="0" y="116696"/>
                  </a:lnTo>
                  <a:close/>
                </a:path>
              </a:pathLst>
            </a:custGeom>
            <a:solidFill>
              <a:srgbClr val="88ADCD"/>
            </a:solidFill>
            <a:ln>
              <a:noFill/>
            </a:ln>
          </p:spPr>
        </p:sp>
        <p:sp>
          <p:nvSpPr>
            <p:cNvPr id="21323" name="Graph element 816"/>
            <p:cNvSpPr/>
            <p:nvPr/>
          </p:nvSpPr>
          <p:spPr>
            <a:xfrm>
              <a:off x="1897686" y="1230538"/>
              <a:ext cx="3430" cy="115765"/>
            </a:xfrm>
            <a:custGeom>
              <a:avLst/>
              <a:gdLst/>
              <a:ahLst/>
              <a:cxnLst/>
              <a:rect l="0" t="0" r="r" b="b"/>
              <a:pathLst>
                <a:path w="3430" h="115765" stroke="0" extrusionOk="0">
                  <a:moveTo>
                    <a:pt x="0" y="115765"/>
                  </a:moveTo>
                  <a:lnTo>
                    <a:pt x="3430" y="11576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15765"/>
                  </a:lnTo>
                  <a:close/>
                </a:path>
              </a:pathLst>
            </a:custGeom>
            <a:solidFill>
              <a:srgbClr val="88ADCD"/>
            </a:solidFill>
            <a:ln>
              <a:noFill/>
            </a:ln>
          </p:spPr>
        </p:sp>
        <p:sp>
          <p:nvSpPr>
            <p:cNvPr id="21324" name="Graph element 817"/>
            <p:cNvSpPr/>
            <p:nvPr/>
          </p:nvSpPr>
          <p:spPr>
            <a:xfrm>
              <a:off x="1719752" y="1230538"/>
              <a:ext cx="3430" cy="115765"/>
            </a:xfrm>
            <a:custGeom>
              <a:avLst/>
              <a:gdLst/>
              <a:ahLst/>
              <a:cxnLst/>
              <a:rect l="0" t="0" r="r" b="b"/>
              <a:pathLst>
                <a:path w="3430" h="115765" stroke="0" extrusionOk="0">
                  <a:moveTo>
                    <a:pt x="0" y="115765"/>
                  </a:moveTo>
                  <a:lnTo>
                    <a:pt x="3430" y="11576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15765"/>
                  </a:lnTo>
                  <a:close/>
                </a:path>
              </a:pathLst>
            </a:custGeom>
            <a:solidFill>
              <a:srgbClr val="88ADCD"/>
            </a:solidFill>
            <a:ln>
              <a:noFill/>
            </a:ln>
          </p:spPr>
        </p:sp>
        <p:sp>
          <p:nvSpPr>
            <p:cNvPr id="21325" name="Graph element 818"/>
            <p:cNvSpPr/>
            <p:nvPr/>
          </p:nvSpPr>
          <p:spPr>
            <a:xfrm>
              <a:off x="911541" y="1230538"/>
              <a:ext cx="3430" cy="115765"/>
            </a:xfrm>
            <a:custGeom>
              <a:avLst/>
              <a:gdLst/>
              <a:ahLst/>
              <a:cxnLst/>
              <a:rect l="0" t="0" r="r" b="b"/>
              <a:pathLst>
                <a:path w="3430" h="115765" stroke="0" extrusionOk="0">
                  <a:moveTo>
                    <a:pt x="0" y="115765"/>
                  </a:moveTo>
                  <a:lnTo>
                    <a:pt x="3430" y="11576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15765"/>
                  </a:lnTo>
                  <a:close/>
                </a:path>
              </a:pathLst>
            </a:custGeom>
            <a:solidFill>
              <a:srgbClr val="88ADCD"/>
            </a:solidFill>
            <a:ln>
              <a:noFill/>
            </a:ln>
          </p:spPr>
        </p:sp>
        <p:sp>
          <p:nvSpPr>
            <p:cNvPr id="21326" name="Graph element 819"/>
            <p:cNvSpPr/>
            <p:nvPr/>
          </p:nvSpPr>
          <p:spPr>
            <a:xfrm>
              <a:off x="1897686" y="1112629"/>
              <a:ext cx="3430" cy="113621"/>
            </a:xfrm>
            <a:custGeom>
              <a:avLst/>
              <a:gdLst/>
              <a:ahLst/>
              <a:cxnLst/>
              <a:rect l="0" t="0" r="r" b="b"/>
              <a:pathLst>
                <a:path w="3430" h="113621" stroke="0" extrusionOk="0">
                  <a:moveTo>
                    <a:pt x="0" y="113621"/>
                  </a:moveTo>
                  <a:lnTo>
                    <a:pt x="3430" y="113621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13621"/>
                  </a:lnTo>
                  <a:close/>
                </a:path>
              </a:pathLst>
            </a:custGeom>
            <a:solidFill>
              <a:srgbClr val="88ADCD"/>
            </a:solidFill>
            <a:ln>
              <a:noFill/>
            </a:ln>
          </p:spPr>
        </p:sp>
        <p:sp>
          <p:nvSpPr>
            <p:cNvPr id="21327" name="Graph element 820"/>
            <p:cNvSpPr/>
            <p:nvPr/>
          </p:nvSpPr>
          <p:spPr>
            <a:xfrm>
              <a:off x="1841948" y="1112629"/>
              <a:ext cx="3430" cy="115765"/>
            </a:xfrm>
            <a:custGeom>
              <a:avLst/>
              <a:gdLst/>
              <a:ahLst/>
              <a:cxnLst/>
              <a:rect l="0" t="0" r="r" b="b"/>
              <a:pathLst>
                <a:path w="3430" h="115765" stroke="0" extrusionOk="0">
                  <a:moveTo>
                    <a:pt x="0" y="115765"/>
                  </a:moveTo>
                  <a:lnTo>
                    <a:pt x="3430" y="11576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15765"/>
                  </a:lnTo>
                  <a:close/>
                </a:path>
              </a:pathLst>
            </a:custGeom>
            <a:solidFill>
              <a:srgbClr val="88ADCD"/>
            </a:solidFill>
            <a:ln>
              <a:noFill/>
            </a:ln>
          </p:spPr>
        </p:sp>
        <p:sp>
          <p:nvSpPr>
            <p:cNvPr id="21328" name="Graph element 821"/>
            <p:cNvSpPr/>
            <p:nvPr/>
          </p:nvSpPr>
          <p:spPr>
            <a:xfrm>
              <a:off x="1719752" y="1112629"/>
              <a:ext cx="3430" cy="113621"/>
            </a:xfrm>
            <a:custGeom>
              <a:avLst/>
              <a:gdLst/>
              <a:ahLst/>
              <a:cxnLst/>
              <a:rect l="0" t="0" r="r" b="b"/>
              <a:pathLst>
                <a:path w="3430" h="113621" stroke="0" extrusionOk="0">
                  <a:moveTo>
                    <a:pt x="0" y="113621"/>
                  </a:moveTo>
                  <a:lnTo>
                    <a:pt x="3430" y="113621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13621"/>
                  </a:lnTo>
                  <a:close/>
                </a:path>
              </a:pathLst>
            </a:custGeom>
            <a:solidFill>
              <a:srgbClr val="88ADCD"/>
            </a:solidFill>
            <a:ln>
              <a:noFill/>
            </a:ln>
          </p:spPr>
        </p:sp>
        <p:sp>
          <p:nvSpPr>
            <p:cNvPr id="21329" name="Graph element 822"/>
            <p:cNvSpPr/>
            <p:nvPr/>
          </p:nvSpPr>
          <p:spPr>
            <a:xfrm>
              <a:off x="1724039" y="1037596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88ADCD"/>
            </a:solidFill>
            <a:ln>
              <a:noFill/>
            </a:ln>
          </p:spPr>
        </p:sp>
        <p:sp>
          <p:nvSpPr>
            <p:cNvPr id="21330" name="Graph element 823"/>
            <p:cNvSpPr/>
            <p:nvPr/>
          </p:nvSpPr>
          <p:spPr>
            <a:xfrm>
              <a:off x="1726183" y="1005439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88ADCD"/>
            </a:solidFill>
            <a:ln>
              <a:noFill/>
            </a:ln>
          </p:spPr>
        </p:sp>
        <p:sp>
          <p:nvSpPr>
            <p:cNvPr id="21331" name="Graph element 824"/>
            <p:cNvSpPr/>
            <p:nvPr/>
          </p:nvSpPr>
          <p:spPr>
            <a:xfrm>
              <a:off x="1709033" y="999008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88ADCD"/>
            </a:solidFill>
            <a:ln>
              <a:noFill/>
            </a:ln>
          </p:spPr>
        </p:sp>
        <p:sp>
          <p:nvSpPr>
            <p:cNvPr id="21332" name="Graph element 825"/>
            <p:cNvSpPr/>
            <p:nvPr/>
          </p:nvSpPr>
          <p:spPr>
            <a:xfrm>
              <a:off x="1728327" y="973282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88ADCD"/>
            </a:solidFill>
            <a:ln>
              <a:noFill/>
            </a:ln>
          </p:spPr>
        </p:sp>
        <p:sp>
          <p:nvSpPr>
            <p:cNvPr id="21333" name="Graph element 826"/>
            <p:cNvSpPr/>
            <p:nvPr/>
          </p:nvSpPr>
          <p:spPr>
            <a:xfrm>
              <a:off x="1711176" y="966851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88ADCD"/>
            </a:solidFill>
            <a:ln>
              <a:noFill/>
            </a:ln>
          </p:spPr>
        </p:sp>
        <p:sp>
          <p:nvSpPr>
            <p:cNvPr id="21334" name="Graph element 827"/>
            <p:cNvSpPr/>
            <p:nvPr/>
          </p:nvSpPr>
          <p:spPr>
            <a:xfrm>
              <a:off x="1739046" y="919688"/>
              <a:ext cx="3430" cy="6431"/>
            </a:xfrm>
            <a:custGeom>
              <a:avLst/>
              <a:gdLst/>
              <a:ahLst/>
              <a:cxnLst/>
              <a:rect l="0" t="0" r="r" b="b"/>
              <a:pathLst>
                <a:path w="3430" h="6431" stroke="0" extrusionOk="0">
                  <a:moveTo>
                    <a:pt x="0" y="6431"/>
                  </a:moveTo>
                  <a:lnTo>
                    <a:pt x="3430" y="6431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6431"/>
                  </a:lnTo>
                  <a:close/>
                </a:path>
              </a:pathLst>
            </a:custGeom>
            <a:solidFill>
              <a:srgbClr val="88ADCD"/>
            </a:solidFill>
            <a:ln>
              <a:noFill/>
            </a:ln>
          </p:spPr>
        </p:sp>
        <p:sp>
          <p:nvSpPr>
            <p:cNvPr id="21335" name="Graph element 828"/>
            <p:cNvSpPr/>
            <p:nvPr/>
          </p:nvSpPr>
          <p:spPr>
            <a:xfrm>
              <a:off x="1721895" y="915400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88ADCD"/>
            </a:solidFill>
            <a:ln>
              <a:noFill/>
            </a:ln>
          </p:spPr>
        </p:sp>
        <p:sp>
          <p:nvSpPr>
            <p:cNvPr id="21336" name="Graph element 829"/>
            <p:cNvSpPr/>
            <p:nvPr/>
          </p:nvSpPr>
          <p:spPr>
            <a:xfrm>
              <a:off x="1661869" y="900393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88ADCD"/>
            </a:solidFill>
            <a:ln>
              <a:noFill/>
            </a:ln>
          </p:spPr>
        </p:sp>
        <p:sp>
          <p:nvSpPr>
            <p:cNvPr id="21337" name="Graph element 830"/>
            <p:cNvSpPr/>
            <p:nvPr/>
          </p:nvSpPr>
          <p:spPr>
            <a:xfrm>
              <a:off x="1841948" y="891818"/>
              <a:ext cx="3430" cy="10719"/>
            </a:xfrm>
            <a:custGeom>
              <a:avLst/>
              <a:gdLst/>
              <a:ahLst/>
              <a:cxnLst/>
              <a:rect l="0" t="0" r="r" b="b"/>
              <a:pathLst>
                <a:path w="3430" h="10719" stroke="0" extrusionOk="0">
                  <a:moveTo>
                    <a:pt x="0" y="10719"/>
                  </a:moveTo>
                  <a:lnTo>
                    <a:pt x="3430" y="10719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0719"/>
                  </a:lnTo>
                  <a:close/>
                </a:path>
              </a:pathLst>
            </a:custGeom>
            <a:solidFill>
              <a:srgbClr val="88ADCD"/>
            </a:solidFill>
            <a:ln>
              <a:noFill/>
            </a:ln>
          </p:spPr>
        </p:sp>
        <p:sp>
          <p:nvSpPr>
            <p:cNvPr id="21338" name="Graph element 831"/>
            <p:cNvSpPr/>
            <p:nvPr/>
          </p:nvSpPr>
          <p:spPr>
            <a:xfrm>
              <a:off x="1741189" y="887531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88ADCD"/>
            </a:solidFill>
            <a:ln>
              <a:noFill/>
            </a:ln>
          </p:spPr>
        </p:sp>
        <p:sp>
          <p:nvSpPr>
            <p:cNvPr id="21339" name="Graph element 832"/>
            <p:cNvSpPr/>
            <p:nvPr/>
          </p:nvSpPr>
          <p:spPr>
            <a:xfrm>
              <a:off x="1724039" y="881099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88ADCD"/>
            </a:solidFill>
            <a:ln>
              <a:noFill/>
            </a:ln>
          </p:spPr>
        </p:sp>
        <p:sp>
          <p:nvSpPr>
            <p:cNvPr id="21340" name="Graph element 833"/>
            <p:cNvSpPr/>
            <p:nvPr/>
          </p:nvSpPr>
          <p:spPr>
            <a:xfrm>
              <a:off x="1824797" y="878956"/>
              <a:ext cx="3430" cy="6431"/>
            </a:xfrm>
            <a:custGeom>
              <a:avLst/>
              <a:gdLst/>
              <a:ahLst/>
              <a:cxnLst/>
              <a:rect l="0" t="0" r="r" b="b"/>
              <a:pathLst>
                <a:path w="3430" h="6431" stroke="0" extrusionOk="0">
                  <a:moveTo>
                    <a:pt x="0" y="6431"/>
                  </a:moveTo>
                  <a:lnTo>
                    <a:pt x="3430" y="6431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6431"/>
                  </a:lnTo>
                  <a:close/>
                </a:path>
              </a:pathLst>
            </a:custGeom>
            <a:solidFill>
              <a:srgbClr val="88ADCD"/>
            </a:solidFill>
            <a:ln>
              <a:noFill/>
            </a:ln>
          </p:spPr>
        </p:sp>
        <p:sp>
          <p:nvSpPr>
            <p:cNvPr id="21341" name="Graph element 834"/>
            <p:cNvSpPr/>
            <p:nvPr/>
          </p:nvSpPr>
          <p:spPr>
            <a:xfrm>
              <a:off x="1664013" y="876812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88ADCD"/>
            </a:solidFill>
            <a:ln>
              <a:noFill/>
            </a:ln>
          </p:spPr>
        </p:sp>
        <p:sp>
          <p:nvSpPr>
            <p:cNvPr id="21342" name="Graph element 835"/>
            <p:cNvSpPr/>
            <p:nvPr/>
          </p:nvSpPr>
          <p:spPr>
            <a:xfrm>
              <a:off x="1646863" y="870380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88ADCD"/>
            </a:solidFill>
            <a:ln>
              <a:noFill/>
            </a:ln>
          </p:spPr>
        </p:sp>
        <p:sp>
          <p:nvSpPr>
            <p:cNvPr id="21343" name="Graph element 836"/>
            <p:cNvSpPr/>
            <p:nvPr/>
          </p:nvSpPr>
          <p:spPr>
            <a:xfrm>
              <a:off x="1726183" y="848942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88ADCD"/>
            </a:solidFill>
            <a:ln>
              <a:noFill/>
            </a:ln>
          </p:spPr>
        </p:sp>
        <p:sp>
          <p:nvSpPr>
            <p:cNvPr id="21344" name="Graph element 837"/>
            <p:cNvSpPr/>
            <p:nvPr/>
          </p:nvSpPr>
          <p:spPr>
            <a:xfrm>
              <a:off x="1694026" y="827504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88ADCD"/>
            </a:solidFill>
            <a:ln>
              <a:noFill/>
            </a:ln>
          </p:spPr>
        </p:sp>
        <p:sp>
          <p:nvSpPr>
            <p:cNvPr id="21345" name="Graph element 838"/>
            <p:cNvSpPr/>
            <p:nvPr/>
          </p:nvSpPr>
          <p:spPr>
            <a:xfrm>
              <a:off x="1680734" y="823646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88ADCD"/>
            </a:solidFill>
            <a:ln>
              <a:noFill/>
            </a:ln>
          </p:spPr>
        </p:sp>
        <p:sp>
          <p:nvSpPr>
            <p:cNvPr id="21346" name="Graph element 839"/>
            <p:cNvSpPr/>
            <p:nvPr/>
          </p:nvSpPr>
          <p:spPr>
            <a:xfrm>
              <a:off x="1318433" y="817214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88ADCD"/>
            </a:solidFill>
            <a:ln>
              <a:noFill/>
            </a:ln>
          </p:spPr>
        </p:sp>
        <p:sp>
          <p:nvSpPr>
            <p:cNvPr id="21347" name="Graph element 840"/>
            <p:cNvSpPr/>
            <p:nvPr/>
          </p:nvSpPr>
          <p:spPr>
            <a:xfrm>
              <a:off x="1850523" y="816786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88ADCD"/>
            </a:solidFill>
            <a:ln>
              <a:noFill/>
            </a:ln>
          </p:spPr>
        </p:sp>
        <p:sp>
          <p:nvSpPr>
            <p:cNvPr id="21348" name="Graph element 841"/>
            <p:cNvSpPr/>
            <p:nvPr/>
          </p:nvSpPr>
          <p:spPr>
            <a:xfrm>
              <a:off x="1826941" y="801779"/>
              <a:ext cx="3430" cy="17150"/>
            </a:xfrm>
            <a:custGeom>
              <a:avLst/>
              <a:gdLst/>
              <a:ahLst/>
              <a:cxnLst/>
              <a:rect l="0" t="0" r="r" b="b"/>
              <a:pathLst>
                <a:path w="3430" h="17150" stroke="0" extrusionOk="0">
                  <a:moveTo>
                    <a:pt x="0" y="17150"/>
                  </a:moveTo>
                  <a:lnTo>
                    <a:pt x="3430" y="17150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7150"/>
                  </a:lnTo>
                  <a:close/>
                </a:path>
              </a:pathLst>
            </a:custGeom>
            <a:solidFill>
              <a:srgbClr val="88ADCD"/>
            </a:solidFill>
            <a:ln>
              <a:noFill/>
            </a:ln>
          </p:spPr>
        </p:sp>
        <p:sp>
          <p:nvSpPr>
            <p:cNvPr id="21349" name="Graph element 842"/>
            <p:cNvSpPr/>
            <p:nvPr/>
          </p:nvSpPr>
          <p:spPr>
            <a:xfrm>
              <a:off x="1696170" y="795348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88ADCD"/>
            </a:solidFill>
            <a:ln>
              <a:noFill/>
            </a:ln>
          </p:spPr>
        </p:sp>
        <p:sp>
          <p:nvSpPr>
            <p:cNvPr id="21350" name="Graph element 843"/>
            <p:cNvSpPr/>
            <p:nvPr/>
          </p:nvSpPr>
          <p:spPr>
            <a:xfrm>
              <a:off x="1852667" y="784629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88ADCD"/>
            </a:solidFill>
            <a:ln>
              <a:noFill/>
            </a:ln>
          </p:spPr>
        </p:sp>
        <p:sp>
          <p:nvSpPr>
            <p:cNvPr id="21351" name="Graph element 844"/>
            <p:cNvSpPr/>
            <p:nvPr/>
          </p:nvSpPr>
          <p:spPr>
            <a:xfrm>
              <a:off x="1698314" y="761047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88ADCD"/>
            </a:solidFill>
            <a:ln>
              <a:noFill/>
            </a:ln>
          </p:spPr>
        </p:sp>
        <p:sp>
          <p:nvSpPr>
            <p:cNvPr id="21352" name="Graph element 845"/>
            <p:cNvSpPr/>
            <p:nvPr/>
          </p:nvSpPr>
          <p:spPr>
            <a:xfrm>
              <a:off x="1854811" y="752472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88ADCD"/>
            </a:solidFill>
            <a:ln>
              <a:noFill/>
            </a:ln>
          </p:spPr>
        </p:sp>
        <p:sp>
          <p:nvSpPr>
            <p:cNvPr id="21353" name="Graph element 846"/>
            <p:cNvSpPr/>
            <p:nvPr/>
          </p:nvSpPr>
          <p:spPr>
            <a:xfrm>
              <a:off x="1724039" y="746040"/>
              <a:ext cx="3430" cy="6431"/>
            </a:xfrm>
            <a:custGeom>
              <a:avLst/>
              <a:gdLst/>
              <a:ahLst/>
              <a:cxnLst/>
              <a:rect l="0" t="0" r="r" b="b"/>
              <a:pathLst>
                <a:path w="3430" h="6431" stroke="0" extrusionOk="0">
                  <a:moveTo>
                    <a:pt x="0" y="6431"/>
                  </a:moveTo>
                  <a:lnTo>
                    <a:pt x="3430" y="6431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6431"/>
                  </a:lnTo>
                  <a:close/>
                </a:path>
              </a:pathLst>
            </a:custGeom>
            <a:solidFill>
              <a:srgbClr val="88ADCD"/>
            </a:solidFill>
            <a:ln>
              <a:noFill/>
            </a:ln>
          </p:spPr>
        </p:sp>
        <p:sp>
          <p:nvSpPr>
            <p:cNvPr id="21354" name="Graph element 847"/>
            <p:cNvSpPr/>
            <p:nvPr/>
          </p:nvSpPr>
          <p:spPr>
            <a:xfrm>
              <a:off x="1706889" y="739609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88ADCD"/>
            </a:solidFill>
            <a:ln>
              <a:noFill/>
            </a:ln>
          </p:spPr>
        </p:sp>
        <p:sp>
          <p:nvSpPr>
            <p:cNvPr id="21355" name="Graph element 848"/>
            <p:cNvSpPr/>
            <p:nvPr/>
          </p:nvSpPr>
          <p:spPr>
            <a:xfrm>
              <a:off x="1829085" y="726746"/>
              <a:ext cx="3430" cy="15007"/>
            </a:xfrm>
            <a:custGeom>
              <a:avLst/>
              <a:gdLst/>
              <a:ahLst/>
              <a:cxnLst/>
              <a:rect l="0" t="0" r="r" b="b"/>
              <a:pathLst>
                <a:path w="3430" h="15007" stroke="0" extrusionOk="0">
                  <a:moveTo>
                    <a:pt x="0" y="15007"/>
                  </a:moveTo>
                  <a:lnTo>
                    <a:pt x="3430" y="15007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5007"/>
                  </a:lnTo>
                  <a:close/>
                </a:path>
              </a:pathLst>
            </a:custGeom>
            <a:solidFill>
              <a:srgbClr val="88ADCD"/>
            </a:solidFill>
            <a:ln>
              <a:noFill/>
            </a:ln>
          </p:spPr>
        </p:sp>
        <p:sp>
          <p:nvSpPr>
            <p:cNvPr id="21356" name="Graph element 849"/>
            <p:cNvSpPr/>
            <p:nvPr/>
          </p:nvSpPr>
          <p:spPr>
            <a:xfrm>
              <a:off x="1856954" y="716027"/>
              <a:ext cx="3430" cy="6431"/>
            </a:xfrm>
            <a:custGeom>
              <a:avLst/>
              <a:gdLst/>
              <a:ahLst/>
              <a:cxnLst/>
              <a:rect l="0" t="0" r="r" b="b"/>
              <a:pathLst>
                <a:path w="3430" h="6431" stroke="0" extrusionOk="0">
                  <a:moveTo>
                    <a:pt x="0" y="6431"/>
                  </a:moveTo>
                  <a:lnTo>
                    <a:pt x="3430" y="6431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6431"/>
                  </a:lnTo>
                  <a:close/>
                </a:path>
              </a:pathLst>
            </a:custGeom>
            <a:solidFill>
              <a:srgbClr val="88ADCD"/>
            </a:solidFill>
            <a:ln>
              <a:noFill/>
            </a:ln>
          </p:spPr>
        </p:sp>
        <p:sp>
          <p:nvSpPr>
            <p:cNvPr id="21357" name="Graph element 850"/>
            <p:cNvSpPr/>
            <p:nvPr/>
          </p:nvSpPr>
          <p:spPr>
            <a:xfrm>
              <a:off x="1357953" y="714814"/>
              <a:ext cx="4569" cy="4569"/>
            </a:xfrm>
            <a:custGeom>
              <a:avLst/>
              <a:gdLst/>
              <a:ahLst/>
              <a:cxnLst/>
              <a:rect l="0" t="0" r="r" b="b"/>
              <a:pathLst>
                <a:path w="4569" h="4569" stroke="0" extrusionOk="0">
                  <a:moveTo>
                    <a:pt x="0" y="2144"/>
                  </a:moveTo>
                  <a:lnTo>
                    <a:pt x="2425" y="4569"/>
                  </a:lnTo>
                  <a:lnTo>
                    <a:pt x="4569" y="2425"/>
                  </a:lnTo>
                  <a:lnTo>
                    <a:pt x="2144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88ADCD"/>
            </a:solidFill>
            <a:ln>
              <a:noFill/>
            </a:ln>
          </p:spPr>
        </p:sp>
        <p:sp>
          <p:nvSpPr>
            <p:cNvPr id="21358" name="Graph element 851"/>
            <p:cNvSpPr/>
            <p:nvPr/>
          </p:nvSpPr>
          <p:spPr>
            <a:xfrm>
              <a:off x="1726183" y="711740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88ADCD"/>
            </a:solidFill>
            <a:ln>
              <a:noFill/>
            </a:ln>
          </p:spPr>
        </p:sp>
        <p:sp>
          <p:nvSpPr>
            <p:cNvPr id="21359" name="Graph element 852"/>
            <p:cNvSpPr/>
            <p:nvPr/>
          </p:nvSpPr>
          <p:spPr>
            <a:xfrm>
              <a:off x="1709033" y="705308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88ADCD"/>
            </a:solidFill>
            <a:ln>
              <a:noFill/>
            </a:ln>
          </p:spPr>
        </p:sp>
        <p:sp>
          <p:nvSpPr>
            <p:cNvPr id="21360" name="Graph element 853"/>
            <p:cNvSpPr/>
            <p:nvPr/>
          </p:nvSpPr>
          <p:spPr>
            <a:xfrm>
              <a:off x="1859098" y="681726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88ADCD"/>
            </a:solidFill>
            <a:ln>
              <a:noFill/>
            </a:ln>
          </p:spPr>
        </p:sp>
        <p:sp>
          <p:nvSpPr>
            <p:cNvPr id="21361" name="Graph element 854"/>
            <p:cNvSpPr/>
            <p:nvPr/>
          </p:nvSpPr>
          <p:spPr>
            <a:xfrm>
              <a:off x="1728327" y="675295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88ADCD"/>
            </a:solidFill>
            <a:ln>
              <a:noFill/>
            </a:ln>
          </p:spPr>
        </p:sp>
        <p:sp>
          <p:nvSpPr>
            <p:cNvPr id="21362" name="Graph element 855"/>
            <p:cNvSpPr/>
            <p:nvPr/>
          </p:nvSpPr>
          <p:spPr>
            <a:xfrm>
              <a:off x="1711176" y="668864"/>
              <a:ext cx="3430" cy="6431"/>
            </a:xfrm>
            <a:custGeom>
              <a:avLst/>
              <a:gdLst/>
              <a:ahLst/>
              <a:cxnLst/>
              <a:rect l="0" t="0" r="r" b="b"/>
              <a:pathLst>
                <a:path w="3430" h="6431" stroke="0" extrusionOk="0">
                  <a:moveTo>
                    <a:pt x="0" y="6431"/>
                  </a:moveTo>
                  <a:lnTo>
                    <a:pt x="3430" y="6431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6431"/>
                  </a:lnTo>
                  <a:close/>
                </a:path>
              </a:pathLst>
            </a:custGeom>
            <a:solidFill>
              <a:srgbClr val="88ADCD"/>
            </a:solidFill>
            <a:ln>
              <a:noFill/>
            </a:ln>
          </p:spPr>
        </p:sp>
        <p:sp>
          <p:nvSpPr>
            <p:cNvPr id="21363" name="Graph element 856"/>
            <p:cNvSpPr/>
            <p:nvPr/>
          </p:nvSpPr>
          <p:spPr>
            <a:xfrm>
              <a:off x="1831229" y="649570"/>
              <a:ext cx="3430" cy="15007"/>
            </a:xfrm>
            <a:custGeom>
              <a:avLst/>
              <a:gdLst/>
              <a:ahLst/>
              <a:cxnLst/>
              <a:rect l="0" t="0" r="r" b="b"/>
              <a:pathLst>
                <a:path w="3430" h="15007" stroke="0" extrusionOk="0">
                  <a:moveTo>
                    <a:pt x="0" y="15007"/>
                  </a:moveTo>
                  <a:lnTo>
                    <a:pt x="3430" y="15007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5007"/>
                  </a:lnTo>
                  <a:close/>
                </a:path>
              </a:pathLst>
            </a:custGeom>
            <a:solidFill>
              <a:srgbClr val="88ADCD"/>
            </a:solidFill>
            <a:ln>
              <a:noFill/>
            </a:ln>
          </p:spPr>
        </p:sp>
        <p:sp>
          <p:nvSpPr>
            <p:cNvPr id="21364" name="Graph element 857"/>
            <p:cNvSpPr/>
            <p:nvPr/>
          </p:nvSpPr>
          <p:spPr>
            <a:xfrm>
              <a:off x="1861242" y="647426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88ADCD"/>
            </a:solidFill>
            <a:ln>
              <a:noFill/>
            </a:ln>
          </p:spPr>
        </p:sp>
        <p:sp>
          <p:nvSpPr>
            <p:cNvPr id="21365" name="Graph element 858"/>
            <p:cNvSpPr/>
            <p:nvPr/>
          </p:nvSpPr>
          <p:spPr>
            <a:xfrm>
              <a:off x="1869817" y="623844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88ADCD"/>
            </a:solidFill>
            <a:ln>
              <a:noFill/>
            </a:ln>
          </p:spPr>
        </p:sp>
        <p:sp>
          <p:nvSpPr>
            <p:cNvPr id="21366" name="Graph element 859"/>
            <p:cNvSpPr/>
            <p:nvPr/>
          </p:nvSpPr>
          <p:spPr>
            <a:xfrm>
              <a:off x="1871961" y="587400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88ADCD"/>
            </a:solidFill>
            <a:ln>
              <a:noFill/>
            </a:ln>
          </p:spPr>
        </p:sp>
        <p:sp>
          <p:nvSpPr>
            <p:cNvPr id="21367" name="Graph element 860"/>
            <p:cNvSpPr/>
            <p:nvPr/>
          </p:nvSpPr>
          <p:spPr>
            <a:xfrm>
              <a:off x="1854811" y="580968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88ADCD"/>
            </a:solidFill>
            <a:ln>
              <a:noFill/>
            </a:ln>
          </p:spPr>
        </p:sp>
        <p:sp>
          <p:nvSpPr>
            <p:cNvPr id="21368" name="Graph element 861"/>
            <p:cNvSpPr/>
            <p:nvPr/>
          </p:nvSpPr>
          <p:spPr>
            <a:xfrm>
              <a:off x="1833373" y="570249"/>
              <a:ext cx="3430" cy="15007"/>
            </a:xfrm>
            <a:custGeom>
              <a:avLst/>
              <a:gdLst/>
              <a:ahLst/>
              <a:cxnLst/>
              <a:rect l="0" t="0" r="r" b="b"/>
              <a:pathLst>
                <a:path w="3430" h="15007" stroke="0" extrusionOk="0">
                  <a:moveTo>
                    <a:pt x="0" y="15007"/>
                  </a:moveTo>
                  <a:lnTo>
                    <a:pt x="3430" y="15007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5007"/>
                  </a:lnTo>
                  <a:close/>
                </a:path>
              </a:pathLst>
            </a:custGeom>
            <a:solidFill>
              <a:srgbClr val="88ADCD"/>
            </a:solidFill>
            <a:ln>
              <a:noFill/>
            </a:ln>
          </p:spPr>
        </p:sp>
        <p:sp>
          <p:nvSpPr>
            <p:cNvPr id="21369" name="Graph element 862"/>
            <p:cNvSpPr/>
            <p:nvPr/>
          </p:nvSpPr>
          <p:spPr>
            <a:xfrm>
              <a:off x="1874105" y="548811"/>
              <a:ext cx="3430" cy="6431"/>
            </a:xfrm>
            <a:custGeom>
              <a:avLst/>
              <a:gdLst/>
              <a:ahLst/>
              <a:cxnLst/>
              <a:rect l="0" t="0" r="r" b="b"/>
              <a:pathLst>
                <a:path w="3430" h="6431" stroke="0" extrusionOk="0">
                  <a:moveTo>
                    <a:pt x="0" y="6431"/>
                  </a:moveTo>
                  <a:lnTo>
                    <a:pt x="3430" y="6431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6431"/>
                  </a:lnTo>
                  <a:close/>
                </a:path>
              </a:pathLst>
            </a:custGeom>
            <a:solidFill>
              <a:srgbClr val="88ADCD"/>
            </a:solidFill>
            <a:ln>
              <a:noFill/>
            </a:ln>
          </p:spPr>
        </p:sp>
        <p:sp>
          <p:nvSpPr>
            <p:cNvPr id="21370" name="Graph element 863"/>
            <p:cNvSpPr/>
            <p:nvPr/>
          </p:nvSpPr>
          <p:spPr>
            <a:xfrm>
              <a:off x="1852667" y="548811"/>
              <a:ext cx="3430" cy="19294"/>
            </a:xfrm>
            <a:custGeom>
              <a:avLst/>
              <a:gdLst/>
              <a:ahLst/>
              <a:cxnLst/>
              <a:rect l="0" t="0" r="r" b="b"/>
              <a:pathLst>
                <a:path w="3430" h="19294" stroke="0" extrusionOk="0">
                  <a:moveTo>
                    <a:pt x="0" y="19294"/>
                  </a:moveTo>
                  <a:lnTo>
                    <a:pt x="3430" y="1929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9294"/>
                  </a:lnTo>
                  <a:close/>
                </a:path>
              </a:pathLst>
            </a:custGeom>
            <a:solidFill>
              <a:srgbClr val="88ADCD"/>
            </a:solidFill>
            <a:ln>
              <a:noFill/>
            </a:ln>
          </p:spPr>
        </p:sp>
        <p:sp>
          <p:nvSpPr>
            <p:cNvPr id="21371" name="Graph element 864"/>
            <p:cNvSpPr/>
            <p:nvPr/>
          </p:nvSpPr>
          <p:spPr>
            <a:xfrm>
              <a:off x="1856954" y="542380"/>
              <a:ext cx="3430" cy="6431"/>
            </a:xfrm>
            <a:custGeom>
              <a:avLst/>
              <a:gdLst/>
              <a:ahLst/>
              <a:cxnLst/>
              <a:rect l="0" t="0" r="r" b="b"/>
              <a:pathLst>
                <a:path w="3430" h="6431" stroke="0" extrusionOk="0">
                  <a:moveTo>
                    <a:pt x="0" y="6431"/>
                  </a:moveTo>
                  <a:lnTo>
                    <a:pt x="3430" y="6431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6431"/>
                  </a:lnTo>
                  <a:close/>
                </a:path>
              </a:pathLst>
            </a:custGeom>
            <a:solidFill>
              <a:srgbClr val="88ADCD"/>
            </a:solidFill>
            <a:ln>
              <a:noFill/>
            </a:ln>
          </p:spPr>
        </p:sp>
        <p:sp>
          <p:nvSpPr>
            <p:cNvPr id="21372" name="Graph element 865"/>
            <p:cNvSpPr/>
            <p:nvPr/>
          </p:nvSpPr>
          <p:spPr>
            <a:xfrm>
              <a:off x="917973" y="531661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88ADCD"/>
            </a:solidFill>
            <a:ln>
              <a:noFill/>
            </a:ln>
          </p:spPr>
        </p:sp>
        <p:sp>
          <p:nvSpPr>
            <p:cNvPr id="21373" name="Graph element 866"/>
            <p:cNvSpPr/>
            <p:nvPr/>
          </p:nvSpPr>
          <p:spPr>
            <a:xfrm>
              <a:off x="900822" y="527373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88ADCD"/>
            </a:solidFill>
            <a:ln>
              <a:noFill/>
            </a:ln>
          </p:spPr>
        </p:sp>
        <p:sp>
          <p:nvSpPr>
            <p:cNvPr id="21374" name="Graph element 867"/>
            <p:cNvSpPr/>
            <p:nvPr/>
          </p:nvSpPr>
          <p:spPr>
            <a:xfrm>
              <a:off x="920116" y="510223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88ADCD"/>
            </a:solidFill>
            <a:ln>
              <a:noFill/>
            </a:ln>
          </p:spPr>
        </p:sp>
        <p:sp>
          <p:nvSpPr>
            <p:cNvPr id="21375" name="Graph element 868"/>
            <p:cNvSpPr/>
            <p:nvPr/>
          </p:nvSpPr>
          <p:spPr>
            <a:xfrm>
              <a:off x="1859098" y="508079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88ADCD"/>
            </a:solidFill>
            <a:ln>
              <a:noFill/>
            </a:ln>
          </p:spPr>
        </p:sp>
        <p:sp>
          <p:nvSpPr>
            <p:cNvPr id="21376" name="Graph element 869"/>
            <p:cNvSpPr/>
            <p:nvPr/>
          </p:nvSpPr>
          <p:spPr>
            <a:xfrm>
              <a:off x="902966" y="505935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88ADCD"/>
            </a:solidFill>
            <a:ln>
              <a:noFill/>
            </a:ln>
          </p:spPr>
        </p:sp>
        <p:sp>
          <p:nvSpPr>
            <p:cNvPr id="21377" name="Graph element 870"/>
            <p:cNvSpPr/>
            <p:nvPr/>
          </p:nvSpPr>
          <p:spPr>
            <a:xfrm>
              <a:off x="1835516" y="490929"/>
              <a:ext cx="3430" cy="15007"/>
            </a:xfrm>
            <a:custGeom>
              <a:avLst/>
              <a:gdLst/>
              <a:ahLst/>
              <a:cxnLst/>
              <a:rect l="0" t="0" r="r" b="b"/>
              <a:pathLst>
                <a:path w="3430" h="15007" stroke="0" extrusionOk="0">
                  <a:moveTo>
                    <a:pt x="0" y="15007"/>
                  </a:moveTo>
                  <a:lnTo>
                    <a:pt x="3430" y="15007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5007"/>
                  </a:lnTo>
                  <a:close/>
                </a:path>
              </a:pathLst>
            </a:custGeom>
            <a:solidFill>
              <a:srgbClr val="88ADCD"/>
            </a:solidFill>
            <a:ln>
              <a:noFill/>
            </a:ln>
          </p:spPr>
        </p:sp>
        <p:sp>
          <p:nvSpPr>
            <p:cNvPr id="21378" name="Graph element 871"/>
            <p:cNvSpPr/>
            <p:nvPr/>
          </p:nvSpPr>
          <p:spPr>
            <a:xfrm>
              <a:off x="1884824" y="484497"/>
              <a:ext cx="3430" cy="6431"/>
            </a:xfrm>
            <a:custGeom>
              <a:avLst/>
              <a:gdLst/>
              <a:ahLst/>
              <a:cxnLst/>
              <a:rect l="0" t="0" r="r" b="b"/>
              <a:pathLst>
                <a:path w="3430" h="6431" stroke="0" extrusionOk="0">
                  <a:moveTo>
                    <a:pt x="0" y="6431"/>
                  </a:moveTo>
                  <a:lnTo>
                    <a:pt x="3430" y="6431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6431"/>
                  </a:lnTo>
                  <a:close/>
                </a:path>
              </a:pathLst>
            </a:custGeom>
            <a:solidFill>
              <a:srgbClr val="88ADCD"/>
            </a:solidFill>
            <a:ln>
              <a:noFill/>
            </a:ln>
          </p:spPr>
        </p:sp>
        <p:sp>
          <p:nvSpPr>
            <p:cNvPr id="21379" name="Graph element 872"/>
            <p:cNvSpPr/>
            <p:nvPr/>
          </p:nvSpPr>
          <p:spPr>
            <a:xfrm>
              <a:off x="1867673" y="478066"/>
              <a:ext cx="3430" cy="6431"/>
            </a:xfrm>
            <a:custGeom>
              <a:avLst/>
              <a:gdLst/>
              <a:ahLst/>
              <a:cxnLst/>
              <a:rect l="0" t="0" r="r" b="b"/>
              <a:pathLst>
                <a:path w="3430" h="6431" stroke="0" extrusionOk="0">
                  <a:moveTo>
                    <a:pt x="0" y="6431"/>
                  </a:moveTo>
                  <a:lnTo>
                    <a:pt x="3430" y="6431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6431"/>
                  </a:lnTo>
                  <a:close/>
                </a:path>
              </a:pathLst>
            </a:custGeom>
            <a:solidFill>
              <a:srgbClr val="88ADCD"/>
            </a:solidFill>
            <a:ln>
              <a:noFill/>
            </a:ln>
          </p:spPr>
        </p:sp>
        <p:sp>
          <p:nvSpPr>
            <p:cNvPr id="21380" name="Graph element 873"/>
            <p:cNvSpPr/>
            <p:nvPr/>
          </p:nvSpPr>
          <p:spPr>
            <a:xfrm>
              <a:off x="1854811" y="460916"/>
              <a:ext cx="3430" cy="17150"/>
            </a:xfrm>
            <a:custGeom>
              <a:avLst/>
              <a:gdLst/>
              <a:ahLst/>
              <a:cxnLst/>
              <a:rect l="0" t="0" r="r" b="b"/>
              <a:pathLst>
                <a:path w="3430" h="17150" stroke="0" extrusionOk="0">
                  <a:moveTo>
                    <a:pt x="0" y="17150"/>
                  </a:moveTo>
                  <a:lnTo>
                    <a:pt x="3430" y="17150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7150"/>
                  </a:lnTo>
                  <a:close/>
                </a:path>
              </a:pathLst>
            </a:custGeom>
            <a:solidFill>
              <a:srgbClr val="88ADCD"/>
            </a:solidFill>
            <a:ln>
              <a:noFill/>
            </a:ln>
          </p:spPr>
        </p:sp>
        <p:sp>
          <p:nvSpPr>
            <p:cNvPr id="21381" name="Graph element 874"/>
            <p:cNvSpPr/>
            <p:nvPr/>
          </p:nvSpPr>
          <p:spPr>
            <a:xfrm>
              <a:off x="1897686" y="437334"/>
              <a:ext cx="3430" cy="19294"/>
            </a:xfrm>
            <a:custGeom>
              <a:avLst/>
              <a:gdLst/>
              <a:ahLst/>
              <a:cxnLst/>
              <a:rect l="0" t="0" r="r" b="b"/>
              <a:pathLst>
                <a:path w="3430" h="19294" stroke="0" extrusionOk="0">
                  <a:moveTo>
                    <a:pt x="0" y="19294"/>
                  </a:moveTo>
                  <a:lnTo>
                    <a:pt x="3430" y="1929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9294"/>
                  </a:lnTo>
                  <a:close/>
                </a:path>
              </a:pathLst>
            </a:custGeom>
            <a:solidFill>
              <a:srgbClr val="88ADCD"/>
            </a:solidFill>
            <a:ln>
              <a:noFill/>
            </a:ln>
          </p:spPr>
        </p:sp>
        <p:sp>
          <p:nvSpPr>
            <p:cNvPr id="21382" name="Graph element 875"/>
            <p:cNvSpPr/>
            <p:nvPr/>
          </p:nvSpPr>
          <p:spPr>
            <a:xfrm>
              <a:off x="1854811" y="422327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88ADCD"/>
            </a:solidFill>
            <a:ln>
              <a:noFill/>
            </a:ln>
          </p:spPr>
        </p:sp>
        <p:sp>
          <p:nvSpPr>
            <p:cNvPr id="21383" name="Graph element 876"/>
            <p:cNvSpPr/>
            <p:nvPr/>
          </p:nvSpPr>
          <p:spPr>
            <a:xfrm>
              <a:off x="1837660" y="409465"/>
              <a:ext cx="3430" cy="17150"/>
            </a:xfrm>
            <a:custGeom>
              <a:avLst/>
              <a:gdLst/>
              <a:ahLst/>
              <a:cxnLst/>
              <a:rect l="0" t="0" r="r" b="b"/>
              <a:pathLst>
                <a:path w="3430" h="17150" stroke="0" extrusionOk="0">
                  <a:moveTo>
                    <a:pt x="0" y="17150"/>
                  </a:moveTo>
                  <a:lnTo>
                    <a:pt x="3430" y="17150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7150"/>
                  </a:lnTo>
                  <a:close/>
                </a:path>
              </a:pathLst>
            </a:custGeom>
            <a:solidFill>
              <a:srgbClr val="88ADCD"/>
            </a:solidFill>
            <a:ln>
              <a:noFill/>
            </a:ln>
          </p:spPr>
        </p:sp>
        <p:sp>
          <p:nvSpPr>
            <p:cNvPr id="21384" name="Graph element 877"/>
            <p:cNvSpPr/>
            <p:nvPr/>
          </p:nvSpPr>
          <p:spPr>
            <a:xfrm>
              <a:off x="1871961" y="392314"/>
              <a:ext cx="3430" cy="6431"/>
            </a:xfrm>
            <a:custGeom>
              <a:avLst/>
              <a:gdLst/>
              <a:ahLst/>
              <a:cxnLst/>
              <a:rect l="0" t="0" r="r" b="b"/>
              <a:pathLst>
                <a:path w="3430" h="6431" stroke="0" extrusionOk="0">
                  <a:moveTo>
                    <a:pt x="0" y="6431"/>
                  </a:moveTo>
                  <a:lnTo>
                    <a:pt x="3430" y="6431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6431"/>
                  </a:lnTo>
                  <a:close/>
                </a:path>
              </a:pathLst>
            </a:custGeom>
            <a:solidFill>
              <a:srgbClr val="88ADCD"/>
            </a:solidFill>
            <a:ln>
              <a:noFill/>
            </a:ln>
          </p:spPr>
        </p:sp>
        <p:sp>
          <p:nvSpPr>
            <p:cNvPr id="21385" name="Graph element 878"/>
            <p:cNvSpPr/>
            <p:nvPr/>
          </p:nvSpPr>
          <p:spPr>
            <a:xfrm>
              <a:off x="1901974" y="285125"/>
              <a:ext cx="3430" cy="6431"/>
            </a:xfrm>
            <a:custGeom>
              <a:avLst/>
              <a:gdLst/>
              <a:ahLst/>
              <a:cxnLst/>
              <a:rect l="0" t="0" r="r" b="b"/>
              <a:pathLst>
                <a:path w="3430" h="6431" stroke="0" extrusionOk="0">
                  <a:moveTo>
                    <a:pt x="0" y="6431"/>
                  </a:moveTo>
                  <a:lnTo>
                    <a:pt x="3430" y="6431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6431"/>
                  </a:lnTo>
                  <a:close/>
                </a:path>
              </a:pathLst>
            </a:custGeom>
            <a:solidFill>
              <a:srgbClr val="88ADCD"/>
            </a:solidFill>
            <a:ln>
              <a:noFill/>
            </a:ln>
          </p:spPr>
        </p:sp>
        <p:sp>
          <p:nvSpPr>
            <p:cNvPr id="21386" name="Graph element 879"/>
            <p:cNvSpPr/>
            <p:nvPr/>
          </p:nvSpPr>
          <p:spPr>
            <a:xfrm>
              <a:off x="1912693" y="210092"/>
              <a:ext cx="3430" cy="8575"/>
            </a:xfrm>
            <a:custGeom>
              <a:avLst/>
              <a:gdLst/>
              <a:ahLst/>
              <a:cxnLst/>
              <a:rect l="0" t="0" r="r" b="b"/>
              <a:pathLst>
                <a:path w="3430" h="8575" stroke="0" extrusionOk="0">
                  <a:moveTo>
                    <a:pt x="0" y="8575"/>
                  </a:moveTo>
                  <a:lnTo>
                    <a:pt x="3430" y="857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8575"/>
                  </a:lnTo>
                  <a:close/>
                </a:path>
              </a:pathLst>
            </a:custGeom>
            <a:solidFill>
              <a:srgbClr val="88ADCD"/>
            </a:solidFill>
            <a:ln>
              <a:noFill/>
            </a:ln>
          </p:spPr>
        </p:sp>
        <p:sp>
          <p:nvSpPr>
            <p:cNvPr id="21387" name="Graph element 880"/>
            <p:cNvSpPr/>
            <p:nvPr/>
          </p:nvSpPr>
          <p:spPr>
            <a:xfrm>
              <a:off x="388455" y="201517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88ADCD"/>
            </a:solidFill>
            <a:ln>
              <a:noFill/>
            </a:ln>
          </p:spPr>
        </p:sp>
        <p:sp>
          <p:nvSpPr>
            <p:cNvPr id="21388" name="Graph element 881"/>
            <p:cNvSpPr/>
            <p:nvPr/>
          </p:nvSpPr>
          <p:spPr>
            <a:xfrm>
              <a:off x="371305" y="197229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88ADCD"/>
            </a:solidFill>
            <a:ln>
              <a:noFill/>
            </a:ln>
          </p:spPr>
        </p:sp>
        <p:sp>
          <p:nvSpPr>
            <p:cNvPr id="21389" name="Graph element 882"/>
            <p:cNvSpPr/>
            <p:nvPr/>
          </p:nvSpPr>
          <p:spPr>
            <a:xfrm>
              <a:off x="390599" y="180079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88ADCD"/>
            </a:solidFill>
            <a:ln>
              <a:noFill/>
            </a:ln>
          </p:spPr>
        </p:sp>
        <p:sp>
          <p:nvSpPr>
            <p:cNvPr id="21390" name="Graph element 883"/>
            <p:cNvSpPr/>
            <p:nvPr/>
          </p:nvSpPr>
          <p:spPr>
            <a:xfrm>
              <a:off x="591687" y="176220"/>
              <a:ext cx="45020" cy="3430"/>
            </a:xfrm>
            <a:custGeom>
              <a:avLst/>
              <a:gdLst/>
              <a:ahLst/>
              <a:cxnLst/>
              <a:rect l="0" t="0" r="r" b="b"/>
              <a:pathLst>
                <a:path w="45020" h="3430" stroke="0" extrusionOk="0">
                  <a:moveTo>
                    <a:pt x="45020" y="3430"/>
                  </a:moveTo>
                  <a:lnTo>
                    <a:pt x="45020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45020" y="3430"/>
                  </a:lnTo>
                  <a:close/>
                </a:path>
              </a:pathLst>
            </a:custGeom>
            <a:solidFill>
              <a:srgbClr val="88ADCD"/>
            </a:solidFill>
            <a:ln>
              <a:noFill/>
            </a:ln>
          </p:spPr>
        </p:sp>
        <p:sp>
          <p:nvSpPr>
            <p:cNvPr id="21391" name="Graph element 884"/>
            <p:cNvSpPr/>
            <p:nvPr/>
          </p:nvSpPr>
          <p:spPr>
            <a:xfrm>
              <a:off x="373449" y="175791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88ADCD"/>
            </a:solidFill>
            <a:ln>
              <a:noFill/>
            </a:ln>
          </p:spPr>
        </p:sp>
        <p:sp>
          <p:nvSpPr>
            <p:cNvPr id="21392" name="Graph element 885"/>
            <p:cNvSpPr/>
            <p:nvPr/>
          </p:nvSpPr>
          <p:spPr>
            <a:xfrm>
              <a:off x="1914837" y="162928"/>
              <a:ext cx="3430" cy="6431"/>
            </a:xfrm>
            <a:custGeom>
              <a:avLst/>
              <a:gdLst/>
              <a:ahLst/>
              <a:cxnLst/>
              <a:rect l="0" t="0" r="r" b="b"/>
              <a:pathLst>
                <a:path w="3430" h="6431" stroke="0" extrusionOk="0">
                  <a:moveTo>
                    <a:pt x="0" y="6431"/>
                  </a:moveTo>
                  <a:lnTo>
                    <a:pt x="3430" y="6431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6431"/>
                  </a:lnTo>
                  <a:close/>
                </a:path>
              </a:pathLst>
            </a:custGeom>
            <a:solidFill>
              <a:srgbClr val="88ADCD"/>
            </a:solidFill>
            <a:ln>
              <a:noFill/>
            </a:ln>
          </p:spPr>
        </p:sp>
        <p:sp>
          <p:nvSpPr>
            <p:cNvPr id="21393" name="Graph element 886"/>
            <p:cNvSpPr/>
            <p:nvPr/>
          </p:nvSpPr>
          <p:spPr>
            <a:xfrm>
              <a:off x="591687" y="116194"/>
              <a:ext cx="45020" cy="3430"/>
            </a:xfrm>
            <a:custGeom>
              <a:avLst/>
              <a:gdLst/>
              <a:ahLst/>
              <a:cxnLst/>
              <a:rect l="0" t="0" r="r" b="b"/>
              <a:pathLst>
                <a:path w="45020" h="3430" stroke="0" extrusionOk="0">
                  <a:moveTo>
                    <a:pt x="45020" y="3430"/>
                  </a:moveTo>
                  <a:lnTo>
                    <a:pt x="45020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45020" y="3430"/>
                  </a:lnTo>
                  <a:close/>
                </a:path>
              </a:pathLst>
            </a:custGeom>
            <a:solidFill>
              <a:srgbClr val="88ADCD"/>
            </a:solidFill>
            <a:ln>
              <a:noFill/>
            </a:ln>
          </p:spPr>
        </p:sp>
        <p:sp>
          <p:nvSpPr>
            <p:cNvPr id="21394" name="Graph element 887"/>
            <p:cNvSpPr/>
            <p:nvPr/>
          </p:nvSpPr>
          <p:spPr>
            <a:xfrm>
              <a:off x="1916981" y="113621"/>
              <a:ext cx="3430" cy="8575"/>
            </a:xfrm>
            <a:custGeom>
              <a:avLst/>
              <a:gdLst/>
              <a:ahLst/>
              <a:cxnLst/>
              <a:rect l="0" t="0" r="r" b="b"/>
              <a:pathLst>
                <a:path w="3430" h="8575" stroke="0" extrusionOk="0">
                  <a:moveTo>
                    <a:pt x="0" y="8575"/>
                  </a:moveTo>
                  <a:lnTo>
                    <a:pt x="3430" y="857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8575"/>
                  </a:lnTo>
                  <a:close/>
                </a:path>
              </a:pathLst>
            </a:custGeom>
            <a:solidFill>
              <a:srgbClr val="88ADCD"/>
            </a:solidFill>
            <a:ln>
              <a:noFill/>
            </a:ln>
          </p:spPr>
        </p:sp>
        <p:sp>
          <p:nvSpPr>
            <p:cNvPr id="21395" name="Graph element 888"/>
            <p:cNvSpPr/>
            <p:nvPr/>
          </p:nvSpPr>
          <p:spPr>
            <a:xfrm>
              <a:off x="591687" y="56167"/>
              <a:ext cx="45020" cy="3430"/>
            </a:xfrm>
            <a:custGeom>
              <a:avLst/>
              <a:gdLst/>
              <a:ahLst/>
              <a:cxnLst/>
              <a:rect l="0" t="0" r="r" b="b"/>
              <a:pathLst>
                <a:path w="45020" h="3430" stroke="0" extrusionOk="0">
                  <a:moveTo>
                    <a:pt x="45020" y="3430"/>
                  </a:moveTo>
                  <a:lnTo>
                    <a:pt x="45020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45020" y="3430"/>
                  </a:lnTo>
                  <a:close/>
                </a:path>
              </a:pathLst>
            </a:custGeom>
            <a:solidFill>
              <a:srgbClr val="88ADCD"/>
            </a:solidFill>
            <a:ln>
              <a:noFill/>
            </a:ln>
          </p:spPr>
        </p:sp>
        <p:sp>
          <p:nvSpPr>
            <p:cNvPr id="21396" name="Graph element 889"/>
            <p:cNvSpPr/>
            <p:nvPr/>
          </p:nvSpPr>
          <p:spPr>
            <a:xfrm>
              <a:off x="1644290" y="896535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759FC5"/>
            </a:solidFill>
            <a:ln>
              <a:noFill/>
            </a:ln>
          </p:spPr>
        </p:sp>
        <p:sp>
          <p:nvSpPr>
            <p:cNvPr id="21397" name="Graph element 890"/>
            <p:cNvSpPr/>
            <p:nvPr/>
          </p:nvSpPr>
          <p:spPr>
            <a:xfrm>
              <a:off x="1736473" y="832221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759FC5"/>
            </a:solidFill>
            <a:ln>
              <a:noFill/>
            </a:ln>
          </p:spPr>
        </p:sp>
        <p:sp>
          <p:nvSpPr>
            <p:cNvPr id="21398" name="Graph element 891"/>
            <p:cNvSpPr/>
            <p:nvPr/>
          </p:nvSpPr>
          <p:spPr>
            <a:xfrm>
              <a:off x="1700960" y="746971"/>
              <a:ext cx="4569" cy="4569"/>
            </a:xfrm>
            <a:custGeom>
              <a:avLst/>
              <a:gdLst/>
              <a:ahLst/>
              <a:cxnLst/>
              <a:rect l="0" t="0" r="r" b="b"/>
              <a:pathLst>
                <a:path w="4569" h="4569" stroke="0" extrusionOk="0">
                  <a:moveTo>
                    <a:pt x="0" y="2144"/>
                  </a:moveTo>
                  <a:lnTo>
                    <a:pt x="2425" y="4569"/>
                  </a:lnTo>
                  <a:lnTo>
                    <a:pt x="4569" y="2425"/>
                  </a:lnTo>
                  <a:lnTo>
                    <a:pt x="2144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759FC5"/>
            </a:solidFill>
            <a:ln>
              <a:noFill/>
            </a:ln>
          </p:spPr>
        </p:sp>
        <p:sp>
          <p:nvSpPr>
            <p:cNvPr id="21399" name="Graph element 892"/>
            <p:cNvSpPr/>
            <p:nvPr/>
          </p:nvSpPr>
          <p:spPr>
            <a:xfrm>
              <a:off x="1318433" y="720744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759FC5"/>
            </a:solidFill>
            <a:ln>
              <a:noFill/>
            </a:ln>
          </p:spPr>
        </p:sp>
        <p:sp>
          <p:nvSpPr>
            <p:cNvPr id="21400" name="Graph element 893"/>
            <p:cNvSpPr/>
            <p:nvPr/>
          </p:nvSpPr>
          <p:spPr>
            <a:xfrm>
              <a:off x="1866032" y="633350"/>
              <a:ext cx="4569" cy="4569"/>
            </a:xfrm>
            <a:custGeom>
              <a:avLst/>
              <a:gdLst/>
              <a:ahLst/>
              <a:cxnLst/>
              <a:rect l="0" t="0" r="r" b="b"/>
              <a:pathLst>
                <a:path w="4569" h="4569" stroke="0" extrusionOk="0">
                  <a:moveTo>
                    <a:pt x="0" y="2144"/>
                  </a:moveTo>
                  <a:lnTo>
                    <a:pt x="2425" y="4569"/>
                  </a:lnTo>
                  <a:lnTo>
                    <a:pt x="4569" y="2425"/>
                  </a:lnTo>
                  <a:lnTo>
                    <a:pt x="2144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759FC5"/>
            </a:solidFill>
            <a:ln>
              <a:noFill/>
            </a:ln>
          </p:spPr>
        </p:sp>
        <p:sp>
          <p:nvSpPr>
            <p:cNvPr id="21401" name="Graph element 894"/>
            <p:cNvSpPr/>
            <p:nvPr/>
          </p:nvSpPr>
          <p:spPr>
            <a:xfrm>
              <a:off x="1882680" y="280837"/>
              <a:ext cx="3430" cy="17150"/>
            </a:xfrm>
            <a:custGeom>
              <a:avLst/>
              <a:gdLst/>
              <a:ahLst/>
              <a:cxnLst/>
              <a:rect l="0" t="0" r="r" b="b"/>
              <a:pathLst>
                <a:path w="3430" h="17150" stroke="0" extrusionOk="0">
                  <a:moveTo>
                    <a:pt x="0" y="17150"/>
                  </a:moveTo>
                  <a:lnTo>
                    <a:pt x="3430" y="17150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7150"/>
                  </a:lnTo>
                  <a:close/>
                </a:path>
              </a:pathLst>
            </a:custGeom>
            <a:solidFill>
              <a:srgbClr val="759FC5"/>
            </a:solidFill>
            <a:ln>
              <a:noFill/>
            </a:ln>
          </p:spPr>
        </p:sp>
        <p:sp>
          <p:nvSpPr>
            <p:cNvPr id="21402" name="Graph element 895"/>
            <p:cNvSpPr/>
            <p:nvPr/>
          </p:nvSpPr>
          <p:spPr>
            <a:xfrm>
              <a:off x="1884824" y="173647"/>
              <a:ext cx="3430" cy="6431"/>
            </a:xfrm>
            <a:custGeom>
              <a:avLst/>
              <a:gdLst/>
              <a:ahLst/>
              <a:cxnLst/>
              <a:rect l="0" t="0" r="r" b="b"/>
              <a:pathLst>
                <a:path w="3430" h="6431" stroke="0" extrusionOk="0">
                  <a:moveTo>
                    <a:pt x="0" y="6431"/>
                  </a:moveTo>
                  <a:lnTo>
                    <a:pt x="3430" y="6431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6431"/>
                  </a:lnTo>
                  <a:close/>
                </a:path>
              </a:pathLst>
            </a:custGeom>
            <a:solidFill>
              <a:srgbClr val="759FC5"/>
            </a:solidFill>
            <a:ln>
              <a:noFill/>
            </a:ln>
          </p:spPr>
        </p:sp>
        <p:sp>
          <p:nvSpPr>
            <p:cNvPr id="21403" name="Graph element 896"/>
            <p:cNvSpPr/>
            <p:nvPr/>
          </p:nvSpPr>
          <p:spPr>
            <a:xfrm>
              <a:off x="1949137" y="1839375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989DA1"/>
            </a:solidFill>
            <a:ln>
              <a:noFill/>
            </a:ln>
          </p:spPr>
        </p:sp>
        <p:sp>
          <p:nvSpPr>
            <p:cNvPr id="21404" name="Graph element 897"/>
            <p:cNvSpPr/>
            <p:nvPr/>
          </p:nvSpPr>
          <p:spPr>
            <a:xfrm>
              <a:off x="1252404" y="1839375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989DA1"/>
            </a:solidFill>
            <a:ln>
              <a:noFill/>
            </a:ln>
          </p:spPr>
        </p:sp>
        <p:sp>
          <p:nvSpPr>
            <p:cNvPr id="21405" name="Graph element 898"/>
            <p:cNvSpPr/>
            <p:nvPr/>
          </p:nvSpPr>
          <p:spPr>
            <a:xfrm>
              <a:off x="909397" y="1839375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989DA1"/>
            </a:solidFill>
            <a:ln>
              <a:noFill/>
            </a:ln>
          </p:spPr>
        </p:sp>
        <p:sp>
          <p:nvSpPr>
            <p:cNvPr id="21406" name="Graph element 899"/>
            <p:cNvSpPr/>
            <p:nvPr/>
          </p:nvSpPr>
          <p:spPr>
            <a:xfrm>
              <a:off x="555671" y="1839375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989DA1"/>
            </a:solidFill>
            <a:ln>
              <a:noFill/>
            </a:ln>
          </p:spPr>
        </p:sp>
        <p:sp>
          <p:nvSpPr>
            <p:cNvPr id="21407" name="Graph element 900"/>
            <p:cNvSpPr/>
            <p:nvPr/>
          </p:nvSpPr>
          <p:spPr>
            <a:xfrm>
              <a:off x="210092" y="1764771"/>
              <a:ext cx="4288" cy="3430"/>
            </a:xfrm>
            <a:custGeom>
              <a:avLst/>
              <a:gdLst/>
              <a:ahLst/>
              <a:cxnLst/>
              <a:rect l="0" t="0" r="r" b="b"/>
              <a:pathLst>
                <a:path w="4288" h="3430" stroke="0" extrusionOk="0">
                  <a:moveTo>
                    <a:pt x="4288" y="3430"/>
                  </a:moveTo>
                  <a:lnTo>
                    <a:pt x="4288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4288" y="3430"/>
                  </a:lnTo>
                  <a:close/>
                </a:path>
              </a:pathLst>
            </a:custGeom>
            <a:solidFill>
              <a:srgbClr val="989DA1"/>
            </a:solidFill>
            <a:ln>
              <a:noFill/>
            </a:ln>
          </p:spPr>
        </p:sp>
        <p:sp>
          <p:nvSpPr>
            <p:cNvPr id="21408" name="Graph element 901"/>
            <p:cNvSpPr/>
            <p:nvPr/>
          </p:nvSpPr>
          <p:spPr>
            <a:xfrm>
              <a:off x="207948" y="1599699"/>
              <a:ext cx="6431" cy="3430"/>
            </a:xfrm>
            <a:custGeom>
              <a:avLst/>
              <a:gdLst/>
              <a:ahLst/>
              <a:cxnLst/>
              <a:rect l="0" t="0" r="r" b="b"/>
              <a:pathLst>
                <a:path w="6431" h="3430" stroke="0" extrusionOk="0">
                  <a:moveTo>
                    <a:pt x="6431" y="3430"/>
                  </a:moveTo>
                  <a:lnTo>
                    <a:pt x="6431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6431" y="3430"/>
                  </a:lnTo>
                  <a:close/>
                </a:path>
              </a:pathLst>
            </a:custGeom>
            <a:solidFill>
              <a:srgbClr val="989DA1"/>
            </a:solidFill>
            <a:ln>
              <a:noFill/>
            </a:ln>
          </p:spPr>
        </p:sp>
        <p:sp>
          <p:nvSpPr>
            <p:cNvPr id="21409" name="Graph element 902"/>
            <p:cNvSpPr/>
            <p:nvPr/>
          </p:nvSpPr>
          <p:spPr>
            <a:xfrm>
              <a:off x="207948" y="652142"/>
              <a:ext cx="6431" cy="3430"/>
            </a:xfrm>
            <a:custGeom>
              <a:avLst/>
              <a:gdLst/>
              <a:ahLst/>
              <a:cxnLst/>
              <a:rect l="0" t="0" r="r" b="b"/>
              <a:pathLst>
                <a:path w="6431" h="3430" stroke="0" extrusionOk="0">
                  <a:moveTo>
                    <a:pt x="6431" y="3430"/>
                  </a:moveTo>
                  <a:lnTo>
                    <a:pt x="6431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6431" y="3430"/>
                  </a:lnTo>
                  <a:close/>
                </a:path>
              </a:pathLst>
            </a:custGeom>
            <a:solidFill>
              <a:srgbClr val="989DA1"/>
            </a:solidFill>
            <a:ln>
              <a:noFill/>
            </a:ln>
          </p:spPr>
        </p:sp>
        <p:sp>
          <p:nvSpPr>
            <p:cNvPr id="21410" name="Graph element 903"/>
            <p:cNvSpPr/>
            <p:nvPr/>
          </p:nvSpPr>
          <p:spPr>
            <a:xfrm>
              <a:off x="207948" y="379880"/>
              <a:ext cx="6431" cy="3430"/>
            </a:xfrm>
            <a:custGeom>
              <a:avLst/>
              <a:gdLst/>
              <a:ahLst/>
              <a:cxnLst/>
              <a:rect l="0" t="0" r="r" b="b"/>
              <a:pathLst>
                <a:path w="6431" h="3430" stroke="0" extrusionOk="0">
                  <a:moveTo>
                    <a:pt x="6431" y="3430"/>
                  </a:moveTo>
                  <a:lnTo>
                    <a:pt x="6431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6431" y="3430"/>
                  </a:lnTo>
                  <a:close/>
                </a:path>
              </a:pathLst>
            </a:custGeom>
            <a:solidFill>
              <a:srgbClr val="989DA1"/>
            </a:solidFill>
            <a:ln>
              <a:noFill/>
            </a:ln>
          </p:spPr>
        </p:sp>
        <p:sp>
          <p:nvSpPr>
            <p:cNvPr id="21411" name="Graph element 904"/>
            <p:cNvSpPr/>
            <p:nvPr/>
          </p:nvSpPr>
          <p:spPr>
            <a:xfrm>
              <a:off x="210092" y="118337"/>
              <a:ext cx="4288" cy="3430"/>
            </a:xfrm>
            <a:custGeom>
              <a:avLst/>
              <a:gdLst/>
              <a:ahLst/>
              <a:cxnLst/>
              <a:rect l="0" t="0" r="r" b="b"/>
              <a:pathLst>
                <a:path w="4288" h="3430" stroke="0" extrusionOk="0">
                  <a:moveTo>
                    <a:pt x="4288" y="3430"/>
                  </a:moveTo>
                  <a:lnTo>
                    <a:pt x="4288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4288" y="3430"/>
                  </a:lnTo>
                  <a:close/>
                </a:path>
              </a:pathLst>
            </a:custGeom>
            <a:solidFill>
              <a:srgbClr val="989DA1"/>
            </a:solidFill>
            <a:ln>
              <a:noFill/>
            </a:ln>
          </p:spPr>
        </p:sp>
        <p:sp>
          <p:nvSpPr>
            <p:cNvPr id="21412" name="Graph element 905"/>
            <p:cNvSpPr/>
            <p:nvPr/>
          </p:nvSpPr>
          <p:spPr>
            <a:xfrm>
              <a:off x="1899830" y="338719"/>
              <a:ext cx="3430" cy="6431"/>
            </a:xfrm>
            <a:custGeom>
              <a:avLst/>
              <a:gdLst/>
              <a:ahLst/>
              <a:cxnLst/>
              <a:rect l="0" t="0" r="r" b="b"/>
              <a:pathLst>
                <a:path w="3430" h="6431" stroke="0" extrusionOk="0">
                  <a:moveTo>
                    <a:pt x="0" y="6431"/>
                  </a:moveTo>
                  <a:lnTo>
                    <a:pt x="3430" y="6431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6431"/>
                  </a:lnTo>
                  <a:close/>
                </a:path>
              </a:pathLst>
            </a:custGeom>
            <a:solidFill>
              <a:srgbClr val="4F84B5"/>
            </a:solidFill>
            <a:ln>
              <a:noFill/>
            </a:ln>
          </p:spPr>
        </p:sp>
        <p:sp>
          <p:nvSpPr>
            <p:cNvPr id="21413" name="Graph element 906"/>
            <p:cNvSpPr/>
            <p:nvPr/>
          </p:nvSpPr>
          <p:spPr>
            <a:xfrm>
              <a:off x="1848379" y="1350590"/>
              <a:ext cx="3430" cy="113621"/>
            </a:xfrm>
            <a:custGeom>
              <a:avLst/>
              <a:gdLst/>
              <a:ahLst/>
              <a:cxnLst/>
              <a:rect l="0" t="0" r="r" b="b"/>
              <a:pathLst>
                <a:path w="3430" h="113621" stroke="0" extrusionOk="0">
                  <a:moveTo>
                    <a:pt x="0" y="113621"/>
                  </a:moveTo>
                  <a:lnTo>
                    <a:pt x="3430" y="113621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13621"/>
                  </a:lnTo>
                  <a:close/>
                </a:path>
              </a:pathLst>
            </a:custGeom>
            <a:solidFill>
              <a:srgbClr val="4E84B4"/>
            </a:solidFill>
            <a:ln>
              <a:noFill/>
            </a:ln>
          </p:spPr>
        </p:sp>
        <p:sp>
          <p:nvSpPr>
            <p:cNvPr id="21414" name="Graph element 907"/>
            <p:cNvSpPr/>
            <p:nvPr/>
          </p:nvSpPr>
          <p:spPr>
            <a:xfrm>
              <a:off x="1323150" y="1350590"/>
              <a:ext cx="3430" cy="113621"/>
            </a:xfrm>
            <a:custGeom>
              <a:avLst/>
              <a:gdLst/>
              <a:ahLst/>
              <a:cxnLst/>
              <a:rect l="0" t="0" r="r" b="b"/>
              <a:pathLst>
                <a:path w="3430" h="113621" stroke="0" extrusionOk="0">
                  <a:moveTo>
                    <a:pt x="0" y="113621"/>
                  </a:moveTo>
                  <a:lnTo>
                    <a:pt x="3430" y="113621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13621"/>
                  </a:lnTo>
                  <a:close/>
                </a:path>
              </a:pathLst>
            </a:custGeom>
            <a:solidFill>
              <a:srgbClr val="4E84B4"/>
            </a:solidFill>
            <a:ln>
              <a:noFill/>
            </a:ln>
          </p:spPr>
        </p:sp>
        <p:sp>
          <p:nvSpPr>
            <p:cNvPr id="21415" name="Graph element 908"/>
            <p:cNvSpPr/>
            <p:nvPr/>
          </p:nvSpPr>
          <p:spPr>
            <a:xfrm>
              <a:off x="1908405" y="1348446"/>
              <a:ext cx="3430" cy="115765"/>
            </a:xfrm>
            <a:custGeom>
              <a:avLst/>
              <a:gdLst/>
              <a:ahLst/>
              <a:cxnLst/>
              <a:rect l="0" t="0" r="r" b="b"/>
              <a:pathLst>
                <a:path w="3430" h="115765" stroke="0" extrusionOk="0">
                  <a:moveTo>
                    <a:pt x="0" y="115765"/>
                  </a:moveTo>
                  <a:lnTo>
                    <a:pt x="3430" y="11576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15765"/>
                  </a:lnTo>
                  <a:close/>
                </a:path>
              </a:pathLst>
            </a:custGeom>
            <a:solidFill>
              <a:srgbClr val="4E84B4"/>
            </a:solidFill>
            <a:ln>
              <a:noFill/>
            </a:ln>
          </p:spPr>
        </p:sp>
        <p:sp>
          <p:nvSpPr>
            <p:cNvPr id="21416" name="Graph element 909"/>
            <p:cNvSpPr/>
            <p:nvPr/>
          </p:nvSpPr>
          <p:spPr>
            <a:xfrm>
              <a:off x="1880536" y="1348446"/>
              <a:ext cx="3430" cy="115765"/>
            </a:xfrm>
            <a:custGeom>
              <a:avLst/>
              <a:gdLst/>
              <a:ahLst/>
              <a:cxnLst/>
              <a:rect l="0" t="0" r="r" b="b"/>
              <a:pathLst>
                <a:path w="3430" h="115765" stroke="0" extrusionOk="0">
                  <a:moveTo>
                    <a:pt x="0" y="115765"/>
                  </a:moveTo>
                  <a:lnTo>
                    <a:pt x="3430" y="11576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15765"/>
                  </a:lnTo>
                  <a:close/>
                </a:path>
              </a:pathLst>
            </a:custGeom>
            <a:solidFill>
              <a:srgbClr val="4E84B4"/>
            </a:solidFill>
            <a:ln>
              <a:noFill/>
            </a:ln>
          </p:spPr>
        </p:sp>
        <p:sp>
          <p:nvSpPr>
            <p:cNvPr id="21417" name="Graph element 910"/>
            <p:cNvSpPr/>
            <p:nvPr/>
          </p:nvSpPr>
          <p:spPr>
            <a:xfrm>
              <a:off x="1852667" y="1348446"/>
              <a:ext cx="3430" cy="115765"/>
            </a:xfrm>
            <a:custGeom>
              <a:avLst/>
              <a:gdLst/>
              <a:ahLst/>
              <a:cxnLst/>
              <a:rect l="0" t="0" r="r" b="b"/>
              <a:pathLst>
                <a:path w="3430" h="115765" stroke="0" extrusionOk="0">
                  <a:moveTo>
                    <a:pt x="0" y="115765"/>
                  </a:moveTo>
                  <a:lnTo>
                    <a:pt x="3430" y="11576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15765"/>
                  </a:lnTo>
                  <a:close/>
                </a:path>
              </a:pathLst>
            </a:custGeom>
            <a:solidFill>
              <a:srgbClr val="4E84B4"/>
            </a:solidFill>
            <a:ln>
              <a:noFill/>
            </a:ln>
          </p:spPr>
        </p:sp>
        <p:sp>
          <p:nvSpPr>
            <p:cNvPr id="21418" name="Graph element 911"/>
            <p:cNvSpPr/>
            <p:nvPr/>
          </p:nvSpPr>
          <p:spPr>
            <a:xfrm>
              <a:off x="1713320" y="1348446"/>
              <a:ext cx="3430" cy="115765"/>
            </a:xfrm>
            <a:custGeom>
              <a:avLst/>
              <a:gdLst/>
              <a:ahLst/>
              <a:cxnLst/>
              <a:rect l="0" t="0" r="r" b="b"/>
              <a:pathLst>
                <a:path w="3430" h="115765" stroke="0" extrusionOk="0">
                  <a:moveTo>
                    <a:pt x="0" y="115765"/>
                  </a:moveTo>
                  <a:lnTo>
                    <a:pt x="3430" y="11576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15765"/>
                  </a:lnTo>
                  <a:close/>
                </a:path>
              </a:pathLst>
            </a:custGeom>
            <a:solidFill>
              <a:srgbClr val="4E84B4"/>
            </a:solidFill>
            <a:ln>
              <a:noFill/>
            </a:ln>
          </p:spPr>
        </p:sp>
        <p:sp>
          <p:nvSpPr>
            <p:cNvPr id="21419" name="Graph element 912"/>
            <p:cNvSpPr/>
            <p:nvPr/>
          </p:nvSpPr>
          <p:spPr>
            <a:xfrm>
              <a:off x="1681163" y="1348446"/>
              <a:ext cx="3430" cy="115765"/>
            </a:xfrm>
            <a:custGeom>
              <a:avLst/>
              <a:gdLst/>
              <a:ahLst/>
              <a:cxnLst/>
              <a:rect l="0" t="0" r="r" b="b"/>
              <a:pathLst>
                <a:path w="3430" h="115765" stroke="0" extrusionOk="0">
                  <a:moveTo>
                    <a:pt x="0" y="115765"/>
                  </a:moveTo>
                  <a:lnTo>
                    <a:pt x="3430" y="11576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15765"/>
                  </a:lnTo>
                  <a:close/>
                </a:path>
              </a:pathLst>
            </a:custGeom>
            <a:solidFill>
              <a:srgbClr val="4E84B4"/>
            </a:solidFill>
            <a:ln>
              <a:noFill/>
            </a:ln>
          </p:spPr>
        </p:sp>
        <p:sp>
          <p:nvSpPr>
            <p:cNvPr id="21420" name="Graph element 913"/>
            <p:cNvSpPr/>
            <p:nvPr/>
          </p:nvSpPr>
          <p:spPr>
            <a:xfrm>
              <a:off x="1597555" y="1348446"/>
              <a:ext cx="3430" cy="115765"/>
            </a:xfrm>
            <a:custGeom>
              <a:avLst/>
              <a:gdLst/>
              <a:ahLst/>
              <a:cxnLst/>
              <a:rect l="0" t="0" r="r" b="b"/>
              <a:pathLst>
                <a:path w="3430" h="115765" stroke="0" extrusionOk="0">
                  <a:moveTo>
                    <a:pt x="0" y="115765"/>
                  </a:moveTo>
                  <a:lnTo>
                    <a:pt x="3430" y="11576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15765"/>
                  </a:lnTo>
                  <a:close/>
                </a:path>
              </a:pathLst>
            </a:custGeom>
            <a:solidFill>
              <a:srgbClr val="4E84B4"/>
            </a:solidFill>
            <a:ln>
              <a:noFill/>
            </a:ln>
          </p:spPr>
        </p:sp>
        <p:sp>
          <p:nvSpPr>
            <p:cNvPr id="21421" name="Graph element 914"/>
            <p:cNvSpPr/>
            <p:nvPr/>
          </p:nvSpPr>
          <p:spPr>
            <a:xfrm>
              <a:off x="1490366" y="1348446"/>
              <a:ext cx="3430" cy="115765"/>
            </a:xfrm>
            <a:custGeom>
              <a:avLst/>
              <a:gdLst/>
              <a:ahLst/>
              <a:cxnLst/>
              <a:rect l="0" t="0" r="r" b="b"/>
              <a:pathLst>
                <a:path w="3430" h="115765" stroke="0" extrusionOk="0">
                  <a:moveTo>
                    <a:pt x="0" y="115765"/>
                  </a:moveTo>
                  <a:lnTo>
                    <a:pt x="3430" y="11576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15765"/>
                  </a:lnTo>
                  <a:close/>
                </a:path>
              </a:pathLst>
            </a:custGeom>
            <a:solidFill>
              <a:srgbClr val="4E84B4"/>
            </a:solidFill>
            <a:ln>
              <a:noFill/>
            </a:ln>
          </p:spPr>
        </p:sp>
        <p:sp>
          <p:nvSpPr>
            <p:cNvPr id="21422" name="Graph element 915"/>
            <p:cNvSpPr/>
            <p:nvPr/>
          </p:nvSpPr>
          <p:spPr>
            <a:xfrm>
              <a:off x="789345" y="1348446"/>
              <a:ext cx="3430" cy="115765"/>
            </a:xfrm>
            <a:custGeom>
              <a:avLst/>
              <a:gdLst/>
              <a:ahLst/>
              <a:cxnLst/>
              <a:rect l="0" t="0" r="r" b="b"/>
              <a:pathLst>
                <a:path w="3430" h="115765" stroke="0" extrusionOk="0">
                  <a:moveTo>
                    <a:pt x="0" y="115765"/>
                  </a:moveTo>
                  <a:lnTo>
                    <a:pt x="3430" y="11576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15765"/>
                  </a:lnTo>
                  <a:close/>
                </a:path>
              </a:pathLst>
            </a:custGeom>
            <a:solidFill>
              <a:srgbClr val="4E84B4"/>
            </a:solidFill>
            <a:ln>
              <a:noFill/>
            </a:ln>
          </p:spPr>
        </p:sp>
        <p:sp>
          <p:nvSpPr>
            <p:cNvPr id="21423" name="Graph element 916"/>
            <p:cNvSpPr/>
            <p:nvPr/>
          </p:nvSpPr>
          <p:spPr>
            <a:xfrm>
              <a:off x="710025" y="1348446"/>
              <a:ext cx="3430" cy="115765"/>
            </a:xfrm>
            <a:custGeom>
              <a:avLst/>
              <a:gdLst/>
              <a:ahLst/>
              <a:cxnLst/>
              <a:rect l="0" t="0" r="r" b="b"/>
              <a:pathLst>
                <a:path w="3430" h="115765" stroke="0" extrusionOk="0">
                  <a:moveTo>
                    <a:pt x="0" y="115765"/>
                  </a:moveTo>
                  <a:lnTo>
                    <a:pt x="3430" y="11576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15765"/>
                  </a:lnTo>
                  <a:close/>
                </a:path>
              </a:pathLst>
            </a:custGeom>
            <a:solidFill>
              <a:srgbClr val="4E84B4"/>
            </a:solidFill>
            <a:ln>
              <a:noFill/>
            </a:ln>
          </p:spPr>
        </p:sp>
        <p:sp>
          <p:nvSpPr>
            <p:cNvPr id="21424" name="Graph element 917"/>
            <p:cNvSpPr/>
            <p:nvPr/>
          </p:nvSpPr>
          <p:spPr>
            <a:xfrm>
              <a:off x="1709033" y="1230538"/>
              <a:ext cx="3430" cy="115765"/>
            </a:xfrm>
            <a:custGeom>
              <a:avLst/>
              <a:gdLst/>
              <a:ahLst/>
              <a:cxnLst/>
              <a:rect l="0" t="0" r="r" b="b"/>
              <a:pathLst>
                <a:path w="3430" h="115765" stroke="0" extrusionOk="0">
                  <a:moveTo>
                    <a:pt x="0" y="115765"/>
                  </a:moveTo>
                  <a:lnTo>
                    <a:pt x="3430" y="11576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15765"/>
                  </a:lnTo>
                  <a:close/>
                </a:path>
              </a:pathLst>
            </a:custGeom>
            <a:solidFill>
              <a:srgbClr val="4E84B4"/>
            </a:solidFill>
            <a:ln>
              <a:noFill/>
            </a:ln>
          </p:spPr>
        </p:sp>
        <p:sp>
          <p:nvSpPr>
            <p:cNvPr id="21425" name="Graph element 918"/>
            <p:cNvSpPr/>
            <p:nvPr/>
          </p:nvSpPr>
          <p:spPr>
            <a:xfrm>
              <a:off x="1657582" y="1230538"/>
              <a:ext cx="3430" cy="115765"/>
            </a:xfrm>
            <a:custGeom>
              <a:avLst/>
              <a:gdLst/>
              <a:ahLst/>
              <a:cxnLst/>
              <a:rect l="0" t="0" r="r" b="b"/>
              <a:pathLst>
                <a:path w="3430" h="115765" stroke="0" extrusionOk="0">
                  <a:moveTo>
                    <a:pt x="0" y="115765"/>
                  </a:moveTo>
                  <a:lnTo>
                    <a:pt x="3430" y="11576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15765"/>
                  </a:lnTo>
                  <a:close/>
                </a:path>
              </a:pathLst>
            </a:custGeom>
            <a:solidFill>
              <a:srgbClr val="4E84B4"/>
            </a:solidFill>
            <a:ln>
              <a:noFill/>
            </a:ln>
          </p:spPr>
        </p:sp>
        <p:sp>
          <p:nvSpPr>
            <p:cNvPr id="21426" name="Graph element 919"/>
            <p:cNvSpPr/>
            <p:nvPr/>
          </p:nvSpPr>
          <p:spPr>
            <a:xfrm>
              <a:off x="1179515" y="1230538"/>
              <a:ext cx="3430" cy="115765"/>
            </a:xfrm>
            <a:custGeom>
              <a:avLst/>
              <a:gdLst/>
              <a:ahLst/>
              <a:cxnLst/>
              <a:rect l="0" t="0" r="r" b="b"/>
              <a:pathLst>
                <a:path w="3430" h="115765" stroke="0" extrusionOk="0">
                  <a:moveTo>
                    <a:pt x="0" y="115765"/>
                  </a:moveTo>
                  <a:lnTo>
                    <a:pt x="3430" y="11576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15765"/>
                  </a:lnTo>
                  <a:close/>
                </a:path>
              </a:pathLst>
            </a:custGeom>
            <a:solidFill>
              <a:srgbClr val="4E84B4"/>
            </a:solidFill>
            <a:ln>
              <a:noFill/>
            </a:ln>
          </p:spPr>
        </p:sp>
        <p:sp>
          <p:nvSpPr>
            <p:cNvPr id="21427" name="Graph element 920"/>
            <p:cNvSpPr/>
            <p:nvPr/>
          </p:nvSpPr>
          <p:spPr>
            <a:xfrm>
              <a:off x="1846738" y="1109273"/>
              <a:ext cx="5072" cy="237030"/>
            </a:xfrm>
            <a:custGeom>
              <a:avLst/>
              <a:gdLst/>
              <a:ahLst/>
              <a:cxnLst/>
              <a:rect l="0" t="0" r="r" b="b"/>
              <a:pathLst>
                <a:path w="5072" h="237030" stroke="0" extrusionOk="0">
                  <a:moveTo>
                    <a:pt x="1641" y="4067"/>
                  </a:moveTo>
                  <a:lnTo>
                    <a:pt x="1641" y="237030"/>
                  </a:lnTo>
                  <a:lnTo>
                    <a:pt x="5072" y="237030"/>
                  </a:lnTo>
                  <a:lnTo>
                    <a:pt x="5072" y="2646"/>
                  </a:lnTo>
                  <a:lnTo>
                    <a:pt x="2425" y="0"/>
                  </a:lnTo>
                  <a:lnTo>
                    <a:pt x="0" y="2425"/>
                  </a:lnTo>
                  <a:lnTo>
                    <a:pt x="1641" y="4067"/>
                  </a:lnTo>
                  <a:close/>
                </a:path>
              </a:pathLst>
            </a:custGeom>
            <a:solidFill>
              <a:srgbClr val="4E84B4"/>
            </a:solidFill>
            <a:ln>
              <a:noFill/>
            </a:ln>
          </p:spPr>
        </p:sp>
        <p:sp>
          <p:nvSpPr>
            <p:cNvPr id="21428" name="Graph element 921"/>
            <p:cNvSpPr/>
            <p:nvPr/>
          </p:nvSpPr>
          <p:spPr>
            <a:xfrm>
              <a:off x="1735260" y="1109273"/>
              <a:ext cx="5072" cy="119121"/>
            </a:xfrm>
            <a:custGeom>
              <a:avLst/>
              <a:gdLst/>
              <a:ahLst/>
              <a:cxnLst/>
              <a:rect l="0" t="0" r="r" b="b"/>
              <a:pathLst>
                <a:path w="5072" h="119121" stroke="0" extrusionOk="0">
                  <a:moveTo>
                    <a:pt x="1641" y="4067"/>
                  </a:moveTo>
                  <a:lnTo>
                    <a:pt x="1641" y="119121"/>
                  </a:lnTo>
                  <a:lnTo>
                    <a:pt x="5072" y="119121"/>
                  </a:lnTo>
                  <a:lnTo>
                    <a:pt x="5072" y="2646"/>
                  </a:lnTo>
                  <a:lnTo>
                    <a:pt x="2425" y="0"/>
                  </a:lnTo>
                  <a:lnTo>
                    <a:pt x="0" y="2425"/>
                  </a:lnTo>
                  <a:lnTo>
                    <a:pt x="1641" y="4067"/>
                  </a:lnTo>
                  <a:close/>
                </a:path>
              </a:pathLst>
            </a:custGeom>
            <a:solidFill>
              <a:srgbClr val="4E84B4"/>
            </a:solidFill>
            <a:ln>
              <a:noFill/>
            </a:ln>
          </p:spPr>
        </p:sp>
        <p:sp>
          <p:nvSpPr>
            <p:cNvPr id="21429" name="Graph element 922"/>
            <p:cNvSpPr/>
            <p:nvPr/>
          </p:nvSpPr>
          <p:spPr>
            <a:xfrm>
              <a:off x="1323150" y="1109273"/>
              <a:ext cx="5072" cy="237030"/>
            </a:xfrm>
            <a:custGeom>
              <a:avLst/>
              <a:gdLst/>
              <a:ahLst/>
              <a:cxnLst/>
              <a:rect l="0" t="0" r="r" b="b"/>
              <a:pathLst>
                <a:path w="5072" h="237030" stroke="0" extrusionOk="0">
                  <a:moveTo>
                    <a:pt x="0" y="2646"/>
                  </a:moveTo>
                  <a:lnTo>
                    <a:pt x="0" y="237030"/>
                  </a:lnTo>
                  <a:lnTo>
                    <a:pt x="3430" y="237030"/>
                  </a:lnTo>
                  <a:lnTo>
                    <a:pt x="3430" y="4067"/>
                  </a:lnTo>
                  <a:lnTo>
                    <a:pt x="5072" y="2425"/>
                  </a:lnTo>
                  <a:lnTo>
                    <a:pt x="2646" y="0"/>
                  </a:lnTo>
                  <a:lnTo>
                    <a:pt x="0" y="2646"/>
                  </a:lnTo>
                  <a:close/>
                </a:path>
              </a:pathLst>
            </a:custGeom>
            <a:solidFill>
              <a:srgbClr val="4E84B4"/>
            </a:solidFill>
            <a:ln>
              <a:noFill/>
            </a:ln>
          </p:spPr>
        </p:sp>
        <p:sp>
          <p:nvSpPr>
            <p:cNvPr id="21430" name="Graph element 923"/>
            <p:cNvSpPr/>
            <p:nvPr/>
          </p:nvSpPr>
          <p:spPr>
            <a:xfrm>
              <a:off x="1724039" y="1029021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4E84B4"/>
            </a:solidFill>
            <a:ln>
              <a:noFill/>
            </a:ln>
          </p:spPr>
        </p:sp>
        <p:sp>
          <p:nvSpPr>
            <p:cNvPr id="21431" name="Graph element 924"/>
            <p:cNvSpPr/>
            <p:nvPr/>
          </p:nvSpPr>
          <p:spPr>
            <a:xfrm>
              <a:off x="1709033" y="1007583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4E84B4"/>
            </a:solidFill>
            <a:ln>
              <a:noFill/>
            </a:ln>
          </p:spPr>
        </p:sp>
        <p:sp>
          <p:nvSpPr>
            <p:cNvPr id="21432" name="Graph element 925"/>
            <p:cNvSpPr/>
            <p:nvPr/>
          </p:nvSpPr>
          <p:spPr>
            <a:xfrm>
              <a:off x="1726183" y="996864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4E84B4"/>
            </a:solidFill>
            <a:ln>
              <a:noFill/>
            </a:ln>
          </p:spPr>
        </p:sp>
        <p:sp>
          <p:nvSpPr>
            <p:cNvPr id="21433" name="Graph element 926"/>
            <p:cNvSpPr/>
            <p:nvPr/>
          </p:nvSpPr>
          <p:spPr>
            <a:xfrm>
              <a:off x="1711176" y="975426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4E84B4"/>
            </a:solidFill>
            <a:ln>
              <a:noFill/>
            </a:ln>
          </p:spPr>
        </p:sp>
        <p:sp>
          <p:nvSpPr>
            <p:cNvPr id="21434" name="Graph element 927"/>
            <p:cNvSpPr/>
            <p:nvPr/>
          </p:nvSpPr>
          <p:spPr>
            <a:xfrm>
              <a:off x="1728327" y="964707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4E84B4"/>
            </a:solidFill>
            <a:ln>
              <a:noFill/>
            </a:ln>
          </p:spPr>
        </p:sp>
        <p:sp>
          <p:nvSpPr>
            <p:cNvPr id="21435" name="Graph element 928"/>
            <p:cNvSpPr/>
            <p:nvPr/>
          </p:nvSpPr>
          <p:spPr>
            <a:xfrm>
              <a:off x="1736902" y="945413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4E84B4"/>
            </a:solidFill>
            <a:ln>
              <a:noFill/>
            </a:ln>
          </p:spPr>
        </p:sp>
        <p:sp>
          <p:nvSpPr>
            <p:cNvPr id="21436" name="Graph element 929"/>
            <p:cNvSpPr/>
            <p:nvPr/>
          </p:nvSpPr>
          <p:spPr>
            <a:xfrm>
              <a:off x="1713320" y="945413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4E84B4"/>
            </a:solidFill>
            <a:ln>
              <a:noFill/>
            </a:ln>
          </p:spPr>
        </p:sp>
        <p:sp>
          <p:nvSpPr>
            <p:cNvPr id="21437" name="Graph element 930"/>
            <p:cNvSpPr/>
            <p:nvPr/>
          </p:nvSpPr>
          <p:spPr>
            <a:xfrm>
              <a:off x="1721895" y="923975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4E84B4"/>
            </a:solidFill>
            <a:ln>
              <a:noFill/>
            </a:ln>
          </p:spPr>
        </p:sp>
        <p:sp>
          <p:nvSpPr>
            <p:cNvPr id="21438" name="Graph element 931"/>
            <p:cNvSpPr/>
            <p:nvPr/>
          </p:nvSpPr>
          <p:spPr>
            <a:xfrm>
              <a:off x="1739046" y="913256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4E84B4"/>
            </a:solidFill>
            <a:ln>
              <a:noFill/>
            </a:ln>
          </p:spPr>
        </p:sp>
        <p:sp>
          <p:nvSpPr>
            <p:cNvPr id="21439" name="Graph element 932"/>
            <p:cNvSpPr/>
            <p:nvPr/>
          </p:nvSpPr>
          <p:spPr>
            <a:xfrm>
              <a:off x="1661869" y="893962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4E84B4"/>
            </a:solidFill>
            <a:ln>
              <a:noFill/>
            </a:ln>
          </p:spPr>
        </p:sp>
        <p:sp>
          <p:nvSpPr>
            <p:cNvPr id="21440" name="Graph element 933"/>
            <p:cNvSpPr/>
            <p:nvPr/>
          </p:nvSpPr>
          <p:spPr>
            <a:xfrm>
              <a:off x="1724039" y="889675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4E84B4"/>
            </a:solidFill>
            <a:ln>
              <a:noFill/>
            </a:ln>
          </p:spPr>
        </p:sp>
        <p:sp>
          <p:nvSpPr>
            <p:cNvPr id="21441" name="Graph element 934"/>
            <p:cNvSpPr/>
            <p:nvPr/>
          </p:nvSpPr>
          <p:spPr>
            <a:xfrm>
              <a:off x="1741189" y="878956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4E84B4"/>
            </a:solidFill>
            <a:ln>
              <a:noFill/>
            </a:ln>
          </p:spPr>
        </p:sp>
        <p:sp>
          <p:nvSpPr>
            <p:cNvPr id="21442" name="Graph element 935"/>
            <p:cNvSpPr/>
            <p:nvPr/>
          </p:nvSpPr>
          <p:spPr>
            <a:xfrm>
              <a:off x="1646863" y="876812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4E84B4"/>
            </a:solidFill>
            <a:ln>
              <a:noFill/>
            </a:ln>
          </p:spPr>
        </p:sp>
        <p:sp>
          <p:nvSpPr>
            <p:cNvPr id="21443" name="Graph element 936"/>
            <p:cNvSpPr/>
            <p:nvPr/>
          </p:nvSpPr>
          <p:spPr>
            <a:xfrm>
              <a:off x="1841948" y="872524"/>
              <a:ext cx="3430" cy="15007"/>
            </a:xfrm>
            <a:custGeom>
              <a:avLst/>
              <a:gdLst/>
              <a:ahLst/>
              <a:cxnLst/>
              <a:rect l="0" t="0" r="r" b="b"/>
              <a:pathLst>
                <a:path w="3430" h="15007" stroke="0" extrusionOk="0">
                  <a:moveTo>
                    <a:pt x="0" y="15007"/>
                  </a:moveTo>
                  <a:lnTo>
                    <a:pt x="3430" y="15007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5007"/>
                  </a:lnTo>
                  <a:close/>
                </a:path>
              </a:pathLst>
            </a:custGeom>
            <a:solidFill>
              <a:srgbClr val="4E84B4"/>
            </a:solidFill>
            <a:ln>
              <a:noFill/>
            </a:ln>
          </p:spPr>
        </p:sp>
        <p:sp>
          <p:nvSpPr>
            <p:cNvPr id="21444" name="Graph element 937"/>
            <p:cNvSpPr/>
            <p:nvPr/>
          </p:nvSpPr>
          <p:spPr>
            <a:xfrm>
              <a:off x="1726183" y="857518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4E84B4"/>
            </a:solidFill>
            <a:ln>
              <a:noFill/>
            </a:ln>
          </p:spPr>
        </p:sp>
        <p:sp>
          <p:nvSpPr>
            <p:cNvPr id="21445" name="Graph element 938"/>
            <p:cNvSpPr/>
            <p:nvPr/>
          </p:nvSpPr>
          <p:spPr>
            <a:xfrm>
              <a:off x="1848379" y="842511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4E84B4"/>
            </a:solidFill>
            <a:ln>
              <a:noFill/>
            </a:ln>
          </p:spPr>
        </p:sp>
        <p:sp>
          <p:nvSpPr>
            <p:cNvPr id="21446" name="Graph element 939"/>
            <p:cNvSpPr/>
            <p:nvPr/>
          </p:nvSpPr>
          <p:spPr>
            <a:xfrm>
              <a:off x="1826941" y="821073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4E84B4"/>
            </a:solidFill>
            <a:ln>
              <a:noFill/>
            </a:ln>
          </p:spPr>
        </p:sp>
        <p:sp>
          <p:nvSpPr>
            <p:cNvPr id="21447" name="Graph element 940"/>
            <p:cNvSpPr/>
            <p:nvPr/>
          </p:nvSpPr>
          <p:spPr>
            <a:xfrm>
              <a:off x="1850523" y="810354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4E84B4"/>
            </a:solidFill>
            <a:ln>
              <a:noFill/>
            </a:ln>
          </p:spPr>
        </p:sp>
        <p:sp>
          <p:nvSpPr>
            <p:cNvPr id="21448" name="Graph element 941"/>
            <p:cNvSpPr/>
            <p:nvPr/>
          </p:nvSpPr>
          <p:spPr>
            <a:xfrm>
              <a:off x="1696170" y="801779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4E84B4"/>
            </a:solidFill>
            <a:ln>
              <a:noFill/>
            </a:ln>
          </p:spPr>
        </p:sp>
        <p:sp>
          <p:nvSpPr>
            <p:cNvPr id="21449" name="Graph element 942"/>
            <p:cNvSpPr/>
            <p:nvPr/>
          </p:nvSpPr>
          <p:spPr>
            <a:xfrm>
              <a:off x="1485649" y="789345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4E84B4"/>
            </a:solidFill>
            <a:ln>
              <a:noFill/>
            </a:ln>
          </p:spPr>
        </p:sp>
        <p:sp>
          <p:nvSpPr>
            <p:cNvPr id="21450" name="Graph element 943"/>
            <p:cNvSpPr/>
            <p:nvPr/>
          </p:nvSpPr>
          <p:spPr>
            <a:xfrm>
              <a:off x="1852667" y="776053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4E84B4"/>
            </a:solidFill>
            <a:ln>
              <a:noFill/>
            </a:ln>
          </p:spPr>
        </p:sp>
        <p:sp>
          <p:nvSpPr>
            <p:cNvPr id="21451" name="Graph element 944"/>
            <p:cNvSpPr/>
            <p:nvPr/>
          </p:nvSpPr>
          <p:spPr>
            <a:xfrm>
              <a:off x="1698314" y="769622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4E84B4"/>
            </a:solidFill>
            <a:ln>
              <a:noFill/>
            </a:ln>
          </p:spPr>
        </p:sp>
        <p:sp>
          <p:nvSpPr>
            <p:cNvPr id="21452" name="Graph element 945"/>
            <p:cNvSpPr/>
            <p:nvPr/>
          </p:nvSpPr>
          <p:spPr>
            <a:xfrm>
              <a:off x="1829085" y="746040"/>
              <a:ext cx="3430" cy="15007"/>
            </a:xfrm>
            <a:custGeom>
              <a:avLst/>
              <a:gdLst/>
              <a:ahLst/>
              <a:cxnLst/>
              <a:rect l="0" t="0" r="r" b="b"/>
              <a:pathLst>
                <a:path w="3430" h="15007" stroke="0" extrusionOk="0">
                  <a:moveTo>
                    <a:pt x="0" y="15007"/>
                  </a:moveTo>
                  <a:lnTo>
                    <a:pt x="3430" y="15007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5007"/>
                  </a:lnTo>
                  <a:close/>
                </a:path>
              </a:pathLst>
            </a:custGeom>
            <a:solidFill>
              <a:srgbClr val="4E84B4"/>
            </a:solidFill>
            <a:ln>
              <a:noFill/>
            </a:ln>
          </p:spPr>
        </p:sp>
        <p:sp>
          <p:nvSpPr>
            <p:cNvPr id="21453" name="Graph element 946"/>
            <p:cNvSpPr/>
            <p:nvPr/>
          </p:nvSpPr>
          <p:spPr>
            <a:xfrm>
              <a:off x="1854811" y="743897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4E84B4"/>
            </a:solidFill>
            <a:ln>
              <a:noFill/>
            </a:ln>
          </p:spPr>
        </p:sp>
        <p:sp>
          <p:nvSpPr>
            <p:cNvPr id="21454" name="Graph element 947"/>
            <p:cNvSpPr/>
            <p:nvPr/>
          </p:nvSpPr>
          <p:spPr>
            <a:xfrm>
              <a:off x="1724039" y="737465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4E84B4"/>
            </a:solidFill>
            <a:ln>
              <a:noFill/>
            </a:ln>
          </p:spPr>
        </p:sp>
        <p:sp>
          <p:nvSpPr>
            <p:cNvPr id="21455" name="Graph element 948"/>
            <p:cNvSpPr/>
            <p:nvPr/>
          </p:nvSpPr>
          <p:spPr>
            <a:xfrm>
              <a:off x="1709033" y="713883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4E84B4"/>
            </a:solidFill>
            <a:ln>
              <a:noFill/>
            </a:ln>
          </p:spPr>
        </p:sp>
        <p:sp>
          <p:nvSpPr>
            <p:cNvPr id="21456" name="Graph element 949"/>
            <p:cNvSpPr/>
            <p:nvPr/>
          </p:nvSpPr>
          <p:spPr>
            <a:xfrm>
              <a:off x="1856954" y="707452"/>
              <a:ext cx="3430" cy="6431"/>
            </a:xfrm>
            <a:custGeom>
              <a:avLst/>
              <a:gdLst/>
              <a:ahLst/>
              <a:cxnLst/>
              <a:rect l="0" t="0" r="r" b="b"/>
              <a:pathLst>
                <a:path w="3430" h="6431" stroke="0" extrusionOk="0">
                  <a:moveTo>
                    <a:pt x="0" y="6431"/>
                  </a:moveTo>
                  <a:lnTo>
                    <a:pt x="3430" y="6431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6431"/>
                  </a:lnTo>
                  <a:close/>
                </a:path>
              </a:pathLst>
            </a:custGeom>
            <a:solidFill>
              <a:srgbClr val="4E84B4"/>
            </a:solidFill>
            <a:ln>
              <a:noFill/>
            </a:ln>
          </p:spPr>
        </p:sp>
        <p:sp>
          <p:nvSpPr>
            <p:cNvPr id="21457" name="Graph element 950"/>
            <p:cNvSpPr/>
            <p:nvPr/>
          </p:nvSpPr>
          <p:spPr>
            <a:xfrm>
              <a:off x="1726183" y="701021"/>
              <a:ext cx="3430" cy="6431"/>
            </a:xfrm>
            <a:custGeom>
              <a:avLst/>
              <a:gdLst/>
              <a:ahLst/>
              <a:cxnLst/>
              <a:rect l="0" t="0" r="r" b="b"/>
              <a:pathLst>
                <a:path w="3430" h="6431" stroke="0" extrusionOk="0">
                  <a:moveTo>
                    <a:pt x="0" y="6431"/>
                  </a:moveTo>
                  <a:lnTo>
                    <a:pt x="3430" y="6431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6431"/>
                  </a:lnTo>
                  <a:close/>
                </a:path>
              </a:pathLst>
            </a:custGeom>
            <a:solidFill>
              <a:srgbClr val="4E84B4"/>
            </a:solidFill>
            <a:ln>
              <a:noFill/>
            </a:ln>
          </p:spPr>
        </p:sp>
        <p:sp>
          <p:nvSpPr>
            <p:cNvPr id="21458" name="Graph element 951"/>
            <p:cNvSpPr/>
            <p:nvPr/>
          </p:nvSpPr>
          <p:spPr>
            <a:xfrm>
              <a:off x="1711176" y="677439"/>
              <a:ext cx="3430" cy="6431"/>
            </a:xfrm>
            <a:custGeom>
              <a:avLst/>
              <a:gdLst/>
              <a:ahLst/>
              <a:cxnLst/>
              <a:rect l="0" t="0" r="r" b="b"/>
              <a:pathLst>
                <a:path w="3430" h="6431" stroke="0" extrusionOk="0">
                  <a:moveTo>
                    <a:pt x="0" y="6431"/>
                  </a:moveTo>
                  <a:lnTo>
                    <a:pt x="3430" y="6431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6431"/>
                  </a:lnTo>
                  <a:close/>
                </a:path>
              </a:pathLst>
            </a:custGeom>
            <a:solidFill>
              <a:srgbClr val="4E84B4"/>
            </a:solidFill>
            <a:ln>
              <a:noFill/>
            </a:ln>
          </p:spPr>
        </p:sp>
        <p:sp>
          <p:nvSpPr>
            <p:cNvPr id="21459" name="Graph element 952"/>
            <p:cNvSpPr/>
            <p:nvPr/>
          </p:nvSpPr>
          <p:spPr>
            <a:xfrm>
              <a:off x="1859098" y="673151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4E84B4"/>
            </a:solidFill>
            <a:ln>
              <a:noFill/>
            </a:ln>
          </p:spPr>
        </p:sp>
        <p:sp>
          <p:nvSpPr>
            <p:cNvPr id="21460" name="Graph element 953"/>
            <p:cNvSpPr/>
            <p:nvPr/>
          </p:nvSpPr>
          <p:spPr>
            <a:xfrm>
              <a:off x="1831229" y="668864"/>
              <a:ext cx="3430" cy="15007"/>
            </a:xfrm>
            <a:custGeom>
              <a:avLst/>
              <a:gdLst/>
              <a:ahLst/>
              <a:cxnLst/>
              <a:rect l="0" t="0" r="r" b="b"/>
              <a:pathLst>
                <a:path w="3430" h="15007" stroke="0" extrusionOk="0">
                  <a:moveTo>
                    <a:pt x="0" y="15007"/>
                  </a:moveTo>
                  <a:lnTo>
                    <a:pt x="3430" y="15007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5007"/>
                  </a:lnTo>
                  <a:close/>
                </a:path>
              </a:pathLst>
            </a:custGeom>
            <a:solidFill>
              <a:srgbClr val="4E84B4"/>
            </a:solidFill>
            <a:ln>
              <a:noFill/>
            </a:ln>
          </p:spPr>
        </p:sp>
        <p:sp>
          <p:nvSpPr>
            <p:cNvPr id="21461" name="Graph element 954"/>
            <p:cNvSpPr/>
            <p:nvPr/>
          </p:nvSpPr>
          <p:spPr>
            <a:xfrm>
              <a:off x="1728327" y="666720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4E84B4"/>
            </a:solidFill>
            <a:ln>
              <a:noFill/>
            </a:ln>
          </p:spPr>
        </p:sp>
        <p:sp>
          <p:nvSpPr>
            <p:cNvPr id="21462" name="Graph element 955"/>
            <p:cNvSpPr/>
            <p:nvPr/>
          </p:nvSpPr>
          <p:spPr>
            <a:xfrm>
              <a:off x="1713320" y="645282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4E84B4"/>
            </a:solidFill>
            <a:ln>
              <a:noFill/>
            </a:ln>
          </p:spPr>
        </p:sp>
        <p:sp>
          <p:nvSpPr>
            <p:cNvPr id="21463" name="Graph element 956"/>
            <p:cNvSpPr/>
            <p:nvPr/>
          </p:nvSpPr>
          <p:spPr>
            <a:xfrm>
              <a:off x="1861242" y="638851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4E84B4"/>
            </a:solidFill>
            <a:ln>
              <a:noFill/>
            </a:ln>
          </p:spPr>
        </p:sp>
        <p:sp>
          <p:nvSpPr>
            <p:cNvPr id="21464" name="Graph element 957"/>
            <p:cNvSpPr/>
            <p:nvPr/>
          </p:nvSpPr>
          <p:spPr>
            <a:xfrm>
              <a:off x="1869817" y="615269"/>
              <a:ext cx="3430" cy="6431"/>
            </a:xfrm>
            <a:custGeom>
              <a:avLst/>
              <a:gdLst/>
              <a:ahLst/>
              <a:cxnLst/>
              <a:rect l="0" t="0" r="r" b="b"/>
              <a:pathLst>
                <a:path w="3430" h="6431" stroke="0" extrusionOk="0">
                  <a:moveTo>
                    <a:pt x="0" y="6431"/>
                  </a:moveTo>
                  <a:lnTo>
                    <a:pt x="3430" y="6431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6431"/>
                  </a:lnTo>
                  <a:close/>
                </a:path>
              </a:pathLst>
            </a:custGeom>
            <a:solidFill>
              <a:srgbClr val="4E84B4"/>
            </a:solidFill>
            <a:ln>
              <a:noFill/>
            </a:ln>
          </p:spPr>
        </p:sp>
        <p:sp>
          <p:nvSpPr>
            <p:cNvPr id="21465" name="Graph element 958"/>
            <p:cNvSpPr/>
            <p:nvPr/>
          </p:nvSpPr>
          <p:spPr>
            <a:xfrm>
              <a:off x="1854811" y="589543"/>
              <a:ext cx="3430" cy="6431"/>
            </a:xfrm>
            <a:custGeom>
              <a:avLst/>
              <a:gdLst/>
              <a:ahLst/>
              <a:cxnLst/>
              <a:rect l="0" t="0" r="r" b="b"/>
              <a:pathLst>
                <a:path w="3430" h="6431" stroke="0" extrusionOk="0">
                  <a:moveTo>
                    <a:pt x="0" y="6431"/>
                  </a:moveTo>
                  <a:lnTo>
                    <a:pt x="3430" y="6431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6431"/>
                  </a:lnTo>
                  <a:close/>
                </a:path>
              </a:pathLst>
            </a:custGeom>
            <a:solidFill>
              <a:srgbClr val="4E84B4"/>
            </a:solidFill>
            <a:ln>
              <a:noFill/>
            </a:ln>
          </p:spPr>
        </p:sp>
        <p:sp>
          <p:nvSpPr>
            <p:cNvPr id="21466" name="Graph element 959"/>
            <p:cNvSpPr/>
            <p:nvPr/>
          </p:nvSpPr>
          <p:spPr>
            <a:xfrm>
              <a:off x="1833373" y="589543"/>
              <a:ext cx="3430" cy="10719"/>
            </a:xfrm>
            <a:custGeom>
              <a:avLst/>
              <a:gdLst/>
              <a:ahLst/>
              <a:cxnLst/>
              <a:rect l="0" t="0" r="r" b="b"/>
              <a:pathLst>
                <a:path w="3430" h="10719" stroke="0" extrusionOk="0">
                  <a:moveTo>
                    <a:pt x="0" y="10719"/>
                  </a:moveTo>
                  <a:lnTo>
                    <a:pt x="3430" y="10719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0719"/>
                  </a:lnTo>
                  <a:close/>
                </a:path>
              </a:pathLst>
            </a:custGeom>
            <a:solidFill>
              <a:srgbClr val="4E84B4"/>
            </a:solidFill>
            <a:ln>
              <a:noFill/>
            </a:ln>
          </p:spPr>
        </p:sp>
        <p:sp>
          <p:nvSpPr>
            <p:cNvPr id="21467" name="Graph element 960"/>
            <p:cNvSpPr/>
            <p:nvPr/>
          </p:nvSpPr>
          <p:spPr>
            <a:xfrm>
              <a:off x="1871961" y="576681"/>
              <a:ext cx="3430" cy="6431"/>
            </a:xfrm>
            <a:custGeom>
              <a:avLst/>
              <a:gdLst/>
              <a:ahLst/>
              <a:cxnLst/>
              <a:rect l="0" t="0" r="r" b="b"/>
              <a:pathLst>
                <a:path w="3430" h="6431" stroke="0" extrusionOk="0">
                  <a:moveTo>
                    <a:pt x="0" y="6431"/>
                  </a:moveTo>
                  <a:lnTo>
                    <a:pt x="3430" y="6431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6431"/>
                  </a:lnTo>
                  <a:close/>
                </a:path>
              </a:pathLst>
            </a:custGeom>
            <a:solidFill>
              <a:srgbClr val="4E84B4"/>
            </a:solidFill>
            <a:ln>
              <a:noFill/>
            </a:ln>
          </p:spPr>
        </p:sp>
        <p:sp>
          <p:nvSpPr>
            <p:cNvPr id="21468" name="Graph element 961"/>
            <p:cNvSpPr/>
            <p:nvPr/>
          </p:nvSpPr>
          <p:spPr>
            <a:xfrm>
              <a:off x="1856954" y="550955"/>
              <a:ext cx="3430" cy="6431"/>
            </a:xfrm>
            <a:custGeom>
              <a:avLst/>
              <a:gdLst/>
              <a:ahLst/>
              <a:cxnLst/>
              <a:rect l="0" t="0" r="r" b="b"/>
              <a:pathLst>
                <a:path w="3430" h="6431" stroke="0" extrusionOk="0">
                  <a:moveTo>
                    <a:pt x="0" y="6431"/>
                  </a:moveTo>
                  <a:lnTo>
                    <a:pt x="3430" y="6431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6431"/>
                  </a:lnTo>
                  <a:close/>
                </a:path>
              </a:pathLst>
            </a:custGeom>
            <a:solidFill>
              <a:srgbClr val="4E84B4"/>
            </a:solidFill>
            <a:ln>
              <a:noFill/>
            </a:ln>
          </p:spPr>
        </p:sp>
        <p:sp>
          <p:nvSpPr>
            <p:cNvPr id="21469" name="Graph element 962"/>
            <p:cNvSpPr/>
            <p:nvPr/>
          </p:nvSpPr>
          <p:spPr>
            <a:xfrm>
              <a:off x="1874105" y="540236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4E84B4"/>
            </a:solidFill>
            <a:ln>
              <a:noFill/>
            </a:ln>
          </p:spPr>
        </p:sp>
        <p:sp>
          <p:nvSpPr>
            <p:cNvPr id="21470" name="Graph element 963"/>
            <p:cNvSpPr/>
            <p:nvPr/>
          </p:nvSpPr>
          <p:spPr>
            <a:xfrm>
              <a:off x="1852667" y="540236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4E84B4"/>
            </a:solidFill>
            <a:ln>
              <a:noFill/>
            </a:ln>
          </p:spPr>
        </p:sp>
        <p:sp>
          <p:nvSpPr>
            <p:cNvPr id="21471" name="Graph element 964"/>
            <p:cNvSpPr/>
            <p:nvPr/>
          </p:nvSpPr>
          <p:spPr>
            <a:xfrm>
              <a:off x="900822" y="531661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4E84B4"/>
            </a:solidFill>
            <a:ln>
              <a:noFill/>
            </a:ln>
          </p:spPr>
        </p:sp>
        <p:sp>
          <p:nvSpPr>
            <p:cNvPr id="21472" name="Graph element 965"/>
            <p:cNvSpPr/>
            <p:nvPr/>
          </p:nvSpPr>
          <p:spPr>
            <a:xfrm>
              <a:off x="917973" y="525230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4E84B4"/>
            </a:solidFill>
            <a:ln>
              <a:noFill/>
            </a:ln>
          </p:spPr>
        </p:sp>
        <p:sp>
          <p:nvSpPr>
            <p:cNvPr id="21473" name="Graph element 966"/>
            <p:cNvSpPr/>
            <p:nvPr/>
          </p:nvSpPr>
          <p:spPr>
            <a:xfrm>
              <a:off x="1859098" y="514511"/>
              <a:ext cx="3430" cy="6431"/>
            </a:xfrm>
            <a:custGeom>
              <a:avLst/>
              <a:gdLst/>
              <a:ahLst/>
              <a:cxnLst/>
              <a:rect l="0" t="0" r="r" b="b"/>
              <a:pathLst>
                <a:path w="3430" h="6431" stroke="0" extrusionOk="0">
                  <a:moveTo>
                    <a:pt x="0" y="6431"/>
                  </a:moveTo>
                  <a:lnTo>
                    <a:pt x="3430" y="6431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6431"/>
                  </a:lnTo>
                  <a:close/>
                </a:path>
              </a:pathLst>
            </a:custGeom>
            <a:solidFill>
              <a:srgbClr val="4E84B4"/>
            </a:solidFill>
            <a:ln>
              <a:noFill/>
            </a:ln>
          </p:spPr>
        </p:sp>
        <p:sp>
          <p:nvSpPr>
            <p:cNvPr id="21474" name="Graph element 967"/>
            <p:cNvSpPr/>
            <p:nvPr/>
          </p:nvSpPr>
          <p:spPr>
            <a:xfrm>
              <a:off x="1835516" y="510223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4E84B4"/>
            </a:solidFill>
            <a:ln>
              <a:noFill/>
            </a:ln>
          </p:spPr>
        </p:sp>
        <p:sp>
          <p:nvSpPr>
            <p:cNvPr id="21475" name="Graph element 968"/>
            <p:cNvSpPr/>
            <p:nvPr/>
          </p:nvSpPr>
          <p:spPr>
            <a:xfrm>
              <a:off x="902966" y="510223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4E84B4"/>
            </a:solidFill>
            <a:ln>
              <a:noFill/>
            </a:ln>
          </p:spPr>
        </p:sp>
        <p:sp>
          <p:nvSpPr>
            <p:cNvPr id="21476" name="Graph element 969"/>
            <p:cNvSpPr/>
            <p:nvPr/>
          </p:nvSpPr>
          <p:spPr>
            <a:xfrm>
              <a:off x="1867673" y="488785"/>
              <a:ext cx="3430" cy="6431"/>
            </a:xfrm>
            <a:custGeom>
              <a:avLst/>
              <a:gdLst/>
              <a:ahLst/>
              <a:cxnLst/>
              <a:rect l="0" t="0" r="r" b="b"/>
              <a:pathLst>
                <a:path w="3430" h="6431" stroke="0" extrusionOk="0">
                  <a:moveTo>
                    <a:pt x="0" y="6431"/>
                  </a:moveTo>
                  <a:lnTo>
                    <a:pt x="3430" y="6431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6431"/>
                  </a:lnTo>
                  <a:close/>
                </a:path>
              </a:pathLst>
            </a:custGeom>
            <a:solidFill>
              <a:srgbClr val="4E84B4"/>
            </a:solidFill>
            <a:ln>
              <a:noFill/>
            </a:ln>
          </p:spPr>
        </p:sp>
        <p:sp>
          <p:nvSpPr>
            <p:cNvPr id="21477" name="Graph element 970"/>
            <p:cNvSpPr/>
            <p:nvPr/>
          </p:nvSpPr>
          <p:spPr>
            <a:xfrm>
              <a:off x="1884824" y="473778"/>
              <a:ext cx="3430" cy="6431"/>
            </a:xfrm>
            <a:custGeom>
              <a:avLst/>
              <a:gdLst/>
              <a:ahLst/>
              <a:cxnLst/>
              <a:rect l="0" t="0" r="r" b="b"/>
              <a:pathLst>
                <a:path w="3430" h="6431" stroke="0" extrusionOk="0">
                  <a:moveTo>
                    <a:pt x="0" y="6431"/>
                  </a:moveTo>
                  <a:lnTo>
                    <a:pt x="3430" y="6431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6431"/>
                  </a:lnTo>
                  <a:close/>
                </a:path>
              </a:pathLst>
            </a:custGeom>
            <a:solidFill>
              <a:srgbClr val="4E84B4"/>
            </a:solidFill>
            <a:ln>
              <a:noFill/>
            </a:ln>
          </p:spPr>
        </p:sp>
        <p:sp>
          <p:nvSpPr>
            <p:cNvPr id="21478" name="Graph element 971"/>
            <p:cNvSpPr/>
            <p:nvPr/>
          </p:nvSpPr>
          <p:spPr>
            <a:xfrm>
              <a:off x="1897686" y="424471"/>
              <a:ext cx="3430" cy="8575"/>
            </a:xfrm>
            <a:custGeom>
              <a:avLst/>
              <a:gdLst/>
              <a:ahLst/>
              <a:cxnLst/>
              <a:rect l="0" t="0" r="r" b="b"/>
              <a:pathLst>
                <a:path w="3430" h="8575" stroke="0" extrusionOk="0">
                  <a:moveTo>
                    <a:pt x="0" y="8575"/>
                  </a:moveTo>
                  <a:lnTo>
                    <a:pt x="3430" y="857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8575"/>
                  </a:lnTo>
                  <a:close/>
                </a:path>
              </a:pathLst>
            </a:custGeom>
            <a:solidFill>
              <a:srgbClr val="4E84B4"/>
            </a:solidFill>
            <a:ln>
              <a:noFill/>
            </a:ln>
          </p:spPr>
        </p:sp>
        <p:sp>
          <p:nvSpPr>
            <p:cNvPr id="21479" name="Graph element 972"/>
            <p:cNvSpPr/>
            <p:nvPr/>
          </p:nvSpPr>
          <p:spPr>
            <a:xfrm>
              <a:off x="1854811" y="410396"/>
              <a:ext cx="5072" cy="7644"/>
            </a:xfrm>
            <a:custGeom>
              <a:avLst/>
              <a:gdLst/>
              <a:ahLst/>
              <a:cxnLst/>
              <a:rect l="0" t="0" r="r" b="b"/>
              <a:pathLst>
                <a:path w="5072" h="7644" stroke="0" extrusionOk="0">
                  <a:moveTo>
                    <a:pt x="0" y="2646"/>
                  </a:moveTo>
                  <a:lnTo>
                    <a:pt x="0" y="7644"/>
                  </a:lnTo>
                  <a:lnTo>
                    <a:pt x="3430" y="7644"/>
                  </a:lnTo>
                  <a:lnTo>
                    <a:pt x="3430" y="4067"/>
                  </a:lnTo>
                  <a:lnTo>
                    <a:pt x="5072" y="2425"/>
                  </a:lnTo>
                  <a:lnTo>
                    <a:pt x="2646" y="0"/>
                  </a:lnTo>
                  <a:lnTo>
                    <a:pt x="0" y="2646"/>
                  </a:lnTo>
                  <a:close/>
                </a:path>
              </a:pathLst>
            </a:custGeom>
            <a:solidFill>
              <a:srgbClr val="4E84B4"/>
            </a:solidFill>
            <a:ln>
              <a:noFill/>
            </a:ln>
          </p:spPr>
        </p:sp>
        <p:sp>
          <p:nvSpPr>
            <p:cNvPr id="21480" name="Graph element 973"/>
            <p:cNvSpPr/>
            <p:nvPr/>
          </p:nvSpPr>
          <p:spPr>
            <a:xfrm>
              <a:off x="774841" y="354657"/>
              <a:ext cx="4569" cy="4569"/>
            </a:xfrm>
            <a:custGeom>
              <a:avLst/>
              <a:gdLst/>
              <a:ahLst/>
              <a:cxnLst/>
              <a:rect l="0" t="0" r="r" b="b"/>
              <a:pathLst>
                <a:path w="4569" h="4569" stroke="0" extrusionOk="0">
                  <a:moveTo>
                    <a:pt x="0" y="2144"/>
                  </a:moveTo>
                  <a:lnTo>
                    <a:pt x="2425" y="4569"/>
                  </a:lnTo>
                  <a:lnTo>
                    <a:pt x="4569" y="2425"/>
                  </a:lnTo>
                  <a:lnTo>
                    <a:pt x="2144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4E84B4"/>
            </a:solidFill>
            <a:ln>
              <a:noFill/>
            </a:ln>
          </p:spPr>
        </p:sp>
        <p:sp>
          <p:nvSpPr>
            <p:cNvPr id="21481" name="Graph element 974"/>
            <p:cNvSpPr/>
            <p:nvPr/>
          </p:nvSpPr>
          <p:spPr>
            <a:xfrm>
              <a:off x="1882680" y="302275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4E84B4"/>
            </a:solidFill>
            <a:ln>
              <a:noFill/>
            </a:ln>
          </p:spPr>
        </p:sp>
        <p:sp>
          <p:nvSpPr>
            <p:cNvPr id="21482" name="Graph element 975"/>
            <p:cNvSpPr/>
            <p:nvPr/>
          </p:nvSpPr>
          <p:spPr>
            <a:xfrm>
              <a:off x="1901974" y="274406"/>
              <a:ext cx="3430" cy="6431"/>
            </a:xfrm>
            <a:custGeom>
              <a:avLst/>
              <a:gdLst/>
              <a:ahLst/>
              <a:cxnLst/>
              <a:rect l="0" t="0" r="r" b="b"/>
              <a:pathLst>
                <a:path w="3430" h="6431" stroke="0" extrusionOk="0">
                  <a:moveTo>
                    <a:pt x="0" y="6431"/>
                  </a:moveTo>
                  <a:lnTo>
                    <a:pt x="3430" y="6431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6431"/>
                  </a:lnTo>
                  <a:close/>
                </a:path>
              </a:pathLst>
            </a:custGeom>
            <a:solidFill>
              <a:srgbClr val="4E84B4"/>
            </a:solidFill>
            <a:ln>
              <a:noFill/>
            </a:ln>
          </p:spPr>
        </p:sp>
        <p:sp>
          <p:nvSpPr>
            <p:cNvPr id="21483" name="Graph element 976"/>
            <p:cNvSpPr/>
            <p:nvPr/>
          </p:nvSpPr>
          <p:spPr>
            <a:xfrm>
              <a:off x="371305" y="201517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4E84B4"/>
            </a:solidFill>
            <a:ln>
              <a:noFill/>
            </a:ln>
          </p:spPr>
        </p:sp>
        <p:sp>
          <p:nvSpPr>
            <p:cNvPr id="21484" name="Graph element 977"/>
            <p:cNvSpPr/>
            <p:nvPr/>
          </p:nvSpPr>
          <p:spPr>
            <a:xfrm>
              <a:off x="1912693" y="197229"/>
              <a:ext cx="3430" cy="8575"/>
            </a:xfrm>
            <a:custGeom>
              <a:avLst/>
              <a:gdLst/>
              <a:ahLst/>
              <a:cxnLst/>
              <a:rect l="0" t="0" r="r" b="b"/>
              <a:pathLst>
                <a:path w="3430" h="8575" stroke="0" extrusionOk="0">
                  <a:moveTo>
                    <a:pt x="0" y="8575"/>
                  </a:moveTo>
                  <a:lnTo>
                    <a:pt x="3430" y="857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8575"/>
                  </a:lnTo>
                  <a:close/>
                </a:path>
              </a:pathLst>
            </a:custGeom>
            <a:solidFill>
              <a:srgbClr val="4E84B4"/>
            </a:solidFill>
            <a:ln>
              <a:noFill/>
            </a:ln>
          </p:spPr>
        </p:sp>
        <p:sp>
          <p:nvSpPr>
            <p:cNvPr id="21485" name="Graph element 978"/>
            <p:cNvSpPr/>
            <p:nvPr/>
          </p:nvSpPr>
          <p:spPr>
            <a:xfrm>
              <a:off x="388455" y="195085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4E84B4"/>
            </a:solidFill>
            <a:ln>
              <a:noFill/>
            </a:ln>
          </p:spPr>
        </p:sp>
        <p:sp>
          <p:nvSpPr>
            <p:cNvPr id="21486" name="Graph element 979"/>
            <p:cNvSpPr/>
            <p:nvPr/>
          </p:nvSpPr>
          <p:spPr>
            <a:xfrm>
              <a:off x="1884824" y="184366"/>
              <a:ext cx="3430" cy="12863"/>
            </a:xfrm>
            <a:custGeom>
              <a:avLst/>
              <a:gdLst/>
              <a:ahLst/>
              <a:cxnLst/>
              <a:rect l="0" t="0" r="r" b="b"/>
              <a:pathLst>
                <a:path w="3430" h="12863" stroke="0" extrusionOk="0">
                  <a:moveTo>
                    <a:pt x="0" y="12863"/>
                  </a:moveTo>
                  <a:lnTo>
                    <a:pt x="3430" y="12863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2863"/>
                  </a:lnTo>
                  <a:close/>
                </a:path>
              </a:pathLst>
            </a:custGeom>
            <a:solidFill>
              <a:srgbClr val="4E84B4"/>
            </a:solidFill>
            <a:ln>
              <a:noFill/>
            </a:ln>
          </p:spPr>
        </p:sp>
        <p:sp>
          <p:nvSpPr>
            <p:cNvPr id="21487" name="Graph element 980"/>
            <p:cNvSpPr/>
            <p:nvPr/>
          </p:nvSpPr>
          <p:spPr>
            <a:xfrm>
              <a:off x="587828" y="180079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4E84B4"/>
            </a:solidFill>
            <a:ln>
              <a:noFill/>
            </a:ln>
          </p:spPr>
        </p:sp>
        <p:sp>
          <p:nvSpPr>
            <p:cNvPr id="21488" name="Graph element 981"/>
            <p:cNvSpPr/>
            <p:nvPr/>
          </p:nvSpPr>
          <p:spPr>
            <a:xfrm>
              <a:off x="373449" y="180079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4E84B4"/>
            </a:solidFill>
            <a:ln>
              <a:noFill/>
            </a:ln>
          </p:spPr>
        </p:sp>
        <p:sp>
          <p:nvSpPr>
            <p:cNvPr id="21489" name="Graph element 982"/>
            <p:cNvSpPr/>
            <p:nvPr/>
          </p:nvSpPr>
          <p:spPr>
            <a:xfrm>
              <a:off x="390599" y="173647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4E84B4"/>
            </a:solidFill>
            <a:ln>
              <a:noFill/>
            </a:ln>
          </p:spPr>
        </p:sp>
        <p:sp>
          <p:nvSpPr>
            <p:cNvPr id="21490" name="Graph element 983"/>
            <p:cNvSpPr/>
            <p:nvPr/>
          </p:nvSpPr>
          <p:spPr>
            <a:xfrm>
              <a:off x="375593" y="158641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4E84B4"/>
            </a:solidFill>
            <a:ln>
              <a:noFill/>
            </a:ln>
          </p:spPr>
        </p:sp>
        <p:sp>
          <p:nvSpPr>
            <p:cNvPr id="21491" name="Graph element 984"/>
            <p:cNvSpPr/>
            <p:nvPr/>
          </p:nvSpPr>
          <p:spPr>
            <a:xfrm>
              <a:off x="1914837" y="150066"/>
              <a:ext cx="3430" cy="8575"/>
            </a:xfrm>
            <a:custGeom>
              <a:avLst/>
              <a:gdLst/>
              <a:ahLst/>
              <a:cxnLst/>
              <a:rect l="0" t="0" r="r" b="b"/>
              <a:pathLst>
                <a:path w="3430" h="8575" stroke="0" extrusionOk="0">
                  <a:moveTo>
                    <a:pt x="0" y="8575"/>
                  </a:moveTo>
                  <a:lnTo>
                    <a:pt x="3430" y="857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8575"/>
                  </a:lnTo>
                  <a:close/>
                </a:path>
              </a:pathLst>
            </a:custGeom>
            <a:solidFill>
              <a:srgbClr val="4E84B4"/>
            </a:solidFill>
            <a:ln>
              <a:noFill/>
            </a:ln>
          </p:spPr>
        </p:sp>
        <p:sp>
          <p:nvSpPr>
            <p:cNvPr id="21492" name="Graph element 985"/>
            <p:cNvSpPr/>
            <p:nvPr/>
          </p:nvSpPr>
          <p:spPr>
            <a:xfrm>
              <a:off x="587828" y="120052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4E84B4"/>
            </a:solidFill>
            <a:ln>
              <a:noFill/>
            </a:ln>
          </p:spPr>
        </p:sp>
        <p:sp>
          <p:nvSpPr>
            <p:cNvPr id="21493" name="Graph element 986"/>
            <p:cNvSpPr/>
            <p:nvPr/>
          </p:nvSpPr>
          <p:spPr>
            <a:xfrm>
              <a:off x="1916981" y="102902"/>
              <a:ext cx="3430" cy="6431"/>
            </a:xfrm>
            <a:custGeom>
              <a:avLst/>
              <a:gdLst/>
              <a:ahLst/>
              <a:cxnLst/>
              <a:rect l="0" t="0" r="r" b="b"/>
              <a:pathLst>
                <a:path w="3430" h="6431" stroke="0" extrusionOk="0">
                  <a:moveTo>
                    <a:pt x="0" y="6431"/>
                  </a:moveTo>
                  <a:lnTo>
                    <a:pt x="3430" y="6431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6431"/>
                  </a:lnTo>
                  <a:close/>
                </a:path>
              </a:pathLst>
            </a:custGeom>
            <a:solidFill>
              <a:srgbClr val="4E84B4"/>
            </a:solidFill>
            <a:ln>
              <a:noFill/>
            </a:ln>
          </p:spPr>
        </p:sp>
        <p:sp>
          <p:nvSpPr>
            <p:cNvPr id="21494" name="Graph element 987"/>
            <p:cNvSpPr/>
            <p:nvPr/>
          </p:nvSpPr>
          <p:spPr>
            <a:xfrm>
              <a:off x="1886967" y="79320"/>
              <a:ext cx="3430" cy="12863"/>
            </a:xfrm>
            <a:custGeom>
              <a:avLst/>
              <a:gdLst/>
              <a:ahLst/>
              <a:cxnLst/>
              <a:rect l="0" t="0" r="r" b="b"/>
              <a:pathLst>
                <a:path w="3430" h="12863" stroke="0" extrusionOk="0">
                  <a:moveTo>
                    <a:pt x="0" y="12863"/>
                  </a:moveTo>
                  <a:lnTo>
                    <a:pt x="3430" y="12863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2863"/>
                  </a:lnTo>
                  <a:close/>
                </a:path>
              </a:pathLst>
            </a:custGeom>
            <a:solidFill>
              <a:srgbClr val="4E84B4"/>
            </a:solidFill>
            <a:ln>
              <a:noFill/>
            </a:ln>
          </p:spPr>
        </p:sp>
        <p:sp>
          <p:nvSpPr>
            <p:cNvPr id="21495" name="Graph element 988"/>
            <p:cNvSpPr/>
            <p:nvPr/>
          </p:nvSpPr>
          <p:spPr>
            <a:xfrm>
              <a:off x="587828" y="60026"/>
              <a:ext cx="48879" cy="6003"/>
            </a:xfrm>
            <a:custGeom>
              <a:avLst/>
              <a:gdLst/>
              <a:ahLst/>
              <a:cxnLst/>
              <a:rect l="0" t="0" r="r" b="b"/>
              <a:pathLst>
                <a:path w="48879" h="6003" stroke="0" extrusionOk="0">
                  <a:moveTo>
                    <a:pt x="0" y="2854"/>
                  </a:moveTo>
                  <a:lnTo>
                    <a:pt x="3148" y="6003"/>
                  </a:lnTo>
                  <a:lnTo>
                    <a:pt x="48879" y="6003"/>
                  </a:lnTo>
                  <a:lnTo>
                    <a:pt x="48879" y="2573"/>
                  </a:lnTo>
                  <a:lnTo>
                    <a:pt x="4569" y="2573"/>
                  </a:lnTo>
                  <a:lnTo>
                    <a:pt x="3430" y="1433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854"/>
                  </a:lnTo>
                  <a:close/>
                </a:path>
              </a:pathLst>
            </a:custGeom>
            <a:solidFill>
              <a:srgbClr val="4E84B4"/>
            </a:solidFill>
            <a:ln>
              <a:noFill/>
            </a:ln>
          </p:spPr>
        </p:sp>
        <p:sp>
          <p:nvSpPr>
            <p:cNvPr id="21496" name="Graph element 989"/>
            <p:cNvSpPr/>
            <p:nvPr/>
          </p:nvSpPr>
          <p:spPr>
            <a:xfrm>
              <a:off x="1953425" y="1839375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7E7F80"/>
            </a:solidFill>
            <a:ln>
              <a:noFill/>
            </a:ln>
          </p:spPr>
        </p:sp>
        <p:sp>
          <p:nvSpPr>
            <p:cNvPr id="21497" name="Graph element 990"/>
            <p:cNvSpPr/>
            <p:nvPr/>
          </p:nvSpPr>
          <p:spPr>
            <a:xfrm>
              <a:off x="1256692" y="1839375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7E7F80"/>
            </a:solidFill>
            <a:ln>
              <a:noFill/>
            </a:ln>
          </p:spPr>
        </p:sp>
        <p:sp>
          <p:nvSpPr>
            <p:cNvPr id="21498" name="Graph element 991"/>
            <p:cNvSpPr/>
            <p:nvPr/>
          </p:nvSpPr>
          <p:spPr>
            <a:xfrm>
              <a:off x="222955" y="1831229"/>
              <a:ext cx="1736473" cy="3430"/>
            </a:xfrm>
            <a:custGeom>
              <a:avLst/>
              <a:gdLst/>
              <a:ahLst/>
              <a:cxnLst/>
              <a:rect l="0" t="0" r="r" b="b"/>
              <a:pathLst>
                <a:path w="1736473" h="3430" stroke="0" extrusionOk="0">
                  <a:moveTo>
                    <a:pt x="1736473" y="3430"/>
                  </a:moveTo>
                  <a:lnTo>
                    <a:pt x="1736473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1736473" y="3430"/>
                  </a:lnTo>
                  <a:close/>
                </a:path>
              </a:pathLst>
            </a:custGeom>
            <a:solidFill>
              <a:srgbClr val="7E7F80"/>
            </a:solidFill>
            <a:ln>
              <a:noFill/>
            </a:ln>
          </p:spPr>
        </p:sp>
        <p:sp>
          <p:nvSpPr>
            <p:cNvPr id="21499" name="Graph element 992"/>
            <p:cNvSpPr/>
            <p:nvPr/>
          </p:nvSpPr>
          <p:spPr>
            <a:xfrm>
              <a:off x="204089" y="1682878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7E7F80"/>
            </a:solidFill>
            <a:ln>
              <a:noFill/>
            </a:ln>
          </p:spPr>
        </p:sp>
        <p:sp>
          <p:nvSpPr>
            <p:cNvPr id="21500" name="Graph element 993"/>
            <p:cNvSpPr/>
            <p:nvPr/>
          </p:nvSpPr>
          <p:spPr>
            <a:xfrm>
              <a:off x="204089" y="383739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7E7F80"/>
            </a:solidFill>
            <a:ln>
              <a:noFill/>
            </a:ln>
          </p:spPr>
        </p:sp>
        <p:sp>
          <p:nvSpPr>
            <p:cNvPr id="21501" name="Graph element 994"/>
            <p:cNvSpPr/>
            <p:nvPr/>
          </p:nvSpPr>
          <p:spPr>
            <a:xfrm>
              <a:off x="1585195" y="819860"/>
              <a:ext cx="4569" cy="4569"/>
            </a:xfrm>
            <a:custGeom>
              <a:avLst/>
              <a:gdLst/>
              <a:ahLst/>
              <a:cxnLst/>
              <a:rect l="0" t="0" r="r" b="b"/>
              <a:pathLst>
                <a:path w="4569" h="4569" stroke="0" extrusionOk="0">
                  <a:moveTo>
                    <a:pt x="0" y="2144"/>
                  </a:moveTo>
                  <a:lnTo>
                    <a:pt x="2425" y="4569"/>
                  </a:lnTo>
                  <a:lnTo>
                    <a:pt x="4569" y="2425"/>
                  </a:lnTo>
                  <a:lnTo>
                    <a:pt x="2144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3B74A7"/>
            </a:solidFill>
            <a:ln>
              <a:noFill/>
            </a:ln>
          </p:spPr>
        </p:sp>
        <p:sp>
          <p:nvSpPr>
            <p:cNvPr id="21502" name="Graph element 995"/>
            <p:cNvSpPr/>
            <p:nvPr/>
          </p:nvSpPr>
          <p:spPr>
            <a:xfrm>
              <a:off x="1342946" y="706239"/>
              <a:ext cx="4569" cy="4569"/>
            </a:xfrm>
            <a:custGeom>
              <a:avLst/>
              <a:gdLst/>
              <a:ahLst/>
              <a:cxnLst/>
              <a:rect l="0" t="0" r="r" b="b"/>
              <a:pathLst>
                <a:path w="4569" h="4569" stroke="0" extrusionOk="0">
                  <a:moveTo>
                    <a:pt x="0" y="2144"/>
                  </a:moveTo>
                  <a:lnTo>
                    <a:pt x="2425" y="4569"/>
                  </a:lnTo>
                  <a:lnTo>
                    <a:pt x="4569" y="2425"/>
                  </a:lnTo>
                  <a:lnTo>
                    <a:pt x="2144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3B74A7"/>
            </a:solidFill>
            <a:ln>
              <a:noFill/>
            </a:ln>
          </p:spPr>
        </p:sp>
        <p:sp>
          <p:nvSpPr>
            <p:cNvPr id="21503" name="Graph element 996"/>
            <p:cNvSpPr/>
            <p:nvPr/>
          </p:nvSpPr>
          <p:spPr>
            <a:xfrm>
              <a:off x="1336515" y="701952"/>
              <a:ext cx="4569" cy="4569"/>
            </a:xfrm>
            <a:custGeom>
              <a:avLst/>
              <a:gdLst/>
              <a:ahLst/>
              <a:cxnLst/>
              <a:rect l="0" t="0" r="r" b="b"/>
              <a:pathLst>
                <a:path w="4569" h="4569" stroke="0" extrusionOk="0">
                  <a:moveTo>
                    <a:pt x="0" y="2144"/>
                  </a:moveTo>
                  <a:lnTo>
                    <a:pt x="2425" y="4569"/>
                  </a:lnTo>
                  <a:lnTo>
                    <a:pt x="4569" y="2425"/>
                  </a:lnTo>
                  <a:lnTo>
                    <a:pt x="2144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3B74A7"/>
            </a:solidFill>
            <a:ln>
              <a:noFill/>
            </a:ln>
          </p:spPr>
        </p:sp>
        <p:sp>
          <p:nvSpPr>
            <p:cNvPr id="21504" name="Graph element 997"/>
            <p:cNvSpPr/>
            <p:nvPr/>
          </p:nvSpPr>
          <p:spPr>
            <a:xfrm>
              <a:off x="1851025" y="614056"/>
              <a:ext cx="4569" cy="4569"/>
            </a:xfrm>
            <a:custGeom>
              <a:avLst/>
              <a:gdLst/>
              <a:ahLst/>
              <a:cxnLst/>
              <a:rect l="0" t="0" r="r" b="b"/>
              <a:pathLst>
                <a:path w="4569" h="4569" stroke="0" extrusionOk="0">
                  <a:moveTo>
                    <a:pt x="2144" y="4569"/>
                  </a:moveTo>
                  <a:lnTo>
                    <a:pt x="4569" y="2144"/>
                  </a:lnTo>
                  <a:lnTo>
                    <a:pt x="2425" y="0"/>
                  </a:lnTo>
                  <a:lnTo>
                    <a:pt x="0" y="2425"/>
                  </a:lnTo>
                  <a:lnTo>
                    <a:pt x="2144" y="4569"/>
                  </a:lnTo>
                  <a:close/>
                </a:path>
              </a:pathLst>
            </a:custGeom>
            <a:solidFill>
              <a:srgbClr val="3B74A7"/>
            </a:solidFill>
            <a:ln>
              <a:noFill/>
            </a:ln>
          </p:spPr>
        </p:sp>
        <p:sp>
          <p:nvSpPr>
            <p:cNvPr id="21505" name="Graph element 998"/>
            <p:cNvSpPr/>
            <p:nvPr/>
          </p:nvSpPr>
          <p:spPr>
            <a:xfrm>
              <a:off x="1833373" y="602406"/>
              <a:ext cx="3430" cy="4288"/>
            </a:xfrm>
            <a:custGeom>
              <a:avLst/>
              <a:gdLst/>
              <a:ahLst/>
              <a:cxnLst/>
              <a:rect l="0" t="0" r="r" b="b"/>
              <a:pathLst>
                <a:path w="3430" h="4288" stroke="0" extrusionOk="0">
                  <a:moveTo>
                    <a:pt x="0" y="4288"/>
                  </a:moveTo>
                  <a:lnTo>
                    <a:pt x="3430" y="428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4288"/>
                  </a:lnTo>
                  <a:close/>
                </a:path>
              </a:pathLst>
            </a:custGeom>
            <a:solidFill>
              <a:srgbClr val="3B74A7"/>
            </a:solidFill>
            <a:ln>
              <a:noFill/>
            </a:ln>
          </p:spPr>
        </p:sp>
        <p:sp>
          <p:nvSpPr>
            <p:cNvPr id="21506" name="Graph element 999"/>
            <p:cNvSpPr/>
            <p:nvPr/>
          </p:nvSpPr>
          <p:spPr>
            <a:xfrm>
              <a:off x="1852667" y="527373"/>
              <a:ext cx="3430" cy="10719"/>
            </a:xfrm>
            <a:custGeom>
              <a:avLst/>
              <a:gdLst/>
              <a:ahLst/>
              <a:cxnLst/>
              <a:rect l="0" t="0" r="r" b="b"/>
              <a:pathLst>
                <a:path w="3430" h="10719" stroke="0" extrusionOk="0">
                  <a:moveTo>
                    <a:pt x="0" y="10719"/>
                  </a:moveTo>
                  <a:lnTo>
                    <a:pt x="3430" y="10719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0719"/>
                  </a:lnTo>
                  <a:close/>
                </a:path>
              </a:pathLst>
            </a:custGeom>
            <a:solidFill>
              <a:srgbClr val="3B74A7"/>
            </a:solidFill>
            <a:ln>
              <a:noFill/>
            </a:ln>
          </p:spPr>
        </p:sp>
        <p:sp>
          <p:nvSpPr>
            <p:cNvPr id="21507" name="Graph element 1000"/>
            <p:cNvSpPr/>
            <p:nvPr/>
          </p:nvSpPr>
          <p:spPr>
            <a:xfrm>
              <a:off x="1835516" y="514511"/>
              <a:ext cx="3430" cy="12863"/>
            </a:xfrm>
            <a:custGeom>
              <a:avLst/>
              <a:gdLst/>
              <a:ahLst/>
              <a:cxnLst/>
              <a:rect l="0" t="0" r="r" b="b"/>
              <a:pathLst>
                <a:path w="3430" h="12863" stroke="0" extrusionOk="0">
                  <a:moveTo>
                    <a:pt x="0" y="12863"/>
                  </a:moveTo>
                  <a:lnTo>
                    <a:pt x="3430" y="12863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2863"/>
                  </a:lnTo>
                  <a:close/>
                </a:path>
              </a:pathLst>
            </a:custGeom>
            <a:solidFill>
              <a:srgbClr val="3B74A7"/>
            </a:solidFill>
            <a:ln>
              <a:noFill/>
            </a:ln>
          </p:spPr>
        </p:sp>
        <p:sp>
          <p:nvSpPr>
            <p:cNvPr id="21508" name="Graph element 1001"/>
            <p:cNvSpPr/>
            <p:nvPr/>
          </p:nvSpPr>
          <p:spPr>
            <a:xfrm>
              <a:off x="1854811" y="448053"/>
              <a:ext cx="3430" cy="8575"/>
            </a:xfrm>
            <a:custGeom>
              <a:avLst/>
              <a:gdLst/>
              <a:ahLst/>
              <a:cxnLst/>
              <a:rect l="0" t="0" r="r" b="b"/>
              <a:pathLst>
                <a:path w="3430" h="8575" stroke="0" extrusionOk="0">
                  <a:moveTo>
                    <a:pt x="0" y="8575"/>
                  </a:moveTo>
                  <a:lnTo>
                    <a:pt x="3430" y="857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8575"/>
                  </a:lnTo>
                  <a:close/>
                </a:path>
              </a:pathLst>
            </a:custGeom>
            <a:solidFill>
              <a:srgbClr val="3B74A7"/>
            </a:solidFill>
            <a:ln>
              <a:noFill/>
            </a:ln>
          </p:spPr>
        </p:sp>
        <p:sp>
          <p:nvSpPr>
            <p:cNvPr id="21509" name="Graph element 1002"/>
            <p:cNvSpPr/>
            <p:nvPr/>
          </p:nvSpPr>
          <p:spPr>
            <a:xfrm>
              <a:off x="1837660" y="433046"/>
              <a:ext cx="3430" cy="12863"/>
            </a:xfrm>
            <a:custGeom>
              <a:avLst/>
              <a:gdLst/>
              <a:ahLst/>
              <a:cxnLst/>
              <a:rect l="0" t="0" r="r" b="b"/>
              <a:pathLst>
                <a:path w="3430" h="12863" stroke="0" extrusionOk="0">
                  <a:moveTo>
                    <a:pt x="0" y="12863"/>
                  </a:moveTo>
                  <a:lnTo>
                    <a:pt x="3430" y="12863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2863"/>
                  </a:lnTo>
                  <a:close/>
                </a:path>
              </a:pathLst>
            </a:custGeom>
            <a:solidFill>
              <a:srgbClr val="3B74A7"/>
            </a:solidFill>
            <a:ln>
              <a:noFill/>
            </a:ln>
          </p:spPr>
        </p:sp>
        <p:sp>
          <p:nvSpPr>
            <p:cNvPr id="21510" name="Graph element 1003"/>
            <p:cNvSpPr/>
            <p:nvPr/>
          </p:nvSpPr>
          <p:spPr>
            <a:xfrm>
              <a:off x="1897686" y="407321"/>
              <a:ext cx="3430" cy="15007"/>
            </a:xfrm>
            <a:custGeom>
              <a:avLst/>
              <a:gdLst/>
              <a:ahLst/>
              <a:cxnLst/>
              <a:rect l="0" t="0" r="r" b="b"/>
              <a:pathLst>
                <a:path w="3430" h="15007" stroke="0" extrusionOk="0">
                  <a:moveTo>
                    <a:pt x="0" y="15007"/>
                  </a:moveTo>
                  <a:lnTo>
                    <a:pt x="3430" y="15007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5007"/>
                  </a:lnTo>
                  <a:close/>
                </a:path>
              </a:pathLst>
            </a:custGeom>
            <a:solidFill>
              <a:srgbClr val="3B74A7"/>
            </a:solidFill>
            <a:ln>
              <a:noFill/>
            </a:ln>
          </p:spPr>
        </p:sp>
        <p:sp>
          <p:nvSpPr>
            <p:cNvPr id="21511" name="Graph element 1004"/>
            <p:cNvSpPr/>
            <p:nvPr/>
          </p:nvSpPr>
          <p:spPr>
            <a:xfrm>
              <a:off x="1899830" y="328000"/>
              <a:ext cx="3430" cy="8575"/>
            </a:xfrm>
            <a:custGeom>
              <a:avLst/>
              <a:gdLst/>
              <a:ahLst/>
              <a:cxnLst/>
              <a:rect l="0" t="0" r="r" b="b"/>
              <a:pathLst>
                <a:path w="3430" h="8575" stroke="0" extrusionOk="0">
                  <a:moveTo>
                    <a:pt x="0" y="8575"/>
                  </a:moveTo>
                  <a:lnTo>
                    <a:pt x="3430" y="857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8575"/>
                  </a:lnTo>
                  <a:close/>
                </a:path>
              </a:pathLst>
            </a:custGeom>
            <a:solidFill>
              <a:srgbClr val="3B74A7"/>
            </a:solidFill>
            <a:ln>
              <a:noFill/>
            </a:ln>
          </p:spPr>
        </p:sp>
        <p:sp>
          <p:nvSpPr>
            <p:cNvPr id="21512" name="Graph element 1005"/>
            <p:cNvSpPr/>
            <p:nvPr/>
          </p:nvSpPr>
          <p:spPr>
            <a:xfrm>
              <a:off x="1882680" y="306563"/>
              <a:ext cx="3430" cy="2144"/>
            </a:xfrm>
            <a:custGeom>
              <a:avLst/>
              <a:gdLst/>
              <a:ahLst/>
              <a:cxnLst/>
              <a:rect l="0" t="0" r="r" b="b"/>
              <a:pathLst>
                <a:path w="3430" h="2144" stroke="0" extrusionOk="0">
                  <a:moveTo>
                    <a:pt x="0" y="2144"/>
                  </a:moveTo>
                  <a:lnTo>
                    <a:pt x="3430" y="214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3B74A7"/>
            </a:solidFill>
            <a:ln>
              <a:noFill/>
            </a:ln>
          </p:spPr>
        </p:sp>
        <p:sp>
          <p:nvSpPr>
            <p:cNvPr id="21513" name="Graph element 1006"/>
            <p:cNvSpPr/>
            <p:nvPr/>
          </p:nvSpPr>
          <p:spPr>
            <a:xfrm>
              <a:off x="1884824" y="199373"/>
              <a:ext cx="3430" cy="10719"/>
            </a:xfrm>
            <a:custGeom>
              <a:avLst/>
              <a:gdLst/>
              <a:ahLst/>
              <a:cxnLst/>
              <a:rect l="0" t="0" r="r" b="b"/>
              <a:pathLst>
                <a:path w="3430" h="10719" stroke="0" extrusionOk="0">
                  <a:moveTo>
                    <a:pt x="0" y="10719"/>
                  </a:moveTo>
                  <a:lnTo>
                    <a:pt x="3430" y="10719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0719"/>
                  </a:lnTo>
                  <a:close/>
                </a:path>
              </a:pathLst>
            </a:custGeom>
            <a:solidFill>
              <a:srgbClr val="3B74A7"/>
            </a:solidFill>
            <a:ln>
              <a:noFill/>
            </a:ln>
          </p:spPr>
        </p:sp>
        <p:sp>
          <p:nvSpPr>
            <p:cNvPr id="21514" name="Graph element 1007"/>
            <p:cNvSpPr/>
            <p:nvPr/>
          </p:nvSpPr>
          <p:spPr>
            <a:xfrm>
              <a:off x="1844594" y="849874"/>
              <a:ext cx="4569" cy="4569"/>
            </a:xfrm>
            <a:custGeom>
              <a:avLst/>
              <a:gdLst/>
              <a:ahLst/>
              <a:cxnLst/>
              <a:rect l="0" t="0" r="r" b="b"/>
              <a:pathLst>
                <a:path w="4569" h="4569" stroke="0" extrusionOk="0">
                  <a:moveTo>
                    <a:pt x="0" y="2144"/>
                  </a:moveTo>
                  <a:lnTo>
                    <a:pt x="2425" y="4569"/>
                  </a:lnTo>
                  <a:lnTo>
                    <a:pt x="4569" y="2425"/>
                  </a:lnTo>
                  <a:lnTo>
                    <a:pt x="2144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2265A2"/>
            </a:solidFill>
            <a:ln>
              <a:noFill/>
            </a:ln>
          </p:spPr>
        </p:sp>
        <p:sp>
          <p:nvSpPr>
            <p:cNvPr id="21515" name="Graph element 1008"/>
            <p:cNvSpPr/>
            <p:nvPr/>
          </p:nvSpPr>
          <p:spPr>
            <a:xfrm>
              <a:off x="916331" y="547599"/>
              <a:ext cx="4569" cy="4569"/>
            </a:xfrm>
            <a:custGeom>
              <a:avLst/>
              <a:gdLst/>
              <a:ahLst/>
              <a:cxnLst/>
              <a:rect l="0" t="0" r="r" b="b"/>
              <a:pathLst>
                <a:path w="4569" h="4569" stroke="0" extrusionOk="0">
                  <a:moveTo>
                    <a:pt x="2144" y="4569"/>
                  </a:moveTo>
                  <a:lnTo>
                    <a:pt x="4569" y="2144"/>
                  </a:lnTo>
                  <a:lnTo>
                    <a:pt x="2425" y="0"/>
                  </a:lnTo>
                  <a:lnTo>
                    <a:pt x="0" y="2425"/>
                  </a:lnTo>
                  <a:lnTo>
                    <a:pt x="2144" y="4569"/>
                  </a:lnTo>
                  <a:close/>
                </a:path>
              </a:pathLst>
            </a:custGeom>
            <a:solidFill>
              <a:srgbClr val="2265A2"/>
            </a:solidFill>
            <a:ln>
              <a:noFill/>
            </a:ln>
          </p:spPr>
        </p:sp>
        <p:sp>
          <p:nvSpPr>
            <p:cNvPr id="21516" name="Graph element 1009"/>
            <p:cNvSpPr/>
            <p:nvPr/>
          </p:nvSpPr>
          <p:spPr>
            <a:xfrm>
              <a:off x="907756" y="481141"/>
              <a:ext cx="4569" cy="4569"/>
            </a:xfrm>
            <a:custGeom>
              <a:avLst/>
              <a:gdLst/>
              <a:ahLst/>
              <a:cxnLst/>
              <a:rect l="0" t="0" r="r" b="b"/>
              <a:pathLst>
                <a:path w="4569" h="4569" stroke="0" extrusionOk="0">
                  <a:moveTo>
                    <a:pt x="0" y="2144"/>
                  </a:moveTo>
                  <a:lnTo>
                    <a:pt x="2425" y="4569"/>
                  </a:lnTo>
                  <a:lnTo>
                    <a:pt x="4569" y="2425"/>
                  </a:lnTo>
                  <a:lnTo>
                    <a:pt x="2144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2265A2"/>
            </a:solidFill>
            <a:ln>
              <a:noFill/>
            </a:ln>
          </p:spPr>
        </p:sp>
        <p:sp>
          <p:nvSpPr>
            <p:cNvPr id="21517" name="Graph element 1010"/>
            <p:cNvSpPr/>
            <p:nvPr/>
          </p:nvSpPr>
          <p:spPr>
            <a:xfrm>
              <a:off x="1899830" y="317282"/>
              <a:ext cx="3430" cy="8575"/>
            </a:xfrm>
            <a:custGeom>
              <a:avLst/>
              <a:gdLst/>
              <a:ahLst/>
              <a:cxnLst/>
              <a:rect l="0" t="0" r="r" b="b"/>
              <a:pathLst>
                <a:path w="3430" h="8575" stroke="0" extrusionOk="0">
                  <a:moveTo>
                    <a:pt x="0" y="8575"/>
                  </a:moveTo>
                  <a:lnTo>
                    <a:pt x="3430" y="857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8575"/>
                  </a:lnTo>
                  <a:close/>
                </a:path>
              </a:pathLst>
            </a:custGeom>
            <a:solidFill>
              <a:srgbClr val="2265A2"/>
            </a:solidFill>
            <a:ln>
              <a:noFill/>
            </a:ln>
          </p:spPr>
        </p:sp>
        <p:sp>
          <p:nvSpPr>
            <p:cNvPr id="21518" name="Graph element 1011"/>
            <p:cNvSpPr/>
            <p:nvPr/>
          </p:nvSpPr>
          <p:spPr>
            <a:xfrm>
              <a:off x="1882680" y="310850"/>
              <a:ext cx="3430" cy="19294"/>
            </a:xfrm>
            <a:custGeom>
              <a:avLst/>
              <a:gdLst/>
              <a:ahLst/>
              <a:cxnLst/>
              <a:rect l="0" t="0" r="r" b="b"/>
              <a:pathLst>
                <a:path w="3430" h="19294" stroke="0" extrusionOk="0">
                  <a:moveTo>
                    <a:pt x="0" y="19294"/>
                  </a:moveTo>
                  <a:lnTo>
                    <a:pt x="3430" y="19294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9294"/>
                  </a:lnTo>
                  <a:close/>
                </a:path>
              </a:pathLst>
            </a:custGeom>
            <a:solidFill>
              <a:srgbClr val="2265A2"/>
            </a:solidFill>
            <a:ln>
              <a:noFill/>
            </a:ln>
          </p:spPr>
        </p:sp>
        <p:sp>
          <p:nvSpPr>
            <p:cNvPr id="21519" name="Graph element 1012"/>
            <p:cNvSpPr/>
            <p:nvPr/>
          </p:nvSpPr>
          <p:spPr>
            <a:xfrm>
              <a:off x="1884824" y="212236"/>
              <a:ext cx="3430" cy="12863"/>
            </a:xfrm>
            <a:custGeom>
              <a:avLst/>
              <a:gdLst/>
              <a:ahLst/>
              <a:cxnLst/>
              <a:rect l="0" t="0" r="r" b="b"/>
              <a:pathLst>
                <a:path w="3430" h="12863" stroke="0" extrusionOk="0">
                  <a:moveTo>
                    <a:pt x="0" y="12863"/>
                  </a:moveTo>
                  <a:lnTo>
                    <a:pt x="3430" y="12863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2863"/>
                  </a:lnTo>
                  <a:close/>
                </a:path>
              </a:pathLst>
            </a:custGeom>
            <a:solidFill>
              <a:srgbClr val="2265A2"/>
            </a:solidFill>
            <a:ln>
              <a:noFill/>
            </a:ln>
          </p:spPr>
        </p:sp>
        <p:sp>
          <p:nvSpPr>
            <p:cNvPr id="21520" name="Graph element 1013"/>
            <p:cNvSpPr/>
            <p:nvPr/>
          </p:nvSpPr>
          <p:spPr>
            <a:xfrm>
              <a:off x="378239" y="148853"/>
              <a:ext cx="4569" cy="4569"/>
            </a:xfrm>
            <a:custGeom>
              <a:avLst/>
              <a:gdLst/>
              <a:ahLst/>
              <a:cxnLst/>
              <a:rect l="0" t="0" r="r" b="b"/>
              <a:pathLst>
                <a:path w="4569" h="4569" stroke="0" extrusionOk="0">
                  <a:moveTo>
                    <a:pt x="0" y="2144"/>
                  </a:moveTo>
                  <a:lnTo>
                    <a:pt x="2425" y="4569"/>
                  </a:lnTo>
                  <a:lnTo>
                    <a:pt x="4569" y="2425"/>
                  </a:lnTo>
                  <a:lnTo>
                    <a:pt x="2144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2265A2"/>
            </a:solidFill>
            <a:ln>
              <a:noFill/>
            </a:ln>
          </p:spPr>
        </p:sp>
        <p:sp>
          <p:nvSpPr>
            <p:cNvPr id="21521" name="Graph element 1014"/>
            <p:cNvSpPr/>
            <p:nvPr/>
          </p:nvSpPr>
          <p:spPr>
            <a:xfrm>
              <a:off x="1953927" y="120984"/>
              <a:ext cx="4569" cy="4569"/>
            </a:xfrm>
            <a:custGeom>
              <a:avLst/>
              <a:gdLst/>
              <a:ahLst/>
              <a:cxnLst/>
              <a:rect l="0" t="0" r="r" b="b"/>
              <a:pathLst>
                <a:path w="4569" h="4569" stroke="0" extrusionOk="0">
                  <a:moveTo>
                    <a:pt x="0" y="2144"/>
                  </a:moveTo>
                  <a:lnTo>
                    <a:pt x="2425" y="4569"/>
                  </a:lnTo>
                  <a:lnTo>
                    <a:pt x="4569" y="2425"/>
                  </a:lnTo>
                  <a:lnTo>
                    <a:pt x="2144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2265A2"/>
            </a:solidFill>
            <a:ln>
              <a:noFill/>
            </a:ln>
          </p:spPr>
        </p:sp>
        <p:sp>
          <p:nvSpPr>
            <p:cNvPr id="21522" name="Graph element 1015"/>
            <p:cNvSpPr/>
            <p:nvPr/>
          </p:nvSpPr>
          <p:spPr>
            <a:xfrm>
              <a:off x="1886967" y="96471"/>
              <a:ext cx="3430" cy="21438"/>
            </a:xfrm>
            <a:custGeom>
              <a:avLst/>
              <a:gdLst/>
              <a:ahLst/>
              <a:cxnLst/>
              <a:rect l="0" t="0" r="r" b="b"/>
              <a:pathLst>
                <a:path w="3430" h="21438" stroke="0" extrusionOk="0">
                  <a:moveTo>
                    <a:pt x="0" y="21438"/>
                  </a:moveTo>
                  <a:lnTo>
                    <a:pt x="3430" y="2143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1438"/>
                  </a:lnTo>
                  <a:close/>
                </a:path>
              </a:pathLst>
            </a:custGeom>
            <a:solidFill>
              <a:srgbClr val="2265A2"/>
            </a:solidFill>
            <a:ln>
              <a:noFill/>
            </a:ln>
          </p:spPr>
        </p:sp>
        <p:sp>
          <p:nvSpPr>
            <p:cNvPr id="21523" name="Graph element 1016"/>
            <p:cNvSpPr/>
            <p:nvPr/>
          </p:nvSpPr>
          <p:spPr>
            <a:xfrm>
              <a:off x="1889614" y="69532"/>
              <a:ext cx="4569" cy="4569"/>
            </a:xfrm>
            <a:custGeom>
              <a:avLst/>
              <a:gdLst/>
              <a:ahLst/>
              <a:cxnLst/>
              <a:rect l="0" t="0" r="r" b="b"/>
              <a:pathLst>
                <a:path w="4569" h="4569" stroke="0" extrusionOk="0">
                  <a:moveTo>
                    <a:pt x="0" y="2144"/>
                  </a:moveTo>
                  <a:lnTo>
                    <a:pt x="2425" y="4569"/>
                  </a:lnTo>
                  <a:lnTo>
                    <a:pt x="4569" y="2425"/>
                  </a:lnTo>
                  <a:lnTo>
                    <a:pt x="2144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2265A2"/>
            </a:solidFill>
            <a:ln>
              <a:noFill/>
            </a:ln>
          </p:spPr>
        </p:sp>
        <p:sp>
          <p:nvSpPr>
            <p:cNvPr id="21524" name="Graph element 1017"/>
            <p:cNvSpPr/>
            <p:nvPr/>
          </p:nvSpPr>
          <p:spPr>
            <a:xfrm>
              <a:off x="1910549" y="1348446"/>
              <a:ext cx="3430" cy="115765"/>
            </a:xfrm>
            <a:custGeom>
              <a:avLst/>
              <a:gdLst/>
              <a:ahLst/>
              <a:cxnLst/>
              <a:rect l="0" t="0" r="r" b="b"/>
              <a:pathLst>
                <a:path w="3430" h="115765" stroke="0" extrusionOk="0">
                  <a:moveTo>
                    <a:pt x="0" y="115765"/>
                  </a:moveTo>
                  <a:lnTo>
                    <a:pt x="3430" y="11576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15765"/>
                  </a:lnTo>
                  <a:close/>
                </a:path>
              </a:pathLst>
            </a:custGeom>
            <a:solidFill>
              <a:srgbClr val="155B9C"/>
            </a:solidFill>
            <a:ln>
              <a:noFill/>
            </a:ln>
          </p:spPr>
        </p:sp>
        <p:sp>
          <p:nvSpPr>
            <p:cNvPr id="21525" name="Graph element 1018"/>
            <p:cNvSpPr/>
            <p:nvPr/>
          </p:nvSpPr>
          <p:spPr>
            <a:xfrm>
              <a:off x="1882680" y="1348446"/>
              <a:ext cx="3430" cy="115765"/>
            </a:xfrm>
            <a:custGeom>
              <a:avLst/>
              <a:gdLst/>
              <a:ahLst/>
              <a:cxnLst/>
              <a:rect l="0" t="0" r="r" b="b"/>
              <a:pathLst>
                <a:path w="3430" h="115765" stroke="0" extrusionOk="0">
                  <a:moveTo>
                    <a:pt x="0" y="115765"/>
                  </a:moveTo>
                  <a:lnTo>
                    <a:pt x="3430" y="11576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15765"/>
                  </a:lnTo>
                  <a:close/>
                </a:path>
              </a:pathLst>
            </a:custGeom>
            <a:solidFill>
              <a:srgbClr val="155B9C"/>
            </a:solidFill>
            <a:ln>
              <a:noFill/>
            </a:ln>
          </p:spPr>
        </p:sp>
        <p:sp>
          <p:nvSpPr>
            <p:cNvPr id="21526" name="Graph element 1019"/>
            <p:cNvSpPr/>
            <p:nvPr/>
          </p:nvSpPr>
          <p:spPr>
            <a:xfrm>
              <a:off x="1867673" y="1348446"/>
              <a:ext cx="3430" cy="115765"/>
            </a:xfrm>
            <a:custGeom>
              <a:avLst/>
              <a:gdLst/>
              <a:ahLst/>
              <a:cxnLst/>
              <a:rect l="0" t="0" r="r" b="b"/>
              <a:pathLst>
                <a:path w="3430" h="115765" stroke="0" extrusionOk="0">
                  <a:moveTo>
                    <a:pt x="0" y="115765"/>
                  </a:moveTo>
                  <a:lnTo>
                    <a:pt x="3430" y="11576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15765"/>
                  </a:lnTo>
                  <a:close/>
                </a:path>
              </a:pathLst>
            </a:custGeom>
            <a:solidFill>
              <a:srgbClr val="155B9C"/>
            </a:solidFill>
            <a:ln>
              <a:noFill/>
            </a:ln>
          </p:spPr>
        </p:sp>
        <p:sp>
          <p:nvSpPr>
            <p:cNvPr id="21527" name="Graph element 1020"/>
            <p:cNvSpPr/>
            <p:nvPr/>
          </p:nvSpPr>
          <p:spPr>
            <a:xfrm>
              <a:off x="1854811" y="1348446"/>
              <a:ext cx="3430" cy="115765"/>
            </a:xfrm>
            <a:custGeom>
              <a:avLst/>
              <a:gdLst/>
              <a:ahLst/>
              <a:cxnLst/>
              <a:rect l="0" t="0" r="r" b="b"/>
              <a:pathLst>
                <a:path w="3430" h="115765" stroke="0" extrusionOk="0">
                  <a:moveTo>
                    <a:pt x="0" y="115765"/>
                  </a:moveTo>
                  <a:lnTo>
                    <a:pt x="3430" y="11576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15765"/>
                  </a:lnTo>
                  <a:close/>
                </a:path>
              </a:pathLst>
            </a:custGeom>
            <a:solidFill>
              <a:srgbClr val="155B9C"/>
            </a:solidFill>
            <a:ln>
              <a:noFill/>
            </a:ln>
          </p:spPr>
        </p:sp>
        <p:sp>
          <p:nvSpPr>
            <p:cNvPr id="21528" name="Graph element 1021"/>
            <p:cNvSpPr/>
            <p:nvPr/>
          </p:nvSpPr>
          <p:spPr>
            <a:xfrm>
              <a:off x="1715464" y="1348446"/>
              <a:ext cx="3430" cy="115765"/>
            </a:xfrm>
            <a:custGeom>
              <a:avLst/>
              <a:gdLst/>
              <a:ahLst/>
              <a:cxnLst/>
              <a:rect l="0" t="0" r="r" b="b"/>
              <a:pathLst>
                <a:path w="3430" h="115765" stroke="0" extrusionOk="0">
                  <a:moveTo>
                    <a:pt x="0" y="115765"/>
                  </a:moveTo>
                  <a:lnTo>
                    <a:pt x="3430" y="11576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15765"/>
                  </a:lnTo>
                  <a:close/>
                </a:path>
              </a:pathLst>
            </a:custGeom>
            <a:solidFill>
              <a:srgbClr val="155B9C"/>
            </a:solidFill>
            <a:ln>
              <a:noFill/>
            </a:ln>
          </p:spPr>
        </p:sp>
        <p:sp>
          <p:nvSpPr>
            <p:cNvPr id="21529" name="Graph element 1022"/>
            <p:cNvSpPr/>
            <p:nvPr/>
          </p:nvSpPr>
          <p:spPr>
            <a:xfrm>
              <a:off x="1679019" y="1348446"/>
              <a:ext cx="3430" cy="115765"/>
            </a:xfrm>
            <a:custGeom>
              <a:avLst/>
              <a:gdLst/>
              <a:ahLst/>
              <a:cxnLst/>
              <a:rect l="0" t="0" r="r" b="b"/>
              <a:pathLst>
                <a:path w="3430" h="115765" stroke="0" extrusionOk="0">
                  <a:moveTo>
                    <a:pt x="0" y="115765"/>
                  </a:moveTo>
                  <a:lnTo>
                    <a:pt x="3430" y="11576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15765"/>
                  </a:lnTo>
                  <a:close/>
                </a:path>
              </a:pathLst>
            </a:custGeom>
            <a:solidFill>
              <a:srgbClr val="155B9C"/>
            </a:solidFill>
            <a:ln>
              <a:noFill/>
            </a:ln>
          </p:spPr>
        </p:sp>
        <p:sp>
          <p:nvSpPr>
            <p:cNvPr id="21530" name="Graph element 1023"/>
            <p:cNvSpPr/>
            <p:nvPr/>
          </p:nvSpPr>
          <p:spPr>
            <a:xfrm>
              <a:off x="1595411" y="1348446"/>
              <a:ext cx="3430" cy="115765"/>
            </a:xfrm>
            <a:custGeom>
              <a:avLst/>
              <a:gdLst/>
              <a:ahLst/>
              <a:cxnLst/>
              <a:rect l="0" t="0" r="r" b="b"/>
              <a:pathLst>
                <a:path w="3430" h="115765" stroke="0" extrusionOk="0">
                  <a:moveTo>
                    <a:pt x="0" y="115765"/>
                  </a:moveTo>
                  <a:lnTo>
                    <a:pt x="3430" y="11576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15765"/>
                  </a:lnTo>
                  <a:close/>
                </a:path>
              </a:pathLst>
            </a:custGeom>
            <a:solidFill>
              <a:srgbClr val="155B9C"/>
            </a:solidFill>
            <a:ln>
              <a:noFill/>
            </a:ln>
          </p:spPr>
        </p:sp>
        <p:sp>
          <p:nvSpPr>
            <p:cNvPr id="21531" name="Graph element 1024"/>
            <p:cNvSpPr/>
            <p:nvPr/>
          </p:nvSpPr>
          <p:spPr>
            <a:xfrm>
              <a:off x="1492509" y="1348446"/>
              <a:ext cx="3430" cy="115765"/>
            </a:xfrm>
            <a:custGeom>
              <a:avLst/>
              <a:gdLst/>
              <a:ahLst/>
              <a:cxnLst/>
              <a:rect l="0" t="0" r="r" b="b"/>
              <a:pathLst>
                <a:path w="3430" h="115765" stroke="0" extrusionOk="0">
                  <a:moveTo>
                    <a:pt x="0" y="115765"/>
                  </a:moveTo>
                  <a:lnTo>
                    <a:pt x="3430" y="11576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15765"/>
                  </a:lnTo>
                  <a:close/>
                </a:path>
              </a:pathLst>
            </a:custGeom>
            <a:solidFill>
              <a:srgbClr val="155B9C"/>
            </a:solidFill>
            <a:ln>
              <a:noFill/>
            </a:ln>
          </p:spPr>
        </p:sp>
        <p:sp>
          <p:nvSpPr>
            <p:cNvPr id="21532" name="Graph element 1025"/>
            <p:cNvSpPr/>
            <p:nvPr/>
          </p:nvSpPr>
          <p:spPr>
            <a:xfrm>
              <a:off x="1366026" y="1348446"/>
              <a:ext cx="3430" cy="115765"/>
            </a:xfrm>
            <a:custGeom>
              <a:avLst/>
              <a:gdLst/>
              <a:ahLst/>
              <a:cxnLst/>
              <a:rect l="0" t="0" r="r" b="b"/>
              <a:pathLst>
                <a:path w="3430" h="115765" stroke="0" extrusionOk="0">
                  <a:moveTo>
                    <a:pt x="0" y="115765"/>
                  </a:moveTo>
                  <a:lnTo>
                    <a:pt x="3430" y="11576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15765"/>
                  </a:lnTo>
                  <a:close/>
                </a:path>
              </a:pathLst>
            </a:custGeom>
            <a:solidFill>
              <a:srgbClr val="155B9C"/>
            </a:solidFill>
            <a:ln>
              <a:noFill/>
            </a:ln>
          </p:spPr>
        </p:sp>
        <p:sp>
          <p:nvSpPr>
            <p:cNvPr id="21533" name="Graph element 1026"/>
            <p:cNvSpPr/>
            <p:nvPr/>
          </p:nvSpPr>
          <p:spPr>
            <a:xfrm>
              <a:off x="787201" y="1348446"/>
              <a:ext cx="3430" cy="115765"/>
            </a:xfrm>
            <a:custGeom>
              <a:avLst/>
              <a:gdLst/>
              <a:ahLst/>
              <a:cxnLst/>
              <a:rect l="0" t="0" r="r" b="b"/>
              <a:pathLst>
                <a:path w="3430" h="115765" stroke="0" extrusionOk="0">
                  <a:moveTo>
                    <a:pt x="0" y="115765"/>
                  </a:moveTo>
                  <a:lnTo>
                    <a:pt x="3430" y="11576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15765"/>
                  </a:lnTo>
                  <a:close/>
                </a:path>
              </a:pathLst>
            </a:custGeom>
            <a:solidFill>
              <a:srgbClr val="155B9C"/>
            </a:solidFill>
            <a:ln>
              <a:noFill/>
            </a:ln>
          </p:spPr>
        </p:sp>
        <p:sp>
          <p:nvSpPr>
            <p:cNvPr id="21534" name="Graph element 1027"/>
            <p:cNvSpPr/>
            <p:nvPr/>
          </p:nvSpPr>
          <p:spPr>
            <a:xfrm>
              <a:off x="712168" y="1348446"/>
              <a:ext cx="3430" cy="115765"/>
            </a:xfrm>
            <a:custGeom>
              <a:avLst/>
              <a:gdLst/>
              <a:ahLst/>
              <a:cxnLst/>
              <a:rect l="0" t="0" r="r" b="b"/>
              <a:pathLst>
                <a:path w="3430" h="115765" stroke="0" extrusionOk="0">
                  <a:moveTo>
                    <a:pt x="0" y="115765"/>
                  </a:moveTo>
                  <a:lnTo>
                    <a:pt x="3430" y="11576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15765"/>
                  </a:lnTo>
                  <a:close/>
                </a:path>
              </a:pathLst>
            </a:custGeom>
            <a:solidFill>
              <a:srgbClr val="155B9C"/>
            </a:solidFill>
            <a:ln>
              <a:noFill/>
            </a:ln>
          </p:spPr>
        </p:sp>
        <p:sp>
          <p:nvSpPr>
            <p:cNvPr id="21535" name="Graph element 1028"/>
            <p:cNvSpPr/>
            <p:nvPr/>
          </p:nvSpPr>
          <p:spPr>
            <a:xfrm>
              <a:off x="384168" y="1348446"/>
              <a:ext cx="3430" cy="115765"/>
            </a:xfrm>
            <a:custGeom>
              <a:avLst/>
              <a:gdLst/>
              <a:ahLst/>
              <a:cxnLst/>
              <a:rect l="0" t="0" r="r" b="b"/>
              <a:pathLst>
                <a:path w="3430" h="115765" stroke="0" extrusionOk="0">
                  <a:moveTo>
                    <a:pt x="0" y="115765"/>
                  </a:moveTo>
                  <a:lnTo>
                    <a:pt x="3430" y="11576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15765"/>
                  </a:lnTo>
                  <a:close/>
                </a:path>
              </a:pathLst>
            </a:custGeom>
            <a:solidFill>
              <a:srgbClr val="155B9C"/>
            </a:solidFill>
            <a:ln>
              <a:noFill/>
            </a:ln>
          </p:spPr>
        </p:sp>
        <p:sp>
          <p:nvSpPr>
            <p:cNvPr id="21536" name="Graph element 1029"/>
            <p:cNvSpPr/>
            <p:nvPr/>
          </p:nvSpPr>
          <p:spPr>
            <a:xfrm>
              <a:off x="1706889" y="1230538"/>
              <a:ext cx="3430" cy="115765"/>
            </a:xfrm>
            <a:custGeom>
              <a:avLst/>
              <a:gdLst/>
              <a:ahLst/>
              <a:cxnLst/>
              <a:rect l="0" t="0" r="r" b="b"/>
              <a:pathLst>
                <a:path w="3430" h="115765" stroke="0" extrusionOk="0">
                  <a:moveTo>
                    <a:pt x="0" y="115765"/>
                  </a:moveTo>
                  <a:lnTo>
                    <a:pt x="3430" y="11576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15765"/>
                  </a:lnTo>
                  <a:close/>
                </a:path>
              </a:pathLst>
            </a:custGeom>
            <a:solidFill>
              <a:srgbClr val="155B9C"/>
            </a:solidFill>
            <a:ln>
              <a:noFill/>
            </a:ln>
          </p:spPr>
        </p:sp>
        <p:sp>
          <p:nvSpPr>
            <p:cNvPr id="21537" name="Graph element 1030"/>
            <p:cNvSpPr/>
            <p:nvPr/>
          </p:nvSpPr>
          <p:spPr>
            <a:xfrm>
              <a:off x="1659725" y="1230538"/>
              <a:ext cx="3430" cy="115765"/>
            </a:xfrm>
            <a:custGeom>
              <a:avLst/>
              <a:gdLst/>
              <a:ahLst/>
              <a:cxnLst/>
              <a:rect l="0" t="0" r="r" b="b"/>
              <a:pathLst>
                <a:path w="3430" h="115765" stroke="0" extrusionOk="0">
                  <a:moveTo>
                    <a:pt x="0" y="115765"/>
                  </a:moveTo>
                  <a:lnTo>
                    <a:pt x="3430" y="11576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15765"/>
                  </a:lnTo>
                  <a:close/>
                </a:path>
              </a:pathLst>
            </a:custGeom>
            <a:solidFill>
              <a:srgbClr val="155B9C"/>
            </a:solidFill>
            <a:ln>
              <a:noFill/>
            </a:ln>
          </p:spPr>
        </p:sp>
        <p:sp>
          <p:nvSpPr>
            <p:cNvPr id="21538" name="Graph element 1031"/>
            <p:cNvSpPr/>
            <p:nvPr/>
          </p:nvSpPr>
          <p:spPr>
            <a:xfrm>
              <a:off x="1177372" y="1230538"/>
              <a:ext cx="3430" cy="115765"/>
            </a:xfrm>
            <a:custGeom>
              <a:avLst/>
              <a:gdLst/>
              <a:ahLst/>
              <a:cxnLst/>
              <a:rect l="0" t="0" r="r" b="b"/>
              <a:pathLst>
                <a:path w="3430" h="115765" stroke="0" extrusionOk="0">
                  <a:moveTo>
                    <a:pt x="0" y="115765"/>
                  </a:moveTo>
                  <a:lnTo>
                    <a:pt x="3430" y="11576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15765"/>
                  </a:lnTo>
                  <a:close/>
                </a:path>
              </a:pathLst>
            </a:custGeom>
            <a:solidFill>
              <a:srgbClr val="155B9C"/>
            </a:solidFill>
            <a:ln>
              <a:noFill/>
            </a:ln>
          </p:spPr>
        </p:sp>
        <p:sp>
          <p:nvSpPr>
            <p:cNvPr id="21539" name="Graph element 1032"/>
            <p:cNvSpPr/>
            <p:nvPr/>
          </p:nvSpPr>
          <p:spPr>
            <a:xfrm>
              <a:off x="913685" y="1230538"/>
              <a:ext cx="3430" cy="115765"/>
            </a:xfrm>
            <a:custGeom>
              <a:avLst/>
              <a:gdLst/>
              <a:ahLst/>
              <a:cxnLst/>
              <a:rect l="0" t="0" r="r" b="b"/>
              <a:pathLst>
                <a:path w="3430" h="115765" stroke="0" extrusionOk="0">
                  <a:moveTo>
                    <a:pt x="0" y="115765"/>
                  </a:moveTo>
                  <a:lnTo>
                    <a:pt x="3430" y="11576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15765"/>
                  </a:lnTo>
                  <a:close/>
                </a:path>
              </a:pathLst>
            </a:custGeom>
            <a:solidFill>
              <a:srgbClr val="155B9C"/>
            </a:solidFill>
            <a:ln>
              <a:noFill/>
            </a:ln>
          </p:spPr>
        </p:sp>
        <p:sp>
          <p:nvSpPr>
            <p:cNvPr id="21540" name="Graph element 1033"/>
            <p:cNvSpPr/>
            <p:nvPr/>
          </p:nvSpPr>
          <p:spPr>
            <a:xfrm>
              <a:off x="1895543" y="1112629"/>
              <a:ext cx="3430" cy="351582"/>
            </a:xfrm>
            <a:custGeom>
              <a:avLst/>
              <a:gdLst/>
              <a:ahLst/>
              <a:cxnLst/>
              <a:rect l="0" t="0" r="r" b="b"/>
              <a:pathLst>
                <a:path w="3430" h="351582" stroke="0" extrusionOk="0">
                  <a:moveTo>
                    <a:pt x="0" y="351582"/>
                  </a:moveTo>
                  <a:lnTo>
                    <a:pt x="3430" y="351582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351582"/>
                  </a:lnTo>
                  <a:close/>
                </a:path>
              </a:pathLst>
            </a:custGeom>
            <a:solidFill>
              <a:srgbClr val="155B9C"/>
            </a:solidFill>
            <a:ln>
              <a:noFill/>
            </a:ln>
          </p:spPr>
        </p:sp>
        <p:sp>
          <p:nvSpPr>
            <p:cNvPr id="21541" name="Graph element 1034"/>
            <p:cNvSpPr/>
            <p:nvPr/>
          </p:nvSpPr>
          <p:spPr>
            <a:xfrm>
              <a:off x="1846235" y="1112629"/>
              <a:ext cx="3430" cy="351582"/>
            </a:xfrm>
            <a:custGeom>
              <a:avLst/>
              <a:gdLst/>
              <a:ahLst/>
              <a:cxnLst/>
              <a:rect l="0" t="0" r="r" b="b"/>
              <a:pathLst>
                <a:path w="3430" h="351582" stroke="0" extrusionOk="0">
                  <a:moveTo>
                    <a:pt x="0" y="351582"/>
                  </a:moveTo>
                  <a:lnTo>
                    <a:pt x="3430" y="351582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351582"/>
                  </a:lnTo>
                  <a:close/>
                </a:path>
              </a:pathLst>
            </a:custGeom>
            <a:solidFill>
              <a:srgbClr val="155B9C"/>
            </a:solidFill>
            <a:ln>
              <a:noFill/>
            </a:ln>
          </p:spPr>
        </p:sp>
        <p:sp>
          <p:nvSpPr>
            <p:cNvPr id="21542" name="Graph element 1035"/>
            <p:cNvSpPr/>
            <p:nvPr/>
          </p:nvSpPr>
          <p:spPr>
            <a:xfrm>
              <a:off x="1839804" y="1112629"/>
              <a:ext cx="3430" cy="115765"/>
            </a:xfrm>
            <a:custGeom>
              <a:avLst/>
              <a:gdLst/>
              <a:ahLst/>
              <a:cxnLst/>
              <a:rect l="0" t="0" r="r" b="b"/>
              <a:pathLst>
                <a:path w="3430" h="115765" stroke="0" extrusionOk="0">
                  <a:moveTo>
                    <a:pt x="0" y="115765"/>
                  </a:moveTo>
                  <a:lnTo>
                    <a:pt x="3430" y="11576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15765"/>
                  </a:lnTo>
                  <a:close/>
                </a:path>
              </a:pathLst>
            </a:custGeom>
            <a:solidFill>
              <a:srgbClr val="155B9C"/>
            </a:solidFill>
            <a:ln>
              <a:noFill/>
            </a:ln>
          </p:spPr>
        </p:sp>
        <p:sp>
          <p:nvSpPr>
            <p:cNvPr id="21543" name="Graph element 1036"/>
            <p:cNvSpPr/>
            <p:nvPr/>
          </p:nvSpPr>
          <p:spPr>
            <a:xfrm>
              <a:off x="1734758" y="1112629"/>
              <a:ext cx="3430" cy="115765"/>
            </a:xfrm>
            <a:custGeom>
              <a:avLst/>
              <a:gdLst/>
              <a:ahLst/>
              <a:cxnLst/>
              <a:rect l="0" t="0" r="r" b="b"/>
              <a:pathLst>
                <a:path w="3430" h="115765" stroke="0" extrusionOk="0">
                  <a:moveTo>
                    <a:pt x="0" y="115765"/>
                  </a:moveTo>
                  <a:lnTo>
                    <a:pt x="3430" y="115765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15765"/>
                  </a:lnTo>
                  <a:close/>
                </a:path>
              </a:pathLst>
            </a:custGeom>
            <a:solidFill>
              <a:srgbClr val="155B9C"/>
            </a:solidFill>
            <a:ln>
              <a:noFill/>
            </a:ln>
          </p:spPr>
        </p:sp>
        <p:sp>
          <p:nvSpPr>
            <p:cNvPr id="21544" name="Graph element 1037"/>
            <p:cNvSpPr/>
            <p:nvPr/>
          </p:nvSpPr>
          <p:spPr>
            <a:xfrm>
              <a:off x="1721895" y="1112629"/>
              <a:ext cx="3430" cy="351582"/>
            </a:xfrm>
            <a:custGeom>
              <a:avLst/>
              <a:gdLst/>
              <a:ahLst/>
              <a:cxnLst/>
              <a:rect l="0" t="0" r="r" b="b"/>
              <a:pathLst>
                <a:path w="3430" h="351582" stroke="0" extrusionOk="0">
                  <a:moveTo>
                    <a:pt x="0" y="351582"/>
                  </a:moveTo>
                  <a:lnTo>
                    <a:pt x="3430" y="351582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351582"/>
                  </a:lnTo>
                  <a:close/>
                </a:path>
              </a:pathLst>
            </a:custGeom>
            <a:solidFill>
              <a:srgbClr val="155B9C"/>
            </a:solidFill>
            <a:ln>
              <a:noFill/>
            </a:ln>
          </p:spPr>
        </p:sp>
        <p:sp>
          <p:nvSpPr>
            <p:cNvPr id="21545" name="Graph element 1038"/>
            <p:cNvSpPr/>
            <p:nvPr/>
          </p:nvSpPr>
          <p:spPr>
            <a:xfrm>
              <a:off x="1325293" y="1112629"/>
              <a:ext cx="3430" cy="351582"/>
            </a:xfrm>
            <a:custGeom>
              <a:avLst/>
              <a:gdLst/>
              <a:ahLst/>
              <a:cxnLst/>
              <a:rect l="0" t="0" r="r" b="b"/>
              <a:pathLst>
                <a:path w="3430" h="351582" stroke="0" extrusionOk="0">
                  <a:moveTo>
                    <a:pt x="0" y="351582"/>
                  </a:moveTo>
                  <a:lnTo>
                    <a:pt x="3430" y="351582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351582"/>
                  </a:lnTo>
                  <a:close/>
                </a:path>
              </a:pathLst>
            </a:custGeom>
            <a:solidFill>
              <a:srgbClr val="155B9C"/>
            </a:solidFill>
            <a:ln>
              <a:noFill/>
            </a:ln>
          </p:spPr>
        </p:sp>
        <p:sp>
          <p:nvSpPr>
            <p:cNvPr id="21546" name="Graph element 1039"/>
            <p:cNvSpPr/>
            <p:nvPr/>
          </p:nvSpPr>
          <p:spPr>
            <a:xfrm>
              <a:off x="589972" y="178364"/>
              <a:ext cx="48450" cy="7718"/>
            </a:xfrm>
            <a:custGeom>
              <a:avLst/>
              <a:gdLst/>
              <a:ahLst/>
              <a:cxnLst/>
              <a:rect l="0" t="0" r="r" b="b"/>
              <a:pathLst>
                <a:path w="48450" h="7718" stroke="0" extrusionOk="0">
                  <a:moveTo>
                    <a:pt x="0" y="0"/>
                  </a:moveTo>
                  <a:lnTo>
                    <a:pt x="0" y="7718"/>
                  </a:lnTo>
                  <a:lnTo>
                    <a:pt x="48450" y="7718"/>
                  </a:lnTo>
                  <a:lnTo>
                    <a:pt x="484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55B9C"/>
            </a:solidFill>
            <a:ln>
              <a:noFill/>
            </a:ln>
          </p:spPr>
        </p:sp>
        <p:sp>
          <p:nvSpPr>
            <p:cNvPr id="21547" name="Graph element 1040"/>
            <p:cNvSpPr/>
            <p:nvPr/>
          </p:nvSpPr>
          <p:spPr>
            <a:xfrm>
              <a:off x="589972" y="118337"/>
              <a:ext cx="48450" cy="7718"/>
            </a:xfrm>
            <a:custGeom>
              <a:avLst/>
              <a:gdLst/>
              <a:ahLst/>
              <a:cxnLst/>
              <a:rect l="0" t="0" r="r" b="b"/>
              <a:pathLst>
                <a:path w="48450" h="7718" stroke="0" extrusionOk="0">
                  <a:moveTo>
                    <a:pt x="0" y="0"/>
                  </a:moveTo>
                  <a:lnTo>
                    <a:pt x="0" y="7718"/>
                  </a:lnTo>
                  <a:lnTo>
                    <a:pt x="48450" y="7718"/>
                  </a:lnTo>
                  <a:lnTo>
                    <a:pt x="484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55B9C"/>
            </a:solidFill>
            <a:ln>
              <a:noFill/>
            </a:ln>
          </p:spPr>
        </p:sp>
        <p:sp>
          <p:nvSpPr>
            <p:cNvPr id="21548" name="Graph element 1041"/>
            <p:cNvSpPr/>
            <p:nvPr/>
          </p:nvSpPr>
          <p:spPr>
            <a:xfrm>
              <a:off x="221240" y="69030"/>
              <a:ext cx="1739903" cy="987432"/>
            </a:xfrm>
            <a:custGeom>
              <a:avLst/>
              <a:gdLst/>
              <a:ahLst/>
              <a:cxnLst/>
              <a:rect l="0" t="0" r="r" b="b"/>
              <a:pathLst>
                <a:path w="1739903" h="987432" stroke="0" extrusionOk="0">
                  <a:moveTo>
                    <a:pt x="1673164" y="0"/>
                  </a:moveTo>
                  <a:lnTo>
                    <a:pt x="1667872" y="5292"/>
                  </a:lnTo>
                  <a:lnTo>
                    <a:pt x="1667872" y="48168"/>
                  </a:lnTo>
                  <a:lnTo>
                    <a:pt x="1665728" y="50312"/>
                  </a:lnTo>
                  <a:lnTo>
                    <a:pt x="1665728" y="155358"/>
                  </a:lnTo>
                  <a:lnTo>
                    <a:pt x="1663584" y="157502"/>
                  </a:lnTo>
                  <a:lnTo>
                    <a:pt x="1663584" y="260404"/>
                  </a:lnTo>
                  <a:lnTo>
                    <a:pt x="1661440" y="262548"/>
                  </a:lnTo>
                  <a:lnTo>
                    <a:pt x="1661440" y="296848"/>
                  </a:lnTo>
                  <a:lnTo>
                    <a:pt x="1660301" y="297987"/>
                  </a:lnTo>
                  <a:lnTo>
                    <a:pt x="1658157" y="297987"/>
                  </a:lnTo>
                  <a:lnTo>
                    <a:pt x="1655009" y="301136"/>
                  </a:lnTo>
                  <a:lnTo>
                    <a:pt x="1655009" y="303280"/>
                  </a:lnTo>
                  <a:lnTo>
                    <a:pt x="1652865" y="305423"/>
                  </a:lnTo>
                  <a:lnTo>
                    <a:pt x="1652865" y="331149"/>
                  </a:lnTo>
                  <a:lnTo>
                    <a:pt x="1652436" y="331578"/>
                  </a:lnTo>
                  <a:lnTo>
                    <a:pt x="1651003" y="330144"/>
                  </a:lnTo>
                  <a:lnTo>
                    <a:pt x="1648859" y="330144"/>
                  </a:lnTo>
                  <a:lnTo>
                    <a:pt x="1644572" y="325857"/>
                  </a:lnTo>
                  <a:lnTo>
                    <a:pt x="1642428" y="325857"/>
                  </a:lnTo>
                  <a:lnTo>
                    <a:pt x="1640284" y="323713"/>
                  </a:lnTo>
                  <a:lnTo>
                    <a:pt x="1638140" y="323713"/>
                  </a:lnTo>
                  <a:lnTo>
                    <a:pt x="1633853" y="319425"/>
                  </a:lnTo>
                  <a:lnTo>
                    <a:pt x="1631709" y="319425"/>
                  </a:lnTo>
                  <a:lnTo>
                    <a:pt x="1629565" y="317282"/>
                  </a:lnTo>
                  <a:lnTo>
                    <a:pt x="1626000" y="317282"/>
                  </a:lnTo>
                  <a:lnTo>
                    <a:pt x="1623857" y="319425"/>
                  </a:lnTo>
                  <a:lnTo>
                    <a:pt x="1620708" y="319425"/>
                  </a:lnTo>
                  <a:lnTo>
                    <a:pt x="1620708" y="322574"/>
                  </a:lnTo>
                  <a:lnTo>
                    <a:pt x="1618564" y="324718"/>
                  </a:lnTo>
                  <a:lnTo>
                    <a:pt x="1618564" y="378312"/>
                  </a:lnTo>
                  <a:lnTo>
                    <a:pt x="1616421" y="380456"/>
                  </a:lnTo>
                  <a:lnTo>
                    <a:pt x="1616421" y="457633"/>
                  </a:lnTo>
                  <a:lnTo>
                    <a:pt x="1614277" y="459777"/>
                  </a:lnTo>
                  <a:lnTo>
                    <a:pt x="1614277" y="536953"/>
                  </a:lnTo>
                  <a:lnTo>
                    <a:pt x="1612133" y="539097"/>
                  </a:lnTo>
                  <a:lnTo>
                    <a:pt x="1612133" y="616274"/>
                  </a:lnTo>
                  <a:lnTo>
                    <a:pt x="1609989" y="618417"/>
                  </a:lnTo>
                  <a:lnTo>
                    <a:pt x="1609989" y="631280"/>
                  </a:lnTo>
                  <a:lnTo>
                    <a:pt x="1608127" y="632419"/>
                  </a:lnTo>
                  <a:lnTo>
                    <a:pt x="1603840" y="628132"/>
                  </a:lnTo>
                  <a:lnTo>
                    <a:pt x="1601696" y="628132"/>
                  </a:lnTo>
                  <a:lnTo>
                    <a:pt x="1597408" y="623844"/>
                  </a:lnTo>
                  <a:lnTo>
                    <a:pt x="1595264" y="623844"/>
                  </a:lnTo>
                  <a:lnTo>
                    <a:pt x="1593121" y="621700"/>
                  </a:lnTo>
                  <a:lnTo>
                    <a:pt x="1590977" y="621700"/>
                  </a:lnTo>
                  <a:lnTo>
                    <a:pt x="1586689" y="617413"/>
                  </a:lnTo>
                  <a:lnTo>
                    <a:pt x="1584545" y="617413"/>
                  </a:lnTo>
                  <a:lnTo>
                    <a:pt x="1580258" y="613125"/>
                  </a:lnTo>
                  <a:lnTo>
                    <a:pt x="1578114" y="613125"/>
                  </a:lnTo>
                  <a:lnTo>
                    <a:pt x="1575970" y="610981"/>
                  </a:lnTo>
                  <a:lnTo>
                    <a:pt x="1573826" y="610981"/>
                  </a:lnTo>
                  <a:lnTo>
                    <a:pt x="1569539" y="606694"/>
                  </a:lnTo>
                  <a:lnTo>
                    <a:pt x="1567395" y="606694"/>
                  </a:lnTo>
                  <a:lnTo>
                    <a:pt x="1563107" y="602406"/>
                  </a:lnTo>
                  <a:lnTo>
                    <a:pt x="1560964" y="602406"/>
                  </a:lnTo>
                  <a:lnTo>
                    <a:pt x="1556676" y="598119"/>
                  </a:lnTo>
                  <a:lnTo>
                    <a:pt x="1554532" y="598119"/>
                  </a:lnTo>
                  <a:lnTo>
                    <a:pt x="1552388" y="595975"/>
                  </a:lnTo>
                  <a:lnTo>
                    <a:pt x="1550245" y="595975"/>
                  </a:lnTo>
                  <a:lnTo>
                    <a:pt x="1545957" y="591687"/>
                  </a:lnTo>
                  <a:lnTo>
                    <a:pt x="1543813" y="591687"/>
                  </a:lnTo>
                  <a:lnTo>
                    <a:pt x="1539526" y="587400"/>
                  </a:lnTo>
                  <a:lnTo>
                    <a:pt x="1537382" y="587400"/>
                  </a:lnTo>
                  <a:lnTo>
                    <a:pt x="1535238" y="585256"/>
                  </a:lnTo>
                  <a:lnTo>
                    <a:pt x="1533094" y="585256"/>
                  </a:lnTo>
                  <a:lnTo>
                    <a:pt x="1528807" y="580968"/>
                  </a:lnTo>
                  <a:lnTo>
                    <a:pt x="1526663" y="580968"/>
                  </a:lnTo>
                  <a:lnTo>
                    <a:pt x="1522375" y="576681"/>
                  </a:lnTo>
                  <a:lnTo>
                    <a:pt x="1520232" y="576681"/>
                  </a:lnTo>
                  <a:lnTo>
                    <a:pt x="1515944" y="572393"/>
                  </a:lnTo>
                  <a:lnTo>
                    <a:pt x="1513800" y="572393"/>
                  </a:lnTo>
                  <a:lnTo>
                    <a:pt x="1511656" y="570249"/>
                  </a:lnTo>
                  <a:lnTo>
                    <a:pt x="1509513" y="570249"/>
                  </a:lnTo>
                  <a:lnTo>
                    <a:pt x="1507369" y="568105"/>
                  </a:lnTo>
                  <a:lnTo>
                    <a:pt x="1505225" y="568105"/>
                  </a:lnTo>
                  <a:lnTo>
                    <a:pt x="1503081" y="565962"/>
                  </a:lnTo>
                  <a:lnTo>
                    <a:pt x="1499517" y="565962"/>
                  </a:lnTo>
                  <a:lnTo>
                    <a:pt x="1494224" y="571254"/>
                  </a:lnTo>
                  <a:lnTo>
                    <a:pt x="1494224" y="579829"/>
                  </a:lnTo>
                  <a:lnTo>
                    <a:pt x="1492081" y="581973"/>
                  </a:lnTo>
                  <a:lnTo>
                    <a:pt x="1492081" y="614130"/>
                  </a:lnTo>
                  <a:lnTo>
                    <a:pt x="1489937" y="616274"/>
                  </a:lnTo>
                  <a:lnTo>
                    <a:pt x="1489937" y="650574"/>
                  </a:lnTo>
                  <a:lnTo>
                    <a:pt x="1487793" y="652718"/>
                  </a:lnTo>
                  <a:lnTo>
                    <a:pt x="1487793" y="676300"/>
                  </a:lnTo>
                  <a:lnTo>
                    <a:pt x="1486654" y="677439"/>
                  </a:lnTo>
                  <a:lnTo>
                    <a:pt x="1484510" y="677439"/>
                  </a:lnTo>
                  <a:lnTo>
                    <a:pt x="1481362" y="680587"/>
                  </a:lnTo>
                  <a:lnTo>
                    <a:pt x="1481362" y="682731"/>
                  </a:lnTo>
                  <a:lnTo>
                    <a:pt x="1479218" y="684875"/>
                  </a:lnTo>
                  <a:lnTo>
                    <a:pt x="1479218" y="706313"/>
                  </a:lnTo>
                  <a:lnTo>
                    <a:pt x="1477074" y="708457"/>
                  </a:lnTo>
                  <a:lnTo>
                    <a:pt x="1477074" y="738470"/>
                  </a:lnTo>
                  <a:lnTo>
                    <a:pt x="1474930" y="740614"/>
                  </a:lnTo>
                  <a:lnTo>
                    <a:pt x="1474930" y="762052"/>
                  </a:lnTo>
                  <a:lnTo>
                    <a:pt x="1473068" y="763191"/>
                  </a:lnTo>
                  <a:lnTo>
                    <a:pt x="1470924" y="761047"/>
                  </a:lnTo>
                  <a:lnTo>
                    <a:pt x="1468781" y="761047"/>
                  </a:lnTo>
                  <a:lnTo>
                    <a:pt x="1464493" y="756759"/>
                  </a:lnTo>
                  <a:lnTo>
                    <a:pt x="1456641" y="756759"/>
                  </a:lnTo>
                  <a:lnTo>
                    <a:pt x="1450920" y="762480"/>
                  </a:lnTo>
                  <a:lnTo>
                    <a:pt x="1447343" y="758903"/>
                  </a:lnTo>
                  <a:lnTo>
                    <a:pt x="1445199" y="758903"/>
                  </a:lnTo>
                  <a:lnTo>
                    <a:pt x="1443055" y="756759"/>
                  </a:lnTo>
                  <a:lnTo>
                    <a:pt x="1435203" y="756759"/>
                  </a:lnTo>
                  <a:lnTo>
                    <a:pt x="1432054" y="759908"/>
                  </a:lnTo>
                  <a:lnTo>
                    <a:pt x="1432054" y="762052"/>
                  </a:lnTo>
                  <a:lnTo>
                    <a:pt x="1429911" y="764195"/>
                  </a:lnTo>
                  <a:lnTo>
                    <a:pt x="1429911" y="772770"/>
                  </a:lnTo>
                  <a:lnTo>
                    <a:pt x="1428771" y="773910"/>
                  </a:lnTo>
                  <a:lnTo>
                    <a:pt x="1428048" y="773910"/>
                  </a:lnTo>
                  <a:lnTo>
                    <a:pt x="1423761" y="769622"/>
                  </a:lnTo>
                  <a:lnTo>
                    <a:pt x="1421617" y="769622"/>
                  </a:lnTo>
                  <a:lnTo>
                    <a:pt x="1417329" y="765334"/>
                  </a:lnTo>
                  <a:lnTo>
                    <a:pt x="1415186" y="765334"/>
                  </a:lnTo>
                  <a:lnTo>
                    <a:pt x="1410898" y="761047"/>
                  </a:lnTo>
                  <a:lnTo>
                    <a:pt x="1408754" y="761047"/>
                  </a:lnTo>
                  <a:lnTo>
                    <a:pt x="1406610" y="758903"/>
                  </a:lnTo>
                  <a:lnTo>
                    <a:pt x="1404467" y="758903"/>
                  </a:lnTo>
                  <a:lnTo>
                    <a:pt x="1400179" y="754615"/>
                  </a:lnTo>
                  <a:lnTo>
                    <a:pt x="1398035" y="754615"/>
                  </a:lnTo>
                  <a:lnTo>
                    <a:pt x="1393748" y="750328"/>
                  </a:lnTo>
                  <a:lnTo>
                    <a:pt x="1391604" y="750328"/>
                  </a:lnTo>
                  <a:lnTo>
                    <a:pt x="1387316" y="746040"/>
                  </a:lnTo>
                  <a:lnTo>
                    <a:pt x="1385173" y="746040"/>
                  </a:lnTo>
                  <a:lnTo>
                    <a:pt x="1380885" y="741753"/>
                  </a:lnTo>
                  <a:lnTo>
                    <a:pt x="1373033" y="741753"/>
                  </a:lnTo>
                  <a:lnTo>
                    <a:pt x="1367741" y="747045"/>
                  </a:lnTo>
                  <a:lnTo>
                    <a:pt x="1367741" y="751333"/>
                  </a:lnTo>
                  <a:lnTo>
                    <a:pt x="1365168" y="753905"/>
                  </a:lnTo>
                  <a:lnTo>
                    <a:pt x="1363735" y="752472"/>
                  </a:lnTo>
                  <a:lnTo>
                    <a:pt x="1361591" y="752472"/>
                  </a:lnTo>
                  <a:lnTo>
                    <a:pt x="1357303" y="748184"/>
                  </a:lnTo>
                  <a:lnTo>
                    <a:pt x="1355159" y="748184"/>
                  </a:lnTo>
                  <a:lnTo>
                    <a:pt x="1350872" y="743897"/>
                  </a:lnTo>
                  <a:lnTo>
                    <a:pt x="1348728" y="743897"/>
                  </a:lnTo>
                  <a:lnTo>
                    <a:pt x="1344440" y="739609"/>
                  </a:lnTo>
                  <a:lnTo>
                    <a:pt x="1342297" y="739609"/>
                  </a:lnTo>
                  <a:lnTo>
                    <a:pt x="1338009" y="735321"/>
                  </a:lnTo>
                  <a:lnTo>
                    <a:pt x="1335865" y="735321"/>
                  </a:lnTo>
                  <a:lnTo>
                    <a:pt x="1331578" y="731034"/>
                  </a:lnTo>
                  <a:lnTo>
                    <a:pt x="1329434" y="731034"/>
                  </a:lnTo>
                  <a:lnTo>
                    <a:pt x="1327290" y="728890"/>
                  </a:lnTo>
                  <a:lnTo>
                    <a:pt x="1325146" y="728890"/>
                  </a:lnTo>
                  <a:lnTo>
                    <a:pt x="1320859" y="724602"/>
                  </a:lnTo>
                  <a:lnTo>
                    <a:pt x="1318715" y="724602"/>
                  </a:lnTo>
                  <a:lnTo>
                    <a:pt x="1314427" y="720315"/>
                  </a:lnTo>
                  <a:lnTo>
                    <a:pt x="1312284" y="720315"/>
                  </a:lnTo>
                  <a:lnTo>
                    <a:pt x="1307996" y="716027"/>
                  </a:lnTo>
                  <a:lnTo>
                    <a:pt x="1305852" y="716027"/>
                  </a:lnTo>
                  <a:lnTo>
                    <a:pt x="1301565" y="711740"/>
                  </a:lnTo>
                  <a:lnTo>
                    <a:pt x="1299421" y="711740"/>
                  </a:lnTo>
                  <a:lnTo>
                    <a:pt x="1295133" y="707452"/>
                  </a:lnTo>
                  <a:lnTo>
                    <a:pt x="1292989" y="707452"/>
                  </a:lnTo>
                  <a:lnTo>
                    <a:pt x="1288702" y="703164"/>
                  </a:lnTo>
                  <a:lnTo>
                    <a:pt x="1286558" y="703164"/>
                  </a:lnTo>
                  <a:lnTo>
                    <a:pt x="1282270" y="698877"/>
                  </a:lnTo>
                  <a:lnTo>
                    <a:pt x="1280127" y="698877"/>
                  </a:lnTo>
                  <a:lnTo>
                    <a:pt x="1277983" y="696733"/>
                  </a:lnTo>
                  <a:lnTo>
                    <a:pt x="1275839" y="696733"/>
                  </a:lnTo>
                  <a:lnTo>
                    <a:pt x="1273695" y="694589"/>
                  </a:lnTo>
                  <a:lnTo>
                    <a:pt x="1270131" y="694589"/>
                  </a:lnTo>
                  <a:lnTo>
                    <a:pt x="1262266" y="702454"/>
                  </a:lnTo>
                  <a:lnTo>
                    <a:pt x="1258689" y="698877"/>
                  </a:lnTo>
                  <a:lnTo>
                    <a:pt x="1256545" y="698877"/>
                  </a:lnTo>
                  <a:lnTo>
                    <a:pt x="1252257" y="694589"/>
                  </a:lnTo>
                  <a:lnTo>
                    <a:pt x="1250114" y="694589"/>
                  </a:lnTo>
                  <a:lnTo>
                    <a:pt x="1245826" y="690302"/>
                  </a:lnTo>
                  <a:lnTo>
                    <a:pt x="1243682" y="690302"/>
                  </a:lnTo>
                  <a:lnTo>
                    <a:pt x="1239395" y="686014"/>
                  </a:lnTo>
                  <a:lnTo>
                    <a:pt x="1237251" y="686014"/>
                  </a:lnTo>
                  <a:lnTo>
                    <a:pt x="1235107" y="683870"/>
                  </a:lnTo>
                  <a:lnTo>
                    <a:pt x="1232963" y="683870"/>
                  </a:lnTo>
                  <a:lnTo>
                    <a:pt x="1228676" y="679583"/>
                  </a:lnTo>
                  <a:lnTo>
                    <a:pt x="1226532" y="679583"/>
                  </a:lnTo>
                  <a:lnTo>
                    <a:pt x="1222244" y="675295"/>
                  </a:lnTo>
                  <a:lnTo>
                    <a:pt x="1220100" y="675295"/>
                  </a:lnTo>
                  <a:lnTo>
                    <a:pt x="1215813" y="671008"/>
                  </a:lnTo>
                  <a:lnTo>
                    <a:pt x="1213669" y="671008"/>
                  </a:lnTo>
                  <a:lnTo>
                    <a:pt x="1209381" y="666720"/>
                  </a:lnTo>
                  <a:lnTo>
                    <a:pt x="1207238" y="666720"/>
                  </a:lnTo>
                  <a:lnTo>
                    <a:pt x="1202950" y="662432"/>
                  </a:lnTo>
                  <a:lnTo>
                    <a:pt x="1200806" y="662432"/>
                  </a:lnTo>
                  <a:lnTo>
                    <a:pt x="1196519" y="658145"/>
                  </a:lnTo>
                  <a:lnTo>
                    <a:pt x="1194375" y="658145"/>
                  </a:lnTo>
                  <a:lnTo>
                    <a:pt x="1190087" y="653857"/>
                  </a:lnTo>
                  <a:lnTo>
                    <a:pt x="1187944" y="653857"/>
                  </a:lnTo>
                  <a:lnTo>
                    <a:pt x="1185800" y="651713"/>
                  </a:lnTo>
                  <a:lnTo>
                    <a:pt x="1183656" y="651713"/>
                  </a:lnTo>
                  <a:lnTo>
                    <a:pt x="1179368" y="647426"/>
                  </a:lnTo>
                  <a:lnTo>
                    <a:pt x="1177225" y="647426"/>
                  </a:lnTo>
                  <a:lnTo>
                    <a:pt x="1172937" y="643138"/>
                  </a:lnTo>
                  <a:lnTo>
                    <a:pt x="1170793" y="643138"/>
                  </a:lnTo>
                  <a:lnTo>
                    <a:pt x="1166506" y="638851"/>
                  </a:lnTo>
                  <a:lnTo>
                    <a:pt x="1164362" y="638851"/>
                  </a:lnTo>
                  <a:lnTo>
                    <a:pt x="1160074" y="634563"/>
                  </a:lnTo>
                  <a:lnTo>
                    <a:pt x="1157930" y="634563"/>
                  </a:lnTo>
                  <a:lnTo>
                    <a:pt x="1153643" y="630275"/>
                  </a:lnTo>
                  <a:lnTo>
                    <a:pt x="1151499" y="630275"/>
                  </a:lnTo>
                  <a:lnTo>
                    <a:pt x="1149355" y="628132"/>
                  </a:lnTo>
                  <a:lnTo>
                    <a:pt x="1138636" y="628132"/>
                  </a:lnTo>
                  <a:lnTo>
                    <a:pt x="1134349" y="623844"/>
                  </a:lnTo>
                  <a:lnTo>
                    <a:pt x="1132205" y="623844"/>
                  </a:lnTo>
                  <a:lnTo>
                    <a:pt x="1127917" y="619556"/>
                  </a:lnTo>
                  <a:lnTo>
                    <a:pt x="1125773" y="619556"/>
                  </a:lnTo>
                  <a:lnTo>
                    <a:pt x="1121486" y="615269"/>
                  </a:lnTo>
                  <a:lnTo>
                    <a:pt x="1119342" y="615269"/>
                  </a:lnTo>
                  <a:lnTo>
                    <a:pt x="1115055" y="610981"/>
                  </a:lnTo>
                  <a:lnTo>
                    <a:pt x="1112911" y="610981"/>
                  </a:lnTo>
                  <a:lnTo>
                    <a:pt x="1110767" y="608837"/>
                  </a:lnTo>
                  <a:lnTo>
                    <a:pt x="1108623" y="608837"/>
                  </a:lnTo>
                  <a:lnTo>
                    <a:pt x="1106479" y="606694"/>
                  </a:lnTo>
                  <a:lnTo>
                    <a:pt x="1102915" y="606694"/>
                  </a:lnTo>
                  <a:lnTo>
                    <a:pt x="1100771" y="608837"/>
                  </a:lnTo>
                  <a:lnTo>
                    <a:pt x="1100048" y="608837"/>
                  </a:lnTo>
                  <a:lnTo>
                    <a:pt x="1097904" y="606694"/>
                  </a:lnTo>
                  <a:lnTo>
                    <a:pt x="1095760" y="606694"/>
                  </a:lnTo>
                  <a:lnTo>
                    <a:pt x="1091473" y="602406"/>
                  </a:lnTo>
                  <a:lnTo>
                    <a:pt x="1089329" y="602406"/>
                  </a:lnTo>
                  <a:lnTo>
                    <a:pt x="1085041" y="598119"/>
                  </a:lnTo>
                  <a:lnTo>
                    <a:pt x="1082898" y="598119"/>
                  </a:lnTo>
                  <a:lnTo>
                    <a:pt x="1078610" y="593831"/>
                  </a:lnTo>
                  <a:lnTo>
                    <a:pt x="1076466" y="593831"/>
                  </a:lnTo>
                  <a:lnTo>
                    <a:pt x="1074322" y="591687"/>
                  </a:lnTo>
                  <a:lnTo>
                    <a:pt x="1072179" y="591687"/>
                  </a:lnTo>
                  <a:lnTo>
                    <a:pt x="1067891" y="587400"/>
                  </a:lnTo>
                  <a:lnTo>
                    <a:pt x="1065747" y="587400"/>
                  </a:lnTo>
                  <a:lnTo>
                    <a:pt x="1061460" y="583112"/>
                  </a:lnTo>
                  <a:lnTo>
                    <a:pt x="1059316" y="583112"/>
                  </a:lnTo>
                  <a:lnTo>
                    <a:pt x="1055028" y="578824"/>
                  </a:lnTo>
                  <a:lnTo>
                    <a:pt x="1052884" y="578824"/>
                  </a:lnTo>
                  <a:lnTo>
                    <a:pt x="1048597" y="574537"/>
                  </a:lnTo>
                  <a:lnTo>
                    <a:pt x="1046453" y="574537"/>
                  </a:lnTo>
                  <a:lnTo>
                    <a:pt x="1042166" y="570249"/>
                  </a:lnTo>
                  <a:lnTo>
                    <a:pt x="1040022" y="570249"/>
                  </a:lnTo>
                  <a:lnTo>
                    <a:pt x="1035734" y="565962"/>
                  </a:lnTo>
                  <a:lnTo>
                    <a:pt x="1033590" y="565962"/>
                  </a:lnTo>
                  <a:lnTo>
                    <a:pt x="1029303" y="561674"/>
                  </a:lnTo>
                  <a:lnTo>
                    <a:pt x="1027159" y="561674"/>
                  </a:lnTo>
                  <a:lnTo>
                    <a:pt x="1025015" y="559530"/>
                  </a:lnTo>
                  <a:lnTo>
                    <a:pt x="1022871" y="559530"/>
                  </a:lnTo>
                  <a:lnTo>
                    <a:pt x="1018584" y="555243"/>
                  </a:lnTo>
                  <a:lnTo>
                    <a:pt x="1016440" y="555243"/>
                  </a:lnTo>
                  <a:lnTo>
                    <a:pt x="1012152" y="550955"/>
                  </a:lnTo>
                  <a:lnTo>
                    <a:pt x="1010009" y="550955"/>
                  </a:lnTo>
                  <a:lnTo>
                    <a:pt x="1005721" y="546667"/>
                  </a:lnTo>
                  <a:lnTo>
                    <a:pt x="1003577" y="546667"/>
                  </a:lnTo>
                  <a:lnTo>
                    <a:pt x="999290" y="542380"/>
                  </a:lnTo>
                  <a:lnTo>
                    <a:pt x="997146" y="542380"/>
                  </a:lnTo>
                  <a:lnTo>
                    <a:pt x="992858" y="538092"/>
                  </a:lnTo>
                  <a:lnTo>
                    <a:pt x="990714" y="538092"/>
                  </a:lnTo>
                  <a:lnTo>
                    <a:pt x="986427" y="533805"/>
                  </a:lnTo>
                  <a:lnTo>
                    <a:pt x="984283" y="533805"/>
                  </a:lnTo>
                  <a:lnTo>
                    <a:pt x="979995" y="529517"/>
                  </a:lnTo>
                  <a:lnTo>
                    <a:pt x="977852" y="529517"/>
                  </a:lnTo>
                  <a:lnTo>
                    <a:pt x="975708" y="527373"/>
                  </a:lnTo>
                  <a:lnTo>
                    <a:pt x="973564" y="527373"/>
                  </a:lnTo>
                  <a:lnTo>
                    <a:pt x="969277" y="523086"/>
                  </a:lnTo>
                  <a:lnTo>
                    <a:pt x="967133" y="523086"/>
                  </a:lnTo>
                  <a:lnTo>
                    <a:pt x="962845" y="518798"/>
                  </a:lnTo>
                  <a:lnTo>
                    <a:pt x="960701" y="518798"/>
                  </a:lnTo>
                  <a:lnTo>
                    <a:pt x="956414" y="514511"/>
                  </a:lnTo>
                  <a:lnTo>
                    <a:pt x="954270" y="514511"/>
                  </a:lnTo>
                  <a:lnTo>
                    <a:pt x="949982" y="510223"/>
                  </a:lnTo>
                  <a:lnTo>
                    <a:pt x="947839" y="510223"/>
                  </a:lnTo>
                  <a:lnTo>
                    <a:pt x="943551" y="505935"/>
                  </a:lnTo>
                  <a:lnTo>
                    <a:pt x="941407" y="505935"/>
                  </a:lnTo>
                  <a:lnTo>
                    <a:pt x="937120" y="501648"/>
                  </a:lnTo>
                  <a:lnTo>
                    <a:pt x="934976" y="501648"/>
                  </a:lnTo>
                  <a:lnTo>
                    <a:pt x="930688" y="497360"/>
                  </a:lnTo>
                  <a:lnTo>
                    <a:pt x="928544" y="497360"/>
                  </a:lnTo>
                  <a:lnTo>
                    <a:pt x="926401" y="495216"/>
                  </a:lnTo>
                  <a:lnTo>
                    <a:pt x="924257" y="495216"/>
                  </a:lnTo>
                  <a:lnTo>
                    <a:pt x="919969" y="490929"/>
                  </a:lnTo>
                  <a:lnTo>
                    <a:pt x="917825" y="490929"/>
                  </a:lnTo>
                  <a:lnTo>
                    <a:pt x="913538" y="486641"/>
                  </a:lnTo>
                  <a:lnTo>
                    <a:pt x="911394" y="486641"/>
                  </a:lnTo>
                  <a:lnTo>
                    <a:pt x="907106" y="482354"/>
                  </a:lnTo>
                  <a:lnTo>
                    <a:pt x="904963" y="482354"/>
                  </a:lnTo>
                  <a:lnTo>
                    <a:pt x="900675" y="478066"/>
                  </a:lnTo>
                  <a:lnTo>
                    <a:pt x="898531" y="478066"/>
                  </a:lnTo>
                  <a:lnTo>
                    <a:pt x="894244" y="473778"/>
                  </a:lnTo>
                  <a:lnTo>
                    <a:pt x="892100" y="473778"/>
                  </a:lnTo>
                  <a:lnTo>
                    <a:pt x="887812" y="469491"/>
                  </a:lnTo>
                  <a:lnTo>
                    <a:pt x="885669" y="469491"/>
                  </a:lnTo>
                  <a:lnTo>
                    <a:pt x="881381" y="465203"/>
                  </a:lnTo>
                  <a:lnTo>
                    <a:pt x="879237" y="465203"/>
                  </a:lnTo>
                  <a:lnTo>
                    <a:pt x="877093" y="463060"/>
                  </a:lnTo>
                  <a:lnTo>
                    <a:pt x="874950" y="463060"/>
                  </a:lnTo>
                  <a:lnTo>
                    <a:pt x="870662" y="458772"/>
                  </a:lnTo>
                  <a:lnTo>
                    <a:pt x="868518" y="458772"/>
                  </a:lnTo>
                  <a:lnTo>
                    <a:pt x="864231" y="454484"/>
                  </a:lnTo>
                  <a:lnTo>
                    <a:pt x="862087" y="454484"/>
                  </a:lnTo>
                  <a:lnTo>
                    <a:pt x="857799" y="450197"/>
                  </a:lnTo>
                  <a:lnTo>
                    <a:pt x="855655" y="450197"/>
                  </a:lnTo>
                  <a:lnTo>
                    <a:pt x="851368" y="445909"/>
                  </a:lnTo>
                  <a:lnTo>
                    <a:pt x="849224" y="445909"/>
                  </a:lnTo>
                  <a:lnTo>
                    <a:pt x="844936" y="441622"/>
                  </a:lnTo>
                  <a:lnTo>
                    <a:pt x="842793" y="441622"/>
                  </a:lnTo>
                  <a:lnTo>
                    <a:pt x="838505" y="437334"/>
                  </a:lnTo>
                  <a:lnTo>
                    <a:pt x="836361" y="437334"/>
                  </a:lnTo>
                  <a:lnTo>
                    <a:pt x="832074" y="433046"/>
                  </a:lnTo>
                  <a:lnTo>
                    <a:pt x="829930" y="433046"/>
                  </a:lnTo>
                  <a:lnTo>
                    <a:pt x="827786" y="430903"/>
                  </a:lnTo>
                  <a:lnTo>
                    <a:pt x="825642" y="430903"/>
                  </a:lnTo>
                  <a:lnTo>
                    <a:pt x="821355" y="426615"/>
                  </a:lnTo>
                  <a:lnTo>
                    <a:pt x="819211" y="426615"/>
                  </a:lnTo>
                  <a:lnTo>
                    <a:pt x="814923" y="422327"/>
                  </a:lnTo>
                  <a:lnTo>
                    <a:pt x="812780" y="422327"/>
                  </a:lnTo>
                  <a:lnTo>
                    <a:pt x="808492" y="418040"/>
                  </a:lnTo>
                  <a:lnTo>
                    <a:pt x="806348" y="418040"/>
                  </a:lnTo>
                  <a:lnTo>
                    <a:pt x="802061" y="413752"/>
                  </a:lnTo>
                  <a:lnTo>
                    <a:pt x="799917" y="413752"/>
                  </a:lnTo>
                  <a:lnTo>
                    <a:pt x="795629" y="409465"/>
                  </a:lnTo>
                  <a:lnTo>
                    <a:pt x="793485" y="409465"/>
                  </a:lnTo>
                  <a:lnTo>
                    <a:pt x="789198" y="405177"/>
                  </a:lnTo>
                  <a:lnTo>
                    <a:pt x="787054" y="405177"/>
                  </a:lnTo>
                  <a:lnTo>
                    <a:pt x="782766" y="400889"/>
                  </a:lnTo>
                  <a:lnTo>
                    <a:pt x="780623" y="400889"/>
                  </a:lnTo>
                  <a:lnTo>
                    <a:pt x="778479" y="398746"/>
                  </a:lnTo>
                  <a:lnTo>
                    <a:pt x="776335" y="398746"/>
                  </a:lnTo>
                  <a:lnTo>
                    <a:pt x="772047" y="394458"/>
                  </a:lnTo>
                  <a:lnTo>
                    <a:pt x="769904" y="394458"/>
                  </a:lnTo>
                  <a:lnTo>
                    <a:pt x="765616" y="390171"/>
                  </a:lnTo>
                  <a:lnTo>
                    <a:pt x="763472" y="390171"/>
                  </a:lnTo>
                  <a:lnTo>
                    <a:pt x="759185" y="385883"/>
                  </a:lnTo>
                  <a:lnTo>
                    <a:pt x="757041" y="385883"/>
                  </a:lnTo>
                  <a:lnTo>
                    <a:pt x="752753" y="381595"/>
                  </a:lnTo>
                  <a:lnTo>
                    <a:pt x="750610" y="381595"/>
                  </a:lnTo>
                  <a:lnTo>
                    <a:pt x="746322" y="377308"/>
                  </a:lnTo>
                  <a:lnTo>
                    <a:pt x="744178" y="377308"/>
                  </a:lnTo>
                  <a:lnTo>
                    <a:pt x="739891" y="373020"/>
                  </a:lnTo>
                  <a:lnTo>
                    <a:pt x="737747" y="373020"/>
                  </a:lnTo>
                  <a:lnTo>
                    <a:pt x="733459" y="368733"/>
                  </a:lnTo>
                  <a:lnTo>
                    <a:pt x="731315" y="368733"/>
                  </a:lnTo>
                  <a:lnTo>
                    <a:pt x="727028" y="364445"/>
                  </a:lnTo>
                  <a:lnTo>
                    <a:pt x="724884" y="364445"/>
                  </a:lnTo>
                  <a:lnTo>
                    <a:pt x="722740" y="362301"/>
                  </a:lnTo>
                  <a:lnTo>
                    <a:pt x="720596" y="362301"/>
                  </a:lnTo>
                  <a:lnTo>
                    <a:pt x="716309" y="358014"/>
                  </a:lnTo>
                  <a:lnTo>
                    <a:pt x="714165" y="358014"/>
                  </a:lnTo>
                  <a:lnTo>
                    <a:pt x="709877" y="353726"/>
                  </a:lnTo>
                  <a:lnTo>
                    <a:pt x="707734" y="353726"/>
                  </a:lnTo>
                  <a:lnTo>
                    <a:pt x="703446" y="349438"/>
                  </a:lnTo>
                  <a:lnTo>
                    <a:pt x="701302" y="349438"/>
                  </a:lnTo>
                  <a:lnTo>
                    <a:pt x="697015" y="345151"/>
                  </a:lnTo>
                  <a:lnTo>
                    <a:pt x="694871" y="345151"/>
                  </a:lnTo>
                  <a:lnTo>
                    <a:pt x="690583" y="340863"/>
                  </a:lnTo>
                  <a:lnTo>
                    <a:pt x="688440" y="340863"/>
                  </a:lnTo>
                  <a:lnTo>
                    <a:pt x="684152" y="336576"/>
                  </a:lnTo>
                  <a:lnTo>
                    <a:pt x="682008" y="336576"/>
                  </a:lnTo>
                  <a:lnTo>
                    <a:pt x="677721" y="332288"/>
                  </a:lnTo>
                  <a:lnTo>
                    <a:pt x="675577" y="332288"/>
                  </a:lnTo>
                  <a:lnTo>
                    <a:pt x="673433" y="330144"/>
                  </a:lnTo>
                  <a:lnTo>
                    <a:pt x="671289" y="330144"/>
                  </a:lnTo>
                  <a:lnTo>
                    <a:pt x="667002" y="325857"/>
                  </a:lnTo>
                  <a:lnTo>
                    <a:pt x="664858" y="325857"/>
                  </a:lnTo>
                  <a:lnTo>
                    <a:pt x="660570" y="321569"/>
                  </a:lnTo>
                  <a:lnTo>
                    <a:pt x="658426" y="321569"/>
                  </a:lnTo>
                  <a:lnTo>
                    <a:pt x="654139" y="317282"/>
                  </a:lnTo>
                  <a:lnTo>
                    <a:pt x="651995" y="317282"/>
                  </a:lnTo>
                  <a:lnTo>
                    <a:pt x="647707" y="312994"/>
                  </a:lnTo>
                  <a:lnTo>
                    <a:pt x="645564" y="312994"/>
                  </a:lnTo>
                  <a:lnTo>
                    <a:pt x="641276" y="308706"/>
                  </a:lnTo>
                  <a:lnTo>
                    <a:pt x="639132" y="308706"/>
                  </a:lnTo>
                  <a:lnTo>
                    <a:pt x="634845" y="304419"/>
                  </a:lnTo>
                  <a:lnTo>
                    <a:pt x="632701" y="304419"/>
                  </a:lnTo>
                  <a:lnTo>
                    <a:pt x="628413" y="300131"/>
                  </a:lnTo>
                  <a:lnTo>
                    <a:pt x="626269" y="300131"/>
                  </a:lnTo>
                  <a:lnTo>
                    <a:pt x="624126" y="297987"/>
                  </a:lnTo>
                  <a:lnTo>
                    <a:pt x="621982" y="297987"/>
                  </a:lnTo>
                  <a:lnTo>
                    <a:pt x="617694" y="293700"/>
                  </a:lnTo>
                  <a:lnTo>
                    <a:pt x="615551" y="293700"/>
                  </a:lnTo>
                  <a:lnTo>
                    <a:pt x="611263" y="289412"/>
                  </a:lnTo>
                  <a:lnTo>
                    <a:pt x="609119" y="289412"/>
                  </a:lnTo>
                  <a:lnTo>
                    <a:pt x="604832" y="285125"/>
                  </a:lnTo>
                  <a:lnTo>
                    <a:pt x="602688" y="285125"/>
                  </a:lnTo>
                  <a:lnTo>
                    <a:pt x="598400" y="280837"/>
                  </a:lnTo>
                  <a:lnTo>
                    <a:pt x="596256" y="280837"/>
                  </a:lnTo>
                  <a:lnTo>
                    <a:pt x="591969" y="276549"/>
                  </a:lnTo>
                  <a:lnTo>
                    <a:pt x="589825" y="276549"/>
                  </a:lnTo>
                  <a:lnTo>
                    <a:pt x="585537" y="272262"/>
                  </a:lnTo>
                  <a:lnTo>
                    <a:pt x="583394" y="272262"/>
                  </a:lnTo>
                  <a:lnTo>
                    <a:pt x="579106" y="267974"/>
                  </a:lnTo>
                  <a:lnTo>
                    <a:pt x="576962" y="267974"/>
                  </a:lnTo>
                  <a:lnTo>
                    <a:pt x="574818" y="265830"/>
                  </a:lnTo>
                  <a:lnTo>
                    <a:pt x="572675" y="265830"/>
                  </a:lnTo>
                  <a:lnTo>
                    <a:pt x="570531" y="263687"/>
                  </a:lnTo>
                  <a:lnTo>
                    <a:pt x="566966" y="263687"/>
                  </a:lnTo>
                  <a:lnTo>
                    <a:pt x="564822" y="265830"/>
                  </a:lnTo>
                  <a:lnTo>
                    <a:pt x="561674" y="265830"/>
                  </a:lnTo>
                  <a:lnTo>
                    <a:pt x="561674" y="268979"/>
                  </a:lnTo>
                  <a:lnTo>
                    <a:pt x="559530" y="271123"/>
                  </a:lnTo>
                  <a:lnTo>
                    <a:pt x="559530" y="277554"/>
                  </a:lnTo>
                  <a:lnTo>
                    <a:pt x="557386" y="279698"/>
                  </a:lnTo>
                  <a:lnTo>
                    <a:pt x="557386" y="288273"/>
                  </a:lnTo>
                  <a:lnTo>
                    <a:pt x="555524" y="289412"/>
                  </a:lnTo>
                  <a:lnTo>
                    <a:pt x="553380" y="287268"/>
                  </a:lnTo>
                  <a:lnTo>
                    <a:pt x="551237" y="287268"/>
                  </a:lnTo>
                  <a:lnTo>
                    <a:pt x="546949" y="282981"/>
                  </a:lnTo>
                  <a:lnTo>
                    <a:pt x="544805" y="282981"/>
                  </a:lnTo>
                  <a:lnTo>
                    <a:pt x="540518" y="278693"/>
                  </a:lnTo>
                  <a:lnTo>
                    <a:pt x="538374" y="278693"/>
                  </a:lnTo>
                  <a:lnTo>
                    <a:pt x="534086" y="274406"/>
                  </a:lnTo>
                  <a:lnTo>
                    <a:pt x="531943" y="274406"/>
                  </a:lnTo>
                  <a:lnTo>
                    <a:pt x="527655" y="270118"/>
                  </a:lnTo>
                  <a:lnTo>
                    <a:pt x="525511" y="270118"/>
                  </a:lnTo>
                  <a:lnTo>
                    <a:pt x="521224" y="265830"/>
                  </a:lnTo>
                  <a:lnTo>
                    <a:pt x="519080" y="265830"/>
                  </a:lnTo>
                  <a:lnTo>
                    <a:pt x="514792" y="261543"/>
                  </a:lnTo>
                  <a:lnTo>
                    <a:pt x="512648" y="261543"/>
                  </a:lnTo>
                  <a:lnTo>
                    <a:pt x="510505" y="259399"/>
                  </a:lnTo>
                  <a:lnTo>
                    <a:pt x="508361" y="259399"/>
                  </a:lnTo>
                  <a:lnTo>
                    <a:pt x="504073" y="255111"/>
                  </a:lnTo>
                  <a:lnTo>
                    <a:pt x="501929" y="255111"/>
                  </a:lnTo>
                  <a:lnTo>
                    <a:pt x="497642" y="250824"/>
                  </a:lnTo>
                  <a:lnTo>
                    <a:pt x="495498" y="250824"/>
                  </a:lnTo>
                  <a:lnTo>
                    <a:pt x="492644" y="247970"/>
                  </a:lnTo>
                  <a:lnTo>
                    <a:pt x="489790" y="250824"/>
                  </a:lnTo>
                  <a:lnTo>
                    <a:pt x="487646" y="250824"/>
                  </a:lnTo>
                  <a:lnTo>
                    <a:pt x="484497" y="253972"/>
                  </a:lnTo>
                  <a:lnTo>
                    <a:pt x="484497" y="256116"/>
                  </a:lnTo>
                  <a:lnTo>
                    <a:pt x="482354" y="258260"/>
                  </a:lnTo>
                  <a:lnTo>
                    <a:pt x="482354" y="268979"/>
                  </a:lnTo>
                  <a:lnTo>
                    <a:pt x="480210" y="271123"/>
                  </a:lnTo>
                  <a:lnTo>
                    <a:pt x="480210" y="279698"/>
                  </a:lnTo>
                  <a:lnTo>
                    <a:pt x="479071" y="280837"/>
                  </a:lnTo>
                  <a:lnTo>
                    <a:pt x="476204" y="280837"/>
                  </a:lnTo>
                  <a:lnTo>
                    <a:pt x="471916" y="276549"/>
                  </a:lnTo>
                  <a:lnTo>
                    <a:pt x="469773" y="276549"/>
                  </a:lnTo>
                  <a:lnTo>
                    <a:pt x="465485" y="272262"/>
                  </a:lnTo>
                  <a:lnTo>
                    <a:pt x="463341" y="272262"/>
                  </a:lnTo>
                  <a:lnTo>
                    <a:pt x="459054" y="267974"/>
                  </a:lnTo>
                  <a:lnTo>
                    <a:pt x="456910" y="267974"/>
                  </a:lnTo>
                  <a:lnTo>
                    <a:pt x="452622" y="263687"/>
                  </a:lnTo>
                  <a:lnTo>
                    <a:pt x="450478" y="263687"/>
                  </a:lnTo>
                  <a:lnTo>
                    <a:pt x="448335" y="261543"/>
                  </a:lnTo>
                  <a:lnTo>
                    <a:pt x="446191" y="261543"/>
                  </a:lnTo>
                  <a:lnTo>
                    <a:pt x="441903" y="257255"/>
                  </a:lnTo>
                  <a:lnTo>
                    <a:pt x="439759" y="257255"/>
                  </a:lnTo>
                  <a:lnTo>
                    <a:pt x="435472" y="252968"/>
                  </a:lnTo>
                  <a:lnTo>
                    <a:pt x="433328" y="252968"/>
                  </a:lnTo>
                  <a:lnTo>
                    <a:pt x="429040" y="248680"/>
                  </a:lnTo>
                  <a:lnTo>
                    <a:pt x="426897" y="248680"/>
                  </a:lnTo>
                  <a:lnTo>
                    <a:pt x="422609" y="244393"/>
                  </a:lnTo>
                  <a:lnTo>
                    <a:pt x="420465" y="244393"/>
                  </a:lnTo>
                  <a:lnTo>
                    <a:pt x="416178" y="240105"/>
                  </a:lnTo>
                  <a:lnTo>
                    <a:pt x="414034" y="240105"/>
                  </a:lnTo>
                  <a:lnTo>
                    <a:pt x="409746" y="235817"/>
                  </a:lnTo>
                  <a:lnTo>
                    <a:pt x="407602" y="235817"/>
                  </a:lnTo>
                  <a:lnTo>
                    <a:pt x="403315" y="231530"/>
                  </a:lnTo>
                  <a:lnTo>
                    <a:pt x="401171" y="231530"/>
                  </a:lnTo>
                  <a:lnTo>
                    <a:pt x="399027" y="229386"/>
                  </a:lnTo>
                  <a:lnTo>
                    <a:pt x="396884" y="229386"/>
                  </a:lnTo>
                  <a:lnTo>
                    <a:pt x="392596" y="225098"/>
                  </a:lnTo>
                  <a:lnTo>
                    <a:pt x="390452" y="225098"/>
                  </a:lnTo>
                  <a:lnTo>
                    <a:pt x="386165" y="220811"/>
                  </a:lnTo>
                  <a:lnTo>
                    <a:pt x="384021" y="220811"/>
                  </a:lnTo>
                  <a:lnTo>
                    <a:pt x="379733" y="216523"/>
                  </a:lnTo>
                  <a:lnTo>
                    <a:pt x="377589" y="216523"/>
                  </a:lnTo>
                  <a:lnTo>
                    <a:pt x="373302" y="212236"/>
                  </a:lnTo>
                  <a:lnTo>
                    <a:pt x="371158" y="212236"/>
                  </a:lnTo>
                  <a:lnTo>
                    <a:pt x="366870" y="207948"/>
                  </a:lnTo>
                  <a:lnTo>
                    <a:pt x="364727" y="207948"/>
                  </a:lnTo>
                  <a:lnTo>
                    <a:pt x="360439" y="203660"/>
                  </a:lnTo>
                  <a:lnTo>
                    <a:pt x="358295" y="203660"/>
                  </a:lnTo>
                  <a:lnTo>
                    <a:pt x="354008" y="199373"/>
                  </a:lnTo>
                  <a:lnTo>
                    <a:pt x="351864" y="199373"/>
                  </a:lnTo>
                  <a:lnTo>
                    <a:pt x="349720" y="197229"/>
                  </a:lnTo>
                  <a:lnTo>
                    <a:pt x="347576" y="197229"/>
                  </a:lnTo>
                  <a:lnTo>
                    <a:pt x="343289" y="192941"/>
                  </a:lnTo>
                  <a:lnTo>
                    <a:pt x="341145" y="192941"/>
                  </a:lnTo>
                  <a:lnTo>
                    <a:pt x="336857" y="188654"/>
                  </a:lnTo>
                  <a:lnTo>
                    <a:pt x="334713" y="188654"/>
                  </a:lnTo>
                  <a:lnTo>
                    <a:pt x="330426" y="184366"/>
                  </a:lnTo>
                  <a:lnTo>
                    <a:pt x="328282" y="184366"/>
                  </a:lnTo>
                  <a:lnTo>
                    <a:pt x="323995" y="180079"/>
                  </a:lnTo>
                  <a:lnTo>
                    <a:pt x="321851" y="180079"/>
                  </a:lnTo>
                  <a:lnTo>
                    <a:pt x="317563" y="175791"/>
                  </a:lnTo>
                  <a:lnTo>
                    <a:pt x="315419" y="175791"/>
                  </a:lnTo>
                  <a:lnTo>
                    <a:pt x="311132" y="171504"/>
                  </a:lnTo>
                  <a:lnTo>
                    <a:pt x="308988" y="171504"/>
                  </a:lnTo>
                  <a:lnTo>
                    <a:pt x="304700" y="167216"/>
                  </a:lnTo>
                  <a:lnTo>
                    <a:pt x="302557" y="167216"/>
                  </a:lnTo>
                  <a:lnTo>
                    <a:pt x="300413" y="165072"/>
                  </a:lnTo>
                  <a:lnTo>
                    <a:pt x="298269" y="165072"/>
                  </a:lnTo>
                  <a:lnTo>
                    <a:pt x="293981" y="160785"/>
                  </a:lnTo>
                  <a:lnTo>
                    <a:pt x="291838" y="160785"/>
                  </a:lnTo>
                  <a:lnTo>
                    <a:pt x="287550" y="156497"/>
                  </a:lnTo>
                  <a:lnTo>
                    <a:pt x="285406" y="156497"/>
                  </a:lnTo>
                  <a:lnTo>
                    <a:pt x="281119" y="152209"/>
                  </a:lnTo>
                  <a:lnTo>
                    <a:pt x="278975" y="152209"/>
                  </a:lnTo>
                  <a:lnTo>
                    <a:pt x="274687" y="147922"/>
                  </a:lnTo>
                  <a:lnTo>
                    <a:pt x="272543" y="147922"/>
                  </a:lnTo>
                  <a:lnTo>
                    <a:pt x="268256" y="143634"/>
                  </a:lnTo>
                  <a:lnTo>
                    <a:pt x="266112" y="143634"/>
                  </a:lnTo>
                  <a:lnTo>
                    <a:pt x="261824" y="139347"/>
                  </a:lnTo>
                  <a:lnTo>
                    <a:pt x="259681" y="139347"/>
                  </a:lnTo>
                  <a:lnTo>
                    <a:pt x="255393" y="135059"/>
                  </a:lnTo>
                  <a:lnTo>
                    <a:pt x="253249" y="135059"/>
                  </a:lnTo>
                  <a:lnTo>
                    <a:pt x="251106" y="132915"/>
                  </a:lnTo>
                  <a:lnTo>
                    <a:pt x="248962" y="132915"/>
                  </a:lnTo>
                  <a:lnTo>
                    <a:pt x="244674" y="128628"/>
                  </a:lnTo>
                  <a:lnTo>
                    <a:pt x="242530" y="128628"/>
                  </a:lnTo>
                  <a:lnTo>
                    <a:pt x="238243" y="124340"/>
                  </a:lnTo>
                  <a:lnTo>
                    <a:pt x="236099" y="124340"/>
                  </a:lnTo>
                  <a:lnTo>
                    <a:pt x="231811" y="120052"/>
                  </a:lnTo>
                  <a:lnTo>
                    <a:pt x="229668" y="120052"/>
                  </a:lnTo>
                  <a:lnTo>
                    <a:pt x="225380" y="115765"/>
                  </a:lnTo>
                  <a:lnTo>
                    <a:pt x="223236" y="115765"/>
                  </a:lnTo>
                  <a:lnTo>
                    <a:pt x="218949" y="111477"/>
                  </a:lnTo>
                  <a:lnTo>
                    <a:pt x="216805" y="111477"/>
                  </a:lnTo>
                  <a:lnTo>
                    <a:pt x="212517" y="107190"/>
                  </a:lnTo>
                  <a:lnTo>
                    <a:pt x="210373" y="107190"/>
                  </a:lnTo>
                  <a:lnTo>
                    <a:pt x="206086" y="102902"/>
                  </a:lnTo>
                  <a:lnTo>
                    <a:pt x="203942" y="102902"/>
                  </a:lnTo>
                  <a:lnTo>
                    <a:pt x="201798" y="100758"/>
                  </a:lnTo>
                  <a:lnTo>
                    <a:pt x="199654" y="100758"/>
                  </a:lnTo>
                  <a:lnTo>
                    <a:pt x="195367" y="96471"/>
                  </a:lnTo>
                  <a:lnTo>
                    <a:pt x="193223" y="96471"/>
                  </a:lnTo>
                  <a:lnTo>
                    <a:pt x="188936" y="92183"/>
                  </a:lnTo>
                  <a:lnTo>
                    <a:pt x="186792" y="92183"/>
                  </a:lnTo>
                  <a:lnTo>
                    <a:pt x="182504" y="87896"/>
                  </a:lnTo>
                  <a:lnTo>
                    <a:pt x="180360" y="87896"/>
                  </a:lnTo>
                  <a:lnTo>
                    <a:pt x="176073" y="83608"/>
                  </a:lnTo>
                  <a:lnTo>
                    <a:pt x="173929" y="83608"/>
                  </a:lnTo>
                  <a:lnTo>
                    <a:pt x="169641" y="79320"/>
                  </a:lnTo>
                  <a:lnTo>
                    <a:pt x="161789" y="79320"/>
                  </a:lnTo>
                  <a:lnTo>
                    <a:pt x="156497" y="84613"/>
                  </a:lnTo>
                  <a:lnTo>
                    <a:pt x="156497" y="93188"/>
                  </a:lnTo>
                  <a:lnTo>
                    <a:pt x="154353" y="95332"/>
                  </a:lnTo>
                  <a:lnTo>
                    <a:pt x="154353" y="114626"/>
                  </a:lnTo>
                  <a:lnTo>
                    <a:pt x="152209" y="116770"/>
                  </a:lnTo>
                  <a:lnTo>
                    <a:pt x="152209" y="136064"/>
                  </a:lnTo>
                  <a:lnTo>
                    <a:pt x="151070" y="137203"/>
                  </a:lnTo>
                  <a:lnTo>
                    <a:pt x="148203" y="137203"/>
                  </a:lnTo>
                  <a:lnTo>
                    <a:pt x="143916" y="132915"/>
                  </a:lnTo>
                  <a:lnTo>
                    <a:pt x="141772" y="132915"/>
                  </a:lnTo>
                  <a:lnTo>
                    <a:pt x="139628" y="130771"/>
                  </a:lnTo>
                  <a:lnTo>
                    <a:pt x="137484" y="130771"/>
                  </a:lnTo>
                  <a:lnTo>
                    <a:pt x="133197" y="126484"/>
                  </a:lnTo>
                  <a:lnTo>
                    <a:pt x="131053" y="126484"/>
                  </a:lnTo>
                  <a:lnTo>
                    <a:pt x="126765" y="122196"/>
                  </a:lnTo>
                  <a:lnTo>
                    <a:pt x="124622" y="122196"/>
                  </a:lnTo>
                  <a:lnTo>
                    <a:pt x="122478" y="120052"/>
                  </a:lnTo>
                  <a:lnTo>
                    <a:pt x="120334" y="120052"/>
                  </a:lnTo>
                  <a:lnTo>
                    <a:pt x="116047" y="115765"/>
                  </a:lnTo>
                  <a:lnTo>
                    <a:pt x="113903" y="115765"/>
                  </a:lnTo>
                  <a:lnTo>
                    <a:pt x="109615" y="111477"/>
                  </a:lnTo>
                  <a:lnTo>
                    <a:pt x="107471" y="111477"/>
                  </a:lnTo>
                  <a:lnTo>
                    <a:pt x="103184" y="107190"/>
                  </a:lnTo>
                  <a:lnTo>
                    <a:pt x="101040" y="107190"/>
                  </a:lnTo>
                  <a:lnTo>
                    <a:pt x="98896" y="105046"/>
                  </a:lnTo>
                  <a:lnTo>
                    <a:pt x="96752" y="105046"/>
                  </a:lnTo>
                  <a:lnTo>
                    <a:pt x="92465" y="100758"/>
                  </a:lnTo>
                  <a:lnTo>
                    <a:pt x="90321" y="100758"/>
                  </a:lnTo>
                  <a:lnTo>
                    <a:pt x="86033" y="96471"/>
                  </a:lnTo>
                  <a:lnTo>
                    <a:pt x="83890" y="96471"/>
                  </a:lnTo>
                  <a:lnTo>
                    <a:pt x="81746" y="94327"/>
                  </a:lnTo>
                  <a:lnTo>
                    <a:pt x="79602" y="94327"/>
                  </a:lnTo>
                  <a:lnTo>
                    <a:pt x="75314" y="90039"/>
                  </a:lnTo>
                  <a:lnTo>
                    <a:pt x="73171" y="90039"/>
                  </a:lnTo>
                  <a:lnTo>
                    <a:pt x="68883" y="85752"/>
                  </a:lnTo>
                  <a:lnTo>
                    <a:pt x="66739" y="85752"/>
                  </a:lnTo>
                  <a:lnTo>
                    <a:pt x="64595" y="83608"/>
                  </a:lnTo>
                  <a:lnTo>
                    <a:pt x="62452" y="83608"/>
                  </a:lnTo>
                  <a:lnTo>
                    <a:pt x="58164" y="79320"/>
                  </a:lnTo>
                  <a:lnTo>
                    <a:pt x="56020" y="79320"/>
                  </a:lnTo>
                  <a:lnTo>
                    <a:pt x="51733" y="75033"/>
                  </a:lnTo>
                  <a:lnTo>
                    <a:pt x="49589" y="75033"/>
                  </a:lnTo>
                  <a:lnTo>
                    <a:pt x="47445" y="72889"/>
                  </a:lnTo>
                  <a:lnTo>
                    <a:pt x="45301" y="72889"/>
                  </a:lnTo>
                  <a:lnTo>
                    <a:pt x="41014" y="68601"/>
                  </a:lnTo>
                  <a:lnTo>
                    <a:pt x="38870" y="68601"/>
                  </a:lnTo>
                  <a:lnTo>
                    <a:pt x="34582" y="64314"/>
                  </a:lnTo>
                  <a:lnTo>
                    <a:pt x="32439" y="64314"/>
                  </a:lnTo>
                  <a:lnTo>
                    <a:pt x="28151" y="60026"/>
                  </a:lnTo>
                  <a:lnTo>
                    <a:pt x="26007" y="60026"/>
                  </a:lnTo>
                  <a:lnTo>
                    <a:pt x="23863" y="57882"/>
                  </a:lnTo>
                  <a:lnTo>
                    <a:pt x="21720" y="57882"/>
                  </a:lnTo>
                  <a:lnTo>
                    <a:pt x="17432" y="53595"/>
                  </a:lnTo>
                  <a:lnTo>
                    <a:pt x="15288" y="53595"/>
                  </a:lnTo>
                  <a:lnTo>
                    <a:pt x="11001" y="49307"/>
                  </a:lnTo>
                  <a:lnTo>
                    <a:pt x="8857" y="49307"/>
                  </a:lnTo>
                  <a:lnTo>
                    <a:pt x="4569" y="45020"/>
                  </a:lnTo>
                  <a:lnTo>
                    <a:pt x="0" y="45020"/>
                  </a:lnTo>
                  <a:lnTo>
                    <a:pt x="0" y="64595"/>
                  </a:lnTo>
                  <a:lnTo>
                    <a:pt x="5292" y="69888"/>
                  </a:lnTo>
                  <a:lnTo>
                    <a:pt x="7436" y="69888"/>
                  </a:lnTo>
                  <a:lnTo>
                    <a:pt x="9580" y="72031"/>
                  </a:lnTo>
                  <a:lnTo>
                    <a:pt x="11724" y="72031"/>
                  </a:lnTo>
                  <a:lnTo>
                    <a:pt x="16011" y="76319"/>
                  </a:lnTo>
                  <a:lnTo>
                    <a:pt x="18155" y="76319"/>
                  </a:lnTo>
                  <a:lnTo>
                    <a:pt x="22443" y="80607"/>
                  </a:lnTo>
                  <a:lnTo>
                    <a:pt x="24586" y="80607"/>
                  </a:lnTo>
                  <a:lnTo>
                    <a:pt x="28874" y="84894"/>
                  </a:lnTo>
                  <a:lnTo>
                    <a:pt x="31018" y="84894"/>
                  </a:lnTo>
                  <a:lnTo>
                    <a:pt x="35305" y="89182"/>
                  </a:lnTo>
                  <a:lnTo>
                    <a:pt x="37449" y="89182"/>
                  </a:lnTo>
                  <a:lnTo>
                    <a:pt x="39593" y="91326"/>
                  </a:lnTo>
                  <a:lnTo>
                    <a:pt x="41737" y="91326"/>
                  </a:lnTo>
                  <a:lnTo>
                    <a:pt x="46024" y="95613"/>
                  </a:lnTo>
                  <a:lnTo>
                    <a:pt x="48168" y="95613"/>
                  </a:lnTo>
                  <a:lnTo>
                    <a:pt x="52456" y="99901"/>
                  </a:lnTo>
                  <a:lnTo>
                    <a:pt x="54599" y="99901"/>
                  </a:lnTo>
                  <a:lnTo>
                    <a:pt x="58887" y="104188"/>
                  </a:lnTo>
                  <a:lnTo>
                    <a:pt x="61031" y="104188"/>
                  </a:lnTo>
                  <a:lnTo>
                    <a:pt x="63175" y="106332"/>
                  </a:lnTo>
                  <a:lnTo>
                    <a:pt x="65318" y="106332"/>
                  </a:lnTo>
                  <a:lnTo>
                    <a:pt x="69606" y="110620"/>
                  </a:lnTo>
                  <a:lnTo>
                    <a:pt x="71750" y="110620"/>
                  </a:lnTo>
                  <a:lnTo>
                    <a:pt x="76037" y="114907"/>
                  </a:lnTo>
                  <a:lnTo>
                    <a:pt x="78181" y="114907"/>
                  </a:lnTo>
                  <a:lnTo>
                    <a:pt x="82469" y="119195"/>
                  </a:lnTo>
                  <a:lnTo>
                    <a:pt x="84613" y="119195"/>
                  </a:lnTo>
                  <a:lnTo>
                    <a:pt x="88900" y="123483"/>
                  </a:lnTo>
                  <a:lnTo>
                    <a:pt x="91044" y="123483"/>
                  </a:lnTo>
                  <a:lnTo>
                    <a:pt x="95332" y="127770"/>
                  </a:lnTo>
                  <a:lnTo>
                    <a:pt x="97475" y="127770"/>
                  </a:lnTo>
                  <a:lnTo>
                    <a:pt x="101763" y="132058"/>
                  </a:lnTo>
                  <a:lnTo>
                    <a:pt x="103907" y="132058"/>
                  </a:lnTo>
                  <a:lnTo>
                    <a:pt x="108194" y="136345"/>
                  </a:lnTo>
                  <a:lnTo>
                    <a:pt x="110338" y="136345"/>
                  </a:lnTo>
                  <a:lnTo>
                    <a:pt x="112482" y="138489"/>
                  </a:lnTo>
                  <a:lnTo>
                    <a:pt x="114626" y="138489"/>
                  </a:lnTo>
                  <a:lnTo>
                    <a:pt x="118913" y="142777"/>
                  </a:lnTo>
                  <a:lnTo>
                    <a:pt x="121057" y="142777"/>
                  </a:lnTo>
                  <a:lnTo>
                    <a:pt x="125345" y="147064"/>
                  </a:lnTo>
                  <a:lnTo>
                    <a:pt x="127488" y="147064"/>
                  </a:lnTo>
                  <a:lnTo>
                    <a:pt x="131776" y="151352"/>
                  </a:lnTo>
                  <a:lnTo>
                    <a:pt x="133920" y="151352"/>
                  </a:lnTo>
                  <a:lnTo>
                    <a:pt x="138207" y="155639"/>
                  </a:lnTo>
                  <a:lnTo>
                    <a:pt x="140351" y="155639"/>
                  </a:lnTo>
                  <a:lnTo>
                    <a:pt x="144639" y="159927"/>
                  </a:lnTo>
                  <a:lnTo>
                    <a:pt x="146783" y="159927"/>
                  </a:lnTo>
                  <a:lnTo>
                    <a:pt x="151070" y="164215"/>
                  </a:lnTo>
                  <a:lnTo>
                    <a:pt x="153214" y="164215"/>
                  </a:lnTo>
                  <a:lnTo>
                    <a:pt x="155358" y="166358"/>
                  </a:lnTo>
                  <a:lnTo>
                    <a:pt x="161789" y="166358"/>
                  </a:lnTo>
                  <a:lnTo>
                    <a:pt x="163933" y="168502"/>
                  </a:lnTo>
                  <a:lnTo>
                    <a:pt x="166077" y="168502"/>
                  </a:lnTo>
                  <a:lnTo>
                    <a:pt x="170364" y="172790"/>
                  </a:lnTo>
                  <a:lnTo>
                    <a:pt x="172508" y="172790"/>
                  </a:lnTo>
                  <a:lnTo>
                    <a:pt x="176796" y="177077"/>
                  </a:lnTo>
                  <a:lnTo>
                    <a:pt x="178940" y="177077"/>
                  </a:lnTo>
                  <a:lnTo>
                    <a:pt x="183227" y="181365"/>
                  </a:lnTo>
                  <a:lnTo>
                    <a:pt x="185371" y="181365"/>
                  </a:lnTo>
                  <a:lnTo>
                    <a:pt x="187515" y="183509"/>
                  </a:lnTo>
                  <a:lnTo>
                    <a:pt x="189659" y="183509"/>
                  </a:lnTo>
                  <a:lnTo>
                    <a:pt x="193946" y="187796"/>
                  </a:lnTo>
                  <a:lnTo>
                    <a:pt x="196090" y="187796"/>
                  </a:lnTo>
                  <a:lnTo>
                    <a:pt x="200377" y="192084"/>
                  </a:lnTo>
                  <a:lnTo>
                    <a:pt x="202521" y="192084"/>
                  </a:lnTo>
                  <a:lnTo>
                    <a:pt x="204665" y="194228"/>
                  </a:lnTo>
                  <a:lnTo>
                    <a:pt x="206809" y="194228"/>
                  </a:lnTo>
                  <a:lnTo>
                    <a:pt x="211096" y="198515"/>
                  </a:lnTo>
                  <a:lnTo>
                    <a:pt x="213240" y="198515"/>
                  </a:lnTo>
                  <a:lnTo>
                    <a:pt x="217528" y="202803"/>
                  </a:lnTo>
                  <a:lnTo>
                    <a:pt x="219672" y="202803"/>
                  </a:lnTo>
                  <a:lnTo>
                    <a:pt x="221815" y="204947"/>
                  </a:lnTo>
                  <a:lnTo>
                    <a:pt x="223959" y="204947"/>
                  </a:lnTo>
                  <a:lnTo>
                    <a:pt x="228247" y="209234"/>
                  </a:lnTo>
                  <a:lnTo>
                    <a:pt x="230391" y="209234"/>
                  </a:lnTo>
                  <a:lnTo>
                    <a:pt x="234678" y="213522"/>
                  </a:lnTo>
                  <a:lnTo>
                    <a:pt x="236822" y="213522"/>
                  </a:lnTo>
                  <a:lnTo>
                    <a:pt x="238966" y="215666"/>
                  </a:lnTo>
                  <a:lnTo>
                    <a:pt x="241110" y="215666"/>
                  </a:lnTo>
                  <a:lnTo>
                    <a:pt x="245397" y="219953"/>
                  </a:lnTo>
                  <a:lnTo>
                    <a:pt x="247541" y="219953"/>
                  </a:lnTo>
                  <a:lnTo>
                    <a:pt x="251829" y="224241"/>
                  </a:lnTo>
                  <a:lnTo>
                    <a:pt x="253972" y="224241"/>
                  </a:lnTo>
                  <a:lnTo>
                    <a:pt x="256116" y="226385"/>
                  </a:lnTo>
                  <a:lnTo>
                    <a:pt x="258260" y="226385"/>
                  </a:lnTo>
                  <a:lnTo>
                    <a:pt x="262548" y="230672"/>
                  </a:lnTo>
                  <a:lnTo>
                    <a:pt x="264691" y="230672"/>
                  </a:lnTo>
                  <a:lnTo>
                    <a:pt x="268979" y="234960"/>
                  </a:lnTo>
                  <a:lnTo>
                    <a:pt x="271123" y="234960"/>
                  </a:lnTo>
                  <a:lnTo>
                    <a:pt x="275410" y="239247"/>
                  </a:lnTo>
                  <a:lnTo>
                    <a:pt x="277554" y="239247"/>
                  </a:lnTo>
                  <a:lnTo>
                    <a:pt x="279698" y="241391"/>
                  </a:lnTo>
                  <a:lnTo>
                    <a:pt x="281842" y="241391"/>
                  </a:lnTo>
                  <a:lnTo>
                    <a:pt x="286129" y="245679"/>
                  </a:lnTo>
                  <a:lnTo>
                    <a:pt x="288273" y="245679"/>
                  </a:lnTo>
                  <a:lnTo>
                    <a:pt x="292561" y="249966"/>
                  </a:lnTo>
                  <a:lnTo>
                    <a:pt x="294704" y="249966"/>
                  </a:lnTo>
                  <a:lnTo>
                    <a:pt x="296848" y="252110"/>
                  </a:lnTo>
                  <a:lnTo>
                    <a:pt x="298992" y="252110"/>
                  </a:lnTo>
                  <a:lnTo>
                    <a:pt x="303280" y="256398"/>
                  </a:lnTo>
                  <a:lnTo>
                    <a:pt x="305423" y="256398"/>
                  </a:lnTo>
                  <a:lnTo>
                    <a:pt x="309711" y="260685"/>
                  </a:lnTo>
                  <a:lnTo>
                    <a:pt x="311855" y="260685"/>
                  </a:lnTo>
                  <a:lnTo>
                    <a:pt x="313999" y="262829"/>
                  </a:lnTo>
                  <a:lnTo>
                    <a:pt x="316142" y="262829"/>
                  </a:lnTo>
                  <a:lnTo>
                    <a:pt x="320430" y="267117"/>
                  </a:lnTo>
                  <a:lnTo>
                    <a:pt x="322574" y="267117"/>
                  </a:lnTo>
                  <a:lnTo>
                    <a:pt x="326861" y="271404"/>
                  </a:lnTo>
                  <a:lnTo>
                    <a:pt x="329005" y="271404"/>
                  </a:lnTo>
                  <a:lnTo>
                    <a:pt x="333293" y="275692"/>
                  </a:lnTo>
                  <a:lnTo>
                    <a:pt x="335437" y="275692"/>
                  </a:lnTo>
                  <a:lnTo>
                    <a:pt x="337580" y="277836"/>
                  </a:lnTo>
                  <a:lnTo>
                    <a:pt x="339724" y="277836"/>
                  </a:lnTo>
                  <a:lnTo>
                    <a:pt x="344012" y="282123"/>
                  </a:lnTo>
                  <a:lnTo>
                    <a:pt x="346155" y="282123"/>
                  </a:lnTo>
                  <a:lnTo>
                    <a:pt x="350443" y="286411"/>
                  </a:lnTo>
                  <a:lnTo>
                    <a:pt x="352587" y="286411"/>
                  </a:lnTo>
                  <a:lnTo>
                    <a:pt x="356874" y="290698"/>
                  </a:lnTo>
                  <a:lnTo>
                    <a:pt x="359018" y="290698"/>
                  </a:lnTo>
                  <a:lnTo>
                    <a:pt x="361162" y="292842"/>
                  </a:lnTo>
                  <a:lnTo>
                    <a:pt x="363306" y="292842"/>
                  </a:lnTo>
                  <a:lnTo>
                    <a:pt x="367593" y="297130"/>
                  </a:lnTo>
                  <a:lnTo>
                    <a:pt x="369737" y="297130"/>
                  </a:lnTo>
                  <a:lnTo>
                    <a:pt x="374025" y="301417"/>
                  </a:lnTo>
                  <a:lnTo>
                    <a:pt x="376169" y="301417"/>
                  </a:lnTo>
                  <a:lnTo>
                    <a:pt x="378312" y="303561"/>
                  </a:lnTo>
                  <a:lnTo>
                    <a:pt x="380456" y="303561"/>
                  </a:lnTo>
                  <a:lnTo>
                    <a:pt x="384744" y="307849"/>
                  </a:lnTo>
                  <a:lnTo>
                    <a:pt x="386888" y="307849"/>
                  </a:lnTo>
                  <a:lnTo>
                    <a:pt x="391175" y="312136"/>
                  </a:lnTo>
                  <a:lnTo>
                    <a:pt x="393319" y="312136"/>
                  </a:lnTo>
                  <a:lnTo>
                    <a:pt x="395463" y="314280"/>
                  </a:lnTo>
                  <a:lnTo>
                    <a:pt x="397607" y="314280"/>
                  </a:lnTo>
                  <a:lnTo>
                    <a:pt x="401894" y="318568"/>
                  </a:lnTo>
                  <a:lnTo>
                    <a:pt x="404038" y="318568"/>
                  </a:lnTo>
                  <a:lnTo>
                    <a:pt x="408326" y="322855"/>
                  </a:lnTo>
                  <a:lnTo>
                    <a:pt x="410469" y="322855"/>
                  </a:lnTo>
                  <a:lnTo>
                    <a:pt x="414757" y="327143"/>
                  </a:lnTo>
                  <a:lnTo>
                    <a:pt x="416901" y="327143"/>
                  </a:lnTo>
                  <a:lnTo>
                    <a:pt x="419044" y="329287"/>
                  </a:lnTo>
                  <a:lnTo>
                    <a:pt x="421188" y="329287"/>
                  </a:lnTo>
                  <a:lnTo>
                    <a:pt x="425476" y="333574"/>
                  </a:lnTo>
                  <a:lnTo>
                    <a:pt x="427620" y="333574"/>
                  </a:lnTo>
                  <a:lnTo>
                    <a:pt x="431907" y="337862"/>
                  </a:lnTo>
                  <a:lnTo>
                    <a:pt x="434051" y="337862"/>
                  </a:lnTo>
                  <a:lnTo>
                    <a:pt x="436195" y="340006"/>
                  </a:lnTo>
                  <a:lnTo>
                    <a:pt x="438339" y="340006"/>
                  </a:lnTo>
                  <a:lnTo>
                    <a:pt x="442626" y="344293"/>
                  </a:lnTo>
                  <a:lnTo>
                    <a:pt x="444770" y="344293"/>
                  </a:lnTo>
                  <a:lnTo>
                    <a:pt x="449058" y="348581"/>
                  </a:lnTo>
                  <a:lnTo>
                    <a:pt x="451201" y="348581"/>
                  </a:lnTo>
                  <a:lnTo>
                    <a:pt x="455489" y="352868"/>
                  </a:lnTo>
                  <a:lnTo>
                    <a:pt x="457633" y="352868"/>
                  </a:lnTo>
                  <a:lnTo>
                    <a:pt x="459777" y="355012"/>
                  </a:lnTo>
                  <a:lnTo>
                    <a:pt x="461920" y="355012"/>
                  </a:lnTo>
                  <a:lnTo>
                    <a:pt x="466208" y="359300"/>
                  </a:lnTo>
                  <a:lnTo>
                    <a:pt x="468352" y="359300"/>
                  </a:lnTo>
                  <a:lnTo>
                    <a:pt x="472639" y="363587"/>
                  </a:lnTo>
                  <a:lnTo>
                    <a:pt x="474783" y="363587"/>
                  </a:lnTo>
                  <a:lnTo>
                    <a:pt x="476927" y="365731"/>
                  </a:lnTo>
                  <a:lnTo>
                    <a:pt x="479071" y="365731"/>
                  </a:lnTo>
                  <a:lnTo>
                    <a:pt x="483358" y="370019"/>
                  </a:lnTo>
                  <a:lnTo>
                    <a:pt x="485502" y="370019"/>
                  </a:lnTo>
                  <a:lnTo>
                    <a:pt x="489790" y="374306"/>
                  </a:lnTo>
                  <a:lnTo>
                    <a:pt x="491933" y="374306"/>
                  </a:lnTo>
                  <a:lnTo>
                    <a:pt x="496221" y="378594"/>
                  </a:lnTo>
                  <a:lnTo>
                    <a:pt x="498365" y="378594"/>
                  </a:lnTo>
                  <a:lnTo>
                    <a:pt x="500509" y="380738"/>
                  </a:lnTo>
                  <a:lnTo>
                    <a:pt x="502652" y="380738"/>
                  </a:lnTo>
                  <a:lnTo>
                    <a:pt x="506940" y="385025"/>
                  </a:lnTo>
                  <a:lnTo>
                    <a:pt x="509084" y="385025"/>
                  </a:lnTo>
                  <a:lnTo>
                    <a:pt x="513371" y="389313"/>
                  </a:lnTo>
                  <a:lnTo>
                    <a:pt x="515515" y="389313"/>
                  </a:lnTo>
                  <a:lnTo>
                    <a:pt x="517659" y="391457"/>
                  </a:lnTo>
                  <a:lnTo>
                    <a:pt x="519803" y="391457"/>
                  </a:lnTo>
                  <a:lnTo>
                    <a:pt x="524090" y="395744"/>
                  </a:lnTo>
                  <a:lnTo>
                    <a:pt x="526234" y="395744"/>
                  </a:lnTo>
                  <a:lnTo>
                    <a:pt x="530522" y="400032"/>
                  </a:lnTo>
                  <a:lnTo>
                    <a:pt x="532666" y="400032"/>
                  </a:lnTo>
                  <a:lnTo>
                    <a:pt x="534809" y="402176"/>
                  </a:lnTo>
                  <a:lnTo>
                    <a:pt x="536953" y="402176"/>
                  </a:lnTo>
                  <a:lnTo>
                    <a:pt x="541241" y="406463"/>
                  </a:lnTo>
                  <a:lnTo>
                    <a:pt x="543385" y="406463"/>
                  </a:lnTo>
                  <a:lnTo>
                    <a:pt x="547672" y="410751"/>
                  </a:lnTo>
                  <a:lnTo>
                    <a:pt x="549816" y="410751"/>
                  </a:lnTo>
                  <a:lnTo>
                    <a:pt x="554103" y="415039"/>
                  </a:lnTo>
                  <a:lnTo>
                    <a:pt x="556247" y="415039"/>
                  </a:lnTo>
                  <a:lnTo>
                    <a:pt x="558391" y="417182"/>
                  </a:lnTo>
                  <a:lnTo>
                    <a:pt x="560535" y="417182"/>
                  </a:lnTo>
                  <a:lnTo>
                    <a:pt x="564822" y="421470"/>
                  </a:lnTo>
                  <a:lnTo>
                    <a:pt x="566966" y="421470"/>
                  </a:lnTo>
                  <a:lnTo>
                    <a:pt x="571254" y="425757"/>
                  </a:lnTo>
                  <a:lnTo>
                    <a:pt x="573398" y="425757"/>
                  </a:lnTo>
                  <a:lnTo>
                    <a:pt x="575541" y="427901"/>
                  </a:lnTo>
                  <a:lnTo>
                    <a:pt x="577685" y="427901"/>
                  </a:lnTo>
                  <a:lnTo>
                    <a:pt x="581973" y="432189"/>
                  </a:lnTo>
                  <a:lnTo>
                    <a:pt x="584117" y="432189"/>
                  </a:lnTo>
                  <a:lnTo>
                    <a:pt x="588404" y="436476"/>
                  </a:lnTo>
                  <a:lnTo>
                    <a:pt x="590548" y="436476"/>
                  </a:lnTo>
                  <a:lnTo>
                    <a:pt x="594836" y="440764"/>
                  </a:lnTo>
                  <a:lnTo>
                    <a:pt x="596979" y="440764"/>
                  </a:lnTo>
                  <a:lnTo>
                    <a:pt x="599123" y="442908"/>
                  </a:lnTo>
                  <a:lnTo>
                    <a:pt x="601267" y="442908"/>
                  </a:lnTo>
                  <a:lnTo>
                    <a:pt x="605555" y="447195"/>
                  </a:lnTo>
                  <a:lnTo>
                    <a:pt x="607698" y="447195"/>
                  </a:lnTo>
                  <a:lnTo>
                    <a:pt x="611986" y="451483"/>
                  </a:lnTo>
                  <a:lnTo>
                    <a:pt x="614130" y="451483"/>
                  </a:lnTo>
                  <a:lnTo>
                    <a:pt x="616274" y="453627"/>
                  </a:lnTo>
                  <a:lnTo>
                    <a:pt x="618417" y="453627"/>
                  </a:lnTo>
                  <a:lnTo>
                    <a:pt x="622705" y="457914"/>
                  </a:lnTo>
                  <a:lnTo>
                    <a:pt x="624849" y="457914"/>
                  </a:lnTo>
                  <a:lnTo>
                    <a:pt x="629136" y="462202"/>
                  </a:lnTo>
                  <a:lnTo>
                    <a:pt x="631280" y="462202"/>
                  </a:lnTo>
                  <a:lnTo>
                    <a:pt x="635568" y="466490"/>
                  </a:lnTo>
                  <a:lnTo>
                    <a:pt x="637711" y="466490"/>
                  </a:lnTo>
                  <a:lnTo>
                    <a:pt x="639855" y="468633"/>
                  </a:lnTo>
                  <a:lnTo>
                    <a:pt x="641999" y="468633"/>
                  </a:lnTo>
                  <a:lnTo>
                    <a:pt x="646287" y="472921"/>
                  </a:lnTo>
                  <a:lnTo>
                    <a:pt x="648430" y="472921"/>
                  </a:lnTo>
                  <a:lnTo>
                    <a:pt x="652718" y="477209"/>
                  </a:lnTo>
                  <a:lnTo>
                    <a:pt x="654862" y="477209"/>
                  </a:lnTo>
                  <a:lnTo>
                    <a:pt x="657006" y="479352"/>
                  </a:lnTo>
                  <a:lnTo>
                    <a:pt x="659149" y="479352"/>
                  </a:lnTo>
                  <a:lnTo>
                    <a:pt x="663437" y="483640"/>
                  </a:lnTo>
                  <a:lnTo>
                    <a:pt x="665581" y="483640"/>
                  </a:lnTo>
                  <a:lnTo>
                    <a:pt x="669868" y="487928"/>
                  </a:lnTo>
                  <a:lnTo>
                    <a:pt x="672012" y="487928"/>
                  </a:lnTo>
                  <a:lnTo>
                    <a:pt x="674156" y="490071"/>
                  </a:lnTo>
                  <a:lnTo>
                    <a:pt x="676300" y="490071"/>
                  </a:lnTo>
                  <a:lnTo>
                    <a:pt x="680587" y="494359"/>
                  </a:lnTo>
                  <a:lnTo>
                    <a:pt x="682731" y="494359"/>
                  </a:lnTo>
                  <a:lnTo>
                    <a:pt x="684875" y="496503"/>
                  </a:lnTo>
                  <a:lnTo>
                    <a:pt x="691306" y="496503"/>
                  </a:lnTo>
                  <a:lnTo>
                    <a:pt x="693450" y="498646"/>
                  </a:lnTo>
                  <a:lnTo>
                    <a:pt x="695594" y="498646"/>
                  </a:lnTo>
                  <a:lnTo>
                    <a:pt x="699881" y="502934"/>
                  </a:lnTo>
                  <a:lnTo>
                    <a:pt x="702025" y="502934"/>
                  </a:lnTo>
                  <a:lnTo>
                    <a:pt x="706313" y="507222"/>
                  </a:lnTo>
                  <a:lnTo>
                    <a:pt x="708457" y="507222"/>
                  </a:lnTo>
                  <a:lnTo>
                    <a:pt x="710600" y="509365"/>
                  </a:lnTo>
                  <a:lnTo>
                    <a:pt x="712744" y="509365"/>
                  </a:lnTo>
                  <a:lnTo>
                    <a:pt x="717032" y="513653"/>
                  </a:lnTo>
                  <a:lnTo>
                    <a:pt x="719176" y="513653"/>
                  </a:lnTo>
                  <a:lnTo>
                    <a:pt x="723463" y="517941"/>
                  </a:lnTo>
                  <a:lnTo>
                    <a:pt x="725607" y="517941"/>
                  </a:lnTo>
                  <a:lnTo>
                    <a:pt x="727751" y="520084"/>
                  </a:lnTo>
                  <a:lnTo>
                    <a:pt x="729895" y="520084"/>
                  </a:lnTo>
                  <a:lnTo>
                    <a:pt x="734182" y="524372"/>
                  </a:lnTo>
                  <a:lnTo>
                    <a:pt x="736326" y="524372"/>
                  </a:lnTo>
                  <a:lnTo>
                    <a:pt x="740614" y="528660"/>
                  </a:lnTo>
                  <a:lnTo>
                    <a:pt x="742757" y="528660"/>
                  </a:lnTo>
                  <a:lnTo>
                    <a:pt x="744901" y="530803"/>
                  </a:lnTo>
                  <a:lnTo>
                    <a:pt x="747045" y="530803"/>
                  </a:lnTo>
                  <a:lnTo>
                    <a:pt x="751333" y="535091"/>
                  </a:lnTo>
                  <a:lnTo>
                    <a:pt x="753476" y="535091"/>
                  </a:lnTo>
                  <a:lnTo>
                    <a:pt x="757764" y="539379"/>
                  </a:lnTo>
                  <a:lnTo>
                    <a:pt x="759908" y="539379"/>
                  </a:lnTo>
                  <a:lnTo>
                    <a:pt x="762052" y="541522"/>
                  </a:lnTo>
                  <a:lnTo>
                    <a:pt x="764195" y="541522"/>
                  </a:lnTo>
                  <a:lnTo>
                    <a:pt x="768483" y="545810"/>
                  </a:lnTo>
                  <a:lnTo>
                    <a:pt x="770627" y="545810"/>
                  </a:lnTo>
                  <a:lnTo>
                    <a:pt x="774914" y="550098"/>
                  </a:lnTo>
                  <a:lnTo>
                    <a:pt x="777058" y="550098"/>
                  </a:lnTo>
                  <a:lnTo>
                    <a:pt x="781346" y="554385"/>
                  </a:lnTo>
                  <a:lnTo>
                    <a:pt x="783489" y="554385"/>
                  </a:lnTo>
                  <a:lnTo>
                    <a:pt x="785633" y="556529"/>
                  </a:lnTo>
                  <a:lnTo>
                    <a:pt x="787777" y="556529"/>
                  </a:lnTo>
                  <a:lnTo>
                    <a:pt x="792065" y="560817"/>
                  </a:lnTo>
                  <a:lnTo>
                    <a:pt x="794208" y="560817"/>
                  </a:lnTo>
                  <a:lnTo>
                    <a:pt x="798496" y="565104"/>
                  </a:lnTo>
                  <a:lnTo>
                    <a:pt x="800640" y="565104"/>
                  </a:lnTo>
                  <a:lnTo>
                    <a:pt x="802784" y="567248"/>
                  </a:lnTo>
                  <a:lnTo>
                    <a:pt x="804927" y="567248"/>
                  </a:lnTo>
                  <a:lnTo>
                    <a:pt x="809215" y="571535"/>
                  </a:lnTo>
                  <a:lnTo>
                    <a:pt x="811359" y="571535"/>
                  </a:lnTo>
                  <a:lnTo>
                    <a:pt x="815646" y="575823"/>
                  </a:lnTo>
                  <a:lnTo>
                    <a:pt x="817790" y="575823"/>
                  </a:lnTo>
                  <a:lnTo>
                    <a:pt x="819934" y="577967"/>
                  </a:lnTo>
                  <a:lnTo>
                    <a:pt x="822078" y="577967"/>
                  </a:lnTo>
                  <a:lnTo>
                    <a:pt x="826365" y="582254"/>
                  </a:lnTo>
                  <a:lnTo>
                    <a:pt x="828509" y="582254"/>
                  </a:lnTo>
                  <a:lnTo>
                    <a:pt x="832797" y="586542"/>
                  </a:lnTo>
                  <a:lnTo>
                    <a:pt x="834941" y="586542"/>
                  </a:lnTo>
                  <a:lnTo>
                    <a:pt x="837084" y="588686"/>
                  </a:lnTo>
                  <a:lnTo>
                    <a:pt x="839228" y="588686"/>
                  </a:lnTo>
                  <a:lnTo>
                    <a:pt x="843516" y="592973"/>
                  </a:lnTo>
                  <a:lnTo>
                    <a:pt x="845659" y="592973"/>
                  </a:lnTo>
                  <a:lnTo>
                    <a:pt x="849947" y="597261"/>
                  </a:lnTo>
                  <a:lnTo>
                    <a:pt x="852091" y="597261"/>
                  </a:lnTo>
                  <a:lnTo>
                    <a:pt x="854235" y="599405"/>
                  </a:lnTo>
                  <a:lnTo>
                    <a:pt x="856378" y="599405"/>
                  </a:lnTo>
                  <a:lnTo>
                    <a:pt x="860666" y="603692"/>
                  </a:lnTo>
                  <a:lnTo>
                    <a:pt x="862810" y="603692"/>
                  </a:lnTo>
                  <a:lnTo>
                    <a:pt x="867097" y="607980"/>
                  </a:lnTo>
                  <a:lnTo>
                    <a:pt x="869241" y="607980"/>
                  </a:lnTo>
                  <a:lnTo>
                    <a:pt x="871385" y="610124"/>
                  </a:lnTo>
                  <a:lnTo>
                    <a:pt x="873529" y="610124"/>
                  </a:lnTo>
                  <a:lnTo>
                    <a:pt x="877816" y="614411"/>
                  </a:lnTo>
                  <a:lnTo>
                    <a:pt x="879960" y="614411"/>
                  </a:lnTo>
                  <a:lnTo>
                    <a:pt x="884248" y="618699"/>
                  </a:lnTo>
                  <a:lnTo>
                    <a:pt x="886392" y="618699"/>
                  </a:lnTo>
                  <a:lnTo>
                    <a:pt x="888535" y="620843"/>
                  </a:lnTo>
                  <a:lnTo>
                    <a:pt x="890679" y="620843"/>
                  </a:lnTo>
                  <a:lnTo>
                    <a:pt x="894967" y="625130"/>
                  </a:lnTo>
                  <a:lnTo>
                    <a:pt x="897111" y="625130"/>
                  </a:lnTo>
                  <a:lnTo>
                    <a:pt x="901398" y="629418"/>
                  </a:lnTo>
                  <a:lnTo>
                    <a:pt x="903542" y="629418"/>
                  </a:lnTo>
                  <a:lnTo>
                    <a:pt x="905686" y="631562"/>
                  </a:lnTo>
                  <a:lnTo>
                    <a:pt x="907830" y="631562"/>
                  </a:lnTo>
                  <a:lnTo>
                    <a:pt x="912117" y="635849"/>
                  </a:lnTo>
                  <a:lnTo>
                    <a:pt x="914261" y="635849"/>
                  </a:lnTo>
                  <a:lnTo>
                    <a:pt x="918548" y="640137"/>
                  </a:lnTo>
                  <a:lnTo>
                    <a:pt x="920692" y="640137"/>
                  </a:lnTo>
                  <a:lnTo>
                    <a:pt x="922836" y="642281"/>
                  </a:lnTo>
                  <a:lnTo>
                    <a:pt x="924980" y="642281"/>
                  </a:lnTo>
                  <a:lnTo>
                    <a:pt x="929267" y="646568"/>
                  </a:lnTo>
                  <a:lnTo>
                    <a:pt x="931411" y="646568"/>
                  </a:lnTo>
                  <a:lnTo>
                    <a:pt x="935699" y="650856"/>
                  </a:lnTo>
                  <a:lnTo>
                    <a:pt x="937843" y="650856"/>
                  </a:lnTo>
                  <a:lnTo>
                    <a:pt x="939986" y="653000"/>
                  </a:lnTo>
                  <a:lnTo>
                    <a:pt x="942130" y="653000"/>
                  </a:lnTo>
                  <a:lnTo>
                    <a:pt x="946418" y="657287"/>
                  </a:lnTo>
                  <a:lnTo>
                    <a:pt x="948562" y="657287"/>
                  </a:lnTo>
                  <a:lnTo>
                    <a:pt x="952849" y="661575"/>
                  </a:lnTo>
                  <a:lnTo>
                    <a:pt x="954993" y="661575"/>
                  </a:lnTo>
                  <a:lnTo>
                    <a:pt x="957137" y="663719"/>
                  </a:lnTo>
                  <a:lnTo>
                    <a:pt x="959281" y="663719"/>
                  </a:lnTo>
                  <a:lnTo>
                    <a:pt x="963568" y="668006"/>
                  </a:lnTo>
                  <a:lnTo>
                    <a:pt x="965712" y="668006"/>
                  </a:lnTo>
                  <a:lnTo>
                    <a:pt x="970000" y="672294"/>
                  </a:lnTo>
                  <a:lnTo>
                    <a:pt x="972143" y="672294"/>
                  </a:lnTo>
                  <a:lnTo>
                    <a:pt x="974287" y="674438"/>
                  </a:lnTo>
                  <a:lnTo>
                    <a:pt x="976431" y="674438"/>
                  </a:lnTo>
                  <a:lnTo>
                    <a:pt x="980718" y="678725"/>
                  </a:lnTo>
                  <a:lnTo>
                    <a:pt x="982862" y="678725"/>
                  </a:lnTo>
                  <a:lnTo>
                    <a:pt x="987150" y="683013"/>
                  </a:lnTo>
                  <a:lnTo>
                    <a:pt x="989294" y="683013"/>
                  </a:lnTo>
                  <a:lnTo>
                    <a:pt x="991437" y="685157"/>
                  </a:lnTo>
                  <a:lnTo>
                    <a:pt x="993581" y="685157"/>
                  </a:lnTo>
                  <a:lnTo>
                    <a:pt x="997869" y="689444"/>
                  </a:lnTo>
                  <a:lnTo>
                    <a:pt x="1000013" y="689444"/>
                  </a:lnTo>
                  <a:lnTo>
                    <a:pt x="1004300" y="693732"/>
                  </a:lnTo>
                  <a:lnTo>
                    <a:pt x="1006444" y="693732"/>
                  </a:lnTo>
                  <a:lnTo>
                    <a:pt x="1008588" y="695876"/>
                  </a:lnTo>
                  <a:lnTo>
                    <a:pt x="1010732" y="695876"/>
                  </a:lnTo>
                  <a:lnTo>
                    <a:pt x="1015019" y="700163"/>
                  </a:lnTo>
                  <a:lnTo>
                    <a:pt x="1017163" y="700163"/>
                  </a:lnTo>
                  <a:lnTo>
                    <a:pt x="1021451" y="704451"/>
                  </a:lnTo>
                  <a:lnTo>
                    <a:pt x="1023594" y="704451"/>
                  </a:lnTo>
                  <a:lnTo>
                    <a:pt x="1025738" y="706594"/>
                  </a:lnTo>
                  <a:lnTo>
                    <a:pt x="1027882" y="706594"/>
                  </a:lnTo>
                  <a:lnTo>
                    <a:pt x="1032170" y="710882"/>
                  </a:lnTo>
                  <a:lnTo>
                    <a:pt x="1034313" y="710882"/>
                  </a:lnTo>
                  <a:lnTo>
                    <a:pt x="1038601" y="715170"/>
                  </a:lnTo>
                  <a:lnTo>
                    <a:pt x="1040745" y="715170"/>
                  </a:lnTo>
                  <a:lnTo>
                    <a:pt x="1042889" y="717313"/>
                  </a:lnTo>
                  <a:lnTo>
                    <a:pt x="1045032" y="717313"/>
                  </a:lnTo>
                  <a:lnTo>
                    <a:pt x="1049320" y="721601"/>
                  </a:lnTo>
                  <a:lnTo>
                    <a:pt x="1051464" y="721601"/>
                  </a:lnTo>
                  <a:lnTo>
                    <a:pt x="1055751" y="725889"/>
                  </a:lnTo>
                  <a:lnTo>
                    <a:pt x="1057895" y="725889"/>
                  </a:lnTo>
                  <a:lnTo>
                    <a:pt x="1060039" y="728032"/>
                  </a:lnTo>
                  <a:lnTo>
                    <a:pt x="1062183" y="728032"/>
                  </a:lnTo>
                  <a:lnTo>
                    <a:pt x="1066470" y="732320"/>
                  </a:lnTo>
                  <a:lnTo>
                    <a:pt x="1068614" y="732320"/>
                  </a:lnTo>
                  <a:lnTo>
                    <a:pt x="1072902" y="736608"/>
                  </a:lnTo>
                  <a:lnTo>
                    <a:pt x="1075045" y="736608"/>
                  </a:lnTo>
                  <a:lnTo>
                    <a:pt x="1077189" y="738751"/>
                  </a:lnTo>
                  <a:lnTo>
                    <a:pt x="1079333" y="738751"/>
                  </a:lnTo>
                  <a:lnTo>
                    <a:pt x="1083621" y="743039"/>
                  </a:lnTo>
                  <a:lnTo>
                    <a:pt x="1085764" y="743039"/>
                  </a:lnTo>
                  <a:lnTo>
                    <a:pt x="1090052" y="747327"/>
                  </a:lnTo>
                  <a:lnTo>
                    <a:pt x="1092196" y="747327"/>
                  </a:lnTo>
                  <a:lnTo>
                    <a:pt x="1094340" y="749470"/>
                  </a:lnTo>
                  <a:lnTo>
                    <a:pt x="1102192" y="749470"/>
                  </a:lnTo>
                  <a:lnTo>
                    <a:pt x="1104336" y="747327"/>
                  </a:lnTo>
                  <a:lnTo>
                    <a:pt x="1107202" y="747327"/>
                  </a:lnTo>
                  <a:lnTo>
                    <a:pt x="1109346" y="749470"/>
                  </a:lnTo>
                  <a:lnTo>
                    <a:pt x="1111490" y="749470"/>
                  </a:lnTo>
                  <a:lnTo>
                    <a:pt x="1113634" y="751614"/>
                  </a:lnTo>
                  <a:lnTo>
                    <a:pt x="1115778" y="751614"/>
                  </a:lnTo>
                  <a:lnTo>
                    <a:pt x="1120065" y="755902"/>
                  </a:lnTo>
                  <a:lnTo>
                    <a:pt x="1122209" y="755902"/>
                  </a:lnTo>
                  <a:lnTo>
                    <a:pt x="1126496" y="760189"/>
                  </a:lnTo>
                  <a:lnTo>
                    <a:pt x="1128640" y="760189"/>
                  </a:lnTo>
                  <a:lnTo>
                    <a:pt x="1130784" y="762333"/>
                  </a:lnTo>
                  <a:lnTo>
                    <a:pt x="1132928" y="762333"/>
                  </a:lnTo>
                  <a:lnTo>
                    <a:pt x="1137215" y="766621"/>
                  </a:lnTo>
                  <a:lnTo>
                    <a:pt x="1139359" y="766621"/>
                  </a:lnTo>
                  <a:lnTo>
                    <a:pt x="1143647" y="770908"/>
                  </a:lnTo>
                  <a:lnTo>
                    <a:pt x="1145791" y="770908"/>
                  </a:lnTo>
                  <a:lnTo>
                    <a:pt x="1147934" y="773052"/>
                  </a:lnTo>
                  <a:lnTo>
                    <a:pt x="1150078" y="773052"/>
                  </a:lnTo>
                  <a:lnTo>
                    <a:pt x="1154366" y="777340"/>
                  </a:lnTo>
                  <a:lnTo>
                    <a:pt x="1156510" y="777340"/>
                  </a:lnTo>
                  <a:lnTo>
                    <a:pt x="1160797" y="781627"/>
                  </a:lnTo>
                  <a:lnTo>
                    <a:pt x="1162941" y="781627"/>
                  </a:lnTo>
                  <a:lnTo>
                    <a:pt x="1165085" y="783771"/>
                  </a:lnTo>
                  <a:lnTo>
                    <a:pt x="1167229" y="783771"/>
                  </a:lnTo>
                  <a:lnTo>
                    <a:pt x="1171516" y="788059"/>
                  </a:lnTo>
                  <a:lnTo>
                    <a:pt x="1173660" y="788059"/>
                  </a:lnTo>
                  <a:lnTo>
                    <a:pt x="1177948" y="792346"/>
                  </a:lnTo>
                  <a:lnTo>
                    <a:pt x="1180091" y="792346"/>
                  </a:lnTo>
                  <a:lnTo>
                    <a:pt x="1182235" y="794490"/>
                  </a:lnTo>
                  <a:lnTo>
                    <a:pt x="1184379" y="794490"/>
                  </a:lnTo>
                  <a:lnTo>
                    <a:pt x="1188667" y="798778"/>
                  </a:lnTo>
                  <a:lnTo>
                    <a:pt x="1190810" y="798778"/>
                  </a:lnTo>
                  <a:lnTo>
                    <a:pt x="1195098" y="803065"/>
                  </a:lnTo>
                  <a:lnTo>
                    <a:pt x="1197242" y="803065"/>
                  </a:lnTo>
                  <a:lnTo>
                    <a:pt x="1199385" y="805209"/>
                  </a:lnTo>
                  <a:lnTo>
                    <a:pt x="1201529" y="805209"/>
                  </a:lnTo>
                  <a:lnTo>
                    <a:pt x="1205817" y="809497"/>
                  </a:lnTo>
                  <a:lnTo>
                    <a:pt x="1207961" y="809497"/>
                  </a:lnTo>
                  <a:lnTo>
                    <a:pt x="1212248" y="813784"/>
                  </a:lnTo>
                  <a:lnTo>
                    <a:pt x="1214392" y="813784"/>
                  </a:lnTo>
                  <a:lnTo>
                    <a:pt x="1216536" y="815928"/>
                  </a:lnTo>
                  <a:lnTo>
                    <a:pt x="1218680" y="815928"/>
                  </a:lnTo>
                  <a:lnTo>
                    <a:pt x="1222967" y="820216"/>
                  </a:lnTo>
                  <a:lnTo>
                    <a:pt x="1225111" y="820216"/>
                  </a:lnTo>
                  <a:lnTo>
                    <a:pt x="1229399" y="824503"/>
                  </a:lnTo>
                  <a:lnTo>
                    <a:pt x="1231542" y="824503"/>
                  </a:lnTo>
                  <a:lnTo>
                    <a:pt x="1233686" y="826647"/>
                  </a:lnTo>
                  <a:lnTo>
                    <a:pt x="1235830" y="826647"/>
                  </a:lnTo>
                  <a:lnTo>
                    <a:pt x="1240118" y="830935"/>
                  </a:lnTo>
                  <a:lnTo>
                    <a:pt x="1242261" y="830935"/>
                  </a:lnTo>
                  <a:lnTo>
                    <a:pt x="1246549" y="835222"/>
                  </a:lnTo>
                  <a:lnTo>
                    <a:pt x="1248693" y="835222"/>
                  </a:lnTo>
                  <a:lnTo>
                    <a:pt x="1250837" y="837366"/>
                  </a:lnTo>
                  <a:lnTo>
                    <a:pt x="1252980" y="837366"/>
                  </a:lnTo>
                  <a:lnTo>
                    <a:pt x="1257268" y="841654"/>
                  </a:lnTo>
                  <a:lnTo>
                    <a:pt x="1259412" y="841654"/>
                  </a:lnTo>
                  <a:lnTo>
                    <a:pt x="1263699" y="845941"/>
                  </a:lnTo>
                  <a:lnTo>
                    <a:pt x="1265843" y="845941"/>
                  </a:lnTo>
                  <a:lnTo>
                    <a:pt x="1267987" y="848085"/>
                  </a:lnTo>
                  <a:lnTo>
                    <a:pt x="1270131" y="848085"/>
                  </a:lnTo>
                  <a:lnTo>
                    <a:pt x="1274418" y="852372"/>
                  </a:lnTo>
                  <a:lnTo>
                    <a:pt x="1276562" y="852372"/>
                  </a:lnTo>
                  <a:lnTo>
                    <a:pt x="1280850" y="856660"/>
                  </a:lnTo>
                  <a:lnTo>
                    <a:pt x="1282993" y="856660"/>
                  </a:lnTo>
                  <a:lnTo>
                    <a:pt x="1285137" y="858804"/>
                  </a:lnTo>
                  <a:lnTo>
                    <a:pt x="1287281" y="858804"/>
                  </a:lnTo>
                  <a:lnTo>
                    <a:pt x="1291569" y="863091"/>
                  </a:lnTo>
                  <a:lnTo>
                    <a:pt x="1293712" y="863091"/>
                  </a:lnTo>
                  <a:lnTo>
                    <a:pt x="1298000" y="867379"/>
                  </a:lnTo>
                  <a:lnTo>
                    <a:pt x="1300144" y="867379"/>
                  </a:lnTo>
                  <a:lnTo>
                    <a:pt x="1302288" y="869523"/>
                  </a:lnTo>
                  <a:lnTo>
                    <a:pt x="1304431" y="869523"/>
                  </a:lnTo>
                  <a:lnTo>
                    <a:pt x="1308719" y="873810"/>
                  </a:lnTo>
                  <a:lnTo>
                    <a:pt x="1310863" y="873810"/>
                  </a:lnTo>
                  <a:lnTo>
                    <a:pt x="1315150" y="878098"/>
                  </a:lnTo>
                  <a:lnTo>
                    <a:pt x="1317294" y="878098"/>
                  </a:lnTo>
                  <a:lnTo>
                    <a:pt x="1321582" y="882386"/>
                  </a:lnTo>
                  <a:lnTo>
                    <a:pt x="1323726" y="882386"/>
                  </a:lnTo>
                  <a:lnTo>
                    <a:pt x="1325869" y="884529"/>
                  </a:lnTo>
                  <a:lnTo>
                    <a:pt x="1328013" y="884529"/>
                  </a:lnTo>
                  <a:lnTo>
                    <a:pt x="1332301" y="888817"/>
                  </a:lnTo>
                  <a:lnTo>
                    <a:pt x="1334445" y="888817"/>
                  </a:lnTo>
                  <a:lnTo>
                    <a:pt x="1338732" y="893105"/>
                  </a:lnTo>
                  <a:lnTo>
                    <a:pt x="1340876" y="893105"/>
                  </a:lnTo>
                  <a:lnTo>
                    <a:pt x="1343020" y="895248"/>
                  </a:lnTo>
                  <a:lnTo>
                    <a:pt x="1345163" y="895248"/>
                  </a:lnTo>
                  <a:lnTo>
                    <a:pt x="1349451" y="899536"/>
                  </a:lnTo>
                  <a:lnTo>
                    <a:pt x="1351595" y="899536"/>
                  </a:lnTo>
                  <a:lnTo>
                    <a:pt x="1355882" y="903824"/>
                  </a:lnTo>
                  <a:lnTo>
                    <a:pt x="1358026" y="903824"/>
                  </a:lnTo>
                  <a:lnTo>
                    <a:pt x="1360170" y="905967"/>
                  </a:lnTo>
                  <a:lnTo>
                    <a:pt x="1362314" y="905967"/>
                  </a:lnTo>
                  <a:lnTo>
                    <a:pt x="1366601" y="910255"/>
                  </a:lnTo>
                  <a:lnTo>
                    <a:pt x="1368745" y="910255"/>
                  </a:lnTo>
                  <a:lnTo>
                    <a:pt x="1373033" y="914543"/>
                  </a:lnTo>
                  <a:lnTo>
                    <a:pt x="1375177" y="914543"/>
                  </a:lnTo>
                  <a:lnTo>
                    <a:pt x="1377320" y="916686"/>
                  </a:lnTo>
                  <a:lnTo>
                    <a:pt x="1379464" y="916686"/>
                  </a:lnTo>
                  <a:lnTo>
                    <a:pt x="1383752" y="920974"/>
                  </a:lnTo>
                  <a:lnTo>
                    <a:pt x="1385896" y="920974"/>
                  </a:lnTo>
                  <a:lnTo>
                    <a:pt x="1390183" y="925261"/>
                  </a:lnTo>
                  <a:lnTo>
                    <a:pt x="1392327" y="925261"/>
                  </a:lnTo>
                  <a:lnTo>
                    <a:pt x="1394471" y="927405"/>
                  </a:lnTo>
                  <a:lnTo>
                    <a:pt x="1396615" y="927405"/>
                  </a:lnTo>
                  <a:lnTo>
                    <a:pt x="1400902" y="931693"/>
                  </a:lnTo>
                  <a:lnTo>
                    <a:pt x="1403046" y="931693"/>
                  </a:lnTo>
                  <a:lnTo>
                    <a:pt x="1407334" y="935980"/>
                  </a:lnTo>
                  <a:lnTo>
                    <a:pt x="1409477" y="935980"/>
                  </a:lnTo>
                  <a:lnTo>
                    <a:pt x="1411621" y="938124"/>
                  </a:lnTo>
                  <a:lnTo>
                    <a:pt x="1413765" y="938124"/>
                  </a:lnTo>
                  <a:lnTo>
                    <a:pt x="1418052" y="942412"/>
                  </a:lnTo>
                  <a:lnTo>
                    <a:pt x="1420196" y="942412"/>
                  </a:lnTo>
                  <a:lnTo>
                    <a:pt x="1424484" y="946699"/>
                  </a:lnTo>
                  <a:lnTo>
                    <a:pt x="1426628" y="946699"/>
                  </a:lnTo>
                  <a:lnTo>
                    <a:pt x="1428771" y="948843"/>
                  </a:lnTo>
                  <a:lnTo>
                    <a:pt x="1430915" y="948843"/>
                  </a:lnTo>
                  <a:lnTo>
                    <a:pt x="1435203" y="953131"/>
                  </a:lnTo>
                  <a:lnTo>
                    <a:pt x="1437347" y="953131"/>
                  </a:lnTo>
                  <a:lnTo>
                    <a:pt x="1441634" y="957418"/>
                  </a:lnTo>
                  <a:lnTo>
                    <a:pt x="1443778" y="957418"/>
                  </a:lnTo>
                  <a:lnTo>
                    <a:pt x="1445922" y="959562"/>
                  </a:lnTo>
                  <a:lnTo>
                    <a:pt x="1448066" y="959562"/>
                  </a:lnTo>
                  <a:lnTo>
                    <a:pt x="1452353" y="963850"/>
                  </a:lnTo>
                  <a:lnTo>
                    <a:pt x="1454497" y="963850"/>
                  </a:lnTo>
                  <a:lnTo>
                    <a:pt x="1458785" y="968137"/>
                  </a:lnTo>
                  <a:lnTo>
                    <a:pt x="1460928" y="968137"/>
                  </a:lnTo>
                  <a:lnTo>
                    <a:pt x="1463072" y="970281"/>
                  </a:lnTo>
                  <a:lnTo>
                    <a:pt x="1465216" y="970281"/>
                  </a:lnTo>
                  <a:lnTo>
                    <a:pt x="1469504" y="974569"/>
                  </a:lnTo>
                  <a:lnTo>
                    <a:pt x="1471647" y="974569"/>
                  </a:lnTo>
                  <a:lnTo>
                    <a:pt x="1475935" y="978856"/>
                  </a:lnTo>
                  <a:lnTo>
                    <a:pt x="1478079" y="978856"/>
                  </a:lnTo>
                  <a:lnTo>
                    <a:pt x="1480222" y="981000"/>
                  </a:lnTo>
                  <a:lnTo>
                    <a:pt x="1482366" y="981000"/>
                  </a:lnTo>
                  <a:lnTo>
                    <a:pt x="1486654" y="985288"/>
                  </a:lnTo>
                  <a:lnTo>
                    <a:pt x="1488798" y="985288"/>
                  </a:lnTo>
                  <a:lnTo>
                    <a:pt x="1490941" y="987432"/>
                  </a:lnTo>
                  <a:lnTo>
                    <a:pt x="1498794" y="987432"/>
                  </a:lnTo>
                  <a:lnTo>
                    <a:pt x="1504086" y="982139"/>
                  </a:lnTo>
                  <a:lnTo>
                    <a:pt x="1504086" y="958558"/>
                  </a:lnTo>
                  <a:lnTo>
                    <a:pt x="1506230" y="956414"/>
                  </a:lnTo>
                  <a:lnTo>
                    <a:pt x="1506230" y="926401"/>
                  </a:lnTo>
                  <a:lnTo>
                    <a:pt x="1508373" y="924257"/>
                  </a:lnTo>
                  <a:lnTo>
                    <a:pt x="1508373" y="894244"/>
                  </a:lnTo>
                  <a:lnTo>
                    <a:pt x="1510517" y="892100"/>
                  </a:lnTo>
                  <a:lnTo>
                    <a:pt x="1510517" y="887812"/>
                  </a:lnTo>
                  <a:lnTo>
                    <a:pt x="1511656" y="886673"/>
                  </a:lnTo>
                  <a:lnTo>
                    <a:pt x="1513800" y="886673"/>
                  </a:lnTo>
                  <a:lnTo>
                    <a:pt x="1516949" y="883525"/>
                  </a:lnTo>
                  <a:lnTo>
                    <a:pt x="1516949" y="874950"/>
                  </a:lnTo>
                  <a:lnTo>
                    <a:pt x="1519092" y="872806"/>
                  </a:lnTo>
                  <a:lnTo>
                    <a:pt x="1519092" y="842793"/>
                  </a:lnTo>
                  <a:lnTo>
                    <a:pt x="1521236" y="840649"/>
                  </a:lnTo>
                  <a:lnTo>
                    <a:pt x="1521236" y="810636"/>
                  </a:lnTo>
                  <a:lnTo>
                    <a:pt x="1523380" y="808492"/>
                  </a:lnTo>
                  <a:lnTo>
                    <a:pt x="1523380" y="789198"/>
                  </a:lnTo>
                  <a:lnTo>
                    <a:pt x="1525242" y="788059"/>
                  </a:lnTo>
                  <a:lnTo>
                    <a:pt x="1529530" y="792346"/>
                  </a:lnTo>
                  <a:lnTo>
                    <a:pt x="1531674" y="792346"/>
                  </a:lnTo>
                  <a:lnTo>
                    <a:pt x="1535961" y="796634"/>
                  </a:lnTo>
                  <a:lnTo>
                    <a:pt x="1538105" y="796634"/>
                  </a:lnTo>
                  <a:lnTo>
                    <a:pt x="1540249" y="798778"/>
                  </a:lnTo>
                  <a:lnTo>
                    <a:pt x="1542393" y="798778"/>
                  </a:lnTo>
                  <a:lnTo>
                    <a:pt x="1546680" y="803065"/>
                  </a:lnTo>
                  <a:lnTo>
                    <a:pt x="1548824" y="803065"/>
                  </a:lnTo>
                  <a:lnTo>
                    <a:pt x="1553111" y="807353"/>
                  </a:lnTo>
                  <a:lnTo>
                    <a:pt x="1555255" y="807353"/>
                  </a:lnTo>
                  <a:lnTo>
                    <a:pt x="1559543" y="811640"/>
                  </a:lnTo>
                  <a:lnTo>
                    <a:pt x="1561687" y="811640"/>
                  </a:lnTo>
                  <a:lnTo>
                    <a:pt x="1563830" y="813784"/>
                  </a:lnTo>
                  <a:lnTo>
                    <a:pt x="1565974" y="813784"/>
                  </a:lnTo>
                  <a:lnTo>
                    <a:pt x="1570262" y="818072"/>
                  </a:lnTo>
                  <a:lnTo>
                    <a:pt x="1572406" y="818072"/>
                  </a:lnTo>
                  <a:lnTo>
                    <a:pt x="1576693" y="822359"/>
                  </a:lnTo>
                  <a:lnTo>
                    <a:pt x="1578837" y="822359"/>
                  </a:lnTo>
                  <a:lnTo>
                    <a:pt x="1580981" y="824503"/>
                  </a:lnTo>
                  <a:lnTo>
                    <a:pt x="1583125" y="824503"/>
                  </a:lnTo>
                  <a:lnTo>
                    <a:pt x="1587412" y="828791"/>
                  </a:lnTo>
                  <a:lnTo>
                    <a:pt x="1589556" y="828791"/>
                  </a:lnTo>
                  <a:lnTo>
                    <a:pt x="1593844" y="833078"/>
                  </a:lnTo>
                  <a:lnTo>
                    <a:pt x="1595987" y="833078"/>
                  </a:lnTo>
                  <a:lnTo>
                    <a:pt x="1598131" y="835222"/>
                  </a:lnTo>
                  <a:lnTo>
                    <a:pt x="1600275" y="835222"/>
                  </a:lnTo>
                  <a:lnTo>
                    <a:pt x="1604563" y="839510"/>
                  </a:lnTo>
                  <a:lnTo>
                    <a:pt x="1606706" y="839510"/>
                  </a:lnTo>
                  <a:lnTo>
                    <a:pt x="1608850" y="841654"/>
                  </a:lnTo>
                  <a:lnTo>
                    <a:pt x="1618846" y="841654"/>
                  </a:lnTo>
                  <a:lnTo>
                    <a:pt x="1621995" y="838505"/>
                  </a:lnTo>
                  <a:lnTo>
                    <a:pt x="1621995" y="802061"/>
                  </a:lnTo>
                  <a:lnTo>
                    <a:pt x="1624138" y="799917"/>
                  </a:lnTo>
                  <a:lnTo>
                    <a:pt x="1624138" y="784910"/>
                  </a:lnTo>
                  <a:lnTo>
                    <a:pt x="1628426" y="780623"/>
                  </a:lnTo>
                  <a:lnTo>
                    <a:pt x="1628426" y="772047"/>
                  </a:lnTo>
                  <a:lnTo>
                    <a:pt x="1630570" y="769904"/>
                  </a:lnTo>
                  <a:lnTo>
                    <a:pt x="1630570" y="739891"/>
                  </a:lnTo>
                  <a:lnTo>
                    <a:pt x="1632714" y="737747"/>
                  </a:lnTo>
                  <a:lnTo>
                    <a:pt x="1632714" y="705590"/>
                  </a:lnTo>
                  <a:lnTo>
                    <a:pt x="1634857" y="703446"/>
                  </a:lnTo>
                  <a:lnTo>
                    <a:pt x="1634857" y="673433"/>
                  </a:lnTo>
                  <a:lnTo>
                    <a:pt x="1637001" y="671289"/>
                  </a:lnTo>
                  <a:lnTo>
                    <a:pt x="1637001" y="639132"/>
                  </a:lnTo>
                  <a:lnTo>
                    <a:pt x="1639145" y="636988"/>
                  </a:lnTo>
                  <a:lnTo>
                    <a:pt x="1639145" y="602688"/>
                  </a:lnTo>
                  <a:lnTo>
                    <a:pt x="1641289" y="600544"/>
                  </a:lnTo>
                  <a:lnTo>
                    <a:pt x="1641289" y="570531"/>
                  </a:lnTo>
                  <a:lnTo>
                    <a:pt x="1644572" y="567248"/>
                  </a:lnTo>
                  <a:lnTo>
                    <a:pt x="1646715" y="567248"/>
                  </a:lnTo>
                  <a:lnTo>
                    <a:pt x="1649864" y="564099"/>
                  </a:lnTo>
                  <a:lnTo>
                    <a:pt x="1649864" y="544805"/>
                  </a:lnTo>
                  <a:lnTo>
                    <a:pt x="1652008" y="542662"/>
                  </a:lnTo>
                  <a:lnTo>
                    <a:pt x="1652008" y="508361"/>
                  </a:lnTo>
                  <a:lnTo>
                    <a:pt x="1654151" y="506217"/>
                  </a:lnTo>
                  <a:lnTo>
                    <a:pt x="1654151" y="469773"/>
                  </a:lnTo>
                  <a:lnTo>
                    <a:pt x="1656295" y="467629"/>
                  </a:lnTo>
                  <a:lnTo>
                    <a:pt x="1656295" y="452622"/>
                  </a:lnTo>
                  <a:lnTo>
                    <a:pt x="1662727" y="446191"/>
                  </a:lnTo>
                  <a:lnTo>
                    <a:pt x="1662727" y="444047"/>
                  </a:lnTo>
                  <a:lnTo>
                    <a:pt x="1664870" y="441903"/>
                  </a:lnTo>
                  <a:lnTo>
                    <a:pt x="1664870" y="403315"/>
                  </a:lnTo>
                  <a:lnTo>
                    <a:pt x="1667014" y="401171"/>
                  </a:lnTo>
                  <a:lnTo>
                    <a:pt x="1667014" y="396884"/>
                  </a:lnTo>
                  <a:lnTo>
                    <a:pt x="1667443" y="396455"/>
                  </a:lnTo>
                  <a:lnTo>
                    <a:pt x="1669587" y="398599"/>
                  </a:lnTo>
                  <a:lnTo>
                    <a:pt x="1672441" y="395744"/>
                  </a:lnTo>
                  <a:lnTo>
                    <a:pt x="1674585" y="395744"/>
                  </a:lnTo>
                  <a:lnTo>
                    <a:pt x="1677733" y="392596"/>
                  </a:lnTo>
                  <a:lnTo>
                    <a:pt x="1677733" y="336857"/>
                  </a:lnTo>
                  <a:lnTo>
                    <a:pt x="1679877" y="334713"/>
                  </a:lnTo>
                  <a:lnTo>
                    <a:pt x="1679877" y="248962"/>
                  </a:lnTo>
                  <a:lnTo>
                    <a:pt x="1682021" y="246818"/>
                  </a:lnTo>
                  <a:lnTo>
                    <a:pt x="1682021" y="203942"/>
                  </a:lnTo>
                  <a:lnTo>
                    <a:pt x="1684165" y="201798"/>
                  </a:lnTo>
                  <a:lnTo>
                    <a:pt x="1684165" y="182504"/>
                  </a:lnTo>
                  <a:lnTo>
                    <a:pt x="1687448" y="179221"/>
                  </a:lnTo>
                  <a:lnTo>
                    <a:pt x="1690596" y="179221"/>
                  </a:lnTo>
                  <a:lnTo>
                    <a:pt x="1690596" y="173929"/>
                  </a:lnTo>
                  <a:lnTo>
                    <a:pt x="1692740" y="171785"/>
                  </a:lnTo>
                  <a:lnTo>
                    <a:pt x="1692740" y="128909"/>
                  </a:lnTo>
                  <a:lnTo>
                    <a:pt x="1694884" y="126765"/>
                  </a:lnTo>
                  <a:lnTo>
                    <a:pt x="1694884" y="79602"/>
                  </a:lnTo>
                  <a:lnTo>
                    <a:pt x="1697027" y="77458"/>
                  </a:lnTo>
                  <a:lnTo>
                    <a:pt x="1697027" y="34582"/>
                  </a:lnTo>
                  <a:lnTo>
                    <a:pt x="1698889" y="33443"/>
                  </a:lnTo>
                  <a:lnTo>
                    <a:pt x="1703177" y="37731"/>
                  </a:lnTo>
                  <a:lnTo>
                    <a:pt x="1705321" y="37731"/>
                  </a:lnTo>
                  <a:lnTo>
                    <a:pt x="1707465" y="39875"/>
                  </a:lnTo>
                  <a:lnTo>
                    <a:pt x="1709608" y="39875"/>
                  </a:lnTo>
                  <a:lnTo>
                    <a:pt x="1713896" y="44162"/>
                  </a:lnTo>
                  <a:lnTo>
                    <a:pt x="1716040" y="44162"/>
                  </a:lnTo>
                  <a:lnTo>
                    <a:pt x="1720327" y="48450"/>
                  </a:lnTo>
                  <a:lnTo>
                    <a:pt x="1722471" y="48450"/>
                  </a:lnTo>
                  <a:lnTo>
                    <a:pt x="1726759" y="52737"/>
                  </a:lnTo>
                  <a:lnTo>
                    <a:pt x="1728903" y="52737"/>
                  </a:lnTo>
                  <a:lnTo>
                    <a:pt x="1731046" y="54881"/>
                  </a:lnTo>
                  <a:lnTo>
                    <a:pt x="1734611" y="54881"/>
                  </a:lnTo>
                  <a:lnTo>
                    <a:pt x="1739903" y="49589"/>
                  </a:lnTo>
                  <a:lnTo>
                    <a:pt x="1739903" y="36444"/>
                  </a:lnTo>
                  <a:lnTo>
                    <a:pt x="1736755" y="36444"/>
                  </a:lnTo>
                  <a:lnTo>
                    <a:pt x="1732467" y="32157"/>
                  </a:lnTo>
                  <a:lnTo>
                    <a:pt x="1730323" y="32157"/>
                  </a:lnTo>
                  <a:lnTo>
                    <a:pt x="1726036" y="27869"/>
                  </a:lnTo>
                  <a:lnTo>
                    <a:pt x="1723892" y="27869"/>
                  </a:lnTo>
                  <a:lnTo>
                    <a:pt x="1721748" y="25726"/>
                  </a:lnTo>
                  <a:lnTo>
                    <a:pt x="1719604" y="25726"/>
                  </a:lnTo>
                  <a:lnTo>
                    <a:pt x="1715317" y="21438"/>
                  </a:lnTo>
                  <a:lnTo>
                    <a:pt x="1713173" y="21438"/>
                  </a:lnTo>
                  <a:lnTo>
                    <a:pt x="1708885" y="17150"/>
                  </a:lnTo>
                  <a:lnTo>
                    <a:pt x="1706742" y="17150"/>
                  </a:lnTo>
                  <a:lnTo>
                    <a:pt x="1702454" y="12863"/>
                  </a:lnTo>
                  <a:lnTo>
                    <a:pt x="1700310" y="12863"/>
                  </a:lnTo>
                  <a:lnTo>
                    <a:pt x="1698166" y="10719"/>
                  </a:lnTo>
                  <a:lnTo>
                    <a:pt x="1696023" y="10719"/>
                  </a:lnTo>
                  <a:lnTo>
                    <a:pt x="1693879" y="8575"/>
                  </a:lnTo>
                  <a:lnTo>
                    <a:pt x="1691735" y="8575"/>
                  </a:lnTo>
                  <a:lnTo>
                    <a:pt x="1687448" y="4288"/>
                  </a:lnTo>
                  <a:lnTo>
                    <a:pt x="1685304" y="4288"/>
                  </a:lnTo>
                  <a:lnTo>
                    <a:pt x="1683160" y="2144"/>
                  </a:lnTo>
                  <a:lnTo>
                    <a:pt x="1681016" y="2144"/>
                  </a:lnTo>
                  <a:lnTo>
                    <a:pt x="1678872" y="0"/>
                  </a:lnTo>
                  <a:lnTo>
                    <a:pt x="1673164" y="0"/>
                  </a:lnTo>
                  <a:close/>
                  <a:moveTo>
                    <a:pt x="1634857" y="343289"/>
                  </a:moveTo>
                  <a:lnTo>
                    <a:pt x="1636719" y="342150"/>
                  </a:lnTo>
                  <a:lnTo>
                    <a:pt x="1638863" y="344293"/>
                  </a:lnTo>
                  <a:lnTo>
                    <a:pt x="1641007" y="344293"/>
                  </a:lnTo>
                  <a:lnTo>
                    <a:pt x="1645295" y="348581"/>
                  </a:lnTo>
                  <a:lnTo>
                    <a:pt x="1647438" y="348581"/>
                  </a:lnTo>
                  <a:lnTo>
                    <a:pt x="1650721" y="351864"/>
                  </a:lnTo>
                  <a:lnTo>
                    <a:pt x="1650721" y="365450"/>
                  </a:lnTo>
                  <a:lnTo>
                    <a:pt x="1649582" y="366589"/>
                  </a:lnTo>
                  <a:lnTo>
                    <a:pt x="1648859" y="366589"/>
                  </a:lnTo>
                  <a:lnTo>
                    <a:pt x="1644572" y="362301"/>
                  </a:lnTo>
                  <a:lnTo>
                    <a:pt x="1642428" y="362301"/>
                  </a:lnTo>
                  <a:lnTo>
                    <a:pt x="1638140" y="358014"/>
                  </a:lnTo>
                  <a:lnTo>
                    <a:pt x="1635996" y="358014"/>
                  </a:lnTo>
                  <a:lnTo>
                    <a:pt x="1634857" y="356874"/>
                  </a:lnTo>
                  <a:lnTo>
                    <a:pt x="1634857" y="343289"/>
                  </a:lnTo>
                  <a:close/>
                  <a:moveTo>
                    <a:pt x="1634857" y="379733"/>
                  </a:moveTo>
                  <a:lnTo>
                    <a:pt x="1635996" y="378594"/>
                  </a:lnTo>
                  <a:lnTo>
                    <a:pt x="1638863" y="378594"/>
                  </a:lnTo>
                  <a:lnTo>
                    <a:pt x="1643151" y="382882"/>
                  </a:lnTo>
                  <a:lnTo>
                    <a:pt x="1645295" y="382882"/>
                  </a:lnTo>
                  <a:lnTo>
                    <a:pt x="1648578" y="386165"/>
                  </a:lnTo>
                  <a:lnTo>
                    <a:pt x="1648578" y="427620"/>
                  </a:lnTo>
                  <a:lnTo>
                    <a:pt x="1645295" y="430903"/>
                  </a:lnTo>
                  <a:lnTo>
                    <a:pt x="1643151" y="430903"/>
                  </a:lnTo>
                  <a:lnTo>
                    <a:pt x="1640002" y="434051"/>
                  </a:lnTo>
                  <a:lnTo>
                    <a:pt x="1640002" y="451201"/>
                  </a:lnTo>
                  <a:lnTo>
                    <a:pt x="1637859" y="453345"/>
                  </a:lnTo>
                  <a:lnTo>
                    <a:pt x="1637859" y="489790"/>
                  </a:lnTo>
                  <a:lnTo>
                    <a:pt x="1635715" y="491933"/>
                  </a:lnTo>
                  <a:lnTo>
                    <a:pt x="1635715" y="528378"/>
                  </a:lnTo>
                  <a:lnTo>
                    <a:pt x="1633571" y="530522"/>
                  </a:lnTo>
                  <a:lnTo>
                    <a:pt x="1633571" y="547672"/>
                  </a:lnTo>
                  <a:lnTo>
                    <a:pt x="1631709" y="548811"/>
                  </a:lnTo>
                  <a:lnTo>
                    <a:pt x="1630570" y="547672"/>
                  </a:lnTo>
                  <a:lnTo>
                    <a:pt x="1630570" y="544805"/>
                  </a:lnTo>
                  <a:lnTo>
                    <a:pt x="1632714" y="542662"/>
                  </a:lnTo>
                  <a:lnTo>
                    <a:pt x="1632714" y="456910"/>
                  </a:lnTo>
                  <a:lnTo>
                    <a:pt x="1634857" y="454766"/>
                  </a:lnTo>
                  <a:lnTo>
                    <a:pt x="1634857" y="379733"/>
                  </a:lnTo>
                  <a:close/>
                  <a:moveTo>
                    <a:pt x="1510517" y="591969"/>
                  </a:moveTo>
                  <a:lnTo>
                    <a:pt x="1512379" y="590830"/>
                  </a:lnTo>
                  <a:lnTo>
                    <a:pt x="1516667" y="595117"/>
                  </a:lnTo>
                  <a:lnTo>
                    <a:pt x="1518811" y="595117"/>
                  </a:lnTo>
                  <a:lnTo>
                    <a:pt x="1523098" y="599405"/>
                  </a:lnTo>
                  <a:lnTo>
                    <a:pt x="1525242" y="599405"/>
                  </a:lnTo>
                  <a:lnTo>
                    <a:pt x="1527386" y="601549"/>
                  </a:lnTo>
                  <a:lnTo>
                    <a:pt x="1529530" y="601549"/>
                  </a:lnTo>
                  <a:lnTo>
                    <a:pt x="1533817" y="605836"/>
                  </a:lnTo>
                  <a:lnTo>
                    <a:pt x="1535961" y="605836"/>
                  </a:lnTo>
                  <a:lnTo>
                    <a:pt x="1540249" y="610124"/>
                  </a:lnTo>
                  <a:lnTo>
                    <a:pt x="1542393" y="610124"/>
                  </a:lnTo>
                  <a:lnTo>
                    <a:pt x="1544536" y="612268"/>
                  </a:lnTo>
                  <a:lnTo>
                    <a:pt x="1546680" y="612268"/>
                  </a:lnTo>
                  <a:lnTo>
                    <a:pt x="1550968" y="616555"/>
                  </a:lnTo>
                  <a:lnTo>
                    <a:pt x="1553111" y="616555"/>
                  </a:lnTo>
                  <a:lnTo>
                    <a:pt x="1557399" y="620843"/>
                  </a:lnTo>
                  <a:lnTo>
                    <a:pt x="1559543" y="620843"/>
                  </a:lnTo>
                  <a:lnTo>
                    <a:pt x="1561687" y="622987"/>
                  </a:lnTo>
                  <a:lnTo>
                    <a:pt x="1563830" y="622987"/>
                  </a:lnTo>
                  <a:lnTo>
                    <a:pt x="1568118" y="627274"/>
                  </a:lnTo>
                  <a:lnTo>
                    <a:pt x="1570262" y="627274"/>
                  </a:lnTo>
                  <a:lnTo>
                    <a:pt x="1574549" y="631562"/>
                  </a:lnTo>
                  <a:lnTo>
                    <a:pt x="1576693" y="631562"/>
                  </a:lnTo>
                  <a:lnTo>
                    <a:pt x="1580981" y="635849"/>
                  </a:lnTo>
                  <a:lnTo>
                    <a:pt x="1583125" y="635849"/>
                  </a:lnTo>
                  <a:lnTo>
                    <a:pt x="1585268" y="637993"/>
                  </a:lnTo>
                  <a:lnTo>
                    <a:pt x="1587412" y="637993"/>
                  </a:lnTo>
                  <a:lnTo>
                    <a:pt x="1591700" y="642281"/>
                  </a:lnTo>
                  <a:lnTo>
                    <a:pt x="1593844" y="642281"/>
                  </a:lnTo>
                  <a:lnTo>
                    <a:pt x="1598131" y="646568"/>
                  </a:lnTo>
                  <a:lnTo>
                    <a:pt x="1600275" y="646568"/>
                  </a:lnTo>
                  <a:lnTo>
                    <a:pt x="1602419" y="648712"/>
                  </a:lnTo>
                  <a:lnTo>
                    <a:pt x="1604563" y="648712"/>
                  </a:lnTo>
                  <a:lnTo>
                    <a:pt x="1609989" y="654139"/>
                  </a:lnTo>
                  <a:lnTo>
                    <a:pt x="1609989" y="693450"/>
                  </a:lnTo>
                  <a:lnTo>
                    <a:pt x="1607845" y="695594"/>
                  </a:lnTo>
                  <a:lnTo>
                    <a:pt x="1607845" y="757764"/>
                  </a:lnTo>
                  <a:lnTo>
                    <a:pt x="1607417" y="758193"/>
                  </a:lnTo>
                  <a:lnTo>
                    <a:pt x="1605983" y="756759"/>
                  </a:lnTo>
                  <a:lnTo>
                    <a:pt x="1603840" y="756759"/>
                  </a:lnTo>
                  <a:lnTo>
                    <a:pt x="1599552" y="752472"/>
                  </a:lnTo>
                  <a:lnTo>
                    <a:pt x="1597408" y="752472"/>
                  </a:lnTo>
                  <a:lnTo>
                    <a:pt x="1595264" y="750328"/>
                  </a:lnTo>
                  <a:lnTo>
                    <a:pt x="1593121" y="750328"/>
                  </a:lnTo>
                  <a:lnTo>
                    <a:pt x="1588833" y="746040"/>
                  </a:lnTo>
                  <a:lnTo>
                    <a:pt x="1586689" y="746040"/>
                  </a:lnTo>
                  <a:lnTo>
                    <a:pt x="1582402" y="741753"/>
                  </a:lnTo>
                  <a:lnTo>
                    <a:pt x="1580258" y="741753"/>
                  </a:lnTo>
                  <a:lnTo>
                    <a:pt x="1575970" y="737465"/>
                  </a:lnTo>
                  <a:lnTo>
                    <a:pt x="1573826" y="737465"/>
                  </a:lnTo>
                  <a:lnTo>
                    <a:pt x="1569539" y="733178"/>
                  </a:lnTo>
                  <a:lnTo>
                    <a:pt x="1567395" y="733178"/>
                  </a:lnTo>
                  <a:lnTo>
                    <a:pt x="1563107" y="728890"/>
                  </a:lnTo>
                  <a:lnTo>
                    <a:pt x="1560964" y="728890"/>
                  </a:lnTo>
                  <a:lnTo>
                    <a:pt x="1556676" y="724602"/>
                  </a:lnTo>
                  <a:lnTo>
                    <a:pt x="1554532" y="724602"/>
                  </a:lnTo>
                  <a:lnTo>
                    <a:pt x="1550245" y="720315"/>
                  </a:lnTo>
                  <a:lnTo>
                    <a:pt x="1548101" y="720315"/>
                  </a:lnTo>
                  <a:lnTo>
                    <a:pt x="1545957" y="718171"/>
                  </a:lnTo>
                  <a:lnTo>
                    <a:pt x="1543813" y="718171"/>
                  </a:lnTo>
                  <a:lnTo>
                    <a:pt x="1539526" y="713883"/>
                  </a:lnTo>
                  <a:lnTo>
                    <a:pt x="1537382" y="713883"/>
                  </a:lnTo>
                  <a:lnTo>
                    <a:pt x="1533094" y="709596"/>
                  </a:lnTo>
                  <a:lnTo>
                    <a:pt x="1530951" y="709596"/>
                  </a:lnTo>
                  <a:lnTo>
                    <a:pt x="1526663" y="705308"/>
                  </a:lnTo>
                  <a:lnTo>
                    <a:pt x="1524519" y="705308"/>
                  </a:lnTo>
                  <a:lnTo>
                    <a:pt x="1520232" y="701021"/>
                  </a:lnTo>
                  <a:lnTo>
                    <a:pt x="1518088" y="701021"/>
                  </a:lnTo>
                  <a:lnTo>
                    <a:pt x="1513800" y="696733"/>
                  </a:lnTo>
                  <a:lnTo>
                    <a:pt x="1511656" y="696733"/>
                  </a:lnTo>
                  <a:lnTo>
                    <a:pt x="1507369" y="692445"/>
                  </a:lnTo>
                  <a:lnTo>
                    <a:pt x="1505225" y="692445"/>
                  </a:lnTo>
                  <a:lnTo>
                    <a:pt x="1504086" y="691306"/>
                  </a:lnTo>
                  <a:lnTo>
                    <a:pt x="1504086" y="667002"/>
                  </a:lnTo>
                  <a:lnTo>
                    <a:pt x="1506230" y="664858"/>
                  </a:lnTo>
                  <a:lnTo>
                    <a:pt x="1506230" y="632701"/>
                  </a:lnTo>
                  <a:lnTo>
                    <a:pt x="1508373" y="630557"/>
                  </a:lnTo>
                  <a:lnTo>
                    <a:pt x="1508373" y="596256"/>
                  </a:lnTo>
                  <a:lnTo>
                    <a:pt x="1510517" y="594113"/>
                  </a:lnTo>
                  <a:lnTo>
                    <a:pt x="1510517" y="591969"/>
                  </a:lnTo>
                  <a:close/>
                  <a:moveTo>
                    <a:pt x="700163" y="435472"/>
                  </a:moveTo>
                  <a:lnTo>
                    <a:pt x="702025" y="434333"/>
                  </a:lnTo>
                  <a:lnTo>
                    <a:pt x="706313" y="438620"/>
                  </a:lnTo>
                  <a:lnTo>
                    <a:pt x="708457" y="438620"/>
                  </a:lnTo>
                  <a:lnTo>
                    <a:pt x="712744" y="442908"/>
                  </a:lnTo>
                  <a:lnTo>
                    <a:pt x="714888" y="442908"/>
                  </a:lnTo>
                  <a:lnTo>
                    <a:pt x="717032" y="445052"/>
                  </a:lnTo>
                  <a:lnTo>
                    <a:pt x="719176" y="445052"/>
                  </a:lnTo>
                  <a:lnTo>
                    <a:pt x="723463" y="449339"/>
                  </a:lnTo>
                  <a:lnTo>
                    <a:pt x="725607" y="449339"/>
                  </a:lnTo>
                  <a:lnTo>
                    <a:pt x="729895" y="453627"/>
                  </a:lnTo>
                  <a:lnTo>
                    <a:pt x="732038" y="453627"/>
                  </a:lnTo>
                  <a:lnTo>
                    <a:pt x="734182" y="455771"/>
                  </a:lnTo>
                  <a:lnTo>
                    <a:pt x="736326" y="455771"/>
                  </a:lnTo>
                  <a:lnTo>
                    <a:pt x="740614" y="460058"/>
                  </a:lnTo>
                  <a:lnTo>
                    <a:pt x="742757" y="460058"/>
                  </a:lnTo>
                  <a:lnTo>
                    <a:pt x="747045" y="464346"/>
                  </a:lnTo>
                  <a:lnTo>
                    <a:pt x="749189" y="464346"/>
                  </a:lnTo>
                  <a:lnTo>
                    <a:pt x="751333" y="466490"/>
                  </a:lnTo>
                  <a:lnTo>
                    <a:pt x="753476" y="466490"/>
                  </a:lnTo>
                  <a:lnTo>
                    <a:pt x="757764" y="470777"/>
                  </a:lnTo>
                  <a:lnTo>
                    <a:pt x="759908" y="470777"/>
                  </a:lnTo>
                  <a:lnTo>
                    <a:pt x="764195" y="475065"/>
                  </a:lnTo>
                  <a:lnTo>
                    <a:pt x="766339" y="475065"/>
                  </a:lnTo>
                  <a:lnTo>
                    <a:pt x="770627" y="479352"/>
                  </a:lnTo>
                  <a:lnTo>
                    <a:pt x="772770" y="479352"/>
                  </a:lnTo>
                  <a:lnTo>
                    <a:pt x="774914" y="481496"/>
                  </a:lnTo>
                  <a:lnTo>
                    <a:pt x="777058" y="481496"/>
                  </a:lnTo>
                  <a:lnTo>
                    <a:pt x="781346" y="485784"/>
                  </a:lnTo>
                  <a:lnTo>
                    <a:pt x="783489" y="485784"/>
                  </a:lnTo>
                  <a:lnTo>
                    <a:pt x="787777" y="490071"/>
                  </a:lnTo>
                  <a:lnTo>
                    <a:pt x="789921" y="490071"/>
                  </a:lnTo>
                  <a:lnTo>
                    <a:pt x="792065" y="492215"/>
                  </a:lnTo>
                  <a:lnTo>
                    <a:pt x="794208" y="492215"/>
                  </a:lnTo>
                  <a:lnTo>
                    <a:pt x="798496" y="496503"/>
                  </a:lnTo>
                  <a:lnTo>
                    <a:pt x="800640" y="496503"/>
                  </a:lnTo>
                  <a:lnTo>
                    <a:pt x="804927" y="500790"/>
                  </a:lnTo>
                  <a:lnTo>
                    <a:pt x="807071" y="500790"/>
                  </a:lnTo>
                  <a:lnTo>
                    <a:pt x="811359" y="505078"/>
                  </a:lnTo>
                  <a:lnTo>
                    <a:pt x="813503" y="505078"/>
                  </a:lnTo>
                  <a:lnTo>
                    <a:pt x="815646" y="507222"/>
                  </a:lnTo>
                  <a:lnTo>
                    <a:pt x="817790" y="507222"/>
                  </a:lnTo>
                  <a:lnTo>
                    <a:pt x="822078" y="511509"/>
                  </a:lnTo>
                  <a:lnTo>
                    <a:pt x="824222" y="511509"/>
                  </a:lnTo>
                  <a:lnTo>
                    <a:pt x="828509" y="515797"/>
                  </a:lnTo>
                  <a:lnTo>
                    <a:pt x="830653" y="515797"/>
                  </a:lnTo>
                  <a:lnTo>
                    <a:pt x="832797" y="517941"/>
                  </a:lnTo>
                  <a:lnTo>
                    <a:pt x="834941" y="517941"/>
                  </a:lnTo>
                  <a:lnTo>
                    <a:pt x="839228" y="522228"/>
                  </a:lnTo>
                  <a:lnTo>
                    <a:pt x="841372" y="522228"/>
                  </a:lnTo>
                  <a:lnTo>
                    <a:pt x="845659" y="526516"/>
                  </a:lnTo>
                  <a:lnTo>
                    <a:pt x="847803" y="526516"/>
                  </a:lnTo>
                  <a:lnTo>
                    <a:pt x="852091" y="530803"/>
                  </a:lnTo>
                  <a:lnTo>
                    <a:pt x="854235" y="530803"/>
                  </a:lnTo>
                  <a:lnTo>
                    <a:pt x="856378" y="532947"/>
                  </a:lnTo>
                  <a:lnTo>
                    <a:pt x="858522" y="532947"/>
                  </a:lnTo>
                  <a:lnTo>
                    <a:pt x="862810" y="537235"/>
                  </a:lnTo>
                  <a:lnTo>
                    <a:pt x="864954" y="537235"/>
                  </a:lnTo>
                  <a:lnTo>
                    <a:pt x="869241" y="541522"/>
                  </a:lnTo>
                  <a:lnTo>
                    <a:pt x="871385" y="541522"/>
                  </a:lnTo>
                  <a:lnTo>
                    <a:pt x="873529" y="543666"/>
                  </a:lnTo>
                  <a:lnTo>
                    <a:pt x="875673" y="543666"/>
                  </a:lnTo>
                  <a:lnTo>
                    <a:pt x="879960" y="547954"/>
                  </a:lnTo>
                  <a:lnTo>
                    <a:pt x="882104" y="547954"/>
                  </a:lnTo>
                  <a:lnTo>
                    <a:pt x="886392" y="552241"/>
                  </a:lnTo>
                  <a:lnTo>
                    <a:pt x="888535" y="552241"/>
                  </a:lnTo>
                  <a:lnTo>
                    <a:pt x="890679" y="554385"/>
                  </a:lnTo>
                  <a:lnTo>
                    <a:pt x="892823" y="554385"/>
                  </a:lnTo>
                  <a:lnTo>
                    <a:pt x="897111" y="558673"/>
                  </a:lnTo>
                  <a:lnTo>
                    <a:pt x="899254" y="558673"/>
                  </a:lnTo>
                  <a:lnTo>
                    <a:pt x="903542" y="562960"/>
                  </a:lnTo>
                  <a:lnTo>
                    <a:pt x="905686" y="562960"/>
                  </a:lnTo>
                  <a:lnTo>
                    <a:pt x="909973" y="567248"/>
                  </a:lnTo>
                  <a:lnTo>
                    <a:pt x="912117" y="567248"/>
                  </a:lnTo>
                  <a:lnTo>
                    <a:pt x="914261" y="569392"/>
                  </a:lnTo>
                  <a:lnTo>
                    <a:pt x="916405" y="569392"/>
                  </a:lnTo>
                  <a:lnTo>
                    <a:pt x="920692" y="573679"/>
                  </a:lnTo>
                  <a:lnTo>
                    <a:pt x="922836" y="573679"/>
                  </a:lnTo>
                  <a:lnTo>
                    <a:pt x="927124" y="577967"/>
                  </a:lnTo>
                  <a:lnTo>
                    <a:pt x="929267" y="577967"/>
                  </a:lnTo>
                  <a:lnTo>
                    <a:pt x="931411" y="580111"/>
                  </a:lnTo>
                  <a:lnTo>
                    <a:pt x="933555" y="580111"/>
                  </a:lnTo>
                  <a:lnTo>
                    <a:pt x="937843" y="584398"/>
                  </a:lnTo>
                  <a:lnTo>
                    <a:pt x="939986" y="584398"/>
                  </a:lnTo>
                  <a:lnTo>
                    <a:pt x="944274" y="588686"/>
                  </a:lnTo>
                  <a:lnTo>
                    <a:pt x="946418" y="588686"/>
                  </a:lnTo>
                  <a:lnTo>
                    <a:pt x="948562" y="590830"/>
                  </a:lnTo>
                  <a:lnTo>
                    <a:pt x="954270" y="590830"/>
                  </a:lnTo>
                  <a:lnTo>
                    <a:pt x="956414" y="588686"/>
                  </a:lnTo>
                  <a:lnTo>
                    <a:pt x="959562" y="588686"/>
                  </a:lnTo>
                  <a:lnTo>
                    <a:pt x="959562" y="583394"/>
                  </a:lnTo>
                  <a:lnTo>
                    <a:pt x="961706" y="581250"/>
                  </a:lnTo>
                  <a:lnTo>
                    <a:pt x="961706" y="576962"/>
                  </a:lnTo>
                  <a:lnTo>
                    <a:pt x="963850" y="574818"/>
                  </a:lnTo>
                  <a:lnTo>
                    <a:pt x="963850" y="572675"/>
                  </a:lnTo>
                  <a:lnTo>
                    <a:pt x="965712" y="571535"/>
                  </a:lnTo>
                  <a:lnTo>
                    <a:pt x="967856" y="573679"/>
                  </a:lnTo>
                  <a:lnTo>
                    <a:pt x="970000" y="573679"/>
                  </a:lnTo>
                  <a:lnTo>
                    <a:pt x="974287" y="577967"/>
                  </a:lnTo>
                  <a:lnTo>
                    <a:pt x="976431" y="577967"/>
                  </a:lnTo>
                  <a:lnTo>
                    <a:pt x="980718" y="582254"/>
                  </a:lnTo>
                  <a:lnTo>
                    <a:pt x="982862" y="582254"/>
                  </a:lnTo>
                  <a:lnTo>
                    <a:pt x="985006" y="584398"/>
                  </a:lnTo>
                  <a:lnTo>
                    <a:pt x="987150" y="584398"/>
                  </a:lnTo>
                  <a:lnTo>
                    <a:pt x="991437" y="588686"/>
                  </a:lnTo>
                  <a:lnTo>
                    <a:pt x="993581" y="588686"/>
                  </a:lnTo>
                  <a:lnTo>
                    <a:pt x="997869" y="592973"/>
                  </a:lnTo>
                  <a:lnTo>
                    <a:pt x="1000013" y="592973"/>
                  </a:lnTo>
                  <a:lnTo>
                    <a:pt x="1002156" y="595117"/>
                  </a:lnTo>
                  <a:lnTo>
                    <a:pt x="1004300" y="595117"/>
                  </a:lnTo>
                  <a:lnTo>
                    <a:pt x="1008588" y="599405"/>
                  </a:lnTo>
                  <a:lnTo>
                    <a:pt x="1010732" y="599405"/>
                  </a:lnTo>
                  <a:lnTo>
                    <a:pt x="1015019" y="603692"/>
                  </a:lnTo>
                  <a:lnTo>
                    <a:pt x="1017163" y="603692"/>
                  </a:lnTo>
                  <a:lnTo>
                    <a:pt x="1021451" y="607980"/>
                  </a:lnTo>
                  <a:lnTo>
                    <a:pt x="1023594" y="607980"/>
                  </a:lnTo>
                  <a:lnTo>
                    <a:pt x="1025738" y="610124"/>
                  </a:lnTo>
                  <a:lnTo>
                    <a:pt x="1027882" y="610124"/>
                  </a:lnTo>
                  <a:lnTo>
                    <a:pt x="1032170" y="614411"/>
                  </a:lnTo>
                  <a:lnTo>
                    <a:pt x="1034313" y="614411"/>
                  </a:lnTo>
                  <a:lnTo>
                    <a:pt x="1038601" y="618699"/>
                  </a:lnTo>
                  <a:lnTo>
                    <a:pt x="1040745" y="618699"/>
                  </a:lnTo>
                  <a:lnTo>
                    <a:pt x="1042889" y="620843"/>
                  </a:lnTo>
                  <a:lnTo>
                    <a:pt x="1045032" y="620843"/>
                  </a:lnTo>
                  <a:lnTo>
                    <a:pt x="1049320" y="625130"/>
                  </a:lnTo>
                  <a:lnTo>
                    <a:pt x="1051464" y="625130"/>
                  </a:lnTo>
                  <a:lnTo>
                    <a:pt x="1055751" y="629418"/>
                  </a:lnTo>
                  <a:lnTo>
                    <a:pt x="1057895" y="629418"/>
                  </a:lnTo>
                  <a:lnTo>
                    <a:pt x="1062183" y="633706"/>
                  </a:lnTo>
                  <a:lnTo>
                    <a:pt x="1064326" y="633706"/>
                  </a:lnTo>
                  <a:lnTo>
                    <a:pt x="1066470" y="635849"/>
                  </a:lnTo>
                  <a:lnTo>
                    <a:pt x="1068614" y="635849"/>
                  </a:lnTo>
                  <a:lnTo>
                    <a:pt x="1072902" y="640137"/>
                  </a:lnTo>
                  <a:lnTo>
                    <a:pt x="1075045" y="640137"/>
                  </a:lnTo>
                  <a:lnTo>
                    <a:pt x="1079333" y="644424"/>
                  </a:lnTo>
                  <a:lnTo>
                    <a:pt x="1081477" y="644424"/>
                  </a:lnTo>
                  <a:lnTo>
                    <a:pt x="1083621" y="646568"/>
                  </a:lnTo>
                  <a:lnTo>
                    <a:pt x="1085764" y="646568"/>
                  </a:lnTo>
                  <a:lnTo>
                    <a:pt x="1090052" y="650856"/>
                  </a:lnTo>
                  <a:lnTo>
                    <a:pt x="1092196" y="650856"/>
                  </a:lnTo>
                  <a:lnTo>
                    <a:pt x="1094340" y="653000"/>
                  </a:lnTo>
                  <a:lnTo>
                    <a:pt x="1102192" y="653000"/>
                  </a:lnTo>
                  <a:lnTo>
                    <a:pt x="1105769" y="649422"/>
                  </a:lnTo>
                  <a:lnTo>
                    <a:pt x="1107202" y="650856"/>
                  </a:lnTo>
                  <a:lnTo>
                    <a:pt x="1109346" y="650856"/>
                  </a:lnTo>
                  <a:lnTo>
                    <a:pt x="1113634" y="655143"/>
                  </a:lnTo>
                  <a:lnTo>
                    <a:pt x="1115778" y="655143"/>
                  </a:lnTo>
                  <a:lnTo>
                    <a:pt x="1120065" y="659431"/>
                  </a:lnTo>
                  <a:lnTo>
                    <a:pt x="1122209" y="659431"/>
                  </a:lnTo>
                  <a:lnTo>
                    <a:pt x="1124353" y="661575"/>
                  </a:lnTo>
                  <a:lnTo>
                    <a:pt x="1126496" y="661575"/>
                  </a:lnTo>
                  <a:lnTo>
                    <a:pt x="1130784" y="665862"/>
                  </a:lnTo>
                  <a:lnTo>
                    <a:pt x="1132928" y="665862"/>
                  </a:lnTo>
                  <a:lnTo>
                    <a:pt x="1137215" y="670150"/>
                  </a:lnTo>
                  <a:lnTo>
                    <a:pt x="1139359" y="670150"/>
                  </a:lnTo>
                  <a:lnTo>
                    <a:pt x="1143647" y="674438"/>
                  </a:lnTo>
                  <a:lnTo>
                    <a:pt x="1145791" y="674438"/>
                  </a:lnTo>
                  <a:lnTo>
                    <a:pt x="1147934" y="676581"/>
                  </a:lnTo>
                  <a:lnTo>
                    <a:pt x="1150078" y="676581"/>
                  </a:lnTo>
                  <a:lnTo>
                    <a:pt x="1154366" y="680869"/>
                  </a:lnTo>
                  <a:lnTo>
                    <a:pt x="1156510" y="680869"/>
                  </a:lnTo>
                  <a:lnTo>
                    <a:pt x="1160797" y="685157"/>
                  </a:lnTo>
                  <a:lnTo>
                    <a:pt x="1162941" y="685157"/>
                  </a:lnTo>
                  <a:lnTo>
                    <a:pt x="1165085" y="687300"/>
                  </a:lnTo>
                  <a:lnTo>
                    <a:pt x="1167229" y="687300"/>
                  </a:lnTo>
                  <a:lnTo>
                    <a:pt x="1171516" y="691588"/>
                  </a:lnTo>
                  <a:lnTo>
                    <a:pt x="1173660" y="691588"/>
                  </a:lnTo>
                  <a:lnTo>
                    <a:pt x="1177948" y="695876"/>
                  </a:lnTo>
                  <a:lnTo>
                    <a:pt x="1180091" y="695876"/>
                  </a:lnTo>
                  <a:lnTo>
                    <a:pt x="1182235" y="698019"/>
                  </a:lnTo>
                  <a:lnTo>
                    <a:pt x="1184379" y="698019"/>
                  </a:lnTo>
                  <a:lnTo>
                    <a:pt x="1188667" y="702307"/>
                  </a:lnTo>
                  <a:lnTo>
                    <a:pt x="1190810" y="702307"/>
                  </a:lnTo>
                  <a:lnTo>
                    <a:pt x="1195098" y="706594"/>
                  </a:lnTo>
                  <a:lnTo>
                    <a:pt x="1197242" y="706594"/>
                  </a:lnTo>
                  <a:lnTo>
                    <a:pt x="1201529" y="710882"/>
                  </a:lnTo>
                  <a:lnTo>
                    <a:pt x="1203673" y="710882"/>
                  </a:lnTo>
                  <a:lnTo>
                    <a:pt x="1205817" y="713026"/>
                  </a:lnTo>
                  <a:lnTo>
                    <a:pt x="1207961" y="713026"/>
                  </a:lnTo>
                  <a:lnTo>
                    <a:pt x="1212248" y="717313"/>
                  </a:lnTo>
                  <a:lnTo>
                    <a:pt x="1214392" y="717313"/>
                  </a:lnTo>
                  <a:lnTo>
                    <a:pt x="1218680" y="721601"/>
                  </a:lnTo>
                  <a:lnTo>
                    <a:pt x="1220823" y="721601"/>
                  </a:lnTo>
                  <a:lnTo>
                    <a:pt x="1222967" y="723745"/>
                  </a:lnTo>
                  <a:lnTo>
                    <a:pt x="1225111" y="723745"/>
                  </a:lnTo>
                  <a:lnTo>
                    <a:pt x="1229399" y="728032"/>
                  </a:lnTo>
                  <a:lnTo>
                    <a:pt x="1231542" y="728032"/>
                  </a:lnTo>
                  <a:lnTo>
                    <a:pt x="1235830" y="732320"/>
                  </a:lnTo>
                  <a:lnTo>
                    <a:pt x="1237974" y="732320"/>
                  </a:lnTo>
                  <a:lnTo>
                    <a:pt x="1242261" y="736608"/>
                  </a:lnTo>
                  <a:lnTo>
                    <a:pt x="1244405" y="736608"/>
                  </a:lnTo>
                  <a:lnTo>
                    <a:pt x="1246549" y="738751"/>
                  </a:lnTo>
                  <a:lnTo>
                    <a:pt x="1248693" y="738751"/>
                  </a:lnTo>
                  <a:lnTo>
                    <a:pt x="1252980" y="743039"/>
                  </a:lnTo>
                  <a:lnTo>
                    <a:pt x="1255124" y="743039"/>
                  </a:lnTo>
                  <a:lnTo>
                    <a:pt x="1259412" y="747327"/>
                  </a:lnTo>
                  <a:lnTo>
                    <a:pt x="1261556" y="747327"/>
                  </a:lnTo>
                  <a:lnTo>
                    <a:pt x="1263699" y="749470"/>
                  </a:lnTo>
                  <a:lnTo>
                    <a:pt x="1265843" y="749470"/>
                  </a:lnTo>
                  <a:lnTo>
                    <a:pt x="1270131" y="753758"/>
                  </a:lnTo>
                  <a:lnTo>
                    <a:pt x="1272274" y="753758"/>
                  </a:lnTo>
                  <a:lnTo>
                    <a:pt x="1276562" y="758046"/>
                  </a:lnTo>
                  <a:lnTo>
                    <a:pt x="1278706" y="758046"/>
                  </a:lnTo>
                  <a:lnTo>
                    <a:pt x="1282993" y="762333"/>
                  </a:lnTo>
                  <a:lnTo>
                    <a:pt x="1285137" y="762333"/>
                  </a:lnTo>
                  <a:lnTo>
                    <a:pt x="1287281" y="764477"/>
                  </a:lnTo>
                  <a:lnTo>
                    <a:pt x="1289425" y="764477"/>
                  </a:lnTo>
                  <a:lnTo>
                    <a:pt x="1293712" y="768765"/>
                  </a:lnTo>
                  <a:lnTo>
                    <a:pt x="1295856" y="768765"/>
                  </a:lnTo>
                  <a:lnTo>
                    <a:pt x="1300144" y="773052"/>
                  </a:lnTo>
                  <a:lnTo>
                    <a:pt x="1302288" y="773052"/>
                  </a:lnTo>
                  <a:lnTo>
                    <a:pt x="1304431" y="775196"/>
                  </a:lnTo>
                  <a:lnTo>
                    <a:pt x="1306575" y="775196"/>
                  </a:lnTo>
                  <a:lnTo>
                    <a:pt x="1310863" y="779483"/>
                  </a:lnTo>
                  <a:lnTo>
                    <a:pt x="1313007" y="779483"/>
                  </a:lnTo>
                  <a:lnTo>
                    <a:pt x="1317294" y="783771"/>
                  </a:lnTo>
                  <a:lnTo>
                    <a:pt x="1319438" y="783771"/>
                  </a:lnTo>
                  <a:lnTo>
                    <a:pt x="1323726" y="788059"/>
                  </a:lnTo>
                  <a:lnTo>
                    <a:pt x="1325869" y="788059"/>
                  </a:lnTo>
                  <a:lnTo>
                    <a:pt x="1328013" y="790202"/>
                  </a:lnTo>
                  <a:lnTo>
                    <a:pt x="1330157" y="790202"/>
                  </a:lnTo>
                  <a:lnTo>
                    <a:pt x="1334445" y="794490"/>
                  </a:lnTo>
                  <a:lnTo>
                    <a:pt x="1336588" y="794490"/>
                  </a:lnTo>
                  <a:lnTo>
                    <a:pt x="1340876" y="798778"/>
                  </a:lnTo>
                  <a:lnTo>
                    <a:pt x="1343020" y="798778"/>
                  </a:lnTo>
                  <a:lnTo>
                    <a:pt x="1345163" y="800921"/>
                  </a:lnTo>
                  <a:lnTo>
                    <a:pt x="1347307" y="800921"/>
                  </a:lnTo>
                  <a:lnTo>
                    <a:pt x="1351595" y="805209"/>
                  </a:lnTo>
                  <a:lnTo>
                    <a:pt x="1353739" y="805209"/>
                  </a:lnTo>
                  <a:lnTo>
                    <a:pt x="1358026" y="809497"/>
                  </a:lnTo>
                  <a:lnTo>
                    <a:pt x="1360170" y="809497"/>
                  </a:lnTo>
                  <a:lnTo>
                    <a:pt x="1362314" y="811640"/>
                  </a:lnTo>
                  <a:lnTo>
                    <a:pt x="1364458" y="811640"/>
                  </a:lnTo>
                  <a:lnTo>
                    <a:pt x="1368745" y="815928"/>
                  </a:lnTo>
                  <a:lnTo>
                    <a:pt x="1370889" y="815928"/>
                  </a:lnTo>
                  <a:lnTo>
                    <a:pt x="1375177" y="820216"/>
                  </a:lnTo>
                  <a:lnTo>
                    <a:pt x="1377320" y="820216"/>
                  </a:lnTo>
                  <a:lnTo>
                    <a:pt x="1381608" y="824503"/>
                  </a:lnTo>
                  <a:lnTo>
                    <a:pt x="1383752" y="824503"/>
                  </a:lnTo>
                  <a:lnTo>
                    <a:pt x="1385896" y="826647"/>
                  </a:lnTo>
                  <a:lnTo>
                    <a:pt x="1388039" y="826647"/>
                  </a:lnTo>
                  <a:lnTo>
                    <a:pt x="1392327" y="830935"/>
                  </a:lnTo>
                  <a:lnTo>
                    <a:pt x="1394471" y="830935"/>
                  </a:lnTo>
                  <a:lnTo>
                    <a:pt x="1398758" y="835222"/>
                  </a:lnTo>
                  <a:lnTo>
                    <a:pt x="1400902" y="835222"/>
                  </a:lnTo>
                  <a:lnTo>
                    <a:pt x="1403046" y="837366"/>
                  </a:lnTo>
                  <a:lnTo>
                    <a:pt x="1405190" y="837366"/>
                  </a:lnTo>
                  <a:lnTo>
                    <a:pt x="1409477" y="841654"/>
                  </a:lnTo>
                  <a:lnTo>
                    <a:pt x="1411621" y="841654"/>
                  </a:lnTo>
                  <a:lnTo>
                    <a:pt x="1415909" y="845941"/>
                  </a:lnTo>
                  <a:lnTo>
                    <a:pt x="1418052" y="845941"/>
                  </a:lnTo>
                  <a:lnTo>
                    <a:pt x="1422340" y="850229"/>
                  </a:lnTo>
                  <a:lnTo>
                    <a:pt x="1424484" y="850229"/>
                  </a:lnTo>
                  <a:lnTo>
                    <a:pt x="1426628" y="852372"/>
                  </a:lnTo>
                  <a:lnTo>
                    <a:pt x="1428771" y="852372"/>
                  </a:lnTo>
                  <a:lnTo>
                    <a:pt x="1431626" y="855227"/>
                  </a:lnTo>
                  <a:lnTo>
                    <a:pt x="1434480" y="852372"/>
                  </a:lnTo>
                  <a:lnTo>
                    <a:pt x="1436624" y="852372"/>
                  </a:lnTo>
                  <a:lnTo>
                    <a:pt x="1439772" y="849224"/>
                  </a:lnTo>
                  <a:lnTo>
                    <a:pt x="1439772" y="847080"/>
                  </a:lnTo>
                  <a:lnTo>
                    <a:pt x="1441916" y="844936"/>
                  </a:lnTo>
                  <a:lnTo>
                    <a:pt x="1441916" y="823499"/>
                  </a:lnTo>
                  <a:lnTo>
                    <a:pt x="1444060" y="821355"/>
                  </a:lnTo>
                  <a:lnTo>
                    <a:pt x="1444060" y="806348"/>
                  </a:lnTo>
                  <a:lnTo>
                    <a:pt x="1445922" y="805209"/>
                  </a:lnTo>
                  <a:lnTo>
                    <a:pt x="1448066" y="807353"/>
                  </a:lnTo>
                  <a:lnTo>
                    <a:pt x="1450209" y="807353"/>
                  </a:lnTo>
                  <a:lnTo>
                    <a:pt x="1453064" y="810207"/>
                  </a:lnTo>
                  <a:lnTo>
                    <a:pt x="1455918" y="807353"/>
                  </a:lnTo>
                  <a:lnTo>
                    <a:pt x="1458062" y="807353"/>
                  </a:lnTo>
                  <a:lnTo>
                    <a:pt x="1461210" y="804204"/>
                  </a:lnTo>
                  <a:lnTo>
                    <a:pt x="1461210" y="799917"/>
                  </a:lnTo>
                  <a:lnTo>
                    <a:pt x="1463354" y="797773"/>
                  </a:lnTo>
                  <a:lnTo>
                    <a:pt x="1463354" y="791342"/>
                  </a:lnTo>
                  <a:lnTo>
                    <a:pt x="1463783" y="790913"/>
                  </a:lnTo>
                  <a:lnTo>
                    <a:pt x="1465216" y="792346"/>
                  </a:lnTo>
                  <a:lnTo>
                    <a:pt x="1467360" y="792346"/>
                  </a:lnTo>
                  <a:lnTo>
                    <a:pt x="1469504" y="794490"/>
                  </a:lnTo>
                  <a:lnTo>
                    <a:pt x="1471647" y="794490"/>
                  </a:lnTo>
                  <a:lnTo>
                    <a:pt x="1475935" y="798778"/>
                  </a:lnTo>
                  <a:lnTo>
                    <a:pt x="1485931" y="798778"/>
                  </a:lnTo>
                  <a:lnTo>
                    <a:pt x="1489079" y="795629"/>
                  </a:lnTo>
                  <a:lnTo>
                    <a:pt x="1489079" y="793485"/>
                  </a:lnTo>
                  <a:lnTo>
                    <a:pt x="1495511" y="787054"/>
                  </a:lnTo>
                  <a:lnTo>
                    <a:pt x="1495511" y="784910"/>
                  </a:lnTo>
                  <a:lnTo>
                    <a:pt x="1497654" y="782766"/>
                  </a:lnTo>
                  <a:lnTo>
                    <a:pt x="1497654" y="774191"/>
                  </a:lnTo>
                  <a:lnTo>
                    <a:pt x="1499798" y="772047"/>
                  </a:lnTo>
                  <a:lnTo>
                    <a:pt x="1499798" y="761328"/>
                  </a:lnTo>
                  <a:lnTo>
                    <a:pt x="1501942" y="759185"/>
                  </a:lnTo>
                  <a:lnTo>
                    <a:pt x="1501942" y="748466"/>
                  </a:lnTo>
                  <a:lnTo>
                    <a:pt x="1504086" y="746322"/>
                  </a:lnTo>
                  <a:lnTo>
                    <a:pt x="1504086" y="735603"/>
                  </a:lnTo>
                  <a:lnTo>
                    <a:pt x="1506230" y="733459"/>
                  </a:lnTo>
                  <a:lnTo>
                    <a:pt x="1506230" y="722740"/>
                  </a:lnTo>
                  <a:lnTo>
                    <a:pt x="1508373" y="720596"/>
                  </a:lnTo>
                  <a:lnTo>
                    <a:pt x="1508373" y="716309"/>
                  </a:lnTo>
                  <a:lnTo>
                    <a:pt x="1509513" y="715170"/>
                  </a:lnTo>
                  <a:lnTo>
                    <a:pt x="1510236" y="715170"/>
                  </a:lnTo>
                  <a:lnTo>
                    <a:pt x="1514523" y="719457"/>
                  </a:lnTo>
                  <a:lnTo>
                    <a:pt x="1516667" y="719457"/>
                  </a:lnTo>
                  <a:lnTo>
                    <a:pt x="1520955" y="723745"/>
                  </a:lnTo>
                  <a:lnTo>
                    <a:pt x="1523098" y="723745"/>
                  </a:lnTo>
                  <a:lnTo>
                    <a:pt x="1527386" y="728032"/>
                  </a:lnTo>
                  <a:lnTo>
                    <a:pt x="1529530" y="728032"/>
                  </a:lnTo>
                  <a:lnTo>
                    <a:pt x="1533817" y="732320"/>
                  </a:lnTo>
                  <a:lnTo>
                    <a:pt x="1535961" y="732320"/>
                  </a:lnTo>
                  <a:lnTo>
                    <a:pt x="1538105" y="734464"/>
                  </a:lnTo>
                  <a:lnTo>
                    <a:pt x="1540249" y="734464"/>
                  </a:lnTo>
                  <a:lnTo>
                    <a:pt x="1544536" y="738751"/>
                  </a:lnTo>
                  <a:lnTo>
                    <a:pt x="1546680" y="738751"/>
                  </a:lnTo>
                  <a:lnTo>
                    <a:pt x="1550968" y="743039"/>
                  </a:lnTo>
                  <a:lnTo>
                    <a:pt x="1553111" y="743039"/>
                  </a:lnTo>
                  <a:lnTo>
                    <a:pt x="1557399" y="747327"/>
                  </a:lnTo>
                  <a:lnTo>
                    <a:pt x="1559543" y="747327"/>
                  </a:lnTo>
                  <a:lnTo>
                    <a:pt x="1563830" y="751614"/>
                  </a:lnTo>
                  <a:lnTo>
                    <a:pt x="1565974" y="751614"/>
                  </a:lnTo>
                  <a:lnTo>
                    <a:pt x="1570262" y="755902"/>
                  </a:lnTo>
                  <a:lnTo>
                    <a:pt x="1572406" y="755902"/>
                  </a:lnTo>
                  <a:lnTo>
                    <a:pt x="1576693" y="760189"/>
                  </a:lnTo>
                  <a:lnTo>
                    <a:pt x="1578837" y="760189"/>
                  </a:lnTo>
                  <a:lnTo>
                    <a:pt x="1583125" y="764477"/>
                  </a:lnTo>
                  <a:lnTo>
                    <a:pt x="1585268" y="764477"/>
                  </a:lnTo>
                  <a:lnTo>
                    <a:pt x="1587412" y="766621"/>
                  </a:lnTo>
                  <a:lnTo>
                    <a:pt x="1589556" y="766621"/>
                  </a:lnTo>
                  <a:lnTo>
                    <a:pt x="1593844" y="770908"/>
                  </a:lnTo>
                  <a:lnTo>
                    <a:pt x="1595987" y="770908"/>
                  </a:lnTo>
                  <a:lnTo>
                    <a:pt x="1600275" y="775196"/>
                  </a:lnTo>
                  <a:lnTo>
                    <a:pt x="1602419" y="775196"/>
                  </a:lnTo>
                  <a:lnTo>
                    <a:pt x="1605702" y="778479"/>
                  </a:lnTo>
                  <a:lnTo>
                    <a:pt x="1605702" y="817790"/>
                  </a:lnTo>
                  <a:lnTo>
                    <a:pt x="1603840" y="818929"/>
                  </a:lnTo>
                  <a:lnTo>
                    <a:pt x="1599552" y="814642"/>
                  </a:lnTo>
                  <a:lnTo>
                    <a:pt x="1597408" y="814642"/>
                  </a:lnTo>
                  <a:lnTo>
                    <a:pt x="1593121" y="810354"/>
                  </a:lnTo>
                  <a:lnTo>
                    <a:pt x="1590977" y="810354"/>
                  </a:lnTo>
                  <a:lnTo>
                    <a:pt x="1588833" y="808210"/>
                  </a:lnTo>
                  <a:lnTo>
                    <a:pt x="1586689" y="808210"/>
                  </a:lnTo>
                  <a:lnTo>
                    <a:pt x="1582402" y="803923"/>
                  </a:lnTo>
                  <a:lnTo>
                    <a:pt x="1580258" y="803923"/>
                  </a:lnTo>
                  <a:lnTo>
                    <a:pt x="1575970" y="799635"/>
                  </a:lnTo>
                  <a:lnTo>
                    <a:pt x="1573826" y="799635"/>
                  </a:lnTo>
                  <a:lnTo>
                    <a:pt x="1571683" y="797491"/>
                  </a:lnTo>
                  <a:lnTo>
                    <a:pt x="1569539" y="797491"/>
                  </a:lnTo>
                  <a:lnTo>
                    <a:pt x="1565251" y="793204"/>
                  </a:lnTo>
                  <a:lnTo>
                    <a:pt x="1563107" y="793204"/>
                  </a:lnTo>
                  <a:lnTo>
                    <a:pt x="1558820" y="788916"/>
                  </a:lnTo>
                  <a:lnTo>
                    <a:pt x="1556676" y="788916"/>
                  </a:lnTo>
                  <a:lnTo>
                    <a:pt x="1554532" y="786772"/>
                  </a:lnTo>
                  <a:lnTo>
                    <a:pt x="1552388" y="786772"/>
                  </a:lnTo>
                  <a:lnTo>
                    <a:pt x="1548101" y="782485"/>
                  </a:lnTo>
                  <a:lnTo>
                    <a:pt x="1545957" y="782485"/>
                  </a:lnTo>
                  <a:lnTo>
                    <a:pt x="1541670" y="778197"/>
                  </a:lnTo>
                  <a:lnTo>
                    <a:pt x="1539526" y="778197"/>
                  </a:lnTo>
                  <a:lnTo>
                    <a:pt x="1537382" y="776053"/>
                  </a:lnTo>
                  <a:lnTo>
                    <a:pt x="1535238" y="776053"/>
                  </a:lnTo>
                  <a:lnTo>
                    <a:pt x="1530951" y="771766"/>
                  </a:lnTo>
                  <a:lnTo>
                    <a:pt x="1528807" y="771766"/>
                  </a:lnTo>
                  <a:lnTo>
                    <a:pt x="1524519" y="767478"/>
                  </a:lnTo>
                  <a:lnTo>
                    <a:pt x="1522375" y="767478"/>
                  </a:lnTo>
                  <a:lnTo>
                    <a:pt x="1520232" y="765334"/>
                  </a:lnTo>
                  <a:lnTo>
                    <a:pt x="1512379" y="765334"/>
                  </a:lnTo>
                  <a:lnTo>
                    <a:pt x="1507087" y="770627"/>
                  </a:lnTo>
                  <a:lnTo>
                    <a:pt x="1507087" y="794208"/>
                  </a:lnTo>
                  <a:lnTo>
                    <a:pt x="1504943" y="796352"/>
                  </a:lnTo>
                  <a:lnTo>
                    <a:pt x="1504943" y="826365"/>
                  </a:lnTo>
                  <a:lnTo>
                    <a:pt x="1502800" y="828509"/>
                  </a:lnTo>
                  <a:lnTo>
                    <a:pt x="1502800" y="858522"/>
                  </a:lnTo>
                  <a:lnTo>
                    <a:pt x="1500656" y="860666"/>
                  </a:lnTo>
                  <a:lnTo>
                    <a:pt x="1500656" y="867097"/>
                  </a:lnTo>
                  <a:lnTo>
                    <a:pt x="1499517" y="868237"/>
                  </a:lnTo>
                  <a:lnTo>
                    <a:pt x="1497373" y="868237"/>
                  </a:lnTo>
                  <a:lnTo>
                    <a:pt x="1494224" y="871385"/>
                  </a:lnTo>
                  <a:lnTo>
                    <a:pt x="1494224" y="879960"/>
                  </a:lnTo>
                  <a:lnTo>
                    <a:pt x="1492081" y="882104"/>
                  </a:lnTo>
                  <a:lnTo>
                    <a:pt x="1492081" y="912117"/>
                  </a:lnTo>
                  <a:lnTo>
                    <a:pt x="1489937" y="914261"/>
                  </a:lnTo>
                  <a:lnTo>
                    <a:pt x="1489937" y="944274"/>
                  </a:lnTo>
                  <a:lnTo>
                    <a:pt x="1487793" y="946418"/>
                  </a:lnTo>
                  <a:lnTo>
                    <a:pt x="1487793" y="963568"/>
                  </a:lnTo>
                  <a:lnTo>
                    <a:pt x="1485931" y="964707"/>
                  </a:lnTo>
                  <a:lnTo>
                    <a:pt x="1481643" y="960420"/>
                  </a:lnTo>
                  <a:lnTo>
                    <a:pt x="1479499" y="960420"/>
                  </a:lnTo>
                  <a:lnTo>
                    <a:pt x="1475212" y="956132"/>
                  </a:lnTo>
                  <a:lnTo>
                    <a:pt x="1473068" y="956132"/>
                  </a:lnTo>
                  <a:lnTo>
                    <a:pt x="1470924" y="953988"/>
                  </a:lnTo>
                  <a:lnTo>
                    <a:pt x="1468781" y="953988"/>
                  </a:lnTo>
                  <a:lnTo>
                    <a:pt x="1464493" y="949701"/>
                  </a:lnTo>
                  <a:lnTo>
                    <a:pt x="1462349" y="949701"/>
                  </a:lnTo>
                  <a:lnTo>
                    <a:pt x="1458062" y="945413"/>
                  </a:lnTo>
                  <a:lnTo>
                    <a:pt x="1455918" y="945413"/>
                  </a:lnTo>
                  <a:lnTo>
                    <a:pt x="1453774" y="943269"/>
                  </a:lnTo>
                  <a:lnTo>
                    <a:pt x="1451630" y="943269"/>
                  </a:lnTo>
                  <a:lnTo>
                    <a:pt x="1447343" y="938982"/>
                  </a:lnTo>
                  <a:lnTo>
                    <a:pt x="1445199" y="938982"/>
                  </a:lnTo>
                  <a:lnTo>
                    <a:pt x="1440911" y="934694"/>
                  </a:lnTo>
                  <a:lnTo>
                    <a:pt x="1438767" y="934694"/>
                  </a:lnTo>
                  <a:lnTo>
                    <a:pt x="1436624" y="932550"/>
                  </a:lnTo>
                  <a:lnTo>
                    <a:pt x="1434480" y="932550"/>
                  </a:lnTo>
                  <a:lnTo>
                    <a:pt x="1430192" y="928263"/>
                  </a:lnTo>
                  <a:lnTo>
                    <a:pt x="1428048" y="928263"/>
                  </a:lnTo>
                  <a:lnTo>
                    <a:pt x="1423761" y="923975"/>
                  </a:lnTo>
                  <a:lnTo>
                    <a:pt x="1421617" y="923975"/>
                  </a:lnTo>
                  <a:lnTo>
                    <a:pt x="1419473" y="921831"/>
                  </a:lnTo>
                  <a:lnTo>
                    <a:pt x="1417329" y="921831"/>
                  </a:lnTo>
                  <a:lnTo>
                    <a:pt x="1413042" y="917544"/>
                  </a:lnTo>
                  <a:lnTo>
                    <a:pt x="1410898" y="917544"/>
                  </a:lnTo>
                  <a:lnTo>
                    <a:pt x="1406610" y="913256"/>
                  </a:lnTo>
                  <a:lnTo>
                    <a:pt x="1404467" y="913256"/>
                  </a:lnTo>
                  <a:lnTo>
                    <a:pt x="1402323" y="911112"/>
                  </a:lnTo>
                  <a:lnTo>
                    <a:pt x="1400179" y="911112"/>
                  </a:lnTo>
                  <a:lnTo>
                    <a:pt x="1395892" y="906825"/>
                  </a:lnTo>
                  <a:lnTo>
                    <a:pt x="1393748" y="906825"/>
                  </a:lnTo>
                  <a:lnTo>
                    <a:pt x="1389460" y="902537"/>
                  </a:lnTo>
                  <a:lnTo>
                    <a:pt x="1387316" y="902537"/>
                  </a:lnTo>
                  <a:lnTo>
                    <a:pt x="1385173" y="900393"/>
                  </a:lnTo>
                  <a:lnTo>
                    <a:pt x="1383029" y="900393"/>
                  </a:lnTo>
                  <a:lnTo>
                    <a:pt x="1378741" y="896106"/>
                  </a:lnTo>
                  <a:lnTo>
                    <a:pt x="1376597" y="896106"/>
                  </a:lnTo>
                  <a:lnTo>
                    <a:pt x="1372310" y="891818"/>
                  </a:lnTo>
                  <a:lnTo>
                    <a:pt x="1370166" y="891818"/>
                  </a:lnTo>
                  <a:lnTo>
                    <a:pt x="1368022" y="889675"/>
                  </a:lnTo>
                  <a:lnTo>
                    <a:pt x="1365878" y="889675"/>
                  </a:lnTo>
                  <a:lnTo>
                    <a:pt x="1361591" y="885387"/>
                  </a:lnTo>
                  <a:lnTo>
                    <a:pt x="1359447" y="885387"/>
                  </a:lnTo>
                  <a:lnTo>
                    <a:pt x="1355159" y="881099"/>
                  </a:lnTo>
                  <a:lnTo>
                    <a:pt x="1353016" y="881099"/>
                  </a:lnTo>
                  <a:lnTo>
                    <a:pt x="1350872" y="878956"/>
                  </a:lnTo>
                  <a:lnTo>
                    <a:pt x="1348728" y="878956"/>
                  </a:lnTo>
                  <a:lnTo>
                    <a:pt x="1344440" y="874668"/>
                  </a:lnTo>
                  <a:lnTo>
                    <a:pt x="1342297" y="874668"/>
                  </a:lnTo>
                  <a:lnTo>
                    <a:pt x="1338009" y="870380"/>
                  </a:lnTo>
                  <a:lnTo>
                    <a:pt x="1335865" y="870380"/>
                  </a:lnTo>
                  <a:lnTo>
                    <a:pt x="1333721" y="868237"/>
                  </a:lnTo>
                  <a:lnTo>
                    <a:pt x="1331578" y="868237"/>
                  </a:lnTo>
                  <a:lnTo>
                    <a:pt x="1327290" y="863949"/>
                  </a:lnTo>
                  <a:lnTo>
                    <a:pt x="1325146" y="863949"/>
                  </a:lnTo>
                  <a:lnTo>
                    <a:pt x="1320859" y="859661"/>
                  </a:lnTo>
                  <a:lnTo>
                    <a:pt x="1318715" y="859661"/>
                  </a:lnTo>
                  <a:lnTo>
                    <a:pt x="1316571" y="857518"/>
                  </a:lnTo>
                  <a:lnTo>
                    <a:pt x="1314427" y="857518"/>
                  </a:lnTo>
                  <a:lnTo>
                    <a:pt x="1310140" y="853230"/>
                  </a:lnTo>
                  <a:lnTo>
                    <a:pt x="1307996" y="853230"/>
                  </a:lnTo>
                  <a:lnTo>
                    <a:pt x="1303708" y="848942"/>
                  </a:lnTo>
                  <a:lnTo>
                    <a:pt x="1301565" y="848942"/>
                  </a:lnTo>
                  <a:lnTo>
                    <a:pt x="1297277" y="844655"/>
                  </a:lnTo>
                  <a:lnTo>
                    <a:pt x="1295133" y="844655"/>
                  </a:lnTo>
                  <a:lnTo>
                    <a:pt x="1292989" y="842511"/>
                  </a:lnTo>
                  <a:lnTo>
                    <a:pt x="1290846" y="842511"/>
                  </a:lnTo>
                  <a:lnTo>
                    <a:pt x="1286558" y="838223"/>
                  </a:lnTo>
                  <a:lnTo>
                    <a:pt x="1284414" y="838223"/>
                  </a:lnTo>
                  <a:lnTo>
                    <a:pt x="1280127" y="833936"/>
                  </a:lnTo>
                  <a:lnTo>
                    <a:pt x="1277983" y="833936"/>
                  </a:lnTo>
                  <a:lnTo>
                    <a:pt x="1275839" y="831792"/>
                  </a:lnTo>
                  <a:lnTo>
                    <a:pt x="1273695" y="831792"/>
                  </a:lnTo>
                  <a:lnTo>
                    <a:pt x="1269408" y="827504"/>
                  </a:lnTo>
                  <a:lnTo>
                    <a:pt x="1267264" y="827504"/>
                  </a:lnTo>
                  <a:lnTo>
                    <a:pt x="1262976" y="823217"/>
                  </a:lnTo>
                  <a:lnTo>
                    <a:pt x="1260832" y="823217"/>
                  </a:lnTo>
                  <a:lnTo>
                    <a:pt x="1258689" y="821073"/>
                  </a:lnTo>
                  <a:lnTo>
                    <a:pt x="1256545" y="821073"/>
                  </a:lnTo>
                  <a:lnTo>
                    <a:pt x="1252257" y="816786"/>
                  </a:lnTo>
                  <a:lnTo>
                    <a:pt x="1250114" y="816786"/>
                  </a:lnTo>
                  <a:lnTo>
                    <a:pt x="1245826" y="812498"/>
                  </a:lnTo>
                  <a:lnTo>
                    <a:pt x="1243682" y="812498"/>
                  </a:lnTo>
                  <a:lnTo>
                    <a:pt x="1241538" y="810354"/>
                  </a:lnTo>
                  <a:lnTo>
                    <a:pt x="1239395" y="810354"/>
                  </a:lnTo>
                  <a:lnTo>
                    <a:pt x="1235107" y="806067"/>
                  </a:lnTo>
                  <a:lnTo>
                    <a:pt x="1232963" y="806067"/>
                  </a:lnTo>
                  <a:lnTo>
                    <a:pt x="1228676" y="801779"/>
                  </a:lnTo>
                  <a:lnTo>
                    <a:pt x="1226532" y="801779"/>
                  </a:lnTo>
                  <a:lnTo>
                    <a:pt x="1224388" y="799635"/>
                  </a:lnTo>
                  <a:lnTo>
                    <a:pt x="1222244" y="799635"/>
                  </a:lnTo>
                  <a:lnTo>
                    <a:pt x="1217957" y="795348"/>
                  </a:lnTo>
                  <a:lnTo>
                    <a:pt x="1215813" y="795348"/>
                  </a:lnTo>
                  <a:lnTo>
                    <a:pt x="1211525" y="791060"/>
                  </a:lnTo>
                  <a:lnTo>
                    <a:pt x="1209381" y="791060"/>
                  </a:lnTo>
                  <a:lnTo>
                    <a:pt x="1207238" y="788916"/>
                  </a:lnTo>
                  <a:lnTo>
                    <a:pt x="1205094" y="788916"/>
                  </a:lnTo>
                  <a:lnTo>
                    <a:pt x="1200806" y="784629"/>
                  </a:lnTo>
                  <a:lnTo>
                    <a:pt x="1198662" y="784629"/>
                  </a:lnTo>
                  <a:lnTo>
                    <a:pt x="1194375" y="780341"/>
                  </a:lnTo>
                  <a:lnTo>
                    <a:pt x="1192231" y="780341"/>
                  </a:lnTo>
                  <a:lnTo>
                    <a:pt x="1190087" y="778197"/>
                  </a:lnTo>
                  <a:lnTo>
                    <a:pt x="1187944" y="778197"/>
                  </a:lnTo>
                  <a:lnTo>
                    <a:pt x="1183656" y="773910"/>
                  </a:lnTo>
                  <a:lnTo>
                    <a:pt x="1181512" y="773910"/>
                  </a:lnTo>
                  <a:lnTo>
                    <a:pt x="1177225" y="769622"/>
                  </a:lnTo>
                  <a:lnTo>
                    <a:pt x="1175081" y="769622"/>
                  </a:lnTo>
                  <a:lnTo>
                    <a:pt x="1172937" y="767478"/>
                  </a:lnTo>
                  <a:lnTo>
                    <a:pt x="1170793" y="767478"/>
                  </a:lnTo>
                  <a:lnTo>
                    <a:pt x="1166506" y="763191"/>
                  </a:lnTo>
                  <a:lnTo>
                    <a:pt x="1164362" y="763191"/>
                  </a:lnTo>
                  <a:lnTo>
                    <a:pt x="1160074" y="758903"/>
                  </a:lnTo>
                  <a:lnTo>
                    <a:pt x="1157930" y="758903"/>
                  </a:lnTo>
                  <a:lnTo>
                    <a:pt x="1155787" y="756759"/>
                  </a:lnTo>
                  <a:lnTo>
                    <a:pt x="1153643" y="756759"/>
                  </a:lnTo>
                  <a:lnTo>
                    <a:pt x="1149355" y="752472"/>
                  </a:lnTo>
                  <a:lnTo>
                    <a:pt x="1147211" y="752472"/>
                  </a:lnTo>
                  <a:lnTo>
                    <a:pt x="1142924" y="748184"/>
                  </a:lnTo>
                  <a:lnTo>
                    <a:pt x="1140780" y="748184"/>
                  </a:lnTo>
                  <a:lnTo>
                    <a:pt x="1138636" y="746040"/>
                  </a:lnTo>
                  <a:lnTo>
                    <a:pt x="1136492" y="746040"/>
                  </a:lnTo>
                  <a:lnTo>
                    <a:pt x="1132205" y="741753"/>
                  </a:lnTo>
                  <a:lnTo>
                    <a:pt x="1130061" y="741753"/>
                  </a:lnTo>
                  <a:lnTo>
                    <a:pt x="1125773" y="737465"/>
                  </a:lnTo>
                  <a:lnTo>
                    <a:pt x="1123630" y="737465"/>
                  </a:lnTo>
                  <a:lnTo>
                    <a:pt x="1121486" y="735321"/>
                  </a:lnTo>
                  <a:lnTo>
                    <a:pt x="1119342" y="735321"/>
                  </a:lnTo>
                  <a:lnTo>
                    <a:pt x="1115055" y="731034"/>
                  </a:lnTo>
                  <a:lnTo>
                    <a:pt x="1112911" y="731034"/>
                  </a:lnTo>
                  <a:lnTo>
                    <a:pt x="1110767" y="728890"/>
                  </a:lnTo>
                  <a:lnTo>
                    <a:pt x="1108623" y="728890"/>
                  </a:lnTo>
                  <a:lnTo>
                    <a:pt x="1106479" y="726746"/>
                  </a:lnTo>
                  <a:lnTo>
                    <a:pt x="1102915" y="726746"/>
                  </a:lnTo>
                  <a:lnTo>
                    <a:pt x="1100771" y="728890"/>
                  </a:lnTo>
                  <a:lnTo>
                    <a:pt x="1098627" y="728890"/>
                  </a:lnTo>
                  <a:lnTo>
                    <a:pt x="1097194" y="730323"/>
                  </a:lnTo>
                  <a:lnTo>
                    <a:pt x="1095760" y="728890"/>
                  </a:lnTo>
                  <a:lnTo>
                    <a:pt x="1093617" y="728890"/>
                  </a:lnTo>
                  <a:lnTo>
                    <a:pt x="1089329" y="724602"/>
                  </a:lnTo>
                  <a:lnTo>
                    <a:pt x="1087185" y="724602"/>
                  </a:lnTo>
                  <a:lnTo>
                    <a:pt x="1085041" y="722459"/>
                  </a:lnTo>
                  <a:lnTo>
                    <a:pt x="1082898" y="722459"/>
                  </a:lnTo>
                  <a:lnTo>
                    <a:pt x="1078610" y="718171"/>
                  </a:lnTo>
                  <a:lnTo>
                    <a:pt x="1076466" y="718171"/>
                  </a:lnTo>
                  <a:lnTo>
                    <a:pt x="1072179" y="713883"/>
                  </a:lnTo>
                  <a:lnTo>
                    <a:pt x="1070035" y="713883"/>
                  </a:lnTo>
                  <a:lnTo>
                    <a:pt x="1067891" y="711740"/>
                  </a:lnTo>
                  <a:lnTo>
                    <a:pt x="1065747" y="711740"/>
                  </a:lnTo>
                  <a:lnTo>
                    <a:pt x="1061460" y="707452"/>
                  </a:lnTo>
                  <a:lnTo>
                    <a:pt x="1059316" y="707452"/>
                  </a:lnTo>
                  <a:lnTo>
                    <a:pt x="1055028" y="703164"/>
                  </a:lnTo>
                  <a:lnTo>
                    <a:pt x="1052884" y="703164"/>
                  </a:lnTo>
                  <a:lnTo>
                    <a:pt x="1050741" y="701021"/>
                  </a:lnTo>
                  <a:lnTo>
                    <a:pt x="1048597" y="701021"/>
                  </a:lnTo>
                  <a:lnTo>
                    <a:pt x="1044309" y="696733"/>
                  </a:lnTo>
                  <a:lnTo>
                    <a:pt x="1042166" y="696733"/>
                  </a:lnTo>
                  <a:lnTo>
                    <a:pt x="1037878" y="692445"/>
                  </a:lnTo>
                  <a:lnTo>
                    <a:pt x="1035734" y="692445"/>
                  </a:lnTo>
                  <a:lnTo>
                    <a:pt x="1033590" y="690302"/>
                  </a:lnTo>
                  <a:lnTo>
                    <a:pt x="1031447" y="690302"/>
                  </a:lnTo>
                  <a:lnTo>
                    <a:pt x="1027159" y="686014"/>
                  </a:lnTo>
                  <a:lnTo>
                    <a:pt x="1025015" y="686014"/>
                  </a:lnTo>
                  <a:lnTo>
                    <a:pt x="1020728" y="681726"/>
                  </a:lnTo>
                  <a:lnTo>
                    <a:pt x="1018584" y="681726"/>
                  </a:lnTo>
                  <a:lnTo>
                    <a:pt x="1016440" y="679583"/>
                  </a:lnTo>
                  <a:lnTo>
                    <a:pt x="1014296" y="679583"/>
                  </a:lnTo>
                  <a:lnTo>
                    <a:pt x="1010009" y="675295"/>
                  </a:lnTo>
                  <a:lnTo>
                    <a:pt x="1007865" y="675295"/>
                  </a:lnTo>
                  <a:lnTo>
                    <a:pt x="1003577" y="671008"/>
                  </a:lnTo>
                  <a:lnTo>
                    <a:pt x="1001433" y="671008"/>
                  </a:lnTo>
                  <a:lnTo>
                    <a:pt x="999290" y="668864"/>
                  </a:lnTo>
                  <a:lnTo>
                    <a:pt x="997146" y="668864"/>
                  </a:lnTo>
                  <a:lnTo>
                    <a:pt x="992858" y="664576"/>
                  </a:lnTo>
                  <a:lnTo>
                    <a:pt x="990714" y="664576"/>
                  </a:lnTo>
                  <a:lnTo>
                    <a:pt x="986427" y="660289"/>
                  </a:lnTo>
                  <a:lnTo>
                    <a:pt x="984283" y="660289"/>
                  </a:lnTo>
                  <a:lnTo>
                    <a:pt x="982139" y="658145"/>
                  </a:lnTo>
                  <a:lnTo>
                    <a:pt x="979995" y="658145"/>
                  </a:lnTo>
                  <a:lnTo>
                    <a:pt x="975708" y="653857"/>
                  </a:lnTo>
                  <a:lnTo>
                    <a:pt x="973564" y="653857"/>
                  </a:lnTo>
                  <a:lnTo>
                    <a:pt x="969277" y="649570"/>
                  </a:lnTo>
                  <a:lnTo>
                    <a:pt x="967133" y="649570"/>
                  </a:lnTo>
                  <a:lnTo>
                    <a:pt x="964989" y="647426"/>
                  </a:lnTo>
                  <a:lnTo>
                    <a:pt x="962845" y="647426"/>
                  </a:lnTo>
                  <a:lnTo>
                    <a:pt x="958558" y="643138"/>
                  </a:lnTo>
                  <a:lnTo>
                    <a:pt x="956414" y="643138"/>
                  </a:lnTo>
                  <a:lnTo>
                    <a:pt x="952126" y="638851"/>
                  </a:lnTo>
                  <a:lnTo>
                    <a:pt x="949982" y="638851"/>
                  </a:lnTo>
                  <a:lnTo>
                    <a:pt x="947839" y="636707"/>
                  </a:lnTo>
                  <a:lnTo>
                    <a:pt x="945695" y="636707"/>
                  </a:lnTo>
                  <a:lnTo>
                    <a:pt x="941407" y="632419"/>
                  </a:lnTo>
                  <a:lnTo>
                    <a:pt x="939263" y="632419"/>
                  </a:lnTo>
                  <a:lnTo>
                    <a:pt x="934976" y="628132"/>
                  </a:lnTo>
                  <a:lnTo>
                    <a:pt x="932832" y="628132"/>
                  </a:lnTo>
                  <a:lnTo>
                    <a:pt x="930688" y="625988"/>
                  </a:lnTo>
                  <a:lnTo>
                    <a:pt x="928544" y="625988"/>
                  </a:lnTo>
                  <a:lnTo>
                    <a:pt x="924257" y="621700"/>
                  </a:lnTo>
                  <a:lnTo>
                    <a:pt x="922113" y="621700"/>
                  </a:lnTo>
                  <a:lnTo>
                    <a:pt x="917825" y="617413"/>
                  </a:lnTo>
                  <a:lnTo>
                    <a:pt x="915682" y="617413"/>
                  </a:lnTo>
                  <a:lnTo>
                    <a:pt x="913538" y="615269"/>
                  </a:lnTo>
                  <a:lnTo>
                    <a:pt x="911394" y="615269"/>
                  </a:lnTo>
                  <a:lnTo>
                    <a:pt x="907106" y="610981"/>
                  </a:lnTo>
                  <a:lnTo>
                    <a:pt x="904963" y="610981"/>
                  </a:lnTo>
                  <a:lnTo>
                    <a:pt x="900675" y="606694"/>
                  </a:lnTo>
                  <a:lnTo>
                    <a:pt x="898531" y="606694"/>
                  </a:lnTo>
                  <a:lnTo>
                    <a:pt x="896388" y="604550"/>
                  </a:lnTo>
                  <a:lnTo>
                    <a:pt x="894244" y="604550"/>
                  </a:lnTo>
                  <a:lnTo>
                    <a:pt x="889956" y="600262"/>
                  </a:lnTo>
                  <a:lnTo>
                    <a:pt x="887812" y="600262"/>
                  </a:lnTo>
                  <a:lnTo>
                    <a:pt x="883525" y="595975"/>
                  </a:lnTo>
                  <a:lnTo>
                    <a:pt x="881381" y="595975"/>
                  </a:lnTo>
                  <a:lnTo>
                    <a:pt x="879237" y="593831"/>
                  </a:lnTo>
                  <a:lnTo>
                    <a:pt x="877093" y="593831"/>
                  </a:lnTo>
                  <a:lnTo>
                    <a:pt x="872806" y="589543"/>
                  </a:lnTo>
                  <a:lnTo>
                    <a:pt x="870662" y="589543"/>
                  </a:lnTo>
                  <a:lnTo>
                    <a:pt x="866374" y="585256"/>
                  </a:lnTo>
                  <a:lnTo>
                    <a:pt x="864231" y="585256"/>
                  </a:lnTo>
                  <a:lnTo>
                    <a:pt x="862087" y="583112"/>
                  </a:lnTo>
                  <a:lnTo>
                    <a:pt x="859943" y="583112"/>
                  </a:lnTo>
                  <a:lnTo>
                    <a:pt x="855655" y="578824"/>
                  </a:lnTo>
                  <a:lnTo>
                    <a:pt x="853512" y="578824"/>
                  </a:lnTo>
                  <a:lnTo>
                    <a:pt x="849224" y="574537"/>
                  </a:lnTo>
                  <a:lnTo>
                    <a:pt x="847080" y="574537"/>
                  </a:lnTo>
                  <a:lnTo>
                    <a:pt x="844936" y="572393"/>
                  </a:lnTo>
                  <a:lnTo>
                    <a:pt x="842793" y="572393"/>
                  </a:lnTo>
                  <a:lnTo>
                    <a:pt x="838505" y="568105"/>
                  </a:lnTo>
                  <a:lnTo>
                    <a:pt x="836361" y="568105"/>
                  </a:lnTo>
                  <a:lnTo>
                    <a:pt x="832074" y="563818"/>
                  </a:lnTo>
                  <a:lnTo>
                    <a:pt x="829930" y="563818"/>
                  </a:lnTo>
                  <a:lnTo>
                    <a:pt x="827786" y="561674"/>
                  </a:lnTo>
                  <a:lnTo>
                    <a:pt x="825642" y="561674"/>
                  </a:lnTo>
                  <a:lnTo>
                    <a:pt x="821355" y="557386"/>
                  </a:lnTo>
                  <a:lnTo>
                    <a:pt x="819211" y="557386"/>
                  </a:lnTo>
                  <a:lnTo>
                    <a:pt x="814923" y="553099"/>
                  </a:lnTo>
                  <a:lnTo>
                    <a:pt x="812780" y="553099"/>
                  </a:lnTo>
                  <a:lnTo>
                    <a:pt x="810636" y="550955"/>
                  </a:lnTo>
                  <a:lnTo>
                    <a:pt x="808492" y="550955"/>
                  </a:lnTo>
                  <a:lnTo>
                    <a:pt x="804204" y="546667"/>
                  </a:lnTo>
                  <a:lnTo>
                    <a:pt x="802061" y="546667"/>
                  </a:lnTo>
                  <a:lnTo>
                    <a:pt x="797773" y="542380"/>
                  </a:lnTo>
                  <a:lnTo>
                    <a:pt x="795629" y="542380"/>
                  </a:lnTo>
                  <a:lnTo>
                    <a:pt x="793485" y="540236"/>
                  </a:lnTo>
                  <a:lnTo>
                    <a:pt x="791342" y="540236"/>
                  </a:lnTo>
                  <a:lnTo>
                    <a:pt x="787054" y="535948"/>
                  </a:lnTo>
                  <a:lnTo>
                    <a:pt x="784910" y="535948"/>
                  </a:lnTo>
                  <a:lnTo>
                    <a:pt x="780623" y="531661"/>
                  </a:lnTo>
                  <a:lnTo>
                    <a:pt x="778479" y="531661"/>
                  </a:lnTo>
                  <a:lnTo>
                    <a:pt x="776335" y="529517"/>
                  </a:lnTo>
                  <a:lnTo>
                    <a:pt x="774191" y="529517"/>
                  </a:lnTo>
                  <a:lnTo>
                    <a:pt x="769904" y="525230"/>
                  </a:lnTo>
                  <a:lnTo>
                    <a:pt x="767760" y="525230"/>
                  </a:lnTo>
                  <a:lnTo>
                    <a:pt x="763472" y="520942"/>
                  </a:lnTo>
                  <a:lnTo>
                    <a:pt x="761328" y="520942"/>
                  </a:lnTo>
                  <a:lnTo>
                    <a:pt x="757041" y="516654"/>
                  </a:lnTo>
                  <a:lnTo>
                    <a:pt x="754897" y="516654"/>
                  </a:lnTo>
                  <a:lnTo>
                    <a:pt x="752753" y="514511"/>
                  </a:lnTo>
                  <a:lnTo>
                    <a:pt x="750610" y="514511"/>
                  </a:lnTo>
                  <a:lnTo>
                    <a:pt x="746322" y="510223"/>
                  </a:lnTo>
                  <a:lnTo>
                    <a:pt x="744178" y="510223"/>
                  </a:lnTo>
                  <a:lnTo>
                    <a:pt x="739891" y="505935"/>
                  </a:lnTo>
                  <a:lnTo>
                    <a:pt x="737747" y="505935"/>
                  </a:lnTo>
                  <a:lnTo>
                    <a:pt x="735603" y="503792"/>
                  </a:lnTo>
                  <a:lnTo>
                    <a:pt x="733459" y="503792"/>
                  </a:lnTo>
                  <a:lnTo>
                    <a:pt x="729172" y="499504"/>
                  </a:lnTo>
                  <a:lnTo>
                    <a:pt x="727028" y="499504"/>
                  </a:lnTo>
                  <a:lnTo>
                    <a:pt x="722740" y="495216"/>
                  </a:lnTo>
                  <a:lnTo>
                    <a:pt x="720596" y="495216"/>
                  </a:lnTo>
                  <a:lnTo>
                    <a:pt x="718453" y="493073"/>
                  </a:lnTo>
                  <a:lnTo>
                    <a:pt x="716309" y="493073"/>
                  </a:lnTo>
                  <a:lnTo>
                    <a:pt x="712021" y="488785"/>
                  </a:lnTo>
                  <a:lnTo>
                    <a:pt x="709877" y="488785"/>
                  </a:lnTo>
                  <a:lnTo>
                    <a:pt x="705590" y="484497"/>
                  </a:lnTo>
                  <a:lnTo>
                    <a:pt x="703446" y="484497"/>
                  </a:lnTo>
                  <a:lnTo>
                    <a:pt x="701302" y="482354"/>
                  </a:lnTo>
                  <a:lnTo>
                    <a:pt x="699158" y="482354"/>
                  </a:lnTo>
                  <a:lnTo>
                    <a:pt x="695876" y="479071"/>
                  </a:lnTo>
                  <a:lnTo>
                    <a:pt x="695876" y="476204"/>
                  </a:lnTo>
                  <a:lnTo>
                    <a:pt x="698019" y="474060"/>
                  </a:lnTo>
                  <a:lnTo>
                    <a:pt x="698019" y="456910"/>
                  </a:lnTo>
                  <a:lnTo>
                    <a:pt x="700163" y="454766"/>
                  </a:lnTo>
                  <a:lnTo>
                    <a:pt x="700163" y="435472"/>
                  </a:lnTo>
                  <a:close/>
                  <a:moveTo>
                    <a:pt x="1446203" y="780623"/>
                  </a:moveTo>
                  <a:lnTo>
                    <a:pt x="1446632" y="780194"/>
                  </a:lnTo>
                  <a:lnTo>
                    <a:pt x="1448494" y="782056"/>
                  </a:lnTo>
                  <a:lnTo>
                    <a:pt x="1446632" y="783918"/>
                  </a:lnTo>
                  <a:lnTo>
                    <a:pt x="1446203" y="780623"/>
                  </a:lnTo>
                  <a:close/>
                  <a:moveTo>
                    <a:pt x="173219" y="102755"/>
                  </a:moveTo>
                  <a:lnTo>
                    <a:pt x="176796" y="106332"/>
                  </a:lnTo>
                  <a:lnTo>
                    <a:pt x="178940" y="106332"/>
                  </a:lnTo>
                  <a:lnTo>
                    <a:pt x="183227" y="110620"/>
                  </a:lnTo>
                  <a:lnTo>
                    <a:pt x="185371" y="110620"/>
                  </a:lnTo>
                  <a:lnTo>
                    <a:pt x="187515" y="112764"/>
                  </a:lnTo>
                  <a:lnTo>
                    <a:pt x="189659" y="112764"/>
                  </a:lnTo>
                  <a:lnTo>
                    <a:pt x="193946" y="117051"/>
                  </a:lnTo>
                  <a:lnTo>
                    <a:pt x="196090" y="117051"/>
                  </a:lnTo>
                  <a:lnTo>
                    <a:pt x="200377" y="121339"/>
                  </a:lnTo>
                  <a:lnTo>
                    <a:pt x="202521" y="121339"/>
                  </a:lnTo>
                  <a:lnTo>
                    <a:pt x="206809" y="125626"/>
                  </a:lnTo>
                  <a:lnTo>
                    <a:pt x="208953" y="125626"/>
                  </a:lnTo>
                  <a:lnTo>
                    <a:pt x="213240" y="129914"/>
                  </a:lnTo>
                  <a:lnTo>
                    <a:pt x="215384" y="129914"/>
                  </a:lnTo>
                  <a:lnTo>
                    <a:pt x="219672" y="134202"/>
                  </a:lnTo>
                  <a:lnTo>
                    <a:pt x="221815" y="134202"/>
                  </a:lnTo>
                  <a:lnTo>
                    <a:pt x="226103" y="138489"/>
                  </a:lnTo>
                  <a:lnTo>
                    <a:pt x="228247" y="138489"/>
                  </a:lnTo>
                  <a:lnTo>
                    <a:pt x="232534" y="142777"/>
                  </a:lnTo>
                  <a:lnTo>
                    <a:pt x="234678" y="142777"/>
                  </a:lnTo>
                  <a:lnTo>
                    <a:pt x="238966" y="147064"/>
                  </a:lnTo>
                  <a:lnTo>
                    <a:pt x="241110" y="147064"/>
                  </a:lnTo>
                  <a:lnTo>
                    <a:pt x="243253" y="149208"/>
                  </a:lnTo>
                  <a:lnTo>
                    <a:pt x="245397" y="149208"/>
                  </a:lnTo>
                  <a:lnTo>
                    <a:pt x="249685" y="153496"/>
                  </a:lnTo>
                  <a:lnTo>
                    <a:pt x="251829" y="153496"/>
                  </a:lnTo>
                  <a:lnTo>
                    <a:pt x="256116" y="157783"/>
                  </a:lnTo>
                  <a:lnTo>
                    <a:pt x="258260" y="157783"/>
                  </a:lnTo>
                  <a:lnTo>
                    <a:pt x="262548" y="162071"/>
                  </a:lnTo>
                  <a:lnTo>
                    <a:pt x="264691" y="162071"/>
                  </a:lnTo>
                  <a:lnTo>
                    <a:pt x="268979" y="166358"/>
                  </a:lnTo>
                  <a:lnTo>
                    <a:pt x="271123" y="166358"/>
                  </a:lnTo>
                  <a:lnTo>
                    <a:pt x="275410" y="170646"/>
                  </a:lnTo>
                  <a:lnTo>
                    <a:pt x="277554" y="170646"/>
                  </a:lnTo>
                  <a:lnTo>
                    <a:pt x="281842" y="174934"/>
                  </a:lnTo>
                  <a:lnTo>
                    <a:pt x="283985" y="174934"/>
                  </a:lnTo>
                  <a:lnTo>
                    <a:pt x="288273" y="179221"/>
                  </a:lnTo>
                  <a:lnTo>
                    <a:pt x="290417" y="179221"/>
                  </a:lnTo>
                  <a:lnTo>
                    <a:pt x="292561" y="181365"/>
                  </a:lnTo>
                  <a:lnTo>
                    <a:pt x="294704" y="181365"/>
                  </a:lnTo>
                  <a:lnTo>
                    <a:pt x="298992" y="185653"/>
                  </a:lnTo>
                  <a:lnTo>
                    <a:pt x="301136" y="185653"/>
                  </a:lnTo>
                  <a:lnTo>
                    <a:pt x="305423" y="189940"/>
                  </a:lnTo>
                  <a:lnTo>
                    <a:pt x="307567" y="189940"/>
                  </a:lnTo>
                  <a:lnTo>
                    <a:pt x="311855" y="194228"/>
                  </a:lnTo>
                  <a:lnTo>
                    <a:pt x="313999" y="194228"/>
                  </a:lnTo>
                  <a:lnTo>
                    <a:pt x="318286" y="198515"/>
                  </a:lnTo>
                  <a:lnTo>
                    <a:pt x="320430" y="198515"/>
                  </a:lnTo>
                  <a:lnTo>
                    <a:pt x="324718" y="202803"/>
                  </a:lnTo>
                  <a:lnTo>
                    <a:pt x="326861" y="202803"/>
                  </a:lnTo>
                  <a:lnTo>
                    <a:pt x="331149" y="207090"/>
                  </a:lnTo>
                  <a:lnTo>
                    <a:pt x="333293" y="207090"/>
                  </a:lnTo>
                  <a:lnTo>
                    <a:pt x="337580" y="211378"/>
                  </a:lnTo>
                  <a:lnTo>
                    <a:pt x="339724" y="211378"/>
                  </a:lnTo>
                  <a:lnTo>
                    <a:pt x="341868" y="213522"/>
                  </a:lnTo>
                  <a:lnTo>
                    <a:pt x="344012" y="213522"/>
                  </a:lnTo>
                  <a:lnTo>
                    <a:pt x="348299" y="217809"/>
                  </a:lnTo>
                  <a:lnTo>
                    <a:pt x="350443" y="217809"/>
                  </a:lnTo>
                  <a:lnTo>
                    <a:pt x="354731" y="222097"/>
                  </a:lnTo>
                  <a:lnTo>
                    <a:pt x="356874" y="222097"/>
                  </a:lnTo>
                  <a:lnTo>
                    <a:pt x="361162" y="226385"/>
                  </a:lnTo>
                  <a:lnTo>
                    <a:pt x="363306" y="226385"/>
                  </a:lnTo>
                  <a:lnTo>
                    <a:pt x="367593" y="230672"/>
                  </a:lnTo>
                  <a:lnTo>
                    <a:pt x="369737" y="230672"/>
                  </a:lnTo>
                  <a:lnTo>
                    <a:pt x="374025" y="234960"/>
                  </a:lnTo>
                  <a:lnTo>
                    <a:pt x="376169" y="234960"/>
                  </a:lnTo>
                  <a:lnTo>
                    <a:pt x="380456" y="239247"/>
                  </a:lnTo>
                  <a:lnTo>
                    <a:pt x="382600" y="239247"/>
                  </a:lnTo>
                  <a:lnTo>
                    <a:pt x="386888" y="243535"/>
                  </a:lnTo>
                  <a:lnTo>
                    <a:pt x="389031" y="243535"/>
                  </a:lnTo>
                  <a:lnTo>
                    <a:pt x="391175" y="245679"/>
                  </a:lnTo>
                  <a:lnTo>
                    <a:pt x="393319" y="245679"/>
                  </a:lnTo>
                  <a:lnTo>
                    <a:pt x="397607" y="249966"/>
                  </a:lnTo>
                  <a:lnTo>
                    <a:pt x="399750" y="249966"/>
                  </a:lnTo>
                  <a:lnTo>
                    <a:pt x="404038" y="254254"/>
                  </a:lnTo>
                  <a:lnTo>
                    <a:pt x="406182" y="254254"/>
                  </a:lnTo>
                  <a:lnTo>
                    <a:pt x="410469" y="258542"/>
                  </a:lnTo>
                  <a:lnTo>
                    <a:pt x="412613" y="258542"/>
                  </a:lnTo>
                  <a:lnTo>
                    <a:pt x="416901" y="262829"/>
                  </a:lnTo>
                  <a:lnTo>
                    <a:pt x="419044" y="262829"/>
                  </a:lnTo>
                  <a:lnTo>
                    <a:pt x="423332" y="267117"/>
                  </a:lnTo>
                  <a:lnTo>
                    <a:pt x="425476" y="267117"/>
                  </a:lnTo>
                  <a:lnTo>
                    <a:pt x="429763" y="271404"/>
                  </a:lnTo>
                  <a:lnTo>
                    <a:pt x="431907" y="271404"/>
                  </a:lnTo>
                  <a:lnTo>
                    <a:pt x="436195" y="275692"/>
                  </a:lnTo>
                  <a:lnTo>
                    <a:pt x="438339" y="275692"/>
                  </a:lnTo>
                  <a:lnTo>
                    <a:pt x="440482" y="277836"/>
                  </a:lnTo>
                  <a:lnTo>
                    <a:pt x="442626" y="277836"/>
                  </a:lnTo>
                  <a:lnTo>
                    <a:pt x="446914" y="282123"/>
                  </a:lnTo>
                  <a:lnTo>
                    <a:pt x="449058" y="282123"/>
                  </a:lnTo>
                  <a:lnTo>
                    <a:pt x="453345" y="286411"/>
                  </a:lnTo>
                  <a:lnTo>
                    <a:pt x="455489" y="286411"/>
                  </a:lnTo>
                  <a:lnTo>
                    <a:pt x="459777" y="290698"/>
                  </a:lnTo>
                  <a:lnTo>
                    <a:pt x="461920" y="290698"/>
                  </a:lnTo>
                  <a:lnTo>
                    <a:pt x="466208" y="294986"/>
                  </a:lnTo>
                  <a:lnTo>
                    <a:pt x="468352" y="294986"/>
                  </a:lnTo>
                  <a:lnTo>
                    <a:pt x="472639" y="299274"/>
                  </a:lnTo>
                  <a:lnTo>
                    <a:pt x="474783" y="299274"/>
                  </a:lnTo>
                  <a:lnTo>
                    <a:pt x="479071" y="303561"/>
                  </a:lnTo>
                  <a:lnTo>
                    <a:pt x="489067" y="303561"/>
                  </a:lnTo>
                  <a:lnTo>
                    <a:pt x="494359" y="298269"/>
                  </a:lnTo>
                  <a:lnTo>
                    <a:pt x="494359" y="289694"/>
                  </a:lnTo>
                  <a:lnTo>
                    <a:pt x="496503" y="287550"/>
                  </a:lnTo>
                  <a:lnTo>
                    <a:pt x="496503" y="276831"/>
                  </a:lnTo>
                  <a:lnTo>
                    <a:pt x="499786" y="273548"/>
                  </a:lnTo>
                  <a:lnTo>
                    <a:pt x="500509" y="273548"/>
                  </a:lnTo>
                  <a:lnTo>
                    <a:pt x="502652" y="275692"/>
                  </a:lnTo>
                  <a:lnTo>
                    <a:pt x="504796" y="275692"/>
                  </a:lnTo>
                  <a:lnTo>
                    <a:pt x="509084" y="279979"/>
                  </a:lnTo>
                  <a:lnTo>
                    <a:pt x="511228" y="279979"/>
                  </a:lnTo>
                  <a:lnTo>
                    <a:pt x="515515" y="284267"/>
                  </a:lnTo>
                  <a:lnTo>
                    <a:pt x="517659" y="284267"/>
                  </a:lnTo>
                  <a:lnTo>
                    <a:pt x="521947" y="288555"/>
                  </a:lnTo>
                  <a:lnTo>
                    <a:pt x="524090" y="288555"/>
                  </a:lnTo>
                  <a:lnTo>
                    <a:pt x="528378" y="292842"/>
                  </a:lnTo>
                  <a:lnTo>
                    <a:pt x="530522" y="292842"/>
                  </a:lnTo>
                  <a:lnTo>
                    <a:pt x="534809" y="297130"/>
                  </a:lnTo>
                  <a:lnTo>
                    <a:pt x="536953" y="297130"/>
                  </a:lnTo>
                  <a:lnTo>
                    <a:pt x="541241" y="301417"/>
                  </a:lnTo>
                  <a:lnTo>
                    <a:pt x="543385" y="301417"/>
                  </a:lnTo>
                  <a:lnTo>
                    <a:pt x="547672" y="305705"/>
                  </a:lnTo>
                  <a:lnTo>
                    <a:pt x="549816" y="305705"/>
                  </a:lnTo>
                  <a:lnTo>
                    <a:pt x="551960" y="307849"/>
                  </a:lnTo>
                  <a:lnTo>
                    <a:pt x="554103" y="307849"/>
                  </a:lnTo>
                  <a:lnTo>
                    <a:pt x="558391" y="312136"/>
                  </a:lnTo>
                  <a:lnTo>
                    <a:pt x="564099" y="312136"/>
                  </a:lnTo>
                  <a:lnTo>
                    <a:pt x="566243" y="309993"/>
                  </a:lnTo>
                  <a:lnTo>
                    <a:pt x="569392" y="309993"/>
                  </a:lnTo>
                  <a:lnTo>
                    <a:pt x="569392" y="304700"/>
                  </a:lnTo>
                  <a:lnTo>
                    <a:pt x="571535" y="302557"/>
                  </a:lnTo>
                  <a:lnTo>
                    <a:pt x="571535" y="296125"/>
                  </a:lnTo>
                  <a:lnTo>
                    <a:pt x="573679" y="293981"/>
                  </a:lnTo>
                  <a:lnTo>
                    <a:pt x="573679" y="287550"/>
                  </a:lnTo>
                  <a:lnTo>
                    <a:pt x="575541" y="286411"/>
                  </a:lnTo>
                  <a:lnTo>
                    <a:pt x="579829" y="290698"/>
                  </a:lnTo>
                  <a:lnTo>
                    <a:pt x="581973" y="290698"/>
                  </a:lnTo>
                  <a:lnTo>
                    <a:pt x="586260" y="294986"/>
                  </a:lnTo>
                  <a:lnTo>
                    <a:pt x="588404" y="294986"/>
                  </a:lnTo>
                  <a:lnTo>
                    <a:pt x="592692" y="299274"/>
                  </a:lnTo>
                  <a:lnTo>
                    <a:pt x="594836" y="299274"/>
                  </a:lnTo>
                  <a:lnTo>
                    <a:pt x="599123" y="303561"/>
                  </a:lnTo>
                  <a:lnTo>
                    <a:pt x="601267" y="303561"/>
                  </a:lnTo>
                  <a:lnTo>
                    <a:pt x="605555" y="307849"/>
                  </a:lnTo>
                  <a:lnTo>
                    <a:pt x="607698" y="307849"/>
                  </a:lnTo>
                  <a:lnTo>
                    <a:pt x="611986" y="312136"/>
                  </a:lnTo>
                  <a:lnTo>
                    <a:pt x="614130" y="312136"/>
                  </a:lnTo>
                  <a:lnTo>
                    <a:pt x="616274" y="314280"/>
                  </a:lnTo>
                  <a:lnTo>
                    <a:pt x="618417" y="314280"/>
                  </a:lnTo>
                  <a:lnTo>
                    <a:pt x="622705" y="318568"/>
                  </a:lnTo>
                  <a:lnTo>
                    <a:pt x="624849" y="318568"/>
                  </a:lnTo>
                  <a:lnTo>
                    <a:pt x="629136" y="322855"/>
                  </a:lnTo>
                  <a:lnTo>
                    <a:pt x="631280" y="322855"/>
                  </a:lnTo>
                  <a:lnTo>
                    <a:pt x="635568" y="327143"/>
                  </a:lnTo>
                  <a:lnTo>
                    <a:pt x="637711" y="327143"/>
                  </a:lnTo>
                  <a:lnTo>
                    <a:pt x="641999" y="331431"/>
                  </a:lnTo>
                  <a:lnTo>
                    <a:pt x="644143" y="331431"/>
                  </a:lnTo>
                  <a:lnTo>
                    <a:pt x="648430" y="335718"/>
                  </a:lnTo>
                  <a:lnTo>
                    <a:pt x="650574" y="335718"/>
                  </a:lnTo>
                  <a:lnTo>
                    <a:pt x="654862" y="340006"/>
                  </a:lnTo>
                  <a:lnTo>
                    <a:pt x="657006" y="340006"/>
                  </a:lnTo>
                  <a:lnTo>
                    <a:pt x="661293" y="344293"/>
                  </a:lnTo>
                  <a:lnTo>
                    <a:pt x="663437" y="344293"/>
                  </a:lnTo>
                  <a:lnTo>
                    <a:pt x="665581" y="346437"/>
                  </a:lnTo>
                  <a:lnTo>
                    <a:pt x="667725" y="346437"/>
                  </a:lnTo>
                  <a:lnTo>
                    <a:pt x="672012" y="350725"/>
                  </a:lnTo>
                  <a:lnTo>
                    <a:pt x="674156" y="350725"/>
                  </a:lnTo>
                  <a:lnTo>
                    <a:pt x="678444" y="355012"/>
                  </a:lnTo>
                  <a:lnTo>
                    <a:pt x="680587" y="355012"/>
                  </a:lnTo>
                  <a:lnTo>
                    <a:pt x="684875" y="359300"/>
                  </a:lnTo>
                  <a:lnTo>
                    <a:pt x="687019" y="359300"/>
                  </a:lnTo>
                  <a:lnTo>
                    <a:pt x="691306" y="363587"/>
                  </a:lnTo>
                  <a:lnTo>
                    <a:pt x="693450" y="363587"/>
                  </a:lnTo>
                  <a:lnTo>
                    <a:pt x="697738" y="367875"/>
                  </a:lnTo>
                  <a:lnTo>
                    <a:pt x="699881" y="367875"/>
                  </a:lnTo>
                  <a:lnTo>
                    <a:pt x="704169" y="372163"/>
                  </a:lnTo>
                  <a:lnTo>
                    <a:pt x="706313" y="372163"/>
                  </a:lnTo>
                  <a:lnTo>
                    <a:pt x="710600" y="376450"/>
                  </a:lnTo>
                  <a:lnTo>
                    <a:pt x="712744" y="376450"/>
                  </a:lnTo>
                  <a:lnTo>
                    <a:pt x="714888" y="378594"/>
                  </a:lnTo>
                  <a:lnTo>
                    <a:pt x="717032" y="378594"/>
                  </a:lnTo>
                  <a:lnTo>
                    <a:pt x="721319" y="382882"/>
                  </a:lnTo>
                  <a:lnTo>
                    <a:pt x="723463" y="382882"/>
                  </a:lnTo>
                  <a:lnTo>
                    <a:pt x="727751" y="387169"/>
                  </a:lnTo>
                  <a:lnTo>
                    <a:pt x="729895" y="387169"/>
                  </a:lnTo>
                  <a:lnTo>
                    <a:pt x="734182" y="391457"/>
                  </a:lnTo>
                  <a:lnTo>
                    <a:pt x="736326" y="391457"/>
                  </a:lnTo>
                  <a:lnTo>
                    <a:pt x="740614" y="395744"/>
                  </a:lnTo>
                  <a:lnTo>
                    <a:pt x="742757" y="395744"/>
                  </a:lnTo>
                  <a:lnTo>
                    <a:pt x="747045" y="400032"/>
                  </a:lnTo>
                  <a:lnTo>
                    <a:pt x="749189" y="400032"/>
                  </a:lnTo>
                  <a:lnTo>
                    <a:pt x="753476" y="404320"/>
                  </a:lnTo>
                  <a:lnTo>
                    <a:pt x="755620" y="404320"/>
                  </a:lnTo>
                  <a:lnTo>
                    <a:pt x="759908" y="408607"/>
                  </a:lnTo>
                  <a:lnTo>
                    <a:pt x="762052" y="408607"/>
                  </a:lnTo>
                  <a:lnTo>
                    <a:pt x="764195" y="410751"/>
                  </a:lnTo>
                  <a:lnTo>
                    <a:pt x="766339" y="410751"/>
                  </a:lnTo>
                  <a:lnTo>
                    <a:pt x="770627" y="415039"/>
                  </a:lnTo>
                  <a:lnTo>
                    <a:pt x="772770" y="415039"/>
                  </a:lnTo>
                  <a:lnTo>
                    <a:pt x="777058" y="419326"/>
                  </a:lnTo>
                  <a:lnTo>
                    <a:pt x="779202" y="419326"/>
                  </a:lnTo>
                  <a:lnTo>
                    <a:pt x="783489" y="423614"/>
                  </a:lnTo>
                  <a:lnTo>
                    <a:pt x="785633" y="423614"/>
                  </a:lnTo>
                  <a:lnTo>
                    <a:pt x="789921" y="427901"/>
                  </a:lnTo>
                  <a:lnTo>
                    <a:pt x="792065" y="427901"/>
                  </a:lnTo>
                  <a:lnTo>
                    <a:pt x="796352" y="432189"/>
                  </a:lnTo>
                  <a:lnTo>
                    <a:pt x="798496" y="432189"/>
                  </a:lnTo>
                  <a:lnTo>
                    <a:pt x="802784" y="436476"/>
                  </a:lnTo>
                  <a:lnTo>
                    <a:pt x="804927" y="436476"/>
                  </a:lnTo>
                  <a:lnTo>
                    <a:pt x="809215" y="440764"/>
                  </a:lnTo>
                  <a:lnTo>
                    <a:pt x="811359" y="440764"/>
                  </a:lnTo>
                  <a:lnTo>
                    <a:pt x="813503" y="442908"/>
                  </a:lnTo>
                  <a:lnTo>
                    <a:pt x="815646" y="442908"/>
                  </a:lnTo>
                  <a:lnTo>
                    <a:pt x="819934" y="447195"/>
                  </a:lnTo>
                  <a:lnTo>
                    <a:pt x="822078" y="447195"/>
                  </a:lnTo>
                  <a:lnTo>
                    <a:pt x="826365" y="451483"/>
                  </a:lnTo>
                  <a:lnTo>
                    <a:pt x="828509" y="451483"/>
                  </a:lnTo>
                  <a:lnTo>
                    <a:pt x="832797" y="455771"/>
                  </a:lnTo>
                  <a:lnTo>
                    <a:pt x="834941" y="455771"/>
                  </a:lnTo>
                  <a:lnTo>
                    <a:pt x="839228" y="460058"/>
                  </a:lnTo>
                  <a:lnTo>
                    <a:pt x="841372" y="460058"/>
                  </a:lnTo>
                  <a:lnTo>
                    <a:pt x="845659" y="464346"/>
                  </a:lnTo>
                  <a:lnTo>
                    <a:pt x="847803" y="464346"/>
                  </a:lnTo>
                  <a:lnTo>
                    <a:pt x="852091" y="468633"/>
                  </a:lnTo>
                  <a:lnTo>
                    <a:pt x="854235" y="468633"/>
                  </a:lnTo>
                  <a:lnTo>
                    <a:pt x="858522" y="472921"/>
                  </a:lnTo>
                  <a:lnTo>
                    <a:pt x="860666" y="472921"/>
                  </a:lnTo>
                  <a:lnTo>
                    <a:pt x="862810" y="475065"/>
                  </a:lnTo>
                  <a:lnTo>
                    <a:pt x="864954" y="475065"/>
                  </a:lnTo>
                  <a:lnTo>
                    <a:pt x="869241" y="479352"/>
                  </a:lnTo>
                  <a:lnTo>
                    <a:pt x="871385" y="479352"/>
                  </a:lnTo>
                  <a:lnTo>
                    <a:pt x="875673" y="483640"/>
                  </a:lnTo>
                  <a:lnTo>
                    <a:pt x="877816" y="483640"/>
                  </a:lnTo>
                  <a:lnTo>
                    <a:pt x="882104" y="487928"/>
                  </a:lnTo>
                  <a:lnTo>
                    <a:pt x="884248" y="487928"/>
                  </a:lnTo>
                  <a:lnTo>
                    <a:pt x="888535" y="492215"/>
                  </a:lnTo>
                  <a:lnTo>
                    <a:pt x="890679" y="492215"/>
                  </a:lnTo>
                  <a:lnTo>
                    <a:pt x="894967" y="496503"/>
                  </a:lnTo>
                  <a:lnTo>
                    <a:pt x="897111" y="496503"/>
                  </a:lnTo>
                  <a:lnTo>
                    <a:pt x="901398" y="500790"/>
                  </a:lnTo>
                  <a:lnTo>
                    <a:pt x="903542" y="500790"/>
                  </a:lnTo>
                  <a:lnTo>
                    <a:pt x="907830" y="505078"/>
                  </a:lnTo>
                  <a:lnTo>
                    <a:pt x="909973" y="505078"/>
                  </a:lnTo>
                  <a:lnTo>
                    <a:pt x="912117" y="507222"/>
                  </a:lnTo>
                  <a:lnTo>
                    <a:pt x="914261" y="507222"/>
                  </a:lnTo>
                  <a:lnTo>
                    <a:pt x="918548" y="511509"/>
                  </a:lnTo>
                  <a:lnTo>
                    <a:pt x="920692" y="511509"/>
                  </a:lnTo>
                  <a:lnTo>
                    <a:pt x="924980" y="515797"/>
                  </a:lnTo>
                  <a:lnTo>
                    <a:pt x="927124" y="515797"/>
                  </a:lnTo>
                  <a:lnTo>
                    <a:pt x="931411" y="520084"/>
                  </a:lnTo>
                  <a:lnTo>
                    <a:pt x="933555" y="520084"/>
                  </a:lnTo>
                  <a:lnTo>
                    <a:pt x="937843" y="524372"/>
                  </a:lnTo>
                  <a:lnTo>
                    <a:pt x="939986" y="524372"/>
                  </a:lnTo>
                  <a:lnTo>
                    <a:pt x="944274" y="528660"/>
                  </a:lnTo>
                  <a:lnTo>
                    <a:pt x="946418" y="528660"/>
                  </a:lnTo>
                  <a:lnTo>
                    <a:pt x="950705" y="532947"/>
                  </a:lnTo>
                  <a:lnTo>
                    <a:pt x="952849" y="532947"/>
                  </a:lnTo>
                  <a:lnTo>
                    <a:pt x="957137" y="537235"/>
                  </a:lnTo>
                  <a:lnTo>
                    <a:pt x="959281" y="537235"/>
                  </a:lnTo>
                  <a:lnTo>
                    <a:pt x="961424" y="539379"/>
                  </a:lnTo>
                  <a:lnTo>
                    <a:pt x="963568" y="539379"/>
                  </a:lnTo>
                  <a:lnTo>
                    <a:pt x="967856" y="543666"/>
                  </a:lnTo>
                  <a:lnTo>
                    <a:pt x="970000" y="543666"/>
                  </a:lnTo>
                  <a:lnTo>
                    <a:pt x="974287" y="547954"/>
                  </a:lnTo>
                  <a:lnTo>
                    <a:pt x="976431" y="547954"/>
                  </a:lnTo>
                  <a:lnTo>
                    <a:pt x="980718" y="552241"/>
                  </a:lnTo>
                  <a:lnTo>
                    <a:pt x="982862" y="552241"/>
                  </a:lnTo>
                  <a:lnTo>
                    <a:pt x="987150" y="556529"/>
                  </a:lnTo>
                  <a:lnTo>
                    <a:pt x="989294" y="556529"/>
                  </a:lnTo>
                  <a:lnTo>
                    <a:pt x="993581" y="560817"/>
                  </a:lnTo>
                  <a:lnTo>
                    <a:pt x="995725" y="560817"/>
                  </a:lnTo>
                  <a:lnTo>
                    <a:pt x="1000013" y="565104"/>
                  </a:lnTo>
                  <a:lnTo>
                    <a:pt x="1002156" y="565104"/>
                  </a:lnTo>
                  <a:lnTo>
                    <a:pt x="1006444" y="569392"/>
                  </a:lnTo>
                  <a:lnTo>
                    <a:pt x="1008588" y="569392"/>
                  </a:lnTo>
                  <a:lnTo>
                    <a:pt x="1010732" y="571535"/>
                  </a:lnTo>
                  <a:lnTo>
                    <a:pt x="1012875" y="571535"/>
                  </a:lnTo>
                  <a:lnTo>
                    <a:pt x="1017163" y="575823"/>
                  </a:lnTo>
                  <a:lnTo>
                    <a:pt x="1019307" y="575823"/>
                  </a:lnTo>
                  <a:lnTo>
                    <a:pt x="1023594" y="580111"/>
                  </a:lnTo>
                  <a:lnTo>
                    <a:pt x="1025738" y="580111"/>
                  </a:lnTo>
                  <a:lnTo>
                    <a:pt x="1030026" y="584398"/>
                  </a:lnTo>
                  <a:lnTo>
                    <a:pt x="1032170" y="584398"/>
                  </a:lnTo>
                  <a:lnTo>
                    <a:pt x="1036457" y="588686"/>
                  </a:lnTo>
                  <a:lnTo>
                    <a:pt x="1038601" y="588686"/>
                  </a:lnTo>
                  <a:lnTo>
                    <a:pt x="1042889" y="592973"/>
                  </a:lnTo>
                  <a:lnTo>
                    <a:pt x="1045032" y="592973"/>
                  </a:lnTo>
                  <a:lnTo>
                    <a:pt x="1049320" y="597261"/>
                  </a:lnTo>
                  <a:lnTo>
                    <a:pt x="1051464" y="597261"/>
                  </a:lnTo>
                  <a:lnTo>
                    <a:pt x="1055751" y="601549"/>
                  </a:lnTo>
                  <a:lnTo>
                    <a:pt x="1057895" y="601549"/>
                  </a:lnTo>
                  <a:lnTo>
                    <a:pt x="1062183" y="605836"/>
                  </a:lnTo>
                  <a:lnTo>
                    <a:pt x="1064326" y="605836"/>
                  </a:lnTo>
                  <a:lnTo>
                    <a:pt x="1066470" y="607980"/>
                  </a:lnTo>
                  <a:lnTo>
                    <a:pt x="1068614" y="607980"/>
                  </a:lnTo>
                  <a:lnTo>
                    <a:pt x="1072902" y="612268"/>
                  </a:lnTo>
                  <a:lnTo>
                    <a:pt x="1075045" y="612268"/>
                  </a:lnTo>
                  <a:lnTo>
                    <a:pt x="1079333" y="616555"/>
                  </a:lnTo>
                  <a:lnTo>
                    <a:pt x="1081477" y="616555"/>
                  </a:lnTo>
                  <a:lnTo>
                    <a:pt x="1085764" y="620843"/>
                  </a:lnTo>
                  <a:lnTo>
                    <a:pt x="1087908" y="620843"/>
                  </a:lnTo>
                  <a:lnTo>
                    <a:pt x="1092196" y="625130"/>
                  </a:lnTo>
                  <a:lnTo>
                    <a:pt x="1094340" y="625130"/>
                  </a:lnTo>
                  <a:lnTo>
                    <a:pt x="1097194" y="627985"/>
                  </a:lnTo>
                  <a:lnTo>
                    <a:pt x="1100048" y="625130"/>
                  </a:lnTo>
                  <a:lnTo>
                    <a:pt x="1105059" y="625130"/>
                  </a:lnTo>
                  <a:lnTo>
                    <a:pt x="1109346" y="629418"/>
                  </a:lnTo>
                  <a:lnTo>
                    <a:pt x="1111490" y="629418"/>
                  </a:lnTo>
                  <a:lnTo>
                    <a:pt x="1115778" y="633706"/>
                  </a:lnTo>
                  <a:lnTo>
                    <a:pt x="1117921" y="633706"/>
                  </a:lnTo>
                  <a:lnTo>
                    <a:pt x="1122209" y="637993"/>
                  </a:lnTo>
                  <a:lnTo>
                    <a:pt x="1124353" y="637993"/>
                  </a:lnTo>
                  <a:lnTo>
                    <a:pt x="1128640" y="642281"/>
                  </a:lnTo>
                  <a:lnTo>
                    <a:pt x="1130784" y="642281"/>
                  </a:lnTo>
                  <a:lnTo>
                    <a:pt x="1132928" y="644424"/>
                  </a:lnTo>
                  <a:lnTo>
                    <a:pt x="1135072" y="644424"/>
                  </a:lnTo>
                  <a:lnTo>
                    <a:pt x="1137215" y="646568"/>
                  </a:lnTo>
                  <a:lnTo>
                    <a:pt x="1145791" y="646568"/>
                  </a:lnTo>
                  <a:lnTo>
                    <a:pt x="1147934" y="648712"/>
                  </a:lnTo>
                  <a:lnTo>
                    <a:pt x="1150078" y="648712"/>
                  </a:lnTo>
                  <a:lnTo>
                    <a:pt x="1154366" y="653000"/>
                  </a:lnTo>
                  <a:lnTo>
                    <a:pt x="1156510" y="653000"/>
                  </a:lnTo>
                  <a:lnTo>
                    <a:pt x="1160797" y="657287"/>
                  </a:lnTo>
                  <a:lnTo>
                    <a:pt x="1162941" y="657287"/>
                  </a:lnTo>
                  <a:lnTo>
                    <a:pt x="1167229" y="661575"/>
                  </a:lnTo>
                  <a:lnTo>
                    <a:pt x="1169372" y="661575"/>
                  </a:lnTo>
                  <a:lnTo>
                    <a:pt x="1173660" y="665862"/>
                  </a:lnTo>
                  <a:lnTo>
                    <a:pt x="1175804" y="665862"/>
                  </a:lnTo>
                  <a:lnTo>
                    <a:pt x="1177948" y="668006"/>
                  </a:lnTo>
                  <a:lnTo>
                    <a:pt x="1180091" y="668006"/>
                  </a:lnTo>
                  <a:lnTo>
                    <a:pt x="1184379" y="672294"/>
                  </a:lnTo>
                  <a:lnTo>
                    <a:pt x="1186523" y="672294"/>
                  </a:lnTo>
                  <a:lnTo>
                    <a:pt x="1190810" y="676581"/>
                  </a:lnTo>
                  <a:lnTo>
                    <a:pt x="1192954" y="676581"/>
                  </a:lnTo>
                  <a:lnTo>
                    <a:pt x="1197242" y="680869"/>
                  </a:lnTo>
                  <a:lnTo>
                    <a:pt x="1199385" y="680869"/>
                  </a:lnTo>
                  <a:lnTo>
                    <a:pt x="1203673" y="685157"/>
                  </a:lnTo>
                  <a:lnTo>
                    <a:pt x="1205817" y="685157"/>
                  </a:lnTo>
                  <a:lnTo>
                    <a:pt x="1210104" y="689444"/>
                  </a:lnTo>
                  <a:lnTo>
                    <a:pt x="1212248" y="689444"/>
                  </a:lnTo>
                  <a:lnTo>
                    <a:pt x="1216536" y="693732"/>
                  </a:lnTo>
                  <a:lnTo>
                    <a:pt x="1218680" y="693732"/>
                  </a:lnTo>
                  <a:lnTo>
                    <a:pt x="1222967" y="698019"/>
                  </a:lnTo>
                  <a:lnTo>
                    <a:pt x="1225111" y="698019"/>
                  </a:lnTo>
                  <a:lnTo>
                    <a:pt x="1227255" y="700163"/>
                  </a:lnTo>
                  <a:lnTo>
                    <a:pt x="1229399" y="700163"/>
                  </a:lnTo>
                  <a:lnTo>
                    <a:pt x="1233686" y="704451"/>
                  </a:lnTo>
                  <a:lnTo>
                    <a:pt x="1235830" y="704451"/>
                  </a:lnTo>
                  <a:lnTo>
                    <a:pt x="1240118" y="708738"/>
                  </a:lnTo>
                  <a:lnTo>
                    <a:pt x="1242261" y="708738"/>
                  </a:lnTo>
                  <a:lnTo>
                    <a:pt x="1246549" y="713026"/>
                  </a:lnTo>
                  <a:lnTo>
                    <a:pt x="1248693" y="713026"/>
                  </a:lnTo>
                  <a:lnTo>
                    <a:pt x="1252980" y="717313"/>
                  </a:lnTo>
                  <a:lnTo>
                    <a:pt x="1255124" y="717313"/>
                  </a:lnTo>
                  <a:lnTo>
                    <a:pt x="1259412" y="721601"/>
                  </a:lnTo>
                  <a:lnTo>
                    <a:pt x="1269408" y="721601"/>
                  </a:lnTo>
                  <a:lnTo>
                    <a:pt x="1275129" y="715880"/>
                  </a:lnTo>
                  <a:lnTo>
                    <a:pt x="1276562" y="717313"/>
                  </a:lnTo>
                  <a:lnTo>
                    <a:pt x="1278706" y="717313"/>
                  </a:lnTo>
                  <a:lnTo>
                    <a:pt x="1282993" y="721601"/>
                  </a:lnTo>
                  <a:lnTo>
                    <a:pt x="1285137" y="721601"/>
                  </a:lnTo>
                  <a:lnTo>
                    <a:pt x="1289425" y="725889"/>
                  </a:lnTo>
                  <a:lnTo>
                    <a:pt x="1291569" y="725889"/>
                  </a:lnTo>
                  <a:lnTo>
                    <a:pt x="1295856" y="730176"/>
                  </a:lnTo>
                  <a:lnTo>
                    <a:pt x="1298000" y="730176"/>
                  </a:lnTo>
                  <a:lnTo>
                    <a:pt x="1302288" y="734464"/>
                  </a:lnTo>
                  <a:lnTo>
                    <a:pt x="1304431" y="734464"/>
                  </a:lnTo>
                  <a:lnTo>
                    <a:pt x="1308719" y="738751"/>
                  </a:lnTo>
                  <a:lnTo>
                    <a:pt x="1310863" y="738751"/>
                  </a:lnTo>
                  <a:lnTo>
                    <a:pt x="1315150" y="743039"/>
                  </a:lnTo>
                  <a:lnTo>
                    <a:pt x="1317294" y="743039"/>
                  </a:lnTo>
                  <a:lnTo>
                    <a:pt x="1319438" y="745183"/>
                  </a:lnTo>
                  <a:lnTo>
                    <a:pt x="1321582" y="745183"/>
                  </a:lnTo>
                  <a:lnTo>
                    <a:pt x="1325869" y="749470"/>
                  </a:lnTo>
                  <a:lnTo>
                    <a:pt x="1328013" y="749470"/>
                  </a:lnTo>
                  <a:lnTo>
                    <a:pt x="1332301" y="753758"/>
                  </a:lnTo>
                  <a:lnTo>
                    <a:pt x="1334445" y="753758"/>
                  </a:lnTo>
                  <a:lnTo>
                    <a:pt x="1338732" y="758046"/>
                  </a:lnTo>
                  <a:lnTo>
                    <a:pt x="1340876" y="758046"/>
                  </a:lnTo>
                  <a:lnTo>
                    <a:pt x="1345163" y="762333"/>
                  </a:lnTo>
                  <a:lnTo>
                    <a:pt x="1347307" y="762333"/>
                  </a:lnTo>
                  <a:lnTo>
                    <a:pt x="1351595" y="766621"/>
                  </a:lnTo>
                  <a:lnTo>
                    <a:pt x="1353739" y="766621"/>
                  </a:lnTo>
                  <a:lnTo>
                    <a:pt x="1358026" y="770908"/>
                  </a:lnTo>
                  <a:lnTo>
                    <a:pt x="1360170" y="770908"/>
                  </a:lnTo>
                  <a:lnTo>
                    <a:pt x="1364458" y="775196"/>
                  </a:lnTo>
                  <a:lnTo>
                    <a:pt x="1374454" y="775196"/>
                  </a:lnTo>
                  <a:lnTo>
                    <a:pt x="1377602" y="772047"/>
                  </a:lnTo>
                  <a:lnTo>
                    <a:pt x="1377602" y="769904"/>
                  </a:lnTo>
                  <a:lnTo>
                    <a:pt x="1379746" y="767760"/>
                  </a:lnTo>
                  <a:lnTo>
                    <a:pt x="1379746" y="763472"/>
                  </a:lnTo>
                  <a:lnTo>
                    <a:pt x="1380175" y="763044"/>
                  </a:lnTo>
                  <a:lnTo>
                    <a:pt x="1381608" y="764477"/>
                  </a:lnTo>
                  <a:lnTo>
                    <a:pt x="1383752" y="764477"/>
                  </a:lnTo>
                  <a:lnTo>
                    <a:pt x="1388039" y="768765"/>
                  </a:lnTo>
                  <a:lnTo>
                    <a:pt x="1390183" y="768765"/>
                  </a:lnTo>
                  <a:lnTo>
                    <a:pt x="1394471" y="773052"/>
                  </a:lnTo>
                  <a:lnTo>
                    <a:pt x="1396615" y="773052"/>
                  </a:lnTo>
                  <a:lnTo>
                    <a:pt x="1398758" y="775196"/>
                  </a:lnTo>
                  <a:lnTo>
                    <a:pt x="1400902" y="775196"/>
                  </a:lnTo>
                  <a:lnTo>
                    <a:pt x="1405190" y="779483"/>
                  </a:lnTo>
                  <a:lnTo>
                    <a:pt x="1407334" y="779483"/>
                  </a:lnTo>
                  <a:lnTo>
                    <a:pt x="1411621" y="783771"/>
                  </a:lnTo>
                  <a:lnTo>
                    <a:pt x="1413765" y="783771"/>
                  </a:lnTo>
                  <a:lnTo>
                    <a:pt x="1418052" y="788059"/>
                  </a:lnTo>
                  <a:lnTo>
                    <a:pt x="1420196" y="788059"/>
                  </a:lnTo>
                  <a:lnTo>
                    <a:pt x="1424484" y="792346"/>
                  </a:lnTo>
                  <a:lnTo>
                    <a:pt x="1426628" y="792346"/>
                  </a:lnTo>
                  <a:lnTo>
                    <a:pt x="1427767" y="793485"/>
                  </a:lnTo>
                  <a:lnTo>
                    <a:pt x="1427767" y="811359"/>
                  </a:lnTo>
                  <a:lnTo>
                    <a:pt x="1425623" y="813503"/>
                  </a:lnTo>
                  <a:lnTo>
                    <a:pt x="1425623" y="828509"/>
                  </a:lnTo>
                  <a:lnTo>
                    <a:pt x="1423761" y="829648"/>
                  </a:lnTo>
                  <a:lnTo>
                    <a:pt x="1421617" y="827504"/>
                  </a:lnTo>
                  <a:lnTo>
                    <a:pt x="1419473" y="827504"/>
                  </a:lnTo>
                  <a:lnTo>
                    <a:pt x="1415186" y="823217"/>
                  </a:lnTo>
                  <a:lnTo>
                    <a:pt x="1413042" y="823217"/>
                  </a:lnTo>
                  <a:lnTo>
                    <a:pt x="1410898" y="821073"/>
                  </a:lnTo>
                  <a:lnTo>
                    <a:pt x="1408754" y="821073"/>
                  </a:lnTo>
                  <a:lnTo>
                    <a:pt x="1404467" y="816786"/>
                  </a:lnTo>
                  <a:lnTo>
                    <a:pt x="1402323" y="816786"/>
                  </a:lnTo>
                  <a:lnTo>
                    <a:pt x="1398035" y="812498"/>
                  </a:lnTo>
                  <a:lnTo>
                    <a:pt x="1395892" y="812498"/>
                  </a:lnTo>
                  <a:lnTo>
                    <a:pt x="1393748" y="810354"/>
                  </a:lnTo>
                  <a:lnTo>
                    <a:pt x="1391604" y="810354"/>
                  </a:lnTo>
                  <a:lnTo>
                    <a:pt x="1387316" y="806067"/>
                  </a:lnTo>
                  <a:lnTo>
                    <a:pt x="1385173" y="806067"/>
                  </a:lnTo>
                  <a:lnTo>
                    <a:pt x="1380885" y="801779"/>
                  </a:lnTo>
                  <a:lnTo>
                    <a:pt x="1378741" y="801779"/>
                  </a:lnTo>
                  <a:lnTo>
                    <a:pt x="1376597" y="799635"/>
                  </a:lnTo>
                  <a:lnTo>
                    <a:pt x="1374454" y="799635"/>
                  </a:lnTo>
                  <a:lnTo>
                    <a:pt x="1370166" y="795348"/>
                  </a:lnTo>
                  <a:lnTo>
                    <a:pt x="1368022" y="795348"/>
                  </a:lnTo>
                  <a:lnTo>
                    <a:pt x="1363735" y="791060"/>
                  </a:lnTo>
                  <a:lnTo>
                    <a:pt x="1361591" y="791060"/>
                  </a:lnTo>
                  <a:lnTo>
                    <a:pt x="1357303" y="786772"/>
                  </a:lnTo>
                  <a:lnTo>
                    <a:pt x="1355159" y="786772"/>
                  </a:lnTo>
                  <a:lnTo>
                    <a:pt x="1353016" y="784629"/>
                  </a:lnTo>
                  <a:lnTo>
                    <a:pt x="1350872" y="784629"/>
                  </a:lnTo>
                  <a:lnTo>
                    <a:pt x="1346584" y="780341"/>
                  </a:lnTo>
                  <a:lnTo>
                    <a:pt x="1344440" y="780341"/>
                  </a:lnTo>
                  <a:lnTo>
                    <a:pt x="1340153" y="776053"/>
                  </a:lnTo>
                  <a:lnTo>
                    <a:pt x="1338009" y="776053"/>
                  </a:lnTo>
                  <a:lnTo>
                    <a:pt x="1335865" y="773910"/>
                  </a:lnTo>
                  <a:lnTo>
                    <a:pt x="1333721" y="773910"/>
                  </a:lnTo>
                  <a:lnTo>
                    <a:pt x="1329434" y="769622"/>
                  </a:lnTo>
                  <a:lnTo>
                    <a:pt x="1327290" y="769622"/>
                  </a:lnTo>
                  <a:lnTo>
                    <a:pt x="1323003" y="765334"/>
                  </a:lnTo>
                  <a:lnTo>
                    <a:pt x="1320859" y="765334"/>
                  </a:lnTo>
                  <a:lnTo>
                    <a:pt x="1316571" y="761047"/>
                  </a:lnTo>
                  <a:lnTo>
                    <a:pt x="1314427" y="761047"/>
                  </a:lnTo>
                  <a:lnTo>
                    <a:pt x="1312284" y="758903"/>
                  </a:lnTo>
                  <a:lnTo>
                    <a:pt x="1310140" y="758903"/>
                  </a:lnTo>
                  <a:lnTo>
                    <a:pt x="1305852" y="754615"/>
                  </a:lnTo>
                  <a:lnTo>
                    <a:pt x="1303708" y="754615"/>
                  </a:lnTo>
                  <a:lnTo>
                    <a:pt x="1299421" y="750328"/>
                  </a:lnTo>
                  <a:lnTo>
                    <a:pt x="1297277" y="750328"/>
                  </a:lnTo>
                  <a:lnTo>
                    <a:pt x="1295133" y="748184"/>
                  </a:lnTo>
                  <a:lnTo>
                    <a:pt x="1292989" y="748184"/>
                  </a:lnTo>
                  <a:lnTo>
                    <a:pt x="1288702" y="743897"/>
                  </a:lnTo>
                  <a:lnTo>
                    <a:pt x="1286558" y="743897"/>
                  </a:lnTo>
                  <a:lnTo>
                    <a:pt x="1282270" y="739609"/>
                  </a:lnTo>
                  <a:lnTo>
                    <a:pt x="1280127" y="739609"/>
                  </a:lnTo>
                  <a:lnTo>
                    <a:pt x="1275839" y="735321"/>
                  </a:lnTo>
                  <a:lnTo>
                    <a:pt x="1273695" y="735321"/>
                  </a:lnTo>
                  <a:lnTo>
                    <a:pt x="1271551" y="733178"/>
                  </a:lnTo>
                  <a:lnTo>
                    <a:pt x="1269408" y="733178"/>
                  </a:lnTo>
                  <a:lnTo>
                    <a:pt x="1265120" y="728890"/>
                  </a:lnTo>
                  <a:lnTo>
                    <a:pt x="1262976" y="728890"/>
                  </a:lnTo>
                  <a:lnTo>
                    <a:pt x="1258689" y="724602"/>
                  </a:lnTo>
                  <a:lnTo>
                    <a:pt x="1256545" y="724602"/>
                  </a:lnTo>
                  <a:lnTo>
                    <a:pt x="1254401" y="722459"/>
                  </a:lnTo>
                  <a:lnTo>
                    <a:pt x="1252257" y="722459"/>
                  </a:lnTo>
                  <a:lnTo>
                    <a:pt x="1247970" y="718171"/>
                  </a:lnTo>
                  <a:lnTo>
                    <a:pt x="1245826" y="718171"/>
                  </a:lnTo>
                  <a:lnTo>
                    <a:pt x="1241538" y="713883"/>
                  </a:lnTo>
                  <a:lnTo>
                    <a:pt x="1239395" y="713883"/>
                  </a:lnTo>
                  <a:lnTo>
                    <a:pt x="1237251" y="711740"/>
                  </a:lnTo>
                  <a:lnTo>
                    <a:pt x="1235107" y="711740"/>
                  </a:lnTo>
                  <a:lnTo>
                    <a:pt x="1230819" y="707452"/>
                  </a:lnTo>
                  <a:lnTo>
                    <a:pt x="1228676" y="707452"/>
                  </a:lnTo>
                  <a:lnTo>
                    <a:pt x="1224388" y="703164"/>
                  </a:lnTo>
                  <a:lnTo>
                    <a:pt x="1222244" y="703164"/>
                  </a:lnTo>
                  <a:lnTo>
                    <a:pt x="1217957" y="698877"/>
                  </a:lnTo>
                  <a:lnTo>
                    <a:pt x="1215813" y="698877"/>
                  </a:lnTo>
                  <a:lnTo>
                    <a:pt x="1213669" y="696733"/>
                  </a:lnTo>
                  <a:lnTo>
                    <a:pt x="1211525" y="696733"/>
                  </a:lnTo>
                  <a:lnTo>
                    <a:pt x="1207238" y="692445"/>
                  </a:lnTo>
                  <a:lnTo>
                    <a:pt x="1205094" y="692445"/>
                  </a:lnTo>
                  <a:lnTo>
                    <a:pt x="1200806" y="688158"/>
                  </a:lnTo>
                  <a:lnTo>
                    <a:pt x="1198662" y="688158"/>
                  </a:lnTo>
                  <a:lnTo>
                    <a:pt x="1196519" y="686014"/>
                  </a:lnTo>
                  <a:lnTo>
                    <a:pt x="1194375" y="686014"/>
                  </a:lnTo>
                  <a:lnTo>
                    <a:pt x="1190087" y="681726"/>
                  </a:lnTo>
                  <a:lnTo>
                    <a:pt x="1187944" y="681726"/>
                  </a:lnTo>
                  <a:lnTo>
                    <a:pt x="1183656" y="677439"/>
                  </a:lnTo>
                  <a:lnTo>
                    <a:pt x="1181512" y="677439"/>
                  </a:lnTo>
                  <a:lnTo>
                    <a:pt x="1177225" y="673151"/>
                  </a:lnTo>
                  <a:lnTo>
                    <a:pt x="1175081" y="673151"/>
                  </a:lnTo>
                  <a:lnTo>
                    <a:pt x="1172937" y="671008"/>
                  </a:lnTo>
                  <a:lnTo>
                    <a:pt x="1170793" y="671008"/>
                  </a:lnTo>
                  <a:lnTo>
                    <a:pt x="1166506" y="666720"/>
                  </a:lnTo>
                  <a:lnTo>
                    <a:pt x="1164362" y="666720"/>
                  </a:lnTo>
                  <a:lnTo>
                    <a:pt x="1160074" y="662432"/>
                  </a:lnTo>
                  <a:lnTo>
                    <a:pt x="1157930" y="662432"/>
                  </a:lnTo>
                  <a:lnTo>
                    <a:pt x="1155787" y="660289"/>
                  </a:lnTo>
                  <a:lnTo>
                    <a:pt x="1153643" y="660289"/>
                  </a:lnTo>
                  <a:lnTo>
                    <a:pt x="1149355" y="656001"/>
                  </a:lnTo>
                  <a:lnTo>
                    <a:pt x="1147211" y="656001"/>
                  </a:lnTo>
                  <a:lnTo>
                    <a:pt x="1142924" y="651713"/>
                  </a:lnTo>
                  <a:lnTo>
                    <a:pt x="1140780" y="651713"/>
                  </a:lnTo>
                  <a:lnTo>
                    <a:pt x="1136492" y="647426"/>
                  </a:lnTo>
                  <a:lnTo>
                    <a:pt x="1134349" y="647426"/>
                  </a:lnTo>
                  <a:lnTo>
                    <a:pt x="1132205" y="645282"/>
                  </a:lnTo>
                  <a:lnTo>
                    <a:pt x="1130061" y="645282"/>
                  </a:lnTo>
                  <a:lnTo>
                    <a:pt x="1125773" y="640994"/>
                  </a:lnTo>
                  <a:lnTo>
                    <a:pt x="1123630" y="640994"/>
                  </a:lnTo>
                  <a:lnTo>
                    <a:pt x="1119342" y="636707"/>
                  </a:lnTo>
                  <a:lnTo>
                    <a:pt x="1117198" y="636707"/>
                  </a:lnTo>
                  <a:lnTo>
                    <a:pt x="1115055" y="634563"/>
                  </a:lnTo>
                  <a:lnTo>
                    <a:pt x="1112911" y="634563"/>
                  </a:lnTo>
                  <a:lnTo>
                    <a:pt x="1108623" y="630275"/>
                  </a:lnTo>
                  <a:lnTo>
                    <a:pt x="1102915" y="630275"/>
                  </a:lnTo>
                  <a:lnTo>
                    <a:pt x="1100771" y="632419"/>
                  </a:lnTo>
                  <a:lnTo>
                    <a:pt x="1098627" y="632419"/>
                  </a:lnTo>
                  <a:lnTo>
                    <a:pt x="1097194" y="633853"/>
                  </a:lnTo>
                  <a:lnTo>
                    <a:pt x="1095760" y="632419"/>
                  </a:lnTo>
                  <a:lnTo>
                    <a:pt x="1093617" y="632419"/>
                  </a:lnTo>
                  <a:lnTo>
                    <a:pt x="1091473" y="630275"/>
                  </a:lnTo>
                  <a:lnTo>
                    <a:pt x="1089329" y="630275"/>
                  </a:lnTo>
                  <a:lnTo>
                    <a:pt x="1085041" y="625988"/>
                  </a:lnTo>
                  <a:lnTo>
                    <a:pt x="1082898" y="625988"/>
                  </a:lnTo>
                  <a:lnTo>
                    <a:pt x="1078610" y="621700"/>
                  </a:lnTo>
                  <a:lnTo>
                    <a:pt x="1076466" y="621700"/>
                  </a:lnTo>
                  <a:lnTo>
                    <a:pt x="1074322" y="619556"/>
                  </a:lnTo>
                  <a:lnTo>
                    <a:pt x="1072179" y="619556"/>
                  </a:lnTo>
                  <a:lnTo>
                    <a:pt x="1067891" y="615269"/>
                  </a:lnTo>
                  <a:lnTo>
                    <a:pt x="1065747" y="615269"/>
                  </a:lnTo>
                  <a:lnTo>
                    <a:pt x="1061460" y="610981"/>
                  </a:lnTo>
                  <a:lnTo>
                    <a:pt x="1059316" y="610981"/>
                  </a:lnTo>
                  <a:lnTo>
                    <a:pt x="1055028" y="606694"/>
                  </a:lnTo>
                  <a:lnTo>
                    <a:pt x="1052884" y="606694"/>
                  </a:lnTo>
                  <a:lnTo>
                    <a:pt x="1050741" y="604550"/>
                  </a:lnTo>
                  <a:lnTo>
                    <a:pt x="1048597" y="604550"/>
                  </a:lnTo>
                  <a:lnTo>
                    <a:pt x="1044309" y="600262"/>
                  </a:lnTo>
                  <a:lnTo>
                    <a:pt x="1042166" y="600262"/>
                  </a:lnTo>
                  <a:lnTo>
                    <a:pt x="1037878" y="595975"/>
                  </a:lnTo>
                  <a:lnTo>
                    <a:pt x="1035734" y="595975"/>
                  </a:lnTo>
                  <a:lnTo>
                    <a:pt x="1033590" y="593831"/>
                  </a:lnTo>
                  <a:lnTo>
                    <a:pt x="1031447" y="593831"/>
                  </a:lnTo>
                  <a:lnTo>
                    <a:pt x="1027159" y="589543"/>
                  </a:lnTo>
                  <a:lnTo>
                    <a:pt x="1025015" y="589543"/>
                  </a:lnTo>
                  <a:lnTo>
                    <a:pt x="1020728" y="585256"/>
                  </a:lnTo>
                  <a:lnTo>
                    <a:pt x="1018584" y="585256"/>
                  </a:lnTo>
                  <a:lnTo>
                    <a:pt x="1014296" y="580968"/>
                  </a:lnTo>
                  <a:lnTo>
                    <a:pt x="1012152" y="580968"/>
                  </a:lnTo>
                  <a:lnTo>
                    <a:pt x="1010009" y="578824"/>
                  </a:lnTo>
                  <a:lnTo>
                    <a:pt x="1007865" y="578824"/>
                  </a:lnTo>
                  <a:lnTo>
                    <a:pt x="1003577" y="574537"/>
                  </a:lnTo>
                  <a:lnTo>
                    <a:pt x="1001433" y="574537"/>
                  </a:lnTo>
                  <a:lnTo>
                    <a:pt x="997146" y="570249"/>
                  </a:lnTo>
                  <a:lnTo>
                    <a:pt x="995002" y="570249"/>
                  </a:lnTo>
                  <a:lnTo>
                    <a:pt x="992858" y="568105"/>
                  </a:lnTo>
                  <a:lnTo>
                    <a:pt x="990714" y="568105"/>
                  </a:lnTo>
                  <a:lnTo>
                    <a:pt x="986427" y="563818"/>
                  </a:lnTo>
                  <a:lnTo>
                    <a:pt x="984283" y="563818"/>
                  </a:lnTo>
                  <a:lnTo>
                    <a:pt x="979995" y="559530"/>
                  </a:lnTo>
                  <a:lnTo>
                    <a:pt x="977852" y="559530"/>
                  </a:lnTo>
                  <a:lnTo>
                    <a:pt x="975708" y="557386"/>
                  </a:lnTo>
                  <a:lnTo>
                    <a:pt x="973564" y="557386"/>
                  </a:lnTo>
                  <a:lnTo>
                    <a:pt x="969277" y="553099"/>
                  </a:lnTo>
                  <a:lnTo>
                    <a:pt x="967133" y="553099"/>
                  </a:lnTo>
                  <a:lnTo>
                    <a:pt x="962845" y="548811"/>
                  </a:lnTo>
                  <a:lnTo>
                    <a:pt x="954993" y="548811"/>
                  </a:lnTo>
                  <a:lnTo>
                    <a:pt x="951845" y="551960"/>
                  </a:lnTo>
                  <a:lnTo>
                    <a:pt x="951845" y="554103"/>
                  </a:lnTo>
                  <a:lnTo>
                    <a:pt x="949701" y="556247"/>
                  </a:lnTo>
                  <a:lnTo>
                    <a:pt x="949701" y="560535"/>
                  </a:lnTo>
                  <a:lnTo>
                    <a:pt x="947557" y="562679"/>
                  </a:lnTo>
                  <a:lnTo>
                    <a:pt x="947557" y="566966"/>
                  </a:lnTo>
                  <a:lnTo>
                    <a:pt x="946418" y="568105"/>
                  </a:lnTo>
                  <a:lnTo>
                    <a:pt x="943551" y="568105"/>
                  </a:lnTo>
                  <a:lnTo>
                    <a:pt x="939263" y="563818"/>
                  </a:lnTo>
                  <a:lnTo>
                    <a:pt x="937120" y="563818"/>
                  </a:lnTo>
                  <a:lnTo>
                    <a:pt x="932832" y="559530"/>
                  </a:lnTo>
                  <a:lnTo>
                    <a:pt x="930688" y="559530"/>
                  </a:lnTo>
                  <a:lnTo>
                    <a:pt x="926401" y="555243"/>
                  </a:lnTo>
                  <a:lnTo>
                    <a:pt x="924257" y="555243"/>
                  </a:lnTo>
                  <a:lnTo>
                    <a:pt x="922113" y="553099"/>
                  </a:lnTo>
                  <a:lnTo>
                    <a:pt x="919969" y="553099"/>
                  </a:lnTo>
                  <a:lnTo>
                    <a:pt x="915682" y="548811"/>
                  </a:lnTo>
                  <a:lnTo>
                    <a:pt x="913538" y="548811"/>
                  </a:lnTo>
                  <a:lnTo>
                    <a:pt x="909250" y="544524"/>
                  </a:lnTo>
                  <a:lnTo>
                    <a:pt x="907106" y="544524"/>
                  </a:lnTo>
                  <a:lnTo>
                    <a:pt x="904963" y="542380"/>
                  </a:lnTo>
                  <a:lnTo>
                    <a:pt x="902819" y="542380"/>
                  </a:lnTo>
                  <a:lnTo>
                    <a:pt x="898531" y="538092"/>
                  </a:lnTo>
                  <a:lnTo>
                    <a:pt x="896388" y="538092"/>
                  </a:lnTo>
                  <a:lnTo>
                    <a:pt x="892100" y="533805"/>
                  </a:lnTo>
                  <a:lnTo>
                    <a:pt x="889956" y="533805"/>
                  </a:lnTo>
                  <a:lnTo>
                    <a:pt x="885669" y="529517"/>
                  </a:lnTo>
                  <a:lnTo>
                    <a:pt x="883525" y="529517"/>
                  </a:lnTo>
                  <a:lnTo>
                    <a:pt x="881381" y="527373"/>
                  </a:lnTo>
                  <a:lnTo>
                    <a:pt x="879237" y="527373"/>
                  </a:lnTo>
                  <a:lnTo>
                    <a:pt x="874950" y="523086"/>
                  </a:lnTo>
                  <a:lnTo>
                    <a:pt x="872806" y="523086"/>
                  </a:lnTo>
                  <a:lnTo>
                    <a:pt x="868518" y="518798"/>
                  </a:lnTo>
                  <a:lnTo>
                    <a:pt x="866374" y="518798"/>
                  </a:lnTo>
                  <a:lnTo>
                    <a:pt x="864231" y="516654"/>
                  </a:lnTo>
                  <a:lnTo>
                    <a:pt x="862087" y="516654"/>
                  </a:lnTo>
                  <a:lnTo>
                    <a:pt x="857799" y="512367"/>
                  </a:lnTo>
                  <a:lnTo>
                    <a:pt x="855655" y="512367"/>
                  </a:lnTo>
                  <a:lnTo>
                    <a:pt x="851368" y="508079"/>
                  </a:lnTo>
                  <a:lnTo>
                    <a:pt x="849224" y="508079"/>
                  </a:lnTo>
                  <a:lnTo>
                    <a:pt x="844936" y="503792"/>
                  </a:lnTo>
                  <a:lnTo>
                    <a:pt x="842793" y="503792"/>
                  </a:lnTo>
                  <a:lnTo>
                    <a:pt x="840649" y="501648"/>
                  </a:lnTo>
                  <a:lnTo>
                    <a:pt x="838505" y="501648"/>
                  </a:lnTo>
                  <a:lnTo>
                    <a:pt x="834217" y="497360"/>
                  </a:lnTo>
                  <a:lnTo>
                    <a:pt x="832074" y="497360"/>
                  </a:lnTo>
                  <a:lnTo>
                    <a:pt x="827786" y="493073"/>
                  </a:lnTo>
                  <a:lnTo>
                    <a:pt x="825642" y="493073"/>
                  </a:lnTo>
                  <a:lnTo>
                    <a:pt x="823499" y="490929"/>
                  </a:lnTo>
                  <a:lnTo>
                    <a:pt x="821355" y="490929"/>
                  </a:lnTo>
                  <a:lnTo>
                    <a:pt x="817067" y="486641"/>
                  </a:lnTo>
                  <a:lnTo>
                    <a:pt x="814923" y="486641"/>
                  </a:lnTo>
                  <a:lnTo>
                    <a:pt x="810636" y="482354"/>
                  </a:lnTo>
                  <a:lnTo>
                    <a:pt x="808492" y="482354"/>
                  </a:lnTo>
                  <a:lnTo>
                    <a:pt x="806348" y="480210"/>
                  </a:lnTo>
                  <a:lnTo>
                    <a:pt x="804204" y="480210"/>
                  </a:lnTo>
                  <a:lnTo>
                    <a:pt x="799917" y="475922"/>
                  </a:lnTo>
                  <a:lnTo>
                    <a:pt x="797773" y="475922"/>
                  </a:lnTo>
                  <a:lnTo>
                    <a:pt x="793485" y="471635"/>
                  </a:lnTo>
                  <a:lnTo>
                    <a:pt x="791342" y="471635"/>
                  </a:lnTo>
                  <a:lnTo>
                    <a:pt x="787054" y="467347"/>
                  </a:lnTo>
                  <a:lnTo>
                    <a:pt x="784910" y="467347"/>
                  </a:lnTo>
                  <a:lnTo>
                    <a:pt x="782766" y="465203"/>
                  </a:lnTo>
                  <a:lnTo>
                    <a:pt x="780623" y="465203"/>
                  </a:lnTo>
                  <a:lnTo>
                    <a:pt x="776335" y="460916"/>
                  </a:lnTo>
                  <a:lnTo>
                    <a:pt x="774191" y="460916"/>
                  </a:lnTo>
                  <a:lnTo>
                    <a:pt x="769904" y="456628"/>
                  </a:lnTo>
                  <a:lnTo>
                    <a:pt x="767760" y="456628"/>
                  </a:lnTo>
                  <a:lnTo>
                    <a:pt x="765616" y="454484"/>
                  </a:lnTo>
                  <a:lnTo>
                    <a:pt x="763472" y="454484"/>
                  </a:lnTo>
                  <a:lnTo>
                    <a:pt x="759185" y="450197"/>
                  </a:lnTo>
                  <a:lnTo>
                    <a:pt x="757041" y="450197"/>
                  </a:lnTo>
                  <a:lnTo>
                    <a:pt x="752753" y="445909"/>
                  </a:lnTo>
                  <a:lnTo>
                    <a:pt x="750610" y="445909"/>
                  </a:lnTo>
                  <a:lnTo>
                    <a:pt x="746322" y="441622"/>
                  </a:lnTo>
                  <a:lnTo>
                    <a:pt x="744178" y="441622"/>
                  </a:lnTo>
                  <a:lnTo>
                    <a:pt x="742034" y="439478"/>
                  </a:lnTo>
                  <a:lnTo>
                    <a:pt x="739891" y="439478"/>
                  </a:lnTo>
                  <a:lnTo>
                    <a:pt x="735603" y="435190"/>
                  </a:lnTo>
                  <a:lnTo>
                    <a:pt x="733459" y="435190"/>
                  </a:lnTo>
                  <a:lnTo>
                    <a:pt x="729172" y="430903"/>
                  </a:lnTo>
                  <a:lnTo>
                    <a:pt x="727028" y="430903"/>
                  </a:lnTo>
                  <a:lnTo>
                    <a:pt x="724884" y="428759"/>
                  </a:lnTo>
                  <a:lnTo>
                    <a:pt x="722740" y="428759"/>
                  </a:lnTo>
                  <a:lnTo>
                    <a:pt x="718453" y="424471"/>
                  </a:lnTo>
                  <a:lnTo>
                    <a:pt x="716309" y="424471"/>
                  </a:lnTo>
                  <a:lnTo>
                    <a:pt x="712021" y="420184"/>
                  </a:lnTo>
                  <a:lnTo>
                    <a:pt x="709877" y="420184"/>
                  </a:lnTo>
                  <a:lnTo>
                    <a:pt x="705590" y="415896"/>
                  </a:lnTo>
                  <a:lnTo>
                    <a:pt x="703446" y="415896"/>
                  </a:lnTo>
                  <a:lnTo>
                    <a:pt x="701302" y="413752"/>
                  </a:lnTo>
                  <a:lnTo>
                    <a:pt x="699158" y="413752"/>
                  </a:lnTo>
                  <a:lnTo>
                    <a:pt x="697015" y="411608"/>
                  </a:lnTo>
                  <a:lnTo>
                    <a:pt x="691306" y="411608"/>
                  </a:lnTo>
                  <a:lnTo>
                    <a:pt x="686014" y="416901"/>
                  </a:lnTo>
                  <a:lnTo>
                    <a:pt x="686014" y="423332"/>
                  </a:lnTo>
                  <a:lnTo>
                    <a:pt x="683870" y="425476"/>
                  </a:lnTo>
                  <a:lnTo>
                    <a:pt x="683870" y="444770"/>
                  </a:lnTo>
                  <a:lnTo>
                    <a:pt x="681726" y="446914"/>
                  </a:lnTo>
                  <a:lnTo>
                    <a:pt x="681726" y="466208"/>
                  </a:lnTo>
                  <a:lnTo>
                    <a:pt x="679154" y="468780"/>
                  </a:lnTo>
                  <a:lnTo>
                    <a:pt x="677721" y="467347"/>
                  </a:lnTo>
                  <a:lnTo>
                    <a:pt x="675577" y="467347"/>
                  </a:lnTo>
                  <a:lnTo>
                    <a:pt x="671289" y="463060"/>
                  </a:lnTo>
                  <a:lnTo>
                    <a:pt x="669145" y="463060"/>
                  </a:lnTo>
                  <a:lnTo>
                    <a:pt x="667002" y="460916"/>
                  </a:lnTo>
                  <a:lnTo>
                    <a:pt x="664858" y="460916"/>
                  </a:lnTo>
                  <a:lnTo>
                    <a:pt x="660570" y="456628"/>
                  </a:lnTo>
                  <a:lnTo>
                    <a:pt x="658426" y="456628"/>
                  </a:lnTo>
                  <a:lnTo>
                    <a:pt x="654139" y="452341"/>
                  </a:lnTo>
                  <a:lnTo>
                    <a:pt x="651995" y="452341"/>
                  </a:lnTo>
                  <a:lnTo>
                    <a:pt x="649851" y="450197"/>
                  </a:lnTo>
                  <a:lnTo>
                    <a:pt x="647707" y="450197"/>
                  </a:lnTo>
                  <a:lnTo>
                    <a:pt x="643420" y="445909"/>
                  </a:lnTo>
                  <a:lnTo>
                    <a:pt x="641276" y="445909"/>
                  </a:lnTo>
                  <a:lnTo>
                    <a:pt x="636988" y="441622"/>
                  </a:lnTo>
                  <a:lnTo>
                    <a:pt x="634845" y="441622"/>
                  </a:lnTo>
                  <a:lnTo>
                    <a:pt x="632701" y="439478"/>
                  </a:lnTo>
                  <a:lnTo>
                    <a:pt x="630557" y="439478"/>
                  </a:lnTo>
                  <a:lnTo>
                    <a:pt x="626269" y="435190"/>
                  </a:lnTo>
                  <a:lnTo>
                    <a:pt x="624126" y="435190"/>
                  </a:lnTo>
                  <a:lnTo>
                    <a:pt x="619838" y="430903"/>
                  </a:lnTo>
                  <a:lnTo>
                    <a:pt x="617694" y="430903"/>
                  </a:lnTo>
                  <a:lnTo>
                    <a:pt x="615551" y="428759"/>
                  </a:lnTo>
                  <a:lnTo>
                    <a:pt x="613407" y="428759"/>
                  </a:lnTo>
                  <a:lnTo>
                    <a:pt x="609119" y="424471"/>
                  </a:lnTo>
                  <a:lnTo>
                    <a:pt x="606975" y="424471"/>
                  </a:lnTo>
                  <a:lnTo>
                    <a:pt x="602688" y="420184"/>
                  </a:lnTo>
                  <a:lnTo>
                    <a:pt x="600544" y="420184"/>
                  </a:lnTo>
                  <a:lnTo>
                    <a:pt x="598400" y="418040"/>
                  </a:lnTo>
                  <a:lnTo>
                    <a:pt x="596256" y="418040"/>
                  </a:lnTo>
                  <a:lnTo>
                    <a:pt x="591969" y="413752"/>
                  </a:lnTo>
                  <a:lnTo>
                    <a:pt x="589825" y="413752"/>
                  </a:lnTo>
                  <a:lnTo>
                    <a:pt x="585537" y="409465"/>
                  </a:lnTo>
                  <a:lnTo>
                    <a:pt x="583394" y="409465"/>
                  </a:lnTo>
                  <a:lnTo>
                    <a:pt x="581250" y="407321"/>
                  </a:lnTo>
                  <a:lnTo>
                    <a:pt x="579106" y="407321"/>
                  </a:lnTo>
                  <a:lnTo>
                    <a:pt x="574818" y="403033"/>
                  </a:lnTo>
                  <a:lnTo>
                    <a:pt x="572675" y="403033"/>
                  </a:lnTo>
                  <a:lnTo>
                    <a:pt x="568387" y="398746"/>
                  </a:lnTo>
                  <a:lnTo>
                    <a:pt x="566243" y="398746"/>
                  </a:lnTo>
                  <a:lnTo>
                    <a:pt x="564099" y="396602"/>
                  </a:lnTo>
                  <a:lnTo>
                    <a:pt x="561956" y="396602"/>
                  </a:lnTo>
                  <a:lnTo>
                    <a:pt x="557668" y="392314"/>
                  </a:lnTo>
                  <a:lnTo>
                    <a:pt x="555524" y="392314"/>
                  </a:lnTo>
                  <a:lnTo>
                    <a:pt x="551237" y="388027"/>
                  </a:lnTo>
                  <a:lnTo>
                    <a:pt x="549093" y="388027"/>
                  </a:lnTo>
                  <a:lnTo>
                    <a:pt x="546949" y="385883"/>
                  </a:lnTo>
                  <a:lnTo>
                    <a:pt x="544805" y="385883"/>
                  </a:lnTo>
                  <a:lnTo>
                    <a:pt x="540518" y="381595"/>
                  </a:lnTo>
                  <a:lnTo>
                    <a:pt x="538374" y="381595"/>
                  </a:lnTo>
                  <a:lnTo>
                    <a:pt x="534086" y="377308"/>
                  </a:lnTo>
                  <a:lnTo>
                    <a:pt x="531943" y="377308"/>
                  </a:lnTo>
                  <a:lnTo>
                    <a:pt x="529799" y="375164"/>
                  </a:lnTo>
                  <a:lnTo>
                    <a:pt x="527655" y="375164"/>
                  </a:lnTo>
                  <a:lnTo>
                    <a:pt x="523367" y="370876"/>
                  </a:lnTo>
                  <a:lnTo>
                    <a:pt x="521224" y="370876"/>
                  </a:lnTo>
                  <a:lnTo>
                    <a:pt x="516936" y="366589"/>
                  </a:lnTo>
                  <a:lnTo>
                    <a:pt x="514792" y="366589"/>
                  </a:lnTo>
                  <a:lnTo>
                    <a:pt x="512648" y="364445"/>
                  </a:lnTo>
                  <a:lnTo>
                    <a:pt x="510505" y="364445"/>
                  </a:lnTo>
                  <a:lnTo>
                    <a:pt x="506217" y="360157"/>
                  </a:lnTo>
                  <a:lnTo>
                    <a:pt x="504073" y="360157"/>
                  </a:lnTo>
                  <a:lnTo>
                    <a:pt x="499786" y="355870"/>
                  </a:lnTo>
                  <a:lnTo>
                    <a:pt x="497642" y="355870"/>
                  </a:lnTo>
                  <a:lnTo>
                    <a:pt x="495498" y="353726"/>
                  </a:lnTo>
                  <a:lnTo>
                    <a:pt x="493354" y="353726"/>
                  </a:lnTo>
                  <a:lnTo>
                    <a:pt x="489067" y="349438"/>
                  </a:lnTo>
                  <a:lnTo>
                    <a:pt x="486923" y="349438"/>
                  </a:lnTo>
                  <a:lnTo>
                    <a:pt x="482635" y="345151"/>
                  </a:lnTo>
                  <a:lnTo>
                    <a:pt x="480491" y="345151"/>
                  </a:lnTo>
                  <a:lnTo>
                    <a:pt x="478348" y="343007"/>
                  </a:lnTo>
                  <a:lnTo>
                    <a:pt x="476204" y="343007"/>
                  </a:lnTo>
                  <a:lnTo>
                    <a:pt x="471916" y="338719"/>
                  </a:lnTo>
                  <a:lnTo>
                    <a:pt x="469773" y="338719"/>
                  </a:lnTo>
                  <a:lnTo>
                    <a:pt x="465485" y="334432"/>
                  </a:lnTo>
                  <a:lnTo>
                    <a:pt x="463341" y="334432"/>
                  </a:lnTo>
                  <a:lnTo>
                    <a:pt x="461197" y="332288"/>
                  </a:lnTo>
                  <a:lnTo>
                    <a:pt x="459054" y="332288"/>
                  </a:lnTo>
                  <a:lnTo>
                    <a:pt x="454766" y="328000"/>
                  </a:lnTo>
                  <a:lnTo>
                    <a:pt x="452622" y="328000"/>
                  </a:lnTo>
                  <a:lnTo>
                    <a:pt x="448335" y="323713"/>
                  </a:lnTo>
                  <a:lnTo>
                    <a:pt x="446191" y="323713"/>
                  </a:lnTo>
                  <a:lnTo>
                    <a:pt x="444047" y="321569"/>
                  </a:lnTo>
                  <a:lnTo>
                    <a:pt x="441903" y="321569"/>
                  </a:lnTo>
                  <a:lnTo>
                    <a:pt x="437616" y="317282"/>
                  </a:lnTo>
                  <a:lnTo>
                    <a:pt x="435472" y="317282"/>
                  </a:lnTo>
                  <a:lnTo>
                    <a:pt x="431184" y="312994"/>
                  </a:lnTo>
                  <a:lnTo>
                    <a:pt x="429040" y="312994"/>
                  </a:lnTo>
                  <a:lnTo>
                    <a:pt x="426897" y="310850"/>
                  </a:lnTo>
                  <a:lnTo>
                    <a:pt x="424753" y="310850"/>
                  </a:lnTo>
                  <a:lnTo>
                    <a:pt x="420465" y="306563"/>
                  </a:lnTo>
                  <a:lnTo>
                    <a:pt x="418321" y="306563"/>
                  </a:lnTo>
                  <a:lnTo>
                    <a:pt x="414034" y="302275"/>
                  </a:lnTo>
                  <a:lnTo>
                    <a:pt x="411890" y="302275"/>
                  </a:lnTo>
                  <a:lnTo>
                    <a:pt x="409746" y="300131"/>
                  </a:lnTo>
                  <a:lnTo>
                    <a:pt x="407602" y="300131"/>
                  </a:lnTo>
                  <a:lnTo>
                    <a:pt x="403315" y="295844"/>
                  </a:lnTo>
                  <a:lnTo>
                    <a:pt x="401171" y="295844"/>
                  </a:lnTo>
                  <a:lnTo>
                    <a:pt x="396884" y="291556"/>
                  </a:lnTo>
                  <a:lnTo>
                    <a:pt x="394740" y="291556"/>
                  </a:lnTo>
                  <a:lnTo>
                    <a:pt x="392596" y="289412"/>
                  </a:lnTo>
                  <a:lnTo>
                    <a:pt x="390452" y="289412"/>
                  </a:lnTo>
                  <a:lnTo>
                    <a:pt x="386165" y="285125"/>
                  </a:lnTo>
                  <a:lnTo>
                    <a:pt x="384021" y="285125"/>
                  </a:lnTo>
                  <a:lnTo>
                    <a:pt x="379733" y="280837"/>
                  </a:lnTo>
                  <a:lnTo>
                    <a:pt x="377589" y="280837"/>
                  </a:lnTo>
                  <a:lnTo>
                    <a:pt x="373302" y="276549"/>
                  </a:lnTo>
                  <a:lnTo>
                    <a:pt x="371158" y="276549"/>
                  </a:lnTo>
                  <a:lnTo>
                    <a:pt x="369014" y="274406"/>
                  </a:lnTo>
                  <a:lnTo>
                    <a:pt x="366870" y="274406"/>
                  </a:lnTo>
                  <a:lnTo>
                    <a:pt x="362583" y="270118"/>
                  </a:lnTo>
                  <a:lnTo>
                    <a:pt x="360439" y="270118"/>
                  </a:lnTo>
                  <a:lnTo>
                    <a:pt x="356151" y="265830"/>
                  </a:lnTo>
                  <a:lnTo>
                    <a:pt x="354008" y="265830"/>
                  </a:lnTo>
                  <a:lnTo>
                    <a:pt x="351864" y="263687"/>
                  </a:lnTo>
                  <a:lnTo>
                    <a:pt x="349720" y="263687"/>
                  </a:lnTo>
                  <a:lnTo>
                    <a:pt x="345432" y="259399"/>
                  </a:lnTo>
                  <a:lnTo>
                    <a:pt x="343289" y="259399"/>
                  </a:lnTo>
                  <a:lnTo>
                    <a:pt x="339001" y="255111"/>
                  </a:lnTo>
                  <a:lnTo>
                    <a:pt x="336857" y="255111"/>
                  </a:lnTo>
                  <a:lnTo>
                    <a:pt x="334713" y="252968"/>
                  </a:lnTo>
                  <a:lnTo>
                    <a:pt x="332570" y="252968"/>
                  </a:lnTo>
                  <a:lnTo>
                    <a:pt x="328282" y="248680"/>
                  </a:lnTo>
                  <a:lnTo>
                    <a:pt x="326138" y="248680"/>
                  </a:lnTo>
                  <a:lnTo>
                    <a:pt x="321851" y="244393"/>
                  </a:lnTo>
                  <a:lnTo>
                    <a:pt x="319707" y="244393"/>
                  </a:lnTo>
                  <a:lnTo>
                    <a:pt x="317563" y="242249"/>
                  </a:lnTo>
                  <a:lnTo>
                    <a:pt x="315419" y="242249"/>
                  </a:lnTo>
                  <a:lnTo>
                    <a:pt x="311132" y="237961"/>
                  </a:lnTo>
                  <a:lnTo>
                    <a:pt x="308988" y="237961"/>
                  </a:lnTo>
                  <a:lnTo>
                    <a:pt x="304700" y="233674"/>
                  </a:lnTo>
                  <a:lnTo>
                    <a:pt x="302557" y="233674"/>
                  </a:lnTo>
                  <a:lnTo>
                    <a:pt x="300413" y="231530"/>
                  </a:lnTo>
                  <a:lnTo>
                    <a:pt x="298269" y="231530"/>
                  </a:lnTo>
                  <a:lnTo>
                    <a:pt x="293981" y="227242"/>
                  </a:lnTo>
                  <a:lnTo>
                    <a:pt x="291838" y="227242"/>
                  </a:lnTo>
                  <a:lnTo>
                    <a:pt x="287550" y="222955"/>
                  </a:lnTo>
                  <a:lnTo>
                    <a:pt x="285406" y="222955"/>
                  </a:lnTo>
                  <a:lnTo>
                    <a:pt x="283262" y="220811"/>
                  </a:lnTo>
                  <a:lnTo>
                    <a:pt x="281119" y="220811"/>
                  </a:lnTo>
                  <a:lnTo>
                    <a:pt x="276831" y="216523"/>
                  </a:lnTo>
                  <a:lnTo>
                    <a:pt x="274687" y="216523"/>
                  </a:lnTo>
                  <a:lnTo>
                    <a:pt x="270400" y="212236"/>
                  </a:lnTo>
                  <a:lnTo>
                    <a:pt x="268256" y="212236"/>
                  </a:lnTo>
                  <a:lnTo>
                    <a:pt x="266112" y="210092"/>
                  </a:lnTo>
                  <a:lnTo>
                    <a:pt x="263968" y="210092"/>
                  </a:lnTo>
                  <a:lnTo>
                    <a:pt x="259681" y="205804"/>
                  </a:lnTo>
                  <a:lnTo>
                    <a:pt x="257537" y="205804"/>
                  </a:lnTo>
                  <a:lnTo>
                    <a:pt x="253249" y="201517"/>
                  </a:lnTo>
                  <a:lnTo>
                    <a:pt x="251106" y="201517"/>
                  </a:lnTo>
                  <a:lnTo>
                    <a:pt x="248962" y="199373"/>
                  </a:lnTo>
                  <a:lnTo>
                    <a:pt x="246818" y="199373"/>
                  </a:lnTo>
                  <a:lnTo>
                    <a:pt x="242530" y="195085"/>
                  </a:lnTo>
                  <a:lnTo>
                    <a:pt x="240387" y="195085"/>
                  </a:lnTo>
                  <a:lnTo>
                    <a:pt x="236099" y="190798"/>
                  </a:lnTo>
                  <a:lnTo>
                    <a:pt x="233955" y="190798"/>
                  </a:lnTo>
                  <a:lnTo>
                    <a:pt x="229668" y="186510"/>
                  </a:lnTo>
                  <a:lnTo>
                    <a:pt x="227524" y="186510"/>
                  </a:lnTo>
                  <a:lnTo>
                    <a:pt x="225380" y="184366"/>
                  </a:lnTo>
                  <a:lnTo>
                    <a:pt x="223236" y="184366"/>
                  </a:lnTo>
                  <a:lnTo>
                    <a:pt x="218949" y="180079"/>
                  </a:lnTo>
                  <a:lnTo>
                    <a:pt x="216805" y="180079"/>
                  </a:lnTo>
                  <a:lnTo>
                    <a:pt x="212517" y="175791"/>
                  </a:lnTo>
                  <a:lnTo>
                    <a:pt x="210373" y="175791"/>
                  </a:lnTo>
                  <a:lnTo>
                    <a:pt x="208230" y="173647"/>
                  </a:lnTo>
                  <a:lnTo>
                    <a:pt x="206086" y="173647"/>
                  </a:lnTo>
                  <a:lnTo>
                    <a:pt x="201798" y="169360"/>
                  </a:lnTo>
                  <a:lnTo>
                    <a:pt x="199654" y="169360"/>
                  </a:lnTo>
                  <a:lnTo>
                    <a:pt x="195367" y="165072"/>
                  </a:lnTo>
                  <a:lnTo>
                    <a:pt x="193223" y="165072"/>
                  </a:lnTo>
                  <a:lnTo>
                    <a:pt x="191079" y="162928"/>
                  </a:lnTo>
                  <a:lnTo>
                    <a:pt x="188936" y="162928"/>
                  </a:lnTo>
                  <a:lnTo>
                    <a:pt x="184648" y="158641"/>
                  </a:lnTo>
                  <a:lnTo>
                    <a:pt x="182504" y="158641"/>
                  </a:lnTo>
                  <a:lnTo>
                    <a:pt x="178217" y="154353"/>
                  </a:lnTo>
                  <a:lnTo>
                    <a:pt x="176073" y="154353"/>
                  </a:lnTo>
                  <a:lnTo>
                    <a:pt x="173929" y="152209"/>
                  </a:lnTo>
                  <a:lnTo>
                    <a:pt x="171785" y="152209"/>
                  </a:lnTo>
                  <a:lnTo>
                    <a:pt x="167069" y="147493"/>
                  </a:lnTo>
                  <a:lnTo>
                    <a:pt x="168502" y="146060"/>
                  </a:lnTo>
                  <a:lnTo>
                    <a:pt x="168502" y="126765"/>
                  </a:lnTo>
                  <a:lnTo>
                    <a:pt x="170646" y="124622"/>
                  </a:lnTo>
                  <a:lnTo>
                    <a:pt x="170646" y="105328"/>
                  </a:lnTo>
                  <a:lnTo>
                    <a:pt x="173219" y="102755"/>
                  </a:lnTo>
                  <a:close/>
                </a:path>
              </a:pathLst>
            </a:custGeom>
            <a:solidFill>
              <a:srgbClr val="155B9C"/>
            </a:solidFill>
            <a:ln>
              <a:noFill/>
            </a:ln>
          </p:spPr>
        </p:sp>
        <p:sp>
          <p:nvSpPr>
            <p:cNvPr id="21549" name="Graph element 1042"/>
            <p:cNvSpPr/>
            <p:nvPr/>
          </p:nvSpPr>
          <p:spPr>
            <a:xfrm>
              <a:off x="589972" y="58311"/>
              <a:ext cx="48450" cy="5574"/>
            </a:xfrm>
            <a:custGeom>
              <a:avLst/>
              <a:gdLst/>
              <a:ahLst/>
              <a:cxnLst/>
              <a:rect l="0" t="0" r="r" b="b"/>
              <a:pathLst>
                <a:path w="48450" h="5574" stroke="0" extrusionOk="0">
                  <a:moveTo>
                    <a:pt x="0" y="0"/>
                  </a:moveTo>
                  <a:lnTo>
                    <a:pt x="0" y="5574"/>
                  </a:lnTo>
                  <a:lnTo>
                    <a:pt x="48450" y="5574"/>
                  </a:lnTo>
                  <a:lnTo>
                    <a:pt x="484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55B9C"/>
            </a:solidFill>
            <a:ln>
              <a:noFill/>
            </a:ln>
          </p:spPr>
        </p:sp>
        <p:sp>
          <p:nvSpPr>
            <p:cNvPr id="21550" name="Graph element 1043"/>
            <p:cNvSpPr/>
            <p:nvPr/>
          </p:nvSpPr>
          <p:spPr>
            <a:xfrm>
              <a:off x="1957284" y="1835516"/>
              <a:ext cx="2144" cy="3430"/>
            </a:xfrm>
            <a:custGeom>
              <a:avLst/>
              <a:gdLst/>
              <a:ahLst/>
              <a:cxnLst/>
              <a:rect l="0" t="0" r="r" b="b"/>
              <a:pathLst>
                <a:path w="2144" h="3430" stroke="0" extrusionOk="0">
                  <a:moveTo>
                    <a:pt x="2144" y="3430"/>
                  </a:moveTo>
                  <a:lnTo>
                    <a:pt x="2144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2144" y="343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  <p:sp>
          <p:nvSpPr>
            <p:cNvPr id="21551" name="Graph element 1044"/>
            <p:cNvSpPr/>
            <p:nvPr/>
          </p:nvSpPr>
          <p:spPr>
            <a:xfrm>
              <a:off x="1607845" y="1835516"/>
              <a:ext cx="343007" cy="3430"/>
            </a:xfrm>
            <a:custGeom>
              <a:avLst/>
              <a:gdLst/>
              <a:ahLst/>
              <a:cxnLst/>
              <a:rect l="0" t="0" r="r" b="b"/>
              <a:pathLst>
                <a:path w="343007" h="3430" stroke="0" extrusionOk="0">
                  <a:moveTo>
                    <a:pt x="343007" y="3430"/>
                  </a:moveTo>
                  <a:lnTo>
                    <a:pt x="343007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343007" y="343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  <p:sp>
          <p:nvSpPr>
            <p:cNvPr id="21552" name="Graph element 1045"/>
            <p:cNvSpPr/>
            <p:nvPr/>
          </p:nvSpPr>
          <p:spPr>
            <a:xfrm>
              <a:off x="1260551" y="1835516"/>
              <a:ext cx="340863" cy="3430"/>
            </a:xfrm>
            <a:custGeom>
              <a:avLst/>
              <a:gdLst/>
              <a:ahLst/>
              <a:cxnLst/>
              <a:rect l="0" t="0" r="r" b="b"/>
              <a:pathLst>
                <a:path w="340863" h="3430" stroke="0" extrusionOk="0">
                  <a:moveTo>
                    <a:pt x="340863" y="3430"/>
                  </a:moveTo>
                  <a:lnTo>
                    <a:pt x="340863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340863" y="343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  <p:sp>
          <p:nvSpPr>
            <p:cNvPr id="21553" name="Graph element 1046"/>
            <p:cNvSpPr/>
            <p:nvPr/>
          </p:nvSpPr>
          <p:spPr>
            <a:xfrm>
              <a:off x="911112" y="1835516"/>
              <a:ext cx="343007" cy="3430"/>
            </a:xfrm>
            <a:custGeom>
              <a:avLst/>
              <a:gdLst/>
              <a:ahLst/>
              <a:cxnLst/>
              <a:rect l="0" t="0" r="r" b="b"/>
              <a:pathLst>
                <a:path w="343007" h="3430" stroke="0" extrusionOk="0">
                  <a:moveTo>
                    <a:pt x="343007" y="3430"/>
                  </a:moveTo>
                  <a:lnTo>
                    <a:pt x="343007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343007" y="343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  <p:sp>
          <p:nvSpPr>
            <p:cNvPr id="21554" name="Graph element 1047"/>
            <p:cNvSpPr/>
            <p:nvPr/>
          </p:nvSpPr>
          <p:spPr>
            <a:xfrm>
              <a:off x="563818" y="1835516"/>
              <a:ext cx="340863" cy="3430"/>
            </a:xfrm>
            <a:custGeom>
              <a:avLst/>
              <a:gdLst/>
              <a:ahLst/>
              <a:cxnLst/>
              <a:rect l="0" t="0" r="r" b="b"/>
              <a:pathLst>
                <a:path w="340863" h="3430" stroke="0" extrusionOk="0">
                  <a:moveTo>
                    <a:pt x="340863" y="3430"/>
                  </a:moveTo>
                  <a:lnTo>
                    <a:pt x="340863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340863" y="343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  <p:sp>
          <p:nvSpPr>
            <p:cNvPr id="21555" name="Graph element 1048"/>
            <p:cNvSpPr/>
            <p:nvPr/>
          </p:nvSpPr>
          <p:spPr>
            <a:xfrm>
              <a:off x="220811" y="1835516"/>
              <a:ext cx="336576" cy="3430"/>
            </a:xfrm>
            <a:custGeom>
              <a:avLst/>
              <a:gdLst/>
              <a:ahLst/>
              <a:cxnLst/>
              <a:rect l="0" t="0" r="r" b="b"/>
              <a:pathLst>
                <a:path w="336576" h="3430" stroke="0" extrusionOk="0">
                  <a:moveTo>
                    <a:pt x="336576" y="3430"/>
                  </a:moveTo>
                  <a:lnTo>
                    <a:pt x="336576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336576" y="343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  <p:sp>
          <p:nvSpPr>
            <p:cNvPr id="21556" name="Graph element 1049"/>
            <p:cNvSpPr/>
            <p:nvPr/>
          </p:nvSpPr>
          <p:spPr>
            <a:xfrm>
              <a:off x="214808" y="1772918"/>
              <a:ext cx="3430" cy="60026"/>
            </a:xfrm>
            <a:custGeom>
              <a:avLst/>
              <a:gdLst/>
              <a:ahLst/>
              <a:cxnLst/>
              <a:rect l="0" t="0" r="r" b="b"/>
              <a:pathLst>
                <a:path w="3430" h="60026" stroke="0" extrusionOk="0">
                  <a:moveTo>
                    <a:pt x="0" y="60026"/>
                  </a:moveTo>
                  <a:lnTo>
                    <a:pt x="3430" y="60026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60026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  <p:sp>
          <p:nvSpPr>
            <p:cNvPr id="21557" name="Graph element 1050"/>
            <p:cNvSpPr/>
            <p:nvPr/>
          </p:nvSpPr>
          <p:spPr>
            <a:xfrm>
              <a:off x="214808" y="1687166"/>
              <a:ext cx="3430" cy="79320"/>
            </a:xfrm>
            <a:custGeom>
              <a:avLst/>
              <a:gdLst/>
              <a:ahLst/>
              <a:cxnLst/>
              <a:rect l="0" t="0" r="r" b="b"/>
              <a:pathLst>
                <a:path w="3430" h="79320" stroke="0" extrusionOk="0">
                  <a:moveTo>
                    <a:pt x="0" y="79320"/>
                  </a:moveTo>
                  <a:lnTo>
                    <a:pt x="3430" y="79320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793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  <p:sp>
          <p:nvSpPr>
            <p:cNvPr id="21558" name="Graph element 1051"/>
            <p:cNvSpPr/>
            <p:nvPr/>
          </p:nvSpPr>
          <p:spPr>
            <a:xfrm>
              <a:off x="219096" y="1685022"/>
              <a:ext cx="3430" cy="145778"/>
            </a:xfrm>
            <a:custGeom>
              <a:avLst/>
              <a:gdLst/>
              <a:ahLst/>
              <a:cxnLst/>
              <a:rect l="0" t="0" r="r" b="b"/>
              <a:pathLst>
                <a:path w="3430" h="145778" stroke="0" extrusionOk="0">
                  <a:moveTo>
                    <a:pt x="0" y="145778"/>
                  </a:moveTo>
                  <a:lnTo>
                    <a:pt x="3430" y="14577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45778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  <p:sp>
          <p:nvSpPr>
            <p:cNvPr id="21559" name="Graph element 1052"/>
            <p:cNvSpPr/>
            <p:nvPr/>
          </p:nvSpPr>
          <p:spPr>
            <a:xfrm>
              <a:off x="214808" y="1601414"/>
              <a:ext cx="3430" cy="79320"/>
            </a:xfrm>
            <a:custGeom>
              <a:avLst/>
              <a:gdLst/>
              <a:ahLst/>
              <a:cxnLst/>
              <a:rect l="0" t="0" r="r" b="b"/>
              <a:pathLst>
                <a:path w="3430" h="79320" stroke="0" extrusionOk="0">
                  <a:moveTo>
                    <a:pt x="0" y="79320"/>
                  </a:moveTo>
                  <a:lnTo>
                    <a:pt x="3430" y="79320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793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  <p:sp>
          <p:nvSpPr>
            <p:cNvPr id="21560" name="Graph element 1053"/>
            <p:cNvSpPr/>
            <p:nvPr/>
          </p:nvSpPr>
          <p:spPr>
            <a:xfrm>
              <a:off x="214808" y="1517806"/>
              <a:ext cx="3430" cy="77177"/>
            </a:xfrm>
            <a:custGeom>
              <a:avLst/>
              <a:gdLst/>
              <a:ahLst/>
              <a:cxnLst/>
              <a:rect l="0" t="0" r="r" b="b"/>
              <a:pathLst>
                <a:path w="3430" h="77177" stroke="0" extrusionOk="0">
                  <a:moveTo>
                    <a:pt x="0" y="77177"/>
                  </a:moveTo>
                  <a:lnTo>
                    <a:pt x="3430" y="77177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77177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  <p:sp>
          <p:nvSpPr>
            <p:cNvPr id="21561" name="Graph element 1054"/>
            <p:cNvSpPr/>
            <p:nvPr/>
          </p:nvSpPr>
          <p:spPr>
            <a:xfrm>
              <a:off x="219096" y="1481362"/>
              <a:ext cx="3430" cy="12863"/>
            </a:xfrm>
            <a:custGeom>
              <a:avLst/>
              <a:gdLst/>
              <a:ahLst/>
              <a:cxnLst/>
              <a:rect l="0" t="0" r="r" b="b"/>
              <a:pathLst>
                <a:path w="3430" h="12863" stroke="0" extrusionOk="0">
                  <a:moveTo>
                    <a:pt x="0" y="12863"/>
                  </a:moveTo>
                  <a:lnTo>
                    <a:pt x="3430" y="12863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2863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  <p:sp>
          <p:nvSpPr>
            <p:cNvPr id="21562" name="Graph element 1055"/>
            <p:cNvSpPr/>
            <p:nvPr/>
          </p:nvSpPr>
          <p:spPr>
            <a:xfrm>
              <a:off x="214808" y="1481362"/>
              <a:ext cx="3430" cy="27869"/>
            </a:xfrm>
            <a:custGeom>
              <a:avLst/>
              <a:gdLst/>
              <a:ahLst/>
              <a:cxnLst/>
              <a:rect l="0" t="0" r="r" b="b"/>
              <a:pathLst>
                <a:path w="3430" h="27869" stroke="0" extrusionOk="0">
                  <a:moveTo>
                    <a:pt x="0" y="27869"/>
                  </a:moveTo>
                  <a:lnTo>
                    <a:pt x="3430" y="27869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7869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  <p:sp>
          <p:nvSpPr>
            <p:cNvPr id="21563" name="Graph element 1056"/>
            <p:cNvSpPr/>
            <p:nvPr/>
          </p:nvSpPr>
          <p:spPr>
            <a:xfrm>
              <a:off x="214808" y="1108060"/>
              <a:ext cx="7718" cy="356151"/>
            </a:xfrm>
            <a:custGeom>
              <a:avLst/>
              <a:gdLst/>
              <a:ahLst/>
              <a:cxnLst/>
              <a:rect l="0" t="0" r="r" b="b"/>
              <a:pathLst>
                <a:path w="7718" h="356151" stroke="0" extrusionOk="0">
                  <a:moveTo>
                    <a:pt x="0" y="3859"/>
                  </a:moveTo>
                  <a:lnTo>
                    <a:pt x="0" y="356151"/>
                  </a:lnTo>
                  <a:lnTo>
                    <a:pt x="3430" y="356151"/>
                  </a:lnTo>
                  <a:lnTo>
                    <a:pt x="3430" y="5280"/>
                  </a:lnTo>
                  <a:lnTo>
                    <a:pt x="3859" y="4851"/>
                  </a:lnTo>
                  <a:lnTo>
                    <a:pt x="4288" y="5280"/>
                  </a:lnTo>
                  <a:lnTo>
                    <a:pt x="4288" y="356151"/>
                  </a:lnTo>
                  <a:lnTo>
                    <a:pt x="7718" y="356151"/>
                  </a:lnTo>
                  <a:lnTo>
                    <a:pt x="7718" y="3859"/>
                  </a:lnTo>
                  <a:lnTo>
                    <a:pt x="3859" y="0"/>
                  </a:lnTo>
                  <a:lnTo>
                    <a:pt x="0" y="3859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  <p:sp>
          <p:nvSpPr>
            <p:cNvPr id="21564" name="Graph element 1057"/>
            <p:cNvSpPr/>
            <p:nvPr/>
          </p:nvSpPr>
          <p:spPr>
            <a:xfrm>
              <a:off x="214808" y="921831"/>
              <a:ext cx="3430" cy="173647"/>
            </a:xfrm>
            <a:custGeom>
              <a:avLst/>
              <a:gdLst/>
              <a:ahLst/>
              <a:cxnLst/>
              <a:rect l="0" t="0" r="r" b="b"/>
              <a:pathLst>
                <a:path w="3430" h="173647" stroke="0" extrusionOk="0">
                  <a:moveTo>
                    <a:pt x="0" y="173647"/>
                  </a:moveTo>
                  <a:lnTo>
                    <a:pt x="3430" y="173647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73647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  <p:sp>
          <p:nvSpPr>
            <p:cNvPr id="21565" name="Graph element 1058"/>
            <p:cNvSpPr/>
            <p:nvPr/>
          </p:nvSpPr>
          <p:spPr>
            <a:xfrm>
              <a:off x="214808" y="653857"/>
              <a:ext cx="3430" cy="261543"/>
            </a:xfrm>
            <a:custGeom>
              <a:avLst/>
              <a:gdLst/>
              <a:ahLst/>
              <a:cxnLst/>
              <a:rect l="0" t="0" r="r" b="b"/>
              <a:pathLst>
                <a:path w="3430" h="261543" stroke="0" extrusionOk="0">
                  <a:moveTo>
                    <a:pt x="0" y="261543"/>
                  </a:moveTo>
                  <a:lnTo>
                    <a:pt x="3430" y="261543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61543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  <p:sp>
          <p:nvSpPr>
            <p:cNvPr id="21566" name="Graph element 1059"/>
            <p:cNvSpPr/>
            <p:nvPr/>
          </p:nvSpPr>
          <p:spPr>
            <a:xfrm>
              <a:off x="214808" y="388027"/>
              <a:ext cx="3430" cy="259399"/>
            </a:xfrm>
            <a:custGeom>
              <a:avLst/>
              <a:gdLst/>
              <a:ahLst/>
              <a:cxnLst/>
              <a:rect l="0" t="0" r="r" b="b"/>
              <a:pathLst>
                <a:path w="3430" h="259399" stroke="0" extrusionOk="0">
                  <a:moveTo>
                    <a:pt x="0" y="259399"/>
                  </a:moveTo>
                  <a:lnTo>
                    <a:pt x="3430" y="259399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59399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  <p:sp>
          <p:nvSpPr>
            <p:cNvPr id="21567" name="Graph element 1060"/>
            <p:cNvSpPr/>
            <p:nvPr/>
          </p:nvSpPr>
          <p:spPr>
            <a:xfrm>
              <a:off x="219096" y="135059"/>
              <a:ext cx="3430" cy="960420"/>
            </a:xfrm>
            <a:custGeom>
              <a:avLst/>
              <a:gdLst/>
              <a:ahLst/>
              <a:cxnLst/>
              <a:rect l="0" t="0" r="r" b="b"/>
              <a:pathLst>
                <a:path w="3430" h="960420" stroke="0" extrusionOk="0">
                  <a:moveTo>
                    <a:pt x="0" y="960420"/>
                  </a:moveTo>
                  <a:lnTo>
                    <a:pt x="3430" y="960420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9604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  <p:sp>
          <p:nvSpPr>
            <p:cNvPr id="21568" name="Graph element 1061"/>
            <p:cNvSpPr/>
            <p:nvPr/>
          </p:nvSpPr>
          <p:spPr>
            <a:xfrm>
              <a:off x="214808" y="120052"/>
              <a:ext cx="3430" cy="261543"/>
            </a:xfrm>
            <a:custGeom>
              <a:avLst/>
              <a:gdLst/>
              <a:ahLst/>
              <a:cxnLst/>
              <a:rect l="0" t="0" r="r" b="b"/>
              <a:pathLst>
                <a:path w="3430" h="261543" stroke="0" extrusionOk="0">
                  <a:moveTo>
                    <a:pt x="0" y="261543"/>
                  </a:moveTo>
                  <a:lnTo>
                    <a:pt x="3430" y="261543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61543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  <p:sp>
          <p:nvSpPr>
            <p:cNvPr id="21569" name="Graph element 1062"/>
            <p:cNvSpPr/>
            <p:nvPr/>
          </p:nvSpPr>
          <p:spPr>
            <a:xfrm>
              <a:off x="219096" y="30013"/>
              <a:ext cx="3430" cy="85752"/>
            </a:xfrm>
            <a:custGeom>
              <a:avLst/>
              <a:gdLst/>
              <a:ahLst/>
              <a:cxnLst/>
              <a:rect l="0" t="0" r="r" b="b"/>
              <a:pathLst>
                <a:path w="3430" h="85752" stroke="0" extrusionOk="0">
                  <a:moveTo>
                    <a:pt x="0" y="85752"/>
                  </a:moveTo>
                  <a:lnTo>
                    <a:pt x="3430" y="85752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85752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  <p:sp>
          <p:nvSpPr>
            <p:cNvPr id="21570" name="Graph element 1063"/>
            <p:cNvSpPr/>
            <p:nvPr/>
          </p:nvSpPr>
          <p:spPr>
            <a:xfrm>
              <a:off x="214808" y="30013"/>
              <a:ext cx="3430" cy="83608"/>
            </a:xfrm>
            <a:custGeom>
              <a:avLst/>
              <a:gdLst/>
              <a:ahLst/>
              <a:cxnLst/>
              <a:rect l="0" t="0" r="r" b="b"/>
              <a:pathLst>
                <a:path w="3430" h="83608" stroke="0" extrusionOk="0">
                  <a:moveTo>
                    <a:pt x="0" y="83608"/>
                  </a:moveTo>
                  <a:lnTo>
                    <a:pt x="3430" y="8360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83608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  <p:sp>
          <p:nvSpPr>
            <p:cNvPr id="21571" name="Graph element 1064"/>
            <p:cNvSpPr/>
            <p:nvPr/>
          </p:nvSpPr>
          <p:spPr>
            <a:xfrm>
              <a:off x="1951281" y="1830947"/>
              <a:ext cx="6284" cy="12716"/>
            </a:xfrm>
            <a:custGeom>
              <a:avLst/>
              <a:gdLst/>
              <a:ahLst/>
              <a:cxnLst/>
              <a:rect l="0" t="0" r="r" b="b"/>
              <a:pathLst>
                <a:path w="6284" h="12716" stroke="0" extrusionOk="0">
                  <a:moveTo>
                    <a:pt x="0" y="0"/>
                  </a:moveTo>
                  <a:lnTo>
                    <a:pt x="0" y="12716"/>
                  </a:lnTo>
                  <a:lnTo>
                    <a:pt x="3430" y="12716"/>
                  </a:lnTo>
                  <a:lnTo>
                    <a:pt x="3430" y="9138"/>
                  </a:lnTo>
                  <a:lnTo>
                    <a:pt x="6284" y="62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2E2E"/>
            </a:solidFill>
            <a:ln>
              <a:noFill/>
            </a:ln>
          </p:spPr>
        </p:sp>
        <p:sp>
          <p:nvSpPr>
            <p:cNvPr id="21572" name="Graph element 1065"/>
            <p:cNvSpPr/>
            <p:nvPr/>
          </p:nvSpPr>
          <p:spPr>
            <a:xfrm>
              <a:off x="1601843" y="1833373"/>
              <a:ext cx="5574" cy="9861"/>
            </a:xfrm>
            <a:custGeom>
              <a:avLst/>
              <a:gdLst/>
              <a:ahLst/>
              <a:cxnLst/>
              <a:rect l="0" t="0" r="r" b="b"/>
              <a:pathLst>
                <a:path w="5574" h="9861" stroke="0" extrusionOk="0">
                  <a:moveTo>
                    <a:pt x="0" y="0"/>
                  </a:moveTo>
                  <a:lnTo>
                    <a:pt x="0" y="9861"/>
                  </a:lnTo>
                  <a:lnTo>
                    <a:pt x="5574" y="9861"/>
                  </a:lnTo>
                  <a:lnTo>
                    <a:pt x="557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2E2E"/>
            </a:solidFill>
            <a:ln>
              <a:noFill/>
            </a:ln>
          </p:spPr>
        </p:sp>
        <p:sp>
          <p:nvSpPr>
            <p:cNvPr id="21573" name="Graph element 1066"/>
            <p:cNvSpPr/>
            <p:nvPr/>
          </p:nvSpPr>
          <p:spPr>
            <a:xfrm>
              <a:off x="1254548" y="1830947"/>
              <a:ext cx="6284" cy="10572"/>
            </a:xfrm>
            <a:custGeom>
              <a:avLst/>
              <a:gdLst/>
              <a:ahLst/>
              <a:cxnLst/>
              <a:rect l="0" t="0" r="r" b="b"/>
              <a:pathLst>
                <a:path w="6284" h="10572" stroke="0" extrusionOk="0">
                  <a:moveTo>
                    <a:pt x="0" y="0"/>
                  </a:moveTo>
                  <a:lnTo>
                    <a:pt x="0" y="10572"/>
                  </a:lnTo>
                  <a:lnTo>
                    <a:pt x="3430" y="10572"/>
                  </a:lnTo>
                  <a:lnTo>
                    <a:pt x="3430" y="9138"/>
                  </a:lnTo>
                  <a:lnTo>
                    <a:pt x="6284" y="62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2E2E"/>
            </a:solidFill>
            <a:ln>
              <a:noFill/>
            </a:ln>
          </p:spPr>
        </p:sp>
        <p:sp>
          <p:nvSpPr>
            <p:cNvPr id="21574" name="Graph element 1067"/>
            <p:cNvSpPr/>
            <p:nvPr/>
          </p:nvSpPr>
          <p:spPr>
            <a:xfrm>
              <a:off x="905110" y="1833373"/>
              <a:ext cx="5574" cy="12005"/>
            </a:xfrm>
            <a:custGeom>
              <a:avLst/>
              <a:gdLst/>
              <a:ahLst/>
              <a:cxnLst/>
              <a:rect l="0" t="0" r="r" b="b"/>
              <a:pathLst>
                <a:path w="5574" h="12005" stroke="0" extrusionOk="0">
                  <a:moveTo>
                    <a:pt x="0" y="0"/>
                  </a:moveTo>
                  <a:lnTo>
                    <a:pt x="0" y="12005"/>
                  </a:lnTo>
                  <a:lnTo>
                    <a:pt x="5574" y="12005"/>
                  </a:lnTo>
                  <a:lnTo>
                    <a:pt x="557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2E2E"/>
            </a:solidFill>
            <a:ln>
              <a:noFill/>
            </a:ln>
          </p:spPr>
        </p:sp>
        <p:sp>
          <p:nvSpPr>
            <p:cNvPr id="21575" name="Graph element 1068"/>
            <p:cNvSpPr/>
            <p:nvPr/>
          </p:nvSpPr>
          <p:spPr>
            <a:xfrm>
              <a:off x="557815" y="1833373"/>
              <a:ext cx="5574" cy="9861"/>
            </a:xfrm>
            <a:custGeom>
              <a:avLst/>
              <a:gdLst/>
              <a:ahLst/>
              <a:cxnLst/>
              <a:rect l="0" t="0" r="r" b="b"/>
              <a:pathLst>
                <a:path w="5574" h="9861" stroke="0" extrusionOk="0">
                  <a:moveTo>
                    <a:pt x="0" y="0"/>
                  </a:moveTo>
                  <a:lnTo>
                    <a:pt x="0" y="9861"/>
                  </a:lnTo>
                  <a:lnTo>
                    <a:pt x="5574" y="9861"/>
                  </a:lnTo>
                  <a:lnTo>
                    <a:pt x="557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2E2E"/>
            </a:solidFill>
            <a:ln>
              <a:noFill/>
            </a:ln>
          </p:spPr>
        </p:sp>
        <p:sp>
          <p:nvSpPr>
            <p:cNvPr id="21576" name="Graph element 1069"/>
            <p:cNvSpPr/>
            <p:nvPr/>
          </p:nvSpPr>
          <p:spPr>
            <a:xfrm>
              <a:off x="217454" y="1831731"/>
              <a:ext cx="4569" cy="4569"/>
            </a:xfrm>
            <a:custGeom>
              <a:avLst/>
              <a:gdLst/>
              <a:ahLst/>
              <a:cxnLst/>
              <a:rect l="0" t="0" r="r" b="b"/>
              <a:pathLst>
                <a:path w="4569" h="4569" stroke="0" extrusionOk="0">
                  <a:moveTo>
                    <a:pt x="0" y="2144"/>
                  </a:moveTo>
                  <a:lnTo>
                    <a:pt x="2425" y="4569"/>
                  </a:lnTo>
                  <a:lnTo>
                    <a:pt x="4569" y="2425"/>
                  </a:lnTo>
                  <a:lnTo>
                    <a:pt x="2144" y="0"/>
                  </a:lnTo>
                  <a:lnTo>
                    <a:pt x="0" y="2144"/>
                  </a:lnTo>
                  <a:close/>
                </a:path>
              </a:pathLst>
            </a:custGeom>
            <a:solidFill>
              <a:srgbClr val="2D2E2E"/>
            </a:solidFill>
            <a:ln>
              <a:noFill/>
            </a:ln>
          </p:spPr>
        </p:sp>
        <p:sp>
          <p:nvSpPr>
            <p:cNvPr id="21577" name="Graph element 1070"/>
            <p:cNvSpPr/>
            <p:nvPr/>
          </p:nvSpPr>
          <p:spPr>
            <a:xfrm>
              <a:off x="208377" y="1766915"/>
              <a:ext cx="12005" cy="5574"/>
            </a:xfrm>
            <a:custGeom>
              <a:avLst/>
              <a:gdLst/>
              <a:ahLst/>
              <a:cxnLst/>
              <a:rect l="0" t="0" r="r" b="b"/>
              <a:pathLst>
                <a:path w="12005" h="5574" stroke="0" extrusionOk="0">
                  <a:moveTo>
                    <a:pt x="0" y="0"/>
                  </a:moveTo>
                  <a:lnTo>
                    <a:pt x="0" y="5574"/>
                  </a:lnTo>
                  <a:lnTo>
                    <a:pt x="12005" y="5574"/>
                  </a:lnTo>
                  <a:lnTo>
                    <a:pt x="1200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2E2E"/>
            </a:solidFill>
            <a:ln>
              <a:noFill/>
            </a:ln>
          </p:spPr>
        </p:sp>
        <p:sp>
          <p:nvSpPr>
            <p:cNvPr id="21578" name="Graph element 1071"/>
            <p:cNvSpPr/>
            <p:nvPr/>
          </p:nvSpPr>
          <p:spPr>
            <a:xfrm>
              <a:off x="206233" y="1496368"/>
              <a:ext cx="16293" cy="190369"/>
            </a:xfrm>
            <a:custGeom>
              <a:avLst/>
              <a:gdLst/>
              <a:ahLst/>
              <a:cxnLst/>
              <a:rect l="0" t="0" r="r" b="b"/>
              <a:pathLst>
                <a:path w="16293" h="190369" stroke="0" extrusionOk="0">
                  <a:moveTo>
                    <a:pt x="12863" y="0"/>
                  </a:moveTo>
                  <a:lnTo>
                    <a:pt x="12863" y="12152"/>
                  </a:lnTo>
                  <a:lnTo>
                    <a:pt x="11724" y="13292"/>
                  </a:lnTo>
                  <a:lnTo>
                    <a:pt x="9580" y="13292"/>
                  </a:lnTo>
                  <a:lnTo>
                    <a:pt x="5721" y="17150"/>
                  </a:lnTo>
                  <a:lnTo>
                    <a:pt x="9580" y="21009"/>
                  </a:lnTo>
                  <a:lnTo>
                    <a:pt x="11724" y="21009"/>
                  </a:lnTo>
                  <a:lnTo>
                    <a:pt x="12863" y="22148"/>
                  </a:lnTo>
                  <a:lnTo>
                    <a:pt x="12863" y="97904"/>
                  </a:lnTo>
                  <a:lnTo>
                    <a:pt x="11724" y="99043"/>
                  </a:lnTo>
                  <a:lnTo>
                    <a:pt x="0" y="99043"/>
                  </a:lnTo>
                  <a:lnTo>
                    <a:pt x="0" y="104617"/>
                  </a:lnTo>
                  <a:lnTo>
                    <a:pt x="11724" y="104617"/>
                  </a:lnTo>
                  <a:lnTo>
                    <a:pt x="12863" y="105756"/>
                  </a:lnTo>
                  <a:lnTo>
                    <a:pt x="12863" y="183656"/>
                  </a:lnTo>
                  <a:lnTo>
                    <a:pt x="11724" y="184795"/>
                  </a:lnTo>
                  <a:lnTo>
                    <a:pt x="0" y="184795"/>
                  </a:lnTo>
                  <a:lnTo>
                    <a:pt x="0" y="190369"/>
                  </a:lnTo>
                  <a:lnTo>
                    <a:pt x="13144" y="190369"/>
                  </a:lnTo>
                  <a:lnTo>
                    <a:pt x="16293" y="187220"/>
                  </a:lnTo>
                  <a:lnTo>
                    <a:pt x="12863" y="0"/>
                  </a:lnTo>
                  <a:close/>
                </a:path>
              </a:pathLst>
            </a:custGeom>
            <a:solidFill>
              <a:srgbClr val="2D2E2E"/>
            </a:solidFill>
            <a:ln>
              <a:noFill/>
            </a:ln>
          </p:spPr>
        </p:sp>
        <p:sp>
          <p:nvSpPr>
            <p:cNvPr id="21579" name="Graph element 1072"/>
            <p:cNvSpPr/>
            <p:nvPr/>
          </p:nvSpPr>
          <p:spPr>
            <a:xfrm>
              <a:off x="206233" y="915829"/>
              <a:ext cx="14149" cy="5574"/>
            </a:xfrm>
            <a:custGeom>
              <a:avLst/>
              <a:gdLst/>
              <a:ahLst/>
              <a:cxnLst/>
              <a:rect l="0" t="0" r="r" b="b"/>
              <a:pathLst>
                <a:path w="14149" h="5574" stroke="0" extrusionOk="0">
                  <a:moveTo>
                    <a:pt x="0" y="0"/>
                  </a:moveTo>
                  <a:lnTo>
                    <a:pt x="0" y="5574"/>
                  </a:lnTo>
                  <a:lnTo>
                    <a:pt x="14149" y="5574"/>
                  </a:lnTo>
                  <a:lnTo>
                    <a:pt x="1414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2E2E"/>
            </a:solidFill>
            <a:ln>
              <a:noFill/>
            </a:ln>
          </p:spPr>
        </p:sp>
        <p:sp>
          <p:nvSpPr>
            <p:cNvPr id="21580" name="Graph element 1073"/>
            <p:cNvSpPr/>
            <p:nvPr/>
          </p:nvSpPr>
          <p:spPr>
            <a:xfrm>
              <a:off x="206233" y="647855"/>
              <a:ext cx="14149" cy="5574"/>
            </a:xfrm>
            <a:custGeom>
              <a:avLst/>
              <a:gdLst/>
              <a:ahLst/>
              <a:cxnLst/>
              <a:rect l="0" t="0" r="r" b="b"/>
              <a:pathLst>
                <a:path w="14149" h="5574" stroke="0" extrusionOk="0">
                  <a:moveTo>
                    <a:pt x="0" y="0"/>
                  </a:moveTo>
                  <a:lnTo>
                    <a:pt x="0" y="5574"/>
                  </a:lnTo>
                  <a:lnTo>
                    <a:pt x="14149" y="5574"/>
                  </a:lnTo>
                  <a:lnTo>
                    <a:pt x="1414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2E2E"/>
            </a:solidFill>
            <a:ln>
              <a:noFill/>
            </a:ln>
          </p:spPr>
        </p:sp>
        <p:sp>
          <p:nvSpPr>
            <p:cNvPr id="21581" name="Graph element 1074"/>
            <p:cNvSpPr/>
            <p:nvPr/>
          </p:nvSpPr>
          <p:spPr>
            <a:xfrm>
              <a:off x="206233" y="382024"/>
              <a:ext cx="14149" cy="5574"/>
            </a:xfrm>
            <a:custGeom>
              <a:avLst/>
              <a:gdLst/>
              <a:ahLst/>
              <a:cxnLst/>
              <a:rect l="0" t="0" r="r" b="b"/>
              <a:pathLst>
                <a:path w="14149" h="5574" stroke="0" extrusionOk="0">
                  <a:moveTo>
                    <a:pt x="0" y="0"/>
                  </a:moveTo>
                  <a:lnTo>
                    <a:pt x="0" y="5574"/>
                  </a:lnTo>
                  <a:lnTo>
                    <a:pt x="14149" y="5574"/>
                  </a:lnTo>
                  <a:lnTo>
                    <a:pt x="1414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2E2E"/>
            </a:solidFill>
            <a:ln>
              <a:noFill/>
            </a:ln>
          </p:spPr>
        </p:sp>
        <p:sp>
          <p:nvSpPr>
            <p:cNvPr id="21582" name="Graph element 1075"/>
            <p:cNvSpPr/>
            <p:nvPr/>
          </p:nvSpPr>
          <p:spPr>
            <a:xfrm>
              <a:off x="208377" y="114050"/>
              <a:ext cx="16574" cy="5574"/>
            </a:xfrm>
            <a:custGeom>
              <a:avLst/>
              <a:gdLst/>
              <a:ahLst/>
              <a:cxnLst/>
              <a:rect l="0" t="0" r="r" b="b"/>
              <a:pathLst>
                <a:path w="16574" h="5574" stroke="0" extrusionOk="0">
                  <a:moveTo>
                    <a:pt x="0" y="0"/>
                  </a:moveTo>
                  <a:lnTo>
                    <a:pt x="0" y="5574"/>
                  </a:lnTo>
                  <a:lnTo>
                    <a:pt x="16574" y="5574"/>
                  </a:lnTo>
                  <a:lnTo>
                    <a:pt x="1100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2E2E"/>
            </a:solidFill>
            <a:ln>
              <a:noFill/>
            </a:ln>
          </p:spPr>
        </p:sp>
        <p:sp>
          <p:nvSpPr>
            <p:cNvPr id="21583" name="Graph element 1076"/>
            <p:cNvSpPr/>
            <p:nvPr/>
          </p:nvSpPr>
          <p:spPr>
            <a:xfrm>
              <a:off x="1955140" y="1833373"/>
              <a:ext cx="4288" cy="3430"/>
            </a:xfrm>
            <a:custGeom>
              <a:avLst/>
              <a:gdLst/>
              <a:ahLst/>
              <a:cxnLst/>
              <a:rect l="0" t="0" r="r" b="b"/>
              <a:pathLst>
                <a:path w="4288" h="3430" stroke="0" extrusionOk="0">
                  <a:moveTo>
                    <a:pt x="4288" y="3430"/>
                  </a:moveTo>
                  <a:lnTo>
                    <a:pt x="4288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4288" y="34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21584" name="Graph element 1077"/>
            <p:cNvSpPr/>
            <p:nvPr/>
          </p:nvSpPr>
          <p:spPr>
            <a:xfrm>
              <a:off x="1607845" y="1833373"/>
              <a:ext cx="343007" cy="3430"/>
            </a:xfrm>
            <a:custGeom>
              <a:avLst/>
              <a:gdLst/>
              <a:ahLst/>
              <a:cxnLst/>
              <a:rect l="0" t="0" r="r" b="b"/>
              <a:pathLst>
                <a:path w="343007" h="3430" stroke="0" extrusionOk="0">
                  <a:moveTo>
                    <a:pt x="343007" y="3430"/>
                  </a:moveTo>
                  <a:lnTo>
                    <a:pt x="343007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343007" y="34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21585" name="Graph element 1078"/>
            <p:cNvSpPr/>
            <p:nvPr/>
          </p:nvSpPr>
          <p:spPr>
            <a:xfrm>
              <a:off x="1258407" y="1833373"/>
              <a:ext cx="343007" cy="3430"/>
            </a:xfrm>
            <a:custGeom>
              <a:avLst/>
              <a:gdLst/>
              <a:ahLst/>
              <a:cxnLst/>
              <a:rect l="0" t="0" r="r" b="b"/>
              <a:pathLst>
                <a:path w="343007" h="3430" stroke="0" extrusionOk="0">
                  <a:moveTo>
                    <a:pt x="343007" y="3430"/>
                  </a:moveTo>
                  <a:lnTo>
                    <a:pt x="343007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343007" y="34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21586" name="Graph element 1079"/>
            <p:cNvSpPr/>
            <p:nvPr/>
          </p:nvSpPr>
          <p:spPr>
            <a:xfrm>
              <a:off x="911112" y="1833373"/>
              <a:ext cx="343007" cy="3430"/>
            </a:xfrm>
            <a:custGeom>
              <a:avLst/>
              <a:gdLst/>
              <a:ahLst/>
              <a:cxnLst/>
              <a:rect l="0" t="0" r="r" b="b"/>
              <a:pathLst>
                <a:path w="343007" h="3430" stroke="0" extrusionOk="0">
                  <a:moveTo>
                    <a:pt x="343007" y="3430"/>
                  </a:moveTo>
                  <a:lnTo>
                    <a:pt x="343007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343007" y="34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21587" name="Graph element 1080"/>
            <p:cNvSpPr/>
            <p:nvPr/>
          </p:nvSpPr>
          <p:spPr>
            <a:xfrm>
              <a:off x="563818" y="1833373"/>
              <a:ext cx="340863" cy="3430"/>
            </a:xfrm>
            <a:custGeom>
              <a:avLst/>
              <a:gdLst/>
              <a:ahLst/>
              <a:cxnLst/>
              <a:rect l="0" t="0" r="r" b="b"/>
              <a:pathLst>
                <a:path w="340863" h="3430" stroke="0" extrusionOk="0">
                  <a:moveTo>
                    <a:pt x="340863" y="3430"/>
                  </a:moveTo>
                  <a:lnTo>
                    <a:pt x="340863" y="0"/>
                  </a:lnTo>
                  <a:lnTo>
                    <a:pt x="0" y="0"/>
                  </a:lnTo>
                  <a:lnTo>
                    <a:pt x="0" y="3430"/>
                  </a:lnTo>
                  <a:lnTo>
                    <a:pt x="340863" y="34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21588" name="Graph element 1081"/>
            <p:cNvSpPr/>
            <p:nvPr/>
          </p:nvSpPr>
          <p:spPr>
            <a:xfrm>
              <a:off x="216952" y="1772918"/>
              <a:ext cx="340434" cy="63885"/>
            </a:xfrm>
            <a:custGeom>
              <a:avLst/>
              <a:gdLst/>
              <a:ahLst/>
              <a:cxnLst/>
              <a:rect l="0" t="0" r="r" b="b"/>
              <a:pathLst>
                <a:path w="340434" h="63885" stroke="0" extrusionOk="0">
                  <a:moveTo>
                    <a:pt x="0" y="60737"/>
                  </a:moveTo>
                  <a:lnTo>
                    <a:pt x="3148" y="63885"/>
                  </a:lnTo>
                  <a:lnTo>
                    <a:pt x="340434" y="63885"/>
                  </a:lnTo>
                  <a:lnTo>
                    <a:pt x="340434" y="60455"/>
                  </a:lnTo>
                  <a:lnTo>
                    <a:pt x="4569" y="60455"/>
                  </a:lnTo>
                  <a:lnTo>
                    <a:pt x="3430" y="59316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6073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21589" name="Graph element 1082"/>
            <p:cNvSpPr/>
            <p:nvPr/>
          </p:nvSpPr>
          <p:spPr>
            <a:xfrm>
              <a:off x="216952" y="1687166"/>
              <a:ext cx="3430" cy="79320"/>
            </a:xfrm>
            <a:custGeom>
              <a:avLst/>
              <a:gdLst/>
              <a:ahLst/>
              <a:cxnLst/>
              <a:rect l="0" t="0" r="r" b="b"/>
              <a:pathLst>
                <a:path w="3430" h="79320" stroke="0" extrusionOk="0">
                  <a:moveTo>
                    <a:pt x="0" y="79320"/>
                  </a:moveTo>
                  <a:lnTo>
                    <a:pt x="3430" y="79320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7932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21590" name="Graph element 1083"/>
            <p:cNvSpPr/>
            <p:nvPr/>
          </p:nvSpPr>
          <p:spPr>
            <a:xfrm>
              <a:off x="216952" y="1601414"/>
              <a:ext cx="3430" cy="79320"/>
            </a:xfrm>
            <a:custGeom>
              <a:avLst/>
              <a:gdLst/>
              <a:ahLst/>
              <a:cxnLst/>
              <a:rect l="0" t="0" r="r" b="b"/>
              <a:pathLst>
                <a:path w="3430" h="79320" stroke="0" extrusionOk="0">
                  <a:moveTo>
                    <a:pt x="0" y="79320"/>
                  </a:moveTo>
                  <a:lnTo>
                    <a:pt x="3430" y="79320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7932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21591" name="Graph element 1084"/>
            <p:cNvSpPr/>
            <p:nvPr/>
          </p:nvSpPr>
          <p:spPr>
            <a:xfrm>
              <a:off x="216952" y="1517806"/>
              <a:ext cx="3430" cy="77177"/>
            </a:xfrm>
            <a:custGeom>
              <a:avLst/>
              <a:gdLst/>
              <a:ahLst/>
              <a:cxnLst/>
              <a:rect l="0" t="0" r="r" b="b"/>
              <a:pathLst>
                <a:path w="3430" h="77177" stroke="0" extrusionOk="0">
                  <a:moveTo>
                    <a:pt x="0" y="77177"/>
                  </a:moveTo>
                  <a:lnTo>
                    <a:pt x="3430" y="77177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7717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21592" name="Graph element 1085"/>
            <p:cNvSpPr/>
            <p:nvPr/>
          </p:nvSpPr>
          <p:spPr>
            <a:xfrm>
              <a:off x="216952" y="1481362"/>
              <a:ext cx="3430" cy="27869"/>
            </a:xfrm>
            <a:custGeom>
              <a:avLst/>
              <a:gdLst/>
              <a:ahLst/>
              <a:cxnLst/>
              <a:rect l="0" t="0" r="r" b="b"/>
              <a:pathLst>
                <a:path w="3430" h="27869" stroke="0" extrusionOk="0">
                  <a:moveTo>
                    <a:pt x="0" y="27869"/>
                  </a:moveTo>
                  <a:lnTo>
                    <a:pt x="3430" y="27869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786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21593" name="Graph element 1086"/>
            <p:cNvSpPr/>
            <p:nvPr/>
          </p:nvSpPr>
          <p:spPr>
            <a:xfrm>
              <a:off x="216952" y="1112629"/>
              <a:ext cx="3430" cy="351582"/>
            </a:xfrm>
            <a:custGeom>
              <a:avLst/>
              <a:gdLst/>
              <a:ahLst/>
              <a:cxnLst/>
              <a:rect l="0" t="0" r="r" b="b"/>
              <a:pathLst>
                <a:path w="3430" h="351582" stroke="0" extrusionOk="0">
                  <a:moveTo>
                    <a:pt x="0" y="351582"/>
                  </a:moveTo>
                  <a:lnTo>
                    <a:pt x="3430" y="351582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35158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21594" name="Graph element 1087"/>
            <p:cNvSpPr/>
            <p:nvPr/>
          </p:nvSpPr>
          <p:spPr>
            <a:xfrm>
              <a:off x="216952" y="921831"/>
              <a:ext cx="3430" cy="173647"/>
            </a:xfrm>
            <a:custGeom>
              <a:avLst/>
              <a:gdLst/>
              <a:ahLst/>
              <a:cxnLst/>
              <a:rect l="0" t="0" r="r" b="b"/>
              <a:pathLst>
                <a:path w="3430" h="173647" stroke="0" extrusionOk="0">
                  <a:moveTo>
                    <a:pt x="0" y="173647"/>
                  </a:moveTo>
                  <a:lnTo>
                    <a:pt x="3430" y="173647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17364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21595" name="Graph element 1088"/>
            <p:cNvSpPr/>
            <p:nvPr/>
          </p:nvSpPr>
          <p:spPr>
            <a:xfrm>
              <a:off x="216952" y="653857"/>
              <a:ext cx="3430" cy="261543"/>
            </a:xfrm>
            <a:custGeom>
              <a:avLst/>
              <a:gdLst/>
              <a:ahLst/>
              <a:cxnLst/>
              <a:rect l="0" t="0" r="r" b="b"/>
              <a:pathLst>
                <a:path w="3430" h="261543" stroke="0" extrusionOk="0">
                  <a:moveTo>
                    <a:pt x="0" y="261543"/>
                  </a:moveTo>
                  <a:lnTo>
                    <a:pt x="3430" y="261543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615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21596" name="Graph element 1089"/>
            <p:cNvSpPr/>
            <p:nvPr/>
          </p:nvSpPr>
          <p:spPr>
            <a:xfrm>
              <a:off x="216952" y="388027"/>
              <a:ext cx="3430" cy="259399"/>
            </a:xfrm>
            <a:custGeom>
              <a:avLst/>
              <a:gdLst/>
              <a:ahLst/>
              <a:cxnLst/>
              <a:rect l="0" t="0" r="r" b="b"/>
              <a:pathLst>
                <a:path w="3430" h="259399" stroke="0" extrusionOk="0">
                  <a:moveTo>
                    <a:pt x="0" y="259399"/>
                  </a:moveTo>
                  <a:lnTo>
                    <a:pt x="3430" y="259399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25939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21597" name="Graph element 1090"/>
            <p:cNvSpPr/>
            <p:nvPr/>
          </p:nvSpPr>
          <p:spPr>
            <a:xfrm>
              <a:off x="216952" y="118337"/>
              <a:ext cx="5574" cy="263258"/>
            </a:xfrm>
            <a:custGeom>
              <a:avLst/>
              <a:gdLst/>
              <a:ahLst/>
              <a:cxnLst/>
              <a:rect l="0" t="0" r="r" b="b"/>
              <a:pathLst>
                <a:path w="5574" h="263258" stroke="0" extrusionOk="0">
                  <a:moveTo>
                    <a:pt x="0" y="0"/>
                  </a:moveTo>
                  <a:lnTo>
                    <a:pt x="0" y="263258"/>
                  </a:lnTo>
                  <a:lnTo>
                    <a:pt x="3430" y="263258"/>
                  </a:lnTo>
                  <a:lnTo>
                    <a:pt x="3430" y="17432"/>
                  </a:lnTo>
                  <a:lnTo>
                    <a:pt x="5574" y="15288"/>
                  </a:lnTo>
                  <a:lnTo>
                    <a:pt x="557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21598" name="Graph element 1091"/>
            <p:cNvSpPr/>
            <p:nvPr/>
          </p:nvSpPr>
          <p:spPr>
            <a:xfrm>
              <a:off x="216952" y="30013"/>
              <a:ext cx="3430" cy="83608"/>
            </a:xfrm>
            <a:custGeom>
              <a:avLst/>
              <a:gdLst/>
              <a:ahLst/>
              <a:cxnLst/>
              <a:rect l="0" t="0" r="r" b="b"/>
              <a:pathLst>
                <a:path w="3430" h="83608" stroke="0" extrusionOk="0">
                  <a:moveTo>
                    <a:pt x="0" y="83608"/>
                  </a:moveTo>
                  <a:lnTo>
                    <a:pt x="3430" y="83608"/>
                  </a:lnTo>
                  <a:lnTo>
                    <a:pt x="3430" y="0"/>
                  </a:lnTo>
                  <a:lnTo>
                    <a:pt x="0" y="0"/>
                  </a:lnTo>
                  <a:lnTo>
                    <a:pt x="0" y="8360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21599" name="Text: Bile secretion"/>
            <p:cNvSpPr/>
            <p:nvPr/>
          </p:nvSpPr>
          <p:spPr>
            <a:xfrm>
              <a:off x="673151" y="42442"/>
              <a:ext cx="257255" cy="55424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23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Bile secretion</a:t>
              </a:r>
            </a:p>
          </p:txBody>
        </p:sp>
        <p:sp>
          <p:nvSpPr>
            <p:cNvPr id="21600" name="Text: Primary bile acid biosynthesis"/>
            <p:cNvSpPr/>
            <p:nvPr/>
          </p:nvSpPr>
          <p:spPr>
            <a:xfrm>
              <a:off x="673151" y="102397"/>
              <a:ext cx="559530" cy="56256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28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Primary bile acid biosynthesis</a:t>
              </a:r>
            </a:p>
          </p:txBody>
        </p:sp>
        <p:sp>
          <p:nvSpPr>
            <p:cNvPr id="21601" name="Text: Secondary bile acid biosynthesis"/>
            <p:cNvSpPr/>
            <p:nvPr/>
          </p:nvSpPr>
          <p:spPr>
            <a:xfrm>
              <a:off x="673151" y="162841"/>
              <a:ext cx="615269" cy="56247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28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Secondary bile acid biosynthesis</a:t>
              </a:r>
            </a:p>
          </p:txBody>
        </p:sp>
        <p:sp>
          <p:nvSpPr>
            <p:cNvPr id="21602" name="Text: -0.25"/>
            <p:cNvSpPr/>
            <p:nvPr/>
          </p:nvSpPr>
          <p:spPr>
            <a:xfrm>
              <a:off x="115765" y="366116"/>
              <a:ext cx="103539" cy="55886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26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-0.25</a:t>
              </a:r>
            </a:p>
          </p:txBody>
        </p:sp>
        <p:sp>
          <p:nvSpPr>
            <p:cNvPr id="21603" name="Text: -0.50"/>
            <p:cNvSpPr/>
            <p:nvPr/>
          </p:nvSpPr>
          <p:spPr>
            <a:xfrm>
              <a:off x="115765" y="631946"/>
              <a:ext cx="103539" cy="55886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26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-0.50</a:t>
              </a:r>
            </a:p>
          </p:txBody>
        </p:sp>
        <p:sp>
          <p:nvSpPr>
            <p:cNvPr id="21604" name="Text: -0.75"/>
            <p:cNvSpPr/>
            <p:nvPr/>
          </p:nvSpPr>
          <p:spPr>
            <a:xfrm>
              <a:off x="115765" y="899920"/>
              <a:ext cx="103539" cy="55886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26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-0.75</a:t>
              </a:r>
            </a:p>
          </p:txBody>
        </p:sp>
        <p:sp>
          <p:nvSpPr>
            <p:cNvPr id="21605" name="Text: 4"/>
            <p:cNvSpPr/>
            <p:nvPr/>
          </p:nvSpPr>
          <p:spPr>
            <a:xfrm>
              <a:off x="175791" y="1493685"/>
              <a:ext cx="34569" cy="56668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31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21606" name="Text: 2"/>
            <p:cNvSpPr/>
            <p:nvPr/>
          </p:nvSpPr>
          <p:spPr>
            <a:xfrm>
              <a:off x="175791" y="1579436"/>
              <a:ext cx="34569" cy="56668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31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21607" name="Text: 0"/>
            <p:cNvSpPr/>
            <p:nvPr/>
          </p:nvSpPr>
          <p:spPr>
            <a:xfrm>
              <a:off x="173647" y="1665255"/>
              <a:ext cx="33363" cy="55886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26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21608" name="Text: -2"/>
            <p:cNvSpPr/>
            <p:nvPr/>
          </p:nvSpPr>
          <p:spPr>
            <a:xfrm>
              <a:off x="152209" y="1750940"/>
              <a:ext cx="51451" cy="56668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31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-2</a:t>
              </a:r>
            </a:p>
          </p:txBody>
        </p:sp>
        <p:sp>
          <p:nvSpPr>
            <p:cNvPr id="21609" name="Text: 50"/>
            <p:cNvSpPr/>
            <p:nvPr/>
          </p:nvSpPr>
          <p:spPr>
            <a:xfrm>
              <a:off x="540236" y="1856052"/>
              <a:ext cx="56007" cy="55886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26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50</a:t>
              </a:r>
            </a:p>
          </p:txBody>
        </p:sp>
        <p:sp>
          <p:nvSpPr>
            <p:cNvPr id="21610" name="Text: 150"/>
            <p:cNvSpPr/>
            <p:nvPr/>
          </p:nvSpPr>
          <p:spPr>
            <a:xfrm>
              <a:off x="1226250" y="1856052"/>
              <a:ext cx="78650" cy="55886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26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150</a:t>
              </a:r>
            </a:p>
          </p:txBody>
        </p:sp>
        <p:sp>
          <p:nvSpPr>
            <p:cNvPr id="21611" name="Text: 200"/>
            <p:cNvSpPr/>
            <p:nvPr/>
          </p:nvSpPr>
          <p:spPr>
            <a:xfrm>
              <a:off x="1573545" y="1856052"/>
              <a:ext cx="78650" cy="55886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26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200</a:t>
              </a:r>
            </a:p>
          </p:txBody>
        </p:sp>
        <p:sp>
          <p:nvSpPr>
            <p:cNvPr id="21612" name="Text: 100"/>
            <p:cNvSpPr/>
            <p:nvPr/>
          </p:nvSpPr>
          <p:spPr>
            <a:xfrm>
              <a:off x="878956" y="1856052"/>
              <a:ext cx="78650" cy="55886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26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100</a:t>
              </a:r>
            </a:p>
          </p:txBody>
        </p:sp>
        <p:sp>
          <p:nvSpPr>
            <p:cNvPr id="21613" name="Text: 250"/>
            <p:cNvSpPr/>
            <p:nvPr/>
          </p:nvSpPr>
          <p:spPr>
            <a:xfrm>
              <a:off x="1920839" y="1856052"/>
              <a:ext cx="78650" cy="55886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26" b="0" dirty="0">
                  <a:solidFill>
                    <a:srgbClr val="4d4d4d"/>
                  </a:solidFill>
                  <a:latin typeface="Arial"/>
                  <a:ea typeface="Arial"/>
                  <a:cs typeface="Arial"/>
                </a:rPr>
                <a:t>250</a:t>
              </a:r>
            </a:p>
          </p:txBody>
        </p:sp>
        <p:sp>
          <p:nvSpPr>
            <p:cNvPr id="21614" name="Text: Rank in Ordered Dataset"/>
            <p:cNvSpPr/>
            <p:nvPr/>
          </p:nvSpPr>
          <p:spPr>
            <a:xfrm>
              <a:off x="806067" y="1904666"/>
              <a:ext cx="585256" cy="70129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409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Rank in Ordered Dataset</a:t>
              </a:r>
            </a:p>
          </p:txBody>
        </p:sp>
        <p:sp>
          <p:nvSpPr>
            <p:cNvPr id="21615" name="Text: Running Enrichment Score"/>
            <p:cNvSpPr/>
            <p:nvPr/>
          </p:nvSpPr>
          <p:spPr>
            <a:xfrm rot="16200000">
              <a:off x="-260471" y="527750"/>
              <a:ext cx="630275" cy="69992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408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Running Enrichment Score</a:t>
              </a:r>
            </a:p>
          </p:txBody>
        </p:sp>
        <p:sp>
          <p:nvSpPr>
            <p:cNvPr id="21616" name="Text: Ranked List Metric"/>
            <p:cNvSpPr/>
            <p:nvPr/>
          </p:nvSpPr>
          <p:spPr>
            <a:xfrm rot="16200000">
              <a:off x="-171219" y="1622549"/>
              <a:ext cx="436765" cy="69207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404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Ranked List Metric</a:t>
              </a:r>
            </a:p>
          </p:txBody>
        </p:sp>
        <p:sp>
          <p:nvSpPr>
            <p:cNvPr id="21617" name="Text: 0.00"/>
            <p:cNvSpPr/>
            <p:nvPr/>
          </p:nvSpPr>
          <p:spPr>
            <a:xfrm>
              <a:off x="115765" y="98141"/>
              <a:ext cx="90039" cy="55886"/>
            </a:xfrm>
            <a:prstGeom prst="rect">
              <a:avLst/>
            </a:prstGeom>
            <a:ln>
              <a:noFill/>
            </a:ln>
            <a:noFill/>
          </p:spPr>
          <p:txBody>
            <a:bodyPr wrap="none" lIns="0" rIns="0" tIns="0" bIns="0" anchor="t" rot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26" b="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0.00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660365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Arial" panose="020F0302020204030204"/>
        <a:ea typeface="Arial"/>
        <a:cs typeface="Arial"/>
        <a:font script="Jpan" typeface="Arial"/>
        <a:font script="Hang" typeface="Arial"/>
        <a:font script="Hans" typeface="Arial"/>
        <a:font script="Hant" typeface="Arial"/>
        <a:font script="Arab" typeface="Arial"/>
        <a:font script="Hebr" typeface="Arial"/>
        <a:font script="Thai" typeface="Arial"/>
        <a:font script="Ethi" typeface="Arial"/>
        <a:font script="Beng" typeface="Arial"/>
        <a:font script="Gujr" typeface="Arial"/>
        <a:font script="Khmr" typeface="Arial"/>
        <a:font script="Knda" typeface="Arial"/>
        <a:font script="Guru" typeface="Arial"/>
        <a:font script="Cans" typeface="Arial"/>
        <a:font script="Cher" typeface="Arial"/>
        <a:font script="Yiii" typeface="Arial"/>
        <a:font script="Tibt" typeface="Arial"/>
        <a:font script="Thaa" typeface="Arial"/>
        <a:font script="Deva" typeface="Arial"/>
        <a:font script="Telu" typeface="Arial"/>
        <a:font script="Taml" typeface="Arial"/>
        <a:font script="Syrc" typeface="Arial"/>
        <a:font script="Orya" typeface="Arial"/>
        <a:font script="Mlym" typeface="Arial"/>
        <a:font script="Laoo" typeface="Arial"/>
        <a:font script="Sinh" typeface="Arial"/>
        <a:font script="Mong" typeface="Arial"/>
        <a:font script="Viet" typeface="Arial"/>
        <a:font script="Uigh" typeface="Arial"/>
        <a:font script="Geor" typeface="Arial"/>
      </a:majorFont>
      <a:minorFont>
        <a:latin typeface="Arial" panose="020F0502020204030204"/>
        <a:ea typeface="Arial"/>
        <a:cs typeface="Arial"/>
        <a:font script="Jpan" typeface="Arial"/>
        <a:font script="Hang" typeface="Arial"/>
        <a:font script="Hans" typeface="Arial"/>
        <a:font script="Hant" typeface="Arial"/>
        <a:font script="Arab" typeface="Arial"/>
        <a:font script="Hebr" typeface="Arial"/>
        <a:font script="Thai" typeface="Arial"/>
        <a:font script="Ethi" typeface="Arial"/>
        <a:font script="Beng" typeface="Arial"/>
        <a:font script="Gujr" typeface="Arial"/>
        <a:font script="Khmr" typeface="Arial"/>
        <a:font script="Knda" typeface="Arial"/>
        <a:font script="Guru" typeface="Arial"/>
        <a:font script="Cans" typeface="Arial"/>
        <a:font script="Cher" typeface="Arial"/>
        <a:font script="Yiii" typeface="Arial"/>
        <a:font script="Tibt" typeface="Arial"/>
        <a:font script="Thaa" typeface="Arial"/>
        <a:font script="Deva" typeface="Arial"/>
        <a:font script="Telu" typeface="Arial"/>
        <a:font script="Taml" typeface="Arial"/>
        <a:font script="Syrc" typeface="Arial"/>
        <a:font script="Orya" typeface="Arial"/>
        <a:font script="Mlym" typeface="Arial"/>
        <a:font script="Laoo" typeface="Arial"/>
        <a:font script="Sinh" typeface="Arial"/>
        <a:font script="Mong" typeface="Arial"/>
        <a:font script="Viet" typeface="Arial"/>
        <a:font script="Uigh" typeface="Arial"/>
        <a:font script="Geor" typeface="Arial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2857</TotalTime>
  <Words>26</Words>
  <Application>Microsoft Macintosh PowerPoint</Application>
  <PresentationFormat>自定义</PresentationFormat>
  <Paragraphs>20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鑫业 张</dc:creator>
  <cp:lastModifiedBy>鑫业 张</cp:lastModifiedBy>
  <cp:revision>34</cp:revision>
  <dcterms:created xsi:type="dcterms:W3CDTF">2025-12-11T01:24:21Z</dcterms:created>
  <dcterms:modified xsi:type="dcterms:W3CDTF">2026-10-20T13:13:35Z</dcterms:modified>
</cp:coreProperties>
</file>